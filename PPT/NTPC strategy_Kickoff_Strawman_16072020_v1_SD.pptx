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entation.xml" ContentType="application/vnd.openxmlformats-officedocument.presentationml.presentation.main+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Slides/notesSlide4.xml" ContentType="application/vnd.openxmlformats-officedocument.presentationml.notesSlid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notesSlides/notesSlide3.xml" ContentType="application/vnd.openxmlformats-officedocument.presentationml.notesSlid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notesSlides/notesSlide7.xml" ContentType="application/vnd.openxmlformats-officedocument.presentationml.notesSlide+xml"/>
  <Override PartName="/ppt/notesSlides/notesSlide2.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slideLayouts/slideLayout28.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Layouts/slideLayout29.xml" ContentType="application/vnd.openxmlformats-officedocument.presentationml.slideLayout+xml"/>
  <Override PartName="/ppt/slideLayouts/slideLayout25.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5.xml" ContentType="application/vnd.openxmlformats-officedocument.them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theme/theme1.xml" ContentType="application/vnd.openxmlformats-officedocument.theme+xml"/>
  <Override PartName="/ppt/media/image1.bin" ContentType="image/x-emf"/>
  <Override PartName="/ppt/media/image2.bin" ContentType="image/jpeg"/>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7.xml" ContentType="application/vnd.openxmlformats-officedocument.presentationml.tags+xml"/>
  <Override PartName="/ppt/tags/tag1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tags/tag6.xml" ContentType="application/vnd.openxmlformats-officedocument.presentationml.tags+xml"/>
  <Override PartName="/ppt/tags/tag5.xml" ContentType="application/vnd.openxmlformats-officedocument.presentationml.tags+xml"/>
  <Override PartName="/ppt/tags/tag4.xml" ContentType="application/vnd.openxmlformats-officedocument.presentationml.tags+xml"/>
  <Override PartName="/ppt/tags/tag3.xml" ContentType="application/vnd.openxmlformats-officedocument.presentationml.tags+xml"/>
  <Override PartName="/ppt/tags/tag2.xml" ContentType="application/vnd.openxmlformats-officedocument.presentationml.tags+xml"/>
  <Override PartName="/ppt/tags/tag1.xml" ContentType="application/vnd.openxmlformats-officedocument.presentationml.tags+xml"/>
  <Override PartName="/ppt/tags/tag26.xml" ContentType="application/vnd.openxmlformats-officedocument.presentationml.tags+xml"/>
  <Override PartName="/ppt/tags/tag15.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0.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8.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13.xml" ContentType="application/vnd.openxmlformats-officedocument.presentationml.tag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677" r:id="rId2"/>
    <p:sldMasterId id="2147483845" r:id="rId3"/>
  </p:sldMasterIdLst>
  <p:notesMasterIdLst>
    <p:notesMasterId r:id="rId19"/>
  </p:notesMasterIdLst>
  <p:handoutMasterIdLst>
    <p:handoutMasterId r:id="rId20"/>
  </p:handoutMasterIdLst>
  <p:sldIdLst>
    <p:sldId id="623" r:id="rId4"/>
    <p:sldId id="633" r:id="rId5"/>
    <p:sldId id="624" r:id="rId6"/>
    <p:sldId id="625" r:id="rId7"/>
    <p:sldId id="628" r:id="rId8"/>
    <p:sldId id="483" r:id="rId9"/>
    <p:sldId id="634" r:id="rId10"/>
    <p:sldId id="635" r:id="rId11"/>
    <p:sldId id="636" r:id="rId12"/>
    <p:sldId id="629" r:id="rId13"/>
    <p:sldId id="626" r:id="rId14"/>
    <p:sldId id="632" r:id="rId15"/>
    <p:sldId id="630" r:id="rId16"/>
    <p:sldId id="627" r:id="rId17"/>
    <p:sldId id="512" r:id="rId18"/>
  </p:sldIdLst>
  <p:sldSz cx="12192000" cy="6858000"/>
  <p:notesSz cx="7315200" cy="9601200"/>
  <p:defaultTex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0" pos="7310" userDrawn="1">
          <p15:clr>
            <a:srgbClr val="A4A3A4"/>
          </p15:clr>
        </p15:guide>
        <p15:guide id="11" orient="horz" pos="2024" userDrawn="1">
          <p15:clr>
            <a:srgbClr val="A4A3A4"/>
          </p15:clr>
        </p15:guide>
        <p15:guide id="12" orient="horz" pos="3453" userDrawn="1">
          <p15:clr>
            <a:srgbClr val="A4A3A4"/>
          </p15:clr>
        </p15:guide>
        <p15:guide id="13" orient="horz" pos="2568" userDrawn="1">
          <p15:clr>
            <a:srgbClr val="A4A3A4"/>
          </p15:clr>
        </p15:guide>
        <p15:guide id="14" orient="horz" pos="3113" userDrawn="1">
          <p15:clr>
            <a:srgbClr val="A4A3A4"/>
          </p15:clr>
        </p15:guide>
        <p15:guide id="15" orient="horz" pos="3543"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oreddy, Chandra" initials="BC" lastIdx="36" clrIdx="0">
    <p:extLst>
      <p:ext uri="{19B8F6BF-5375-455C-9EA6-DF929625EA0E}">
        <p15:presenceInfo xmlns:p15="http://schemas.microsoft.com/office/powerpoint/2012/main" userId="S-1-5-21-776561741-1482476501-682003330-386381" providerId="AD"/>
      </p:ext>
    </p:extLst>
  </p:cmAuthor>
  <p:cmAuthor id="2" name="Shah, Pranav" initials="SP" lastIdx="18" clrIdx="1">
    <p:extLst>
      <p:ext uri="{19B8F6BF-5375-455C-9EA6-DF929625EA0E}">
        <p15:presenceInfo xmlns:p15="http://schemas.microsoft.com/office/powerpoint/2012/main" userId="S-1-5-21-776561741-1482476501-682003330-128353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E1F5"/>
    <a:srgbClr val="17618C"/>
    <a:srgbClr val="86BC25"/>
    <a:srgbClr val="EBF5F1"/>
    <a:srgbClr val="F7E5EE"/>
    <a:srgbClr val="E0F0FA"/>
    <a:srgbClr val="F2D6E4"/>
    <a:srgbClr val="993366"/>
    <a:srgbClr val="00B050"/>
    <a:srgbClr val="E953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4242" autoAdjust="0"/>
    <p:restoredTop sz="94226" autoAdjust="0"/>
  </p:normalViewPr>
  <p:slideViewPr>
    <p:cSldViewPr snapToGrid="0" showGuides="1">
      <p:cViewPr varScale="1">
        <p:scale>
          <a:sx n="62" d="100"/>
          <a:sy n="62" d="100"/>
        </p:scale>
        <p:origin x="476" y="52"/>
      </p:cViewPr>
      <p:guideLst>
        <p:guide pos="7310"/>
        <p:guide orient="horz" pos="2024"/>
        <p:guide orient="horz" pos="3453"/>
        <p:guide orient="horz" pos="2568"/>
        <p:guide orient="horz" pos="3113"/>
        <p:guide orient="horz" pos="3543"/>
      </p:guideLst>
    </p:cSldViewPr>
  </p:slideViewPr>
  <p:outlineViewPr>
    <p:cViewPr>
      <p:scale>
        <a:sx n="33" d="100"/>
        <a:sy n="33" d="100"/>
      </p:scale>
      <p:origin x="0" y="-4483"/>
    </p:cViewPr>
  </p:outlineViewPr>
  <p:notesTextViewPr>
    <p:cViewPr>
      <p:scale>
        <a:sx n="100" d="100"/>
        <a:sy n="100" d="100"/>
      </p:scale>
      <p:origin x="0" y="0"/>
    </p:cViewPr>
  </p:notesTextViewPr>
  <p:sorterViewPr>
    <p:cViewPr varScale="1">
      <p:scale>
        <a:sx n="100" d="100"/>
        <a:sy n="100" d="100"/>
      </p:scale>
      <p:origin x="0" y="0"/>
    </p:cViewPr>
  </p:sorterViewPr>
  <p:notesViewPr>
    <p:cSldViewPr snapToGrid="0" showGuides="1">
      <p:cViewPr varScale="1">
        <p:scale>
          <a:sx n="61" d="100"/>
          <a:sy n="61" d="100"/>
        </p:scale>
        <p:origin x="3082" y="53"/>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customXml" Target="../customXml/item1.xml"/><Relationship Id="rId3" Type="http://schemas.openxmlformats.org/officeDocument/2006/relationships/slideMaster" Target="slideMasters/slideMaster3.xml"/><Relationship Id="rId21" Type="http://schemas.openxmlformats.org/officeDocument/2006/relationships/commentAuthors" Target="commentAuthor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viewProps" Target="viewProps.xml"/><Relationship Id="rId28" Type="http://schemas.openxmlformats.org/officeDocument/2006/relationships/customXml" Target="../customXml/item3.xml"/><Relationship Id="rId10" Type="http://schemas.openxmlformats.org/officeDocument/2006/relationships/slide" Target="slides/slide7.xml"/><Relationship Id="rId19"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presProps" Target="presProps.xml"/><Relationship Id="rId27" Type="http://schemas.openxmlformats.org/officeDocument/2006/relationships/customXml" Target="../customXml/item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
            <a:ext cx="3170138" cy="479539"/>
          </a:xfrm>
          <a:prstGeom prst="rect">
            <a:avLst/>
          </a:prstGeom>
        </p:spPr>
        <p:txBody>
          <a:bodyPr vert="horz" lIns="90913" tIns="45457" rIns="90913" bIns="45457" rtlCol="0"/>
          <a:lstStyle>
            <a:lvl1pPr algn="l">
              <a:defRPr sz="1100"/>
            </a:lvl1pPr>
          </a:lstStyle>
          <a:p>
            <a:endParaRPr lang="en-US" dirty="0">
              <a:latin typeface="Arial" panose="020B0604020202020204" pitchFamily="34" charset="0"/>
            </a:endParaRPr>
          </a:p>
        </p:txBody>
      </p:sp>
      <p:sp>
        <p:nvSpPr>
          <p:cNvPr id="3" name="Date Placeholder 2"/>
          <p:cNvSpPr>
            <a:spLocks noGrp="1"/>
          </p:cNvSpPr>
          <p:nvPr>
            <p:ph type="dt" sz="quarter" idx="1"/>
          </p:nvPr>
        </p:nvSpPr>
        <p:spPr>
          <a:xfrm>
            <a:off x="4143427" y="1"/>
            <a:ext cx="3170138" cy="479539"/>
          </a:xfrm>
          <a:prstGeom prst="rect">
            <a:avLst/>
          </a:prstGeom>
        </p:spPr>
        <p:txBody>
          <a:bodyPr vert="horz" lIns="90913" tIns="45457" rIns="90913" bIns="45457" rtlCol="0"/>
          <a:lstStyle>
            <a:lvl1pPr algn="r">
              <a:defRPr sz="1100"/>
            </a:lvl1pPr>
          </a:lstStyle>
          <a:p>
            <a:fld id="{B4AD245C-091B-44E2-BFB0-BD94217887F7}" type="datetimeFigureOut">
              <a:rPr lang="en-US">
                <a:latin typeface="Arial" panose="020B0604020202020204" pitchFamily="34" charset="0"/>
              </a:rPr>
              <a:t>8/8/2023</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4" y="9120173"/>
            <a:ext cx="3170138" cy="479539"/>
          </a:xfrm>
          <a:prstGeom prst="rect">
            <a:avLst/>
          </a:prstGeom>
        </p:spPr>
        <p:txBody>
          <a:bodyPr vert="horz" lIns="90913" tIns="45457" rIns="90913" bIns="45457" rtlCol="0" anchor="b"/>
          <a:lstStyle>
            <a:lvl1pPr algn="l">
              <a:defRPr sz="1100"/>
            </a:lvl1pPr>
          </a:lstStyle>
          <a:p>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4143427" y="9120173"/>
            <a:ext cx="3170138" cy="479539"/>
          </a:xfrm>
          <a:prstGeom prst="rect">
            <a:avLst/>
          </a:prstGeom>
        </p:spPr>
        <p:txBody>
          <a:bodyPr vert="horz" lIns="90913" tIns="45457" rIns="90913" bIns="45457" rtlCol="0" anchor="b"/>
          <a:lstStyle>
            <a:lvl1pPr algn="r">
              <a:defRPr sz="1100"/>
            </a:lvl1pPr>
          </a:lstStyle>
          <a:p>
            <a:fld id="{9A913F39-CFF6-40F1-84D1-700840B41EAB}" type="slidenum">
              <a:rPr lang="en-US">
                <a:latin typeface="Arial" panose="020B0604020202020204" pitchFamily="34" charset="0"/>
              </a:rPr>
              <a:t>‹#›</a:t>
            </a:fld>
            <a:endParaRPr lang="en-US" dirty="0">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8478" tIns="49238" rIns="98478" bIns="49238"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4143589" y="1"/>
            <a:ext cx="3169920" cy="480060"/>
          </a:xfrm>
          <a:prstGeom prst="rect">
            <a:avLst/>
          </a:prstGeom>
        </p:spPr>
        <p:txBody>
          <a:bodyPr vert="horz" lIns="98478" tIns="49238" rIns="98478" bIns="49238" rtlCol="0"/>
          <a:lstStyle>
            <a:lvl1pPr algn="r">
              <a:defRPr sz="1200">
                <a:latin typeface="Arial" panose="020B0604020202020204" pitchFamily="34" charset="0"/>
              </a:defRPr>
            </a:lvl1pPr>
          </a:lstStyle>
          <a:p>
            <a:fld id="{0BA5BBE4-AEA3-489A-A28E-0C2FAF2506E3}" type="datetimeFigureOut">
              <a:rPr lang="en-US"/>
              <a:pPr/>
              <a:t>8/8/2023</a:t>
            </a:fld>
            <a:endParaRPr lang="en-US" dirty="0"/>
          </a:p>
        </p:txBody>
      </p:sp>
      <p:sp>
        <p:nvSpPr>
          <p:cNvPr id="4" name="Slide Image Placeholder 3"/>
          <p:cNvSpPr>
            <a:spLocks noGrp="1" noRot="1" noChangeAspect="1"/>
          </p:cNvSpPr>
          <p:nvPr>
            <p:ph type="sldImg" idx="2"/>
          </p:nvPr>
        </p:nvSpPr>
        <p:spPr>
          <a:xfrm>
            <a:off x="458788" y="720725"/>
            <a:ext cx="6397625" cy="3598863"/>
          </a:xfrm>
          <a:prstGeom prst="rect">
            <a:avLst/>
          </a:prstGeom>
          <a:noFill/>
          <a:ln w="12700">
            <a:solidFill>
              <a:prstClr val="black"/>
            </a:solidFill>
          </a:ln>
        </p:spPr>
        <p:txBody>
          <a:bodyPr vert="horz" lIns="98478" tIns="49238" rIns="98478" bIns="49238" rtlCol="0" anchor="ctr"/>
          <a:lstStyle/>
          <a:p>
            <a:endParaRPr lang="en-GB" dirty="0"/>
          </a:p>
        </p:txBody>
      </p:sp>
      <p:sp>
        <p:nvSpPr>
          <p:cNvPr id="5" name="Notes Placeholder 4"/>
          <p:cNvSpPr>
            <a:spLocks noGrp="1"/>
          </p:cNvSpPr>
          <p:nvPr>
            <p:ph type="body" sz="quarter" idx="3"/>
          </p:nvPr>
        </p:nvSpPr>
        <p:spPr>
          <a:xfrm>
            <a:off x="731520" y="4560571"/>
            <a:ext cx="5852160" cy="4320540"/>
          </a:xfrm>
          <a:prstGeom prst="rect">
            <a:avLst/>
          </a:prstGeom>
        </p:spPr>
        <p:txBody>
          <a:bodyPr vert="horz" lIns="98478" tIns="49238" rIns="98478" bIns="4923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8478" tIns="49238" rIns="98478" bIns="49238"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4143589" y="9119475"/>
            <a:ext cx="3169920" cy="480060"/>
          </a:xfrm>
          <a:prstGeom prst="rect">
            <a:avLst/>
          </a:prstGeom>
        </p:spPr>
        <p:txBody>
          <a:bodyPr vert="horz" lIns="98478" tIns="49238" rIns="98478" bIns="49238" rtlCol="0" anchor="b"/>
          <a:lstStyle>
            <a:lvl1pPr algn="r">
              <a:defRPr sz="1200">
                <a:latin typeface="Arial" panose="020B0604020202020204" pitchFamily="34" charset="0"/>
              </a:defRPr>
            </a:lvl1pPr>
          </a:lstStyle>
          <a:p>
            <a:fld id="{C0F4A2C8-6C88-4E71-83EE-698B9D4FE22F}" type="slidenum">
              <a:rPr lang="en-US"/>
              <a:pPr/>
              <a:t>‹#›</a:t>
            </a:fld>
            <a:endParaRPr lang="en-US" dirty="0"/>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1219170" rtl="0" eaLnBrk="1" latinLnBrk="0" hangingPunct="1">
      <a:defRPr sz="1600" kern="1200">
        <a:solidFill>
          <a:schemeClr val="tx1"/>
        </a:solidFill>
        <a:latin typeface="Arial" panose="020B0604020202020204" pitchFamily="34" charset="0"/>
        <a:ea typeface="+mn-ea"/>
        <a:cs typeface="+mn-cs"/>
      </a:defRPr>
    </a:lvl1pPr>
    <a:lvl2pPr marL="609585" algn="l" defTabSz="1219170" rtl="0" eaLnBrk="1" latinLnBrk="0" hangingPunct="1">
      <a:defRPr sz="1600" kern="1200">
        <a:solidFill>
          <a:schemeClr val="tx1"/>
        </a:solidFill>
        <a:latin typeface="Arial" panose="020B0604020202020204" pitchFamily="34" charset="0"/>
        <a:ea typeface="+mn-ea"/>
        <a:cs typeface="+mn-cs"/>
      </a:defRPr>
    </a:lvl2pPr>
    <a:lvl3pPr marL="1219170" algn="l" defTabSz="1219170" rtl="0" eaLnBrk="1" latinLnBrk="0" hangingPunct="1">
      <a:defRPr sz="1600" kern="1200">
        <a:solidFill>
          <a:schemeClr val="tx1"/>
        </a:solidFill>
        <a:latin typeface="Arial" panose="020B0604020202020204" pitchFamily="34" charset="0"/>
        <a:ea typeface="+mn-ea"/>
        <a:cs typeface="+mn-cs"/>
      </a:defRPr>
    </a:lvl3pPr>
    <a:lvl4pPr marL="1828754" algn="l" defTabSz="1219170" rtl="0" eaLnBrk="1" latinLnBrk="0" hangingPunct="1">
      <a:defRPr sz="1600" kern="1200">
        <a:solidFill>
          <a:schemeClr val="tx1"/>
        </a:solidFill>
        <a:latin typeface="Arial" panose="020B0604020202020204" pitchFamily="34" charset="0"/>
        <a:ea typeface="+mn-ea"/>
        <a:cs typeface="+mn-cs"/>
      </a:defRPr>
    </a:lvl4pPr>
    <a:lvl5pPr marL="2438339" algn="l" defTabSz="1219170" rtl="0" eaLnBrk="1" latinLnBrk="0" hangingPunct="1">
      <a:defRPr sz="1600" kern="1200">
        <a:solidFill>
          <a:schemeClr val="tx1"/>
        </a:solidFill>
        <a:latin typeface="Arial" panose="020B0604020202020204" pitchFamily="34"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4E020B-8CBD-4B77-B0F6-1E35DB4EB57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175843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4</a:t>
            </a:fld>
            <a:endParaRPr lang="en-US" dirty="0"/>
          </a:p>
        </p:txBody>
      </p:sp>
    </p:spTree>
    <p:extLst>
      <p:ext uri="{BB962C8B-B14F-4D97-AF65-F5344CB8AC3E}">
        <p14:creationId xmlns:p14="http://schemas.microsoft.com/office/powerpoint/2010/main" val="19016314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4638" y="762000"/>
            <a:ext cx="6751638" cy="3798888"/>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4574358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4638" y="762000"/>
            <a:ext cx="6751638" cy="3798888"/>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1551198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4638" y="762000"/>
            <a:ext cx="6751638" cy="3798888"/>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4805829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4638" y="762000"/>
            <a:ext cx="6751638" cy="3798888"/>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0973795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C0F4A2C8-6C88-4E71-83EE-698B9D4FE22F}" type="slidenum">
              <a:rPr lang="en-US"/>
              <a:pPr/>
              <a:t>15</a:t>
            </a:fld>
            <a:endParaRPr lang="en-US" dirty="0"/>
          </a:p>
        </p:txBody>
      </p:sp>
    </p:spTree>
    <p:extLst>
      <p:ext uri="{BB962C8B-B14F-4D97-AF65-F5344CB8AC3E}">
        <p14:creationId xmlns:p14="http://schemas.microsoft.com/office/powerpoint/2010/main" val="259944094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bin"/><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bin"/><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3.xml"/><Relationship Id="rId4" Type="http://schemas.openxmlformats.org/officeDocument/2006/relationships/image" Target="../media/image6.emf"/></Relationships>
</file>

<file path=ppt/slideLayouts/_rels/slideLayout2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7.emf"/><Relationship Id="rId4" Type="http://schemas.openxmlformats.org/officeDocument/2006/relationships/oleObject" Target="../embeddings/oleObject5.bin"/></Relationships>
</file>

<file path=ppt/slideLayouts/_rels/slideLayout2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7.emf"/><Relationship Id="rId4" Type="http://schemas.openxmlformats.org/officeDocument/2006/relationships/oleObject" Target="../embeddings/oleObject6.bin"/></Relationships>
</file>

<file path=ppt/slideLayouts/_rels/slideLayout3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7.emf"/><Relationship Id="rId4" Type="http://schemas.openxmlformats.org/officeDocument/2006/relationships/oleObject" Target="../embeddings/oleObject7.bin"/></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Ref idx="1001">
        <a:schemeClr val="bg1"/>
      </p:bgRef>
    </p:bg>
    <p:spTree>
      <p:nvGrpSpPr>
        <p:cNvPr id="1" name=""/>
        <p:cNvGrpSpPr/>
        <p:nvPr/>
      </p:nvGrpSpPr>
      <p:grpSpPr>
        <a:xfrm>
          <a:off x="0" y="0"/>
          <a:ext cx="0" cy="0"/>
          <a:chOff x="0" y="0"/>
          <a:chExt cx="0" cy="0"/>
        </a:xfrm>
      </p:grpSpPr>
      <p:pic>
        <p:nvPicPr>
          <p:cNvPr id="20" name="Background Picture 3"/>
          <p:cNvPicPr>
            <a:picLocks/>
          </p:cNvPicPr>
          <p:nvPr userDrawn="1"/>
        </p:nvPicPr>
        <p:blipFill>
          <a:blip r:embed="rId2">
            <a:extLst>
              <a:ext uri="{28A0092B-C50C-407E-A947-70E740481C1C}">
                <a14:useLocalDpi xmlns:a14="http://schemas.microsoft.com/office/drawing/2010/main" val="0"/>
              </a:ext>
            </a:extLst>
          </a:blip>
          <a:stretch>
            <a:fillRect/>
          </a:stretch>
        </p:blipFill>
        <p:spPr>
          <a:xfrm>
            <a:off x="0" y="0"/>
            <a:ext cx="12189600" cy="6858000"/>
          </a:xfrm>
          <a:prstGeom prst="rect">
            <a:avLst/>
          </a:prstGeom>
        </p:spPr>
      </p:pic>
      <p:sp>
        <p:nvSpPr>
          <p:cNvPr id="33" name="Picture Placeholder 8"/>
          <p:cNvSpPr>
            <a:spLocks noGrp="1"/>
          </p:cNvSpPr>
          <p:nvPr>
            <p:ph type="pic" sz="quarter" idx="11"/>
          </p:nvPr>
        </p:nvSpPr>
        <p:spPr>
          <a:xfrm>
            <a:off x="3393716" y="727595"/>
            <a:ext cx="5400000" cy="5400000"/>
          </a:xfrm>
          <a:prstGeom prst="rect">
            <a:avLst/>
          </a:prstGeom>
        </p:spPr>
        <p:txBody>
          <a:bodyPr/>
          <a:lstStyle>
            <a:lvl1pPr>
              <a:defRPr>
                <a:solidFill>
                  <a:schemeClr val="tx1"/>
                </a:solidFill>
              </a:defRPr>
            </a:lvl1pPr>
          </a:lstStyle>
          <a:p>
            <a:r>
              <a:rPr lang="en-GB" noProof="0"/>
              <a:t>Click icon to add picture</a:t>
            </a:r>
            <a:endParaRPr lang="en-GB" noProof="0" dirty="0"/>
          </a:p>
        </p:txBody>
      </p:sp>
      <p:sp>
        <p:nvSpPr>
          <p:cNvPr id="2" name="Title"/>
          <p:cNvSpPr>
            <a:spLocks noGrp="1"/>
          </p:cNvSpPr>
          <p:nvPr>
            <p:ph type="ctrTitle" hasCustomPrompt="1"/>
          </p:nvPr>
        </p:nvSpPr>
        <p:spPr bwMode="gray">
          <a:xfrm>
            <a:off x="475200" y="5480578"/>
            <a:ext cx="5620800" cy="324000"/>
          </a:xfrm>
        </p:spPr>
        <p:txBody>
          <a:bodyPr anchor="b" anchorCtr="0">
            <a:noAutofit/>
          </a:bodyPr>
          <a:lstStyle>
            <a:lvl1pPr algn="l">
              <a:lnSpc>
                <a:spcPct val="100000"/>
              </a:lnSpc>
              <a:defRPr sz="1800" b="1">
                <a:solidFill>
                  <a:schemeClr val="tx1"/>
                </a:solidFill>
                <a:latin typeface="+mj-lt"/>
                <a:ea typeface="Open Sans" panose="020B0606030504020204" pitchFamily="34" charset="0"/>
                <a:cs typeface="Open Sans" panose="020B0606030504020204" pitchFamily="34" charset="0"/>
              </a:defRPr>
            </a:lvl1pPr>
          </a:lstStyle>
          <a:p>
            <a:r>
              <a:rPr lang="en-GB" dirty="0"/>
              <a:t>Presentation  title runs here</a:t>
            </a:r>
            <a:endParaRPr lang="en-GB" noProof="0" dirty="0"/>
          </a:p>
        </p:txBody>
      </p:sp>
      <p:sp>
        <p:nvSpPr>
          <p:cNvPr id="3" name="Subtitle"/>
          <p:cNvSpPr>
            <a:spLocks noGrp="1"/>
          </p:cNvSpPr>
          <p:nvPr>
            <p:ph type="subTitle" idx="1" hasCustomPrompt="1"/>
          </p:nvPr>
        </p:nvSpPr>
        <p:spPr bwMode="gray">
          <a:xfrm>
            <a:off x="475200" y="5845180"/>
            <a:ext cx="5620800" cy="505645"/>
          </a:xfrm>
          <a:prstGeom prst="rect">
            <a:avLst/>
          </a:prstGeom>
        </p:spPr>
        <p:txBody>
          <a:bodyPr lIns="0" tIns="0" rIns="0" bIns="0">
            <a:noAutofit/>
          </a:bodyPr>
          <a:lstStyle>
            <a:lvl1pPr marL="0" indent="0" algn="l">
              <a:lnSpc>
                <a:spcPct val="100000"/>
              </a:lnSpc>
              <a:spcAft>
                <a:spcPts val="0"/>
              </a:spcAft>
              <a:buNone/>
              <a:defRPr sz="1600">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pPr lvl="0"/>
            <a:r>
              <a:rPr lang="en-GB" dirty="0"/>
              <a:t>Subtitle here two lines max</a:t>
            </a:r>
            <a:endParaRPr lang="en-GB"/>
          </a:p>
        </p:txBody>
      </p:sp>
      <p:sp>
        <p:nvSpPr>
          <p:cNvPr id="18" name="SD_ART_Logo_White"/>
          <p:cNvSpPr/>
          <p:nvPr userDrawn="1"/>
        </p:nvSpPr>
        <p:spPr>
          <a:xfrm>
            <a:off x="475438" y="464400"/>
            <a:ext cx="2286000" cy="100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78483047" name="LogoFrontSlide"/>
          <p:cNvPicPr>
            <a:picLocks noChangeAspect="1"/>
          </p:cNvPicPr>
          <p:nvPr/>
        </p:nvPicPr>
        <p:blipFill>
          <a:blip r:embed="rId3"/>
          <a:stretch>
            <a:fillRect/>
          </a:stretch>
        </p:blipFill>
        <p:spPr>
          <a:xfrm>
            <a:off x="413999" y="503999"/>
            <a:ext cx="1655999" cy="725867"/>
          </a:xfrm>
          <a:prstGeom prst="rect">
            <a:avLst/>
          </a:prstGeom>
        </p:spPr>
      </p:pic>
      <p:sp>
        <p:nvSpPr>
          <p:cNvPr id="4" name="Footer Placeholder 3" hidden="1"/>
          <p:cNvSpPr>
            <a:spLocks noGrp="1"/>
          </p:cNvSpPr>
          <p:nvPr>
            <p:ph type="ftr" sz="quarter" idx="12"/>
          </p:nvPr>
        </p:nvSpPr>
        <p:spPr>
          <a:xfrm>
            <a:off x="6184900" y="6476999"/>
            <a:ext cx="4536726" cy="244476"/>
          </a:xfrm>
          <a:prstGeom prst="rect">
            <a:avLst/>
          </a:prstGeom>
        </p:spPr>
        <p:txBody>
          <a:bodyPr/>
          <a:lstStyle>
            <a:lvl1pPr>
              <a:defRPr>
                <a:solidFill>
                  <a:schemeClr val="bg1"/>
                </a:solidFill>
              </a:defRPr>
            </a:lvl1pPr>
          </a:lstStyle>
          <a:p>
            <a:endParaRPr lang="en-GB" dirty="0"/>
          </a:p>
        </p:txBody>
      </p:sp>
    </p:spTree>
    <p:extLst>
      <p:ext uri="{BB962C8B-B14F-4D97-AF65-F5344CB8AC3E}">
        <p14:creationId xmlns:p14="http://schemas.microsoft.com/office/powerpoint/2010/main" val="210455783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Ref idx="1001">
        <a:schemeClr val="bg1"/>
      </p:bgRef>
    </p:bg>
    <p:spTree>
      <p:nvGrpSpPr>
        <p:cNvPr id="1" name=""/>
        <p:cNvGrpSpPr/>
        <p:nvPr/>
      </p:nvGrpSpPr>
      <p:grpSpPr>
        <a:xfrm>
          <a:off x="0" y="0"/>
          <a:ext cx="0" cy="0"/>
          <a:chOff x="0" y="0"/>
          <a:chExt cx="0" cy="0"/>
        </a:xfrm>
      </p:grpSpPr>
      <p:sp>
        <p:nvSpPr>
          <p:cNvPr id="7" name="Colored background"/>
          <p:cNvSpPr/>
          <p:nvPr userDrawn="1"/>
        </p:nvSpPr>
        <p:spPr bwMode="gray">
          <a:xfrm>
            <a:off x="0" y="0"/>
            <a:ext cx="12189600" cy="6858000"/>
          </a:xfrm>
          <a:prstGeom prst="rect">
            <a:avLst/>
          </a:prstGeom>
          <a:solidFill>
            <a:srgbClr val="0000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endParaRPr lang="en-GB"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noProof="0"/>
              <a:t>Edit Master text styles</a:t>
            </a:r>
            <a:endParaRPr lang="en-GB"/>
          </a:p>
        </p:txBody>
      </p:sp>
      <p:sp>
        <p:nvSpPr>
          <p:cNvPr id="22" name="TextBox 21"/>
          <p:cNvSpPr txBox="1"/>
          <p:nvPr userDrawn="1"/>
        </p:nvSpPr>
        <p:spPr>
          <a:xfrm>
            <a:off x="11414125" y="665988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2" name="Footer Placeholder 1"/>
          <p:cNvSpPr>
            <a:spLocks noGrp="1"/>
          </p:cNvSpPr>
          <p:nvPr>
            <p:ph type="ftr" sz="quarter" idx="10"/>
          </p:nvPr>
        </p:nvSpPr>
        <p:spPr>
          <a:xfrm>
            <a:off x="6184900" y="6476999"/>
            <a:ext cx="4536726" cy="244476"/>
          </a:xfrm>
          <a:prstGeom prst="rect">
            <a:avLst/>
          </a:prstGeom>
        </p:spPr>
        <p:txBody>
          <a:bodyPr/>
          <a:lstStyle/>
          <a:p>
            <a:endParaRPr lang="en-GB" dirty="0"/>
          </a:p>
        </p:txBody>
      </p:sp>
      <p:sp>
        <p:nvSpPr>
          <p:cNvPr id="8" name="TextBox 7"/>
          <p:cNvSpPr txBox="1"/>
          <p:nvPr userDrawn="1"/>
        </p:nvSpPr>
        <p:spPr>
          <a:xfrm>
            <a:off x="501649" y="6654807"/>
            <a:ext cx="5355168" cy="201260"/>
          </a:xfrm>
          <a:prstGeom prst="rect">
            <a:avLst/>
          </a:prstGeom>
          <a:noFill/>
        </p:spPr>
        <p:txBody>
          <a:bodyPr wrap="square" lIns="0" tIns="0" rIns="0" bIns="0" rtlCol="0">
            <a:noAutofit/>
          </a:bodyPr>
          <a:lstStyle/>
          <a:p>
            <a:pPr marL="0" indent="0">
              <a:spcBef>
                <a:spcPts val="717"/>
              </a:spcBef>
              <a:buSzPct val="100000"/>
              <a:buFont typeface="Arial"/>
              <a:buNone/>
            </a:pPr>
            <a:r>
              <a:rPr lang="fr-FR" sz="650" noProof="0" dirty="0">
                <a:solidFill>
                  <a:schemeClr val="tx1"/>
                </a:solidFill>
              </a:rPr>
              <a:t>© 2020 Deloitte Touche Tohmatsu India LLP</a:t>
            </a:r>
          </a:p>
        </p:txBody>
      </p:sp>
    </p:spTree>
    <p:extLst>
      <p:ext uri="{BB962C8B-B14F-4D97-AF65-F5344CB8AC3E}">
        <p14:creationId xmlns:p14="http://schemas.microsoft.com/office/powerpoint/2010/main" val="193697899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14" name="Text Placeholder 18"/>
          <p:cNvSpPr>
            <a:spLocks noGrp="1"/>
          </p:cNvSpPr>
          <p:nvPr>
            <p:ph idx="1"/>
          </p:nvPr>
        </p:nvSpPr>
        <p:spPr>
          <a:xfrm>
            <a:off x="469900" y="1665290"/>
            <a:ext cx="11252200" cy="4633911"/>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881091110"/>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8" name="Text Placeholder 18"/>
          <p:cNvSpPr>
            <a:spLocks noGrp="1"/>
          </p:cNvSpPr>
          <p:nvPr>
            <p:ph idx="1"/>
          </p:nvPr>
        </p:nvSpPr>
        <p:spPr>
          <a:xfrm>
            <a:off x="469900" y="1665818"/>
            <a:ext cx="11252200" cy="4633383"/>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27264712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8" name="Text Placeholder 18"/>
          <p:cNvSpPr>
            <a:spLocks noGrp="1"/>
          </p:cNvSpPr>
          <p:nvPr>
            <p:ph idx="1"/>
          </p:nvPr>
        </p:nvSpPr>
        <p:spPr>
          <a:xfrm>
            <a:off x="469900" y="1676402"/>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412778938"/>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8"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8" name="Text Placeholder 8"/>
          <p:cNvSpPr>
            <a:spLocks noGrp="1"/>
          </p:cNvSpPr>
          <p:nvPr>
            <p:ph type="body" sz="quarter" idx="18"/>
          </p:nvPr>
        </p:nvSpPr>
        <p:spPr>
          <a:xfrm>
            <a:off x="468000" y="1684868"/>
            <a:ext cx="11252200" cy="357187"/>
          </a:xfrm>
        </p:spPr>
        <p:txBody>
          <a:bodyPr/>
          <a:lstStyle/>
          <a:p>
            <a:pPr lvl="0"/>
            <a:r>
              <a:rPr lang="en-GB" noProof="0"/>
              <a:t>Edit Master text styles</a:t>
            </a:r>
            <a:endParaRPr lang="en-GB"/>
          </a:p>
        </p:txBody>
      </p:sp>
      <p:sp>
        <p:nvSpPr>
          <p:cNvPr id="19"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GB" noProof="0"/>
              <a:t>Edit Master text styles</a:t>
            </a:r>
            <a:endParaRPr lang="en-GB"/>
          </a:p>
        </p:txBody>
      </p:sp>
      <p:sp>
        <p:nvSpPr>
          <p:cNvPr id="17" name="Chart Placeholder 3"/>
          <p:cNvSpPr>
            <a:spLocks noGrp="1"/>
          </p:cNvSpPr>
          <p:nvPr>
            <p:ph type="chart" sz="quarter" idx="15"/>
          </p:nvPr>
        </p:nvSpPr>
        <p:spPr>
          <a:xfrm>
            <a:off x="468000" y="2036656"/>
            <a:ext cx="11252200" cy="3946134"/>
          </a:xfrm>
          <a:prstGeom prst="rect">
            <a:avLst/>
          </a:prstGeom>
        </p:spPr>
        <p:txBody>
          <a:bodyPr/>
          <a:lstStyle/>
          <a:p>
            <a:r>
              <a:rPr lang="en-GB" noProof="0"/>
              <a:t>Click icon to add chart</a:t>
            </a:r>
            <a:endParaRPr lang="en-GB" noProof="0" dirty="0"/>
          </a:p>
        </p:txBody>
      </p:sp>
      <p:sp>
        <p:nvSpPr>
          <p:cNvPr id="2" name="Footer Placeholder 1"/>
          <p:cNvSpPr>
            <a:spLocks noGrp="1"/>
          </p:cNvSpPr>
          <p:nvPr>
            <p:ph type="ftr" sz="quarter" idx="2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829702940"/>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468000" y="1665288"/>
            <a:ext cx="5328000" cy="4622507"/>
          </a:xfrm>
          <a:prstGeom prst="rect">
            <a:avLst/>
          </a:prstGeom>
        </p:spPr>
        <p:txBody>
          <a:bodyPr/>
          <a:lstStyle>
            <a:lvl1pPr>
              <a:spcAft>
                <a:spcPts val="500"/>
              </a:spcAft>
              <a:tabLst>
                <a:tab pos="6705432" algn="r"/>
              </a:tabLst>
              <a:defRPr sz="1100"/>
            </a:lvl1pPr>
            <a:lvl2pPr>
              <a:spcAft>
                <a:spcPts val="500"/>
              </a:spcAft>
              <a:tabLst>
                <a:tab pos="6705432" algn="r"/>
              </a:tabLst>
              <a:defRPr sz="1100"/>
            </a:lvl2pPr>
            <a:lvl3pPr>
              <a:spcAft>
                <a:spcPts val="500"/>
              </a:spcAft>
              <a:tabLst>
                <a:tab pos="6705432" algn="r"/>
              </a:tabLst>
              <a:defRPr sz="1100"/>
            </a:lvl3pPr>
            <a:lvl4pPr>
              <a:spcAft>
                <a:spcPts val="500"/>
              </a:spcAft>
              <a:tabLst>
                <a:tab pos="6705432" algn="r"/>
              </a:tabLst>
              <a:defRPr sz="1100"/>
            </a:lvl4pPr>
            <a:lvl5pPr>
              <a:spcAft>
                <a:spcPts val="500"/>
              </a:spcAft>
              <a:tabLst>
                <a:tab pos="6705432" algn="r"/>
              </a:tabLst>
              <a:defRPr sz="1100" baseline="0"/>
            </a:lvl5pPr>
          </a:lstStyle>
          <a:p>
            <a:pPr lvl="0"/>
            <a:r>
              <a:rPr lang="en-GB" noProof="0" dirty="0"/>
              <a:t>Edit Master text styles</a:t>
            </a:r>
            <a:endParaRPr lang="en-GB" dirty="0"/>
          </a:p>
          <a:p>
            <a:pPr lvl="1"/>
            <a:r>
              <a:rPr lang="en-GB" noProof="0" dirty="0"/>
              <a:t>Second level</a:t>
            </a:r>
            <a:endParaRPr lang="en-GB" dirty="0"/>
          </a:p>
          <a:p>
            <a:pPr lvl="2"/>
            <a:r>
              <a:rPr lang="en-GB" noProof="0" dirty="0"/>
              <a:t>Third level</a:t>
            </a:r>
            <a:endParaRPr lang="en-GB" dirty="0"/>
          </a:p>
          <a:p>
            <a:pPr lvl="3"/>
            <a:r>
              <a:rPr lang="en-GB" noProof="0" dirty="0"/>
              <a:t>Fourth level</a:t>
            </a:r>
            <a:endParaRPr lang="en-GB" dirty="0"/>
          </a:p>
          <a:p>
            <a:pPr lvl="4"/>
            <a:r>
              <a:rPr lang="en-GB" noProof="0" dirty="0"/>
              <a:t>Fifth level</a:t>
            </a:r>
          </a:p>
        </p:txBody>
      </p:sp>
      <p:sp>
        <p:nvSpPr>
          <p:cNvPr id="15" name="Content Placeholder 3"/>
          <p:cNvSpPr>
            <a:spLocks noGrp="1"/>
          </p:cNvSpPr>
          <p:nvPr>
            <p:ph sz="quarter" idx="20"/>
          </p:nvPr>
        </p:nvSpPr>
        <p:spPr>
          <a:xfrm>
            <a:off x="6394100" y="1656000"/>
            <a:ext cx="5328000" cy="4631795"/>
          </a:xfrm>
          <a:prstGeom prst="rect">
            <a:avLst/>
          </a:prstGeom>
        </p:spPr>
        <p:txBody>
          <a:bodyPr/>
          <a:lstStyle>
            <a:lvl1pPr>
              <a:spcAft>
                <a:spcPts val="500"/>
              </a:spcAft>
              <a:tabLst>
                <a:tab pos="6705432" algn="r"/>
              </a:tabLst>
              <a:defRPr sz="1100"/>
            </a:lvl1pPr>
            <a:lvl2pPr>
              <a:spcAft>
                <a:spcPts val="500"/>
              </a:spcAft>
              <a:tabLst>
                <a:tab pos="6705432" algn="r"/>
              </a:tabLst>
              <a:defRPr sz="1100"/>
            </a:lvl2pPr>
            <a:lvl3pPr>
              <a:spcAft>
                <a:spcPts val="500"/>
              </a:spcAft>
              <a:tabLst>
                <a:tab pos="6705432" algn="r"/>
              </a:tabLst>
              <a:defRPr sz="1100"/>
            </a:lvl3pPr>
            <a:lvl4pPr>
              <a:spcAft>
                <a:spcPts val="500"/>
              </a:spcAft>
              <a:tabLst>
                <a:tab pos="6705432" algn="r"/>
              </a:tabLst>
              <a:defRPr sz="1100"/>
            </a:lvl4pPr>
            <a:lvl5pPr>
              <a:spcAft>
                <a:spcPts val="500"/>
              </a:spcAft>
              <a:tabLst>
                <a:tab pos="6705432" algn="r"/>
              </a:tabLst>
              <a:defRPr sz="1100" baseline="0"/>
            </a:lvl5pPr>
          </a:lstStyle>
          <a:p>
            <a:pPr lvl="0"/>
            <a:r>
              <a:rPr lang="en-GB" noProof="0" dirty="0"/>
              <a:t>Edit Master text styles</a:t>
            </a:r>
            <a:endParaRPr lang="en-GB" dirty="0"/>
          </a:p>
          <a:p>
            <a:pPr lvl="1"/>
            <a:r>
              <a:rPr lang="en-GB" noProof="0" dirty="0"/>
              <a:t>Second level</a:t>
            </a:r>
            <a:endParaRPr lang="en-GB" dirty="0"/>
          </a:p>
          <a:p>
            <a:pPr lvl="2"/>
            <a:r>
              <a:rPr lang="en-GB" noProof="0" dirty="0"/>
              <a:t>Third level</a:t>
            </a:r>
            <a:endParaRPr lang="en-GB" dirty="0"/>
          </a:p>
          <a:p>
            <a:pPr lvl="3"/>
            <a:r>
              <a:rPr lang="en-GB" noProof="0" dirty="0"/>
              <a:t>Fourth level</a:t>
            </a:r>
            <a:endParaRPr lang="en-GB" dirty="0"/>
          </a:p>
          <a:p>
            <a:pPr lvl="4"/>
            <a:r>
              <a:rPr lang="en-GB" noProof="0" dirty="0"/>
              <a:t>Fifth level</a:t>
            </a:r>
          </a:p>
        </p:txBody>
      </p:sp>
      <p:sp>
        <p:nvSpPr>
          <p:cNvPr id="7"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84289120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239584" y="2125013"/>
            <a:ext cx="5482516" cy="3857777"/>
          </a:xfrm>
        </p:spPr>
        <p:txBody>
          <a:bodyPr>
            <a:noAutofit/>
          </a:bodyPr>
          <a:lstStyle/>
          <a:p>
            <a:r>
              <a:rPr lang="en-GB" noProof="0"/>
              <a:t>Click icon to add chart</a:t>
            </a:r>
            <a:endParaRPr lang="en-GB" noProof="0" dirty="0"/>
          </a:p>
        </p:txBody>
      </p:sp>
      <p:sp>
        <p:nvSpPr>
          <p:cNvPr id="6" name="Text Placeholder 5"/>
          <p:cNvSpPr>
            <a:spLocks noGrp="1"/>
          </p:cNvSpPr>
          <p:nvPr>
            <p:ph type="body" sz="quarter" idx="22"/>
          </p:nvPr>
        </p:nvSpPr>
        <p:spPr>
          <a:xfrm>
            <a:off x="6239585" y="1654028"/>
            <a:ext cx="5482516" cy="420687"/>
          </a:xfrm>
        </p:spPr>
        <p:txBody>
          <a:bodyPr>
            <a:noAutofit/>
          </a:bodyPr>
          <a:lstStyle/>
          <a:p>
            <a:pPr lvl="0"/>
            <a:r>
              <a:rPr lang="en-GB" noProof="0"/>
              <a:t>Edit Master text styles</a:t>
            </a:r>
            <a:endParaRPr lang="en-GB"/>
          </a:p>
        </p:txBody>
      </p:sp>
      <p:sp>
        <p:nvSpPr>
          <p:cNvPr id="9" name="Chart Placeholder 2"/>
          <p:cNvSpPr>
            <a:spLocks noGrp="1"/>
          </p:cNvSpPr>
          <p:nvPr>
            <p:ph type="chart" sz="quarter" idx="24"/>
          </p:nvPr>
        </p:nvSpPr>
        <p:spPr>
          <a:xfrm>
            <a:off x="469900" y="2125013"/>
            <a:ext cx="5482517" cy="3857777"/>
          </a:xfrm>
        </p:spPr>
        <p:txBody>
          <a:bodyPr>
            <a:noAutofit/>
          </a:bodyPr>
          <a:lstStyle/>
          <a:p>
            <a:r>
              <a:rPr lang="en-GB" noProof="0"/>
              <a:t>Click icon to add chart</a:t>
            </a:r>
            <a:endParaRPr lang="en-GB" noProof="0" dirty="0"/>
          </a:p>
        </p:txBody>
      </p:sp>
      <p:sp>
        <p:nvSpPr>
          <p:cNvPr id="12" name="Text Placeholder 5"/>
          <p:cNvSpPr>
            <a:spLocks noGrp="1"/>
          </p:cNvSpPr>
          <p:nvPr>
            <p:ph type="body" sz="quarter" idx="25"/>
          </p:nvPr>
        </p:nvSpPr>
        <p:spPr>
          <a:xfrm>
            <a:off x="469898" y="1665288"/>
            <a:ext cx="5482517" cy="409427"/>
          </a:xfrm>
        </p:spPr>
        <p:txBody>
          <a:bodyPr>
            <a:noAutofit/>
          </a:bodyPr>
          <a:lstStyle/>
          <a:p>
            <a:pPr lvl="0"/>
            <a:r>
              <a:rPr lang="en-GB" noProof="0"/>
              <a:t>Edit Master text styles</a:t>
            </a:r>
            <a:endParaRPr lang="en-GB"/>
          </a:p>
        </p:txBody>
      </p:sp>
      <p:sp>
        <p:nvSpPr>
          <p:cNvPr id="14"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GB" noProof="0"/>
              <a:t>Edit Master text styles</a:t>
            </a:r>
            <a:endParaRPr lang="en-GB"/>
          </a:p>
        </p:txBody>
      </p:sp>
      <p:sp>
        <p:nvSpPr>
          <p:cNvPr id="17"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6"/>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20028567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455116" y="1626099"/>
            <a:ext cx="4266983" cy="4673101"/>
          </a:xfrm>
          <a:prstGeom prst="rect">
            <a:avLst/>
          </a:prstGeom>
        </p:spPr>
        <p:txBody>
          <a:bodyPr>
            <a:noAutofit/>
          </a:bodyPr>
          <a:lstStyle>
            <a:lvl1pPr>
              <a:tabLst>
                <a:tab pos="6705432" algn="r"/>
              </a:tabLst>
              <a:defRPr sz="2400">
                <a:solidFill>
                  <a:schemeClr val="accent3"/>
                </a:solidFill>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Edit Master text styles</a:t>
            </a:r>
            <a:endParaRPr lang="en-GB"/>
          </a:p>
        </p:txBody>
      </p:sp>
      <p:sp>
        <p:nvSpPr>
          <p:cNvPr id="8" name="Content Placeholder 3"/>
          <p:cNvSpPr>
            <a:spLocks noGrp="1"/>
          </p:cNvSpPr>
          <p:nvPr>
            <p:ph sz="quarter" idx="16"/>
          </p:nvPr>
        </p:nvSpPr>
        <p:spPr>
          <a:xfrm>
            <a:off x="469900" y="1665288"/>
            <a:ext cx="6660866" cy="4633913"/>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1"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7"/>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98019857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428195933"/>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2" name="Footer Placeholder 1"/>
          <p:cNvSpPr>
            <a:spLocks noGrp="1"/>
          </p:cNvSpPr>
          <p:nvPr>
            <p:ph type="ftr" sz="quarter" idx="1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242278702"/>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sp>
        <p:nvSpPr>
          <p:cNvPr id="3" name="Picture Placeholder 2"/>
          <p:cNvSpPr>
            <a:spLocks noGrp="1"/>
          </p:cNvSpPr>
          <p:nvPr>
            <p:ph type="pic" sz="quarter" idx="14" hasCustomPrompt="1"/>
          </p:nvPr>
        </p:nvSpPr>
        <p:spPr>
          <a:xfrm>
            <a:off x="9402597" y="4102100"/>
            <a:ext cx="2319503" cy="1725448"/>
          </a:xfrm>
        </p:spPr>
        <p:txBody>
          <a:bodyPr anchor="ctr" anchorCtr="0"/>
          <a:lstStyle>
            <a:lvl1pPr algn="ctr">
              <a:defRPr sz="1200"/>
            </a:lvl1pPr>
          </a:lstStyle>
          <a:p>
            <a:r>
              <a:rPr lang="en-GB" sz="1200" noProof="0" dirty="0"/>
              <a:t>Insert sponsorship mark here</a:t>
            </a:r>
            <a:endParaRPr lang="en-GB" noProof="0" dirty="0"/>
          </a:p>
        </p:txBody>
      </p:sp>
      <p:sp>
        <p:nvSpPr>
          <p:cNvPr id="8" name="Text Placeholder 7"/>
          <p:cNvSpPr>
            <a:spLocks noGrp="1"/>
          </p:cNvSpPr>
          <p:nvPr>
            <p:ph type="body" sz="quarter" idx="15"/>
          </p:nvPr>
        </p:nvSpPr>
        <p:spPr>
          <a:xfrm>
            <a:off x="9402598" y="5935479"/>
            <a:ext cx="2319501" cy="363723"/>
          </a:xfrm>
        </p:spPr>
        <p:txBody>
          <a:bodyPr anchor="b" anchorCtr="0"/>
          <a:lstStyle>
            <a:lvl1pPr>
              <a:lnSpc>
                <a:spcPct val="100000"/>
              </a:lnSpc>
              <a:defRPr sz="1267"/>
            </a:lvl1pPr>
          </a:lstStyle>
          <a:p>
            <a:pPr lvl="0"/>
            <a:r>
              <a:rPr lang="en-GB" noProof="0"/>
              <a:t>Edit Master text styles</a:t>
            </a:r>
            <a:endParaRPr lang="en-GB"/>
          </a:p>
        </p:txBody>
      </p:sp>
      <p:sp>
        <p:nvSpPr>
          <p:cNvPr id="20" name="SD_ART_Logo"/>
          <p:cNvSpPr/>
          <p:nvPr userDrawn="1"/>
        </p:nvSpPr>
        <p:spPr>
          <a:xfrm>
            <a:off x="475438" y="464400"/>
            <a:ext cx="2286000" cy="100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037916276" name="LogoDisclaimerPage"/>
          <p:cNvPicPr>
            <a:picLocks noChangeAspect="1"/>
          </p:cNvPicPr>
          <p:nvPr/>
        </p:nvPicPr>
        <p:blipFill>
          <a:blip r:embed="rId2"/>
          <a:stretch>
            <a:fillRect/>
          </a:stretch>
        </p:blipFill>
        <p:spPr>
          <a:xfrm>
            <a:off x="475200" y="464400"/>
            <a:ext cx="1655999" cy="725867"/>
          </a:xfrm>
          <a:prstGeom prst="rect">
            <a:avLst/>
          </a:prstGeom>
        </p:spPr>
      </p:pic>
      <p:sp>
        <p:nvSpPr>
          <p:cNvPr id="2" name="Footer Placeholder 1"/>
          <p:cNvSpPr>
            <a:spLocks noGrp="1"/>
          </p:cNvSpPr>
          <p:nvPr>
            <p:ph type="ftr" sz="quarter" idx="16"/>
          </p:nvPr>
        </p:nvSpPr>
        <p:spPr>
          <a:xfrm>
            <a:off x="6184900" y="6476999"/>
            <a:ext cx="4536726" cy="244476"/>
          </a:xfrm>
          <a:prstGeom prst="rect">
            <a:avLst/>
          </a:prstGeom>
        </p:spPr>
        <p:txBody>
          <a:bodyPr/>
          <a:lstStyle>
            <a:lvl1pPr>
              <a:defRPr>
                <a:solidFill>
                  <a:schemeClr val="bg1"/>
                </a:solidFill>
              </a:defRPr>
            </a:lvl1pPr>
          </a:lstStyle>
          <a:p>
            <a:endParaRPr lang="en-GB" dirty="0"/>
          </a:p>
        </p:txBody>
      </p:sp>
    </p:spTree>
    <p:extLst>
      <p:ext uri="{BB962C8B-B14F-4D97-AF65-F5344CB8AC3E}">
        <p14:creationId xmlns:p14="http://schemas.microsoft.com/office/powerpoint/2010/main" val="1290310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3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0" y="5760720"/>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2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edit Master text styles</a:t>
            </a:r>
          </a:p>
        </p:txBody>
      </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grpSp>
        <p:nvGrpSpPr>
          <p:cNvPr id="16" name="Group 15">
            <a:extLst>
              <a:ext uri="{FF2B5EF4-FFF2-40B4-BE49-F238E27FC236}">
                <a16:creationId xmlns:a16="http://schemas.microsoft.com/office/drawing/2014/main" id="{3AFA14C8-B9BE-435C-9421-C3D9E64D8071}"/>
              </a:ext>
            </a:extLst>
          </p:cNvPr>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a:extLst>
                <a:ext uri="{FF2B5EF4-FFF2-40B4-BE49-F238E27FC236}">
                  <a16:creationId xmlns:a16="http://schemas.microsoft.com/office/drawing/2014/main" id="{8FB93BC8-92C3-41A7-AB96-E53A6419AA22}"/>
                </a:ext>
              </a:extLst>
            </p:cNvPr>
            <p:cNvSpPr>
              <a:spLocks noChangeArrowheads="1"/>
            </p:cNvSpPr>
            <p:nvPr userDrawn="1"/>
          </p:nvSpPr>
          <p:spPr bwMode="auto">
            <a:xfrm>
              <a:off x="1938338" y="625476"/>
              <a:ext cx="87312" cy="87313"/>
            </a:xfrm>
            <a:prstGeom prst="ellipse">
              <a:avLst/>
            </a:pr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a:extLst>
                <a:ext uri="{FF2B5EF4-FFF2-40B4-BE49-F238E27FC236}">
                  <a16:creationId xmlns:a16="http://schemas.microsoft.com/office/drawing/2014/main" id="{19433C70-012C-438E-B5AE-719B6CE229BA}"/>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a:extLst>
                <a:ext uri="{FF2B5EF4-FFF2-40B4-BE49-F238E27FC236}">
                  <a16:creationId xmlns:a16="http://schemas.microsoft.com/office/drawing/2014/main" id="{1E8BB256-F108-477B-A695-DA284F279553}"/>
                </a:ext>
              </a:extLst>
            </p:cNvPr>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0" name="Freeform 8">
              <a:extLst>
                <a:ext uri="{FF2B5EF4-FFF2-40B4-BE49-F238E27FC236}">
                  <a16:creationId xmlns:a16="http://schemas.microsoft.com/office/drawing/2014/main" id="{D7EEB179-8C38-4E42-B199-B16428963922}"/>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Rectangle 9">
              <a:extLst>
                <a:ext uri="{FF2B5EF4-FFF2-40B4-BE49-F238E27FC236}">
                  <a16:creationId xmlns:a16="http://schemas.microsoft.com/office/drawing/2014/main" id="{905F0AC0-C456-4518-9B60-334791E9407F}"/>
                </a:ext>
              </a:extLst>
            </p:cNvPr>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Rectangle 10">
              <a:extLst>
                <a:ext uri="{FF2B5EF4-FFF2-40B4-BE49-F238E27FC236}">
                  <a16:creationId xmlns:a16="http://schemas.microsoft.com/office/drawing/2014/main" id="{AD1D14A3-08CF-4CFC-8AF6-D5EF21E7FCC2}"/>
                </a:ext>
              </a:extLst>
            </p:cNvPr>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1">
              <a:extLst>
                <a:ext uri="{FF2B5EF4-FFF2-40B4-BE49-F238E27FC236}">
                  <a16:creationId xmlns:a16="http://schemas.microsoft.com/office/drawing/2014/main" id="{C35E9826-AE49-4B76-856E-494DFFC4AD5A}"/>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2">
              <a:extLst>
                <a:ext uri="{FF2B5EF4-FFF2-40B4-BE49-F238E27FC236}">
                  <a16:creationId xmlns:a16="http://schemas.microsoft.com/office/drawing/2014/main" id="{E5455E64-268F-44D0-B43C-A1A37F6363D5}"/>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3">
              <a:extLst>
                <a:ext uri="{FF2B5EF4-FFF2-40B4-BE49-F238E27FC236}">
                  <a16:creationId xmlns:a16="http://schemas.microsoft.com/office/drawing/2014/main" id="{85B00808-60A4-4BFD-8B64-E9101CD04A8F}"/>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8" name="Freeform 14">
              <a:extLst>
                <a:ext uri="{FF2B5EF4-FFF2-40B4-BE49-F238E27FC236}">
                  <a16:creationId xmlns:a16="http://schemas.microsoft.com/office/drawing/2014/main" id="{B4387078-9BD6-4058-B433-2A8783A3C81F}"/>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16911681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408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Ref idx="1001">
        <a:schemeClr val="bg1"/>
      </p:bgRef>
    </p:bg>
    <p:spTree>
      <p:nvGrpSpPr>
        <p:cNvPr id="1" name=""/>
        <p:cNvGrpSpPr/>
        <p:nvPr/>
      </p:nvGrpSpPr>
      <p:grpSpPr>
        <a:xfrm>
          <a:off x="0" y="0"/>
          <a:ext cx="0" cy="0"/>
          <a:chOff x="0" y="0"/>
          <a:chExt cx="0" cy="0"/>
        </a:xfrm>
      </p:grpSpPr>
      <p:pic>
        <p:nvPicPr>
          <p:cNvPr id="20" name="Background Picture 3"/>
          <p:cNvPicPr>
            <a:picLocks/>
          </p:cNvPicPr>
          <p:nvPr userDrawn="1"/>
        </p:nvPicPr>
        <p:blipFill>
          <a:blip r:embed="rId2">
            <a:extLst>
              <a:ext uri="{28A0092B-C50C-407E-A947-70E740481C1C}">
                <a14:useLocalDpi xmlns:a14="http://schemas.microsoft.com/office/drawing/2010/main" val="0"/>
              </a:ext>
            </a:extLst>
          </a:blip>
          <a:stretch>
            <a:fillRect/>
          </a:stretch>
        </p:blipFill>
        <p:spPr>
          <a:xfrm>
            <a:off x="0" y="0"/>
            <a:ext cx="12189600" cy="6858000"/>
          </a:xfrm>
          <a:prstGeom prst="rect">
            <a:avLst/>
          </a:prstGeom>
        </p:spPr>
      </p:pic>
      <p:sp>
        <p:nvSpPr>
          <p:cNvPr id="33" name="Picture Placeholder 8"/>
          <p:cNvSpPr>
            <a:spLocks noGrp="1"/>
          </p:cNvSpPr>
          <p:nvPr>
            <p:ph type="pic" sz="quarter" idx="11"/>
          </p:nvPr>
        </p:nvSpPr>
        <p:spPr>
          <a:xfrm>
            <a:off x="3393716" y="727595"/>
            <a:ext cx="5400000" cy="5400000"/>
          </a:xfrm>
          <a:prstGeom prst="rect">
            <a:avLst/>
          </a:prstGeom>
        </p:spPr>
        <p:txBody>
          <a:bodyPr/>
          <a:lstStyle>
            <a:lvl1pPr>
              <a:defRPr>
                <a:solidFill>
                  <a:schemeClr val="tx1"/>
                </a:solidFill>
              </a:defRPr>
            </a:lvl1pPr>
          </a:lstStyle>
          <a:p>
            <a:r>
              <a:rPr lang="en-GB" noProof="0"/>
              <a:t>Click icon to add picture</a:t>
            </a:r>
            <a:endParaRPr lang="en-GB" noProof="0" dirty="0"/>
          </a:p>
        </p:txBody>
      </p:sp>
      <p:sp>
        <p:nvSpPr>
          <p:cNvPr id="2" name="Title"/>
          <p:cNvSpPr>
            <a:spLocks noGrp="1"/>
          </p:cNvSpPr>
          <p:nvPr>
            <p:ph type="ctrTitle" hasCustomPrompt="1"/>
          </p:nvPr>
        </p:nvSpPr>
        <p:spPr bwMode="gray">
          <a:xfrm>
            <a:off x="475200" y="5480578"/>
            <a:ext cx="5620800" cy="324000"/>
          </a:xfrm>
        </p:spPr>
        <p:txBody>
          <a:bodyPr anchor="b" anchorCtr="0">
            <a:noAutofit/>
          </a:bodyPr>
          <a:lstStyle>
            <a:lvl1pPr algn="l">
              <a:lnSpc>
                <a:spcPct val="100000"/>
              </a:lnSpc>
              <a:defRPr sz="1800" b="1">
                <a:solidFill>
                  <a:schemeClr val="tx1"/>
                </a:solidFill>
                <a:latin typeface="+mj-lt"/>
                <a:ea typeface="Open Sans" panose="020B0606030504020204" pitchFamily="34" charset="0"/>
                <a:cs typeface="Open Sans" panose="020B0606030504020204" pitchFamily="34" charset="0"/>
              </a:defRPr>
            </a:lvl1pPr>
          </a:lstStyle>
          <a:p>
            <a:r>
              <a:rPr lang="en-GB" dirty="0"/>
              <a:t>Presentation  title runs here</a:t>
            </a:r>
            <a:endParaRPr lang="en-GB" noProof="0" dirty="0"/>
          </a:p>
        </p:txBody>
      </p:sp>
      <p:sp>
        <p:nvSpPr>
          <p:cNvPr id="3" name="Subtitle"/>
          <p:cNvSpPr>
            <a:spLocks noGrp="1"/>
          </p:cNvSpPr>
          <p:nvPr>
            <p:ph type="subTitle" idx="1" hasCustomPrompt="1"/>
          </p:nvPr>
        </p:nvSpPr>
        <p:spPr bwMode="gray">
          <a:xfrm>
            <a:off x="475200" y="5845180"/>
            <a:ext cx="5620800" cy="505645"/>
          </a:xfrm>
          <a:prstGeom prst="rect">
            <a:avLst/>
          </a:prstGeom>
        </p:spPr>
        <p:txBody>
          <a:bodyPr lIns="0" tIns="0" rIns="0" bIns="0">
            <a:noAutofit/>
          </a:bodyPr>
          <a:lstStyle>
            <a:lvl1pPr marL="0" indent="0" algn="l">
              <a:lnSpc>
                <a:spcPct val="100000"/>
              </a:lnSpc>
              <a:spcAft>
                <a:spcPts val="0"/>
              </a:spcAft>
              <a:buNone/>
              <a:defRPr sz="1600">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pPr lvl="0"/>
            <a:r>
              <a:rPr lang="en-GB" dirty="0"/>
              <a:t>Subtitle here two lines max</a:t>
            </a:r>
            <a:endParaRPr lang="en-GB"/>
          </a:p>
        </p:txBody>
      </p:sp>
      <p:sp>
        <p:nvSpPr>
          <p:cNvPr id="18" name="SD_ART_Logo_White"/>
          <p:cNvSpPr/>
          <p:nvPr userDrawn="1"/>
        </p:nvSpPr>
        <p:spPr>
          <a:xfrm>
            <a:off x="475438" y="464400"/>
            <a:ext cx="2286000" cy="100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78483047" name="LogoFrontSlide"/>
          <p:cNvPicPr>
            <a:picLocks noChangeAspect="1"/>
          </p:cNvPicPr>
          <p:nvPr/>
        </p:nvPicPr>
        <p:blipFill>
          <a:blip r:embed="rId3"/>
          <a:stretch>
            <a:fillRect/>
          </a:stretch>
        </p:blipFill>
        <p:spPr>
          <a:xfrm>
            <a:off x="413999" y="503999"/>
            <a:ext cx="1655999" cy="725867"/>
          </a:xfrm>
          <a:prstGeom prst="rect">
            <a:avLst/>
          </a:prstGeom>
        </p:spPr>
      </p:pic>
      <p:sp>
        <p:nvSpPr>
          <p:cNvPr id="4" name="Footer Placeholder 3" hidden="1"/>
          <p:cNvSpPr>
            <a:spLocks noGrp="1"/>
          </p:cNvSpPr>
          <p:nvPr>
            <p:ph type="ftr" sz="quarter" idx="12"/>
          </p:nvPr>
        </p:nvSpPr>
        <p:spPr>
          <a:xfrm>
            <a:off x="6184900" y="6476999"/>
            <a:ext cx="4536726" cy="244476"/>
          </a:xfrm>
          <a:prstGeom prst="rect">
            <a:avLst/>
          </a:prstGeom>
        </p:spPr>
        <p:txBody>
          <a:bodyPr/>
          <a:lstStyle>
            <a:lvl1pPr>
              <a:defRPr>
                <a:solidFill>
                  <a:schemeClr val="bg1"/>
                </a:solidFill>
              </a:defRPr>
            </a:lvl1pPr>
          </a:lstStyle>
          <a:p>
            <a:endParaRPr lang="en-GB" dirty="0"/>
          </a:p>
        </p:txBody>
      </p:sp>
    </p:spTree>
    <p:extLst>
      <p:ext uri="{BB962C8B-B14F-4D97-AF65-F5344CB8AC3E}">
        <p14:creationId xmlns:p14="http://schemas.microsoft.com/office/powerpoint/2010/main" val="138744426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Ref idx="1001">
        <a:schemeClr val="bg1"/>
      </p:bgRef>
    </p:bg>
    <p:spTree>
      <p:nvGrpSpPr>
        <p:cNvPr id="1" name=""/>
        <p:cNvGrpSpPr/>
        <p:nvPr/>
      </p:nvGrpSpPr>
      <p:grpSpPr>
        <a:xfrm>
          <a:off x="0" y="0"/>
          <a:ext cx="0" cy="0"/>
          <a:chOff x="0" y="0"/>
          <a:chExt cx="0" cy="0"/>
        </a:xfrm>
      </p:grpSpPr>
      <p:sp>
        <p:nvSpPr>
          <p:cNvPr id="7" name="Colored background"/>
          <p:cNvSpPr/>
          <p:nvPr userDrawn="1"/>
        </p:nvSpPr>
        <p:spPr bwMode="gray">
          <a:xfrm>
            <a:off x="0" y="0"/>
            <a:ext cx="12189600" cy="6858000"/>
          </a:xfrm>
          <a:prstGeom prst="rect">
            <a:avLst/>
          </a:prstGeom>
          <a:solidFill>
            <a:srgbClr val="0000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endParaRPr lang="en-GB"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noProof="0"/>
              <a:t>Edit Master text styles</a:t>
            </a:r>
            <a:endParaRPr lang="en-GB"/>
          </a:p>
        </p:txBody>
      </p:sp>
      <p:sp>
        <p:nvSpPr>
          <p:cNvPr id="22" name="TextBox 21"/>
          <p:cNvSpPr txBox="1"/>
          <p:nvPr userDrawn="1"/>
        </p:nvSpPr>
        <p:spPr>
          <a:xfrm>
            <a:off x="11414125" y="665988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2" name="Footer Placeholder 1"/>
          <p:cNvSpPr>
            <a:spLocks noGrp="1"/>
          </p:cNvSpPr>
          <p:nvPr>
            <p:ph type="ftr" sz="quarter" idx="10"/>
          </p:nvPr>
        </p:nvSpPr>
        <p:spPr>
          <a:xfrm>
            <a:off x="6184900" y="6476999"/>
            <a:ext cx="4536726" cy="244476"/>
          </a:xfrm>
          <a:prstGeom prst="rect">
            <a:avLst/>
          </a:prstGeom>
        </p:spPr>
        <p:txBody>
          <a:bodyPr/>
          <a:lstStyle/>
          <a:p>
            <a:endParaRPr lang="en-GB" dirty="0"/>
          </a:p>
        </p:txBody>
      </p:sp>
      <p:sp>
        <p:nvSpPr>
          <p:cNvPr id="8" name="TextBox 7"/>
          <p:cNvSpPr txBox="1"/>
          <p:nvPr userDrawn="1"/>
        </p:nvSpPr>
        <p:spPr>
          <a:xfrm>
            <a:off x="501649" y="6654807"/>
            <a:ext cx="5355168" cy="201260"/>
          </a:xfrm>
          <a:prstGeom prst="rect">
            <a:avLst/>
          </a:prstGeom>
          <a:noFill/>
        </p:spPr>
        <p:txBody>
          <a:bodyPr wrap="square" lIns="0" tIns="0" rIns="0" bIns="0" rtlCol="0">
            <a:noAutofit/>
          </a:bodyPr>
          <a:lstStyle/>
          <a:p>
            <a:pPr marL="0" indent="0">
              <a:spcBef>
                <a:spcPts val="717"/>
              </a:spcBef>
              <a:buSzPct val="100000"/>
              <a:buFont typeface="Arial"/>
              <a:buNone/>
            </a:pPr>
            <a:r>
              <a:rPr lang="fr-FR" sz="650" noProof="0" dirty="0">
                <a:solidFill>
                  <a:schemeClr val="tx1"/>
                </a:solidFill>
              </a:rPr>
              <a:t>© 2020 Deloitte Touche Tohmatsu India LLP</a:t>
            </a:r>
          </a:p>
        </p:txBody>
      </p:sp>
    </p:spTree>
    <p:extLst>
      <p:ext uri="{BB962C8B-B14F-4D97-AF65-F5344CB8AC3E}">
        <p14:creationId xmlns:p14="http://schemas.microsoft.com/office/powerpoint/2010/main" val="180155944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14" name="Text Placeholder 18"/>
          <p:cNvSpPr>
            <a:spLocks noGrp="1"/>
          </p:cNvSpPr>
          <p:nvPr>
            <p:ph idx="1"/>
          </p:nvPr>
        </p:nvSpPr>
        <p:spPr>
          <a:xfrm>
            <a:off x="469900" y="1665290"/>
            <a:ext cx="11252200" cy="4633911"/>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2369512063"/>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8" name="Text Placeholder 18"/>
          <p:cNvSpPr>
            <a:spLocks noGrp="1"/>
          </p:cNvSpPr>
          <p:nvPr>
            <p:ph idx="1"/>
          </p:nvPr>
        </p:nvSpPr>
        <p:spPr>
          <a:xfrm>
            <a:off x="469900" y="1665818"/>
            <a:ext cx="11252200" cy="4633383"/>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918237756"/>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8" name="Text Placeholder 18"/>
          <p:cNvSpPr>
            <a:spLocks noGrp="1"/>
          </p:cNvSpPr>
          <p:nvPr>
            <p:ph idx="1"/>
          </p:nvPr>
        </p:nvSpPr>
        <p:spPr>
          <a:xfrm>
            <a:off x="469900" y="1676402"/>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2050245565"/>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8"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8" name="Text Placeholder 8"/>
          <p:cNvSpPr>
            <a:spLocks noGrp="1"/>
          </p:cNvSpPr>
          <p:nvPr>
            <p:ph type="body" sz="quarter" idx="18"/>
          </p:nvPr>
        </p:nvSpPr>
        <p:spPr>
          <a:xfrm>
            <a:off x="468000" y="1684868"/>
            <a:ext cx="11252200" cy="357187"/>
          </a:xfrm>
        </p:spPr>
        <p:txBody>
          <a:bodyPr/>
          <a:lstStyle/>
          <a:p>
            <a:pPr lvl="0"/>
            <a:r>
              <a:rPr lang="en-GB" noProof="0"/>
              <a:t>Edit Master text styles</a:t>
            </a:r>
            <a:endParaRPr lang="en-GB"/>
          </a:p>
        </p:txBody>
      </p:sp>
      <p:sp>
        <p:nvSpPr>
          <p:cNvPr id="19"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GB" noProof="0"/>
              <a:t>Edit Master text styles</a:t>
            </a:r>
            <a:endParaRPr lang="en-GB"/>
          </a:p>
        </p:txBody>
      </p:sp>
      <p:sp>
        <p:nvSpPr>
          <p:cNvPr id="17" name="Chart Placeholder 3"/>
          <p:cNvSpPr>
            <a:spLocks noGrp="1"/>
          </p:cNvSpPr>
          <p:nvPr>
            <p:ph type="chart" sz="quarter" idx="15"/>
          </p:nvPr>
        </p:nvSpPr>
        <p:spPr>
          <a:xfrm>
            <a:off x="468000" y="2036656"/>
            <a:ext cx="11252200" cy="3946134"/>
          </a:xfrm>
          <a:prstGeom prst="rect">
            <a:avLst/>
          </a:prstGeom>
        </p:spPr>
        <p:txBody>
          <a:bodyPr/>
          <a:lstStyle/>
          <a:p>
            <a:r>
              <a:rPr lang="en-GB" noProof="0"/>
              <a:t>Click icon to add chart</a:t>
            </a:r>
            <a:endParaRPr lang="en-GB" noProof="0" dirty="0"/>
          </a:p>
        </p:txBody>
      </p:sp>
      <p:sp>
        <p:nvSpPr>
          <p:cNvPr id="2" name="Footer Placeholder 1"/>
          <p:cNvSpPr>
            <a:spLocks noGrp="1"/>
          </p:cNvSpPr>
          <p:nvPr>
            <p:ph type="ftr" sz="quarter" idx="2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2408256385"/>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468000" y="1665288"/>
            <a:ext cx="5328000" cy="4622507"/>
          </a:xfrm>
          <a:prstGeom prst="rect">
            <a:avLst/>
          </a:prstGeom>
        </p:spPr>
        <p:txBody>
          <a:bodyPr/>
          <a:lstStyle>
            <a:lvl1pPr>
              <a:spcAft>
                <a:spcPts val="500"/>
              </a:spcAft>
              <a:tabLst>
                <a:tab pos="6705432" algn="r"/>
              </a:tabLst>
              <a:defRPr sz="1100"/>
            </a:lvl1pPr>
            <a:lvl2pPr>
              <a:spcAft>
                <a:spcPts val="500"/>
              </a:spcAft>
              <a:tabLst>
                <a:tab pos="6705432" algn="r"/>
              </a:tabLst>
              <a:defRPr sz="1100"/>
            </a:lvl2pPr>
            <a:lvl3pPr>
              <a:spcAft>
                <a:spcPts val="500"/>
              </a:spcAft>
              <a:tabLst>
                <a:tab pos="6705432" algn="r"/>
              </a:tabLst>
              <a:defRPr sz="1100"/>
            </a:lvl3pPr>
            <a:lvl4pPr>
              <a:spcAft>
                <a:spcPts val="500"/>
              </a:spcAft>
              <a:tabLst>
                <a:tab pos="6705432" algn="r"/>
              </a:tabLst>
              <a:defRPr sz="1100"/>
            </a:lvl4pPr>
            <a:lvl5pPr>
              <a:spcAft>
                <a:spcPts val="500"/>
              </a:spcAft>
              <a:tabLst>
                <a:tab pos="6705432" algn="r"/>
              </a:tabLst>
              <a:defRPr sz="1100" baseline="0"/>
            </a:lvl5pPr>
          </a:lstStyle>
          <a:p>
            <a:pPr lvl="0"/>
            <a:r>
              <a:rPr lang="en-GB" noProof="0" dirty="0"/>
              <a:t>Edit Master text styles</a:t>
            </a:r>
            <a:endParaRPr lang="en-GB" dirty="0"/>
          </a:p>
          <a:p>
            <a:pPr lvl="1"/>
            <a:r>
              <a:rPr lang="en-GB" noProof="0" dirty="0"/>
              <a:t>Second level</a:t>
            </a:r>
            <a:endParaRPr lang="en-GB" dirty="0"/>
          </a:p>
          <a:p>
            <a:pPr lvl="2"/>
            <a:r>
              <a:rPr lang="en-GB" noProof="0" dirty="0"/>
              <a:t>Third level</a:t>
            </a:r>
            <a:endParaRPr lang="en-GB" dirty="0"/>
          </a:p>
          <a:p>
            <a:pPr lvl="3"/>
            <a:r>
              <a:rPr lang="en-GB" noProof="0" dirty="0"/>
              <a:t>Fourth level</a:t>
            </a:r>
            <a:endParaRPr lang="en-GB" dirty="0"/>
          </a:p>
          <a:p>
            <a:pPr lvl="4"/>
            <a:r>
              <a:rPr lang="en-GB" noProof="0" dirty="0"/>
              <a:t>Fifth level</a:t>
            </a:r>
          </a:p>
        </p:txBody>
      </p:sp>
      <p:sp>
        <p:nvSpPr>
          <p:cNvPr id="15" name="Content Placeholder 3"/>
          <p:cNvSpPr>
            <a:spLocks noGrp="1"/>
          </p:cNvSpPr>
          <p:nvPr>
            <p:ph sz="quarter" idx="20"/>
          </p:nvPr>
        </p:nvSpPr>
        <p:spPr>
          <a:xfrm>
            <a:off x="6394100" y="1656000"/>
            <a:ext cx="5328000" cy="4631795"/>
          </a:xfrm>
          <a:prstGeom prst="rect">
            <a:avLst/>
          </a:prstGeom>
        </p:spPr>
        <p:txBody>
          <a:bodyPr/>
          <a:lstStyle>
            <a:lvl1pPr>
              <a:spcAft>
                <a:spcPts val="500"/>
              </a:spcAft>
              <a:tabLst>
                <a:tab pos="6705432" algn="r"/>
              </a:tabLst>
              <a:defRPr sz="1100"/>
            </a:lvl1pPr>
            <a:lvl2pPr>
              <a:spcAft>
                <a:spcPts val="500"/>
              </a:spcAft>
              <a:tabLst>
                <a:tab pos="6705432" algn="r"/>
              </a:tabLst>
              <a:defRPr sz="1100"/>
            </a:lvl2pPr>
            <a:lvl3pPr>
              <a:spcAft>
                <a:spcPts val="500"/>
              </a:spcAft>
              <a:tabLst>
                <a:tab pos="6705432" algn="r"/>
              </a:tabLst>
              <a:defRPr sz="1100"/>
            </a:lvl3pPr>
            <a:lvl4pPr>
              <a:spcAft>
                <a:spcPts val="500"/>
              </a:spcAft>
              <a:tabLst>
                <a:tab pos="6705432" algn="r"/>
              </a:tabLst>
              <a:defRPr sz="1100"/>
            </a:lvl4pPr>
            <a:lvl5pPr>
              <a:spcAft>
                <a:spcPts val="500"/>
              </a:spcAft>
              <a:tabLst>
                <a:tab pos="6705432" algn="r"/>
              </a:tabLst>
              <a:defRPr sz="1100" baseline="0"/>
            </a:lvl5pPr>
          </a:lstStyle>
          <a:p>
            <a:pPr lvl="0"/>
            <a:r>
              <a:rPr lang="en-GB" noProof="0" dirty="0"/>
              <a:t>Edit Master text styles</a:t>
            </a:r>
            <a:endParaRPr lang="en-GB" dirty="0"/>
          </a:p>
          <a:p>
            <a:pPr lvl="1"/>
            <a:r>
              <a:rPr lang="en-GB" noProof="0" dirty="0"/>
              <a:t>Second level</a:t>
            </a:r>
            <a:endParaRPr lang="en-GB" dirty="0"/>
          </a:p>
          <a:p>
            <a:pPr lvl="2"/>
            <a:r>
              <a:rPr lang="en-GB" noProof="0" dirty="0"/>
              <a:t>Third level</a:t>
            </a:r>
            <a:endParaRPr lang="en-GB" dirty="0"/>
          </a:p>
          <a:p>
            <a:pPr lvl="3"/>
            <a:r>
              <a:rPr lang="en-GB" noProof="0" dirty="0"/>
              <a:t>Fourth level</a:t>
            </a:r>
            <a:endParaRPr lang="en-GB" dirty="0"/>
          </a:p>
          <a:p>
            <a:pPr lvl="4"/>
            <a:r>
              <a:rPr lang="en-GB" noProof="0" dirty="0"/>
              <a:t>Fifth level</a:t>
            </a:r>
          </a:p>
        </p:txBody>
      </p:sp>
      <p:sp>
        <p:nvSpPr>
          <p:cNvPr id="7"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4137121043"/>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239584" y="2125013"/>
            <a:ext cx="5482516" cy="3857777"/>
          </a:xfrm>
        </p:spPr>
        <p:txBody>
          <a:bodyPr>
            <a:noAutofit/>
          </a:bodyPr>
          <a:lstStyle/>
          <a:p>
            <a:r>
              <a:rPr lang="en-GB" noProof="0"/>
              <a:t>Click icon to add chart</a:t>
            </a:r>
            <a:endParaRPr lang="en-GB" noProof="0" dirty="0"/>
          </a:p>
        </p:txBody>
      </p:sp>
      <p:sp>
        <p:nvSpPr>
          <p:cNvPr id="6" name="Text Placeholder 5"/>
          <p:cNvSpPr>
            <a:spLocks noGrp="1"/>
          </p:cNvSpPr>
          <p:nvPr>
            <p:ph type="body" sz="quarter" idx="22"/>
          </p:nvPr>
        </p:nvSpPr>
        <p:spPr>
          <a:xfrm>
            <a:off x="6239585" y="1654028"/>
            <a:ext cx="5482516" cy="420687"/>
          </a:xfrm>
        </p:spPr>
        <p:txBody>
          <a:bodyPr>
            <a:noAutofit/>
          </a:bodyPr>
          <a:lstStyle/>
          <a:p>
            <a:pPr lvl="0"/>
            <a:r>
              <a:rPr lang="en-GB" noProof="0"/>
              <a:t>Edit Master text styles</a:t>
            </a:r>
            <a:endParaRPr lang="en-GB"/>
          </a:p>
        </p:txBody>
      </p:sp>
      <p:sp>
        <p:nvSpPr>
          <p:cNvPr id="9" name="Chart Placeholder 2"/>
          <p:cNvSpPr>
            <a:spLocks noGrp="1"/>
          </p:cNvSpPr>
          <p:nvPr>
            <p:ph type="chart" sz="quarter" idx="24"/>
          </p:nvPr>
        </p:nvSpPr>
        <p:spPr>
          <a:xfrm>
            <a:off x="469900" y="2125013"/>
            <a:ext cx="5482517" cy="3857777"/>
          </a:xfrm>
        </p:spPr>
        <p:txBody>
          <a:bodyPr>
            <a:noAutofit/>
          </a:bodyPr>
          <a:lstStyle/>
          <a:p>
            <a:r>
              <a:rPr lang="en-GB" noProof="0"/>
              <a:t>Click icon to add chart</a:t>
            </a:r>
            <a:endParaRPr lang="en-GB" noProof="0" dirty="0"/>
          </a:p>
        </p:txBody>
      </p:sp>
      <p:sp>
        <p:nvSpPr>
          <p:cNvPr id="12" name="Text Placeholder 5"/>
          <p:cNvSpPr>
            <a:spLocks noGrp="1"/>
          </p:cNvSpPr>
          <p:nvPr>
            <p:ph type="body" sz="quarter" idx="25"/>
          </p:nvPr>
        </p:nvSpPr>
        <p:spPr>
          <a:xfrm>
            <a:off x="469898" y="1665288"/>
            <a:ext cx="5482517" cy="409427"/>
          </a:xfrm>
        </p:spPr>
        <p:txBody>
          <a:bodyPr>
            <a:noAutofit/>
          </a:bodyPr>
          <a:lstStyle/>
          <a:p>
            <a:pPr lvl="0"/>
            <a:r>
              <a:rPr lang="en-GB" noProof="0"/>
              <a:t>Edit Master text styles</a:t>
            </a:r>
            <a:endParaRPr lang="en-GB"/>
          </a:p>
        </p:txBody>
      </p:sp>
      <p:sp>
        <p:nvSpPr>
          <p:cNvPr id="14"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GB" noProof="0"/>
              <a:t>Edit Master text styles</a:t>
            </a:r>
            <a:endParaRPr lang="en-GB"/>
          </a:p>
        </p:txBody>
      </p:sp>
      <p:sp>
        <p:nvSpPr>
          <p:cNvPr id="17"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6"/>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2046038811"/>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455116" y="1626099"/>
            <a:ext cx="4266983" cy="4673101"/>
          </a:xfrm>
          <a:prstGeom prst="rect">
            <a:avLst/>
          </a:prstGeom>
        </p:spPr>
        <p:txBody>
          <a:bodyPr>
            <a:noAutofit/>
          </a:bodyPr>
          <a:lstStyle>
            <a:lvl1pPr>
              <a:tabLst>
                <a:tab pos="6705432" algn="r"/>
              </a:tabLst>
              <a:defRPr sz="2400">
                <a:solidFill>
                  <a:schemeClr val="accent3"/>
                </a:solidFill>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Edit Master text styles</a:t>
            </a:r>
            <a:endParaRPr lang="en-GB"/>
          </a:p>
        </p:txBody>
      </p:sp>
      <p:sp>
        <p:nvSpPr>
          <p:cNvPr id="8" name="Content Placeholder 3"/>
          <p:cNvSpPr>
            <a:spLocks noGrp="1"/>
          </p:cNvSpPr>
          <p:nvPr>
            <p:ph sz="quarter" idx="16"/>
          </p:nvPr>
        </p:nvSpPr>
        <p:spPr>
          <a:xfrm>
            <a:off x="469900" y="1665288"/>
            <a:ext cx="6660866" cy="4633913"/>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1"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7"/>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224318952"/>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516082559"/>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2" name="Footer Placeholder 1"/>
          <p:cNvSpPr>
            <a:spLocks noGrp="1"/>
          </p:cNvSpPr>
          <p:nvPr>
            <p:ph type="ftr" sz="quarter" idx="1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267762509"/>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sp>
        <p:nvSpPr>
          <p:cNvPr id="3" name="Picture Placeholder 2"/>
          <p:cNvSpPr>
            <a:spLocks noGrp="1"/>
          </p:cNvSpPr>
          <p:nvPr>
            <p:ph type="pic" sz="quarter" idx="14" hasCustomPrompt="1"/>
          </p:nvPr>
        </p:nvSpPr>
        <p:spPr>
          <a:xfrm>
            <a:off x="9402597" y="4102100"/>
            <a:ext cx="2319503" cy="1725448"/>
          </a:xfrm>
        </p:spPr>
        <p:txBody>
          <a:bodyPr anchor="ctr" anchorCtr="0"/>
          <a:lstStyle>
            <a:lvl1pPr algn="ctr">
              <a:defRPr sz="1200"/>
            </a:lvl1pPr>
          </a:lstStyle>
          <a:p>
            <a:r>
              <a:rPr lang="en-GB" sz="1200" noProof="0" dirty="0"/>
              <a:t>Insert sponsorship mark here</a:t>
            </a:r>
            <a:endParaRPr lang="en-GB" noProof="0" dirty="0"/>
          </a:p>
        </p:txBody>
      </p:sp>
      <p:sp>
        <p:nvSpPr>
          <p:cNvPr id="8" name="Text Placeholder 7"/>
          <p:cNvSpPr>
            <a:spLocks noGrp="1"/>
          </p:cNvSpPr>
          <p:nvPr>
            <p:ph type="body" sz="quarter" idx="15"/>
          </p:nvPr>
        </p:nvSpPr>
        <p:spPr>
          <a:xfrm>
            <a:off x="9402598" y="5935479"/>
            <a:ext cx="2319501" cy="363723"/>
          </a:xfrm>
        </p:spPr>
        <p:txBody>
          <a:bodyPr anchor="b" anchorCtr="0"/>
          <a:lstStyle>
            <a:lvl1pPr>
              <a:lnSpc>
                <a:spcPct val="100000"/>
              </a:lnSpc>
              <a:defRPr sz="1267"/>
            </a:lvl1pPr>
          </a:lstStyle>
          <a:p>
            <a:pPr lvl="0"/>
            <a:r>
              <a:rPr lang="en-GB" noProof="0"/>
              <a:t>Edit Master text styles</a:t>
            </a:r>
            <a:endParaRPr lang="en-GB"/>
          </a:p>
        </p:txBody>
      </p:sp>
      <p:sp>
        <p:nvSpPr>
          <p:cNvPr id="20" name="SD_ART_Logo"/>
          <p:cNvSpPr/>
          <p:nvPr userDrawn="1"/>
        </p:nvSpPr>
        <p:spPr>
          <a:xfrm>
            <a:off x="475438" y="464400"/>
            <a:ext cx="2286000" cy="100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037916276" name="LogoDisclaimerPage"/>
          <p:cNvPicPr>
            <a:picLocks noChangeAspect="1"/>
          </p:cNvPicPr>
          <p:nvPr/>
        </p:nvPicPr>
        <p:blipFill>
          <a:blip r:embed="rId2"/>
          <a:stretch>
            <a:fillRect/>
          </a:stretch>
        </p:blipFill>
        <p:spPr>
          <a:xfrm>
            <a:off x="475200" y="464400"/>
            <a:ext cx="1655999" cy="725867"/>
          </a:xfrm>
          <a:prstGeom prst="rect">
            <a:avLst/>
          </a:prstGeom>
        </p:spPr>
      </p:pic>
      <p:sp>
        <p:nvSpPr>
          <p:cNvPr id="2" name="Footer Placeholder 1"/>
          <p:cNvSpPr>
            <a:spLocks noGrp="1"/>
          </p:cNvSpPr>
          <p:nvPr>
            <p:ph type="ftr" sz="quarter" idx="16"/>
          </p:nvPr>
        </p:nvSpPr>
        <p:spPr>
          <a:xfrm>
            <a:off x="6184900" y="6476999"/>
            <a:ext cx="4536726" cy="244476"/>
          </a:xfrm>
          <a:prstGeom prst="rect">
            <a:avLst/>
          </a:prstGeom>
        </p:spPr>
        <p:txBody>
          <a:bodyPr/>
          <a:lstStyle>
            <a:lvl1pPr>
              <a:defRPr>
                <a:solidFill>
                  <a:schemeClr val="bg1"/>
                </a:solidFill>
              </a:defRPr>
            </a:lvl1pPr>
          </a:lstStyle>
          <a:p>
            <a:endParaRPr lang="en-GB" dirty="0"/>
          </a:p>
        </p:txBody>
      </p:sp>
    </p:spTree>
    <p:extLst>
      <p:ext uri="{BB962C8B-B14F-4D97-AF65-F5344CB8AC3E}">
        <p14:creationId xmlns:p14="http://schemas.microsoft.com/office/powerpoint/2010/main" val="15037031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userDrawn="1">
  <p:cSld name="2_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304800" y="266699"/>
            <a:ext cx="11560810" cy="334017"/>
          </a:xfrm>
          <a:prstGeom prst="rect">
            <a:avLst/>
          </a:prstGeom>
        </p:spPr>
        <p:txBody>
          <a:bodyPr vert="horz" lIns="0" tIns="0" rIns="0" bIns="0" rtlCol="0" anchor="t" anchorCtr="0">
            <a:noAutofit/>
          </a:bodyPr>
          <a:lstStyle>
            <a:lvl1pPr>
              <a:defRPr sz="180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noProof="0" dirty="0"/>
              <a:t>Click to edit Master title style</a:t>
            </a:r>
          </a:p>
        </p:txBody>
      </p:sp>
      <p:sp>
        <p:nvSpPr>
          <p:cNvPr id="17" name="TextBox 16"/>
          <p:cNvSpPr txBox="1"/>
          <p:nvPr userDrawn="1"/>
        </p:nvSpPr>
        <p:spPr>
          <a:xfrm>
            <a:off x="304800" y="6577027"/>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tx1"/>
                </a:solidFill>
              </a:rPr>
              <a:t>©2018 Deloitte </a:t>
            </a:r>
            <a:r>
              <a:rPr lang="en-US" sz="650" noProof="0" dirty="0" err="1">
                <a:solidFill>
                  <a:schemeClr val="tx1"/>
                </a:solidFill>
              </a:rPr>
              <a:t>Touche</a:t>
            </a:r>
            <a:r>
              <a:rPr lang="en-US" sz="650" noProof="0" dirty="0">
                <a:solidFill>
                  <a:schemeClr val="tx1"/>
                </a:solidFill>
              </a:rPr>
              <a:t> Tohmatsu India LLP. All Rights Reserved</a:t>
            </a:r>
          </a:p>
        </p:txBody>
      </p:sp>
      <p:sp>
        <p:nvSpPr>
          <p:cNvPr id="18" name="TextBox 17"/>
          <p:cNvSpPr txBox="1"/>
          <p:nvPr userDrawn="1"/>
        </p:nvSpPr>
        <p:spPr>
          <a:xfrm>
            <a:off x="11568112" y="6577027"/>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tx1"/>
                </a:solidFill>
              </a:rPr>
              <a:pPr marL="0" indent="0" algn="r">
                <a:spcBef>
                  <a:spcPts val="800"/>
                </a:spcBef>
                <a:buSzPct val="100000"/>
                <a:buFont typeface="Arial"/>
                <a:buNone/>
              </a:pPr>
              <a:t>‹#›</a:t>
            </a:fld>
            <a:endParaRPr lang="en-US" sz="650" noProof="0" dirty="0">
              <a:solidFill>
                <a:schemeClr val="tx1"/>
              </a:solidFill>
            </a:endParaRPr>
          </a:p>
        </p:txBody>
      </p:sp>
    </p:spTree>
    <p:extLst>
      <p:ext uri="{BB962C8B-B14F-4D97-AF65-F5344CB8AC3E}">
        <p14:creationId xmlns:p14="http://schemas.microsoft.com/office/powerpoint/2010/main" val="2955798867"/>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2_1234567890">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403" y="1403"/>
          <a:ext cx="1400" cy="1400"/>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p:cNvPicPr/>
                      <p:nvPr/>
                    </p:nvPicPr>
                    <p:blipFill>
                      <a:blip r:embed="rId4"/>
                      <a:stretch>
                        <a:fillRect/>
                      </a:stretch>
                    </p:blipFill>
                    <p:spPr>
                      <a:xfrm>
                        <a:off x="1403" y="1403"/>
                        <a:ext cx="1400" cy="1400"/>
                      </a:xfrm>
                      <a:prstGeom prst="rect">
                        <a:avLst/>
                      </a:prstGeom>
                    </p:spPr>
                  </p:pic>
                </p:oleObj>
              </mc:Fallback>
            </mc:AlternateContent>
          </a:graphicData>
        </a:graphic>
      </p:graphicFrame>
      <p:sp>
        <p:nvSpPr>
          <p:cNvPr id="9" name="Text Placeholder 8"/>
          <p:cNvSpPr>
            <a:spLocks noGrp="1"/>
          </p:cNvSpPr>
          <p:nvPr>
            <p:ph type="body" sz="quarter" idx="13" hasCustomPrompt="1"/>
          </p:nvPr>
        </p:nvSpPr>
        <p:spPr>
          <a:xfrm>
            <a:off x="501651" y="651602"/>
            <a:ext cx="11162350" cy="757255"/>
          </a:xfrm>
          <a:prstGeom prst="rect">
            <a:avLst/>
          </a:prstGeom>
        </p:spPr>
        <p:txBody>
          <a:bodyPr lIns="0" tIns="0" rIns="0" bIns="0">
            <a:noAutofit/>
          </a:bodyPr>
          <a:lstStyle>
            <a:lvl1pPr marL="0" indent="0">
              <a:buNone/>
              <a:defRPr sz="1588" b="0">
                <a:solidFill>
                  <a:srgbClr val="575757"/>
                </a:solidFill>
                <a:latin typeface="+mj-lt"/>
              </a:defRPr>
            </a:lvl1pPr>
          </a:lstStyle>
          <a:p>
            <a:pPr lvl="0"/>
            <a:r>
              <a:rPr lang="en-US" noProof="0" dirty="0"/>
              <a:t>Click to add subtitle</a:t>
            </a:r>
          </a:p>
        </p:txBody>
      </p:sp>
      <p:sp>
        <p:nvSpPr>
          <p:cNvPr id="14" name="Title Placeholder 1"/>
          <p:cNvSpPr>
            <a:spLocks noGrp="1"/>
          </p:cNvSpPr>
          <p:nvPr>
            <p:ph type="title"/>
          </p:nvPr>
        </p:nvSpPr>
        <p:spPr>
          <a:xfrm>
            <a:off x="501651" y="317501"/>
            <a:ext cx="11162350" cy="334101"/>
          </a:xfrm>
          <a:prstGeom prst="rect">
            <a:avLst/>
          </a:prstGeom>
        </p:spPr>
        <p:txBody>
          <a:bodyPr vert="horz" lIns="0" tIns="0" rIns="0" bIns="0" rtlCol="0" anchor="t" anchorCtr="0">
            <a:noAutofit/>
          </a:bodyPr>
          <a:lstStyle>
            <a:lvl1pPr>
              <a:defRPr sz="1941">
                <a:latin typeface="+mj-lt"/>
              </a:defRPr>
            </a:lvl1pPr>
          </a:lstStyle>
          <a:p>
            <a:r>
              <a:rPr lang="en-US" noProof="0" dirty="0"/>
              <a:t>Click to edit Master title style</a:t>
            </a:r>
          </a:p>
        </p:txBody>
      </p:sp>
      <p:sp>
        <p:nvSpPr>
          <p:cNvPr id="8" name="Text Placeholder 18"/>
          <p:cNvSpPr>
            <a:spLocks noGrp="1"/>
          </p:cNvSpPr>
          <p:nvPr>
            <p:ph idx="1"/>
          </p:nvPr>
        </p:nvSpPr>
        <p:spPr>
          <a:xfrm>
            <a:off x="501652" y="1665288"/>
            <a:ext cx="11165417" cy="4713911"/>
          </a:xfrm>
          <a:prstGeom prst="rect">
            <a:avLst/>
          </a:prstGeom>
        </p:spPr>
        <p:txBody>
          <a:bodyPr vert="horz" lIns="0" tIns="0" rIns="0" bIns="0" rtlCol="0">
            <a:noAutofit/>
          </a:bodyPr>
          <a:lstStyle>
            <a:lvl1pPr>
              <a:spcAft>
                <a:spcPts val="1212"/>
              </a:spcAft>
              <a:defRPr sz="1235"/>
            </a:lvl1pPr>
            <a:lvl2pPr>
              <a:spcAft>
                <a:spcPts val="1212"/>
              </a:spcAft>
              <a:defRPr sz="1235"/>
            </a:lvl2pPr>
            <a:lvl3pPr>
              <a:spcAft>
                <a:spcPts val="1212"/>
              </a:spcAft>
              <a:defRPr sz="1235"/>
            </a:lvl3pPr>
            <a:lvl4pPr>
              <a:spcAft>
                <a:spcPts val="1212"/>
              </a:spcAft>
              <a:defRPr sz="1235"/>
            </a:lvl4pPr>
            <a:lvl5pPr>
              <a:spcAft>
                <a:spcPts val="1212"/>
              </a:spcAft>
              <a:defRPr sz="1235"/>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3889087496"/>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5" name="Object 4" hidden="1"/>
                      <p:cNvPicPr/>
                      <p:nvPr/>
                    </p:nvPicPr>
                    <p:blipFill>
                      <a:blip r:embed="rId5"/>
                      <a:stretch>
                        <a:fillRect/>
                      </a:stretch>
                    </p:blipFill>
                    <p:spPr>
                      <a:xfrm>
                        <a:off x="1589" y="1588"/>
                        <a:ext cx="1588" cy="1588"/>
                      </a:xfrm>
                      <a:prstGeom prst="rect">
                        <a:avLst/>
                      </a:prstGeom>
                    </p:spPr>
                  </p:pic>
                </p:oleObj>
              </mc:Fallback>
            </mc:AlternateContent>
          </a:graphicData>
        </a:graphic>
      </p:graphicFrame>
      <p:sp>
        <p:nvSpPr>
          <p:cNvPr id="4" name="Rectangle 3" hidden="1"/>
          <p:cNvSpPr/>
          <p:nvPr userDrawn="1">
            <p:custDataLst>
              <p:tags r:id="rId2"/>
            </p:custDataLst>
          </p:nvPr>
        </p:nvSpPr>
        <p:spPr>
          <a:xfrm>
            <a:off x="0" y="0"/>
            <a:ext cx="158791"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l" eaLnBrk="1"/>
            <a:endParaRPr lang="en-US" sz="2400" b="1" i="0" baseline="0" dirty="0">
              <a:latin typeface="Segoe UI" panose="020B0502040204020203" pitchFamily="34" charset="0"/>
              <a:ea typeface="+mj-ea"/>
              <a:cs typeface="+mj-cs"/>
              <a:sym typeface="Segoe UI" panose="020B0502040204020203" pitchFamily="34" charset="0"/>
            </a:endParaRPr>
          </a:p>
        </p:txBody>
      </p:sp>
      <p:sp>
        <p:nvSpPr>
          <p:cNvPr id="2" name="Title 1"/>
          <p:cNvSpPr>
            <a:spLocks noGrp="1"/>
          </p:cNvSpPr>
          <p:nvPr>
            <p:ph type="title" hasCustomPrompt="1"/>
          </p:nvPr>
        </p:nvSpPr>
        <p:spPr>
          <a:xfrm>
            <a:off x="466464" y="472438"/>
            <a:ext cx="11277490" cy="792167"/>
          </a:xfrm>
        </p:spPr>
        <p:txBody>
          <a:bodyPr/>
          <a:lstStyle>
            <a:lvl1pPr>
              <a:defRPr baseline="0"/>
            </a:lvl1pPr>
          </a:lstStyle>
          <a:p>
            <a:r>
              <a:rPr dirty="0"/>
              <a:t>Slide title</a:t>
            </a:r>
          </a:p>
        </p:txBody>
      </p:sp>
      <p:sp>
        <p:nvSpPr>
          <p:cNvPr id="3" name="Content Placeholder 2"/>
          <p:cNvSpPr>
            <a:spLocks noGrp="1"/>
          </p:cNvSpPr>
          <p:nvPr>
            <p:ph idx="1" hasCustomPrompt="1"/>
          </p:nvPr>
        </p:nvSpPr>
        <p:spPr>
          <a:xfrm>
            <a:off x="466464" y="1434190"/>
            <a:ext cx="11277489" cy="4584842"/>
          </a:xfrm>
        </p:spPr>
        <p:txBody>
          <a:bodyPr/>
          <a:lstStyle>
            <a:lvl1pPr>
              <a:defRPr/>
            </a:lvl1pPr>
            <a:lvl5pPr>
              <a:defRPr/>
            </a:lvl5pPr>
          </a:lstStyle>
          <a:p>
            <a:pPr lvl="0"/>
            <a:r>
              <a:rPr dirty="0"/>
              <a:t>Click to add main </a:t>
            </a:r>
            <a:r>
              <a:rPr lang="en-US" dirty="0"/>
              <a:t>bullet</a:t>
            </a:r>
            <a:endParaRPr dirty="0"/>
          </a:p>
          <a:p>
            <a:pPr lvl="1"/>
            <a:r>
              <a:rPr dirty="0"/>
              <a:t>Second level</a:t>
            </a:r>
          </a:p>
          <a:p>
            <a:pPr lvl="2"/>
            <a:r>
              <a:rPr dirty="0"/>
              <a:t>Third level</a:t>
            </a:r>
          </a:p>
          <a:p>
            <a:pPr lvl="3"/>
            <a:r>
              <a:rPr dirty="0"/>
              <a:t>Fourth level</a:t>
            </a:r>
            <a:endParaRPr lang="en-CA" dirty="0"/>
          </a:p>
          <a:p>
            <a:pPr lvl="4"/>
            <a:r>
              <a:rPr lang="en-CA" dirty="0"/>
              <a:t>Fifth level</a:t>
            </a:r>
            <a:endParaRPr dirty="0"/>
          </a:p>
        </p:txBody>
      </p:sp>
      <p:sp>
        <p:nvSpPr>
          <p:cNvPr id="6" name="Slide Number Placeholder 5"/>
          <p:cNvSpPr>
            <a:spLocks noGrp="1"/>
          </p:cNvSpPr>
          <p:nvPr>
            <p:ph type="sldNum" sz="quarter" idx="12"/>
          </p:nvPr>
        </p:nvSpPr>
        <p:spPr>
          <a:xfrm>
            <a:off x="11452976" y="6399283"/>
            <a:ext cx="283293" cy="175694"/>
          </a:xfrm>
        </p:spPr>
        <p:txBody>
          <a:bodyPr/>
          <a:lstStyle/>
          <a:p>
            <a:fld id="{BB333B34-C87C-402E-ABB0-13B7C9DEBBC4}" type="slidenum">
              <a:rPr/>
              <a:t>‹#›</a:t>
            </a:fld>
            <a:endParaRPr dirty="0"/>
          </a:p>
        </p:txBody>
      </p:sp>
      <p:sp>
        <p:nvSpPr>
          <p:cNvPr id="7" name="Text Placeholder 3">
            <a:extLst>
              <a:ext uri="{FF2B5EF4-FFF2-40B4-BE49-F238E27FC236}">
                <a16:creationId xmlns:a16="http://schemas.microsoft.com/office/drawing/2014/main" id="{B404EAA1-25C4-446D-B8BE-BF07174DBFEB}"/>
              </a:ext>
            </a:extLst>
          </p:cNvPr>
          <p:cNvSpPr>
            <a:spLocks noGrp="1"/>
          </p:cNvSpPr>
          <p:nvPr>
            <p:ph type="body" sz="quarter" idx="15" hasCustomPrompt="1"/>
          </p:nvPr>
        </p:nvSpPr>
        <p:spPr>
          <a:xfrm>
            <a:off x="455731" y="151477"/>
            <a:ext cx="10991317" cy="194449"/>
          </a:xfrm>
        </p:spPr>
        <p:txBody>
          <a:bodyPr/>
          <a:lstStyle>
            <a:lvl1pPr marL="0" indent="0">
              <a:buNone/>
              <a:defRPr sz="1400"/>
            </a:lvl1pPr>
          </a:lstStyle>
          <a:p>
            <a:r>
              <a:rPr lang="en-US" dirty="0"/>
              <a:t>BREADCRUMB</a:t>
            </a:r>
          </a:p>
        </p:txBody>
      </p:sp>
      <p:sp>
        <p:nvSpPr>
          <p:cNvPr id="10" name="Text Placeholder 8">
            <a:extLst>
              <a:ext uri="{FF2B5EF4-FFF2-40B4-BE49-F238E27FC236}">
                <a16:creationId xmlns:a16="http://schemas.microsoft.com/office/drawing/2014/main" id="{09DA36B3-22EA-47CB-9DCD-C1A0BC2D239E}"/>
              </a:ext>
            </a:extLst>
          </p:cNvPr>
          <p:cNvSpPr>
            <a:spLocks noGrp="1"/>
          </p:cNvSpPr>
          <p:nvPr>
            <p:ph type="body" sz="quarter" idx="16" hasCustomPrompt="1"/>
          </p:nvPr>
        </p:nvSpPr>
        <p:spPr>
          <a:xfrm>
            <a:off x="2220914" y="6162421"/>
            <a:ext cx="6219540" cy="402451"/>
          </a:xfrm>
        </p:spPr>
        <p:txBody>
          <a:bodyPr anchor="b"/>
          <a:lstStyle>
            <a:lvl1pPr marL="0" indent="0">
              <a:lnSpc>
                <a:spcPct val="95000"/>
              </a:lnSpc>
              <a:spcBef>
                <a:spcPts val="0"/>
              </a:spcBef>
              <a:buNone/>
              <a:defRPr sz="800">
                <a:latin typeface="+mj-lt"/>
              </a:defRPr>
            </a:lvl1pPr>
            <a:lvl2pPr marL="0" indent="0">
              <a:lnSpc>
                <a:spcPct val="95000"/>
              </a:lnSpc>
              <a:spcBef>
                <a:spcPts val="0"/>
              </a:spcBef>
              <a:buNone/>
              <a:defRPr sz="800">
                <a:latin typeface="Manulife JH Sans Light" panose="00000400000000000000" pitchFamily="2" charset="0"/>
              </a:defRPr>
            </a:lvl2pPr>
            <a:lvl3pPr marL="0" indent="0">
              <a:lnSpc>
                <a:spcPct val="95000"/>
              </a:lnSpc>
              <a:spcBef>
                <a:spcPts val="0"/>
              </a:spcBef>
              <a:buNone/>
              <a:defRPr sz="800">
                <a:latin typeface="Manulife JH Sans Light" panose="00000400000000000000" pitchFamily="2" charset="0"/>
              </a:defRPr>
            </a:lvl3pPr>
            <a:lvl4pPr marL="0" indent="0">
              <a:lnSpc>
                <a:spcPct val="95000"/>
              </a:lnSpc>
              <a:spcBef>
                <a:spcPts val="0"/>
              </a:spcBef>
              <a:buNone/>
              <a:defRPr sz="800">
                <a:latin typeface="Manulife JH Sans Light" panose="00000400000000000000" pitchFamily="2" charset="0"/>
              </a:defRPr>
            </a:lvl4pPr>
            <a:lvl5pPr marL="0" indent="0">
              <a:lnSpc>
                <a:spcPct val="95000"/>
              </a:lnSpc>
              <a:spcBef>
                <a:spcPts val="0"/>
              </a:spcBef>
              <a:buNone/>
              <a:defRPr sz="800">
                <a:latin typeface="Manulife JH Sans Light" panose="00000400000000000000" pitchFamily="2" charset="0"/>
              </a:defRPr>
            </a:lvl5pPr>
            <a:lvl6pPr marL="0" indent="0">
              <a:lnSpc>
                <a:spcPct val="95000"/>
              </a:lnSpc>
              <a:spcBef>
                <a:spcPts val="0"/>
              </a:spcBef>
              <a:buNone/>
              <a:defRPr sz="800">
                <a:latin typeface="Manulife JH Sans Light" panose="00000400000000000000" pitchFamily="2" charset="0"/>
              </a:defRPr>
            </a:lvl6pPr>
            <a:lvl7pPr marL="0" indent="0">
              <a:lnSpc>
                <a:spcPct val="95000"/>
              </a:lnSpc>
              <a:spcBef>
                <a:spcPts val="0"/>
              </a:spcBef>
              <a:buNone/>
              <a:defRPr sz="800">
                <a:latin typeface="Manulife JH Sans Light" panose="00000400000000000000" pitchFamily="2" charset="0"/>
              </a:defRPr>
            </a:lvl7pPr>
            <a:lvl8pPr marL="0" indent="0">
              <a:lnSpc>
                <a:spcPct val="95000"/>
              </a:lnSpc>
              <a:spcBef>
                <a:spcPts val="0"/>
              </a:spcBef>
              <a:buNone/>
              <a:defRPr sz="800">
                <a:latin typeface="Manulife JH Sans Light" panose="00000400000000000000" pitchFamily="2" charset="0"/>
              </a:defRPr>
            </a:lvl8pPr>
            <a:lvl9pPr marL="0" indent="0">
              <a:lnSpc>
                <a:spcPct val="95000"/>
              </a:lnSpc>
              <a:spcBef>
                <a:spcPts val="0"/>
              </a:spcBef>
              <a:buNone/>
              <a:defRPr sz="800">
                <a:latin typeface="Manulife JH Sans Light" panose="00000400000000000000" pitchFamily="2" charset="0"/>
              </a:defRPr>
            </a:lvl9pPr>
          </a:lstStyle>
          <a:p>
            <a:pPr lvl="0"/>
            <a:r>
              <a:rPr lang="en-CA" sz="800" dirty="0">
                <a:latin typeface="Manulife JH Sans Light" panose="020B0303040401060103" pitchFamily="34" charset="0"/>
                <a:cs typeface="Arial" panose="020B0604020202020204" pitchFamily="34" charset="0"/>
              </a:rPr>
              <a:t>Source text should be Segoe UI, size 8. </a:t>
            </a:r>
            <a:endParaRPr lang="en-US" dirty="0"/>
          </a:p>
        </p:txBody>
      </p:sp>
    </p:spTree>
    <p:extLst>
      <p:ext uri="{BB962C8B-B14F-4D97-AF65-F5344CB8AC3E}">
        <p14:creationId xmlns:p14="http://schemas.microsoft.com/office/powerpoint/2010/main" val="129358679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content with sourc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5" name="Object 4" hidden="1"/>
                      <p:cNvPicPr/>
                      <p:nvPr/>
                    </p:nvPicPr>
                    <p:blipFill>
                      <a:blip r:embed="rId5"/>
                      <a:stretch>
                        <a:fillRect/>
                      </a:stretch>
                    </p:blipFill>
                    <p:spPr>
                      <a:xfrm>
                        <a:off x="1589" y="1588"/>
                        <a:ext cx="1588" cy="1588"/>
                      </a:xfrm>
                      <a:prstGeom prst="rect">
                        <a:avLst/>
                      </a:prstGeom>
                    </p:spPr>
                  </p:pic>
                </p:oleObj>
              </mc:Fallback>
            </mc:AlternateContent>
          </a:graphicData>
        </a:graphic>
      </p:graphicFrame>
      <p:sp>
        <p:nvSpPr>
          <p:cNvPr id="7" name="Rectangle 6" hidden="1"/>
          <p:cNvSpPr/>
          <p:nvPr userDrawn="1">
            <p:custDataLst>
              <p:tags r:id="rId2"/>
            </p:custDataLst>
          </p:nvPr>
        </p:nvSpPr>
        <p:spPr>
          <a:xfrm>
            <a:off x="0" y="0"/>
            <a:ext cx="158791"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l" eaLnBrk="1"/>
            <a:endParaRPr lang="en-US" sz="2400" b="1" i="0" baseline="0" dirty="0">
              <a:latin typeface="Segoe UI" panose="020B0502040204020203" pitchFamily="34" charset="0"/>
              <a:ea typeface="+mj-ea"/>
              <a:cs typeface="+mj-cs"/>
              <a:sym typeface="Segoe UI" panose="020B0502040204020203" pitchFamily="34" charset="0"/>
            </a:endParaRPr>
          </a:p>
        </p:txBody>
      </p:sp>
      <p:sp>
        <p:nvSpPr>
          <p:cNvPr id="2" name="Title 1"/>
          <p:cNvSpPr>
            <a:spLocks noGrp="1"/>
          </p:cNvSpPr>
          <p:nvPr>
            <p:ph type="title" hasCustomPrompt="1"/>
          </p:nvPr>
        </p:nvSpPr>
        <p:spPr>
          <a:xfrm>
            <a:off x="466464" y="472437"/>
            <a:ext cx="11277490" cy="365760"/>
          </a:xfrm>
        </p:spPr>
        <p:txBody>
          <a:bodyPr/>
          <a:lstStyle>
            <a:lvl1pPr>
              <a:defRPr baseline="0"/>
            </a:lvl1pPr>
          </a:lstStyle>
          <a:p>
            <a:r>
              <a:rPr dirty="0"/>
              <a:t>Slide title</a:t>
            </a:r>
          </a:p>
        </p:txBody>
      </p:sp>
      <p:sp>
        <p:nvSpPr>
          <p:cNvPr id="3" name="Content Placeholder 2"/>
          <p:cNvSpPr>
            <a:spLocks noGrp="1"/>
          </p:cNvSpPr>
          <p:nvPr>
            <p:ph idx="1" hasCustomPrompt="1"/>
          </p:nvPr>
        </p:nvSpPr>
        <p:spPr>
          <a:xfrm>
            <a:off x="466464" y="1434190"/>
            <a:ext cx="11277489" cy="4584842"/>
          </a:xfrm>
        </p:spPr>
        <p:txBody>
          <a:bodyPr/>
          <a:lstStyle>
            <a:lvl1pPr>
              <a:defRPr/>
            </a:lvl1pPr>
            <a:lvl5pPr>
              <a:defRPr/>
            </a:lvl5pPr>
          </a:lstStyle>
          <a:p>
            <a:pPr lvl="0"/>
            <a:r>
              <a:rPr dirty="0"/>
              <a:t>Click to add main </a:t>
            </a:r>
            <a:r>
              <a:rPr lang="en-US" dirty="0"/>
              <a:t>bullet</a:t>
            </a:r>
            <a:endParaRPr dirty="0"/>
          </a:p>
          <a:p>
            <a:pPr lvl="1"/>
            <a:r>
              <a:rPr dirty="0"/>
              <a:t>Second level</a:t>
            </a:r>
          </a:p>
          <a:p>
            <a:pPr lvl="2"/>
            <a:r>
              <a:rPr dirty="0"/>
              <a:t>Third level</a:t>
            </a:r>
          </a:p>
          <a:p>
            <a:pPr lvl="3"/>
            <a:r>
              <a:rPr dirty="0"/>
              <a:t>Fourth level</a:t>
            </a:r>
            <a:endParaRPr lang="en-CA" dirty="0"/>
          </a:p>
          <a:p>
            <a:pPr lvl="4"/>
            <a:r>
              <a:rPr lang="en-CA" dirty="0"/>
              <a:t>Fifth level</a:t>
            </a:r>
            <a:endParaRPr dirty="0"/>
          </a:p>
        </p:txBody>
      </p:sp>
      <p:sp>
        <p:nvSpPr>
          <p:cNvPr id="6" name="Slide Number Placeholder 5"/>
          <p:cNvSpPr>
            <a:spLocks noGrp="1"/>
          </p:cNvSpPr>
          <p:nvPr>
            <p:ph type="sldNum" sz="quarter" idx="12"/>
          </p:nvPr>
        </p:nvSpPr>
        <p:spPr>
          <a:xfrm>
            <a:off x="11452976" y="6399283"/>
            <a:ext cx="283293" cy="175694"/>
          </a:xfrm>
        </p:spPr>
        <p:txBody>
          <a:bodyPr/>
          <a:lstStyle/>
          <a:p>
            <a:fld id="{BB333B34-C87C-402E-ABB0-13B7C9DEBBC4}" type="slidenum">
              <a:rPr/>
              <a:t>‹#›</a:t>
            </a:fld>
            <a:endParaRPr dirty="0"/>
          </a:p>
        </p:txBody>
      </p:sp>
      <p:sp>
        <p:nvSpPr>
          <p:cNvPr id="8" name="Text Placeholder 3">
            <a:extLst>
              <a:ext uri="{FF2B5EF4-FFF2-40B4-BE49-F238E27FC236}">
                <a16:creationId xmlns:a16="http://schemas.microsoft.com/office/drawing/2014/main" id="{94896F95-5170-46BD-8E28-2F3E6229C87A}"/>
              </a:ext>
            </a:extLst>
          </p:cNvPr>
          <p:cNvSpPr>
            <a:spLocks noGrp="1"/>
          </p:cNvSpPr>
          <p:nvPr>
            <p:ph type="body" sz="quarter" idx="15" hasCustomPrompt="1"/>
          </p:nvPr>
        </p:nvSpPr>
        <p:spPr>
          <a:xfrm>
            <a:off x="455731" y="151477"/>
            <a:ext cx="10991317" cy="194449"/>
          </a:xfrm>
        </p:spPr>
        <p:txBody>
          <a:bodyPr/>
          <a:lstStyle>
            <a:lvl1pPr marL="0" marR="0" indent="0" algn="l" defTabSz="914400" rtl="0" eaLnBrk="1" fontAlgn="auto" latinLnBrk="0" hangingPunct="1">
              <a:lnSpc>
                <a:spcPct val="100000"/>
              </a:lnSpc>
              <a:spcBef>
                <a:spcPts val="1500"/>
              </a:spcBef>
              <a:spcAft>
                <a:spcPts val="0"/>
              </a:spcAft>
              <a:buClr>
                <a:schemeClr val="tx1"/>
              </a:buClr>
              <a:buSzPct val="100000"/>
              <a:buFont typeface="Manulife JH Sans" panose="020B0604020202020204" pitchFamily="34" charset="0"/>
              <a:buNone/>
              <a:tabLst/>
              <a:defRPr sz="1400"/>
            </a:lvl1pPr>
          </a:lstStyle>
          <a:p>
            <a:r>
              <a:rPr lang="en-US" dirty="0"/>
              <a:t>BREADCRUMB</a:t>
            </a:r>
          </a:p>
        </p:txBody>
      </p:sp>
      <p:sp>
        <p:nvSpPr>
          <p:cNvPr id="11" name="Text Placeholder 8">
            <a:extLst>
              <a:ext uri="{FF2B5EF4-FFF2-40B4-BE49-F238E27FC236}">
                <a16:creationId xmlns:a16="http://schemas.microsoft.com/office/drawing/2014/main" id="{9DE9F8E0-BCC7-4049-9B66-CBD41765F7B5}"/>
              </a:ext>
            </a:extLst>
          </p:cNvPr>
          <p:cNvSpPr>
            <a:spLocks noGrp="1"/>
          </p:cNvSpPr>
          <p:nvPr>
            <p:ph type="body" sz="quarter" idx="13" hasCustomPrompt="1"/>
          </p:nvPr>
        </p:nvSpPr>
        <p:spPr>
          <a:xfrm>
            <a:off x="2220914" y="6160981"/>
            <a:ext cx="6219540" cy="402451"/>
          </a:xfrm>
        </p:spPr>
        <p:txBody>
          <a:bodyPr anchor="b"/>
          <a:lstStyle>
            <a:lvl1pPr marL="0" indent="0">
              <a:lnSpc>
                <a:spcPct val="95000"/>
              </a:lnSpc>
              <a:spcBef>
                <a:spcPts val="0"/>
              </a:spcBef>
              <a:buNone/>
              <a:defRPr sz="800">
                <a:latin typeface="+mj-lt"/>
              </a:defRPr>
            </a:lvl1pPr>
            <a:lvl2pPr marL="0" indent="0">
              <a:lnSpc>
                <a:spcPct val="95000"/>
              </a:lnSpc>
              <a:spcBef>
                <a:spcPts val="0"/>
              </a:spcBef>
              <a:buNone/>
              <a:defRPr sz="800">
                <a:latin typeface="Manulife JH Sans Light" panose="00000400000000000000" pitchFamily="2" charset="0"/>
              </a:defRPr>
            </a:lvl2pPr>
            <a:lvl3pPr marL="0" indent="0">
              <a:lnSpc>
                <a:spcPct val="95000"/>
              </a:lnSpc>
              <a:spcBef>
                <a:spcPts val="0"/>
              </a:spcBef>
              <a:buNone/>
              <a:defRPr sz="800">
                <a:latin typeface="Manulife JH Sans Light" panose="00000400000000000000" pitchFamily="2" charset="0"/>
              </a:defRPr>
            </a:lvl3pPr>
            <a:lvl4pPr marL="0" indent="0">
              <a:lnSpc>
                <a:spcPct val="95000"/>
              </a:lnSpc>
              <a:spcBef>
                <a:spcPts val="0"/>
              </a:spcBef>
              <a:buNone/>
              <a:defRPr sz="800">
                <a:latin typeface="Manulife JH Sans Light" panose="00000400000000000000" pitchFamily="2" charset="0"/>
              </a:defRPr>
            </a:lvl4pPr>
            <a:lvl5pPr marL="0" indent="0">
              <a:lnSpc>
                <a:spcPct val="95000"/>
              </a:lnSpc>
              <a:spcBef>
                <a:spcPts val="0"/>
              </a:spcBef>
              <a:buNone/>
              <a:defRPr sz="800">
                <a:latin typeface="Manulife JH Sans Light" panose="00000400000000000000" pitchFamily="2" charset="0"/>
              </a:defRPr>
            </a:lvl5pPr>
            <a:lvl6pPr marL="0" indent="0">
              <a:lnSpc>
                <a:spcPct val="95000"/>
              </a:lnSpc>
              <a:spcBef>
                <a:spcPts val="0"/>
              </a:spcBef>
              <a:buNone/>
              <a:defRPr sz="800">
                <a:latin typeface="Manulife JH Sans Light" panose="00000400000000000000" pitchFamily="2" charset="0"/>
              </a:defRPr>
            </a:lvl6pPr>
            <a:lvl7pPr marL="0" indent="0">
              <a:lnSpc>
                <a:spcPct val="95000"/>
              </a:lnSpc>
              <a:spcBef>
                <a:spcPts val="0"/>
              </a:spcBef>
              <a:buNone/>
              <a:defRPr sz="800">
                <a:latin typeface="Manulife JH Sans Light" panose="00000400000000000000" pitchFamily="2" charset="0"/>
              </a:defRPr>
            </a:lvl7pPr>
            <a:lvl8pPr marL="0" indent="0">
              <a:lnSpc>
                <a:spcPct val="95000"/>
              </a:lnSpc>
              <a:spcBef>
                <a:spcPts val="0"/>
              </a:spcBef>
              <a:buNone/>
              <a:defRPr sz="800">
                <a:latin typeface="Manulife JH Sans Light" panose="00000400000000000000" pitchFamily="2" charset="0"/>
              </a:defRPr>
            </a:lvl8pPr>
            <a:lvl9pPr marL="0" indent="0">
              <a:lnSpc>
                <a:spcPct val="95000"/>
              </a:lnSpc>
              <a:spcBef>
                <a:spcPts val="0"/>
              </a:spcBef>
              <a:buNone/>
              <a:defRPr sz="800">
                <a:latin typeface="Manulife JH Sans Light" panose="00000400000000000000" pitchFamily="2" charset="0"/>
              </a:defRPr>
            </a:lvl9pPr>
          </a:lstStyle>
          <a:p>
            <a:pPr lvl="0"/>
            <a:r>
              <a:rPr lang="en-CA" sz="800" dirty="0">
                <a:latin typeface="Manulife JH Sans Light" panose="020B0303040401060103" pitchFamily="34" charset="0"/>
                <a:cs typeface="Arial" panose="020B0604020202020204" pitchFamily="34" charset="0"/>
              </a:rPr>
              <a:t>Source text should be Segoe UI, size 8. </a:t>
            </a:r>
            <a:endParaRPr lang="en-US" dirty="0"/>
          </a:p>
        </p:txBody>
      </p:sp>
      <p:sp>
        <p:nvSpPr>
          <p:cNvPr id="9" name="Text Placeholder 8"/>
          <p:cNvSpPr>
            <a:spLocks noGrp="1"/>
          </p:cNvSpPr>
          <p:nvPr>
            <p:ph type="body" sz="quarter" idx="16" hasCustomPrompt="1"/>
          </p:nvPr>
        </p:nvSpPr>
        <p:spPr>
          <a:xfrm>
            <a:off x="466464" y="856203"/>
            <a:ext cx="11277490" cy="512064"/>
          </a:xfrm>
        </p:spPr>
        <p:txBody>
          <a:bodyPr/>
          <a:lstStyle>
            <a:lvl1pPr marL="0" indent="0">
              <a:buNone/>
              <a:defRPr sz="1600"/>
            </a:lvl1pPr>
            <a:lvl2pPr>
              <a:defRPr sz="1400"/>
            </a:lvl2pPr>
            <a:lvl3pPr>
              <a:defRPr sz="1400"/>
            </a:lvl3pPr>
            <a:lvl4pPr>
              <a:defRPr sz="1400"/>
            </a:lvl4pPr>
            <a:lvl5pPr>
              <a:defRPr sz="1400"/>
            </a:lvl5pPr>
          </a:lstStyle>
          <a:p>
            <a:pPr lvl="0"/>
            <a:r>
              <a:rPr lang="en-US" dirty="0"/>
              <a:t>Placeholder</a:t>
            </a:r>
          </a:p>
        </p:txBody>
      </p:sp>
    </p:spTree>
    <p:extLst>
      <p:ext uri="{BB962C8B-B14F-4D97-AF65-F5344CB8AC3E}">
        <p14:creationId xmlns:p14="http://schemas.microsoft.com/office/powerpoint/2010/main" val="41752582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able/Chart">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5" name="Object 4" hidden="1"/>
                      <p:cNvPicPr/>
                      <p:nvPr/>
                    </p:nvPicPr>
                    <p:blipFill>
                      <a:blip r:embed="rId5"/>
                      <a:stretch>
                        <a:fillRect/>
                      </a:stretch>
                    </p:blipFill>
                    <p:spPr>
                      <a:xfrm>
                        <a:off x="1589" y="1588"/>
                        <a:ext cx="1588" cy="1588"/>
                      </a:xfrm>
                      <a:prstGeom prst="rect">
                        <a:avLst/>
                      </a:prstGeom>
                    </p:spPr>
                  </p:pic>
                </p:oleObj>
              </mc:Fallback>
            </mc:AlternateContent>
          </a:graphicData>
        </a:graphic>
      </p:graphicFrame>
      <p:sp>
        <p:nvSpPr>
          <p:cNvPr id="4" name="Rectangle 3" hidden="1"/>
          <p:cNvSpPr/>
          <p:nvPr userDrawn="1">
            <p:custDataLst>
              <p:tags r:id="rId2"/>
            </p:custDataLst>
          </p:nvPr>
        </p:nvSpPr>
        <p:spPr>
          <a:xfrm>
            <a:off x="0" y="0"/>
            <a:ext cx="158791"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l" eaLnBrk="1"/>
            <a:endParaRPr lang="en-US" sz="2400" b="1" i="0" baseline="0" dirty="0">
              <a:latin typeface="Segoe UI" panose="020B0502040204020203" pitchFamily="34" charset="0"/>
              <a:ea typeface="+mj-ea"/>
              <a:cs typeface="+mj-cs"/>
              <a:sym typeface="Segoe UI" panose="020B0502040204020203" pitchFamily="34" charset="0"/>
            </a:endParaRPr>
          </a:p>
        </p:txBody>
      </p:sp>
      <p:sp>
        <p:nvSpPr>
          <p:cNvPr id="2" name="Title 1"/>
          <p:cNvSpPr>
            <a:spLocks noGrp="1"/>
          </p:cNvSpPr>
          <p:nvPr>
            <p:ph type="title" hasCustomPrompt="1"/>
          </p:nvPr>
        </p:nvSpPr>
        <p:spPr>
          <a:xfrm>
            <a:off x="466464" y="472438"/>
            <a:ext cx="11277490" cy="792167"/>
          </a:xfrm>
        </p:spPr>
        <p:txBody>
          <a:bodyPr/>
          <a:lstStyle>
            <a:lvl1pPr>
              <a:defRPr baseline="0"/>
            </a:lvl1pPr>
          </a:lstStyle>
          <a:p>
            <a:r>
              <a:rPr dirty="0"/>
              <a:t>Slide title</a:t>
            </a:r>
          </a:p>
        </p:txBody>
      </p:sp>
      <p:sp>
        <p:nvSpPr>
          <p:cNvPr id="3" name="Content Placeholder 2"/>
          <p:cNvSpPr>
            <a:spLocks noGrp="1"/>
          </p:cNvSpPr>
          <p:nvPr>
            <p:ph idx="1" hasCustomPrompt="1"/>
          </p:nvPr>
        </p:nvSpPr>
        <p:spPr>
          <a:xfrm>
            <a:off x="466464" y="1463675"/>
            <a:ext cx="11277489" cy="4555357"/>
          </a:xfrm>
        </p:spPr>
        <p:txBody>
          <a:bodyPr/>
          <a:lstStyle>
            <a:lvl1pPr>
              <a:defRPr sz="1400"/>
            </a:lvl1pPr>
          </a:lstStyle>
          <a:p>
            <a:pPr lvl="0"/>
            <a:r>
              <a:rPr lang="en-US" dirty="0"/>
              <a:t>Click icon to add table or chart</a:t>
            </a:r>
          </a:p>
        </p:txBody>
      </p:sp>
      <p:sp>
        <p:nvSpPr>
          <p:cNvPr id="6" name="Slide Number Placeholder 5"/>
          <p:cNvSpPr>
            <a:spLocks noGrp="1"/>
          </p:cNvSpPr>
          <p:nvPr>
            <p:ph type="sldNum" sz="quarter" idx="12"/>
          </p:nvPr>
        </p:nvSpPr>
        <p:spPr>
          <a:xfrm>
            <a:off x="11452976" y="6399283"/>
            <a:ext cx="283293" cy="175694"/>
          </a:xfrm>
        </p:spPr>
        <p:txBody>
          <a:bodyPr/>
          <a:lstStyle/>
          <a:p>
            <a:fld id="{BB333B34-C87C-402E-ABB0-13B7C9DEBBC4}" type="slidenum">
              <a:rPr/>
              <a:t>‹#›</a:t>
            </a:fld>
            <a:endParaRPr dirty="0"/>
          </a:p>
        </p:txBody>
      </p:sp>
      <p:sp>
        <p:nvSpPr>
          <p:cNvPr id="8" name="Text Placeholder 3">
            <a:extLst>
              <a:ext uri="{FF2B5EF4-FFF2-40B4-BE49-F238E27FC236}">
                <a16:creationId xmlns:a16="http://schemas.microsoft.com/office/drawing/2014/main" id="{C2785E85-9BDF-4E3D-876F-7076764F2978}"/>
              </a:ext>
            </a:extLst>
          </p:cNvPr>
          <p:cNvSpPr>
            <a:spLocks noGrp="1"/>
          </p:cNvSpPr>
          <p:nvPr>
            <p:ph type="body" sz="quarter" idx="15" hasCustomPrompt="1"/>
          </p:nvPr>
        </p:nvSpPr>
        <p:spPr>
          <a:xfrm>
            <a:off x="455731" y="151477"/>
            <a:ext cx="10991317" cy="194449"/>
          </a:xfrm>
        </p:spPr>
        <p:txBody>
          <a:bodyPr/>
          <a:lstStyle>
            <a:lvl1pPr marL="0" indent="0">
              <a:buNone/>
              <a:defRPr sz="1400"/>
            </a:lvl1pPr>
          </a:lstStyle>
          <a:p>
            <a:r>
              <a:rPr lang="en-US" dirty="0"/>
              <a:t>BREADCRUMB</a:t>
            </a:r>
          </a:p>
        </p:txBody>
      </p:sp>
      <p:sp>
        <p:nvSpPr>
          <p:cNvPr id="10" name="Text Placeholder 8">
            <a:extLst>
              <a:ext uri="{FF2B5EF4-FFF2-40B4-BE49-F238E27FC236}">
                <a16:creationId xmlns:a16="http://schemas.microsoft.com/office/drawing/2014/main" id="{9DE9F8E0-BCC7-4049-9B66-CBD41765F7B5}"/>
              </a:ext>
            </a:extLst>
          </p:cNvPr>
          <p:cNvSpPr>
            <a:spLocks noGrp="1"/>
          </p:cNvSpPr>
          <p:nvPr>
            <p:ph type="body" sz="quarter" idx="13" hasCustomPrompt="1"/>
          </p:nvPr>
        </p:nvSpPr>
        <p:spPr>
          <a:xfrm>
            <a:off x="2220914" y="6160981"/>
            <a:ext cx="6219540" cy="402451"/>
          </a:xfrm>
        </p:spPr>
        <p:txBody>
          <a:bodyPr anchor="b"/>
          <a:lstStyle>
            <a:lvl1pPr marL="0" indent="0">
              <a:lnSpc>
                <a:spcPct val="95000"/>
              </a:lnSpc>
              <a:spcBef>
                <a:spcPts val="0"/>
              </a:spcBef>
              <a:buNone/>
              <a:defRPr sz="800">
                <a:latin typeface="Manulife JH Sans Light" panose="00000400000000000000" pitchFamily="2" charset="0"/>
              </a:defRPr>
            </a:lvl1pPr>
            <a:lvl2pPr marL="0" indent="0">
              <a:lnSpc>
                <a:spcPct val="95000"/>
              </a:lnSpc>
              <a:spcBef>
                <a:spcPts val="0"/>
              </a:spcBef>
              <a:buNone/>
              <a:defRPr sz="800">
                <a:latin typeface="Manulife JH Sans Light" panose="00000400000000000000" pitchFamily="2" charset="0"/>
              </a:defRPr>
            </a:lvl2pPr>
            <a:lvl3pPr marL="0" indent="0">
              <a:lnSpc>
                <a:spcPct val="95000"/>
              </a:lnSpc>
              <a:spcBef>
                <a:spcPts val="0"/>
              </a:spcBef>
              <a:buNone/>
              <a:defRPr sz="800">
                <a:latin typeface="Manulife JH Sans Light" panose="00000400000000000000" pitchFamily="2" charset="0"/>
              </a:defRPr>
            </a:lvl3pPr>
            <a:lvl4pPr marL="0" indent="0">
              <a:lnSpc>
                <a:spcPct val="95000"/>
              </a:lnSpc>
              <a:spcBef>
                <a:spcPts val="0"/>
              </a:spcBef>
              <a:buNone/>
              <a:defRPr sz="800">
                <a:latin typeface="Manulife JH Sans Light" panose="00000400000000000000" pitchFamily="2" charset="0"/>
              </a:defRPr>
            </a:lvl4pPr>
            <a:lvl5pPr marL="0" indent="0">
              <a:lnSpc>
                <a:spcPct val="95000"/>
              </a:lnSpc>
              <a:spcBef>
                <a:spcPts val="0"/>
              </a:spcBef>
              <a:buNone/>
              <a:defRPr sz="800">
                <a:latin typeface="Manulife JH Sans Light" panose="00000400000000000000" pitchFamily="2" charset="0"/>
              </a:defRPr>
            </a:lvl5pPr>
            <a:lvl6pPr marL="0" indent="0">
              <a:lnSpc>
                <a:spcPct val="95000"/>
              </a:lnSpc>
              <a:spcBef>
                <a:spcPts val="0"/>
              </a:spcBef>
              <a:buNone/>
              <a:defRPr sz="800">
                <a:latin typeface="Manulife JH Sans Light" panose="00000400000000000000" pitchFamily="2" charset="0"/>
              </a:defRPr>
            </a:lvl6pPr>
            <a:lvl7pPr marL="0" indent="0">
              <a:lnSpc>
                <a:spcPct val="95000"/>
              </a:lnSpc>
              <a:spcBef>
                <a:spcPts val="0"/>
              </a:spcBef>
              <a:buNone/>
              <a:defRPr sz="800">
                <a:latin typeface="Manulife JH Sans Light" panose="00000400000000000000" pitchFamily="2" charset="0"/>
              </a:defRPr>
            </a:lvl7pPr>
            <a:lvl8pPr marL="0" indent="0">
              <a:lnSpc>
                <a:spcPct val="95000"/>
              </a:lnSpc>
              <a:spcBef>
                <a:spcPts val="0"/>
              </a:spcBef>
              <a:buNone/>
              <a:defRPr sz="800">
                <a:latin typeface="Manulife JH Sans Light" panose="00000400000000000000" pitchFamily="2" charset="0"/>
              </a:defRPr>
            </a:lvl8pPr>
            <a:lvl9pPr marL="0" indent="0">
              <a:lnSpc>
                <a:spcPct val="95000"/>
              </a:lnSpc>
              <a:spcBef>
                <a:spcPts val="0"/>
              </a:spcBef>
              <a:buNone/>
              <a:defRPr sz="800">
                <a:latin typeface="Manulife JH Sans Light" panose="00000400000000000000" pitchFamily="2" charset="0"/>
              </a:defRPr>
            </a:lvl9pPr>
          </a:lstStyle>
          <a:p>
            <a:pPr lvl="0"/>
            <a:r>
              <a:rPr lang="en-CA" sz="800" dirty="0">
                <a:latin typeface="Manulife JH Sans Light" panose="020B0303040401060103" pitchFamily="34" charset="0"/>
                <a:cs typeface="Arial" panose="020B0604020202020204" pitchFamily="34" charset="0"/>
              </a:rPr>
              <a:t>Source text should be Manulife JH Sans Light, size 8. </a:t>
            </a:r>
            <a:endParaRPr lang="en-US" dirty="0"/>
          </a:p>
        </p:txBody>
      </p:sp>
    </p:spTree>
    <p:extLst>
      <p:ext uri="{BB962C8B-B14F-4D97-AF65-F5344CB8AC3E}">
        <p14:creationId xmlns:p14="http://schemas.microsoft.com/office/powerpoint/2010/main" val="61228481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1" y="5845182"/>
            <a:ext cx="5592011" cy="505645"/>
          </a:xfrm>
          <a:prstGeom prst="rect">
            <a:avLst/>
          </a:prstGeom>
        </p:spPr>
        <p:txBody>
          <a:bodyPr lIns="0" tIns="0" rIns="0" bIns="0" anchor="b" anchorCtr="0">
            <a:noAutofit/>
          </a:bodyPr>
          <a:lstStyle>
            <a:lvl1pPr marL="0" indent="0" algn="l">
              <a:lnSpc>
                <a:spcPct val="100000"/>
              </a:lnSpc>
              <a:spcAft>
                <a:spcPts val="0"/>
              </a:spcAft>
              <a:buNone/>
              <a:defRPr sz="1799" b="1">
                <a:solidFill>
                  <a:schemeClr val="bg1"/>
                </a:solidFill>
              </a:defRPr>
            </a:lvl1pPr>
            <a:lvl2pPr marL="0" indent="0" algn="l">
              <a:buNone/>
              <a:defRPr sz="1600" b="0">
                <a:solidFill>
                  <a:schemeClr val="bg1"/>
                </a:solidFill>
              </a:defRPr>
            </a:lvl2pPr>
            <a:lvl3pPr marL="1218804" indent="0" algn="ctr">
              <a:buNone/>
              <a:defRPr sz="2399"/>
            </a:lvl3pPr>
            <a:lvl4pPr marL="1828205" indent="0" algn="ctr">
              <a:buNone/>
              <a:defRPr sz="2132"/>
            </a:lvl4pPr>
            <a:lvl5pPr marL="2437607" indent="0" algn="ctr">
              <a:buNone/>
              <a:defRPr sz="2132"/>
            </a:lvl5pPr>
            <a:lvl6pPr marL="3047010" indent="0" algn="ctr">
              <a:buNone/>
              <a:defRPr sz="2132"/>
            </a:lvl6pPr>
            <a:lvl7pPr marL="3656412" indent="0" algn="ctr">
              <a:buNone/>
              <a:defRPr sz="2132"/>
            </a:lvl7pPr>
            <a:lvl8pPr marL="4265813" indent="0" algn="ctr">
              <a:buNone/>
              <a:defRPr sz="2132"/>
            </a:lvl8pPr>
            <a:lvl9pPr marL="4875215" indent="0" algn="ctr">
              <a:buNone/>
              <a:defRPr sz="2132"/>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201" y="6362701"/>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599">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599">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599">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599">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599">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599">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599">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599">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599">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599">
                <a:solidFill>
                  <a:schemeClr val="bg1"/>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12016209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bin"/><Relationship Id="rId2" Type="http://schemas.openxmlformats.org/officeDocument/2006/relationships/slideLayout" Target="../slideLayouts/slideLayout2.xml"/><Relationship Id="rId16"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image" Target="../media/image1.bin"/><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oleObject" Target="../embeddings/oleObject2.bin"/><Relationship Id="rId2" Type="http://schemas.openxmlformats.org/officeDocument/2006/relationships/slideLayout" Target="../slideLayouts/slideLayout15.xml"/><Relationship Id="rId16" Type="http://schemas.openxmlformats.org/officeDocument/2006/relationships/tags" Target="../tags/tag2.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slideLayout" Target="../slideLayouts/slideLayout30.xml"/><Relationship Id="rId7" Type="http://schemas.openxmlformats.org/officeDocument/2006/relationships/tags" Target="../tags/tag5.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tags" Target="../tags/tag4.xml"/><Relationship Id="rId5" Type="http://schemas.openxmlformats.org/officeDocument/2006/relationships/theme" Target="../theme/theme3.xml"/><Relationship Id="rId4" Type="http://schemas.openxmlformats.org/officeDocument/2006/relationships/slideLayout" Target="../slideLayouts/slideLayout31.xml"/><Relationship Id="rId9" Type="http://schemas.openxmlformats.org/officeDocument/2006/relationships/image" Target="../media/image7.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5"/>
            </p:custDataLst>
            <p:extLst>
              <p:ext uri="{D42A27DB-BD31-4B8C-83A1-F6EECF244321}">
                <p14:modId xmlns:p14="http://schemas.microsoft.com/office/powerpoint/2010/main" val="166891810"/>
              </p:ext>
            </p:ext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name="think-cell Slide" r:id="rId16" imgW="270" imgH="270" progId="TCLayout.ActiveDocument.1">
                  <p:embed/>
                </p:oleObj>
              </mc:Choice>
              <mc:Fallback>
                <p:oleObj name="think-cell Slide" r:id="rId16" imgW="270" imgH="270" progId="TCLayout.ActiveDocument.1">
                  <p:embed/>
                  <p:pic>
                    <p:nvPicPr>
                      <p:cNvPr id="0" name=""/>
                      <p:cNvPicPr/>
                      <p:nvPr/>
                    </p:nvPicPr>
                    <p:blipFill>
                      <a:blip r:embed="rId17"/>
                      <a:stretch>
                        <a:fillRect/>
                      </a:stretch>
                    </p:blipFill>
                    <p:spPr>
                      <a:xfrm>
                        <a:off x="2119"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69900" y="402586"/>
            <a:ext cx="11252200" cy="692151"/>
          </a:xfrm>
          <a:prstGeom prst="rect">
            <a:avLst/>
          </a:prstGeom>
        </p:spPr>
        <p:txBody>
          <a:bodyPr vert="horz" lIns="0" tIns="0" rIns="0" bIns="0" rtlCol="0" anchor="t" anchorCtr="0">
            <a:noAutofit/>
          </a:bodyPr>
          <a:lstStyle/>
          <a:p>
            <a:r>
              <a:rPr lang="en-GB" noProof="0"/>
              <a:t>Click to edit Master title style</a:t>
            </a:r>
            <a:endParaRPr lang="en-GB" noProof="0" dirty="0"/>
          </a:p>
        </p:txBody>
      </p:sp>
      <p:sp>
        <p:nvSpPr>
          <p:cNvPr id="19" name="Text Placeholder 18"/>
          <p:cNvSpPr>
            <a:spLocks noGrp="1"/>
          </p:cNvSpPr>
          <p:nvPr>
            <p:ph type="body" idx="1"/>
          </p:nvPr>
        </p:nvSpPr>
        <p:spPr>
          <a:xfrm>
            <a:off x="469900" y="1665290"/>
            <a:ext cx="11252200" cy="4633911"/>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2" name="TextBox 11"/>
          <p:cNvSpPr txBox="1"/>
          <p:nvPr userDrawn="1"/>
        </p:nvSpPr>
        <p:spPr>
          <a:xfrm>
            <a:off x="11410953" y="6656294"/>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8" name="TextBox 7"/>
          <p:cNvSpPr txBox="1"/>
          <p:nvPr userDrawn="1"/>
        </p:nvSpPr>
        <p:spPr>
          <a:xfrm>
            <a:off x="501649" y="6654807"/>
            <a:ext cx="5355168" cy="201260"/>
          </a:xfrm>
          <a:prstGeom prst="rect">
            <a:avLst/>
          </a:prstGeom>
          <a:noFill/>
        </p:spPr>
        <p:txBody>
          <a:bodyPr wrap="square" lIns="0" tIns="0" rIns="0" bIns="0" rtlCol="0">
            <a:noAutofit/>
          </a:bodyPr>
          <a:lstStyle/>
          <a:p>
            <a:pPr marL="0" indent="0">
              <a:spcBef>
                <a:spcPts val="717"/>
              </a:spcBef>
              <a:buSzPct val="100000"/>
              <a:buFont typeface="Arial"/>
              <a:buNone/>
            </a:pPr>
            <a:r>
              <a:rPr lang="fr-FR" sz="650" noProof="0" dirty="0">
                <a:solidFill>
                  <a:schemeClr val="tx1"/>
                </a:solidFill>
              </a:rPr>
              <a:t>© 2020 Deloitte Touche Tohmatsu India LLP</a:t>
            </a:r>
          </a:p>
        </p:txBody>
      </p:sp>
    </p:spTree>
  </p:cSld>
  <p:clrMap bg1="lt1" tx1="dk1" bg2="lt2" tx2="dk2" accent1="accent1" accent2="accent2" accent3="accent3" accent4="accent4" accent5="accent5" accent6="accent6" hlink="hlink" folHlink="folHlink"/>
  <p:sldLayoutIdLst>
    <p:sldLayoutId id="2147483666" r:id="rId1"/>
    <p:sldLayoutId id="2147483667" r:id="rId2"/>
    <p:sldLayoutId id="2147483673" r:id="rId3"/>
    <p:sldLayoutId id="2147483663" r:id="rId4"/>
    <p:sldLayoutId id="2147483658" r:id="rId5"/>
    <p:sldLayoutId id="2147483651" r:id="rId6"/>
    <p:sldLayoutId id="2147483664" r:id="rId7"/>
    <p:sldLayoutId id="2147483674" r:id="rId8"/>
    <p:sldLayoutId id="2147483659" r:id="rId9"/>
    <p:sldLayoutId id="2147483665" r:id="rId10"/>
    <p:sldLayoutId id="2147483676" r:id="rId11"/>
    <p:sldLayoutId id="2147483661" r:id="rId12"/>
    <p:sldLayoutId id="2147483850" r:id="rId13"/>
  </p:sldLayoutIdLst>
  <p:transition>
    <p:fade/>
  </p:transition>
  <p:hf sldNum="0" hdr="0" dt="0"/>
  <p:txStyles>
    <p:titleStyle>
      <a:lvl1pPr algn="l" defTabSz="1219170" rtl="0" eaLnBrk="1" latinLnBrk="0" hangingPunct="1">
        <a:spcBef>
          <a:spcPct val="0"/>
        </a:spcBef>
        <a:buNone/>
        <a:defRPr sz="2000" kern="1200">
          <a:solidFill>
            <a:schemeClr val="tx1"/>
          </a:solidFill>
          <a:latin typeface="+mj-lt"/>
          <a:ea typeface="+mj-ea"/>
          <a:cs typeface="+mj-cs"/>
        </a:defRPr>
      </a:lvl1pPr>
    </p:titleStyle>
    <p:bodyStyle>
      <a:lvl1pPr marL="0" indent="0" algn="l" defTabSz="1219170" rtl="0" eaLnBrk="1" latinLnBrk="0" hangingPunct="1">
        <a:spcBef>
          <a:spcPts val="0"/>
        </a:spcBef>
        <a:spcAft>
          <a:spcPts val="1333"/>
        </a:spcAft>
        <a:buClrTx/>
        <a:buSzPct val="100000"/>
        <a:buFont typeface="Arial" panose="020B0604020202020204" pitchFamily="34" charset="0"/>
        <a:buChar char="​"/>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panose="020B0604020202020204" pitchFamily="34" charset="0"/>
        <a:buChar char="​"/>
        <a:defRPr lang="en-US" sz="1200" b="1" kern="1200" dirty="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2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098" userDrawn="1">
          <p15:clr>
            <a:srgbClr val="F26B43"/>
          </p15:clr>
        </p15:guide>
        <p15:guide id="2" orient="horz" pos="2160" userDrawn="1">
          <p15:clr>
            <a:srgbClr val="F26B43"/>
          </p15:clr>
        </p15:guide>
        <p15:guide id="3" orient="horz" pos="3968" userDrawn="1">
          <p15:clr>
            <a:srgbClr val="F26B43"/>
          </p15:clr>
        </p15:guide>
        <p15:guide id="4" pos="296" userDrawn="1">
          <p15:clr>
            <a:srgbClr val="F26B43"/>
          </p15:clr>
        </p15:guide>
        <p15:guide id="5" pos="7384" userDrawn="1">
          <p15:clr>
            <a:srgbClr val="F26B43"/>
          </p15:clr>
        </p15:guide>
        <p15:guide id="6" orient="horz" pos="1071" userDrawn="1">
          <p15:clr>
            <a:srgbClr val="F26B43"/>
          </p15:clr>
        </p15:guide>
        <p15:guide id="7" orient="horz" pos="245" userDrawn="1">
          <p15:clr>
            <a:srgbClr val="F26B43"/>
          </p15:clr>
        </p15:guide>
        <p15:guide id="8" orient="horz" pos="4081" userDrawn="1">
          <p15:clr>
            <a:srgbClr val="F26B43"/>
          </p15:clr>
        </p15:guide>
        <p15:guide id="10" pos="4986" userDrawn="1">
          <p15:clr>
            <a:srgbClr val="F26B43"/>
          </p15:clr>
        </p15:guide>
        <p15:guide id="12" pos="1382" userDrawn="1">
          <p15:clr>
            <a:srgbClr val="F26B43"/>
          </p15:clr>
        </p15:guide>
        <p15:guide id="13" pos="1496" userDrawn="1">
          <p15:clr>
            <a:srgbClr val="F26B43"/>
          </p15:clr>
        </p15:guide>
        <p15:guide id="14" pos="2581" userDrawn="1">
          <p15:clr>
            <a:srgbClr val="F26B43"/>
          </p15:clr>
        </p15:guide>
        <p15:guide id="15" pos="2695" userDrawn="1">
          <p15:clr>
            <a:srgbClr val="F26B43"/>
          </p15:clr>
        </p15:guide>
        <p15:guide id="16" pos="6185" userDrawn="1">
          <p15:clr>
            <a:srgbClr val="F26B43"/>
          </p15:clr>
        </p15:guide>
        <p15:guide id="17" pos="3783" userDrawn="1">
          <p15:clr>
            <a:srgbClr val="F26B43"/>
          </p15:clr>
        </p15:guide>
        <p15:guide id="18" pos="3896" userDrawn="1">
          <p15:clr>
            <a:srgbClr val="F26B43"/>
          </p15:clr>
        </p15:guide>
        <p15:guide id="19" pos="3840" userDrawn="1">
          <p15:clr>
            <a:srgbClr val="F26B43"/>
          </p15:clr>
        </p15:guide>
        <p15:guide id="20" pos="6299" userDrawn="1">
          <p15:clr>
            <a:srgbClr val="F26B43"/>
          </p15:clr>
        </p15:guide>
        <p15:guide id="21" orient="horz" pos="1049" userDrawn="1">
          <p15:clr>
            <a:srgbClr val="F26B43"/>
          </p15:clr>
        </p15:guide>
        <p15:guide id="22" orient="horz" pos="641" userDrawn="1">
          <p15:clr>
            <a:srgbClr val="F26B43"/>
          </p15:clr>
        </p15:guide>
        <p15:guide id="23" orient="horz" pos="28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6"/>
            </p:custData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name="think-cell Slide" r:id="rId17" imgW="270" imgH="270" progId="TCLayout.ActiveDocument.1">
                  <p:embed/>
                </p:oleObj>
              </mc:Choice>
              <mc:Fallback>
                <p:oleObj name="think-cell Slide" r:id="rId17" imgW="270" imgH="270" progId="TCLayout.ActiveDocument.1">
                  <p:embed/>
                  <p:pic>
                    <p:nvPicPr>
                      <p:cNvPr id="4" name="Object 3" hidden="1"/>
                      <p:cNvPicPr/>
                      <p:nvPr/>
                    </p:nvPicPr>
                    <p:blipFill>
                      <a:blip r:embed="rId18"/>
                      <a:stretch>
                        <a:fillRect/>
                      </a:stretch>
                    </p:blipFill>
                    <p:spPr>
                      <a:xfrm>
                        <a:off x="2119"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69900" y="402586"/>
            <a:ext cx="11252200" cy="692151"/>
          </a:xfrm>
          <a:prstGeom prst="rect">
            <a:avLst/>
          </a:prstGeom>
        </p:spPr>
        <p:txBody>
          <a:bodyPr vert="horz" lIns="0" tIns="0" rIns="0" bIns="0" rtlCol="0" anchor="t" anchorCtr="0">
            <a:noAutofit/>
          </a:bodyPr>
          <a:lstStyle/>
          <a:p>
            <a:r>
              <a:rPr lang="en-GB" noProof="0"/>
              <a:t>Click to edit Master title style</a:t>
            </a:r>
            <a:endParaRPr lang="en-GB" noProof="0" dirty="0"/>
          </a:p>
        </p:txBody>
      </p:sp>
      <p:sp>
        <p:nvSpPr>
          <p:cNvPr id="19" name="Text Placeholder 18"/>
          <p:cNvSpPr>
            <a:spLocks noGrp="1"/>
          </p:cNvSpPr>
          <p:nvPr>
            <p:ph type="body" idx="1"/>
          </p:nvPr>
        </p:nvSpPr>
        <p:spPr>
          <a:xfrm>
            <a:off x="469900" y="1665290"/>
            <a:ext cx="11252200" cy="4633911"/>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2" name="TextBox 11"/>
          <p:cNvSpPr txBox="1"/>
          <p:nvPr userDrawn="1"/>
        </p:nvSpPr>
        <p:spPr>
          <a:xfrm>
            <a:off x="11410953" y="6656294"/>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8" name="TextBox 7"/>
          <p:cNvSpPr txBox="1"/>
          <p:nvPr userDrawn="1"/>
        </p:nvSpPr>
        <p:spPr>
          <a:xfrm>
            <a:off x="501649" y="6654807"/>
            <a:ext cx="5355168" cy="201260"/>
          </a:xfrm>
          <a:prstGeom prst="rect">
            <a:avLst/>
          </a:prstGeom>
          <a:noFill/>
        </p:spPr>
        <p:txBody>
          <a:bodyPr wrap="square" lIns="0" tIns="0" rIns="0" bIns="0" rtlCol="0">
            <a:noAutofit/>
          </a:bodyPr>
          <a:lstStyle/>
          <a:p>
            <a:pPr marL="0" indent="0">
              <a:spcBef>
                <a:spcPts val="717"/>
              </a:spcBef>
              <a:buSzPct val="100000"/>
              <a:buFont typeface="Arial"/>
              <a:buNone/>
            </a:pPr>
            <a:r>
              <a:rPr lang="fr-FR" sz="650" noProof="0" dirty="0">
                <a:solidFill>
                  <a:schemeClr val="tx1"/>
                </a:solidFill>
              </a:rPr>
              <a:t>© 2020 Deloitte Touche Tohmatsu India LLP</a:t>
            </a:r>
          </a:p>
        </p:txBody>
      </p:sp>
    </p:spTree>
    <p:extLst>
      <p:ext uri="{BB962C8B-B14F-4D97-AF65-F5344CB8AC3E}">
        <p14:creationId xmlns:p14="http://schemas.microsoft.com/office/powerpoint/2010/main" val="3998302008"/>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851" r:id="rId14"/>
  </p:sldLayoutIdLst>
  <p:transition>
    <p:fade/>
  </p:transition>
  <p:hf sldNum="0" hdr="0" dt="0"/>
  <p:txStyles>
    <p:titleStyle>
      <a:lvl1pPr algn="l" defTabSz="1219170" rtl="0" eaLnBrk="1" latinLnBrk="0" hangingPunct="1">
        <a:spcBef>
          <a:spcPct val="0"/>
        </a:spcBef>
        <a:buNone/>
        <a:defRPr sz="2000" kern="1200">
          <a:solidFill>
            <a:schemeClr val="tx1"/>
          </a:solidFill>
          <a:latin typeface="+mj-lt"/>
          <a:ea typeface="+mj-ea"/>
          <a:cs typeface="+mj-cs"/>
        </a:defRPr>
      </a:lvl1pPr>
    </p:titleStyle>
    <p:bodyStyle>
      <a:lvl1pPr marL="0" indent="0" algn="l" defTabSz="1219170" rtl="0" eaLnBrk="1" latinLnBrk="0" hangingPunct="1">
        <a:spcBef>
          <a:spcPts val="0"/>
        </a:spcBef>
        <a:spcAft>
          <a:spcPts val="1333"/>
        </a:spcAft>
        <a:buClrTx/>
        <a:buSzPct val="100000"/>
        <a:buFont typeface="Arial" panose="020B0604020202020204" pitchFamily="34" charset="0"/>
        <a:buChar char="​"/>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panose="020B0604020202020204" pitchFamily="34" charset="0"/>
        <a:buChar char="​"/>
        <a:defRPr lang="en-US" sz="1200" b="1" kern="1200" dirty="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2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098">
          <p15:clr>
            <a:srgbClr val="F26B43"/>
          </p15:clr>
        </p15:guide>
        <p15:guide id="2" orient="horz" pos="2160">
          <p15:clr>
            <a:srgbClr val="F26B43"/>
          </p15:clr>
        </p15:guide>
        <p15:guide id="3" orient="horz" pos="3968">
          <p15:clr>
            <a:srgbClr val="F26B43"/>
          </p15:clr>
        </p15:guide>
        <p15:guide id="4" pos="296">
          <p15:clr>
            <a:srgbClr val="F26B43"/>
          </p15:clr>
        </p15:guide>
        <p15:guide id="5" pos="7384">
          <p15:clr>
            <a:srgbClr val="F26B43"/>
          </p15:clr>
        </p15:guide>
        <p15:guide id="6" orient="horz" pos="1071">
          <p15:clr>
            <a:srgbClr val="F26B43"/>
          </p15:clr>
        </p15:guide>
        <p15:guide id="7" orient="horz" pos="245">
          <p15:clr>
            <a:srgbClr val="F26B43"/>
          </p15:clr>
        </p15:guide>
        <p15:guide id="8" orient="horz" pos="4081">
          <p15:clr>
            <a:srgbClr val="F26B43"/>
          </p15:clr>
        </p15:guide>
        <p15:guide id="10" pos="4986">
          <p15:clr>
            <a:srgbClr val="F26B43"/>
          </p15:clr>
        </p15:guide>
        <p15:guide id="12" pos="1382">
          <p15:clr>
            <a:srgbClr val="F26B43"/>
          </p15:clr>
        </p15:guide>
        <p15:guide id="13" pos="1496">
          <p15:clr>
            <a:srgbClr val="F26B43"/>
          </p15:clr>
        </p15:guide>
        <p15:guide id="14" pos="2581">
          <p15:clr>
            <a:srgbClr val="F26B43"/>
          </p15:clr>
        </p15:guide>
        <p15:guide id="15" pos="2695">
          <p15:clr>
            <a:srgbClr val="F26B43"/>
          </p15:clr>
        </p15:guide>
        <p15:guide id="16" pos="6185">
          <p15:clr>
            <a:srgbClr val="F26B43"/>
          </p15:clr>
        </p15:guide>
        <p15:guide id="17" pos="3783">
          <p15:clr>
            <a:srgbClr val="F26B43"/>
          </p15:clr>
        </p15:guide>
        <p15:guide id="18" pos="3896">
          <p15:clr>
            <a:srgbClr val="F26B43"/>
          </p15:clr>
        </p15:guide>
        <p15:guide id="19" pos="3840">
          <p15:clr>
            <a:srgbClr val="F26B43"/>
          </p15:clr>
        </p15:guide>
        <p15:guide id="20" pos="6299">
          <p15:clr>
            <a:srgbClr val="F26B43"/>
          </p15:clr>
        </p15:guide>
        <p15:guide id="21" orient="horz" pos="1049">
          <p15:clr>
            <a:srgbClr val="F26B43"/>
          </p15:clr>
        </p15:guide>
        <p15:guide id="22" orient="horz" pos="641">
          <p15:clr>
            <a:srgbClr val="F26B43"/>
          </p15:clr>
        </p15:guide>
        <p15:guide id="23" orient="horz" pos="28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08311F6F-D8AF-4C05-88A0-D44771329597}"/>
              </a:ext>
            </a:extLst>
          </p:cNvPr>
          <p:cNvGraphicFramePr>
            <a:graphicFrameLocks noChangeAspect="1"/>
          </p:cNvGraphicFramePr>
          <p:nvPr userDrawn="1">
            <p:custDataLst>
              <p:tags r:id="rId6"/>
            </p:custData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9" name="Object 8" hidden="1">
                        <a:extLst>
                          <a:ext uri="{FF2B5EF4-FFF2-40B4-BE49-F238E27FC236}">
                            <a16:creationId xmlns:a16="http://schemas.microsoft.com/office/drawing/2014/main" id="{08311F6F-D8AF-4C05-88A0-D44771329597}"/>
                          </a:ext>
                        </a:extLst>
                      </p:cNvPr>
                      <p:cNvPicPr/>
                      <p:nvPr/>
                    </p:nvPicPr>
                    <p:blipFill>
                      <a:blip r:embed="rId9"/>
                      <a:stretch>
                        <a:fillRect/>
                      </a:stretch>
                    </p:blipFill>
                    <p:spPr>
                      <a:xfrm>
                        <a:off x="1589" y="1588"/>
                        <a:ext cx="1588" cy="1588"/>
                      </a:xfrm>
                      <a:prstGeom prst="rect">
                        <a:avLst/>
                      </a:prstGeom>
                    </p:spPr>
                  </p:pic>
                </p:oleObj>
              </mc:Fallback>
            </mc:AlternateContent>
          </a:graphicData>
        </a:graphic>
      </p:graphicFrame>
      <p:sp>
        <p:nvSpPr>
          <p:cNvPr id="4" name="Rectangle 3" hidden="1"/>
          <p:cNvSpPr/>
          <p:nvPr userDrawn="1">
            <p:custDataLst>
              <p:tags r:id="rId7"/>
            </p:custDataLst>
          </p:nvPr>
        </p:nvSpPr>
        <p:spPr>
          <a:xfrm>
            <a:off x="0" y="0"/>
            <a:ext cx="158791"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l" eaLnBrk="1"/>
            <a:endParaRPr lang="en-US" sz="2400" b="1" i="0" baseline="0" dirty="0">
              <a:latin typeface="Segoe UI" panose="020B0502040204020203" pitchFamily="34" charset="0"/>
              <a:ea typeface="+mj-ea"/>
              <a:cs typeface="+mj-cs"/>
              <a:sym typeface="Segoe UI" panose="020B0502040204020203" pitchFamily="34" charset="0"/>
            </a:endParaRPr>
          </a:p>
        </p:txBody>
      </p:sp>
      <p:sp>
        <p:nvSpPr>
          <p:cNvPr id="2" name="Title Placeholder 1"/>
          <p:cNvSpPr>
            <a:spLocks noGrp="1"/>
          </p:cNvSpPr>
          <p:nvPr>
            <p:ph type="title"/>
          </p:nvPr>
        </p:nvSpPr>
        <p:spPr>
          <a:xfrm>
            <a:off x="466464" y="472438"/>
            <a:ext cx="11277490" cy="792167"/>
          </a:xfrm>
          <a:prstGeom prst="rect">
            <a:avLst/>
          </a:prstGeom>
        </p:spPr>
        <p:txBody>
          <a:bodyPr vert="horz" lIns="0" tIns="0" rIns="0" bIns="0" rtlCol="0" anchor="t">
            <a:noAutofit/>
          </a:bodyPr>
          <a:lstStyle/>
          <a:p>
            <a:r>
              <a:rPr dirty="0"/>
              <a:t>Slide</a:t>
            </a:r>
            <a:r>
              <a:rPr lang="en-US" dirty="0"/>
              <a:t> </a:t>
            </a:r>
            <a:r>
              <a:rPr dirty="0"/>
              <a:t>title</a:t>
            </a:r>
          </a:p>
        </p:txBody>
      </p:sp>
      <p:sp>
        <p:nvSpPr>
          <p:cNvPr id="3" name="Text Placeholder 2"/>
          <p:cNvSpPr>
            <a:spLocks noGrp="1"/>
          </p:cNvSpPr>
          <p:nvPr>
            <p:ph type="body" idx="1"/>
          </p:nvPr>
        </p:nvSpPr>
        <p:spPr>
          <a:xfrm>
            <a:off x="466464" y="1434190"/>
            <a:ext cx="11277489" cy="4584842"/>
          </a:xfrm>
          <a:prstGeom prst="rect">
            <a:avLst/>
          </a:prstGeom>
        </p:spPr>
        <p:txBody>
          <a:bodyPr vert="horz" lIns="0" tIns="0" rIns="0" bIns="0" rtlCol="0">
            <a:noAutofit/>
          </a:bodyPr>
          <a:lstStyle/>
          <a:p>
            <a:pPr lvl="0"/>
            <a:r>
              <a:rPr dirty="0"/>
              <a:t>Click to add main bullet</a:t>
            </a:r>
          </a:p>
          <a:p>
            <a:pPr lvl="1"/>
            <a:r>
              <a:rPr dirty="0"/>
              <a:t>Second level</a:t>
            </a:r>
          </a:p>
          <a:p>
            <a:pPr lvl="2"/>
            <a:r>
              <a:rPr dirty="0"/>
              <a:t>Third level</a:t>
            </a:r>
          </a:p>
          <a:p>
            <a:pPr lvl="3"/>
            <a:r>
              <a:rPr dirty="0"/>
              <a:t>Fourth level</a:t>
            </a:r>
          </a:p>
          <a:p>
            <a:pPr lvl="4"/>
            <a:r>
              <a:rPr dirty="0"/>
              <a:t>Fifth level</a:t>
            </a:r>
            <a:endParaRPr lang="en-US" dirty="0"/>
          </a:p>
          <a:p>
            <a:pPr lvl="5"/>
            <a:r>
              <a:rPr lang="en-US" dirty="0"/>
              <a:t>Sixth </a:t>
            </a:r>
            <a:r>
              <a:rPr lang="en-CA" dirty="0"/>
              <a:t>level</a:t>
            </a:r>
          </a:p>
          <a:p>
            <a:pPr lvl="6"/>
            <a:r>
              <a:rPr lang="en-US" dirty="0"/>
              <a:t>Seventh </a:t>
            </a:r>
            <a:r>
              <a:rPr lang="en-CA" dirty="0"/>
              <a:t>level</a:t>
            </a:r>
          </a:p>
          <a:p>
            <a:pPr lvl="7"/>
            <a:r>
              <a:rPr lang="en-US" dirty="0"/>
              <a:t>Eighth </a:t>
            </a:r>
            <a:r>
              <a:rPr lang="en-CA" dirty="0"/>
              <a:t>level</a:t>
            </a:r>
          </a:p>
          <a:p>
            <a:pPr lvl="8"/>
            <a:r>
              <a:rPr lang="en-US" dirty="0"/>
              <a:t>Ninth </a:t>
            </a:r>
            <a:r>
              <a:rPr lang="en-CA" dirty="0"/>
              <a:t>level</a:t>
            </a:r>
            <a:endParaRPr lang="en-US" dirty="0"/>
          </a:p>
        </p:txBody>
      </p:sp>
      <p:sp>
        <p:nvSpPr>
          <p:cNvPr id="6" name="Slide Number Placeholder 5"/>
          <p:cNvSpPr>
            <a:spLocks noGrp="1"/>
          </p:cNvSpPr>
          <p:nvPr>
            <p:ph type="sldNum" sz="quarter" idx="4"/>
          </p:nvPr>
        </p:nvSpPr>
        <p:spPr>
          <a:xfrm>
            <a:off x="11908708" y="6634246"/>
            <a:ext cx="283293" cy="175694"/>
          </a:xfrm>
          <a:prstGeom prst="rect">
            <a:avLst/>
          </a:prstGeom>
        </p:spPr>
        <p:txBody>
          <a:bodyPr vert="horz" lIns="0" tIns="0" rIns="0" bIns="0" rtlCol="0" anchor="b">
            <a:noAutofit/>
          </a:bodyPr>
          <a:lstStyle>
            <a:lvl1pPr algn="r">
              <a:defRPr sz="800">
                <a:solidFill>
                  <a:schemeClr val="tx1"/>
                </a:solidFill>
                <a:latin typeface="Segoe UI" panose="020B0502040204020203" pitchFamily="34" charset="0"/>
                <a:sym typeface="Segoe UI" panose="020B0502040204020203" pitchFamily="34" charset="0"/>
              </a:defRPr>
            </a:lvl1pPr>
          </a:lstStyle>
          <a:p>
            <a:fld id="{BB333B34-C87C-402E-ABB0-13B7C9DEBBC4}" type="slidenum">
              <a:rPr lang="en-CA" smtClean="0"/>
              <a:pPr/>
              <a:t>‹#›</a:t>
            </a:fld>
            <a:endParaRPr lang="en-CA" dirty="0"/>
          </a:p>
        </p:txBody>
      </p:sp>
      <p:sp>
        <p:nvSpPr>
          <p:cNvPr id="35" name="Rectangle 34"/>
          <p:cNvSpPr/>
          <p:nvPr userDrawn="1"/>
        </p:nvSpPr>
        <p:spPr>
          <a:xfrm>
            <a:off x="93457" y="6686830"/>
            <a:ext cx="3109770" cy="1231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182880" rtlCol="0" anchor="ctr"/>
          <a:lstStyle/>
          <a:p>
            <a:pPr>
              <a:spcBef>
                <a:spcPts val="599"/>
              </a:spcBef>
              <a:buSzPct val="100000"/>
            </a:pPr>
            <a:r>
              <a:rPr lang="en-US" sz="800" dirty="0">
                <a:solidFill>
                  <a:srgbClr val="313131"/>
                </a:solidFill>
              </a:rPr>
              <a:t>@ 2020 Deloitte </a:t>
            </a:r>
            <a:r>
              <a:rPr lang="en-US" sz="800" dirty="0" err="1">
                <a:solidFill>
                  <a:srgbClr val="313131"/>
                </a:solidFill>
              </a:rPr>
              <a:t>Touche</a:t>
            </a:r>
            <a:r>
              <a:rPr lang="en-US" sz="800" dirty="0">
                <a:solidFill>
                  <a:srgbClr val="313131"/>
                </a:solidFill>
              </a:rPr>
              <a:t> Tohmatsu India LLP. All rights reserved</a:t>
            </a:r>
          </a:p>
        </p:txBody>
      </p:sp>
      <p:grpSp>
        <p:nvGrpSpPr>
          <p:cNvPr id="10" name="Group 9">
            <a:extLst>
              <a:ext uri="{FF2B5EF4-FFF2-40B4-BE49-F238E27FC236}">
                <a16:creationId xmlns:a16="http://schemas.microsoft.com/office/drawing/2014/main" id="{1A69D819-7E5F-471A-9FEF-A174CCB5B58F}"/>
              </a:ext>
            </a:extLst>
          </p:cNvPr>
          <p:cNvGrpSpPr/>
          <p:nvPr userDrawn="1"/>
        </p:nvGrpSpPr>
        <p:grpSpPr>
          <a:xfrm>
            <a:off x="-927269" y="0"/>
            <a:ext cx="828582" cy="2738786"/>
            <a:chOff x="-927027" y="0"/>
            <a:chExt cx="828366" cy="2738786"/>
          </a:xfrm>
        </p:grpSpPr>
        <p:sp>
          <p:nvSpPr>
            <p:cNvPr id="11" name="Rectangle 10">
              <a:extLst>
                <a:ext uri="{FF2B5EF4-FFF2-40B4-BE49-F238E27FC236}">
                  <a16:creationId xmlns:a16="http://schemas.microsoft.com/office/drawing/2014/main" id="{38259EAB-76C0-490D-82C5-C8A53109A79D}"/>
                </a:ext>
              </a:extLst>
            </p:cNvPr>
            <p:cNvSpPr/>
            <p:nvPr/>
          </p:nvSpPr>
          <p:spPr>
            <a:xfrm>
              <a:off x="-327261" y="0"/>
              <a:ext cx="228600" cy="228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l"/>
              <a:endParaRPr lang="en-US" sz="2400" dirty="0"/>
            </a:p>
          </p:txBody>
        </p:sp>
        <p:sp>
          <p:nvSpPr>
            <p:cNvPr id="12" name="Rectangle 11">
              <a:extLst>
                <a:ext uri="{FF2B5EF4-FFF2-40B4-BE49-F238E27FC236}">
                  <a16:creationId xmlns:a16="http://schemas.microsoft.com/office/drawing/2014/main" id="{8306CE0E-A9BA-4BB5-BB3E-4E2B7C229CBE}"/>
                </a:ext>
              </a:extLst>
            </p:cNvPr>
            <p:cNvSpPr/>
            <p:nvPr/>
          </p:nvSpPr>
          <p:spPr>
            <a:xfrm>
              <a:off x="-327261" y="313773"/>
              <a:ext cx="228600" cy="228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l"/>
              <a:endParaRPr lang="en-US" sz="2400" dirty="0"/>
            </a:p>
          </p:txBody>
        </p:sp>
        <p:sp>
          <p:nvSpPr>
            <p:cNvPr id="13" name="Rectangle 12">
              <a:extLst>
                <a:ext uri="{FF2B5EF4-FFF2-40B4-BE49-F238E27FC236}">
                  <a16:creationId xmlns:a16="http://schemas.microsoft.com/office/drawing/2014/main" id="{A352AA35-28B2-42CE-8D4B-79651A6C0E2B}"/>
                </a:ext>
              </a:extLst>
            </p:cNvPr>
            <p:cNvSpPr/>
            <p:nvPr/>
          </p:nvSpPr>
          <p:spPr>
            <a:xfrm>
              <a:off x="-327261" y="627546"/>
              <a:ext cx="228600"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l"/>
              <a:endParaRPr lang="en-US" sz="2400" dirty="0"/>
            </a:p>
          </p:txBody>
        </p:sp>
        <p:sp>
          <p:nvSpPr>
            <p:cNvPr id="14" name="Rectangle 13">
              <a:extLst>
                <a:ext uri="{FF2B5EF4-FFF2-40B4-BE49-F238E27FC236}">
                  <a16:creationId xmlns:a16="http://schemas.microsoft.com/office/drawing/2014/main" id="{E2266C9A-6947-4028-BA90-2FAFA8CD2FAB}"/>
                </a:ext>
              </a:extLst>
            </p:cNvPr>
            <p:cNvSpPr/>
            <p:nvPr/>
          </p:nvSpPr>
          <p:spPr>
            <a:xfrm>
              <a:off x="-327261" y="941319"/>
              <a:ext cx="228600" cy="2286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l"/>
              <a:endParaRPr lang="en-US" sz="2400" dirty="0"/>
            </a:p>
          </p:txBody>
        </p:sp>
        <p:sp>
          <p:nvSpPr>
            <p:cNvPr id="15" name="Rectangle 14">
              <a:extLst>
                <a:ext uri="{FF2B5EF4-FFF2-40B4-BE49-F238E27FC236}">
                  <a16:creationId xmlns:a16="http://schemas.microsoft.com/office/drawing/2014/main" id="{C49C8B32-E353-4801-9519-90DCBF2A9946}"/>
                </a:ext>
              </a:extLst>
            </p:cNvPr>
            <p:cNvSpPr/>
            <p:nvPr/>
          </p:nvSpPr>
          <p:spPr>
            <a:xfrm>
              <a:off x="-327261" y="1255092"/>
              <a:ext cx="228600" cy="2286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l"/>
              <a:endParaRPr lang="en-US" sz="2400" dirty="0"/>
            </a:p>
          </p:txBody>
        </p:sp>
        <p:sp>
          <p:nvSpPr>
            <p:cNvPr id="16" name="Rectangle 15">
              <a:extLst>
                <a:ext uri="{FF2B5EF4-FFF2-40B4-BE49-F238E27FC236}">
                  <a16:creationId xmlns:a16="http://schemas.microsoft.com/office/drawing/2014/main" id="{9F30E3D3-C16E-4A29-9847-81E47DCD4641}"/>
                </a:ext>
              </a:extLst>
            </p:cNvPr>
            <p:cNvSpPr/>
            <p:nvPr/>
          </p:nvSpPr>
          <p:spPr>
            <a:xfrm>
              <a:off x="-329669" y="1568865"/>
              <a:ext cx="228600" cy="2286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l"/>
              <a:endParaRPr lang="en-US" sz="2400" dirty="0"/>
            </a:p>
          </p:txBody>
        </p:sp>
        <p:sp>
          <p:nvSpPr>
            <p:cNvPr id="17" name="Rectangle 16">
              <a:extLst>
                <a:ext uri="{FF2B5EF4-FFF2-40B4-BE49-F238E27FC236}">
                  <a16:creationId xmlns:a16="http://schemas.microsoft.com/office/drawing/2014/main" id="{C705ABBC-1660-40FB-AB7E-1CF7B868F8FA}"/>
                </a:ext>
              </a:extLst>
            </p:cNvPr>
            <p:cNvSpPr/>
            <p:nvPr/>
          </p:nvSpPr>
          <p:spPr>
            <a:xfrm>
              <a:off x="-329669" y="1882638"/>
              <a:ext cx="228600" cy="228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l"/>
              <a:endParaRPr lang="en-US" sz="2400" dirty="0"/>
            </a:p>
          </p:txBody>
        </p:sp>
        <p:sp>
          <p:nvSpPr>
            <p:cNvPr id="18" name="Rectangle 17">
              <a:extLst>
                <a:ext uri="{FF2B5EF4-FFF2-40B4-BE49-F238E27FC236}">
                  <a16:creationId xmlns:a16="http://schemas.microsoft.com/office/drawing/2014/main" id="{796FB4BF-6E68-4A07-8390-B6589FDBB2BB}"/>
                </a:ext>
              </a:extLst>
            </p:cNvPr>
            <p:cNvSpPr/>
            <p:nvPr/>
          </p:nvSpPr>
          <p:spPr>
            <a:xfrm>
              <a:off x="-329669" y="2196411"/>
              <a:ext cx="228600" cy="228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l"/>
              <a:endParaRPr lang="en-US" sz="2400" dirty="0"/>
            </a:p>
          </p:txBody>
        </p:sp>
        <p:sp>
          <p:nvSpPr>
            <p:cNvPr id="19" name="Rectangle 18">
              <a:extLst>
                <a:ext uri="{FF2B5EF4-FFF2-40B4-BE49-F238E27FC236}">
                  <a16:creationId xmlns:a16="http://schemas.microsoft.com/office/drawing/2014/main" id="{3903E0B2-98E5-492D-9B04-04AB9DD0CF7D}"/>
                </a:ext>
              </a:extLst>
            </p:cNvPr>
            <p:cNvSpPr/>
            <p:nvPr/>
          </p:nvSpPr>
          <p:spPr>
            <a:xfrm>
              <a:off x="-329669" y="2510186"/>
              <a:ext cx="228600" cy="228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l"/>
              <a:endParaRPr lang="en-US" sz="2400" dirty="0"/>
            </a:p>
          </p:txBody>
        </p:sp>
        <p:sp>
          <p:nvSpPr>
            <p:cNvPr id="20" name="Rectangle 19">
              <a:extLst>
                <a:ext uri="{FF2B5EF4-FFF2-40B4-BE49-F238E27FC236}">
                  <a16:creationId xmlns:a16="http://schemas.microsoft.com/office/drawing/2014/main" id="{5E1CE63F-A74D-4A52-A439-6C95E494318A}"/>
                </a:ext>
              </a:extLst>
            </p:cNvPr>
            <p:cNvSpPr/>
            <p:nvPr userDrawn="1"/>
          </p:nvSpPr>
          <p:spPr>
            <a:xfrm>
              <a:off x="-627144" y="0"/>
              <a:ext cx="228600" cy="228600"/>
            </a:xfrm>
            <a:prstGeom prst="rect">
              <a:avLst/>
            </a:prstGeom>
            <a:solidFill>
              <a:srgbClr val="046138"/>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l"/>
              <a:endParaRPr lang="en-US" sz="2400" dirty="0"/>
            </a:p>
          </p:txBody>
        </p:sp>
        <p:sp>
          <p:nvSpPr>
            <p:cNvPr id="21" name="Rectangle 20">
              <a:extLst>
                <a:ext uri="{FF2B5EF4-FFF2-40B4-BE49-F238E27FC236}">
                  <a16:creationId xmlns:a16="http://schemas.microsoft.com/office/drawing/2014/main" id="{687ECA58-BC39-4AA8-9FC8-4B6958CC2D6C}"/>
                </a:ext>
              </a:extLst>
            </p:cNvPr>
            <p:cNvSpPr/>
            <p:nvPr userDrawn="1"/>
          </p:nvSpPr>
          <p:spPr>
            <a:xfrm>
              <a:off x="-927027" y="3176"/>
              <a:ext cx="228600" cy="228600"/>
            </a:xfrm>
            <a:prstGeom prst="rect">
              <a:avLst/>
            </a:prstGeom>
            <a:solidFill>
              <a:srgbClr val="ACE5C4"/>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l"/>
              <a:endParaRPr lang="en-US" sz="2400" dirty="0"/>
            </a:p>
          </p:txBody>
        </p:sp>
        <p:sp>
          <p:nvSpPr>
            <p:cNvPr id="22" name="Rectangle 21">
              <a:extLst>
                <a:ext uri="{FF2B5EF4-FFF2-40B4-BE49-F238E27FC236}">
                  <a16:creationId xmlns:a16="http://schemas.microsoft.com/office/drawing/2014/main" id="{32E6523A-833A-44A0-AF80-E579D7CAD046}"/>
                </a:ext>
              </a:extLst>
            </p:cNvPr>
            <p:cNvSpPr/>
            <p:nvPr userDrawn="1"/>
          </p:nvSpPr>
          <p:spPr>
            <a:xfrm>
              <a:off x="-627144" y="313773"/>
              <a:ext cx="228600" cy="228600"/>
            </a:xfrm>
            <a:prstGeom prst="rect">
              <a:avLst/>
            </a:prstGeom>
            <a:solidFill>
              <a:srgbClr val="00008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l"/>
              <a:endParaRPr lang="en-US" sz="2400" dirty="0"/>
            </a:p>
          </p:txBody>
        </p:sp>
        <p:sp>
          <p:nvSpPr>
            <p:cNvPr id="23" name="Rectangle 22">
              <a:extLst>
                <a:ext uri="{FF2B5EF4-FFF2-40B4-BE49-F238E27FC236}">
                  <a16:creationId xmlns:a16="http://schemas.microsoft.com/office/drawing/2014/main" id="{7F5989FE-CAD9-462D-9BA6-0F7ED3FFA942}"/>
                </a:ext>
              </a:extLst>
            </p:cNvPr>
            <p:cNvSpPr/>
            <p:nvPr userDrawn="1"/>
          </p:nvSpPr>
          <p:spPr>
            <a:xfrm>
              <a:off x="-927027" y="313773"/>
              <a:ext cx="228600" cy="228600"/>
            </a:xfrm>
            <a:prstGeom prst="rect">
              <a:avLst/>
            </a:prstGeom>
            <a:solidFill>
              <a:srgbClr val="C1D8F7"/>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l"/>
              <a:endParaRPr lang="en-US" sz="2400" dirty="0"/>
            </a:p>
          </p:txBody>
        </p:sp>
      </p:grpSp>
    </p:spTree>
    <p:extLst>
      <p:ext uri="{BB962C8B-B14F-4D97-AF65-F5344CB8AC3E}">
        <p14:creationId xmlns:p14="http://schemas.microsoft.com/office/powerpoint/2010/main" val="924606110"/>
      </p:ext>
    </p:extLst>
  </p:cSld>
  <p:clrMap bg1="lt1" tx1="dk1" bg2="lt2" tx2="dk2" accent1="accent1" accent2="accent2" accent3="accent3" accent4="accent4" accent5="accent5" accent6="accent6" hlink="hlink" folHlink="folHlink"/>
  <p:sldLayoutIdLst>
    <p:sldLayoutId id="2147483846" r:id="rId1"/>
    <p:sldLayoutId id="2147483847" r:id="rId2"/>
    <p:sldLayoutId id="2147483848" r:id="rId3"/>
    <p:sldLayoutId id="2147483849" r:id="rId4"/>
  </p:sldLayoutIdLst>
  <p:hf hdr="0" ftr="0" dt="0"/>
  <p:txStyles>
    <p:titleStyle>
      <a:lvl1pPr algn="l" defTabSz="914400" rtl="0" eaLnBrk="1" latinLnBrk="0" hangingPunct="1">
        <a:lnSpc>
          <a:spcPct val="100000"/>
        </a:lnSpc>
        <a:spcBef>
          <a:spcPct val="0"/>
        </a:spcBef>
        <a:buNone/>
        <a:defRPr sz="2400" b="1" kern="1200" baseline="0">
          <a:solidFill>
            <a:schemeClr val="tx1"/>
          </a:solidFill>
          <a:latin typeface="Segoe UI" panose="020B0502040204020203" pitchFamily="34" charset="0"/>
          <a:ea typeface="+mj-ea"/>
          <a:cs typeface="+mj-cs"/>
          <a:sym typeface="Segoe UI" panose="020B0502040204020203" pitchFamily="34" charset="0"/>
        </a:defRPr>
      </a:lvl1pPr>
    </p:titleStyle>
    <p:bodyStyle>
      <a:lvl1pPr marL="227013" indent="-227013" algn="l" defTabSz="914400" rtl="0" eaLnBrk="1" latinLnBrk="0" hangingPunct="1">
        <a:lnSpc>
          <a:spcPct val="100000"/>
        </a:lnSpc>
        <a:spcBef>
          <a:spcPts val="1500"/>
        </a:spcBef>
        <a:buClr>
          <a:schemeClr val="tx1"/>
        </a:buClr>
        <a:buSzPct val="100000"/>
        <a:buFont typeface="Manulife JH Sans" panose="020B0604020202020204" pitchFamily="34" charset="0"/>
        <a:buChar char="•"/>
        <a:defRPr sz="2000" kern="1200">
          <a:solidFill>
            <a:schemeClr val="tx1"/>
          </a:solidFill>
          <a:latin typeface="Segoe UI" panose="020B0502040204020203" pitchFamily="34" charset="0"/>
          <a:ea typeface="+mn-ea"/>
          <a:cs typeface="+mn-cs"/>
          <a:sym typeface="Segoe UI" panose="020B0502040204020203" pitchFamily="34" charset="0"/>
        </a:defRPr>
      </a:lvl1pPr>
      <a:lvl2pPr marL="576072" indent="-237744" algn="l" defTabSz="914400" rtl="0" eaLnBrk="1" latinLnBrk="0" hangingPunct="1">
        <a:lnSpc>
          <a:spcPct val="100000"/>
        </a:lnSpc>
        <a:spcBef>
          <a:spcPts val="1000"/>
        </a:spcBef>
        <a:buClr>
          <a:schemeClr val="tx1"/>
        </a:buClr>
        <a:buSzPct val="100000"/>
        <a:buFont typeface="Manulife JH Sans" panose="020B0604020202020204" pitchFamily="34" charset="0"/>
        <a:buChar char="•"/>
        <a:defRPr sz="1800" kern="1200">
          <a:solidFill>
            <a:schemeClr val="tx1"/>
          </a:solidFill>
          <a:latin typeface="Segoe UI" panose="020B0502040204020203" pitchFamily="34" charset="0"/>
          <a:ea typeface="+mn-ea"/>
          <a:cs typeface="+mn-cs"/>
          <a:sym typeface="Segoe UI" panose="020B0502040204020203" pitchFamily="34" charset="0"/>
        </a:defRPr>
      </a:lvl2pPr>
      <a:lvl3pPr marL="914400" indent="-228600" algn="l" defTabSz="914400" rtl="0" eaLnBrk="1" latinLnBrk="0" hangingPunct="1">
        <a:lnSpc>
          <a:spcPct val="100000"/>
        </a:lnSpc>
        <a:spcBef>
          <a:spcPts val="800"/>
        </a:spcBef>
        <a:buClr>
          <a:schemeClr val="tx1"/>
        </a:buClr>
        <a:buSzPct val="100000"/>
        <a:buFont typeface="Manulife JH Sans" panose="020B0604020202020204" pitchFamily="34" charset="0"/>
        <a:buChar char="•"/>
        <a:defRPr sz="1600" kern="1200">
          <a:solidFill>
            <a:schemeClr val="tx1"/>
          </a:solidFill>
          <a:latin typeface="Segoe UI" panose="020B0502040204020203" pitchFamily="34" charset="0"/>
          <a:ea typeface="+mn-ea"/>
          <a:cs typeface="+mn-cs"/>
          <a:sym typeface="Segoe UI" panose="020B0502040204020203" pitchFamily="34" charset="0"/>
        </a:defRPr>
      </a:lvl3pPr>
      <a:lvl4pPr marL="1252728" indent="-237744" algn="l" defTabSz="914400" rtl="0" eaLnBrk="1" latinLnBrk="0" hangingPunct="1">
        <a:lnSpc>
          <a:spcPct val="100000"/>
        </a:lnSpc>
        <a:spcBef>
          <a:spcPts val="600"/>
        </a:spcBef>
        <a:buClr>
          <a:schemeClr val="tx1"/>
        </a:buClr>
        <a:buSzPct val="100000"/>
        <a:buFont typeface="Manulife JH Sans" panose="020B0604020202020204" pitchFamily="34" charset="0"/>
        <a:buChar char="•"/>
        <a:defRPr sz="1400" kern="1200">
          <a:solidFill>
            <a:schemeClr val="tx1"/>
          </a:solidFill>
          <a:latin typeface="Segoe UI" panose="020B0502040204020203" pitchFamily="34" charset="0"/>
          <a:ea typeface="+mn-ea"/>
          <a:cs typeface="+mn-cs"/>
          <a:sym typeface="Segoe UI" panose="020B0502040204020203" pitchFamily="34" charset="0"/>
        </a:defRPr>
      </a:lvl4pPr>
      <a:lvl5pPr marL="1598613" indent="-228600" algn="l" defTabSz="914400" rtl="0" eaLnBrk="1" latinLnBrk="0" hangingPunct="1">
        <a:lnSpc>
          <a:spcPct val="100000"/>
        </a:lnSpc>
        <a:spcBef>
          <a:spcPts val="600"/>
        </a:spcBef>
        <a:buClr>
          <a:schemeClr val="tx1"/>
        </a:buClr>
        <a:buSzPct val="100000"/>
        <a:buFont typeface="Manulife JH Sans" panose="020B0604020202020204" pitchFamily="34" charset="0"/>
        <a:buChar char="•"/>
        <a:defRPr sz="1400" kern="1200">
          <a:solidFill>
            <a:schemeClr val="tx1"/>
          </a:solidFill>
          <a:latin typeface="Segoe UI" panose="020B0502040204020203" pitchFamily="34" charset="0"/>
          <a:ea typeface="+mn-ea"/>
          <a:cs typeface="+mn-cs"/>
          <a:sym typeface="Segoe UI" panose="020B0502040204020203" pitchFamily="34" charset="0"/>
        </a:defRPr>
      </a:lvl5pPr>
      <a:lvl6pPr marL="1598613" indent="-228600" algn="l" defTabSz="914400" rtl="0" eaLnBrk="1" latinLnBrk="0" hangingPunct="1">
        <a:lnSpc>
          <a:spcPct val="100000"/>
        </a:lnSpc>
        <a:spcBef>
          <a:spcPts val="600"/>
        </a:spcBef>
        <a:buClr>
          <a:schemeClr val="tx1"/>
        </a:buClr>
        <a:buSzPct val="100000"/>
        <a:buFont typeface="Manulife JH Sans" panose="020B0604020202020204" pitchFamily="34" charset="0"/>
        <a:buChar char="•"/>
        <a:defRPr sz="1400" kern="1200">
          <a:solidFill>
            <a:schemeClr val="tx1"/>
          </a:solidFill>
          <a:latin typeface="Segoe UI" panose="020B0502040204020203" pitchFamily="34" charset="0"/>
          <a:ea typeface="+mn-ea"/>
          <a:cs typeface="+mn-cs"/>
          <a:sym typeface="Segoe UI" panose="020B0502040204020203" pitchFamily="34" charset="0"/>
        </a:defRPr>
      </a:lvl6pPr>
      <a:lvl7pPr marL="1598613" indent="-228600" algn="l" defTabSz="914400" rtl="0" eaLnBrk="1" latinLnBrk="0" hangingPunct="1">
        <a:lnSpc>
          <a:spcPct val="100000"/>
        </a:lnSpc>
        <a:spcBef>
          <a:spcPts val="600"/>
        </a:spcBef>
        <a:buClr>
          <a:schemeClr val="tx1"/>
        </a:buClr>
        <a:buSzPct val="100000"/>
        <a:buFont typeface="Manulife JH Sans" panose="020B0604020202020204" pitchFamily="34" charset="0"/>
        <a:buChar char="•"/>
        <a:defRPr sz="1400" kern="1200">
          <a:solidFill>
            <a:schemeClr val="tx1"/>
          </a:solidFill>
          <a:latin typeface="Segoe UI" panose="020B0502040204020203" pitchFamily="34" charset="0"/>
          <a:ea typeface="+mn-ea"/>
          <a:cs typeface="+mn-cs"/>
          <a:sym typeface="Segoe UI" panose="020B0502040204020203" pitchFamily="34" charset="0"/>
        </a:defRPr>
      </a:lvl7pPr>
      <a:lvl8pPr marL="1598613" indent="-228600" algn="l" defTabSz="914400" rtl="0" eaLnBrk="1" latinLnBrk="0" hangingPunct="1">
        <a:lnSpc>
          <a:spcPct val="100000"/>
        </a:lnSpc>
        <a:spcBef>
          <a:spcPts val="600"/>
        </a:spcBef>
        <a:buClr>
          <a:schemeClr val="tx1"/>
        </a:buClr>
        <a:buSzPct val="100000"/>
        <a:buFont typeface="Manulife JH Sans" panose="020B0604020202020204" pitchFamily="34" charset="0"/>
        <a:buChar char="•"/>
        <a:defRPr sz="1400" kern="1200">
          <a:solidFill>
            <a:schemeClr val="tx1"/>
          </a:solidFill>
          <a:latin typeface="Segoe UI" panose="020B0502040204020203" pitchFamily="34" charset="0"/>
          <a:ea typeface="+mn-ea"/>
          <a:cs typeface="+mn-cs"/>
          <a:sym typeface="Segoe UI" panose="020B0502040204020203" pitchFamily="34" charset="0"/>
        </a:defRPr>
      </a:lvl8pPr>
      <a:lvl9pPr marL="1598613" indent="-228600" algn="l" defTabSz="914400" rtl="0" eaLnBrk="1" latinLnBrk="0" hangingPunct="1">
        <a:lnSpc>
          <a:spcPct val="100000"/>
        </a:lnSpc>
        <a:spcBef>
          <a:spcPts val="600"/>
        </a:spcBef>
        <a:buClr>
          <a:schemeClr val="tx1"/>
        </a:buClr>
        <a:buSzPct val="100000"/>
        <a:buFont typeface="Manulife JH Sans" panose="020B0604020202020204" pitchFamily="34" charset="0"/>
        <a:buChar char="•"/>
        <a:defRPr sz="1400" kern="1200">
          <a:solidFill>
            <a:schemeClr val="tx1"/>
          </a:solidFill>
          <a:latin typeface="Segoe UI" panose="020B0502040204020203" pitchFamily="34" charset="0"/>
          <a:ea typeface="+mn-ea"/>
          <a:cs typeface="+mn-cs"/>
          <a:sym typeface="Segoe UI" panose="020B0502040204020203" pitchFamily="34" charset="0"/>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39">
          <p15:clr>
            <a:srgbClr val="F26B43"/>
          </p15:clr>
        </p15:guide>
        <p15:guide id="3" pos="287">
          <p15:clr>
            <a:srgbClr val="F26B43"/>
          </p15:clr>
        </p15:guide>
        <p15:guide id="4" pos="7391">
          <p15:clr>
            <a:srgbClr val="F26B43"/>
          </p15:clr>
        </p15:guide>
        <p15:guide id="5" orient="horz" pos="4128">
          <p15:clr>
            <a:srgbClr val="F26B43"/>
          </p15:clr>
        </p15:guide>
        <p15:guide id="6" orient="horz" pos="288">
          <p15:clr>
            <a:srgbClr val="F26B43"/>
          </p15:clr>
        </p15:guide>
        <p15:guide id="7" orient="horz" pos="8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3.xml"/><Relationship Id="rId1" Type="http://schemas.openxmlformats.org/officeDocument/2006/relationships/tags" Target="../tags/tag12.xml"/><Relationship Id="rId4" Type="http://schemas.openxmlformats.org/officeDocument/2006/relationships/image" Target="../media/image9.em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3.xml"/><Relationship Id="rId1" Type="http://schemas.openxmlformats.org/officeDocument/2006/relationships/tags" Target="../tags/tag13.xml"/><Relationship Id="rId4" Type="http://schemas.openxmlformats.org/officeDocument/2006/relationships/image" Target="../media/image9.emf"/></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6.emf"/><Relationship Id="rId5" Type="http://schemas.openxmlformats.org/officeDocument/2006/relationships/oleObject" Target="../embeddings/oleObject9.bin"/><Relationship Id="rId4"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6.emf"/><Relationship Id="rId5" Type="http://schemas.openxmlformats.org/officeDocument/2006/relationships/oleObject" Target="../embeddings/oleObject9.bin"/><Relationship Id="rId4"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6.emf"/><Relationship Id="rId5" Type="http://schemas.openxmlformats.org/officeDocument/2006/relationships/oleObject" Target="../embeddings/oleObject9.bin"/><Relationship Id="rId4"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image" Target="../media/image6.emf"/><Relationship Id="rId5" Type="http://schemas.openxmlformats.org/officeDocument/2006/relationships/oleObject" Target="../embeddings/oleObject9.bin"/><Relationship Id="rId4"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6.xml"/><Relationship Id="rId1" Type="http://schemas.openxmlformats.org/officeDocument/2006/relationships/tags" Target="../tags/tag22.xml"/><Relationship Id="rId4" Type="http://schemas.openxmlformats.org/officeDocument/2006/relationships/image" Target="../media/image9.emf"/></Relationships>
</file>

<file path=ppt/slides/_rels/slide11.xml.rels><?xml version="1.0" encoding="UTF-8" standalone="yes"?>
<Relationships xmlns="http://schemas.openxmlformats.org/package/2006/relationships"><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image" Target="../media/image9.emf"/><Relationship Id="rId5" Type="http://schemas.openxmlformats.org/officeDocument/2006/relationships/oleObject" Target="../embeddings/oleObject10.bin"/><Relationship Id="rId4"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tags" Target="../tags/tag27.xml"/><Relationship Id="rId1" Type="http://schemas.openxmlformats.org/officeDocument/2006/relationships/tags" Target="../tags/tag26.xml"/><Relationship Id="rId5" Type="http://schemas.openxmlformats.org/officeDocument/2006/relationships/image" Target="../media/image9.emf"/><Relationship Id="rId4" Type="http://schemas.openxmlformats.org/officeDocument/2006/relationships/oleObject" Target="../embeddings/oleObject10.bin"/></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6.xml"/><Relationship Id="rId1" Type="http://schemas.openxmlformats.org/officeDocument/2006/relationships/tags" Target="../tags/tag28.xml"/><Relationship Id="rId4" Type="http://schemas.openxmlformats.org/officeDocument/2006/relationships/image" Target="../media/image9.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5.xml"/><Relationship Id="rId1" Type="http://schemas.openxmlformats.org/officeDocument/2006/relationships/tags" Target="../tags/tag29.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329F5621-6D04-40C2-A43B-D9EA7679356E}"/>
              </a:ext>
            </a:extLst>
          </p:cNvPr>
          <p:cNvSpPr>
            <a:spLocks noGrp="1"/>
          </p:cNvSpPr>
          <p:nvPr>
            <p:ph type="subTitle" idx="1"/>
          </p:nvPr>
        </p:nvSpPr>
        <p:spPr>
          <a:xfrm>
            <a:off x="469900" y="4752442"/>
            <a:ext cx="8120160" cy="1261102"/>
          </a:xfrm>
        </p:spPr>
        <p:txBody>
          <a:bodyPr/>
          <a:lstStyle/>
          <a:p>
            <a:r>
              <a:rPr lang="en-US" sz="2400" dirty="0">
                <a:latin typeface="+mj-lt"/>
                <a:cs typeface="Segoe UI" panose="020B0502040204020203" pitchFamily="34" charset="0"/>
              </a:rPr>
              <a:t>NTPC Strategy 2025 : </a:t>
            </a:r>
            <a:r>
              <a:rPr lang="en-US" sz="2400" b="0" dirty="0">
                <a:latin typeface="+mj-lt"/>
                <a:cs typeface="Segoe UI" panose="020B0502040204020203" pitchFamily="34" charset="0"/>
              </a:rPr>
              <a:t>Project Kickoff</a:t>
            </a:r>
          </a:p>
          <a:p>
            <a:endParaRPr lang="en-US" sz="400" b="0" dirty="0">
              <a:latin typeface="+mj-lt"/>
              <a:cs typeface="Segoe UI" panose="020B0502040204020203" pitchFamily="34" charset="0"/>
            </a:endParaRPr>
          </a:p>
          <a:p>
            <a:pPr>
              <a:spcBef>
                <a:spcPts val="600"/>
              </a:spcBef>
            </a:pPr>
            <a:r>
              <a:rPr lang="en-US" sz="1600" b="0" dirty="0">
                <a:latin typeface="+mj-lt"/>
                <a:cs typeface="Segoe UI" panose="020B0502040204020203" pitchFamily="34" charset="0"/>
              </a:rPr>
              <a:t>NTPC Limited</a:t>
            </a:r>
            <a:endParaRPr lang="en-US" b="0" dirty="0">
              <a:latin typeface="+mj-lt"/>
              <a:cs typeface="Segoe UI" panose="020B0502040204020203" pitchFamily="34" charset="0"/>
            </a:endParaRPr>
          </a:p>
        </p:txBody>
      </p:sp>
      <p:sp>
        <p:nvSpPr>
          <p:cNvPr id="3" name="Text Placeholder 2">
            <a:extLst>
              <a:ext uri="{FF2B5EF4-FFF2-40B4-BE49-F238E27FC236}">
                <a16:creationId xmlns:a16="http://schemas.microsoft.com/office/drawing/2014/main" id="{20C085DD-3FC6-4782-B0C0-71343217CA50}"/>
              </a:ext>
            </a:extLst>
          </p:cNvPr>
          <p:cNvSpPr>
            <a:spLocks noGrp="1"/>
          </p:cNvSpPr>
          <p:nvPr>
            <p:ph type="body" sz="quarter" idx="10"/>
          </p:nvPr>
        </p:nvSpPr>
        <p:spPr>
          <a:xfrm>
            <a:off x="475200" y="6196048"/>
            <a:ext cx="5594349" cy="298451"/>
          </a:xfrm>
        </p:spPr>
        <p:txBody>
          <a:bodyPr/>
          <a:lstStyle/>
          <a:p>
            <a:pPr marL="0" indent="0">
              <a:buNone/>
            </a:pPr>
            <a:r>
              <a:rPr lang="en-US" sz="1100" i="1" dirty="0">
                <a:latin typeface="+mj-lt"/>
                <a:cs typeface="Segoe UI" panose="020B0502040204020203" pitchFamily="34" charset="0"/>
              </a:rPr>
              <a:t>July 20</a:t>
            </a:r>
            <a:r>
              <a:rPr lang="en-US" sz="1100" i="1" baseline="30000" dirty="0">
                <a:latin typeface="+mj-lt"/>
                <a:cs typeface="Segoe UI" panose="020B0502040204020203" pitchFamily="34" charset="0"/>
              </a:rPr>
              <a:t>th</a:t>
            </a:r>
            <a:r>
              <a:rPr lang="en-US" sz="1100" i="1" dirty="0">
                <a:latin typeface="+mj-lt"/>
                <a:cs typeface="Segoe UI" panose="020B0502040204020203" pitchFamily="34" charset="0"/>
              </a:rPr>
              <a:t>, 2020</a:t>
            </a:r>
          </a:p>
        </p:txBody>
      </p:sp>
      <p:sp>
        <p:nvSpPr>
          <p:cNvPr id="6" name="Rectangle 5"/>
          <p:cNvSpPr/>
          <p:nvPr/>
        </p:nvSpPr>
        <p:spPr>
          <a:xfrm>
            <a:off x="469900" y="6511928"/>
            <a:ext cx="3505646"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dirty="0">
                <a:ln>
                  <a:noFill/>
                </a:ln>
                <a:solidFill>
                  <a:schemeClr val="bg1"/>
                </a:solidFill>
                <a:effectLst/>
                <a:uLnTx/>
                <a:uFillTx/>
                <a:latin typeface="Segoe UI" panose="020B0502040204020203" pitchFamily="34" charset="0"/>
                <a:ea typeface="+mn-ea"/>
                <a:cs typeface="Segoe UI" panose="020B0502040204020203" pitchFamily="34" charset="0"/>
              </a:rPr>
              <a:t>© 2020. For information, contact Deloitte Touche </a:t>
            </a:r>
            <a:r>
              <a:rPr kumimoji="0" lang="fr-FR" sz="800" b="0" i="0" u="none" strike="noStrike" kern="1200" cap="none" spc="0" normalizeH="0" baseline="0" noProof="0" dirty="0" err="1">
                <a:ln>
                  <a:noFill/>
                </a:ln>
                <a:solidFill>
                  <a:schemeClr val="bg1"/>
                </a:solidFill>
                <a:effectLst/>
                <a:uLnTx/>
                <a:uFillTx/>
                <a:latin typeface="Segoe UI" panose="020B0502040204020203" pitchFamily="34" charset="0"/>
                <a:ea typeface="+mn-ea"/>
                <a:cs typeface="Segoe UI" panose="020B0502040204020203" pitchFamily="34" charset="0"/>
              </a:rPr>
              <a:t>Tohmatsu</a:t>
            </a:r>
            <a:r>
              <a:rPr kumimoji="0" lang="fr-FR" sz="800" b="0" i="0" u="none" strike="noStrike" kern="1200" cap="none" spc="0" normalizeH="0" baseline="0" noProof="0" dirty="0">
                <a:ln>
                  <a:noFill/>
                </a:ln>
                <a:solidFill>
                  <a:schemeClr val="bg1"/>
                </a:solidFill>
                <a:effectLst/>
                <a:uLnTx/>
                <a:uFillTx/>
                <a:latin typeface="Segoe UI" panose="020B0502040204020203" pitchFamily="34" charset="0"/>
                <a:ea typeface="+mn-ea"/>
                <a:cs typeface="Segoe UI" panose="020B0502040204020203" pitchFamily="34" charset="0"/>
              </a:rPr>
              <a:t> India</a:t>
            </a:r>
            <a:r>
              <a:rPr kumimoji="0" lang="fr-FR" sz="800" b="0" i="0" u="none" strike="noStrike" kern="1200" cap="none" spc="0" normalizeH="0" noProof="0" dirty="0">
                <a:ln>
                  <a:noFill/>
                </a:ln>
                <a:solidFill>
                  <a:schemeClr val="bg1"/>
                </a:solidFill>
                <a:effectLst/>
                <a:uLnTx/>
                <a:uFillTx/>
                <a:latin typeface="Segoe UI" panose="020B0502040204020203" pitchFamily="34" charset="0"/>
                <a:ea typeface="+mn-ea"/>
                <a:cs typeface="Segoe UI" panose="020B0502040204020203" pitchFamily="34" charset="0"/>
              </a:rPr>
              <a:t> LLP</a:t>
            </a:r>
            <a:endParaRPr kumimoji="0" lang="fr-FR" sz="800" b="0" i="0" u="none" strike="noStrike" kern="1200" cap="none" spc="0" normalizeH="0" baseline="0" noProof="0" dirty="0">
              <a:ln>
                <a:noFill/>
              </a:ln>
              <a:solidFill>
                <a:schemeClr val="bg1"/>
              </a:solidFill>
              <a:effectLst/>
              <a:uLnTx/>
              <a:uFillTx/>
              <a:latin typeface="Segoe UI" panose="020B0502040204020203" pitchFamily="34" charset="0"/>
              <a:ea typeface="+mn-ea"/>
              <a:cs typeface="Segoe UI" panose="020B0502040204020203" pitchFamily="34" charset="0"/>
            </a:endParaRPr>
          </a:p>
        </p:txBody>
      </p:sp>
      <p:sp>
        <p:nvSpPr>
          <p:cNvPr id="8" name="Rectangle 7"/>
          <p:cNvSpPr/>
          <p:nvPr/>
        </p:nvSpPr>
        <p:spPr bwMode="gray">
          <a:xfrm>
            <a:off x="4816348" y="0"/>
            <a:ext cx="2017268" cy="453266"/>
          </a:xfrm>
          <a:prstGeom prst="rect">
            <a:avLst/>
          </a:prstGeom>
          <a:solidFill>
            <a:srgbClr val="FFFF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i="1" dirty="0">
                <a:solidFill>
                  <a:srgbClr val="FF0000"/>
                </a:solidFill>
                <a:latin typeface="Segoe UI" panose="020B0502040204020203" pitchFamily="34" charset="0"/>
                <a:cs typeface="Segoe UI" panose="020B0502040204020203" pitchFamily="34" charset="0"/>
              </a:rPr>
              <a:t>Draft for discussion</a:t>
            </a:r>
          </a:p>
        </p:txBody>
      </p:sp>
      <p:pic>
        <p:nvPicPr>
          <p:cNvPr id="9" name="Picture Placeholder 8"/>
          <p:cNvPicPr>
            <a:picLocks noGrp="1" noChangeAspect="1"/>
          </p:cNvPicPr>
          <p:nvPr>
            <p:ph type="pic" sz="quarter" idx="11"/>
          </p:nvPr>
        </p:nvPicPr>
        <p:blipFill>
          <a:blip r:embed="rId3" cstate="print">
            <a:extLst>
              <a:ext uri="{28A0092B-C50C-407E-A947-70E740481C1C}">
                <a14:useLocalDpi xmlns:a14="http://schemas.microsoft.com/office/drawing/2010/main" val="0"/>
              </a:ext>
            </a:extLst>
          </a:blip>
          <a:stretch>
            <a:fillRect/>
          </a:stretch>
        </p:blipFill>
        <p:spPr>
          <a:xfrm>
            <a:off x="3760770" y="896341"/>
            <a:ext cx="4128423" cy="4126704"/>
          </a:xfrm>
        </p:spPr>
      </p:pic>
    </p:spTree>
    <p:extLst>
      <p:ext uri="{BB962C8B-B14F-4D97-AF65-F5344CB8AC3E}">
        <p14:creationId xmlns:p14="http://schemas.microsoft.com/office/powerpoint/2010/main" val="16936298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Our team today….</a:t>
            </a:r>
            <a:endParaRPr lang="en-IN" dirty="0"/>
          </a:p>
        </p:txBody>
      </p:sp>
      <p:sp>
        <p:nvSpPr>
          <p:cNvPr id="3" name="Rectangle 2"/>
          <p:cNvSpPr/>
          <p:nvPr/>
        </p:nvSpPr>
        <p:spPr bwMode="gray">
          <a:xfrm>
            <a:off x="2595228" y="2356251"/>
            <a:ext cx="6696744" cy="1224136"/>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To be updated later</a:t>
            </a:r>
            <a:endParaRPr lang="en-IN" sz="1600" b="1" dirty="0">
              <a:solidFill>
                <a:schemeClr val="bg1"/>
              </a:solidFill>
            </a:endParaRPr>
          </a:p>
        </p:txBody>
      </p:sp>
      <p:sp>
        <p:nvSpPr>
          <p:cNvPr id="14" name="Rounded Rectangle 13"/>
          <p:cNvSpPr/>
          <p:nvPr/>
        </p:nvSpPr>
        <p:spPr bwMode="gray">
          <a:xfrm>
            <a:off x="4969040" y="49119"/>
            <a:ext cx="1732971" cy="289640"/>
          </a:xfrm>
          <a:prstGeom prst="roundRect">
            <a:avLst/>
          </a:prstGeom>
          <a:solidFill>
            <a:srgbClr val="DA291C"/>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noProof="0" dirty="0">
                <a:solidFill>
                  <a:schemeClr val="bg1"/>
                </a:solidFill>
              </a:rPr>
              <a:t>WIP</a:t>
            </a:r>
            <a:endParaRPr lang="en-IN" sz="1600" b="1" noProof="0" dirty="0" err="1">
              <a:solidFill>
                <a:schemeClr val="bg1"/>
              </a:solidFill>
            </a:endParaRPr>
          </a:p>
        </p:txBody>
      </p:sp>
    </p:spTree>
    <p:extLst>
      <p:ext uri="{BB962C8B-B14F-4D97-AF65-F5344CB8AC3E}">
        <p14:creationId xmlns:p14="http://schemas.microsoft.com/office/powerpoint/2010/main" val="3672534623"/>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Object 2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470" imgH="469" progId="TCLayout.ActiveDocument.1">
                  <p:embed/>
                </p:oleObj>
              </mc:Choice>
              <mc:Fallback>
                <p:oleObj name="think-cell Slide" r:id="rId3" imgW="470" imgH="469" progId="TCLayout.ActiveDocument.1">
                  <p:embed/>
                  <p:pic>
                    <p:nvPicPr>
                      <p:cNvPr id="23" name="Object 2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Title 4"/>
          <p:cNvSpPr>
            <a:spLocks noGrp="1"/>
          </p:cNvSpPr>
          <p:nvPr>
            <p:ph type="title"/>
          </p:nvPr>
        </p:nvSpPr>
        <p:spPr/>
        <p:txBody>
          <a:bodyPr/>
          <a:lstStyle/>
          <a:p>
            <a:r>
              <a:rPr lang="en-US" sz="3600" dirty="0"/>
              <a:t>Agenda</a:t>
            </a:r>
          </a:p>
        </p:txBody>
      </p:sp>
      <p:cxnSp>
        <p:nvCxnSpPr>
          <p:cNvPr id="11" name="Straight Connector 10"/>
          <p:cNvCxnSpPr/>
          <p:nvPr/>
        </p:nvCxnSpPr>
        <p:spPr>
          <a:xfrm flipV="1">
            <a:off x="496442" y="4262459"/>
            <a:ext cx="10289242" cy="0"/>
          </a:xfrm>
          <a:prstGeom prst="line">
            <a:avLst/>
          </a:prstGeom>
          <a:ln w="28575">
            <a:solidFill>
              <a:schemeClr val="bg2">
                <a:lumMod val="75000"/>
              </a:schemeClr>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496442" y="1479931"/>
            <a:ext cx="10289242" cy="0"/>
          </a:xfrm>
          <a:prstGeom prst="line">
            <a:avLst/>
          </a:prstGeom>
          <a:ln w="28575">
            <a:solidFill>
              <a:schemeClr val="bg2">
                <a:lumMod val="75000"/>
              </a:schemeClr>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graphicFrame>
        <p:nvGraphicFramePr>
          <p:cNvPr id="12" name="Table 30"/>
          <p:cNvGraphicFramePr>
            <a:graphicFrameLocks noGrp="1"/>
          </p:cNvGraphicFramePr>
          <p:nvPr>
            <p:extLst>
              <p:ext uri="{D42A27DB-BD31-4B8C-83A1-F6EECF244321}">
                <p14:modId xmlns:p14="http://schemas.microsoft.com/office/powerpoint/2010/main" val="2254069186"/>
              </p:ext>
            </p:extLst>
          </p:nvPr>
        </p:nvGraphicFramePr>
        <p:xfrm>
          <a:off x="557789" y="1755738"/>
          <a:ext cx="7161967" cy="4126288"/>
        </p:xfrm>
        <a:graphic>
          <a:graphicData uri="http://schemas.openxmlformats.org/drawingml/2006/table">
            <a:tbl>
              <a:tblPr>
                <a:tableStyleId>{2D5ABB26-0587-4C30-8999-92F81FD0307C}</a:tableStyleId>
              </a:tblPr>
              <a:tblGrid>
                <a:gridCol w="590539">
                  <a:extLst>
                    <a:ext uri="{9D8B030D-6E8A-4147-A177-3AD203B41FA5}">
                      <a16:colId xmlns:a16="http://schemas.microsoft.com/office/drawing/2014/main" val="20000"/>
                    </a:ext>
                  </a:extLst>
                </a:gridCol>
                <a:gridCol w="6571428">
                  <a:extLst>
                    <a:ext uri="{9D8B030D-6E8A-4147-A177-3AD203B41FA5}">
                      <a16:colId xmlns:a16="http://schemas.microsoft.com/office/drawing/2014/main" val="20001"/>
                    </a:ext>
                  </a:extLst>
                </a:gridCol>
              </a:tblGrid>
              <a:tr h="515786">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200" b="0" u="none" strike="noStrike" kern="1200" cap="none" normalizeH="0" baseline="0" dirty="0">
                        <a:ln>
                          <a:noFill/>
                        </a:ln>
                        <a:solidFill>
                          <a:schemeClr val="tx1"/>
                        </a:solidFill>
                        <a:effectLst/>
                        <a:latin typeface="+mj-lt"/>
                        <a:ea typeface="+mn-ea"/>
                        <a:cs typeface="+mn-cs"/>
                      </a:endParaRPr>
                    </a:p>
                  </a:txBody>
                  <a:tcPr marL="68580" marR="68580" marT="34290" marB="34290" anchor="ctr">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dirty="0">
                          <a:ln>
                            <a:noFill/>
                          </a:ln>
                          <a:solidFill>
                            <a:schemeClr val="tx1"/>
                          </a:solidFill>
                          <a:effectLst/>
                          <a:uLnTx/>
                          <a:uFillTx/>
                          <a:latin typeface="+mj-lt"/>
                          <a:ea typeface="+mn-ea"/>
                          <a:cs typeface="+mn-cs"/>
                        </a:rPr>
                        <a:t>Context  Setting and Programme Objectives</a:t>
                      </a:r>
                      <a:endParaRPr kumimoji="0" lang="en-IN" sz="1400" b="1" i="0" u="none" strike="noStrike" kern="1200" cap="none" spc="0" normalizeH="0" baseline="0" dirty="0">
                        <a:ln>
                          <a:noFill/>
                        </a:ln>
                        <a:solidFill>
                          <a:schemeClr val="tx1"/>
                        </a:solidFill>
                        <a:effectLst/>
                        <a:uLnTx/>
                        <a:uFillTx/>
                        <a:latin typeface="+mj-lt"/>
                        <a:ea typeface="+mn-ea"/>
                        <a:cs typeface="+mn-cs"/>
                      </a:endParaRPr>
                    </a:p>
                  </a:txBody>
                  <a:tcPr marL="68580" marR="68580" marT="34290" marB="3429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515786">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200" b="0" u="none" strike="noStrike" kern="1200" cap="none" normalizeH="0" baseline="0" dirty="0">
                        <a:ln>
                          <a:noFill/>
                        </a:ln>
                        <a:solidFill>
                          <a:schemeClr val="tx1"/>
                        </a:solidFill>
                        <a:effectLst/>
                        <a:latin typeface="+mj-lt"/>
                        <a:ea typeface="+mn-ea"/>
                        <a:cs typeface="+mn-cs"/>
                      </a:endParaRPr>
                    </a:p>
                  </a:txBody>
                  <a:tcPr marL="68580" marR="68580" marT="34290" marB="34290" anchor="ctr">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mj-lt"/>
                          <a:ea typeface="+mn-ea"/>
                          <a:cs typeface="+mn-cs"/>
                        </a:rPr>
                        <a:t>Approach for the Engagement</a:t>
                      </a:r>
                    </a:p>
                  </a:txBody>
                  <a:tcPr marL="68580" marR="68580" marT="34290" marB="3429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31268999"/>
                  </a:ext>
                </a:extLst>
              </a:tr>
              <a:tr h="515786">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200" b="0" u="none" strike="noStrike" kern="1200" cap="none" normalizeH="0" baseline="0" dirty="0">
                        <a:ln>
                          <a:noFill/>
                        </a:ln>
                        <a:solidFill>
                          <a:schemeClr val="tx1"/>
                        </a:solidFill>
                        <a:effectLst/>
                        <a:latin typeface="+mj-lt"/>
                        <a:ea typeface="+mn-ea"/>
                        <a:cs typeface="+mn-cs"/>
                      </a:endParaRPr>
                    </a:p>
                  </a:txBody>
                  <a:tcPr marL="68580" marR="68580" marT="34290" marB="34290" anchor="ctr">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Verdana"/>
                          <a:ea typeface="+mn-ea"/>
                          <a:cs typeface="+mn-cs"/>
                        </a:rPr>
                        <a:t>Work plan and key milestones</a:t>
                      </a:r>
                    </a:p>
                  </a:txBody>
                  <a:tcPr marL="68580" marR="68580" marT="34290" marB="3429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515786">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200" b="0" u="none" strike="noStrike" kern="1200" cap="none" normalizeH="0" baseline="0" dirty="0">
                        <a:ln>
                          <a:noFill/>
                        </a:ln>
                        <a:solidFill>
                          <a:schemeClr val="tx1"/>
                        </a:solidFill>
                        <a:effectLst/>
                        <a:latin typeface="+mj-lt"/>
                        <a:ea typeface="+mn-ea"/>
                        <a:cs typeface="+mn-cs"/>
                      </a:endParaRPr>
                    </a:p>
                  </a:txBody>
                  <a:tcPr marL="68580" marR="68580" marT="34290" marB="34290" anchor="ctr">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mn-lt"/>
                          <a:ea typeface="+mn-ea"/>
                          <a:cs typeface="+mn-cs"/>
                        </a:rPr>
                        <a:t>Key asks from NTPC</a:t>
                      </a:r>
                    </a:p>
                  </a:txBody>
                  <a:tcPr marL="68580" marR="68580" marT="34290" marB="3429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020727"/>
                  </a:ext>
                </a:extLst>
              </a:tr>
              <a:tr h="515786">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200" b="0" u="none" strike="noStrike" kern="1200" cap="none" normalizeH="0" baseline="0" dirty="0">
                        <a:ln>
                          <a:noFill/>
                        </a:ln>
                        <a:solidFill>
                          <a:schemeClr val="tx1"/>
                        </a:solidFill>
                        <a:effectLst/>
                        <a:latin typeface="+mj-lt"/>
                        <a:ea typeface="+mn-ea"/>
                        <a:cs typeface="+mn-cs"/>
                      </a:endParaRPr>
                    </a:p>
                  </a:txBody>
                  <a:tcPr marL="68580" marR="68580" marT="34290" marB="34290" anchor="ctr">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lang="en-US" sz="1400" b="1" i="0" kern="1200" dirty="0">
                        <a:solidFill>
                          <a:srgbClr val="000000"/>
                        </a:solidFill>
                        <a:latin typeface="+mj-lt"/>
                        <a:ea typeface="+mn-ea"/>
                        <a:cs typeface="+mn-cs"/>
                      </a:endParaRPr>
                    </a:p>
                  </a:txBody>
                  <a:tcPr marL="68580" marR="68580" marT="34290" marB="3429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3325463"/>
                  </a:ext>
                </a:extLst>
              </a:tr>
              <a:tr h="515786">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200" b="0" u="none" strike="noStrike" kern="1200" cap="none" normalizeH="0" baseline="0" dirty="0">
                        <a:ln>
                          <a:noFill/>
                        </a:ln>
                        <a:solidFill>
                          <a:schemeClr val="tx1"/>
                        </a:solidFill>
                        <a:effectLst/>
                        <a:latin typeface="+mj-lt"/>
                        <a:ea typeface="+mn-ea"/>
                        <a:cs typeface="+mn-cs"/>
                      </a:endParaRPr>
                    </a:p>
                  </a:txBody>
                  <a:tcPr marL="68580" marR="68580" marT="34290" marB="34290" anchor="ctr">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lang="en-US" sz="1400" b="1" i="0" kern="1200" dirty="0">
                        <a:solidFill>
                          <a:srgbClr val="000000"/>
                        </a:solidFill>
                        <a:latin typeface="+mj-lt"/>
                        <a:ea typeface="+mn-ea"/>
                        <a:cs typeface="+mn-cs"/>
                      </a:endParaRPr>
                    </a:p>
                  </a:txBody>
                  <a:tcPr marL="68580" marR="68580" marT="34290" marB="3429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8921054"/>
                  </a:ext>
                </a:extLst>
              </a:tr>
              <a:tr h="515786">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200" b="0" u="none" strike="noStrike" kern="1200" cap="none" normalizeH="0" baseline="0" dirty="0">
                        <a:ln>
                          <a:noFill/>
                        </a:ln>
                        <a:solidFill>
                          <a:schemeClr val="tx1"/>
                        </a:solidFill>
                        <a:effectLst/>
                        <a:latin typeface="+mj-lt"/>
                        <a:ea typeface="+mn-ea"/>
                        <a:cs typeface="+mn-cs"/>
                      </a:endParaRPr>
                    </a:p>
                  </a:txBody>
                  <a:tcPr marL="68580" marR="68580" marT="34290" marB="34290" anchor="ctr">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lang="en-US" sz="1400" b="1" i="0" kern="1200" dirty="0">
                        <a:solidFill>
                          <a:srgbClr val="000000"/>
                        </a:solidFill>
                        <a:latin typeface="+mj-lt"/>
                        <a:ea typeface="+mn-ea"/>
                        <a:cs typeface="+mn-cs"/>
                      </a:endParaRPr>
                    </a:p>
                  </a:txBody>
                  <a:tcPr marL="68580" marR="68580" marT="34290" marB="3429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6888728"/>
                  </a:ext>
                </a:extLst>
              </a:tr>
              <a:tr h="515786">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200" b="0" u="none" strike="noStrike" kern="1200" cap="none" normalizeH="0" baseline="0" dirty="0">
                        <a:ln>
                          <a:noFill/>
                        </a:ln>
                        <a:solidFill>
                          <a:schemeClr val="tx1"/>
                        </a:solidFill>
                        <a:effectLst/>
                        <a:latin typeface="+mj-lt"/>
                        <a:ea typeface="+mn-ea"/>
                        <a:cs typeface="+mn-cs"/>
                      </a:endParaRPr>
                    </a:p>
                  </a:txBody>
                  <a:tcPr marL="68580" marR="68580" marT="34290" marB="34290" anchor="ctr">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lang="en-US" sz="1400" b="1" i="0" kern="1200" dirty="0">
                        <a:solidFill>
                          <a:srgbClr val="000000"/>
                        </a:solidFill>
                        <a:latin typeface="+mj-lt"/>
                        <a:ea typeface="+mn-ea"/>
                        <a:cs typeface="+mn-cs"/>
                      </a:endParaRPr>
                    </a:p>
                  </a:txBody>
                  <a:tcPr marL="68580" marR="68580" marT="34290" marB="3429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2894290"/>
                  </a:ext>
                </a:extLst>
              </a:tr>
            </a:tbl>
          </a:graphicData>
        </a:graphic>
      </p:graphicFrame>
      <p:sp>
        <p:nvSpPr>
          <p:cNvPr id="13" name="Oval 6"/>
          <p:cNvSpPr>
            <a:spLocks noChangeAspect="1"/>
          </p:cNvSpPr>
          <p:nvPr/>
        </p:nvSpPr>
        <p:spPr>
          <a:xfrm>
            <a:off x="645992" y="1892915"/>
            <a:ext cx="293804" cy="293804"/>
          </a:xfrm>
          <a:prstGeom prst="ellipse">
            <a:avLst/>
          </a:prstGeom>
          <a:solidFill>
            <a:srgbClr val="012169"/>
          </a:solidFill>
          <a:ln>
            <a:noFill/>
          </a:ln>
        </p:spPr>
        <p:style>
          <a:lnRef idx="2">
            <a:schemeClr val="accent1">
              <a:shade val="50000"/>
            </a:schemeClr>
          </a:lnRef>
          <a:fillRef idx="1">
            <a:schemeClr val="accent1"/>
          </a:fillRef>
          <a:effectRef idx="0">
            <a:schemeClr val="accent1"/>
          </a:effectRef>
          <a:fontRef idx="minor">
            <a:schemeClr val="lt1"/>
          </a:fontRef>
        </p:style>
        <p:txBody>
          <a:bodyPr lIns="68481" tIns="34239" rIns="68481" bIns="34239" rtlCol="0" anchor="ctr"/>
          <a:lstStyle/>
          <a:p>
            <a:pPr algn="ctr"/>
            <a:r>
              <a:rPr lang="en-US" sz="1224" b="1" dirty="0">
                <a:solidFill>
                  <a:schemeClr val="bg1"/>
                </a:solidFill>
              </a:rPr>
              <a:t>1</a:t>
            </a:r>
          </a:p>
        </p:txBody>
      </p:sp>
      <p:sp>
        <p:nvSpPr>
          <p:cNvPr id="14" name="Oval 7"/>
          <p:cNvSpPr>
            <a:spLocks noChangeAspect="1"/>
          </p:cNvSpPr>
          <p:nvPr/>
        </p:nvSpPr>
        <p:spPr>
          <a:xfrm>
            <a:off x="645992" y="2407531"/>
            <a:ext cx="293804" cy="293804"/>
          </a:xfrm>
          <a:prstGeom prst="ellipse">
            <a:avLst/>
          </a:prstGeom>
          <a:solidFill>
            <a:srgbClr val="012169"/>
          </a:solidFill>
          <a:ln>
            <a:noFill/>
          </a:ln>
        </p:spPr>
        <p:style>
          <a:lnRef idx="2">
            <a:schemeClr val="accent1">
              <a:shade val="50000"/>
            </a:schemeClr>
          </a:lnRef>
          <a:fillRef idx="1">
            <a:schemeClr val="accent1"/>
          </a:fillRef>
          <a:effectRef idx="0">
            <a:schemeClr val="accent1"/>
          </a:effectRef>
          <a:fontRef idx="minor">
            <a:schemeClr val="lt1"/>
          </a:fontRef>
        </p:style>
        <p:txBody>
          <a:bodyPr lIns="68481" tIns="34239" rIns="68481" bIns="34239" rtlCol="0" anchor="ctr"/>
          <a:lstStyle/>
          <a:p>
            <a:pPr algn="ctr"/>
            <a:r>
              <a:rPr lang="en-US" sz="1224" b="1" dirty="0">
                <a:solidFill>
                  <a:schemeClr val="bg1">
                    <a:lumMod val="95000"/>
                  </a:schemeClr>
                </a:solidFill>
              </a:rPr>
              <a:t>2</a:t>
            </a:r>
          </a:p>
        </p:txBody>
      </p:sp>
      <p:sp>
        <p:nvSpPr>
          <p:cNvPr id="15" name="Oval 31"/>
          <p:cNvSpPr>
            <a:spLocks noChangeAspect="1"/>
          </p:cNvSpPr>
          <p:nvPr/>
        </p:nvSpPr>
        <p:spPr>
          <a:xfrm>
            <a:off x="645992" y="2922148"/>
            <a:ext cx="293804" cy="293804"/>
          </a:xfrm>
          <a:prstGeom prst="ellipse">
            <a:avLst/>
          </a:prstGeom>
          <a:solidFill>
            <a:srgbClr val="012169"/>
          </a:solidFill>
          <a:ln>
            <a:noFill/>
          </a:ln>
        </p:spPr>
        <p:style>
          <a:lnRef idx="2">
            <a:schemeClr val="accent1">
              <a:shade val="50000"/>
            </a:schemeClr>
          </a:lnRef>
          <a:fillRef idx="1">
            <a:schemeClr val="accent1"/>
          </a:fillRef>
          <a:effectRef idx="0">
            <a:schemeClr val="accent1"/>
          </a:effectRef>
          <a:fontRef idx="minor">
            <a:schemeClr val="lt1"/>
          </a:fontRef>
        </p:style>
        <p:txBody>
          <a:bodyPr lIns="68481" tIns="34239" rIns="68481" bIns="34239" rtlCol="0" anchor="ctr"/>
          <a:lstStyle/>
          <a:p>
            <a:pPr algn="ctr"/>
            <a:r>
              <a:rPr lang="en-US" sz="1224" b="1" dirty="0">
                <a:solidFill>
                  <a:schemeClr val="bg1">
                    <a:lumMod val="95000"/>
                  </a:schemeClr>
                </a:solidFill>
              </a:rPr>
              <a:t>3</a:t>
            </a:r>
          </a:p>
        </p:txBody>
      </p:sp>
      <p:sp>
        <p:nvSpPr>
          <p:cNvPr id="16" name="Oval 31"/>
          <p:cNvSpPr>
            <a:spLocks noChangeAspect="1"/>
          </p:cNvSpPr>
          <p:nvPr/>
        </p:nvSpPr>
        <p:spPr>
          <a:xfrm>
            <a:off x="645992" y="3381937"/>
            <a:ext cx="293804" cy="293804"/>
          </a:xfrm>
          <a:prstGeom prst="ellipse">
            <a:avLst/>
          </a:prstGeom>
          <a:solidFill>
            <a:srgbClr val="012169"/>
          </a:solidFill>
          <a:ln>
            <a:noFill/>
          </a:ln>
        </p:spPr>
        <p:style>
          <a:lnRef idx="2">
            <a:schemeClr val="accent1">
              <a:shade val="50000"/>
            </a:schemeClr>
          </a:lnRef>
          <a:fillRef idx="1">
            <a:schemeClr val="accent1"/>
          </a:fillRef>
          <a:effectRef idx="0">
            <a:schemeClr val="accent1"/>
          </a:effectRef>
          <a:fontRef idx="minor">
            <a:schemeClr val="lt1"/>
          </a:fontRef>
        </p:style>
        <p:txBody>
          <a:bodyPr lIns="68481" tIns="34239" rIns="68481" bIns="34239" rtlCol="0" anchor="ctr"/>
          <a:lstStyle/>
          <a:p>
            <a:pPr algn="ctr"/>
            <a:r>
              <a:rPr lang="en-US" sz="1224" b="1" dirty="0">
                <a:solidFill>
                  <a:schemeClr val="bg1">
                    <a:lumMod val="95000"/>
                  </a:schemeClr>
                </a:solidFill>
              </a:rPr>
              <a:t>4</a:t>
            </a:r>
          </a:p>
        </p:txBody>
      </p:sp>
    </p:spTree>
    <p:extLst>
      <p:ext uri="{BB962C8B-B14F-4D97-AF65-F5344CB8AC3E}">
        <p14:creationId xmlns:p14="http://schemas.microsoft.com/office/powerpoint/2010/main" val="1319058294"/>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P_231"/>
          <p:cNvSpPr>
            <a:spLocks noChangeShapeType="1"/>
          </p:cNvSpPr>
          <p:nvPr/>
        </p:nvSpPr>
        <p:spPr bwMode="gray">
          <a:xfrm>
            <a:off x="576968" y="1312306"/>
            <a:ext cx="5394960" cy="0"/>
          </a:xfrm>
          <a:prstGeom prst="line">
            <a:avLst/>
          </a:prstGeom>
          <a:noFill/>
          <a:ln w="12700">
            <a:solidFill>
              <a:schemeClr val="tx1"/>
            </a:solidFill>
            <a:round/>
            <a:headEnd/>
            <a:tailEnd/>
          </a:ln>
        </p:spPr>
        <p:txBody>
          <a:bodyPr lIns="72000" tIns="72000" rIns="72000" bIns="72000" anchor="ctr" anchorCtr="1"/>
          <a:lstStyle/>
          <a:p>
            <a:pPr algn="ctr"/>
            <a:endParaRPr lang="en-US" dirty="0"/>
          </a:p>
        </p:txBody>
      </p:sp>
      <p:sp>
        <p:nvSpPr>
          <p:cNvPr id="6" name="SHP_233"/>
          <p:cNvSpPr>
            <a:spLocks noChangeShapeType="1"/>
          </p:cNvSpPr>
          <p:nvPr/>
        </p:nvSpPr>
        <p:spPr bwMode="gray">
          <a:xfrm>
            <a:off x="6751724" y="1312306"/>
            <a:ext cx="4754880" cy="0"/>
          </a:xfrm>
          <a:prstGeom prst="line">
            <a:avLst/>
          </a:prstGeom>
          <a:noFill/>
          <a:ln w="12700">
            <a:solidFill>
              <a:schemeClr val="tx1"/>
            </a:solidFill>
            <a:round/>
            <a:headEnd/>
            <a:tailEnd/>
          </a:ln>
        </p:spPr>
        <p:txBody>
          <a:bodyPr lIns="72000" tIns="72000" rIns="72000" bIns="72000" anchor="ctr" anchorCtr="1"/>
          <a:lstStyle/>
          <a:p>
            <a:pPr algn="ctr"/>
            <a:endParaRPr lang="en-US" dirty="0"/>
          </a:p>
        </p:txBody>
      </p:sp>
      <p:sp>
        <p:nvSpPr>
          <p:cNvPr id="7" name="SHP_230"/>
          <p:cNvSpPr>
            <a:spLocks noChangeArrowheads="1"/>
          </p:cNvSpPr>
          <p:nvPr/>
        </p:nvSpPr>
        <p:spPr bwMode="gray">
          <a:xfrm>
            <a:off x="2764783" y="1143029"/>
            <a:ext cx="1019331" cy="338554"/>
          </a:xfrm>
          <a:prstGeom prst="rect">
            <a:avLst/>
          </a:prstGeom>
          <a:solidFill>
            <a:schemeClr val="bg1"/>
          </a:solidFill>
          <a:ln w="9525" algn="ctr">
            <a:noFill/>
            <a:miter lim="800000"/>
            <a:headEnd/>
            <a:tailEnd/>
          </a:ln>
        </p:spPr>
        <p:txBody>
          <a:bodyPr wrap="square" lIns="45720" tIns="45720" rIns="45720" bIns="45720" anchor="ctr">
            <a:spAutoFit/>
          </a:bodyPr>
          <a:lstStyle/>
          <a:p>
            <a:pPr algn="ctr">
              <a:buClr>
                <a:schemeClr val="tx1"/>
              </a:buClr>
              <a:buSzPct val="80000"/>
              <a:buFont typeface="Wingdings" pitchFamily="2" charset="2"/>
              <a:buNone/>
            </a:pPr>
            <a:r>
              <a:rPr lang="en-US" sz="1600" b="1" dirty="0"/>
              <a:t>Context</a:t>
            </a:r>
          </a:p>
        </p:txBody>
      </p:sp>
      <p:sp>
        <p:nvSpPr>
          <p:cNvPr id="8" name="SHP_232"/>
          <p:cNvSpPr>
            <a:spLocks noChangeArrowheads="1"/>
          </p:cNvSpPr>
          <p:nvPr/>
        </p:nvSpPr>
        <p:spPr bwMode="gray">
          <a:xfrm>
            <a:off x="7989912" y="1143029"/>
            <a:ext cx="2278505" cy="338554"/>
          </a:xfrm>
          <a:prstGeom prst="rect">
            <a:avLst/>
          </a:prstGeom>
          <a:solidFill>
            <a:schemeClr val="bg1"/>
          </a:solidFill>
          <a:ln w="9525" algn="ctr">
            <a:noFill/>
            <a:miter lim="800000"/>
            <a:headEnd/>
            <a:tailEnd/>
          </a:ln>
        </p:spPr>
        <p:txBody>
          <a:bodyPr wrap="square" lIns="45720" tIns="45720" rIns="45720" bIns="45720" anchor="ctr">
            <a:spAutoFit/>
          </a:bodyPr>
          <a:lstStyle/>
          <a:p>
            <a:pPr algn="ctr">
              <a:buClr>
                <a:schemeClr val="tx1"/>
              </a:buClr>
              <a:buSzPct val="80000"/>
              <a:buFont typeface="Wingdings" pitchFamily="2" charset="2"/>
              <a:buNone/>
            </a:pPr>
            <a:r>
              <a:rPr lang="en-US" sz="1600" b="1" dirty="0"/>
              <a:t>Meeting Objectives</a:t>
            </a:r>
          </a:p>
        </p:txBody>
      </p:sp>
      <p:sp>
        <p:nvSpPr>
          <p:cNvPr id="9" name="TextBox 8"/>
          <p:cNvSpPr txBox="1"/>
          <p:nvPr/>
        </p:nvSpPr>
        <p:spPr>
          <a:xfrm>
            <a:off x="6653403" y="1803934"/>
            <a:ext cx="4951522" cy="3616375"/>
          </a:xfrm>
          <a:prstGeom prst="rect">
            <a:avLst/>
          </a:prstGeom>
          <a:noFill/>
        </p:spPr>
        <p:txBody>
          <a:bodyPr wrap="square" rtlCol="0">
            <a:spAutoFit/>
          </a:bodyPr>
          <a:lstStyle/>
          <a:p>
            <a:pPr marL="342900" lvl="1" indent="-228600">
              <a:spcBef>
                <a:spcPts val="1200"/>
              </a:spcBef>
              <a:spcAft>
                <a:spcPts val="600"/>
              </a:spcAft>
              <a:buSzPct val="65000"/>
              <a:buFont typeface="Wingdings" panose="05000000000000000000" pitchFamily="2" charset="2"/>
              <a:buChar char="l"/>
            </a:pPr>
            <a:r>
              <a:rPr lang="en-US" sz="1400" dirty="0"/>
              <a:t>Objective of today’s meeting are to discuss: </a:t>
            </a:r>
          </a:p>
          <a:p>
            <a:pPr marL="685800" lvl="2" indent="-228600">
              <a:spcBef>
                <a:spcPts val="1200"/>
              </a:spcBef>
              <a:spcAft>
                <a:spcPts val="600"/>
              </a:spcAft>
              <a:buSzPct val="100000"/>
              <a:buFontTx/>
              <a:buChar char="–"/>
            </a:pPr>
            <a:r>
              <a:rPr lang="en-US" sz="1400" dirty="0"/>
              <a:t>The </a:t>
            </a:r>
            <a:r>
              <a:rPr lang="en-US" sz="1400" b="1" dirty="0"/>
              <a:t>expectations</a:t>
            </a:r>
            <a:r>
              <a:rPr lang="en-US" sz="1400" dirty="0"/>
              <a:t> and focus areas from NTPC for strategy 2025 initiative </a:t>
            </a:r>
          </a:p>
          <a:p>
            <a:pPr marL="685800" lvl="2" indent="-228600">
              <a:spcBef>
                <a:spcPts val="1200"/>
              </a:spcBef>
              <a:spcAft>
                <a:spcPts val="600"/>
              </a:spcAft>
              <a:buSzPct val="100000"/>
              <a:buFontTx/>
              <a:buChar char="–"/>
            </a:pPr>
            <a:r>
              <a:rPr lang="en-US" sz="1400" dirty="0"/>
              <a:t>Our Proposed approach for the </a:t>
            </a:r>
            <a:r>
              <a:rPr lang="en-US" sz="1400" b="1" dirty="0"/>
              <a:t>12-week journey </a:t>
            </a:r>
            <a:r>
              <a:rPr lang="en-US" sz="1400" dirty="0"/>
              <a:t>along different </a:t>
            </a:r>
            <a:r>
              <a:rPr lang="en-US" sz="1400" dirty="0" err="1"/>
              <a:t>workstreams</a:t>
            </a:r>
            <a:r>
              <a:rPr lang="en-US" sz="1400" b="1" dirty="0"/>
              <a:t> </a:t>
            </a:r>
            <a:r>
              <a:rPr lang="en-US" sz="1400" dirty="0"/>
              <a:t>and </a:t>
            </a:r>
            <a:r>
              <a:rPr lang="en-US" sz="1400" b="1" dirty="0"/>
              <a:t>identification of quick win opportunities</a:t>
            </a:r>
          </a:p>
          <a:p>
            <a:pPr marL="685800" lvl="2" indent="-228600">
              <a:spcBef>
                <a:spcPts val="1200"/>
              </a:spcBef>
              <a:spcAft>
                <a:spcPts val="600"/>
              </a:spcAft>
              <a:buSzPct val="100000"/>
              <a:buFontTx/>
              <a:buChar char="–"/>
            </a:pPr>
            <a:r>
              <a:rPr lang="en-US" sz="1400" dirty="0"/>
              <a:t>Timelines for the </a:t>
            </a:r>
            <a:r>
              <a:rPr lang="en-US" sz="1400" b="1" dirty="0"/>
              <a:t>key milestones </a:t>
            </a:r>
            <a:r>
              <a:rPr lang="en-US" sz="1400" dirty="0"/>
              <a:t>across diagnostic, </a:t>
            </a:r>
            <a:r>
              <a:rPr lang="en-US" sz="1400" dirty="0" err="1"/>
              <a:t>solutioning</a:t>
            </a:r>
            <a:r>
              <a:rPr lang="en-US" sz="1400" dirty="0"/>
              <a:t> and roadmap phases </a:t>
            </a:r>
          </a:p>
          <a:p>
            <a:pPr marL="685800" lvl="2" indent="-228600">
              <a:spcBef>
                <a:spcPts val="1200"/>
              </a:spcBef>
              <a:spcAft>
                <a:spcPts val="600"/>
              </a:spcAft>
              <a:buSzPct val="100000"/>
              <a:buFontTx/>
              <a:buChar char="–"/>
            </a:pPr>
            <a:r>
              <a:rPr lang="en-US" sz="1400" b="1" dirty="0"/>
              <a:t>Support </a:t>
            </a:r>
            <a:r>
              <a:rPr lang="en-US" sz="1400" dirty="0"/>
              <a:t>required from NTPC for the engagement </a:t>
            </a:r>
          </a:p>
          <a:p>
            <a:pPr marL="685800" lvl="2" indent="-228600">
              <a:spcBef>
                <a:spcPts val="1200"/>
              </a:spcBef>
              <a:spcAft>
                <a:spcPts val="600"/>
              </a:spcAft>
              <a:buSzPct val="100000"/>
              <a:buFontTx/>
              <a:buChar char="–"/>
            </a:pPr>
            <a:endParaRPr lang="en-US" sz="1400" b="1" dirty="0"/>
          </a:p>
        </p:txBody>
      </p:sp>
      <p:sp>
        <p:nvSpPr>
          <p:cNvPr id="10" name="TextBox 9"/>
          <p:cNvSpPr txBox="1"/>
          <p:nvPr/>
        </p:nvSpPr>
        <p:spPr>
          <a:xfrm>
            <a:off x="469901" y="1596185"/>
            <a:ext cx="5621618" cy="3801041"/>
          </a:xfrm>
          <a:prstGeom prst="rect">
            <a:avLst/>
          </a:prstGeom>
          <a:noFill/>
        </p:spPr>
        <p:txBody>
          <a:bodyPr wrap="square" rtlCol="0">
            <a:spAutoFit/>
          </a:bodyPr>
          <a:lstStyle/>
          <a:p>
            <a:pPr marL="342900" lvl="1" indent="-228600">
              <a:spcBef>
                <a:spcPts val="1200"/>
              </a:spcBef>
              <a:spcAft>
                <a:spcPts val="600"/>
              </a:spcAft>
              <a:buSzPct val="65000"/>
              <a:buFont typeface="Wingdings" panose="05000000000000000000" pitchFamily="2" charset="2"/>
              <a:buChar char="l"/>
            </a:pPr>
            <a:r>
              <a:rPr lang="en-US" sz="1400" dirty="0"/>
              <a:t>NTPC has engaged Deloitte to help develop it strategy roadmap for 2025</a:t>
            </a:r>
          </a:p>
          <a:p>
            <a:pPr marL="342900" lvl="1" indent="-228600">
              <a:spcBef>
                <a:spcPts val="1200"/>
              </a:spcBef>
              <a:spcAft>
                <a:spcPts val="600"/>
              </a:spcAft>
              <a:buSzPct val="65000"/>
              <a:buFont typeface="Wingdings" panose="05000000000000000000" pitchFamily="2" charset="2"/>
              <a:buChar char="l"/>
            </a:pPr>
            <a:r>
              <a:rPr lang="en-US" sz="1400" dirty="0">
                <a:sym typeface="Calibri" panose="020F0502020204030204" pitchFamily="34" charset="0"/>
              </a:rPr>
              <a:t>With the </a:t>
            </a:r>
            <a:r>
              <a:rPr lang="en-US" sz="1400" b="1" dirty="0">
                <a:sym typeface="Calibri" panose="020F0502020204030204" pitchFamily="34" charset="0"/>
              </a:rPr>
              <a:t>impact of COVID</a:t>
            </a:r>
            <a:r>
              <a:rPr lang="en-US" sz="1400" dirty="0">
                <a:sym typeface="Calibri" panose="020F0502020204030204" pitchFamily="34" charset="0"/>
              </a:rPr>
              <a:t>, the ways in which NTPC operates, especially with regard to people, process and technology has been drastically altered</a:t>
            </a:r>
          </a:p>
          <a:p>
            <a:pPr marL="342900" lvl="1" indent="-228600">
              <a:spcBef>
                <a:spcPts val="1200"/>
              </a:spcBef>
              <a:spcAft>
                <a:spcPts val="600"/>
              </a:spcAft>
              <a:buSzPct val="65000"/>
              <a:buFont typeface="Wingdings" panose="05000000000000000000" pitchFamily="2" charset="2"/>
              <a:buChar char="l"/>
            </a:pPr>
            <a:r>
              <a:rPr lang="en-US" sz="1400" dirty="0">
                <a:sym typeface="Calibri" panose="020F0502020204030204" pitchFamily="34" charset="0"/>
              </a:rPr>
              <a:t>The current challenges will required an organization-wide transformation encompassing business functions, organizational structure and setup, existing and emerging business areas to prepare NTPC on its growth path for the short and medium term </a:t>
            </a:r>
          </a:p>
          <a:p>
            <a:pPr marL="342900" lvl="1" indent="-228600">
              <a:spcBef>
                <a:spcPts val="1200"/>
              </a:spcBef>
              <a:spcAft>
                <a:spcPts val="600"/>
              </a:spcAft>
              <a:buSzPct val="65000"/>
              <a:buFont typeface="Wingdings" panose="05000000000000000000" pitchFamily="2" charset="2"/>
              <a:buChar char="l"/>
            </a:pPr>
            <a:r>
              <a:rPr lang="en-US" sz="1400" dirty="0">
                <a:sym typeface="Calibri" panose="020F0502020204030204" pitchFamily="34" charset="0"/>
              </a:rPr>
              <a:t>Hence, there is a </a:t>
            </a:r>
            <a:r>
              <a:rPr lang="en-US" sz="1400" b="1" dirty="0">
                <a:sym typeface="Calibri" panose="020F0502020204030204" pitchFamily="34" charset="0"/>
              </a:rPr>
              <a:t>need to strengthen NTPC’s 2025 strategy </a:t>
            </a:r>
            <a:r>
              <a:rPr lang="en-US" sz="1400" dirty="0"/>
              <a:t> with a comprehensive review of its business and operating model with a strong focus on maintaining resilience and agility</a:t>
            </a:r>
          </a:p>
        </p:txBody>
      </p:sp>
      <p:sp>
        <p:nvSpPr>
          <p:cNvPr id="2" name="Isosceles Triangle 1"/>
          <p:cNvSpPr/>
          <p:nvPr/>
        </p:nvSpPr>
        <p:spPr bwMode="gray">
          <a:xfrm rot="5400000">
            <a:off x="4140366" y="3483911"/>
            <a:ext cx="4320000" cy="108000"/>
          </a:xfrm>
          <a:prstGeom prst="triangle">
            <a:avLst/>
          </a:prstGeom>
          <a:solidFill>
            <a:srgbClr val="005587"/>
          </a:solidFill>
          <a:ln w="19050" algn="ctr">
            <a:noFill/>
            <a:miter lim="800000"/>
            <a:headEnd/>
            <a:tailEnd/>
          </a:ln>
          <a:effectLst>
            <a:outerShdw blurRad="63500" sx="102000" sy="102000" algn="ctr" rotWithShape="0">
              <a:prstClr val="black">
                <a:alpha val="40000"/>
              </a:prstClr>
            </a:outerShdw>
          </a:effectLst>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12" name="Title 11"/>
          <p:cNvSpPr>
            <a:spLocks noGrp="1"/>
          </p:cNvSpPr>
          <p:nvPr>
            <p:ph type="title"/>
          </p:nvPr>
        </p:nvSpPr>
        <p:spPr/>
        <p:txBody>
          <a:bodyPr/>
          <a:lstStyle/>
          <a:p>
            <a:r>
              <a:rPr lang="en-US" dirty="0"/>
              <a:t>Context setting and objectives</a:t>
            </a:r>
            <a:endParaRPr lang="en-IN" dirty="0"/>
          </a:p>
        </p:txBody>
      </p:sp>
      <p:sp>
        <p:nvSpPr>
          <p:cNvPr id="13" name="Rounded Rectangle 12"/>
          <p:cNvSpPr/>
          <p:nvPr/>
        </p:nvSpPr>
        <p:spPr bwMode="gray">
          <a:xfrm>
            <a:off x="4969040" y="49119"/>
            <a:ext cx="1732971" cy="289640"/>
          </a:xfrm>
          <a:prstGeom prst="roundRect">
            <a:avLst/>
          </a:prstGeom>
          <a:solidFill>
            <a:srgbClr val="DA291C"/>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noProof="0" dirty="0">
                <a:solidFill>
                  <a:schemeClr val="bg1"/>
                </a:solidFill>
              </a:rPr>
              <a:t>WIP</a:t>
            </a:r>
            <a:endParaRPr lang="en-IN" sz="1600" b="1" noProof="0" dirty="0" err="1">
              <a:solidFill>
                <a:schemeClr val="bg1"/>
              </a:solidFill>
            </a:endParaRPr>
          </a:p>
        </p:txBody>
      </p:sp>
    </p:spTree>
    <p:extLst>
      <p:ext uri="{BB962C8B-B14F-4D97-AF65-F5344CB8AC3E}">
        <p14:creationId xmlns:p14="http://schemas.microsoft.com/office/powerpoint/2010/main" val="3019703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Object 2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470" imgH="469" progId="TCLayout.ActiveDocument.1">
                  <p:embed/>
                </p:oleObj>
              </mc:Choice>
              <mc:Fallback>
                <p:oleObj name="think-cell Slide" r:id="rId3" imgW="470" imgH="469" progId="TCLayout.ActiveDocument.1">
                  <p:embed/>
                  <p:pic>
                    <p:nvPicPr>
                      <p:cNvPr id="23" name="Object 2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Title 4"/>
          <p:cNvSpPr>
            <a:spLocks noGrp="1"/>
          </p:cNvSpPr>
          <p:nvPr>
            <p:ph type="title"/>
          </p:nvPr>
        </p:nvSpPr>
        <p:spPr/>
        <p:txBody>
          <a:bodyPr/>
          <a:lstStyle/>
          <a:p>
            <a:r>
              <a:rPr lang="en-US" sz="3600" dirty="0"/>
              <a:t>Agenda</a:t>
            </a:r>
          </a:p>
        </p:txBody>
      </p:sp>
      <p:cxnSp>
        <p:nvCxnSpPr>
          <p:cNvPr id="11" name="Straight Connector 10"/>
          <p:cNvCxnSpPr/>
          <p:nvPr/>
        </p:nvCxnSpPr>
        <p:spPr>
          <a:xfrm flipV="1">
            <a:off x="496442" y="4262459"/>
            <a:ext cx="10289242" cy="0"/>
          </a:xfrm>
          <a:prstGeom prst="line">
            <a:avLst/>
          </a:prstGeom>
          <a:ln w="28575">
            <a:solidFill>
              <a:schemeClr val="bg2">
                <a:lumMod val="75000"/>
              </a:schemeClr>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496442" y="1479931"/>
            <a:ext cx="10289242" cy="0"/>
          </a:xfrm>
          <a:prstGeom prst="line">
            <a:avLst/>
          </a:prstGeom>
          <a:ln w="28575">
            <a:solidFill>
              <a:schemeClr val="bg2">
                <a:lumMod val="75000"/>
              </a:schemeClr>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graphicFrame>
        <p:nvGraphicFramePr>
          <p:cNvPr id="12" name="Table 30"/>
          <p:cNvGraphicFramePr>
            <a:graphicFrameLocks noGrp="1"/>
          </p:cNvGraphicFramePr>
          <p:nvPr>
            <p:extLst>
              <p:ext uri="{D42A27DB-BD31-4B8C-83A1-F6EECF244321}">
                <p14:modId xmlns:p14="http://schemas.microsoft.com/office/powerpoint/2010/main" val="1785345608"/>
              </p:ext>
            </p:extLst>
          </p:nvPr>
        </p:nvGraphicFramePr>
        <p:xfrm>
          <a:off x="557789" y="1755738"/>
          <a:ext cx="7161967" cy="4126288"/>
        </p:xfrm>
        <a:graphic>
          <a:graphicData uri="http://schemas.openxmlformats.org/drawingml/2006/table">
            <a:tbl>
              <a:tblPr>
                <a:tableStyleId>{2D5ABB26-0587-4C30-8999-92F81FD0307C}</a:tableStyleId>
              </a:tblPr>
              <a:tblGrid>
                <a:gridCol w="590539">
                  <a:extLst>
                    <a:ext uri="{9D8B030D-6E8A-4147-A177-3AD203B41FA5}">
                      <a16:colId xmlns:a16="http://schemas.microsoft.com/office/drawing/2014/main" val="20000"/>
                    </a:ext>
                  </a:extLst>
                </a:gridCol>
                <a:gridCol w="6571428">
                  <a:extLst>
                    <a:ext uri="{9D8B030D-6E8A-4147-A177-3AD203B41FA5}">
                      <a16:colId xmlns:a16="http://schemas.microsoft.com/office/drawing/2014/main" val="20001"/>
                    </a:ext>
                  </a:extLst>
                </a:gridCol>
              </a:tblGrid>
              <a:tr h="515786">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200" b="0" u="none" strike="noStrike" kern="1200" cap="none" normalizeH="0" baseline="0" dirty="0">
                        <a:ln>
                          <a:noFill/>
                        </a:ln>
                        <a:solidFill>
                          <a:schemeClr val="bg1">
                            <a:lumMod val="85000"/>
                          </a:schemeClr>
                        </a:solidFill>
                        <a:effectLst/>
                        <a:latin typeface="+mj-lt"/>
                        <a:ea typeface="+mn-ea"/>
                        <a:cs typeface="+mn-cs"/>
                      </a:endParaRPr>
                    </a:p>
                  </a:txBody>
                  <a:tcPr marL="68580" marR="68580" marT="34290" marB="34290" anchor="ctr">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dirty="0">
                          <a:ln>
                            <a:noFill/>
                          </a:ln>
                          <a:solidFill>
                            <a:schemeClr val="bg1">
                              <a:lumMod val="85000"/>
                            </a:schemeClr>
                          </a:solidFill>
                          <a:effectLst/>
                          <a:uLnTx/>
                          <a:uFillTx/>
                          <a:latin typeface="+mj-lt"/>
                          <a:ea typeface="+mn-ea"/>
                          <a:cs typeface="+mn-cs"/>
                        </a:rPr>
                        <a:t>Context  Setting and Programme Objectives</a:t>
                      </a:r>
                      <a:endParaRPr kumimoji="0" lang="en-IN" sz="1400" b="1" i="0" u="none" strike="noStrike" kern="1200" cap="none" spc="0" normalizeH="0" baseline="0" dirty="0">
                        <a:ln>
                          <a:noFill/>
                        </a:ln>
                        <a:solidFill>
                          <a:schemeClr val="bg1">
                            <a:lumMod val="85000"/>
                          </a:schemeClr>
                        </a:solidFill>
                        <a:effectLst/>
                        <a:uLnTx/>
                        <a:uFillTx/>
                        <a:latin typeface="+mj-lt"/>
                        <a:ea typeface="+mn-ea"/>
                        <a:cs typeface="+mn-cs"/>
                      </a:endParaRPr>
                    </a:p>
                  </a:txBody>
                  <a:tcPr marL="68580" marR="68580" marT="34290" marB="3429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515786">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200" b="0" u="none" strike="noStrike" kern="1200" cap="none" normalizeH="0" baseline="0" dirty="0">
                        <a:ln>
                          <a:noFill/>
                        </a:ln>
                        <a:solidFill>
                          <a:schemeClr val="tx1"/>
                        </a:solidFill>
                        <a:effectLst/>
                        <a:latin typeface="+mj-lt"/>
                        <a:ea typeface="+mn-ea"/>
                        <a:cs typeface="+mn-cs"/>
                      </a:endParaRPr>
                    </a:p>
                  </a:txBody>
                  <a:tcPr marL="68580" marR="68580" marT="34290" marB="34290" anchor="ctr">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mj-lt"/>
                          <a:ea typeface="+mn-ea"/>
                          <a:cs typeface="+mn-cs"/>
                        </a:rPr>
                        <a:t>Approach for the Engagement</a:t>
                      </a:r>
                    </a:p>
                  </a:txBody>
                  <a:tcPr marL="68580" marR="68580" marT="34290" marB="3429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31268999"/>
                  </a:ext>
                </a:extLst>
              </a:tr>
              <a:tr h="515786">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200" b="0" u="none" strike="noStrike" kern="1200" cap="none" normalizeH="0" baseline="0" dirty="0">
                        <a:ln>
                          <a:noFill/>
                        </a:ln>
                        <a:solidFill>
                          <a:schemeClr val="bg1">
                            <a:lumMod val="85000"/>
                          </a:schemeClr>
                        </a:solidFill>
                        <a:effectLst/>
                        <a:latin typeface="+mj-lt"/>
                        <a:ea typeface="+mn-ea"/>
                        <a:cs typeface="+mn-cs"/>
                      </a:endParaRPr>
                    </a:p>
                  </a:txBody>
                  <a:tcPr marL="68580" marR="68580" marT="34290" marB="34290" anchor="ctr">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bg1">
                              <a:lumMod val="85000"/>
                            </a:schemeClr>
                          </a:solidFill>
                          <a:effectLst/>
                          <a:uLnTx/>
                          <a:uFillTx/>
                          <a:latin typeface="Verdana"/>
                          <a:ea typeface="+mn-ea"/>
                          <a:cs typeface="+mn-cs"/>
                        </a:rPr>
                        <a:t>Work plan</a:t>
                      </a:r>
                    </a:p>
                  </a:txBody>
                  <a:tcPr marL="68580" marR="68580" marT="34290" marB="3429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515786">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200" b="0" u="none" strike="noStrike" kern="1200" cap="none" normalizeH="0" baseline="0" dirty="0">
                        <a:ln>
                          <a:noFill/>
                        </a:ln>
                        <a:solidFill>
                          <a:schemeClr val="bg1">
                            <a:lumMod val="85000"/>
                          </a:schemeClr>
                        </a:solidFill>
                        <a:effectLst/>
                        <a:latin typeface="+mj-lt"/>
                        <a:ea typeface="+mn-ea"/>
                        <a:cs typeface="+mn-cs"/>
                      </a:endParaRPr>
                    </a:p>
                  </a:txBody>
                  <a:tcPr marL="68580" marR="68580" marT="34290" marB="34290" anchor="ctr">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bg1">
                              <a:lumMod val="85000"/>
                            </a:schemeClr>
                          </a:solidFill>
                          <a:effectLst/>
                          <a:uLnTx/>
                          <a:uFillTx/>
                          <a:latin typeface="+mn-lt"/>
                          <a:ea typeface="+mn-ea"/>
                          <a:cs typeface="+mn-cs"/>
                        </a:rPr>
                        <a:t>Key asks from NTPC</a:t>
                      </a:r>
                    </a:p>
                  </a:txBody>
                  <a:tcPr marL="68580" marR="68580" marT="34290" marB="3429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020727"/>
                  </a:ext>
                </a:extLst>
              </a:tr>
              <a:tr h="515786">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200" b="0" u="none" strike="noStrike" kern="1200" cap="none" normalizeH="0" baseline="0" dirty="0">
                        <a:ln>
                          <a:noFill/>
                        </a:ln>
                        <a:solidFill>
                          <a:schemeClr val="tx1"/>
                        </a:solidFill>
                        <a:effectLst/>
                        <a:latin typeface="+mj-lt"/>
                        <a:ea typeface="+mn-ea"/>
                        <a:cs typeface="+mn-cs"/>
                      </a:endParaRPr>
                    </a:p>
                  </a:txBody>
                  <a:tcPr marL="68580" marR="68580" marT="34290" marB="34290" anchor="ctr">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lang="en-US" sz="1400" b="1" i="0" kern="1200" dirty="0">
                        <a:solidFill>
                          <a:srgbClr val="000000"/>
                        </a:solidFill>
                        <a:latin typeface="+mj-lt"/>
                        <a:ea typeface="+mn-ea"/>
                        <a:cs typeface="+mn-cs"/>
                      </a:endParaRPr>
                    </a:p>
                  </a:txBody>
                  <a:tcPr marL="68580" marR="68580" marT="34290" marB="3429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3325463"/>
                  </a:ext>
                </a:extLst>
              </a:tr>
              <a:tr h="515786">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200" b="0" u="none" strike="noStrike" kern="1200" cap="none" normalizeH="0" baseline="0" dirty="0">
                        <a:ln>
                          <a:noFill/>
                        </a:ln>
                        <a:solidFill>
                          <a:schemeClr val="tx1"/>
                        </a:solidFill>
                        <a:effectLst/>
                        <a:latin typeface="+mj-lt"/>
                        <a:ea typeface="+mn-ea"/>
                        <a:cs typeface="+mn-cs"/>
                      </a:endParaRPr>
                    </a:p>
                  </a:txBody>
                  <a:tcPr marL="68580" marR="68580" marT="34290" marB="34290" anchor="ctr">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lang="en-US" sz="1400" b="1" i="0" kern="1200" dirty="0">
                        <a:solidFill>
                          <a:srgbClr val="000000"/>
                        </a:solidFill>
                        <a:latin typeface="+mj-lt"/>
                        <a:ea typeface="+mn-ea"/>
                        <a:cs typeface="+mn-cs"/>
                      </a:endParaRPr>
                    </a:p>
                  </a:txBody>
                  <a:tcPr marL="68580" marR="68580" marT="34290" marB="3429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8921054"/>
                  </a:ext>
                </a:extLst>
              </a:tr>
              <a:tr h="515786">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200" b="0" u="none" strike="noStrike" kern="1200" cap="none" normalizeH="0" baseline="0" dirty="0">
                        <a:ln>
                          <a:noFill/>
                        </a:ln>
                        <a:solidFill>
                          <a:schemeClr val="tx1"/>
                        </a:solidFill>
                        <a:effectLst/>
                        <a:latin typeface="+mj-lt"/>
                        <a:ea typeface="+mn-ea"/>
                        <a:cs typeface="+mn-cs"/>
                      </a:endParaRPr>
                    </a:p>
                  </a:txBody>
                  <a:tcPr marL="68580" marR="68580" marT="34290" marB="34290" anchor="ctr">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lang="en-US" sz="1400" b="1" i="0" kern="1200" dirty="0">
                        <a:solidFill>
                          <a:srgbClr val="000000"/>
                        </a:solidFill>
                        <a:latin typeface="+mj-lt"/>
                        <a:ea typeface="+mn-ea"/>
                        <a:cs typeface="+mn-cs"/>
                      </a:endParaRPr>
                    </a:p>
                  </a:txBody>
                  <a:tcPr marL="68580" marR="68580" marT="34290" marB="3429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6888728"/>
                  </a:ext>
                </a:extLst>
              </a:tr>
              <a:tr h="515786">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200" b="0" u="none" strike="noStrike" kern="1200" cap="none" normalizeH="0" baseline="0" dirty="0">
                        <a:ln>
                          <a:noFill/>
                        </a:ln>
                        <a:solidFill>
                          <a:schemeClr val="tx1"/>
                        </a:solidFill>
                        <a:effectLst/>
                        <a:latin typeface="+mj-lt"/>
                        <a:ea typeface="+mn-ea"/>
                        <a:cs typeface="+mn-cs"/>
                      </a:endParaRPr>
                    </a:p>
                  </a:txBody>
                  <a:tcPr marL="68580" marR="68580" marT="34290" marB="34290" anchor="ctr">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lang="en-US" sz="1400" b="1" i="0" kern="1200" dirty="0">
                        <a:solidFill>
                          <a:srgbClr val="000000"/>
                        </a:solidFill>
                        <a:latin typeface="+mj-lt"/>
                        <a:ea typeface="+mn-ea"/>
                        <a:cs typeface="+mn-cs"/>
                      </a:endParaRPr>
                    </a:p>
                  </a:txBody>
                  <a:tcPr marL="68580" marR="68580" marT="34290" marB="3429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2894290"/>
                  </a:ext>
                </a:extLst>
              </a:tr>
            </a:tbl>
          </a:graphicData>
        </a:graphic>
      </p:graphicFrame>
      <p:sp>
        <p:nvSpPr>
          <p:cNvPr id="13" name="Oval 6"/>
          <p:cNvSpPr>
            <a:spLocks noChangeAspect="1"/>
          </p:cNvSpPr>
          <p:nvPr/>
        </p:nvSpPr>
        <p:spPr>
          <a:xfrm>
            <a:off x="645992" y="1892915"/>
            <a:ext cx="293804" cy="293804"/>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481" tIns="34239" rIns="68481" bIns="34239" rtlCol="0" anchor="ctr"/>
          <a:lstStyle/>
          <a:p>
            <a:pPr algn="ctr"/>
            <a:r>
              <a:rPr lang="en-US" sz="1224" b="1" dirty="0">
                <a:solidFill>
                  <a:schemeClr val="bg1"/>
                </a:solidFill>
              </a:rPr>
              <a:t>1</a:t>
            </a:r>
          </a:p>
        </p:txBody>
      </p:sp>
      <p:sp>
        <p:nvSpPr>
          <p:cNvPr id="14" name="Oval 7"/>
          <p:cNvSpPr>
            <a:spLocks noChangeAspect="1"/>
          </p:cNvSpPr>
          <p:nvPr/>
        </p:nvSpPr>
        <p:spPr>
          <a:xfrm>
            <a:off x="645992" y="2407531"/>
            <a:ext cx="293804" cy="293804"/>
          </a:xfrm>
          <a:prstGeom prst="ellipse">
            <a:avLst/>
          </a:prstGeom>
          <a:solidFill>
            <a:srgbClr val="012169"/>
          </a:solidFill>
          <a:ln>
            <a:noFill/>
          </a:ln>
        </p:spPr>
        <p:style>
          <a:lnRef idx="2">
            <a:schemeClr val="accent1">
              <a:shade val="50000"/>
            </a:schemeClr>
          </a:lnRef>
          <a:fillRef idx="1">
            <a:schemeClr val="accent1"/>
          </a:fillRef>
          <a:effectRef idx="0">
            <a:schemeClr val="accent1"/>
          </a:effectRef>
          <a:fontRef idx="minor">
            <a:schemeClr val="lt1"/>
          </a:fontRef>
        </p:style>
        <p:txBody>
          <a:bodyPr lIns="68481" tIns="34239" rIns="68481" bIns="34239" rtlCol="0" anchor="ctr"/>
          <a:lstStyle/>
          <a:p>
            <a:pPr algn="ctr"/>
            <a:r>
              <a:rPr lang="en-US" sz="1224" b="1" dirty="0">
                <a:solidFill>
                  <a:schemeClr val="bg1">
                    <a:lumMod val="95000"/>
                  </a:schemeClr>
                </a:solidFill>
              </a:rPr>
              <a:t>2</a:t>
            </a:r>
          </a:p>
        </p:txBody>
      </p:sp>
      <p:sp>
        <p:nvSpPr>
          <p:cNvPr id="15" name="Oval 31"/>
          <p:cNvSpPr>
            <a:spLocks noChangeAspect="1"/>
          </p:cNvSpPr>
          <p:nvPr/>
        </p:nvSpPr>
        <p:spPr>
          <a:xfrm>
            <a:off x="645992" y="2922148"/>
            <a:ext cx="293804" cy="293804"/>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481" tIns="34239" rIns="68481" bIns="34239" rtlCol="0" anchor="ctr"/>
          <a:lstStyle/>
          <a:p>
            <a:pPr algn="ctr"/>
            <a:r>
              <a:rPr lang="en-US" sz="1224" b="1" dirty="0">
                <a:solidFill>
                  <a:schemeClr val="bg1">
                    <a:lumMod val="95000"/>
                  </a:schemeClr>
                </a:solidFill>
              </a:rPr>
              <a:t>3</a:t>
            </a:r>
          </a:p>
        </p:txBody>
      </p:sp>
      <p:sp>
        <p:nvSpPr>
          <p:cNvPr id="16" name="Oval 31"/>
          <p:cNvSpPr>
            <a:spLocks noChangeAspect="1"/>
          </p:cNvSpPr>
          <p:nvPr/>
        </p:nvSpPr>
        <p:spPr>
          <a:xfrm>
            <a:off x="645992" y="3381937"/>
            <a:ext cx="293804" cy="293804"/>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481" tIns="34239" rIns="68481" bIns="34239" rtlCol="0" anchor="ctr"/>
          <a:lstStyle/>
          <a:p>
            <a:pPr algn="ctr"/>
            <a:r>
              <a:rPr lang="en-US" sz="1224" b="1" dirty="0">
                <a:solidFill>
                  <a:schemeClr val="bg1">
                    <a:lumMod val="95000"/>
                  </a:schemeClr>
                </a:solidFill>
              </a:rPr>
              <a:t>4</a:t>
            </a:r>
          </a:p>
        </p:txBody>
      </p:sp>
    </p:spTree>
    <p:extLst>
      <p:ext uri="{BB962C8B-B14F-4D97-AF65-F5344CB8AC3E}">
        <p14:creationId xmlns:p14="http://schemas.microsoft.com/office/powerpoint/2010/main" val="42152697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9" name="Object 108" hidden="1"/>
          <p:cNvGraphicFramePr>
            <a:graphicFrameLocks noChangeAspect="1"/>
          </p:cNvGraphicFramePr>
          <p:nvPr>
            <p:custDataLst>
              <p:tags r:id="rId1"/>
            </p:custDataLst>
          </p:nvPr>
        </p:nvGraphicFramePr>
        <p:xfrm>
          <a:off x="1144589" y="1589"/>
          <a:ext cx="1587" cy="1587"/>
        </p:xfrm>
        <a:graphic>
          <a:graphicData uri="http://schemas.openxmlformats.org/presentationml/2006/ole">
            <mc:AlternateContent xmlns:mc="http://schemas.openxmlformats.org/markup-compatibility/2006">
              <mc:Choice xmlns:v="urn:schemas-microsoft-com:vml" Requires="v">
                <p:oleObj name="think-cell Slide" r:id="rId5" imgW="530" imgH="531" progId="TCLayout.ActiveDocument.1">
                  <p:embed/>
                </p:oleObj>
              </mc:Choice>
              <mc:Fallback>
                <p:oleObj name="think-cell Slide" r:id="rId5" imgW="530" imgH="531" progId="TCLayout.ActiveDocument.1">
                  <p:embed/>
                  <p:pic>
                    <p:nvPicPr>
                      <p:cNvPr id="109" name="Object 108" hidden="1"/>
                      <p:cNvPicPr/>
                      <p:nvPr/>
                    </p:nvPicPr>
                    <p:blipFill>
                      <a:blip r:embed="rId6"/>
                      <a:stretch>
                        <a:fillRect/>
                      </a:stretch>
                    </p:blipFill>
                    <p:spPr>
                      <a:xfrm>
                        <a:off x="1144589" y="1589"/>
                        <a:ext cx="1587" cy="1587"/>
                      </a:xfrm>
                      <a:prstGeom prst="rect">
                        <a:avLst/>
                      </a:prstGeom>
                    </p:spPr>
                  </p:pic>
                </p:oleObj>
              </mc:Fallback>
            </mc:AlternateContent>
          </a:graphicData>
        </a:graphic>
      </p:graphicFrame>
      <p:sp>
        <p:nvSpPr>
          <p:cNvPr id="2" name="Rectangle 1" hidden="1"/>
          <p:cNvSpPr/>
          <p:nvPr>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marR="0" lvl="0" indent="0" algn="ctr" defTabSz="914400" rtl="0" eaLnBrk="1" fontAlgn="auto" latinLnBrk="0" hangingPunct="1">
              <a:lnSpc>
                <a:spcPct val="100000"/>
              </a:lnSpc>
              <a:spcBef>
                <a:spcPct val="0"/>
              </a:spcBef>
              <a:spcAft>
                <a:spcPct val="0"/>
              </a:spcAft>
              <a:buClrTx/>
              <a:buSzTx/>
              <a:buFont typeface="Wingdings 2" pitchFamily="18" charset="2"/>
              <a:buNone/>
              <a:tabLst/>
              <a:defRPr/>
            </a:pPr>
            <a:endParaRPr kumimoji="0" lang="en-US" sz="2000" b="0" i="0" u="none" strike="noStrike" kern="1200" cap="none" spc="0" normalizeH="0" baseline="0" noProof="0" dirty="0">
              <a:ln>
                <a:noFill/>
              </a:ln>
              <a:solidFill>
                <a:prstClr val="white"/>
              </a:solidFill>
              <a:effectLst/>
              <a:uLnTx/>
              <a:uFillTx/>
              <a:latin typeface="Verdana" panose="020B0604030504040204" pitchFamily="34" charset="0"/>
              <a:ea typeface="+mn-ea"/>
              <a:cs typeface="+mn-cs"/>
              <a:sym typeface="Verdana" panose="020B0604030504040204" pitchFamily="34" charset="0"/>
            </a:endParaRPr>
          </a:p>
        </p:txBody>
      </p:sp>
      <p:sp>
        <p:nvSpPr>
          <p:cNvPr id="3" name="Title 2"/>
          <p:cNvSpPr>
            <a:spLocks noGrp="1"/>
          </p:cNvSpPr>
          <p:nvPr>
            <p:ph type="title"/>
          </p:nvPr>
        </p:nvSpPr>
        <p:spPr/>
        <p:txBody>
          <a:bodyPr/>
          <a:lstStyle/>
          <a:p>
            <a:r>
              <a:rPr lang="en-US" dirty="0"/>
              <a:t>Our approach towards “Strategy 2025”</a:t>
            </a:r>
          </a:p>
        </p:txBody>
      </p:sp>
      <p:sp>
        <p:nvSpPr>
          <p:cNvPr id="41" name="Text Placeholder 1"/>
          <p:cNvSpPr txBox="1">
            <a:spLocks/>
          </p:cNvSpPr>
          <p:nvPr/>
        </p:nvSpPr>
        <p:spPr>
          <a:xfrm>
            <a:off x="360350" y="769769"/>
            <a:ext cx="11202670" cy="490621"/>
          </a:xfrm>
          <a:prstGeom prst="rect">
            <a:avLst/>
          </a:prstGeom>
        </p:spPr>
        <p:txBody>
          <a:bodyPr/>
          <a:lstStyle>
            <a:lvl1pPr marL="0" indent="0" algn="l" defTabSz="990570" rtl="0" eaLnBrk="1" latinLnBrk="0" hangingPunct="1">
              <a:spcBef>
                <a:spcPts val="0"/>
              </a:spcBef>
              <a:spcAft>
                <a:spcPts val="1083"/>
              </a:spcAft>
              <a:buSzPct val="100000"/>
              <a:buFont typeface="Arial" panose="020B0604020202020204" pitchFamily="34" charset="0"/>
              <a:buNone/>
              <a:defRPr sz="1300" b="0" kern="1200">
                <a:solidFill>
                  <a:schemeClr val="tx1"/>
                </a:solidFill>
                <a:latin typeface="+mn-lt"/>
                <a:ea typeface="+mn-ea"/>
                <a:cs typeface="+mn-cs"/>
              </a:defRPr>
            </a:lvl1pPr>
            <a:lvl2pPr marL="0" indent="0" algn="l" defTabSz="990570" rtl="0" eaLnBrk="1" latinLnBrk="0" hangingPunct="1">
              <a:spcBef>
                <a:spcPts val="0"/>
              </a:spcBef>
              <a:spcAft>
                <a:spcPts val="1083"/>
              </a:spcAft>
              <a:buClrTx/>
              <a:buSzPct val="100000"/>
              <a:buFont typeface="Arial"/>
              <a:buNone/>
              <a:defRPr lang="en-US" sz="1300" b="1" kern="1200" dirty="0" smtClean="0">
                <a:solidFill>
                  <a:schemeClr val="tx1"/>
                </a:solidFill>
                <a:latin typeface="+mn-lt"/>
                <a:ea typeface="+mn-ea"/>
                <a:cs typeface="+mn-cs"/>
              </a:defRPr>
            </a:lvl2pPr>
            <a:lvl3pPr marL="191094" indent="-191094" algn="l" defTabSz="990570" rtl="0" eaLnBrk="1" latinLnBrk="0" hangingPunct="1">
              <a:spcBef>
                <a:spcPts val="0"/>
              </a:spcBef>
              <a:spcAft>
                <a:spcPts val="1083"/>
              </a:spcAft>
              <a:buClrTx/>
              <a:buSzPct val="100000"/>
              <a:buFont typeface="Arial" panose="020B0604020202020204" pitchFamily="34" charset="0"/>
              <a:buChar char="•"/>
              <a:defRPr lang="en-US" sz="1300" kern="1200" dirty="0" smtClean="0">
                <a:solidFill>
                  <a:schemeClr val="tx1"/>
                </a:solidFill>
                <a:latin typeface="+mn-lt"/>
                <a:ea typeface="+mn-ea"/>
                <a:cs typeface="+mn-cs"/>
              </a:defRPr>
            </a:lvl3pPr>
            <a:lvl4pPr marL="386088" indent="-191094" algn="l" defTabSz="990570" rtl="0" eaLnBrk="1" latinLnBrk="0" hangingPunct="1">
              <a:spcBef>
                <a:spcPts val="0"/>
              </a:spcBef>
              <a:spcAft>
                <a:spcPts val="1083"/>
              </a:spcAft>
              <a:buClrTx/>
              <a:buSzPct val="100000"/>
              <a:buFont typeface="Verdana" panose="020B0604030504040204" pitchFamily="34" charset="0"/>
              <a:buChar char="−"/>
              <a:defRPr lang="en-US" sz="1300" kern="1200" baseline="0" dirty="0" smtClean="0">
                <a:solidFill>
                  <a:schemeClr val="tx1"/>
                </a:solidFill>
                <a:latin typeface="+mn-lt"/>
                <a:ea typeface="+mn-ea"/>
                <a:cs typeface="+mn-cs"/>
              </a:defRPr>
            </a:lvl4pPr>
            <a:lvl5pPr marL="577182" indent="-191094" algn="l" defTabSz="865029" rtl="0" eaLnBrk="1" latinLnBrk="0" hangingPunct="1">
              <a:spcBef>
                <a:spcPts val="0"/>
              </a:spcBef>
              <a:spcAft>
                <a:spcPts val="1083"/>
              </a:spcAft>
              <a:buClrTx/>
              <a:buSzPct val="100000"/>
              <a:buFont typeface="Verdana" panose="020B0604030504040204" pitchFamily="34" charset="0"/>
              <a:buChar char="−"/>
              <a:tabLst/>
              <a:defRPr lang="en-US" sz="1300" kern="1200" baseline="0" dirty="0" smtClean="0">
                <a:solidFill>
                  <a:schemeClr val="tx1"/>
                </a:solidFill>
                <a:latin typeface="+mn-lt"/>
                <a:ea typeface="+mn-ea"/>
                <a:cs typeface="+mn-cs"/>
              </a:defRPr>
            </a:lvl5pPr>
            <a:lvl6pPr marL="577182" indent="-191094" algn="l" defTabSz="990570"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6pPr>
            <a:lvl7pPr marL="577182" indent="-191094" algn="l" defTabSz="990570" rtl="0" eaLnBrk="1" latinLnBrk="0" hangingPunct="1">
              <a:spcBef>
                <a:spcPts val="0"/>
              </a:spcBef>
              <a:spcAft>
                <a:spcPts val="1083"/>
              </a:spcAft>
              <a:buFont typeface="Verdana" panose="020B0604030504040204" pitchFamily="34" charset="0"/>
              <a:buChar char="−"/>
              <a:defRPr sz="1300" kern="1200">
                <a:solidFill>
                  <a:schemeClr val="tx1"/>
                </a:solidFill>
                <a:latin typeface="+mn-lt"/>
                <a:ea typeface="+mn-ea"/>
                <a:cs typeface="+mn-cs"/>
              </a:defRPr>
            </a:lvl7pPr>
            <a:lvl8pPr marL="577182" indent="-191094" algn="l" defTabSz="990570"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8pPr>
            <a:lvl9pPr marL="577182" indent="-191094" algn="l" defTabSz="990570"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9pPr>
          </a:lstStyle>
          <a:p>
            <a:r>
              <a:rPr lang="en-US" sz="1800" dirty="0">
                <a:solidFill>
                  <a:srgbClr val="575757"/>
                </a:solidFill>
              </a:rPr>
              <a:t>We will take a work-stream approach to develop the short and medium term strategy</a:t>
            </a:r>
          </a:p>
        </p:txBody>
      </p:sp>
      <p:grpSp>
        <p:nvGrpSpPr>
          <p:cNvPr id="6" name="Group 5"/>
          <p:cNvGrpSpPr/>
          <p:nvPr/>
        </p:nvGrpSpPr>
        <p:grpSpPr>
          <a:xfrm>
            <a:off x="636608" y="2632714"/>
            <a:ext cx="11239017" cy="483259"/>
            <a:chOff x="1161535" y="1668161"/>
            <a:chExt cx="10688597" cy="494271"/>
          </a:xfrm>
        </p:grpSpPr>
        <p:sp>
          <p:nvSpPr>
            <p:cNvPr id="4" name="Rectangle 3"/>
            <p:cNvSpPr/>
            <p:nvPr/>
          </p:nvSpPr>
          <p:spPr bwMode="gray">
            <a:xfrm>
              <a:off x="1161535" y="1668162"/>
              <a:ext cx="2520779" cy="494270"/>
            </a:xfrm>
            <a:prstGeom prst="rect">
              <a:avLst/>
            </a:prstGeom>
            <a:solidFill>
              <a:schemeClr val="accent3"/>
            </a:solidFill>
            <a:ln w="19050" algn="ctr">
              <a:solidFill>
                <a:schemeClr val="accent3"/>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noProof="0" dirty="0">
                  <a:solidFill>
                    <a:schemeClr val="bg1"/>
                  </a:solidFill>
                </a:rPr>
                <a:t>Business function transformation</a:t>
              </a:r>
              <a:endParaRPr lang="en-IN" sz="1300" b="1" noProof="0" dirty="0" err="1">
                <a:solidFill>
                  <a:schemeClr val="bg1"/>
                </a:solidFill>
              </a:endParaRPr>
            </a:p>
          </p:txBody>
        </p:sp>
        <p:sp>
          <p:nvSpPr>
            <p:cNvPr id="71" name="Rectangle 70"/>
            <p:cNvSpPr/>
            <p:nvPr/>
          </p:nvSpPr>
          <p:spPr bwMode="gray">
            <a:xfrm>
              <a:off x="3884141" y="1668161"/>
              <a:ext cx="2520779" cy="494270"/>
            </a:xfrm>
            <a:prstGeom prst="rect">
              <a:avLst/>
            </a:prstGeom>
            <a:solidFill>
              <a:schemeClr val="accent3"/>
            </a:solidFill>
            <a:ln w="19050" algn="ctr">
              <a:solidFill>
                <a:schemeClr val="accent3"/>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noProof="0" dirty="0">
                  <a:solidFill>
                    <a:schemeClr val="bg1"/>
                  </a:solidFill>
                </a:rPr>
                <a:t>HR transformation</a:t>
              </a:r>
              <a:endParaRPr lang="en-IN" sz="1300" b="1" noProof="0" dirty="0" err="1">
                <a:solidFill>
                  <a:schemeClr val="bg1"/>
                </a:solidFill>
              </a:endParaRPr>
            </a:p>
          </p:txBody>
        </p:sp>
        <p:sp>
          <p:nvSpPr>
            <p:cNvPr id="72" name="Rectangle 71"/>
            <p:cNvSpPr/>
            <p:nvPr/>
          </p:nvSpPr>
          <p:spPr bwMode="gray">
            <a:xfrm>
              <a:off x="6606747" y="1668162"/>
              <a:ext cx="2520779" cy="494270"/>
            </a:xfrm>
            <a:prstGeom prst="rect">
              <a:avLst/>
            </a:prstGeom>
            <a:solidFill>
              <a:schemeClr val="accent3"/>
            </a:solidFill>
            <a:ln w="19050" algn="ctr">
              <a:solidFill>
                <a:schemeClr val="accent3"/>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noProof="0" dirty="0">
                  <a:solidFill>
                    <a:schemeClr val="bg1"/>
                  </a:solidFill>
                </a:rPr>
                <a:t>New and emerging areas</a:t>
              </a:r>
              <a:endParaRPr lang="en-IN" sz="1300" b="1" noProof="0" dirty="0" err="1">
                <a:solidFill>
                  <a:schemeClr val="bg1"/>
                </a:solidFill>
              </a:endParaRPr>
            </a:p>
          </p:txBody>
        </p:sp>
        <p:sp>
          <p:nvSpPr>
            <p:cNvPr id="73" name="Rectangle 72"/>
            <p:cNvSpPr/>
            <p:nvPr/>
          </p:nvSpPr>
          <p:spPr bwMode="gray">
            <a:xfrm>
              <a:off x="9329353" y="1668162"/>
              <a:ext cx="2520779" cy="494270"/>
            </a:xfrm>
            <a:prstGeom prst="rect">
              <a:avLst/>
            </a:prstGeom>
            <a:solidFill>
              <a:schemeClr val="accent3"/>
            </a:solidFill>
            <a:ln w="19050" algn="ctr">
              <a:solidFill>
                <a:schemeClr val="accent3"/>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noProof="0" dirty="0">
                  <a:solidFill>
                    <a:schemeClr val="bg1"/>
                  </a:solidFill>
                </a:rPr>
                <a:t>O&amp;M and Fuel Management</a:t>
              </a:r>
              <a:endParaRPr lang="en-IN" sz="1300" b="1" noProof="0" dirty="0" err="1">
                <a:solidFill>
                  <a:schemeClr val="bg1"/>
                </a:solidFill>
              </a:endParaRPr>
            </a:p>
          </p:txBody>
        </p:sp>
      </p:grpSp>
      <p:sp>
        <p:nvSpPr>
          <p:cNvPr id="15" name="TextBox 14"/>
          <p:cNvSpPr txBox="1"/>
          <p:nvPr/>
        </p:nvSpPr>
        <p:spPr>
          <a:xfrm>
            <a:off x="1671083" y="2374209"/>
            <a:ext cx="636608" cy="215444"/>
          </a:xfrm>
          <a:prstGeom prst="rect">
            <a:avLst/>
          </a:prstGeom>
          <a:noFill/>
        </p:spPr>
        <p:txBody>
          <a:bodyPr wrap="square" lIns="0" tIns="0" rIns="0" bIns="0" rtlCol="0">
            <a:spAutoFit/>
          </a:bodyPr>
          <a:lstStyle/>
          <a:p>
            <a:pPr algn="ctr">
              <a:spcBef>
                <a:spcPts val="0"/>
              </a:spcBef>
              <a:spcAft>
                <a:spcPts val="1333"/>
              </a:spcAft>
              <a:buSzPct val="100000"/>
            </a:pPr>
            <a:r>
              <a:rPr lang="en-US" sz="1400" b="1" noProof="0" dirty="0">
                <a:solidFill>
                  <a:schemeClr val="tx1"/>
                </a:solidFill>
              </a:rPr>
              <a:t>W1</a:t>
            </a:r>
            <a:endParaRPr lang="en-IN" sz="1400" b="1" noProof="0" dirty="0" err="1">
              <a:solidFill>
                <a:schemeClr val="tx1"/>
              </a:solidFill>
            </a:endParaRPr>
          </a:p>
        </p:txBody>
      </p:sp>
      <p:sp>
        <p:nvSpPr>
          <p:cNvPr id="88" name="TextBox 87"/>
          <p:cNvSpPr txBox="1"/>
          <p:nvPr/>
        </p:nvSpPr>
        <p:spPr>
          <a:xfrm>
            <a:off x="4558372" y="2374209"/>
            <a:ext cx="636608" cy="215444"/>
          </a:xfrm>
          <a:prstGeom prst="rect">
            <a:avLst/>
          </a:prstGeom>
          <a:noFill/>
        </p:spPr>
        <p:txBody>
          <a:bodyPr wrap="square" lIns="0" tIns="0" rIns="0" bIns="0" rtlCol="0">
            <a:spAutoFit/>
          </a:bodyPr>
          <a:lstStyle/>
          <a:p>
            <a:pPr algn="ctr">
              <a:spcBef>
                <a:spcPts val="0"/>
              </a:spcBef>
              <a:spcAft>
                <a:spcPts val="1333"/>
              </a:spcAft>
              <a:buSzPct val="100000"/>
            </a:pPr>
            <a:r>
              <a:rPr lang="en-US" sz="1400" b="1" noProof="0" dirty="0">
                <a:solidFill>
                  <a:schemeClr val="tx1"/>
                </a:solidFill>
              </a:rPr>
              <a:t>W2</a:t>
            </a:r>
            <a:endParaRPr lang="en-IN" sz="1400" b="1" noProof="0" dirty="0" err="1">
              <a:solidFill>
                <a:schemeClr val="tx1"/>
              </a:solidFill>
            </a:endParaRPr>
          </a:p>
        </p:txBody>
      </p:sp>
      <p:sp>
        <p:nvSpPr>
          <p:cNvPr id="89" name="TextBox 88"/>
          <p:cNvSpPr txBox="1"/>
          <p:nvPr/>
        </p:nvSpPr>
        <p:spPr>
          <a:xfrm>
            <a:off x="7364642" y="2386456"/>
            <a:ext cx="636608" cy="215444"/>
          </a:xfrm>
          <a:prstGeom prst="rect">
            <a:avLst/>
          </a:prstGeom>
          <a:noFill/>
        </p:spPr>
        <p:txBody>
          <a:bodyPr wrap="square" lIns="0" tIns="0" rIns="0" bIns="0" rtlCol="0">
            <a:spAutoFit/>
          </a:bodyPr>
          <a:lstStyle/>
          <a:p>
            <a:pPr algn="ctr">
              <a:spcBef>
                <a:spcPts val="0"/>
              </a:spcBef>
              <a:spcAft>
                <a:spcPts val="1333"/>
              </a:spcAft>
              <a:buSzPct val="100000"/>
            </a:pPr>
            <a:r>
              <a:rPr lang="en-US" sz="1400" b="1" noProof="0" dirty="0">
                <a:solidFill>
                  <a:schemeClr val="tx1"/>
                </a:solidFill>
              </a:rPr>
              <a:t>W3</a:t>
            </a:r>
            <a:endParaRPr lang="en-IN" sz="1400" b="1" noProof="0" dirty="0" err="1">
              <a:solidFill>
                <a:schemeClr val="tx1"/>
              </a:solidFill>
            </a:endParaRPr>
          </a:p>
        </p:txBody>
      </p:sp>
      <p:sp>
        <p:nvSpPr>
          <p:cNvPr id="90" name="TextBox 89"/>
          <p:cNvSpPr txBox="1"/>
          <p:nvPr/>
        </p:nvSpPr>
        <p:spPr>
          <a:xfrm>
            <a:off x="10141981" y="2387183"/>
            <a:ext cx="636608" cy="215444"/>
          </a:xfrm>
          <a:prstGeom prst="rect">
            <a:avLst/>
          </a:prstGeom>
          <a:noFill/>
        </p:spPr>
        <p:txBody>
          <a:bodyPr wrap="square" lIns="0" tIns="0" rIns="0" bIns="0" rtlCol="0">
            <a:spAutoFit/>
          </a:bodyPr>
          <a:lstStyle/>
          <a:p>
            <a:pPr algn="ctr">
              <a:spcBef>
                <a:spcPts val="0"/>
              </a:spcBef>
              <a:spcAft>
                <a:spcPts val="1333"/>
              </a:spcAft>
              <a:buSzPct val="100000"/>
            </a:pPr>
            <a:r>
              <a:rPr lang="en-US" sz="1400" b="1" noProof="0" dirty="0">
                <a:solidFill>
                  <a:schemeClr val="tx1"/>
                </a:solidFill>
              </a:rPr>
              <a:t>W4</a:t>
            </a:r>
            <a:endParaRPr lang="en-IN" sz="1400" b="1" noProof="0" dirty="0" err="1">
              <a:solidFill>
                <a:schemeClr val="tx1"/>
              </a:solidFill>
            </a:endParaRPr>
          </a:p>
        </p:txBody>
      </p:sp>
      <p:sp>
        <p:nvSpPr>
          <p:cNvPr id="18" name="Rectangle 17"/>
          <p:cNvSpPr/>
          <p:nvPr/>
        </p:nvSpPr>
        <p:spPr>
          <a:xfrm>
            <a:off x="472136" y="1569506"/>
            <a:ext cx="11403489" cy="307777"/>
          </a:xfrm>
          <a:prstGeom prst="rect">
            <a:avLst/>
          </a:prstGeom>
        </p:spPr>
        <p:txBody>
          <a:bodyPr wrap="square">
            <a:spAutoFit/>
          </a:bodyPr>
          <a:lstStyle/>
          <a:p>
            <a:r>
              <a:rPr lang="en-US" sz="1400" dirty="0"/>
              <a:t>Basis our last few discussions</a:t>
            </a:r>
            <a:r>
              <a:rPr lang="en-GB" sz="1400" dirty="0"/>
              <a:t>, we plan to divide the entire assignment into four (4) distinct work-streams…</a:t>
            </a:r>
            <a:endParaRPr lang="en-US" sz="1400" dirty="0"/>
          </a:p>
        </p:txBody>
      </p:sp>
      <p:sp>
        <p:nvSpPr>
          <p:cNvPr id="19" name="Rectangle 18"/>
          <p:cNvSpPr/>
          <p:nvPr/>
        </p:nvSpPr>
        <p:spPr bwMode="gray">
          <a:xfrm>
            <a:off x="636608" y="3345084"/>
            <a:ext cx="2650589" cy="2068164"/>
          </a:xfrm>
          <a:prstGeom prst="rect">
            <a:avLst/>
          </a:prstGeom>
          <a:solidFill>
            <a:schemeClr val="accent3">
              <a:lumMod val="20000"/>
              <a:lumOff val="80000"/>
            </a:schemeClr>
          </a:solidFill>
          <a:ln w="6350" algn="ctr">
            <a:solidFill>
              <a:schemeClr val="accent3">
                <a:lumMod val="50000"/>
              </a:schemeClr>
            </a:solidFill>
            <a:miter lim="800000"/>
            <a:headEnd/>
            <a:tailEnd/>
          </a:ln>
        </p:spPr>
        <p:txBody>
          <a:bodyPr wrap="square" lIns="88900" tIns="88900" rIns="88900" bIns="88900" rtlCol="0" anchor="t" anchorCtr="0"/>
          <a:lstStyle/>
          <a:p>
            <a:pPr>
              <a:lnSpc>
                <a:spcPct val="106000"/>
              </a:lnSpc>
              <a:spcBef>
                <a:spcPts val="300"/>
              </a:spcBef>
              <a:buFont typeface="Wingdings 2" pitchFamily="18" charset="2"/>
              <a:buNone/>
            </a:pPr>
            <a:r>
              <a:rPr lang="en-US" sz="1100" b="1" noProof="0" dirty="0"/>
              <a:t>Prioritized business functions, such as </a:t>
            </a:r>
          </a:p>
          <a:p>
            <a:pPr marL="171450" indent="-171450">
              <a:lnSpc>
                <a:spcPct val="106000"/>
              </a:lnSpc>
              <a:spcBef>
                <a:spcPts val="300"/>
              </a:spcBef>
              <a:buFont typeface="Arial" panose="020B0604020202020204" pitchFamily="34" charset="0"/>
              <a:buChar char="•"/>
            </a:pPr>
            <a:r>
              <a:rPr lang="en-US" sz="1100" noProof="0" dirty="0"/>
              <a:t>Procurement, </a:t>
            </a:r>
          </a:p>
          <a:p>
            <a:pPr marL="171450" indent="-171450">
              <a:lnSpc>
                <a:spcPct val="106000"/>
              </a:lnSpc>
              <a:spcBef>
                <a:spcPts val="300"/>
              </a:spcBef>
              <a:buFont typeface="Arial" panose="020B0604020202020204" pitchFamily="34" charset="0"/>
              <a:buChar char="•"/>
            </a:pPr>
            <a:r>
              <a:rPr lang="en-US" sz="1100" noProof="0" dirty="0"/>
              <a:t>Inventory management, </a:t>
            </a:r>
          </a:p>
          <a:p>
            <a:pPr marL="171450" indent="-171450">
              <a:lnSpc>
                <a:spcPct val="106000"/>
              </a:lnSpc>
              <a:spcBef>
                <a:spcPts val="300"/>
              </a:spcBef>
              <a:buFont typeface="Arial" panose="020B0604020202020204" pitchFamily="34" charset="0"/>
              <a:buChar char="•"/>
            </a:pPr>
            <a:r>
              <a:rPr lang="en-US" sz="1100" noProof="0" dirty="0"/>
              <a:t>Project planning, execution &amp; monitoring,</a:t>
            </a:r>
          </a:p>
          <a:p>
            <a:pPr marL="171450" indent="-171450">
              <a:lnSpc>
                <a:spcPct val="106000"/>
              </a:lnSpc>
              <a:spcBef>
                <a:spcPts val="300"/>
              </a:spcBef>
              <a:buFont typeface="Arial" panose="020B0604020202020204" pitchFamily="34" charset="0"/>
              <a:buChar char="•"/>
            </a:pPr>
            <a:r>
              <a:rPr lang="en-US" sz="1100" dirty="0"/>
              <a:t>Business development</a:t>
            </a:r>
          </a:p>
          <a:p>
            <a:pPr marL="171450" indent="-171450">
              <a:lnSpc>
                <a:spcPct val="106000"/>
              </a:lnSpc>
              <a:spcBef>
                <a:spcPts val="300"/>
              </a:spcBef>
              <a:buFont typeface="Arial" panose="020B0604020202020204" pitchFamily="34" charset="0"/>
              <a:buChar char="•"/>
            </a:pPr>
            <a:r>
              <a:rPr lang="en-US" sz="1100" dirty="0"/>
              <a:t>Quality control &amp; inspections</a:t>
            </a:r>
            <a:r>
              <a:rPr lang="en-US" sz="1100" noProof="0" dirty="0"/>
              <a:t>…</a:t>
            </a:r>
            <a:endParaRPr lang="en-IN" sz="1100" noProof="0" dirty="0" err="1"/>
          </a:p>
        </p:txBody>
      </p:sp>
      <p:sp>
        <p:nvSpPr>
          <p:cNvPr id="93" name="Rectangle 92"/>
          <p:cNvSpPr/>
          <p:nvPr/>
        </p:nvSpPr>
        <p:spPr bwMode="gray">
          <a:xfrm>
            <a:off x="3499416" y="3345084"/>
            <a:ext cx="2650589" cy="2068164"/>
          </a:xfrm>
          <a:prstGeom prst="rect">
            <a:avLst/>
          </a:prstGeom>
          <a:solidFill>
            <a:schemeClr val="accent3">
              <a:lumMod val="20000"/>
              <a:lumOff val="80000"/>
            </a:schemeClr>
          </a:solidFill>
          <a:ln w="6350" algn="ctr">
            <a:solidFill>
              <a:schemeClr val="accent3">
                <a:lumMod val="50000"/>
              </a:schemeClr>
            </a:solidFill>
            <a:miter lim="800000"/>
            <a:headEnd/>
            <a:tailEnd/>
          </a:ln>
        </p:spPr>
        <p:txBody>
          <a:bodyPr wrap="square" lIns="88900" tIns="88900" rIns="88900" bIns="88900" rtlCol="0" anchor="t" anchorCtr="0"/>
          <a:lstStyle/>
          <a:p>
            <a:pPr>
              <a:lnSpc>
                <a:spcPct val="106000"/>
              </a:lnSpc>
              <a:spcBef>
                <a:spcPts val="300"/>
              </a:spcBef>
              <a:buFont typeface="Wingdings 2" pitchFamily="18" charset="2"/>
              <a:buNone/>
            </a:pPr>
            <a:r>
              <a:rPr lang="en-US" sz="1100" b="1" noProof="0" dirty="0"/>
              <a:t>Focus areas</a:t>
            </a:r>
          </a:p>
          <a:p>
            <a:pPr marL="171450" indent="-171450">
              <a:spcBef>
                <a:spcPts val="300"/>
              </a:spcBef>
              <a:buFont typeface="Arial" panose="020B0604020202020204" pitchFamily="34" charset="0"/>
              <a:buChar char="•"/>
            </a:pPr>
            <a:r>
              <a:rPr lang="en-US" sz="1100" i="1" dirty="0"/>
              <a:t>Talent management</a:t>
            </a:r>
            <a:endParaRPr lang="en-IN" sz="1100" i="1" dirty="0"/>
          </a:p>
          <a:p>
            <a:pPr marL="447675" lvl="1" indent="-182563">
              <a:spcBef>
                <a:spcPts val="300"/>
              </a:spcBef>
              <a:buFont typeface="Wingdings" panose="05000000000000000000" pitchFamily="2" charset="2"/>
              <a:buChar char="§"/>
            </a:pPr>
            <a:r>
              <a:rPr lang="en-US" sz="1100" dirty="0"/>
              <a:t>Recruitment process (virtual/ digitally enabled)</a:t>
            </a:r>
          </a:p>
          <a:p>
            <a:pPr marL="447675" lvl="1" indent="-182563">
              <a:spcBef>
                <a:spcPts val="300"/>
              </a:spcBef>
              <a:buFont typeface="Wingdings" panose="05000000000000000000" pitchFamily="2" charset="2"/>
              <a:buChar char="§"/>
            </a:pPr>
            <a:r>
              <a:rPr lang="en-US" sz="1100" dirty="0"/>
              <a:t>Onboarding of employees (virtual/ digitally enabled)</a:t>
            </a:r>
          </a:p>
          <a:p>
            <a:pPr marL="447675" lvl="1" indent="-182563">
              <a:spcBef>
                <a:spcPts val="300"/>
              </a:spcBef>
              <a:buFont typeface="Wingdings" panose="05000000000000000000" pitchFamily="2" charset="2"/>
              <a:buChar char="§"/>
            </a:pPr>
            <a:r>
              <a:rPr lang="en-US" sz="1100" dirty="0"/>
              <a:t>Succession Management Framework</a:t>
            </a:r>
          </a:p>
          <a:p>
            <a:pPr marL="182563" indent="-182563">
              <a:spcBef>
                <a:spcPts val="300"/>
              </a:spcBef>
              <a:buFont typeface="Wingdings" panose="05000000000000000000" pitchFamily="2" charset="2"/>
              <a:buChar char="§"/>
            </a:pPr>
            <a:r>
              <a:rPr lang="en-US" sz="1100" noProof="0" dirty="0"/>
              <a:t>Framework for identification of specialist roles</a:t>
            </a:r>
            <a:endParaRPr lang="en-IN" sz="1100" noProof="0" dirty="0" err="1"/>
          </a:p>
        </p:txBody>
      </p:sp>
      <p:sp>
        <p:nvSpPr>
          <p:cNvPr id="94" name="Rectangle 93"/>
          <p:cNvSpPr/>
          <p:nvPr/>
        </p:nvSpPr>
        <p:spPr bwMode="gray">
          <a:xfrm>
            <a:off x="6362227" y="3345084"/>
            <a:ext cx="2650589" cy="2068164"/>
          </a:xfrm>
          <a:prstGeom prst="rect">
            <a:avLst/>
          </a:prstGeom>
          <a:solidFill>
            <a:schemeClr val="accent3">
              <a:lumMod val="20000"/>
              <a:lumOff val="80000"/>
            </a:schemeClr>
          </a:solidFill>
          <a:ln w="6350" algn="ctr">
            <a:solidFill>
              <a:schemeClr val="accent3">
                <a:lumMod val="50000"/>
              </a:schemeClr>
            </a:solidFill>
            <a:miter lim="800000"/>
            <a:headEnd/>
            <a:tailEnd/>
          </a:ln>
        </p:spPr>
        <p:txBody>
          <a:bodyPr wrap="square" lIns="88900" tIns="88900" rIns="88900" bIns="88900" rtlCol="0" anchor="t" anchorCtr="0"/>
          <a:lstStyle/>
          <a:p>
            <a:pPr>
              <a:lnSpc>
                <a:spcPct val="106000"/>
              </a:lnSpc>
              <a:spcBef>
                <a:spcPts val="300"/>
              </a:spcBef>
              <a:buFont typeface="Wingdings 2" pitchFamily="18" charset="2"/>
              <a:buNone/>
            </a:pPr>
            <a:r>
              <a:rPr lang="en-US" sz="1100" b="1" noProof="0" dirty="0"/>
              <a:t>Diversification and business adjacencies, such as </a:t>
            </a:r>
          </a:p>
          <a:p>
            <a:pPr marL="171450" indent="-171450">
              <a:lnSpc>
                <a:spcPct val="106000"/>
              </a:lnSpc>
              <a:spcBef>
                <a:spcPts val="300"/>
              </a:spcBef>
              <a:buFont typeface="Arial" panose="020B0604020202020204" pitchFamily="34" charset="0"/>
              <a:buChar char="•"/>
            </a:pPr>
            <a:r>
              <a:rPr lang="en-US" sz="1100" dirty="0"/>
              <a:t>Renewable (RE)</a:t>
            </a:r>
          </a:p>
          <a:p>
            <a:pPr marL="171450" indent="-171450">
              <a:lnSpc>
                <a:spcPct val="106000"/>
              </a:lnSpc>
              <a:spcBef>
                <a:spcPts val="300"/>
              </a:spcBef>
              <a:buFont typeface="Arial" panose="020B0604020202020204" pitchFamily="34" charset="0"/>
              <a:buChar char="•"/>
            </a:pPr>
            <a:r>
              <a:rPr lang="en-US" sz="1100" noProof="0" dirty="0"/>
              <a:t>Consultancy</a:t>
            </a:r>
          </a:p>
          <a:p>
            <a:pPr marL="171450" indent="-171450">
              <a:lnSpc>
                <a:spcPct val="106000"/>
              </a:lnSpc>
              <a:spcBef>
                <a:spcPts val="300"/>
              </a:spcBef>
              <a:buFont typeface="Arial" panose="020B0604020202020204" pitchFamily="34" charset="0"/>
              <a:buChar char="•"/>
            </a:pPr>
            <a:r>
              <a:rPr lang="en-US" sz="1100" dirty="0"/>
              <a:t>Distribution</a:t>
            </a:r>
          </a:p>
          <a:p>
            <a:pPr marL="171450" indent="-171450">
              <a:lnSpc>
                <a:spcPct val="106000"/>
              </a:lnSpc>
              <a:spcBef>
                <a:spcPts val="300"/>
              </a:spcBef>
              <a:buFont typeface="Arial" panose="020B0604020202020204" pitchFamily="34" charset="0"/>
              <a:buChar char="•"/>
            </a:pPr>
            <a:r>
              <a:rPr lang="en-US" sz="1100" dirty="0"/>
              <a:t>EV infrastructure</a:t>
            </a:r>
          </a:p>
          <a:p>
            <a:pPr marL="171450" indent="-171450">
              <a:lnSpc>
                <a:spcPct val="106000"/>
              </a:lnSpc>
              <a:spcBef>
                <a:spcPts val="300"/>
              </a:spcBef>
              <a:buFont typeface="Arial" panose="020B0604020202020204" pitchFamily="34" charset="0"/>
              <a:buChar char="•"/>
            </a:pPr>
            <a:r>
              <a:rPr lang="en-US" sz="1100" dirty="0"/>
              <a:t>Trading</a:t>
            </a:r>
          </a:p>
          <a:p>
            <a:pPr marL="171450" indent="-171450">
              <a:lnSpc>
                <a:spcPct val="106000"/>
              </a:lnSpc>
              <a:spcBef>
                <a:spcPts val="300"/>
              </a:spcBef>
              <a:buFont typeface="Arial" panose="020B0604020202020204" pitchFamily="34" charset="0"/>
              <a:buChar char="•"/>
            </a:pPr>
            <a:r>
              <a:rPr lang="en-US" sz="1100" noProof="0" dirty="0"/>
              <a:t>International foray etc.</a:t>
            </a:r>
            <a:endParaRPr lang="en-IN" sz="1100" noProof="0" dirty="0" err="1"/>
          </a:p>
        </p:txBody>
      </p:sp>
      <p:sp>
        <p:nvSpPr>
          <p:cNvPr id="95" name="Rectangle 94"/>
          <p:cNvSpPr/>
          <p:nvPr/>
        </p:nvSpPr>
        <p:spPr bwMode="gray">
          <a:xfrm>
            <a:off x="9225036" y="3345084"/>
            <a:ext cx="2650589" cy="2068164"/>
          </a:xfrm>
          <a:prstGeom prst="rect">
            <a:avLst/>
          </a:prstGeom>
          <a:solidFill>
            <a:schemeClr val="accent3">
              <a:lumMod val="20000"/>
              <a:lumOff val="80000"/>
            </a:schemeClr>
          </a:solidFill>
          <a:ln w="6350" algn="ctr">
            <a:solidFill>
              <a:schemeClr val="accent3">
                <a:lumMod val="50000"/>
              </a:schemeClr>
            </a:solidFill>
            <a:miter lim="800000"/>
            <a:headEnd/>
            <a:tailEnd/>
          </a:ln>
        </p:spPr>
        <p:txBody>
          <a:bodyPr wrap="square" lIns="88900" tIns="88900" rIns="88900" bIns="88900" rtlCol="0" anchor="t" anchorCtr="0"/>
          <a:lstStyle/>
          <a:p>
            <a:pPr>
              <a:lnSpc>
                <a:spcPct val="106000"/>
              </a:lnSpc>
              <a:spcBef>
                <a:spcPts val="300"/>
              </a:spcBef>
              <a:buFont typeface="Wingdings 2" pitchFamily="18" charset="2"/>
              <a:buNone/>
            </a:pPr>
            <a:r>
              <a:rPr lang="en-US" sz="1100" b="1" noProof="0" dirty="0"/>
              <a:t>Core business areas</a:t>
            </a:r>
          </a:p>
          <a:p>
            <a:pPr marL="171450" indent="-171450">
              <a:lnSpc>
                <a:spcPct val="106000"/>
              </a:lnSpc>
              <a:spcBef>
                <a:spcPts val="300"/>
              </a:spcBef>
              <a:buFont typeface="Arial" panose="020B0604020202020204" pitchFamily="34" charset="0"/>
              <a:buChar char="•"/>
            </a:pPr>
            <a:r>
              <a:rPr lang="en-US" sz="1100" dirty="0"/>
              <a:t>Fleet level O&amp;M</a:t>
            </a:r>
          </a:p>
          <a:p>
            <a:pPr marL="171450" indent="-171450">
              <a:lnSpc>
                <a:spcPct val="106000"/>
              </a:lnSpc>
              <a:spcBef>
                <a:spcPts val="300"/>
              </a:spcBef>
              <a:buFont typeface="Arial" panose="020B0604020202020204" pitchFamily="34" charset="0"/>
              <a:buChar char="•"/>
            </a:pPr>
            <a:r>
              <a:rPr lang="en-US" sz="1100" dirty="0"/>
              <a:t>Regulatory strategy &amp; policy advocacy</a:t>
            </a:r>
          </a:p>
          <a:p>
            <a:pPr marL="171450" indent="-171450">
              <a:lnSpc>
                <a:spcPct val="106000"/>
              </a:lnSpc>
              <a:spcBef>
                <a:spcPts val="300"/>
              </a:spcBef>
              <a:buFont typeface="Arial" panose="020B0604020202020204" pitchFamily="34" charset="0"/>
              <a:buChar char="•"/>
            </a:pPr>
            <a:r>
              <a:rPr lang="en-US" sz="1100" noProof="0" dirty="0"/>
              <a:t>Digitalization</a:t>
            </a:r>
          </a:p>
          <a:p>
            <a:pPr marL="171450" indent="-171450">
              <a:lnSpc>
                <a:spcPct val="106000"/>
              </a:lnSpc>
              <a:spcBef>
                <a:spcPts val="300"/>
              </a:spcBef>
              <a:buFont typeface="Arial" panose="020B0604020202020204" pitchFamily="34" charset="0"/>
              <a:buChar char="•"/>
            </a:pPr>
            <a:r>
              <a:rPr lang="en-US" sz="1100" dirty="0"/>
              <a:t>Short &amp; Medium term fuel security</a:t>
            </a:r>
            <a:endParaRPr lang="en-IN" sz="1100" noProof="0" dirty="0" err="1"/>
          </a:p>
        </p:txBody>
      </p:sp>
      <p:sp>
        <p:nvSpPr>
          <p:cNvPr id="5" name="Rounded Rectangle 4"/>
          <p:cNvSpPr/>
          <p:nvPr/>
        </p:nvSpPr>
        <p:spPr bwMode="gray">
          <a:xfrm>
            <a:off x="4969040" y="49119"/>
            <a:ext cx="1732971" cy="289640"/>
          </a:xfrm>
          <a:prstGeom prst="roundRect">
            <a:avLst/>
          </a:prstGeom>
          <a:solidFill>
            <a:srgbClr val="DA291C"/>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noProof="0" dirty="0">
                <a:solidFill>
                  <a:schemeClr val="bg1"/>
                </a:solidFill>
              </a:rPr>
              <a:t>WIP</a:t>
            </a:r>
            <a:endParaRPr lang="en-IN" sz="1600" b="1" noProof="0" dirty="0" err="1">
              <a:solidFill>
                <a:schemeClr val="bg1"/>
              </a:solidFill>
            </a:endParaRPr>
          </a:p>
        </p:txBody>
      </p:sp>
      <p:sp>
        <p:nvSpPr>
          <p:cNvPr id="21" name="Rectangle 20"/>
          <p:cNvSpPr/>
          <p:nvPr/>
        </p:nvSpPr>
        <p:spPr bwMode="gray">
          <a:xfrm>
            <a:off x="9225036" y="113609"/>
            <a:ext cx="2873067" cy="656160"/>
          </a:xfrm>
          <a:prstGeom prst="rect">
            <a:avLst/>
          </a:prstGeom>
          <a:solidFill>
            <a:srgbClr val="FFFF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noProof="0" dirty="0">
                <a:solidFill>
                  <a:srgbClr val="FF0000"/>
                </a:solidFill>
              </a:rPr>
              <a:t>Saurabh to modify HR </a:t>
            </a:r>
            <a:r>
              <a:rPr lang="en-US" sz="1200" noProof="0" dirty="0" err="1">
                <a:solidFill>
                  <a:srgbClr val="FF0000"/>
                </a:solidFill>
              </a:rPr>
              <a:t>workstream</a:t>
            </a:r>
            <a:r>
              <a:rPr lang="en-US" sz="1200" noProof="0" dirty="0">
                <a:solidFill>
                  <a:srgbClr val="FF0000"/>
                </a:solidFill>
              </a:rPr>
              <a:t> as per discussion on call &lt;SD&gt; Modified</a:t>
            </a:r>
            <a:endParaRPr lang="en-IN" sz="1200" noProof="0" dirty="0" err="1">
              <a:solidFill>
                <a:srgbClr val="FF0000"/>
              </a:solidFill>
            </a:endParaRPr>
          </a:p>
        </p:txBody>
      </p:sp>
    </p:spTree>
    <p:extLst>
      <p:ext uri="{BB962C8B-B14F-4D97-AF65-F5344CB8AC3E}">
        <p14:creationId xmlns:p14="http://schemas.microsoft.com/office/powerpoint/2010/main" val="294611539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9" name="Object 108" hidden="1"/>
          <p:cNvGraphicFramePr>
            <a:graphicFrameLocks noChangeAspect="1"/>
          </p:cNvGraphicFramePr>
          <p:nvPr>
            <p:custDataLst>
              <p:tags r:id="rId1"/>
            </p:custDataLst>
          </p:nvPr>
        </p:nvGraphicFramePr>
        <p:xfrm>
          <a:off x="1144589" y="1589"/>
          <a:ext cx="1587" cy="1587"/>
        </p:xfrm>
        <a:graphic>
          <a:graphicData uri="http://schemas.openxmlformats.org/presentationml/2006/ole">
            <mc:AlternateContent xmlns:mc="http://schemas.openxmlformats.org/markup-compatibility/2006">
              <mc:Choice xmlns:v="urn:schemas-microsoft-com:vml" Requires="v">
                <p:oleObj name="think-cell Slide" r:id="rId5" imgW="530" imgH="531" progId="TCLayout.ActiveDocument.1">
                  <p:embed/>
                </p:oleObj>
              </mc:Choice>
              <mc:Fallback>
                <p:oleObj name="think-cell Slide" r:id="rId5" imgW="530" imgH="531" progId="TCLayout.ActiveDocument.1">
                  <p:embed/>
                  <p:pic>
                    <p:nvPicPr>
                      <p:cNvPr id="109" name="Object 108" hidden="1"/>
                      <p:cNvPicPr/>
                      <p:nvPr/>
                    </p:nvPicPr>
                    <p:blipFill>
                      <a:blip r:embed="rId6"/>
                      <a:stretch>
                        <a:fillRect/>
                      </a:stretch>
                    </p:blipFill>
                    <p:spPr>
                      <a:xfrm>
                        <a:off x="1144589" y="1589"/>
                        <a:ext cx="1587" cy="1587"/>
                      </a:xfrm>
                      <a:prstGeom prst="rect">
                        <a:avLst/>
                      </a:prstGeom>
                    </p:spPr>
                  </p:pic>
                </p:oleObj>
              </mc:Fallback>
            </mc:AlternateContent>
          </a:graphicData>
        </a:graphic>
      </p:graphicFrame>
      <p:sp>
        <p:nvSpPr>
          <p:cNvPr id="2" name="Rectangle 1" hidden="1"/>
          <p:cNvSpPr/>
          <p:nvPr>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marR="0" lvl="0" indent="0" algn="ctr" defTabSz="914400" rtl="0" eaLnBrk="1" fontAlgn="auto" latinLnBrk="0" hangingPunct="1">
              <a:lnSpc>
                <a:spcPct val="100000"/>
              </a:lnSpc>
              <a:spcBef>
                <a:spcPct val="0"/>
              </a:spcBef>
              <a:spcAft>
                <a:spcPct val="0"/>
              </a:spcAft>
              <a:buClrTx/>
              <a:buSzTx/>
              <a:buFont typeface="Wingdings 2" pitchFamily="18" charset="2"/>
              <a:buNone/>
              <a:tabLst/>
              <a:defRPr/>
            </a:pPr>
            <a:endParaRPr kumimoji="0" lang="en-US" sz="2000" b="0" i="0" u="none" strike="noStrike" kern="1200" cap="none" spc="0" normalizeH="0" baseline="0" noProof="0" dirty="0">
              <a:ln>
                <a:noFill/>
              </a:ln>
              <a:solidFill>
                <a:prstClr val="white"/>
              </a:solidFill>
              <a:effectLst/>
              <a:uLnTx/>
              <a:uFillTx/>
              <a:latin typeface="Verdana" panose="020B0604030504040204" pitchFamily="34" charset="0"/>
              <a:ea typeface="+mn-ea"/>
              <a:cs typeface="+mn-cs"/>
              <a:sym typeface="Verdana" panose="020B0604030504040204" pitchFamily="34" charset="0"/>
            </a:endParaRPr>
          </a:p>
        </p:txBody>
      </p:sp>
      <p:sp>
        <p:nvSpPr>
          <p:cNvPr id="3" name="Title 2"/>
          <p:cNvSpPr>
            <a:spLocks noGrp="1"/>
          </p:cNvSpPr>
          <p:nvPr>
            <p:ph type="title"/>
          </p:nvPr>
        </p:nvSpPr>
        <p:spPr/>
        <p:txBody>
          <a:bodyPr/>
          <a:lstStyle/>
          <a:p>
            <a:r>
              <a:rPr lang="en-US" dirty="0">
                <a:solidFill>
                  <a:srgbClr val="575757"/>
                </a:solidFill>
              </a:rPr>
              <a:t>Work stream – W1: Business function transformation, W4:O&amp;M and Fuel Management</a:t>
            </a:r>
            <a:br>
              <a:rPr lang="en-US" dirty="0">
                <a:solidFill>
                  <a:srgbClr val="575757"/>
                </a:solidFill>
              </a:rPr>
            </a:br>
            <a:r>
              <a:rPr lang="en-US" dirty="0">
                <a:solidFill>
                  <a:srgbClr val="575757"/>
                </a:solidFill>
              </a:rPr>
              <a:t> </a:t>
            </a:r>
          </a:p>
        </p:txBody>
      </p:sp>
      <p:sp>
        <p:nvSpPr>
          <p:cNvPr id="24" name="Rectangle 23"/>
          <p:cNvSpPr/>
          <p:nvPr/>
        </p:nvSpPr>
        <p:spPr>
          <a:xfrm>
            <a:off x="626675" y="1825835"/>
            <a:ext cx="3672000" cy="21641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t"/>
          <a:lstStyle/>
          <a:p>
            <a:pPr marL="539750" lvl="1" indent="-182563">
              <a:spcBef>
                <a:spcPts val="300"/>
              </a:spcBef>
              <a:buFont typeface="Arial" panose="020B0604020202020204" pitchFamily="34" charset="0"/>
              <a:buChar char="•"/>
            </a:pPr>
            <a:r>
              <a:rPr lang="en-US" sz="1000" dirty="0">
                <a:solidFill>
                  <a:schemeClr val="tx1"/>
                </a:solidFill>
              </a:rPr>
              <a:t>Assessment of 3-4 key business processes and functional structure. We propose:</a:t>
            </a:r>
          </a:p>
          <a:p>
            <a:pPr marL="803275" lvl="2" indent="-82550">
              <a:spcBef>
                <a:spcPts val="300"/>
              </a:spcBef>
              <a:buFont typeface="Arial" panose="020B0604020202020204" pitchFamily="34" charset="0"/>
              <a:buChar char="•"/>
            </a:pPr>
            <a:r>
              <a:rPr lang="en-US" sz="1000" dirty="0">
                <a:solidFill>
                  <a:schemeClr val="tx1"/>
                </a:solidFill>
              </a:rPr>
              <a:t>Procurement &amp; Contract management</a:t>
            </a:r>
          </a:p>
          <a:p>
            <a:pPr marL="803275" lvl="2" indent="-82550">
              <a:spcBef>
                <a:spcPts val="300"/>
              </a:spcBef>
              <a:buFont typeface="Arial" panose="020B0604020202020204" pitchFamily="34" charset="0"/>
              <a:buChar char="•"/>
            </a:pPr>
            <a:r>
              <a:rPr lang="en-US" sz="1000" dirty="0">
                <a:solidFill>
                  <a:schemeClr val="tx1"/>
                </a:solidFill>
              </a:rPr>
              <a:t>Project planning, execution &amp; monitoring</a:t>
            </a:r>
          </a:p>
          <a:p>
            <a:pPr marL="803275" lvl="2" indent="-82550">
              <a:spcBef>
                <a:spcPts val="300"/>
              </a:spcBef>
              <a:buFont typeface="Arial" panose="020B0604020202020204" pitchFamily="34" charset="0"/>
              <a:buChar char="•"/>
            </a:pPr>
            <a:r>
              <a:rPr lang="en-US" sz="1000" dirty="0">
                <a:solidFill>
                  <a:schemeClr val="tx1"/>
                </a:solidFill>
              </a:rPr>
              <a:t>Quality control &amp; inspections</a:t>
            </a:r>
          </a:p>
          <a:p>
            <a:pPr marL="803275" lvl="2" indent="-82550">
              <a:spcBef>
                <a:spcPts val="300"/>
              </a:spcBef>
              <a:buFont typeface="Arial" panose="020B0604020202020204" pitchFamily="34" charset="0"/>
              <a:buChar char="•"/>
            </a:pPr>
            <a:r>
              <a:rPr lang="en-US" sz="1000" dirty="0">
                <a:solidFill>
                  <a:schemeClr val="tx1"/>
                </a:solidFill>
              </a:rPr>
              <a:t>Business development</a:t>
            </a:r>
          </a:p>
          <a:p>
            <a:pPr marL="539750" lvl="1" indent="-182563">
              <a:spcBef>
                <a:spcPts val="300"/>
              </a:spcBef>
              <a:buFont typeface="Arial" panose="020B0604020202020204" pitchFamily="34" charset="0"/>
              <a:buChar char="•"/>
            </a:pPr>
            <a:r>
              <a:rPr lang="en-US" sz="1000" dirty="0">
                <a:solidFill>
                  <a:schemeClr val="tx1"/>
                </a:solidFill>
              </a:rPr>
              <a:t>Understand current performances, challenges, KPIs</a:t>
            </a:r>
          </a:p>
          <a:p>
            <a:pPr marL="539750" lvl="1" indent="-182563">
              <a:spcBef>
                <a:spcPts val="300"/>
              </a:spcBef>
              <a:buFont typeface="Arial" panose="020B0604020202020204" pitchFamily="34" charset="0"/>
              <a:buChar char="•"/>
            </a:pPr>
            <a:r>
              <a:rPr lang="en-US" sz="1000" dirty="0">
                <a:solidFill>
                  <a:schemeClr val="tx1"/>
                </a:solidFill>
              </a:rPr>
              <a:t>Identify boundary conditions for existing processes</a:t>
            </a:r>
          </a:p>
          <a:p>
            <a:pPr marL="539750" lvl="1" indent="-182563">
              <a:spcBef>
                <a:spcPts val="300"/>
              </a:spcBef>
              <a:buFont typeface="Arial" panose="020B0604020202020204" pitchFamily="34" charset="0"/>
              <a:buChar char="•"/>
            </a:pPr>
            <a:r>
              <a:rPr lang="en-US" sz="1000" dirty="0">
                <a:solidFill>
                  <a:schemeClr val="tx1"/>
                </a:solidFill>
              </a:rPr>
              <a:t>Impact assessment of Covid-19 in current processes</a:t>
            </a:r>
          </a:p>
        </p:txBody>
      </p:sp>
      <p:grpSp>
        <p:nvGrpSpPr>
          <p:cNvPr id="25" name="Group 24"/>
          <p:cNvGrpSpPr/>
          <p:nvPr/>
        </p:nvGrpSpPr>
        <p:grpSpPr>
          <a:xfrm>
            <a:off x="893573" y="1101087"/>
            <a:ext cx="3138207" cy="392032"/>
            <a:chOff x="633046" y="1546251"/>
            <a:chExt cx="2461339" cy="360000"/>
          </a:xfrm>
        </p:grpSpPr>
        <p:sp>
          <p:nvSpPr>
            <p:cNvPr id="26" name="Pentagon 25"/>
            <p:cNvSpPr/>
            <p:nvPr/>
          </p:nvSpPr>
          <p:spPr>
            <a:xfrm>
              <a:off x="633046" y="1546251"/>
              <a:ext cx="2461339" cy="360000"/>
            </a:xfrm>
            <a:prstGeom prst="homePlate">
              <a:avLst/>
            </a:prstGeom>
            <a:solidFill>
              <a:schemeClr val="accent1"/>
            </a:solidFill>
            <a:ln w="25400" cap="flat" cmpd="sng" algn="ctr">
              <a:noFill/>
              <a:prstDash val="solid"/>
            </a:ln>
            <a:effectLst/>
          </p:spPr>
          <p:txBody>
            <a:bodyPr lIns="0" tIns="0" rIns="0" bIns="0" rtlCol="0" anchor="ctr"/>
            <a:lstStyle/>
            <a:p>
              <a:pPr algn="ctr"/>
              <a:endParaRPr lang="en-US" sz="900" b="1" kern="0" dirty="0">
                <a:solidFill>
                  <a:prstClr val="white"/>
                </a:solidFill>
                <a:sym typeface="Calibri" panose="020F0502020204030204" pitchFamily="34" charset="0"/>
              </a:endParaRPr>
            </a:p>
          </p:txBody>
        </p:sp>
        <p:sp>
          <p:nvSpPr>
            <p:cNvPr id="27" name="TextBox 26"/>
            <p:cNvSpPr txBox="1"/>
            <p:nvPr/>
          </p:nvSpPr>
          <p:spPr>
            <a:xfrm>
              <a:off x="795295" y="1662660"/>
              <a:ext cx="2035197" cy="127183"/>
            </a:xfrm>
            <a:prstGeom prst="rect">
              <a:avLst/>
            </a:prstGeom>
            <a:noFill/>
          </p:spPr>
          <p:txBody>
            <a:bodyPr wrap="square" lIns="0" tIns="0" rIns="0" bIns="0" rtlCol="0" anchor="ctr">
              <a:spAutoFit/>
            </a:bodyPr>
            <a:lstStyle/>
            <a:p>
              <a:pPr algn="ctr"/>
              <a:r>
                <a:rPr lang="en-US" sz="900" b="1" i="1" dirty="0">
                  <a:solidFill>
                    <a:prstClr val="white"/>
                  </a:solidFill>
                  <a:sym typeface="Calibri" panose="020F0502020204030204" pitchFamily="34" charset="0"/>
                </a:rPr>
                <a:t>Diagnostic phase</a:t>
              </a:r>
            </a:p>
          </p:txBody>
        </p:sp>
      </p:grpSp>
      <p:grpSp>
        <p:nvGrpSpPr>
          <p:cNvPr id="28" name="Group 27"/>
          <p:cNvGrpSpPr/>
          <p:nvPr/>
        </p:nvGrpSpPr>
        <p:grpSpPr>
          <a:xfrm>
            <a:off x="1059348" y="1543882"/>
            <a:ext cx="2806656" cy="138499"/>
            <a:chOff x="611951" y="1813702"/>
            <a:chExt cx="2421429" cy="138499"/>
          </a:xfrm>
        </p:grpSpPr>
        <p:cxnSp>
          <p:nvCxnSpPr>
            <p:cNvPr id="29" name="Straight Arrow Connector 28"/>
            <p:cNvCxnSpPr/>
            <p:nvPr/>
          </p:nvCxnSpPr>
          <p:spPr>
            <a:xfrm>
              <a:off x="611951" y="1882951"/>
              <a:ext cx="2421429" cy="0"/>
            </a:xfrm>
            <a:prstGeom prst="straightConnector1">
              <a:avLst/>
            </a:prstGeom>
            <a:ln>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1267287" y="1813702"/>
              <a:ext cx="1110756" cy="138499"/>
            </a:xfrm>
            <a:prstGeom prst="rect">
              <a:avLst/>
            </a:prstGeom>
            <a:solidFill>
              <a:schemeClr val="bg1"/>
            </a:solidFill>
          </p:spPr>
          <p:txBody>
            <a:bodyPr wrap="square" lIns="0" tIns="0" rIns="0" bIns="0" rtlCol="0">
              <a:spAutoFit/>
            </a:bodyPr>
            <a:lstStyle/>
            <a:p>
              <a:pPr algn="ctr">
                <a:spcBef>
                  <a:spcPts val="600"/>
                </a:spcBef>
                <a:buSzPct val="100000"/>
              </a:pPr>
              <a:r>
                <a:rPr lang="en-US" sz="900" b="1" dirty="0">
                  <a:solidFill>
                    <a:srgbClr val="313131"/>
                  </a:solidFill>
                </a:rPr>
                <a:t>Week 1 to 4</a:t>
              </a:r>
              <a:endParaRPr lang="en-IN" sz="900" b="1" dirty="0">
                <a:solidFill>
                  <a:srgbClr val="313131"/>
                </a:solidFill>
              </a:endParaRPr>
            </a:p>
          </p:txBody>
        </p:sp>
      </p:grpSp>
      <p:sp>
        <p:nvSpPr>
          <p:cNvPr id="31" name="Rectangle 30"/>
          <p:cNvSpPr/>
          <p:nvPr/>
        </p:nvSpPr>
        <p:spPr>
          <a:xfrm>
            <a:off x="4580825" y="1869155"/>
            <a:ext cx="3672000" cy="21448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t"/>
          <a:lstStyle/>
          <a:p>
            <a:pPr marL="171450" lvl="0" indent="-171450">
              <a:spcBef>
                <a:spcPts val="300"/>
              </a:spcBef>
              <a:buFont typeface="Arial" panose="020B0604020202020204" pitchFamily="34" charset="0"/>
              <a:buChar char="•"/>
            </a:pPr>
            <a:r>
              <a:rPr lang="en-US" sz="1000" dirty="0">
                <a:solidFill>
                  <a:schemeClr val="tx1"/>
                </a:solidFill>
              </a:rPr>
              <a:t>Deep dive on improvement areas</a:t>
            </a:r>
          </a:p>
          <a:p>
            <a:pPr marL="171450" lvl="0" indent="-171450">
              <a:spcBef>
                <a:spcPts val="300"/>
              </a:spcBef>
              <a:buFont typeface="Arial" panose="020B0604020202020204" pitchFamily="34" charset="0"/>
              <a:buChar char="•"/>
            </a:pPr>
            <a:r>
              <a:rPr lang="en-US" sz="1000" dirty="0">
                <a:solidFill>
                  <a:schemeClr val="tx1"/>
                </a:solidFill>
              </a:rPr>
              <a:t>Bring ‘outside in’ industry perspective for benchmarking, advise on ‘new normal’</a:t>
            </a:r>
          </a:p>
          <a:p>
            <a:pPr marL="171450" lvl="0" indent="-171450">
              <a:spcBef>
                <a:spcPts val="300"/>
              </a:spcBef>
              <a:buFont typeface="Arial" panose="020B0604020202020204" pitchFamily="34" charset="0"/>
              <a:buChar char="•"/>
            </a:pPr>
            <a:r>
              <a:rPr lang="en-US" sz="1000" dirty="0">
                <a:solidFill>
                  <a:schemeClr val="tx1"/>
                </a:solidFill>
              </a:rPr>
              <a:t>Define the future state recommendations along people, process and technology, basis agility, cost and efficiency</a:t>
            </a:r>
          </a:p>
          <a:p>
            <a:pPr marL="171450" lvl="0" indent="-171450">
              <a:spcBef>
                <a:spcPts val="300"/>
              </a:spcBef>
              <a:buFont typeface="Arial" panose="020B0604020202020204" pitchFamily="34" charset="0"/>
              <a:buChar char="•"/>
            </a:pPr>
            <a:r>
              <a:rPr lang="en-US" sz="1000" dirty="0">
                <a:solidFill>
                  <a:schemeClr val="tx1"/>
                </a:solidFill>
              </a:rPr>
              <a:t>Develop hypothesis and prioritize those among ‘Quick win’ and ‘Medium term’ interventions - select the medium term interventions basis complexity, urgency and investment requirement </a:t>
            </a:r>
          </a:p>
          <a:p>
            <a:pPr marL="171450" lvl="0" indent="-171450">
              <a:spcBef>
                <a:spcPts val="300"/>
              </a:spcBef>
              <a:buFont typeface="Arial" panose="020B0604020202020204" pitchFamily="34" charset="0"/>
              <a:buChar char="•"/>
            </a:pPr>
            <a:r>
              <a:rPr lang="en-US" sz="1000" dirty="0">
                <a:solidFill>
                  <a:schemeClr val="tx1"/>
                </a:solidFill>
              </a:rPr>
              <a:t>Develop high level business case if required</a:t>
            </a:r>
          </a:p>
          <a:p>
            <a:pPr marL="171450" lvl="0" indent="-171450">
              <a:spcBef>
                <a:spcPts val="300"/>
              </a:spcBef>
              <a:buFont typeface="Arial" panose="020B0604020202020204" pitchFamily="34" charset="0"/>
              <a:buChar char="•"/>
            </a:pPr>
            <a:r>
              <a:rPr lang="en-US" sz="1000" dirty="0">
                <a:solidFill>
                  <a:schemeClr val="tx1"/>
                </a:solidFill>
              </a:rPr>
              <a:t>Finalize and agree on the interventions</a:t>
            </a:r>
          </a:p>
        </p:txBody>
      </p:sp>
      <p:grpSp>
        <p:nvGrpSpPr>
          <p:cNvPr id="32" name="Group 31"/>
          <p:cNvGrpSpPr/>
          <p:nvPr/>
        </p:nvGrpSpPr>
        <p:grpSpPr>
          <a:xfrm>
            <a:off x="4936018" y="1101087"/>
            <a:ext cx="2961615" cy="392032"/>
            <a:chOff x="3585675" y="1546251"/>
            <a:chExt cx="2322835" cy="360000"/>
          </a:xfrm>
        </p:grpSpPr>
        <p:sp>
          <p:nvSpPr>
            <p:cNvPr id="33" name="Pentagon 32"/>
            <p:cNvSpPr/>
            <p:nvPr/>
          </p:nvSpPr>
          <p:spPr>
            <a:xfrm>
              <a:off x="3585675" y="1546251"/>
              <a:ext cx="2322835" cy="360000"/>
            </a:xfrm>
            <a:prstGeom prst="homePlate">
              <a:avLst/>
            </a:prstGeom>
            <a:solidFill>
              <a:srgbClr val="1E9D8B"/>
            </a:solidFill>
            <a:ln w="25400" cap="flat" cmpd="sng" algn="ctr">
              <a:noFill/>
              <a:prstDash val="solid"/>
            </a:ln>
            <a:effectLst/>
          </p:spPr>
          <p:txBody>
            <a:bodyPr lIns="0" tIns="0" rIns="0" bIns="0" rtlCol="0" anchor="ctr"/>
            <a:lstStyle/>
            <a:p>
              <a:pPr algn="ctr"/>
              <a:endParaRPr lang="en-US" sz="900" b="1" kern="0" dirty="0">
                <a:solidFill>
                  <a:prstClr val="white"/>
                </a:solidFill>
                <a:sym typeface="Calibri" panose="020F0502020204030204" pitchFamily="34" charset="0"/>
              </a:endParaRPr>
            </a:p>
          </p:txBody>
        </p:sp>
        <p:sp>
          <p:nvSpPr>
            <p:cNvPr id="34" name="TextBox 33"/>
            <p:cNvSpPr txBox="1"/>
            <p:nvPr/>
          </p:nvSpPr>
          <p:spPr>
            <a:xfrm>
              <a:off x="3784271" y="1662660"/>
              <a:ext cx="1890785" cy="127183"/>
            </a:xfrm>
            <a:prstGeom prst="rect">
              <a:avLst/>
            </a:prstGeom>
            <a:noFill/>
          </p:spPr>
          <p:txBody>
            <a:bodyPr wrap="square" lIns="0" tIns="0" rIns="0" bIns="0" rtlCol="0" anchor="ctr">
              <a:spAutoFit/>
            </a:bodyPr>
            <a:lstStyle/>
            <a:p>
              <a:pPr algn="ctr"/>
              <a:r>
                <a:rPr lang="en-US" sz="900" b="1" i="1" dirty="0" err="1">
                  <a:solidFill>
                    <a:prstClr val="white"/>
                  </a:solidFill>
                  <a:sym typeface="Calibri" panose="020F0502020204030204" pitchFamily="34" charset="0"/>
                </a:rPr>
                <a:t>Solutioning</a:t>
              </a:r>
              <a:r>
                <a:rPr lang="en-US" sz="900" b="1" i="1" dirty="0">
                  <a:solidFill>
                    <a:prstClr val="white"/>
                  </a:solidFill>
                  <a:sym typeface="Calibri" panose="020F0502020204030204" pitchFamily="34" charset="0"/>
                </a:rPr>
                <a:t> phase</a:t>
              </a:r>
            </a:p>
          </p:txBody>
        </p:sp>
      </p:grpSp>
      <p:grpSp>
        <p:nvGrpSpPr>
          <p:cNvPr id="35" name="Group 34"/>
          <p:cNvGrpSpPr/>
          <p:nvPr/>
        </p:nvGrpSpPr>
        <p:grpSpPr>
          <a:xfrm>
            <a:off x="5125645" y="1543882"/>
            <a:ext cx="2582360" cy="138499"/>
            <a:chOff x="3633832" y="1813702"/>
            <a:chExt cx="2227919" cy="138499"/>
          </a:xfrm>
        </p:grpSpPr>
        <p:cxnSp>
          <p:nvCxnSpPr>
            <p:cNvPr id="36" name="Straight Arrow Connector 35"/>
            <p:cNvCxnSpPr/>
            <p:nvPr/>
          </p:nvCxnSpPr>
          <p:spPr>
            <a:xfrm flipV="1">
              <a:off x="3633832" y="1882951"/>
              <a:ext cx="2227919" cy="0"/>
            </a:xfrm>
            <a:prstGeom prst="straightConnector1">
              <a:avLst/>
            </a:prstGeom>
            <a:ln>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4136875" y="1813702"/>
              <a:ext cx="1221832" cy="138499"/>
            </a:xfrm>
            <a:prstGeom prst="rect">
              <a:avLst/>
            </a:prstGeom>
            <a:solidFill>
              <a:schemeClr val="bg1"/>
            </a:solidFill>
          </p:spPr>
          <p:txBody>
            <a:bodyPr wrap="square" lIns="0" tIns="0" rIns="0" bIns="0" rtlCol="0">
              <a:spAutoFit/>
            </a:bodyPr>
            <a:lstStyle/>
            <a:p>
              <a:pPr algn="ctr">
                <a:spcBef>
                  <a:spcPts val="600"/>
                </a:spcBef>
                <a:buSzPct val="100000"/>
              </a:pPr>
              <a:r>
                <a:rPr lang="en-US" sz="900" b="1" dirty="0">
                  <a:solidFill>
                    <a:srgbClr val="313131"/>
                  </a:solidFill>
                </a:rPr>
                <a:t>Week 4 to 8</a:t>
              </a:r>
              <a:endParaRPr lang="en-IN" sz="900" b="1" dirty="0">
                <a:solidFill>
                  <a:srgbClr val="313131"/>
                </a:solidFill>
              </a:endParaRPr>
            </a:p>
          </p:txBody>
        </p:sp>
      </p:grpSp>
      <p:sp>
        <p:nvSpPr>
          <p:cNvPr id="41" name="Rectangle 40"/>
          <p:cNvSpPr/>
          <p:nvPr/>
        </p:nvSpPr>
        <p:spPr>
          <a:xfrm>
            <a:off x="8737600" y="1869155"/>
            <a:ext cx="3023042" cy="19279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t"/>
          <a:lstStyle/>
          <a:p>
            <a:pPr marL="342900" lvl="1" indent="-228600">
              <a:spcBef>
                <a:spcPts val="300"/>
              </a:spcBef>
              <a:spcAft>
                <a:spcPts val="300"/>
              </a:spcAft>
              <a:buSzPct val="65000"/>
              <a:buFont typeface="Wingdings"/>
              <a:buChar char="l"/>
            </a:pPr>
            <a:r>
              <a:rPr lang="en-US" sz="1000" dirty="0">
                <a:solidFill>
                  <a:prstClr val="black">
                    <a:lumMod val="75000"/>
                    <a:lumOff val="25000"/>
                  </a:prstClr>
                </a:solidFill>
                <a:cs typeface="Verdana" panose="020B0604030504040204" pitchFamily="34" charset="0"/>
                <a:sym typeface="Calibri" panose="020F0502020204030204" pitchFamily="34" charset="0"/>
              </a:rPr>
              <a:t>Develop implementation roadmap with definite timeframe</a:t>
            </a:r>
          </a:p>
          <a:p>
            <a:pPr marL="342900" lvl="1" indent="-228600">
              <a:spcBef>
                <a:spcPts val="300"/>
              </a:spcBef>
              <a:spcAft>
                <a:spcPts val="300"/>
              </a:spcAft>
              <a:buSzPct val="65000"/>
              <a:buFont typeface="Wingdings"/>
              <a:buChar char="l"/>
            </a:pPr>
            <a:r>
              <a:rPr lang="en-US" sz="1000" dirty="0">
                <a:solidFill>
                  <a:prstClr val="black">
                    <a:lumMod val="75000"/>
                    <a:lumOff val="25000"/>
                  </a:prstClr>
                </a:solidFill>
                <a:cs typeface="Verdana" panose="020B0604030504040204" pitchFamily="34" charset="0"/>
                <a:sym typeface="Calibri" panose="020F0502020204030204" pitchFamily="34" charset="0"/>
              </a:rPr>
              <a:t>Identify and recommend resources and capabilities required</a:t>
            </a:r>
          </a:p>
          <a:p>
            <a:pPr marL="630238" lvl="2" indent="-274638">
              <a:spcBef>
                <a:spcPts val="300"/>
              </a:spcBef>
              <a:spcAft>
                <a:spcPts val="300"/>
              </a:spcAft>
              <a:buSzPct val="65000"/>
              <a:buFont typeface="Wingdings"/>
              <a:buChar char="l"/>
            </a:pPr>
            <a:r>
              <a:rPr lang="en-US" sz="1000" dirty="0">
                <a:solidFill>
                  <a:prstClr val="black">
                    <a:lumMod val="75000"/>
                    <a:lumOff val="25000"/>
                  </a:prstClr>
                </a:solidFill>
                <a:cs typeface="Verdana" panose="020B0604030504040204" pitchFamily="34" charset="0"/>
                <a:sym typeface="Calibri" panose="020F0502020204030204" pitchFamily="34" charset="0"/>
              </a:rPr>
              <a:t>Enhancement of existing capabilities</a:t>
            </a:r>
          </a:p>
          <a:p>
            <a:pPr marL="630238" lvl="2" indent="-274638">
              <a:spcBef>
                <a:spcPts val="300"/>
              </a:spcBef>
              <a:spcAft>
                <a:spcPts val="300"/>
              </a:spcAft>
              <a:buSzPct val="65000"/>
              <a:buFont typeface="Wingdings"/>
              <a:buChar char="l"/>
            </a:pPr>
            <a:r>
              <a:rPr lang="en-US" sz="1000" dirty="0">
                <a:solidFill>
                  <a:prstClr val="black">
                    <a:lumMod val="75000"/>
                    <a:lumOff val="25000"/>
                  </a:prstClr>
                </a:solidFill>
                <a:cs typeface="Verdana" panose="020B0604030504040204" pitchFamily="34" charset="0"/>
                <a:sym typeface="Calibri" panose="020F0502020204030204" pitchFamily="34" charset="0"/>
              </a:rPr>
              <a:t>Development of new capabilities</a:t>
            </a:r>
          </a:p>
        </p:txBody>
      </p:sp>
      <p:grpSp>
        <p:nvGrpSpPr>
          <p:cNvPr id="55" name="Group 54"/>
          <p:cNvGrpSpPr/>
          <p:nvPr/>
        </p:nvGrpSpPr>
        <p:grpSpPr>
          <a:xfrm>
            <a:off x="8666480" y="1101087"/>
            <a:ext cx="2752163" cy="392032"/>
            <a:chOff x="6350664" y="1546251"/>
            <a:chExt cx="2363034" cy="360000"/>
          </a:xfrm>
        </p:grpSpPr>
        <p:sp>
          <p:nvSpPr>
            <p:cNvPr id="56" name="Pentagon 55"/>
            <p:cNvSpPr/>
            <p:nvPr/>
          </p:nvSpPr>
          <p:spPr>
            <a:xfrm>
              <a:off x="6350664" y="1546251"/>
              <a:ext cx="2363034" cy="360000"/>
            </a:xfrm>
            <a:prstGeom prst="homePlate">
              <a:avLst/>
            </a:prstGeom>
            <a:solidFill>
              <a:srgbClr val="43B02A"/>
            </a:solidFill>
            <a:ln w="25400" cap="flat" cmpd="sng" algn="ctr">
              <a:noFill/>
              <a:prstDash val="solid"/>
            </a:ln>
            <a:effectLst/>
          </p:spPr>
          <p:txBody>
            <a:bodyPr lIns="0" tIns="0" rIns="0" bIns="0" rtlCol="0" anchor="ctr"/>
            <a:lstStyle/>
            <a:p>
              <a:pPr algn="ctr"/>
              <a:endParaRPr lang="en-US" sz="900" b="1" kern="0" dirty="0">
                <a:solidFill>
                  <a:prstClr val="white"/>
                </a:solidFill>
                <a:sym typeface="Calibri" panose="020F0502020204030204" pitchFamily="34" charset="0"/>
              </a:endParaRPr>
            </a:p>
          </p:txBody>
        </p:sp>
        <p:sp>
          <p:nvSpPr>
            <p:cNvPr id="57" name="TextBox 56"/>
            <p:cNvSpPr txBox="1"/>
            <p:nvPr/>
          </p:nvSpPr>
          <p:spPr>
            <a:xfrm>
              <a:off x="6542089" y="1662660"/>
              <a:ext cx="1975180" cy="127183"/>
            </a:xfrm>
            <a:prstGeom prst="rect">
              <a:avLst/>
            </a:prstGeom>
            <a:noFill/>
          </p:spPr>
          <p:txBody>
            <a:bodyPr wrap="square" lIns="0" tIns="0" rIns="0" bIns="0" rtlCol="0" anchor="ctr">
              <a:spAutoFit/>
            </a:bodyPr>
            <a:lstStyle/>
            <a:p>
              <a:pPr algn="ctr"/>
              <a:r>
                <a:rPr lang="en-US" sz="900" b="1" i="1" dirty="0">
                  <a:solidFill>
                    <a:prstClr val="white"/>
                  </a:solidFill>
                  <a:sym typeface="Calibri" panose="020F0502020204030204" pitchFamily="34" charset="0"/>
                </a:rPr>
                <a:t>Roadmap and Implementation plan</a:t>
              </a:r>
            </a:p>
          </p:txBody>
        </p:sp>
      </p:grpSp>
      <p:grpSp>
        <p:nvGrpSpPr>
          <p:cNvPr id="58" name="Group 57"/>
          <p:cNvGrpSpPr/>
          <p:nvPr/>
        </p:nvGrpSpPr>
        <p:grpSpPr>
          <a:xfrm>
            <a:off x="8998583" y="1543882"/>
            <a:ext cx="2240782" cy="138499"/>
            <a:chOff x="6292282" y="1813702"/>
            <a:chExt cx="2240782" cy="138499"/>
          </a:xfrm>
        </p:grpSpPr>
        <p:cxnSp>
          <p:nvCxnSpPr>
            <p:cNvPr id="59" name="Straight Arrow Connector 58"/>
            <p:cNvCxnSpPr/>
            <p:nvPr/>
          </p:nvCxnSpPr>
          <p:spPr>
            <a:xfrm>
              <a:off x="6292282" y="1882951"/>
              <a:ext cx="2240782" cy="0"/>
            </a:xfrm>
            <a:prstGeom prst="straightConnector1">
              <a:avLst/>
            </a:prstGeom>
            <a:ln>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6801757" y="1813702"/>
              <a:ext cx="1221832" cy="138499"/>
            </a:xfrm>
            <a:prstGeom prst="rect">
              <a:avLst/>
            </a:prstGeom>
            <a:solidFill>
              <a:schemeClr val="bg1"/>
            </a:solidFill>
          </p:spPr>
          <p:txBody>
            <a:bodyPr wrap="square" lIns="0" tIns="0" rIns="0" bIns="0" rtlCol="0">
              <a:spAutoFit/>
            </a:bodyPr>
            <a:lstStyle/>
            <a:p>
              <a:pPr algn="ctr">
                <a:spcBef>
                  <a:spcPts val="600"/>
                </a:spcBef>
                <a:buSzPct val="100000"/>
              </a:pPr>
              <a:r>
                <a:rPr lang="en-US" sz="900" b="1" dirty="0">
                  <a:solidFill>
                    <a:srgbClr val="313131"/>
                  </a:solidFill>
                </a:rPr>
                <a:t>Week 8 to 12</a:t>
              </a:r>
              <a:endParaRPr lang="en-IN" sz="900" b="1" dirty="0">
                <a:solidFill>
                  <a:srgbClr val="313131"/>
                </a:solidFill>
              </a:endParaRPr>
            </a:p>
          </p:txBody>
        </p:sp>
      </p:grpSp>
      <p:cxnSp>
        <p:nvCxnSpPr>
          <p:cNvPr id="68" name="Straight Connector 67"/>
          <p:cNvCxnSpPr/>
          <p:nvPr/>
        </p:nvCxnSpPr>
        <p:spPr>
          <a:xfrm>
            <a:off x="4439920" y="1810310"/>
            <a:ext cx="0" cy="4552648"/>
          </a:xfrm>
          <a:prstGeom prst="line">
            <a:avLst/>
          </a:prstGeom>
          <a:ln w="3175">
            <a:solidFill>
              <a:schemeClr val="tx2"/>
            </a:solidFill>
            <a:prstDash val="dash"/>
          </a:ln>
        </p:spPr>
        <p:style>
          <a:lnRef idx="1">
            <a:schemeClr val="accent1"/>
          </a:lnRef>
          <a:fillRef idx="0">
            <a:schemeClr val="accent1"/>
          </a:fillRef>
          <a:effectRef idx="0">
            <a:schemeClr val="accent1"/>
          </a:effectRef>
          <a:fontRef idx="minor">
            <a:schemeClr val="tx1"/>
          </a:fontRef>
        </p:style>
      </p:cxnSp>
      <p:sp>
        <p:nvSpPr>
          <p:cNvPr id="69" name="Rectangle 68"/>
          <p:cNvSpPr/>
          <p:nvPr/>
        </p:nvSpPr>
        <p:spPr bwMode="gray">
          <a:xfrm>
            <a:off x="1126983" y="5367931"/>
            <a:ext cx="2988000" cy="1119011"/>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342900" lvl="1" indent="-228600">
              <a:spcBef>
                <a:spcPts val="300"/>
              </a:spcBef>
              <a:spcAft>
                <a:spcPts val="300"/>
              </a:spcAft>
              <a:buSzPct val="65000"/>
              <a:buFont typeface="Wingdings"/>
              <a:buChar char="l"/>
            </a:pPr>
            <a:r>
              <a:rPr lang="en-US" sz="1000" dirty="0">
                <a:sym typeface="Calibri" panose="020F0502020204030204" pitchFamily="34" charset="0"/>
              </a:rPr>
              <a:t>Diagnostic report</a:t>
            </a:r>
          </a:p>
        </p:txBody>
      </p:sp>
      <p:sp>
        <p:nvSpPr>
          <p:cNvPr id="70" name="Rectangle 69"/>
          <p:cNvSpPr/>
          <p:nvPr/>
        </p:nvSpPr>
        <p:spPr bwMode="gray">
          <a:xfrm>
            <a:off x="4623613" y="5352257"/>
            <a:ext cx="3629212" cy="1134686"/>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171450" indent="-171450">
              <a:lnSpc>
                <a:spcPct val="106000"/>
              </a:lnSpc>
              <a:spcBef>
                <a:spcPts val="300"/>
              </a:spcBef>
              <a:buFont typeface="Arial" panose="020B0604020202020204" pitchFamily="34" charset="0"/>
              <a:buChar char="•"/>
            </a:pPr>
            <a:r>
              <a:rPr lang="en-US" sz="1000" dirty="0"/>
              <a:t>Report on short term action agenda </a:t>
            </a:r>
            <a:r>
              <a:rPr lang="en-US" sz="1000" i="1" u="sng" dirty="0"/>
              <a:t>e.g. change in operating model, process interventions, digitalization pilot etc</a:t>
            </a:r>
            <a:r>
              <a:rPr lang="en-US" sz="1000" dirty="0"/>
              <a:t>.</a:t>
            </a:r>
          </a:p>
          <a:p>
            <a:pPr marL="171450" indent="-171450">
              <a:lnSpc>
                <a:spcPct val="106000"/>
              </a:lnSpc>
              <a:spcBef>
                <a:spcPts val="300"/>
              </a:spcBef>
              <a:buFont typeface="Arial" panose="020B0604020202020204" pitchFamily="34" charset="0"/>
              <a:buChar char="•"/>
            </a:pPr>
            <a:r>
              <a:rPr lang="en-US" sz="1000" dirty="0"/>
              <a:t>Report on medium term action agenda </a:t>
            </a:r>
            <a:r>
              <a:rPr lang="en-US" sz="1000" i="1" u="sng" dirty="0"/>
              <a:t>e.g. digitalization of O&amp;M fleet, strengthening project monitoring cell etc.</a:t>
            </a:r>
          </a:p>
        </p:txBody>
      </p:sp>
      <p:sp>
        <p:nvSpPr>
          <p:cNvPr id="71" name="Rectangle 70"/>
          <p:cNvSpPr/>
          <p:nvPr/>
        </p:nvSpPr>
        <p:spPr bwMode="gray">
          <a:xfrm>
            <a:off x="8831108" y="5352256"/>
            <a:ext cx="2988000" cy="1134686"/>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171450" indent="-171450">
              <a:lnSpc>
                <a:spcPct val="106000"/>
              </a:lnSpc>
              <a:spcBef>
                <a:spcPts val="300"/>
              </a:spcBef>
              <a:buFont typeface="Arial" panose="020B0604020202020204" pitchFamily="34" charset="0"/>
              <a:buChar char="•"/>
            </a:pPr>
            <a:r>
              <a:rPr lang="en-US" sz="1000" dirty="0"/>
              <a:t>Implementation roadmap with capability enhancement plan</a:t>
            </a:r>
          </a:p>
        </p:txBody>
      </p:sp>
      <p:sp>
        <p:nvSpPr>
          <p:cNvPr id="72" name="TextBox 71"/>
          <p:cNvSpPr txBox="1"/>
          <p:nvPr/>
        </p:nvSpPr>
        <p:spPr>
          <a:xfrm rot="16200000">
            <a:off x="71035" y="5757967"/>
            <a:ext cx="949352" cy="307777"/>
          </a:xfrm>
          <a:prstGeom prst="rect">
            <a:avLst/>
          </a:prstGeom>
          <a:noFill/>
        </p:spPr>
        <p:txBody>
          <a:bodyPr wrap="square" lIns="0" tIns="0" rIns="0" bIns="0" rtlCol="0">
            <a:spAutoFit/>
          </a:bodyPr>
          <a:lstStyle/>
          <a:p>
            <a:pPr algn="ctr">
              <a:buSzPct val="100000"/>
            </a:pPr>
            <a:r>
              <a:rPr lang="en-US" sz="1000" b="1" dirty="0">
                <a:solidFill>
                  <a:srgbClr val="313131"/>
                </a:solidFill>
              </a:rPr>
              <a:t>Key </a:t>
            </a:r>
          </a:p>
          <a:p>
            <a:pPr algn="ctr">
              <a:buSzPct val="100000"/>
            </a:pPr>
            <a:r>
              <a:rPr lang="en-US" sz="1000" b="1" dirty="0">
                <a:solidFill>
                  <a:srgbClr val="313131"/>
                </a:solidFill>
              </a:rPr>
              <a:t>Deliverables</a:t>
            </a:r>
            <a:endParaRPr lang="en-IN" sz="1000" b="1" dirty="0">
              <a:solidFill>
                <a:srgbClr val="313131"/>
              </a:solidFill>
            </a:endParaRPr>
          </a:p>
        </p:txBody>
      </p:sp>
      <p:sp>
        <p:nvSpPr>
          <p:cNvPr id="76" name="Rectangle 16"/>
          <p:cNvSpPr>
            <a:spLocks noChangeArrowheads="1"/>
          </p:cNvSpPr>
          <p:nvPr/>
        </p:nvSpPr>
        <p:spPr bwMode="auto">
          <a:xfrm rot="16200000">
            <a:off x="-111788" y="2635759"/>
            <a:ext cx="1454201" cy="347847"/>
          </a:xfrm>
          <a:prstGeom prst="rect">
            <a:avLst/>
          </a:prstGeom>
          <a:noFill/>
          <a:ln w="12700" algn="ctr">
            <a:noFill/>
            <a:round/>
            <a:headEnd/>
            <a:tailEnd/>
          </a:ln>
        </p:spPr>
        <p:txBody>
          <a:bodyPr lIns="70761" tIns="70761" rIns="70761" bIns="70761" anchor="ctr" anchorCtr="1"/>
          <a:lstStyle/>
          <a:p>
            <a:pPr algn="ctr" eaLnBrk="0" fontAlgn="base" hangingPunct="0">
              <a:lnSpc>
                <a:spcPct val="106000"/>
              </a:lnSpc>
              <a:spcBef>
                <a:spcPct val="0"/>
              </a:spcBef>
              <a:spcAft>
                <a:spcPct val="0"/>
              </a:spcAft>
            </a:pPr>
            <a:r>
              <a:rPr lang="en-US" sz="1050" b="1" dirty="0">
                <a:cs typeface="Arial" charset="0"/>
              </a:rPr>
              <a:t>Key Activities</a:t>
            </a:r>
          </a:p>
        </p:txBody>
      </p:sp>
      <p:sp>
        <p:nvSpPr>
          <p:cNvPr id="77" name="Rectangle 16"/>
          <p:cNvSpPr>
            <a:spLocks noChangeArrowheads="1"/>
          </p:cNvSpPr>
          <p:nvPr/>
        </p:nvSpPr>
        <p:spPr bwMode="auto">
          <a:xfrm rot="16200000">
            <a:off x="-5719" y="4372460"/>
            <a:ext cx="1242063" cy="347847"/>
          </a:xfrm>
          <a:prstGeom prst="rect">
            <a:avLst/>
          </a:prstGeom>
          <a:noFill/>
          <a:ln w="12700" algn="ctr">
            <a:noFill/>
            <a:round/>
            <a:headEnd/>
            <a:tailEnd/>
          </a:ln>
        </p:spPr>
        <p:txBody>
          <a:bodyPr lIns="70761" tIns="70761" rIns="70761" bIns="70761" anchor="ctr" anchorCtr="1"/>
          <a:lstStyle/>
          <a:p>
            <a:pPr algn="ctr" eaLnBrk="0" fontAlgn="base" hangingPunct="0">
              <a:lnSpc>
                <a:spcPct val="106000"/>
              </a:lnSpc>
              <a:spcBef>
                <a:spcPct val="0"/>
              </a:spcBef>
              <a:spcAft>
                <a:spcPct val="0"/>
              </a:spcAft>
            </a:pPr>
            <a:r>
              <a:rPr lang="en-US" sz="1050" b="1" dirty="0">
                <a:cs typeface="Arial" charset="0"/>
              </a:rPr>
              <a:t>Methodology</a:t>
            </a:r>
          </a:p>
        </p:txBody>
      </p:sp>
      <p:sp>
        <p:nvSpPr>
          <p:cNvPr id="78" name="Rectangle 77"/>
          <p:cNvSpPr/>
          <p:nvPr/>
        </p:nvSpPr>
        <p:spPr bwMode="gray">
          <a:xfrm>
            <a:off x="1126983" y="4064603"/>
            <a:ext cx="2988000" cy="1216650"/>
          </a:xfrm>
          <a:prstGeom prst="rect">
            <a:avLst/>
          </a:prstGeom>
          <a:noFill/>
          <a:ln w="6350" algn="ctr">
            <a:solidFill>
              <a:schemeClr val="bg1">
                <a:lumMod val="65000"/>
              </a:schemeClr>
            </a:solidFill>
            <a:miter lim="800000"/>
            <a:headEnd/>
            <a:tailEnd/>
          </a:ln>
        </p:spPr>
        <p:txBody>
          <a:bodyPr wrap="square" lIns="72000" tIns="36000" rIns="72000" bIns="36000" rtlCol="0" anchor="ctr"/>
          <a:lstStyle/>
          <a:p>
            <a:pPr marL="171450" indent="-171450">
              <a:lnSpc>
                <a:spcPct val="106000"/>
              </a:lnSpc>
              <a:spcBef>
                <a:spcPts val="300"/>
              </a:spcBef>
              <a:buFont typeface="Arial" panose="020B0604020202020204" pitchFamily="34" charset="0"/>
              <a:buChar char="•"/>
            </a:pPr>
            <a:r>
              <a:rPr lang="en-US" sz="1000" noProof="0" dirty="0"/>
              <a:t>Interview with Business Process Owner – ED/Director</a:t>
            </a:r>
          </a:p>
          <a:p>
            <a:pPr marL="171450" indent="-171450">
              <a:lnSpc>
                <a:spcPct val="106000"/>
              </a:lnSpc>
              <a:spcBef>
                <a:spcPts val="300"/>
              </a:spcBef>
              <a:buFont typeface="Arial" panose="020B0604020202020204" pitchFamily="34" charset="0"/>
              <a:buChar char="•"/>
            </a:pPr>
            <a:r>
              <a:rPr lang="en-US" sz="1000" dirty="0"/>
              <a:t>Small group workshop – GMs and EDs (1 – 2 Nos)</a:t>
            </a:r>
          </a:p>
          <a:p>
            <a:pPr marL="171450" indent="-171450">
              <a:lnSpc>
                <a:spcPct val="106000"/>
              </a:lnSpc>
              <a:spcBef>
                <a:spcPts val="300"/>
              </a:spcBef>
              <a:buFont typeface="Arial" panose="020B0604020202020204" pitchFamily="34" charset="0"/>
              <a:buChar char="•"/>
            </a:pPr>
            <a:r>
              <a:rPr lang="en-US" sz="1000" noProof="0" dirty="0"/>
              <a:t>Secondary research</a:t>
            </a:r>
          </a:p>
        </p:txBody>
      </p:sp>
      <p:cxnSp>
        <p:nvCxnSpPr>
          <p:cNvPr id="79" name="Straight Connector 78"/>
          <p:cNvCxnSpPr/>
          <p:nvPr/>
        </p:nvCxnSpPr>
        <p:spPr>
          <a:xfrm>
            <a:off x="8371840" y="1682381"/>
            <a:ext cx="0" cy="4552648"/>
          </a:xfrm>
          <a:prstGeom prst="line">
            <a:avLst/>
          </a:prstGeom>
          <a:ln w="3175">
            <a:solidFill>
              <a:schemeClr val="tx2"/>
            </a:solidFill>
            <a:prstDash val="dash"/>
          </a:ln>
        </p:spPr>
        <p:style>
          <a:lnRef idx="1">
            <a:schemeClr val="accent1"/>
          </a:lnRef>
          <a:fillRef idx="0">
            <a:schemeClr val="accent1"/>
          </a:fillRef>
          <a:effectRef idx="0">
            <a:schemeClr val="accent1"/>
          </a:effectRef>
          <a:fontRef idx="minor">
            <a:schemeClr val="tx1"/>
          </a:fontRef>
        </p:style>
      </p:cxnSp>
      <p:sp>
        <p:nvSpPr>
          <p:cNvPr id="80" name="Rectangle 79"/>
          <p:cNvSpPr/>
          <p:nvPr/>
        </p:nvSpPr>
        <p:spPr bwMode="gray">
          <a:xfrm>
            <a:off x="4623613" y="4064602"/>
            <a:ext cx="3606982" cy="1216651"/>
          </a:xfrm>
          <a:prstGeom prst="rect">
            <a:avLst/>
          </a:prstGeom>
          <a:noFill/>
          <a:ln w="6350" algn="ctr">
            <a:solidFill>
              <a:schemeClr val="bg1">
                <a:lumMod val="65000"/>
              </a:schemeClr>
            </a:solidFill>
            <a:miter lim="800000"/>
            <a:headEnd/>
            <a:tailEnd/>
          </a:ln>
        </p:spPr>
        <p:txBody>
          <a:bodyPr wrap="square" lIns="72000" tIns="36000" rIns="72000" bIns="36000" rtlCol="0" anchor="ctr"/>
          <a:lstStyle/>
          <a:p>
            <a:pPr marL="171450" indent="-171450">
              <a:lnSpc>
                <a:spcPct val="106000"/>
              </a:lnSpc>
              <a:spcBef>
                <a:spcPts val="300"/>
              </a:spcBef>
              <a:buFont typeface="Arial" panose="020B0604020202020204" pitchFamily="34" charset="0"/>
              <a:buChar char="•"/>
            </a:pPr>
            <a:r>
              <a:rPr lang="en-US" sz="1000" dirty="0"/>
              <a:t>Focused Group Discussion </a:t>
            </a:r>
            <a:r>
              <a:rPr lang="en-US" sz="1000" noProof="0" dirty="0"/>
              <a:t>with business process owner/functional head and leadership team for validating recommendations (1 – 2 Nos)</a:t>
            </a:r>
          </a:p>
          <a:p>
            <a:pPr marL="171450" indent="-171450">
              <a:lnSpc>
                <a:spcPct val="106000"/>
              </a:lnSpc>
              <a:spcBef>
                <a:spcPts val="300"/>
              </a:spcBef>
              <a:buFont typeface="Arial" panose="020B0604020202020204" pitchFamily="34" charset="0"/>
              <a:buChar char="•"/>
            </a:pPr>
            <a:r>
              <a:rPr lang="en-US" sz="1000" dirty="0"/>
              <a:t>Leveraging Deloitte collaterals on best practices</a:t>
            </a:r>
          </a:p>
          <a:p>
            <a:pPr marL="171450" indent="-171450">
              <a:lnSpc>
                <a:spcPct val="106000"/>
              </a:lnSpc>
              <a:spcBef>
                <a:spcPts val="300"/>
              </a:spcBef>
              <a:buFont typeface="Arial" panose="020B0604020202020204" pitchFamily="34" charset="0"/>
              <a:buChar char="•"/>
            </a:pPr>
            <a:r>
              <a:rPr lang="en-US" sz="1000" dirty="0"/>
              <a:t>Deloitte prioritization and business case framework</a:t>
            </a:r>
          </a:p>
        </p:txBody>
      </p:sp>
      <p:sp>
        <p:nvSpPr>
          <p:cNvPr id="81" name="Rectangle 80"/>
          <p:cNvSpPr/>
          <p:nvPr/>
        </p:nvSpPr>
        <p:spPr bwMode="gray">
          <a:xfrm>
            <a:off x="8737600" y="4064602"/>
            <a:ext cx="3023042" cy="1100880"/>
          </a:xfrm>
          <a:prstGeom prst="rect">
            <a:avLst/>
          </a:prstGeom>
          <a:noFill/>
          <a:ln w="6350" algn="ctr">
            <a:solidFill>
              <a:schemeClr val="bg1">
                <a:lumMod val="65000"/>
              </a:schemeClr>
            </a:solidFill>
            <a:miter lim="800000"/>
            <a:headEnd/>
            <a:tailEnd/>
          </a:ln>
        </p:spPr>
        <p:txBody>
          <a:bodyPr wrap="square" lIns="72000" tIns="36000" rIns="72000" bIns="36000" rtlCol="0" anchor="ctr"/>
          <a:lstStyle/>
          <a:p>
            <a:pPr marL="171450" indent="-171450">
              <a:lnSpc>
                <a:spcPct val="106000"/>
              </a:lnSpc>
              <a:spcBef>
                <a:spcPts val="300"/>
              </a:spcBef>
              <a:buFont typeface="Arial" panose="020B0604020202020204" pitchFamily="34" charset="0"/>
              <a:buChar char="•"/>
            </a:pPr>
            <a:r>
              <a:rPr lang="en-US" sz="1000" dirty="0"/>
              <a:t>Focused Group Discussion </a:t>
            </a:r>
            <a:r>
              <a:rPr lang="en-US" sz="1000" noProof="0" dirty="0"/>
              <a:t>with business process owner/functional head and leadership team for validating recommendations</a:t>
            </a:r>
          </a:p>
        </p:txBody>
      </p:sp>
      <p:sp>
        <p:nvSpPr>
          <p:cNvPr id="82" name="Rectangle 81"/>
          <p:cNvSpPr/>
          <p:nvPr/>
        </p:nvSpPr>
        <p:spPr>
          <a:xfrm>
            <a:off x="9421530" y="1317088"/>
            <a:ext cx="1236236" cy="200055"/>
          </a:xfrm>
          <a:prstGeom prst="rect">
            <a:avLst/>
          </a:prstGeom>
        </p:spPr>
        <p:txBody>
          <a:bodyPr wrap="none">
            <a:spAutoFit/>
          </a:bodyPr>
          <a:lstStyle/>
          <a:p>
            <a:pPr algn="ctr">
              <a:spcBef>
                <a:spcPts val="0"/>
              </a:spcBef>
              <a:spcAft>
                <a:spcPts val="600"/>
              </a:spcAft>
              <a:buSzPct val="100000"/>
            </a:pPr>
            <a:r>
              <a:rPr lang="en-US" sz="700" i="1" dirty="0">
                <a:solidFill>
                  <a:schemeClr val="bg1"/>
                </a:solidFill>
              </a:rPr>
              <a:t>(Short &amp; Medium term)</a:t>
            </a:r>
            <a:endParaRPr lang="en-IN" sz="700" i="1" dirty="0" err="1">
              <a:solidFill>
                <a:schemeClr val="bg1"/>
              </a:solidFill>
            </a:endParaRPr>
          </a:p>
        </p:txBody>
      </p:sp>
    </p:spTree>
    <p:extLst>
      <p:ext uri="{BB962C8B-B14F-4D97-AF65-F5344CB8AC3E}">
        <p14:creationId xmlns:p14="http://schemas.microsoft.com/office/powerpoint/2010/main" val="111467804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9" name="Object 108" hidden="1"/>
          <p:cNvGraphicFramePr>
            <a:graphicFrameLocks noChangeAspect="1"/>
          </p:cNvGraphicFramePr>
          <p:nvPr>
            <p:custDataLst>
              <p:tags r:id="rId1"/>
            </p:custDataLst>
          </p:nvPr>
        </p:nvGraphicFramePr>
        <p:xfrm>
          <a:off x="1144589" y="1589"/>
          <a:ext cx="1587" cy="1587"/>
        </p:xfrm>
        <a:graphic>
          <a:graphicData uri="http://schemas.openxmlformats.org/presentationml/2006/ole">
            <mc:AlternateContent xmlns:mc="http://schemas.openxmlformats.org/markup-compatibility/2006">
              <mc:Choice xmlns:v="urn:schemas-microsoft-com:vml" Requires="v">
                <p:oleObj name="think-cell Slide" r:id="rId5" imgW="530" imgH="531" progId="TCLayout.ActiveDocument.1">
                  <p:embed/>
                </p:oleObj>
              </mc:Choice>
              <mc:Fallback>
                <p:oleObj name="think-cell Slide" r:id="rId5" imgW="530" imgH="531" progId="TCLayout.ActiveDocument.1">
                  <p:embed/>
                  <p:pic>
                    <p:nvPicPr>
                      <p:cNvPr id="109" name="Object 108" hidden="1"/>
                      <p:cNvPicPr/>
                      <p:nvPr/>
                    </p:nvPicPr>
                    <p:blipFill>
                      <a:blip r:embed="rId6"/>
                      <a:stretch>
                        <a:fillRect/>
                      </a:stretch>
                    </p:blipFill>
                    <p:spPr>
                      <a:xfrm>
                        <a:off x="1144589" y="1589"/>
                        <a:ext cx="1587" cy="1587"/>
                      </a:xfrm>
                      <a:prstGeom prst="rect">
                        <a:avLst/>
                      </a:prstGeom>
                    </p:spPr>
                  </p:pic>
                </p:oleObj>
              </mc:Fallback>
            </mc:AlternateContent>
          </a:graphicData>
        </a:graphic>
      </p:graphicFrame>
      <p:sp>
        <p:nvSpPr>
          <p:cNvPr id="2" name="Rectangle 1" hidden="1"/>
          <p:cNvSpPr/>
          <p:nvPr>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marR="0" lvl="0" indent="0" algn="ctr" defTabSz="914400" rtl="0" eaLnBrk="1" fontAlgn="auto" latinLnBrk="0" hangingPunct="1">
              <a:lnSpc>
                <a:spcPct val="100000"/>
              </a:lnSpc>
              <a:spcBef>
                <a:spcPct val="0"/>
              </a:spcBef>
              <a:spcAft>
                <a:spcPct val="0"/>
              </a:spcAft>
              <a:buClrTx/>
              <a:buSzTx/>
              <a:buFont typeface="Wingdings 2" pitchFamily="18" charset="2"/>
              <a:buNone/>
              <a:tabLst/>
              <a:defRPr/>
            </a:pPr>
            <a:endParaRPr kumimoji="0" lang="en-US" sz="2000" b="0" i="0" u="none" strike="noStrike" kern="1200" cap="none" spc="0" normalizeH="0" baseline="0" noProof="0" dirty="0">
              <a:ln>
                <a:noFill/>
              </a:ln>
              <a:solidFill>
                <a:prstClr val="white"/>
              </a:solidFill>
              <a:effectLst/>
              <a:uLnTx/>
              <a:uFillTx/>
              <a:latin typeface="Verdana" panose="020B0604030504040204" pitchFamily="34" charset="0"/>
              <a:ea typeface="+mn-ea"/>
              <a:cs typeface="+mn-cs"/>
              <a:sym typeface="Verdana" panose="020B0604030504040204" pitchFamily="34" charset="0"/>
            </a:endParaRPr>
          </a:p>
        </p:txBody>
      </p:sp>
      <p:sp>
        <p:nvSpPr>
          <p:cNvPr id="3" name="Title 2"/>
          <p:cNvSpPr>
            <a:spLocks noGrp="1"/>
          </p:cNvSpPr>
          <p:nvPr>
            <p:ph type="title"/>
          </p:nvPr>
        </p:nvSpPr>
        <p:spPr/>
        <p:txBody>
          <a:bodyPr/>
          <a:lstStyle/>
          <a:p>
            <a:r>
              <a:rPr lang="en-US" dirty="0">
                <a:solidFill>
                  <a:srgbClr val="575757"/>
                </a:solidFill>
              </a:rPr>
              <a:t>Work stream – W2: HR transformation </a:t>
            </a:r>
          </a:p>
        </p:txBody>
      </p:sp>
      <p:sp>
        <p:nvSpPr>
          <p:cNvPr id="23" name="Rounded Rectangle 22"/>
          <p:cNvSpPr/>
          <p:nvPr/>
        </p:nvSpPr>
        <p:spPr bwMode="gray">
          <a:xfrm>
            <a:off x="5189228" y="62183"/>
            <a:ext cx="1732971" cy="289640"/>
          </a:xfrm>
          <a:prstGeom prst="roundRect">
            <a:avLst/>
          </a:prstGeom>
          <a:solidFill>
            <a:srgbClr val="DA291C"/>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noProof="0" dirty="0">
                <a:solidFill>
                  <a:schemeClr val="bg1"/>
                </a:solidFill>
              </a:rPr>
              <a:t>WIP</a:t>
            </a:r>
            <a:endParaRPr lang="en-IN" sz="1600" b="1" noProof="0" dirty="0" err="1">
              <a:solidFill>
                <a:schemeClr val="bg1"/>
              </a:solidFill>
            </a:endParaRPr>
          </a:p>
        </p:txBody>
      </p:sp>
      <p:sp>
        <p:nvSpPr>
          <p:cNvPr id="24" name="Rectangle 23"/>
          <p:cNvSpPr/>
          <p:nvPr/>
        </p:nvSpPr>
        <p:spPr>
          <a:xfrm>
            <a:off x="626674" y="1762843"/>
            <a:ext cx="3855693" cy="21641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t"/>
          <a:lstStyle/>
          <a:p>
            <a:pPr marL="539750" lvl="1" indent="-182563">
              <a:spcBef>
                <a:spcPts val="300"/>
              </a:spcBef>
              <a:buFont typeface="Arial" panose="020B0604020202020204" pitchFamily="34" charset="0"/>
              <a:buChar char="•"/>
            </a:pPr>
            <a:r>
              <a:rPr lang="en-US" sz="1000" dirty="0">
                <a:solidFill>
                  <a:schemeClr val="tx1"/>
                </a:solidFill>
              </a:rPr>
              <a:t>Assessment of 3-4 key HR priority areas </a:t>
            </a:r>
          </a:p>
          <a:p>
            <a:pPr marL="712788" lvl="2" indent="-173038">
              <a:spcBef>
                <a:spcPts val="300"/>
              </a:spcBef>
              <a:buFont typeface="Arial" panose="020B0604020202020204" pitchFamily="34" charset="0"/>
              <a:buChar char="•"/>
            </a:pPr>
            <a:r>
              <a:rPr lang="en-US" sz="1000" dirty="0">
                <a:solidFill>
                  <a:schemeClr val="tx1"/>
                </a:solidFill>
              </a:rPr>
              <a:t>Talent management</a:t>
            </a:r>
          </a:p>
          <a:p>
            <a:pPr marL="895350" lvl="1" indent="-182563">
              <a:spcBef>
                <a:spcPts val="300"/>
              </a:spcBef>
              <a:buFont typeface="Arial" panose="020B0604020202020204" pitchFamily="34" charset="0"/>
              <a:buChar char="•"/>
            </a:pPr>
            <a:r>
              <a:rPr lang="en-US" sz="1000" dirty="0">
                <a:solidFill>
                  <a:schemeClr val="tx1"/>
                </a:solidFill>
              </a:rPr>
              <a:t>Recruitment process (virtual/ digitally enabled)</a:t>
            </a:r>
          </a:p>
          <a:p>
            <a:pPr marL="895350" lvl="1" indent="-182563">
              <a:spcBef>
                <a:spcPts val="300"/>
              </a:spcBef>
              <a:buFont typeface="Arial" panose="020B0604020202020204" pitchFamily="34" charset="0"/>
              <a:buChar char="•"/>
            </a:pPr>
            <a:r>
              <a:rPr lang="en-US" sz="1000" dirty="0">
                <a:solidFill>
                  <a:schemeClr val="tx1"/>
                </a:solidFill>
              </a:rPr>
              <a:t>Onboarding of employees (virtual/ digitally enabled)</a:t>
            </a:r>
          </a:p>
          <a:p>
            <a:pPr marL="895350" lvl="1" indent="-182563">
              <a:spcBef>
                <a:spcPts val="300"/>
              </a:spcBef>
              <a:buFont typeface="Arial" panose="020B0604020202020204" pitchFamily="34" charset="0"/>
              <a:buChar char="•"/>
            </a:pPr>
            <a:r>
              <a:rPr lang="en-US" sz="1000" dirty="0">
                <a:solidFill>
                  <a:schemeClr val="tx1"/>
                </a:solidFill>
              </a:rPr>
              <a:t>Succession Management Framework</a:t>
            </a:r>
          </a:p>
          <a:p>
            <a:pPr marL="712788" lvl="1" indent="-173038">
              <a:spcBef>
                <a:spcPts val="300"/>
              </a:spcBef>
              <a:buFont typeface="Arial" panose="020B0604020202020204" pitchFamily="34" charset="0"/>
              <a:buChar char="•"/>
            </a:pPr>
            <a:r>
              <a:rPr lang="en-US" sz="1000" dirty="0">
                <a:solidFill>
                  <a:schemeClr val="tx1"/>
                </a:solidFill>
              </a:rPr>
              <a:t>Framework for identification of specialist roles</a:t>
            </a:r>
          </a:p>
          <a:p>
            <a:pPr marL="539750" lvl="1" indent="-182563">
              <a:spcBef>
                <a:spcPts val="300"/>
              </a:spcBef>
              <a:buFont typeface="Arial" panose="020B0604020202020204" pitchFamily="34" charset="0"/>
              <a:buChar char="•"/>
            </a:pPr>
            <a:r>
              <a:rPr lang="en-US" sz="1000" dirty="0">
                <a:solidFill>
                  <a:schemeClr val="tx1"/>
                </a:solidFill>
              </a:rPr>
              <a:t>Understand current processes and challenges</a:t>
            </a:r>
          </a:p>
          <a:p>
            <a:pPr marL="539750" lvl="1" indent="-182563">
              <a:spcBef>
                <a:spcPts val="300"/>
              </a:spcBef>
              <a:buFont typeface="Arial" panose="020B0604020202020204" pitchFamily="34" charset="0"/>
              <a:buChar char="•"/>
            </a:pPr>
            <a:r>
              <a:rPr lang="en-US" sz="1000" dirty="0">
                <a:solidFill>
                  <a:schemeClr val="tx1"/>
                </a:solidFill>
              </a:rPr>
              <a:t>Understand future expansion plans of NTPC and impact of those in HR management</a:t>
            </a:r>
          </a:p>
          <a:p>
            <a:pPr marL="539750" lvl="1" indent="-182563">
              <a:spcBef>
                <a:spcPts val="300"/>
              </a:spcBef>
              <a:buFont typeface="Arial" panose="020B0604020202020204" pitchFamily="34" charset="0"/>
              <a:buChar char="•"/>
            </a:pPr>
            <a:r>
              <a:rPr lang="en-US" sz="1000" dirty="0">
                <a:solidFill>
                  <a:schemeClr val="tx1"/>
                </a:solidFill>
              </a:rPr>
              <a:t>Impact assessment of Covid-19 in current HR processes; define the ‘new normal’</a:t>
            </a:r>
          </a:p>
        </p:txBody>
      </p:sp>
      <p:grpSp>
        <p:nvGrpSpPr>
          <p:cNvPr id="25" name="Group 24"/>
          <p:cNvGrpSpPr/>
          <p:nvPr/>
        </p:nvGrpSpPr>
        <p:grpSpPr>
          <a:xfrm>
            <a:off x="893573" y="1101087"/>
            <a:ext cx="3138207" cy="392032"/>
            <a:chOff x="633046" y="1546251"/>
            <a:chExt cx="2461339" cy="360000"/>
          </a:xfrm>
        </p:grpSpPr>
        <p:sp>
          <p:nvSpPr>
            <p:cNvPr id="26" name="Pentagon 25"/>
            <p:cNvSpPr/>
            <p:nvPr/>
          </p:nvSpPr>
          <p:spPr>
            <a:xfrm>
              <a:off x="633046" y="1546251"/>
              <a:ext cx="2461339" cy="360000"/>
            </a:xfrm>
            <a:prstGeom prst="homePlate">
              <a:avLst/>
            </a:prstGeom>
            <a:solidFill>
              <a:schemeClr val="accent1"/>
            </a:solidFill>
            <a:ln w="25400" cap="flat" cmpd="sng" algn="ctr">
              <a:noFill/>
              <a:prstDash val="solid"/>
            </a:ln>
            <a:effectLst/>
          </p:spPr>
          <p:txBody>
            <a:bodyPr lIns="0" tIns="0" rIns="0" bIns="0" rtlCol="0" anchor="ctr"/>
            <a:lstStyle/>
            <a:p>
              <a:pPr algn="ctr"/>
              <a:endParaRPr lang="en-US" sz="900" b="1" kern="0" dirty="0">
                <a:solidFill>
                  <a:prstClr val="white"/>
                </a:solidFill>
                <a:sym typeface="Calibri" panose="020F0502020204030204" pitchFamily="34" charset="0"/>
              </a:endParaRPr>
            </a:p>
          </p:txBody>
        </p:sp>
        <p:sp>
          <p:nvSpPr>
            <p:cNvPr id="27" name="TextBox 26"/>
            <p:cNvSpPr txBox="1"/>
            <p:nvPr/>
          </p:nvSpPr>
          <p:spPr>
            <a:xfrm>
              <a:off x="795295" y="1662660"/>
              <a:ext cx="2035197" cy="127183"/>
            </a:xfrm>
            <a:prstGeom prst="rect">
              <a:avLst/>
            </a:prstGeom>
            <a:noFill/>
          </p:spPr>
          <p:txBody>
            <a:bodyPr wrap="square" lIns="0" tIns="0" rIns="0" bIns="0" rtlCol="0" anchor="ctr">
              <a:spAutoFit/>
            </a:bodyPr>
            <a:lstStyle/>
            <a:p>
              <a:pPr algn="ctr"/>
              <a:r>
                <a:rPr lang="en-US" sz="900" b="1" i="1" dirty="0">
                  <a:solidFill>
                    <a:prstClr val="white"/>
                  </a:solidFill>
                  <a:sym typeface="Calibri" panose="020F0502020204030204" pitchFamily="34" charset="0"/>
                </a:rPr>
                <a:t>Diagnostic phase</a:t>
              </a:r>
            </a:p>
          </p:txBody>
        </p:sp>
      </p:grpSp>
      <p:grpSp>
        <p:nvGrpSpPr>
          <p:cNvPr id="28" name="Group 27"/>
          <p:cNvGrpSpPr/>
          <p:nvPr/>
        </p:nvGrpSpPr>
        <p:grpSpPr>
          <a:xfrm>
            <a:off x="1059348" y="1543882"/>
            <a:ext cx="2806656" cy="138499"/>
            <a:chOff x="611951" y="1813702"/>
            <a:chExt cx="2421429" cy="138499"/>
          </a:xfrm>
        </p:grpSpPr>
        <p:cxnSp>
          <p:nvCxnSpPr>
            <p:cNvPr id="29" name="Straight Arrow Connector 28"/>
            <p:cNvCxnSpPr/>
            <p:nvPr/>
          </p:nvCxnSpPr>
          <p:spPr>
            <a:xfrm>
              <a:off x="611951" y="1882951"/>
              <a:ext cx="2421429" cy="0"/>
            </a:xfrm>
            <a:prstGeom prst="straightConnector1">
              <a:avLst/>
            </a:prstGeom>
            <a:ln>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1267287" y="1813702"/>
              <a:ext cx="1110756" cy="138499"/>
            </a:xfrm>
            <a:prstGeom prst="rect">
              <a:avLst/>
            </a:prstGeom>
            <a:solidFill>
              <a:schemeClr val="bg1"/>
            </a:solidFill>
          </p:spPr>
          <p:txBody>
            <a:bodyPr wrap="square" lIns="0" tIns="0" rIns="0" bIns="0" rtlCol="0">
              <a:spAutoFit/>
            </a:bodyPr>
            <a:lstStyle/>
            <a:p>
              <a:pPr algn="ctr">
                <a:spcBef>
                  <a:spcPts val="600"/>
                </a:spcBef>
                <a:buSzPct val="100000"/>
              </a:pPr>
              <a:r>
                <a:rPr lang="en-US" sz="900" b="1" dirty="0">
                  <a:solidFill>
                    <a:srgbClr val="313131"/>
                  </a:solidFill>
                </a:rPr>
                <a:t>Week 1 to 4</a:t>
              </a:r>
              <a:endParaRPr lang="en-IN" sz="900" b="1" dirty="0">
                <a:solidFill>
                  <a:srgbClr val="313131"/>
                </a:solidFill>
              </a:endParaRPr>
            </a:p>
          </p:txBody>
        </p:sp>
      </p:grpSp>
      <p:sp>
        <p:nvSpPr>
          <p:cNvPr id="31" name="Rectangle 30"/>
          <p:cNvSpPr/>
          <p:nvPr/>
        </p:nvSpPr>
        <p:spPr>
          <a:xfrm>
            <a:off x="4580825" y="1806163"/>
            <a:ext cx="3672000" cy="21448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t"/>
          <a:lstStyle/>
          <a:p>
            <a:pPr marL="171450" lvl="0" indent="-171450">
              <a:spcBef>
                <a:spcPts val="300"/>
              </a:spcBef>
              <a:buFont typeface="Arial" panose="020B0604020202020204" pitchFamily="34" charset="0"/>
              <a:buChar char="•"/>
            </a:pPr>
            <a:r>
              <a:rPr lang="en-US" sz="1000" dirty="0">
                <a:solidFill>
                  <a:schemeClr val="tx1"/>
                </a:solidFill>
              </a:rPr>
              <a:t>Deep dive on improvement areas</a:t>
            </a:r>
          </a:p>
          <a:p>
            <a:pPr marL="171450" lvl="0" indent="-171450">
              <a:spcBef>
                <a:spcPts val="300"/>
              </a:spcBef>
              <a:buFont typeface="Arial" panose="020B0604020202020204" pitchFamily="34" charset="0"/>
              <a:buChar char="•"/>
            </a:pPr>
            <a:r>
              <a:rPr lang="en-US" sz="1000" dirty="0">
                <a:solidFill>
                  <a:schemeClr val="tx1"/>
                </a:solidFill>
              </a:rPr>
              <a:t>Bring ‘outside in’ industry perspective for benchmarking current HR processes</a:t>
            </a:r>
          </a:p>
          <a:p>
            <a:pPr marL="171450" lvl="0" indent="-171450">
              <a:spcBef>
                <a:spcPts val="300"/>
              </a:spcBef>
              <a:buFont typeface="Arial" panose="020B0604020202020204" pitchFamily="34" charset="0"/>
              <a:buChar char="•"/>
            </a:pPr>
            <a:r>
              <a:rPr lang="en-US" sz="1000" dirty="0">
                <a:solidFill>
                  <a:schemeClr val="tx1"/>
                </a:solidFill>
              </a:rPr>
              <a:t>Conduct High Impact HR Maturity Assessment</a:t>
            </a:r>
          </a:p>
          <a:p>
            <a:pPr marL="171450" lvl="0" indent="-171450">
              <a:spcBef>
                <a:spcPts val="300"/>
              </a:spcBef>
              <a:buFont typeface="Arial" panose="020B0604020202020204" pitchFamily="34" charset="0"/>
              <a:buChar char="•"/>
            </a:pPr>
            <a:r>
              <a:rPr lang="en-US" sz="1000" dirty="0">
                <a:solidFill>
                  <a:schemeClr val="tx1"/>
                </a:solidFill>
              </a:rPr>
              <a:t>Define the future state recommendations in line with best practices</a:t>
            </a:r>
          </a:p>
          <a:p>
            <a:pPr marL="171450" lvl="0" indent="-171450">
              <a:spcBef>
                <a:spcPts val="300"/>
              </a:spcBef>
              <a:buFont typeface="Arial" panose="020B0604020202020204" pitchFamily="34" charset="0"/>
              <a:buChar char="•"/>
            </a:pPr>
            <a:r>
              <a:rPr lang="en-US" sz="1000" dirty="0">
                <a:solidFill>
                  <a:schemeClr val="tx1"/>
                </a:solidFill>
              </a:rPr>
              <a:t>Develop hypothesis and prioritize those among ‘Quick win’ and ‘Medium term’ interventions</a:t>
            </a:r>
          </a:p>
          <a:p>
            <a:pPr marL="171450" lvl="0" indent="-171450">
              <a:spcBef>
                <a:spcPts val="300"/>
              </a:spcBef>
              <a:buFont typeface="Arial" panose="020B0604020202020204" pitchFamily="34" charset="0"/>
              <a:buChar char="•"/>
            </a:pPr>
            <a:r>
              <a:rPr lang="en-US" sz="1000" dirty="0">
                <a:solidFill>
                  <a:schemeClr val="tx1"/>
                </a:solidFill>
              </a:rPr>
              <a:t>Finalize and agree on the interventions</a:t>
            </a:r>
          </a:p>
        </p:txBody>
      </p:sp>
      <p:grpSp>
        <p:nvGrpSpPr>
          <p:cNvPr id="32" name="Group 31"/>
          <p:cNvGrpSpPr/>
          <p:nvPr/>
        </p:nvGrpSpPr>
        <p:grpSpPr>
          <a:xfrm>
            <a:off x="4936018" y="1101087"/>
            <a:ext cx="2961615" cy="392032"/>
            <a:chOff x="3585675" y="1546251"/>
            <a:chExt cx="2322835" cy="360000"/>
          </a:xfrm>
        </p:grpSpPr>
        <p:sp>
          <p:nvSpPr>
            <p:cNvPr id="33" name="Pentagon 32"/>
            <p:cNvSpPr/>
            <p:nvPr/>
          </p:nvSpPr>
          <p:spPr>
            <a:xfrm>
              <a:off x="3585675" y="1546251"/>
              <a:ext cx="2322835" cy="360000"/>
            </a:xfrm>
            <a:prstGeom prst="homePlate">
              <a:avLst/>
            </a:prstGeom>
            <a:solidFill>
              <a:srgbClr val="1E9D8B"/>
            </a:solidFill>
            <a:ln w="25400" cap="flat" cmpd="sng" algn="ctr">
              <a:noFill/>
              <a:prstDash val="solid"/>
            </a:ln>
            <a:effectLst/>
          </p:spPr>
          <p:txBody>
            <a:bodyPr lIns="0" tIns="0" rIns="0" bIns="0" rtlCol="0" anchor="ctr"/>
            <a:lstStyle/>
            <a:p>
              <a:pPr algn="ctr"/>
              <a:endParaRPr lang="en-US" sz="900" b="1" kern="0" dirty="0">
                <a:solidFill>
                  <a:prstClr val="white"/>
                </a:solidFill>
                <a:sym typeface="Calibri" panose="020F0502020204030204" pitchFamily="34" charset="0"/>
              </a:endParaRPr>
            </a:p>
          </p:txBody>
        </p:sp>
        <p:sp>
          <p:nvSpPr>
            <p:cNvPr id="34" name="TextBox 33"/>
            <p:cNvSpPr txBox="1"/>
            <p:nvPr/>
          </p:nvSpPr>
          <p:spPr>
            <a:xfrm>
              <a:off x="3784271" y="1662660"/>
              <a:ext cx="1890785" cy="127183"/>
            </a:xfrm>
            <a:prstGeom prst="rect">
              <a:avLst/>
            </a:prstGeom>
            <a:noFill/>
          </p:spPr>
          <p:txBody>
            <a:bodyPr wrap="square" lIns="0" tIns="0" rIns="0" bIns="0" rtlCol="0" anchor="ctr">
              <a:spAutoFit/>
            </a:bodyPr>
            <a:lstStyle/>
            <a:p>
              <a:pPr algn="ctr"/>
              <a:r>
                <a:rPr lang="en-US" sz="900" b="1" i="1" dirty="0" err="1">
                  <a:solidFill>
                    <a:prstClr val="white"/>
                  </a:solidFill>
                  <a:sym typeface="Calibri" panose="020F0502020204030204" pitchFamily="34" charset="0"/>
                </a:rPr>
                <a:t>Solutioning</a:t>
              </a:r>
              <a:r>
                <a:rPr lang="en-US" sz="900" b="1" i="1" dirty="0">
                  <a:solidFill>
                    <a:prstClr val="white"/>
                  </a:solidFill>
                  <a:sym typeface="Calibri" panose="020F0502020204030204" pitchFamily="34" charset="0"/>
                </a:rPr>
                <a:t> phase</a:t>
              </a:r>
            </a:p>
          </p:txBody>
        </p:sp>
      </p:grpSp>
      <p:grpSp>
        <p:nvGrpSpPr>
          <p:cNvPr id="35" name="Group 34"/>
          <p:cNvGrpSpPr/>
          <p:nvPr/>
        </p:nvGrpSpPr>
        <p:grpSpPr>
          <a:xfrm>
            <a:off x="5125645" y="1543882"/>
            <a:ext cx="2582360" cy="138499"/>
            <a:chOff x="3633832" y="1813702"/>
            <a:chExt cx="2227919" cy="138499"/>
          </a:xfrm>
        </p:grpSpPr>
        <p:cxnSp>
          <p:nvCxnSpPr>
            <p:cNvPr id="36" name="Straight Arrow Connector 35"/>
            <p:cNvCxnSpPr/>
            <p:nvPr/>
          </p:nvCxnSpPr>
          <p:spPr>
            <a:xfrm flipV="1">
              <a:off x="3633832" y="1882951"/>
              <a:ext cx="2227919" cy="0"/>
            </a:xfrm>
            <a:prstGeom prst="straightConnector1">
              <a:avLst/>
            </a:prstGeom>
            <a:ln>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4136875" y="1813702"/>
              <a:ext cx="1221832" cy="138499"/>
            </a:xfrm>
            <a:prstGeom prst="rect">
              <a:avLst/>
            </a:prstGeom>
            <a:solidFill>
              <a:schemeClr val="bg1"/>
            </a:solidFill>
          </p:spPr>
          <p:txBody>
            <a:bodyPr wrap="square" lIns="0" tIns="0" rIns="0" bIns="0" rtlCol="0">
              <a:spAutoFit/>
            </a:bodyPr>
            <a:lstStyle/>
            <a:p>
              <a:pPr algn="ctr">
                <a:spcBef>
                  <a:spcPts val="600"/>
                </a:spcBef>
                <a:buSzPct val="100000"/>
              </a:pPr>
              <a:r>
                <a:rPr lang="en-US" sz="900" b="1" dirty="0">
                  <a:solidFill>
                    <a:srgbClr val="313131"/>
                  </a:solidFill>
                </a:rPr>
                <a:t>Week 4 to 8</a:t>
              </a:r>
              <a:endParaRPr lang="en-IN" sz="900" b="1" dirty="0">
                <a:solidFill>
                  <a:srgbClr val="313131"/>
                </a:solidFill>
              </a:endParaRPr>
            </a:p>
          </p:txBody>
        </p:sp>
      </p:grpSp>
      <p:sp>
        <p:nvSpPr>
          <p:cNvPr id="41" name="Rectangle 40"/>
          <p:cNvSpPr/>
          <p:nvPr/>
        </p:nvSpPr>
        <p:spPr>
          <a:xfrm>
            <a:off x="8737600" y="1806163"/>
            <a:ext cx="3023042" cy="19279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t"/>
          <a:lstStyle/>
          <a:p>
            <a:pPr marL="342900" lvl="1" indent="-228600">
              <a:spcBef>
                <a:spcPts val="300"/>
              </a:spcBef>
              <a:spcAft>
                <a:spcPts val="300"/>
              </a:spcAft>
              <a:buSzPct val="65000"/>
              <a:buFont typeface="Wingdings"/>
              <a:buChar char="l"/>
            </a:pPr>
            <a:r>
              <a:rPr lang="en-US" sz="1000" dirty="0">
                <a:solidFill>
                  <a:prstClr val="black">
                    <a:lumMod val="75000"/>
                    <a:lumOff val="25000"/>
                  </a:prstClr>
                </a:solidFill>
                <a:cs typeface="Verdana" panose="020B0604030504040204" pitchFamily="34" charset="0"/>
                <a:sym typeface="Calibri" panose="020F0502020204030204" pitchFamily="34" charset="0"/>
              </a:rPr>
              <a:t>Develop implementation roadmap with definite timeframe</a:t>
            </a:r>
          </a:p>
          <a:p>
            <a:pPr marL="342900" lvl="1" indent="-228600">
              <a:spcBef>
                <a:spcPts val="300"/>
              </a:spcBef>
              <a:spcAft>
                <a:spcPts val="300"/>
              </a:spcAft>
              <a:buSzPct val="65000"/>
              <a:buFont typeface="Wingdings"/>
              <a:buChar char="l"/>
            </a:pPr>
            <a:r>
              <a:rPr lang="en-US" sz="1000" dirty="0">
                <a:solidFill>
                  <a:prstClr val="black">
                    <a:lumMod val="75000"/>
                    <a:lumOff val="25000"/>
                  </a:prstClr>
                </a:solidFill>
                <a:cs typeface="Verdana" panose="020B0604030504040204" pitchFamily="34" charset="0"/>
                <a:sym typeface="Calibri" panose="020F0502020204030204" pitchFamily="34" charset="0"/>
              </a:rPr>
              <a:t>Identify and recommend resources and capabilities required</a:t>
            </a:r>
          </a:p>
          <a:p>
            <a:pPr marL="720725" lvl="2" indent="-182563">
              <a:spcBef>
                <a:spcPts val="300"/>
              </a:spcBef>
              <a:spcAft>
                <a:spcPts val="300"/>
              </a:spcAft>
              <a:buSzPct val="65000"/>
              <a:buFont typeface="Wingdings"/>
              <a:buChar char="l"/>
            </a:pPr>
            <a:r>
              <a:rPr lang="en-US" sz="1000" dirty="0">
                <a:solidFill>
                  <a:prstClr val="black">
                    <a:lumMod val="75000"/>
                    <a:lumOff val="25000"/>
                  </a:prstClr>
                </a:solidFill>
                <a:cs typeface="Verdana" panose="020B0604030504040204" pitchFamily="34" charset="0"/>
                <a:sym typeface="Calibri" panose="020F0502020204030204" pitchFamily="34" charset="0"/>
              </a:rPr>
              <a:t>Enhancement of existing capabilities</a:t>
            </a:r>
          </a:p>
          <a:p>
            <a:pPr marL="720725" lvl="2" indent="-182563">
              <a:spcBef>
                <a:spcPts val="300"/>
              </a:spcBef>
              <a:spcAft>
                <a:spcPts val="300"/>
              </a:spcAft>
              <a:buSzPct val="65000"/>
              <a:buFont typeface="Wingdings"/>
              <a:buChar char="l"/>
            </a:pPr>
            <a:r>
              <a:rPr lang="en-US" sz="1000" dirty="0">
                <a:solidFill>
                  <a:prstClr val="black">
                    <a:lumMod val="75000"/>
                    <a:lumOff val="25000"/>
                  </a:prstClr>
                </a:solidFill>
                <a:cs typeface="Verdana" panose="020B0604030504040204" pitchFamily="34" charset="0"/>
                <a:sym typeface="Calibri" panose="020F0502020204030204" pitchFamily="34" charset="0"/>
              </a:rPr>
              <a:t>Development of new capabilities</a:t>
            </a:r>
          </a:p>
        </p:txBody>
      </p:sp>
      <p:grpSp>
        <p:nvGrpSpPr>
          <p:cNvPr id="55" name="Group 54"/>
          <p:cNvGrpSpPr/>
          <p:nvPr/>
        </p:nvGrpSpPr>
        <p:grpSpPr>
          <a:xfrm>
            <a:off x="8666480" y="1101087"/>
            <a:ext cx="2752163" cy="392032"/>
            <a:chOff x="6350664" y="1546251"/>
            <a:chExt cx="2363034" cy="360000"/>
          </a:xfrm>
        </p:grpSpPr>
        <p:sp>
          <p:nvSpPr>
            <p:cNvPr id="56" name="Pentagon 55"/>
            <p:cNvSpPr/>
            <p:nvPr/>
          </p:nvSpPr>
          <p:spPr>
            <a:xfrm>
              <a:off x="6350664" y="1546251"/>
              <a:ext cx="2363034" cy="360000"/>
            </a:xfrm>
            <a:prstGeom prst="homePlate">
              <a:avLst/>
            </a:prstGeom>
            <a:solidFill>
              <a:srgbClr val="43B02A"/>
            </a:solidFill>
            <a:ln w="25400" cap="flat" cmpd="sng" algn="ctr">
              <a:noFill/>
              <a:prstDash val="solid"/>
            </a:ln>
            <a:effectLst/>
          </p:spPr>
          <p:txBody>
            <a:bodyPr lIns="0" tIns="0" rIns="0" bIns="0" rtlCol="0" anchor="ctr"/>
            <a:lstStyle/>
            <a:p>
              <a:pPr algn="ctr"/>
              <a:endParaRPr lang="en-US" sz="900" b="1" kern="0" dirty="0">
                <a:solidFill>
                  <a:prstClr val="white"/>
                </a:solidFill>
                <a:sym typeface="Calibri" panose="020F0502020204030204" pitchFamily="34" charset="0"/>
              </a:endParaRPr>
            </a:p>
          </p:txBody>
        </p:sp>
        <p:sp>
          <p:nvSpPr>
            <p:cNvPr id="57" name="TextBox 56"/>
            <p:cNvSpPr txBox="1"/>
            <p:nvPr/>
          </p:nvSpPr>
          <p:spPr>
            <a:xfrm>
              <a:off x="6542089" y="1662660"/>
              <a:ext cx="1975180" cy="127183"/>
            </a:xfrm>
            <a:prstGeom prst="rect">
              <a:avLst/>
            </a:prstGeom>
            <a:noFill/>
          </p:spPr>
          <p:txBody>
            <a:bodyPr wrap="square" lIns="0" tIns="0" rIns="0" bIns="0" rtlCol="0" anchor="ctr">
              <a:spAutoFit/>
            </a:bodyPr>
            <a:lstStyle/>
            <a:p>
              <a:pPr algn="ctr"/>
              <a:r>
                <a:rPr lang="en-US" sz="900" b="1" i="1" dirty="0">
                  <a:solidFill>
                    <a:prstClr val="white"/>
                  </a:solidFill>
                  <a:sym typeface="Calibri" panose="020F0502020204030204" pitchFamily="34" charset="0"/>
                </a:rPr>
                <a:t>Roadmap and Implementation plan</a:t>
              </a:r>
            </a:p>
          </p:txBody>
        </p:sp>
      </p:grpSp>
      <p:grpSp>
        <p:nvGrpSpPr>
          <p:cNvPr id="58" name="Group 57"/>
          <p:cNvGrpSpPr/>
          <p:nvPr/>
        </p:nvGrpSpPr>
        <p:grpSpPr>
          <a:xfrm>
            <a:off x="8998583" y="1543882"/>
            <a:ext cx="2240782" cy="138499"/>
            <a:chOff x="6292282" y="1813702"/>
            <a:chExt cx="2240782" cy="138499"/>
          </a:xfrm>
        </p:grpSpPr>
        <p:cxnSp>
          <p:nvCxnSpPr>
            <p:cNvPr id="59" name="Straight Arrow Connector 58"/>
            <p:cNvCxnSpPr/>
            <p:nvPr/>
          </p:nvCxnSpPr>
          <p:spPr>
            <a:xfrm>
              <a:off x="6292282" y="1882951"/>
              <a:ext cx="2240782" cy="0"/>
            </a:xfrm>
            <a:prstGeom prst="straightConnector1">
              <a:avLst/>
            </a:prstGeom>
            <a:ln>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6801757" y="1813702"/>
              <a:ext cx="1221832" cy="138499"/>
            </a:xfrm>
            <a:prstGeom prst="rect">
              <a:avLst/>
            </a:prstGeom>
            <a:solidFill>
              <a:schemeClr val="bg1"/>
            </a:solidFill>
          </p:spPr>
          <p:txBody>
            <a:bodyPr wrap="square" lIns="0" tIns="0" rIns="0" bIns="0" rtlCol="0">
              <a:spAutoFit/>
            </a:bodyPr>
            <a:lstStyle/>
            <a:p>
              <a:pPr algn="ctr">
                <a:spcBef>
                  <a:spcPts val="600"/>
                </a:spcBef>
                <a:buSzPct val="100000"/>
              </a:pPr>
              <a:r>
                <a:rPr lang="en-US" sz="900" b="1" dirty="0">
                  <a:solidFill>
                    <a:srgbClr val="313131"/>
                  </a:solidFill>
                </a:rPr>
                <a:t>Week 8 to 12</a:t>
              </a:r>
              <a:endParaRPr lang="en-IN" sz="900" b="1" dirty="0">
                <a:solidFill>
                  <a:srgbClr val="313131"/>
                </a:solidFill>
              </a:endParaRPr>
            </a:p>
          </p:txBody>
        </p:sp>
      </p:grpSp>
      <p:cxnSp>
        <p:nvCxnSpPr>
          <p:cNvPr id="68" name="Straight Connector 67"/>
          <p:cNvCxnSpPr/>
          <p:nvPr/>
        </p:nvCxnSpPr>
        <p:spPr>
          <a:xfrm>
            <a:off x="4439920" y="1810310"/>
            <a:ext cx="0" cy="4552648"/>
          </a:xfrm>
          <a:prstGeom prst="line">
            <a:avLst/>
          </a:prstGeom>
          <a:ln w="3175">
            <a:solidFill>
              <a:schemeClr val="tx2"/>
            </a:solidFill>
            <a:prstDash val="dash"/>
          </a:ln>
        </p:spPr>
        <p:style>
          <a:lnRef idx="1">
            <a:schemeClr val="accent1"/>
          </a:lnRef>
          <a:fillRef idx="0">
            <a:schemeClr val="accent1"/>
          </a:fillRef>
          <a:effectRef idx="0">
            <a:schemeClr val="accent1"/>
          </a:effectRef>
          <a:fontRef idx="minor">
            <a:schemeClr val="tx1"/>
          </a:fontRef>
        </p:style>
      </p:cxnSp>
      <p:sp>
        <p:nvSpPr>
          <p:cNvPr id="69" name="Rectangle 68"/>
          <p:cNvSpPr/>
          <p:nvPr/>
        </p:nvSpPr>
        <p:spPr bwMode="gray">
          <a:xfrm>
            <a:off x="1126983" y="5367931"/>
            <a:ext cx="2988000" cy="1119011"/>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342900" lvl="1" indent="-228600">
              <a:spcBef>
                <a:spcPts val="300"/>
              </a:spcBef>
              <a:spcAft>
                <a:spcPts val="300"/>
              </a:spcAft>
              <a:buSzPct val="65000"/>
              <a:buFont typeface="Wingdings"/>
              <a:buChar char="l"/>
            </a:pPr>
            <a:r>
              <a:rPr lang="en-US" sz="1000" dirty="0">
                <a:sym typeface="Calibri" panose="020F0502020204030204" pitchFamily="34" charset="0"/>
              </a:rPr>
              <a:t>Diagnostic report</a:t>
            </a:r>
          </a:p>
        </p:txBody>
      </p:sp>
      <p:sp>
        <p:nvSpPr>
          <p:cNvPr id="70" name="Rectangle 69"/>
          <p:cNvSpPr/>
          <p:nvPr/>
        </p:nvSpPr>
        <p:spPr bwMode="gray">
          <a:xfrm>
            <a:off x="4623613" y="5352257"/>
            <a:ext cx="3629212" cy="1134686"/>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171450" indent="-171450">
              <a:lnSpc>
                <a:spcPct val="106000"/>
              </a:lnSpc>
              <a:spcBef>
                <a:spcPts val="300"/>
              </a:spcBef>
              <a:buFont typeface="Arial" panose="020B0604020202020204" pitchFamily="34" charset="0"/>
              <a:buChar char="•"/>
            </a:pPr>
            <a:r>
              <a:rPr lang="en-US" sz="1000" dirty="0"/>
              <a:t>Report on short term action agenda </a:t>
            </a:r>
            <a:r>
              <a:rPr lang="en-US" sz="1000" i="1" u="sng" dirty="0"/>
              <a:t>e.g. creation of new roles, virtual recruitment, skill development etc.</a:t>
            </a:r>
            <a:endParaRPr lang="en-US" sz="1000" dirty="0"/>
          </a:p>
          <a:p>
            <a:pPr marL="171450" indent="-171450">
              <a:lnSpc>
                <a:spcPct val="106000"/>
              </a:lnSpc>
              <a:spcBef>
                <a:spcPts val="300"/>
              </a:spcBef>
              <a:buFont typeface="Arial" panose="020B0604020202020204" pitchFamily="34" charset="0"/>
              <a:buChar char="•"/>
            </a:pPr>
            <a:r>
              <a:rPr lang="en-US" sz="1000" dirty="0"/>
              <a:t>Report on medium term action agenda </a:t>
            </a:r>
            <a:r>
              <a:rPr lang="en-US" sz="1000" i="1" u="sng" dirty="0"/>
              <a:t>e.g. creation of a </a:t>
            </a:r>
            <a:r>
              <a:rPr lang="en-US" sz="1000" i="1" u="sng" dirty="0" err="1"/>
              <a:t>CoE</a:t>
            </a:r>
            <a:endParaRPr lang="en-US" sz="1000" i="1" u="sng" dirty="0"/>
          </a:p>
        </p:txBody>
      </p:sp>
      <p:sp>
        <p:nvSpPr>
          <p:cNvPr id="71" name="Rectangle 70"/>
          <p:cNvSpPr/>
          <p:nvPr/>
        </p:nvSpPr>
        <p:spPr bwMode="gray">
          <a:xfrm>
            <a:off x="8831108" y="5352256"/>
            <a:ext cx="2988000" cy="1134686"/>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171450" indent="-171450">
              <a:lnSpc>
                <a:spcPct val="106000"/>
              </a:lnSpc>
              <a:spcBef>
                <a:spcPts val="300"/>
              </a:spcBef>
              <a:buFont typeface="Arial" panose="020B0604020202020204" pitchFamily="34" charset="0"/>
              <a:buChar char="•"/>
            </a:pPr>
            <a:r>
              <a:rPr lang="en-US" sz="1000" dirty="0"/>
              <a:t>Implementation roadmap with capability enhancement plan</a:t>
            </a:r>
          </a:p>
        </p:txBody>
      </p:sp>
      <p:sp>
        <p:nvSpPr>
          <p:cNvPr id="72" name="TextBox 71"/>
          <p:cNvSpPr txBox="1"/>
          <p:nvPr/>
        </p:nvSpPr>
        <p:spPr>
          <a:xfrm rot="16200000">
            <a:off x="71035" y="5757967"/>
            <a:ext cx="949352" cy="307777"/>
          </a:xfrm>
          <a:prstGeom prst="rect">
            <a:avLst/>
          </a:prstGeom>
          <a:noFill/>
        </p:spPr>
        <p:txBody>
          <a:bodyPr wrap="square" lIns="0" tIns="0" rIns="0" bIns="0" rtlCol="0">
            <a:spAutoFit/>
          </a:bodyPr>
          <a:lstStyle/>
          <a:p>
            <a:pPr algn="ctr">
              <a:buSzPct val="100000"/>
            </a:pPr>
            <a:r>
              <a:rPr lang="en-US" sz="1000" b="1" dirty="0">
                <a:solidFill>
                  <a:srgbClr val="313131"/>
                </a:solidFill>
              </a:rPr>
              <a:t>Key </a:t>
            </a:r>
          </a:p>
          <a:p>
            <a:pPr algn="ctr">
              <a:buSzPct val="100000"/>
            </a:pPr>
            <a:r>
              <a:rPr lang="en-US" sz="1000" b="1" dirty="0">
                <a:solidFill>
                  <a:srgbClr val="313131"/>
                </a:solidFill>
              </a:rPr>
              <a:t>Deliverables</a:t>
            </a:r>
            <a:endParaRPr lang="en-IN" sz="1000" b="1" dirty="0">
              <a:solidFill>
                <a:srgbClr val="313131"/>
              </a:solidFill>
            </a:endParaRPr>
          </a:p>
        </p:txBody>
      </p:sp>
      <p:sp>
        <p:nvSpPr>
          <p:cNvPr id="76" name="Rectangle 16"/>
          <p:cNvSpPr>
            <a:spLocks noChangeArrowheads="1"/>
          </p:cNvSpPr>
          <p:nvPr/>
        </p:nvSpPr>
        <p:spPr bwMode="auto">
          <a:xfrm rot="16200000">
            <a:off x="-111788" y="2635759"/>
            <a:ext cx="1454201" cy="347847"/>
          </a:xfrm>
          <a:prstGeom prst="rect">
            <a:avLst/>
          </a:prstGeom>
          <a:noFill/>
          <a:ln w="12700" algn="ctr">
            <a:noFill/>
            <a:round/>
            <a:headEnd/>
            <a:tailEnd/>
          </a:ln>
        </p:spPr>
        <p:txBody>
          <a:bodyPr lIns="70761" tIns="70761" rIns="70761" bIns="70761" anchor="ctr" anchorCtr="1"/>
          <a:lstStyle/>
          <a:p>
            <a:pPr algn="ctr" eaLnBrk="0" fontAlgn="base" hangingPunct="0">
              <a:lnSpc>
                <a:spcPct val="106000"/>
              </a:lnSpc>
              <a:spcBef>
                <a:spcPct val="0"/>
              </a:spcBef>
              <a:spcAft>
                <a:spcPct val="0"/>
              </a:spcAft>
            </a:pPr>
            <a:r>
              <a:rPr lang="en-US" sz="1050" b="1" dirty="0">
                <a:cs typeface="Arial" charset="0"/>
              </a:rPr>
              <a:t>Key Activities</a:t>
            </a:r>
          </a:p>
        </p:txBody>
      </p:sp>
      <p:sp>
        <p:nvSpPr>
          <p:cNvPr id="77" name="Rectangle 16"/>
          <p:cNvSpPr>
            <a:spLocks noChangeArrowheads="1"/>
          </p:cNvSpPr>
          <p:nvPr/>
        </p:nvSpPr>
        <p:spPr bwMode="auto">
          <a:xfrm rot="16200000">
            <a:off x="-5719" y="4372460"/>
            <a:ext cx="1242063" cy="347847"/>
          </a:xfrm>
          <a:prstGeom prst="rect">
            <a:avLst/>
          </a:prstGeom>
          <a:noFill/>
          <a:ln w="12700" algn="ctr">
            <a:noFill/>
            <a:round/>
            <a:headEnd/>
            <a:tailEnd/>
          </a:ln>
        </p:spPr>
        <p:txBody>
          <a:bodyPr lIns="70761" tIns="70761" rIns="70761" bIns="70761" anchor="ctr" anchorCtr="1"/>
          <a:lstStyle/>
          <a:p>
            <a:pPr algn="ctr" eaLnBrk="0" fontAlgn="base" hangingPunct="0">
              <a:lnSpc>
                <a:spcPct val="106000"/>
              </a:lnSpc>
              <a:spcBef>
                <a:spcPct val="0"/>
              </a:spcBef>
              <a:spcAft>
                <a:spcPct val="0"/>
              </a:spcAft>
            </a:pPr>
            <a:r>
              <a:rPr lang="en-US" sz="1050" b="1" dirty="0">
                <a:cs typeface="Arial" charset="0"/>
              </a:rPr>
              <a:t>Methodology</a:t>
            </a:r>
          </a:p>
        </p:txBody>
      </p:sp>
      <p:sp>
        <p:nvSpPr>
          <p:cNvPr id="78" name="Rectangle 77"/>
          <p:cNvSpPr/>
          <p:nvPr/>
        </p:nvSpPr>
        <p:spPr bwMode="gray">
          <a:xfrm>
            <a:off x="1126983" y="4064603"/>
            <a:ext cx="2988000" cy="1216650"/>
          </a:xfrm>
          <a:prstGeom prst="rect">
            <a:avLst/>
          </a:prstGeom>
          <a:noFill/>
          <a:ln w="6350" algn="ctr">
            <a:solidFill>
              <a:schemeClr val="bg1">
                <a:lumMod val="65000"/>
              </a:schemeClr>
            </a:solidFill>
            <a:miter lim="800000"/>
            <a:headEnd/>
            <a:tailEnd/>
          </a:ln>
        </p:spPr>
        <p:txBody>
          <a:bodyPr wrap="square" lIns="72000" tIns="36000" rIns="72000" bIns="36000" rtlCol="0" anchor="ctr"/>
          <a:lstStyle/>
          <a:p>
            <a:pPr marL="171450" indent="-171450">
              <a:lnSpc>
                <a:spcPct val="106000"/>
              </a:lnSpc>
              <a:spcBef>
                <a:spcPts val="300"/>
              </a:spcBef>
              <a:buFont typeface="Arial" panose="020B0604020202020204" pitchFamily="34" charset="0"/>
              <a:buChar char="•"/>
            </a:pPr>
            <a:r>
              <a:rPr lang="en-US" sz="1000" dirty="0"/>
              <a:t>Interview with HR Director and ED</a:t>
            </a:r>
          </a:p>
          <a:p>
            <a:pPr marL="171450" indent="-171450">
              <a:lnSpc>
                <a:spcPct val="106000"/>
              </a:lnSpc>
              <a:spcBef>
                <a:spcPts val="300"/>
              </a:spcBef>
              <a:buFont typeface="Arial" panose="020B0604020202020204" pitchFamily="34" charset="0"/>
              <a:buChar char="•"/>
            </a:pPr>
            <a:r>
              <a:rPr lang="en-US" sz="1000" dirty="0"/>
              <a:t>Small group workshop – GMs and EDs (1 – 2 Nos)</a:t>
            </a:r>
          </a:p>
          <a:p>
            <a:pPr marL="171450" indent="-171450">
              <a:lnSpc>
                <a:spcPct val="106000"/>
              </a:lnSpc>
              <a:spcBef>
                <a:spcPts val="300"/>
              </a:spcBef>
              <a:buFont typeface="Arial" panose="020B0604020202020204" pitchFamily="34" charset="0"/>
              <a:buChar char="•"/>
            </a:pPr>
            <a:r>
              <a:rPr lang="en-US" sz="1000" dirty="0"/>
              <a:t>Interview with process owners</a:t>
            </a:r>
          </a:p>
          <a:p>
            <a:pPr marL="171450" indent="-171450">
              <a:lnSpc>
                <a:spcPct val="106000"/>
              </a:lnSpc>
              <a:spcBef>
                <a:spcPts val="300"/>
              </a:spcBef>
              <a:buFont typeface="Arial" panose="020B0604020202020204" pitchFamily="34" charset="0"/>
              <a:buChar char="•"/>
            </a:pPr>
            <a:r>
              <a:rPr lang="en-US" sz="1000" dirty="0"/>
              <a:t>FGDs with a few employee personas (2-3)</a:t>
            </a:r>
          </a:p>
        </p:txBody>
      </p:sp>
      <p:cxnSp>
        <p:nvCxnSpPr>
          <p:cNvPr id="79" name="Straight Connector 78"/>
          <p:cNvCxnSpPr/>
          <p:nvPr/>
        </p:nvCxnSpPr>
        <p:spPr>
          <a:xfrm>
            <a:off x="8371840" y="1682381"/>
            <a:ext cx="0" cy="4552648"/>
          </a:xfrm>
          <a:prstGeom prst="line">
            <a:avLst/>
          </a:prstGeom>
          <a:ln w="3175">
            <a:solidFill>
              <a:schemeClr val="tx2"/>
            </a:solidFill>
            <a:prstDash val="dash"/>
          </a:ln>
        </p:spPr>
        <p:style>
          <a:lnRef idx="1">
            <a:schemeClr val="accent1"/>
          </a:lnRef>
          <a:fillRef idx="0">
            <a:schemeClr val="accent1"/>
          </a:fillRef>
          <a:effectRef idx="0">
            <a:schemeClr val="accent1"/>
          </a:effectRef>
          <a:fontRef idx="minor">
            <a:schemeClr val="tx1"/>
          </a:fontRef>
        </p:style>
      </p:cxnSp>
      <p:sp>
        <p:nvSpPr>
          <p:cNvPr id="80" name="Rectangle 79"/>
          <p:cNvSpPr/>
          <p:nvPr/>
        </p:nvSpPr>
        <p:spPr bwMode="gray">
          <a:xfrm>
            <a:off x="4623613" y="4064602"/>
            <a:ext cx="3606982" cy="1216651"/>
          </a:xfrm>
          <a:prstGeom prst="rect">
            <a:avLst/>
          </a:prstGeom>
          <a:noFill/>
          <a:ln w="6350" algn="ctr">
            <a:solidFill>
              <a:schemeClr val="bg1">
                <a:lumMod val="65000"/>
              </a:schemeClr>
            </a:solidFill>
            <a:miter lim="800000"/>
            <a:headEnd/>
            <a:tailEnd/>
          </a:ln>
        </p:spPr>
        <p:txBody>
          <a:bodyPr wrap="square" lIns="72000" tIns="36000" rIns="72000" bIns="36000" rtlCol="0" anchor="ctr"/>
          <a:lstStyle/>
          <a:p>
            <a:pPr marL="171450" indent="-171450">
              <a:lnSpc>
                <a:spcPct val="106000"/>
              </a:lnSpc>
              <a:spcBef>
                <a:spcPts val="300"/>
              </a:spcBef>
              <a:buFont typeface="Arial" panose="020B0604020202020204" pitchFamily="34" charset="0"/>
              <a:buChar char="•"/>
            </a:pPr>
            <a:r>
              <a:rPr lang="en-US" sz="1000" dirty="0"/>
              <a:t>Focused Group Discussion with functional head and leadership team for validating recommendations (1 – 2 Nos)</a:t>
            </a:r>
          </a:p>
          <a:p>
            <a:pPr marL="171450" indent="-171450">
              <a:lnSpc>
                <a:spcPct val="106000"/>
              </a:lnSpc>
              <a:spcBef>
                <a:spcPts val="300"/>
              </a:spcBef>
              <a:buFont typeface="Arial" panose="020B0604020202020204" pitchFamily="34" charset="0"/>
              <a:buChar char="•"/>
            </a:pPr>
            <a:r>
              <a:rPr lang="en-US" sz="1000" dirty="0"/>
              <a:t>Leveraging Deloitte collaterals on best practices</a:t>
            </a:r>
          </a:p>
          <a:p>
            <a:pPr marL="171450" indent="-171450">
              <a:lnSpc>
                <a:spcPct val="106000"/>
              </a:lnSpc>
              <a:spcBef>
                <a:spcPts val="300"/>
              </a:spcBef>
              <a:buFont typeface="Arial" panose="020B0604020202020204" pitchFamily="34" charset="0"/>
              <a:buChar char="•"/>
            </a:pPr>
            <a:r>
              <a:rPr lang="en-US" sz="1000" dirty="0"/>
              <a:t>High Impact HR Maturity Assessment Framework</a:t>
            </a:r>
          </a:p>
        </p:txBody>
      </p:sp>
      <p:sp>
        <p:nvSpPr>
          <p:cNvPr id="81" name="Rectangle 80"/>
          <p:cNvSpPr/>
          <p:nvPr/>
        </p:nvSpPr>
        <p:spPr bwMode="gray">
          <a:xfrm>
            <a:off x="8737600" y="4064602"/>
            <a:ext cx="3023042" cy="1100880"/>
          </a:xfrm>
          <a:prstGeom prst="rect">
            <a:avLst/>
          </a:prstGeom>
          <a:noFill/>
          <a:ln w="6350" algn="ctr">
            <a:solidFill>
              <a:schemeClr val="bg1">
                <a:lumMod val="65000"/>
              </a:schemeClr>
            </a:solidFill>
            <a:miter lim="800000"/>
            <a:headEnd/>
            <a:tailEnd/>
          </a:ln>
        </p:spPr>
        <p:txBody>
          <a:bodyPr wrap="square" lIns="72000" tIns="36000" rIns="72000" bIns="36000" rtlCol="0" anchor="ctr"/>
          <a:lstStyle/>
          <a:p>
            <a:pPr marL="171450" indent="-171450">
              <a:lnSpc>
                <a:spcPct val="106000"/>
              </a:lnSpc>
              <a:spcBef>
                <a:spcPts val="300"/>
              </a:spcBef>
              <a:buFont typeface="Arial" panose="020B0604020202020204" pitchFamily="34" charset="0"/>
              <a:buChar char="•"/>
            </a:pPr>
            <a:r>
              <a:rPr lang="en-US" sz="1000" dirty="0"/>
              <a:t>Focused Group Discussion with functional head and leadership team for validating recommendations</a:t>
            </a:r>
          </a:p>
        </p:txBody>
      </p:sp>
      <p:sp>
        <p:nvSpPr>
          <p:cNvPr id="4" name="Rectangle 3"/>
          <p:cNvSpPr/>
          <p:nvPr/>
        </p:nvSpPr>
        <p:spPr>
          <a:xfrm>
            <a:off x="9421530" y="1317088"/>
            <a:ext cx="1236236" cy="200055"/>
          </a:xfrm>
          <a:prstGeom prst="rect">
            <a:avLst/>
          </a:prstGeom>
        </p:spPr>
        <p:txBody>
          <a:bodyPr wrap="none">
            <a:spAutoFit/>
          </a:bodyPr>
          <a:lstStyle/>
          <a:p>
            <a:pPr algn="ctr">
              <a:spcBef>
                <a:spcPts val="0"/>
              </a:spcBef>
              <a:spcAft>
                <a:spcPts val="600"/>
              </a:spcAft>
              <a:buSzPct val="100000"/>
            </a:pPr>
            <a:r>
              <a:rPr lang="en-US" sz="700" i="1" dirty="0">
                <a:solidFill>
                  <a:schemeClr val="bg1"/>
                </a:solidFill>
              </a:rPr>
              <a:t>(Short &amp; Medium term)</a:t>
            </a:r>
            <a:endParaRPr lang="en-IN" sz="700" i="1" dirty="0" err="1">
              <a:solidFill>
                <a:schemeClr val="bg1"/>
              </a:solidFill>
            </a:endParaRPr>
          </a:p>
        </p:txBody>
      </p:sp>
    </p:spTree>
    <p:extLst>
      <p:ext uri="{BB962C8B-B14F-4D97-AF65-F5344CB8AC3E}">
        <p14:creationId xmlns:p14="http://schemas.microsoft.com/office/powerpoint/2010/main" val="1641439239"/>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9" name="Object 108" hidden="1"/>
          <p:cNvGraphicFramePr>
            <a:graphicFrameLocks noChangeAspect="1"/>
          </p:cNvGraphicFramePr>
          <p:nvPr>
            <p:custDataLst>
              <p:tags r:id="rId1"/>
            </p:custDataLst>
          </p:nvPr>
        </p:nvGraphicFramePr>
        <p:xfrm>
          <a:off x="1144589" y="1589"/>
          <a:ext cx="1587" cy="1587"/>
        </p:xfrm>
        <a:graphic>
          <a:graphicData uri="http://schemas.openxmlformats.org/presentationml/2006/ole">
            <mc:AlternateContent xmlns:mc="http://schemas.openxmlformats.org/markup-compatibility/2006">
              <mc:Choice xmlns:v="urn:schemas-microsoft-com:vml" Requires="v">
                <p:oleObj name="think-cell Slide" r:id="rId5" imgW="530" imgH="531" progId="TCLayout.ActiveDocument.1">
                  <p:embed/>
                </p:oleObj>
              </mc:Choice>
              <mc:Fallback>
                <p:oleObj name="think-cell Slide" r:id="rId5" imgW="530" imgH="531" progId="TCLayout.ActiveDocument.1">
                  <p:embed/>
                  <p:pic>
                    <p:nvPicPr>
                      <p:cNvPr id="109" name="Object 108" hidden="1"/>
                      <p:cNvPicPr/>
                      <p:nvPr/>
                    </p:nvPicPr>
                    <p:blipFill>
                      <a:blip r:embed="rId6"/>
                      <a:stretch>
                        <a:fillRect/>
                      </a:stretch>
                    </p:blipFill>
                    <p:spPr>
                      <a:xfrm>
                        <a:off x="1144589" y="1589"/>
                        <a:ext cx="1587" cy="1587"/>
                      </a:xfrm>
                      <a:prstGeom prst="rect">
                        <a:avLst/>
                      </a:prstGeom>
                    </p:spPr>
                  </p:pic>
                </p:oleObj>
              </mc:Fallback>
            </mc:AlternateContent>
          </a:graphicData>
        </a:graphic>
      </p:graphicFrame>
      <p:sp>
        <p:nvSpPr>
          <p:cNvPr id="2" name="Rectangle 1" hidden="1"/>
          <p:cNvSpPr/>
          <p:nvPr>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marR="0" lvl="0" indent="0" algn="ctr" defTabSz="914400" rtl="0" eaLnBrk="1" fontAlgn="auto" latinLnBrk="0" hangingPunct="1">
              <a:lnSpc>
                <a:spcPct val="100000"/>
              </a:lnSpc>
              <a:spcBef>
                <a:spcPct val="0"/>
              </a:spcBef>
              <a:spcAft>
                <a:spcPct val="0"/>
              </a:spcAft>
              <a:buClrTx/>
              <a:buSzTx/>
              <a:buFont typeface="Wingdings 2" pitchFamily="18" charset="2"/>
              <a:buNone/>
              <a:tabLst/>
              <a:defRPr/>
            </a:pPr>
            <a:endParaRPr kumimoji="0" lang="en-US" sz="2000" b="0" i="0" u="none" strike="noStrike" kern="1200" cap="none" spc="0" normalizeH="0" baseline="0" noProof="0" dirty="0">
              <a:ln>
                <a:noFill/>
              </a:ln>
              <a:solidFill>
                <a:prstClr val="white"/>
              </a:solidFill>
              <a:effectLst/>
              <a:uLnTx/>
              <a:uFillTx/>
              <a:latin typeface="Verdana" panose="020B0604030504040204" pitchFamily="34" charset="0"/>
              <a:ea typeface="+mn-ea"/>
              <a:cs typeface="+mn-cs"/>
              <a:sym typeface="Verdana" panose="020B0604030504040204" pitchFamily="34" charset="0"/>
            </a:endParaRPr>
          </a:p>
        </p:txBody>
      </p:sp>
      <p:sp>
        <p:nvSpPr>
          <p:cNvPr id="3" name="Title 2"/>
          <p:cNvSpPr>
            <a:spLocks noGrp="1"/>
          </p:cNvSpPr>
          <p:nvPr>
            <p:ph type="title"/>
          </p:nvPr>
        </p:nvSpPr>
        <p:spPr/>
        <p:txBody>
          <a:bodyPr/>
          <a:lstStyle/>
          <a:p>
            <a:r>
              <a:rPr lang="en-US" dirty="0">
                <a:solidFill>
                  <a:srgbClr val="575757"/>
                </a:solidFill>
              </a:rPr>
              <a:t>Work stream – W3: New and emerging business areas</a:t>
            </a:r>
          </a:p>
        </p:txBody>
      </p:sp>
      <p:sp>
        <p:nvSpPr>
          <p:cNvPr id="24" name="Rectangle 23"/>
          <p:cNvSpPr/>
          <p:nvPr/>
        </p:nvSpPr>
        <p:spPr>
          <a:xfrm>
            <a:off x="626675" y="1794591"/>
            <a:ext cx="3672000" cy="21641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t"/>
          <a:lstStyle/>
          <a:p>
            <a:pPr marL="539750" lvl="1" indent="-182563">
              <a:spcBef>
                <a:spcPts val="300"/>
              </a:spcBef>
              <a:buFont typeface="Arial" panose="020B0604020202020204" pitchFamily="34" charset="0"/>
              <a:buChar char="•"/>
            </a:pPr>
            <a:r>
              <a:rPr lang="en-US" sz="1000" dirty="0">
                <a:solidFill>
                  <a:schemeClr val="tx1"/>
                </a:solidFill>
              </a:rPr>
              <a:t>Assess Indian power sector outlook till 2025</a:t>
            </a:r>
          </a:p>
          <a:p>
            <a:pPr marL="893763" lvl="2" indent="-182563">
              <a:spcBef>
                <a:spcPts val="300"/>
              </a:spcBef>
              <a:buFont typeface="Arial" panose="020B0604020202020204" pitchFamily="34" charset="0"/>
              <a:buChar char="•"/>
            </a:pPr>
            <a:r>
              <a:rPr lang="en-US" sz="1000" dirty="0">
                <a:solidFill>
                  <a:schemeClr val="tx1"/>
                </a:solidFill>
              </a:rPr>
              <a:t>Demand-supply, technology landscape, capacity addition</a:t>
            </a:r>
          </a:p>
          <a:p>
            <a:pPr marL="539750" lvl="1" indent="-182563">
              <a:spcBef>
                <a:spcPts val="300"/>
              </a:spcBef>
              <a:buFont typeface="Arial" panose="020B0604020202020204" pitchFamily="34" charset="0"/>
              <a:buChar char="•"/>
            </a:pPr>
            <a:r>
              <a:rPr lang="en-US" sz="1000" dirty="0">
                <a:solidFill>
                  <a:schemeClr val="tx1"/>
                </a:solidFill>
              </a:rPr>
              <a:t>Assess evolving Govt. policies &amp; regulations</a:t>
            </a:r>
          </a:p>
          <a:p>
            <a:pPr marL="539750" lvl="1" indent="-182563">
              <a:spcBef>
                <a:spcPts val="300"/>
              </a:spcBef>
              <a:buFont typeface="Arial" panose="020B0604020202020204" pitchFamily="34" charset="0"/>
              <a:buChar char="•"/>
            </a:pPr>
            <a:r>
              <a:rPr lang="en-US" sz="1000" dirty="0">
                <a:solidFill>
                  <a:schemeClr val="tx1"/>
                </a:solidFill>
              </a:rPr>
              <a:t>Understand leadership priorities and views on Potential opportunities &amp; possible areas of expansion for NTPC</a:t>
            </a:r>
          </a:p>
          <a:p>
            <a:pPr marL="539750" lvl="1" indent="-182563">
              <a:spcBef>
                <a:spcPts val="300"/>
              </a:spcBef>
              <a:buFont typeface="Arial" panose="020B0604020202020204" pitchFamily="34" charset="0"/>
              <a:buChar char="•"/>
            </a:pPr>
            <a:r>
              <a:rPr lang="en-US" sz="1000" dirty="0">
                <a:solidFill>
                  <a:schemeClr val="tx1"/>
                </a:solidFill>
              </a:rPr>
              <a:t>Identify new areas with business potential (3 – 4 areas), such as</a:t>
            </a:r>
          </a:p>
          <a:p>
            <a:pPr marL="893763" lvl="2" indent="-182563">
              <a:spcBef>
                <a:spcPts val="300"/>
              </a:spcBef>
              <a:buFont typeface="Arial" panose="020B0604020202020204" pitchFamily="34" charset="0"/>
              <a:buChar char="•"/>
            </a:pPr>
            <a:r>
              <a:rPr lang="en-US" sz="1000" dirty="0">
                <a:solidFill>
                  <a:schemeClr val="tx1"/>
                </a:solidFill>
              </a:rPr>
              <a:t>Renewables, Consultancy, Distribution, Trading</a:t>
            </a:r>
          </a:p>
        </p:txBody>
      </p:sp>
      <p:grpSp>
        <p:nvGrpSpPr>
          <p:cNvPr id="25" name="Group 24"/>
          <p:cNvGrpSpPr/>
          <p:nvPr/>
        </p:nvGrpSpPr>
        <p:grpSpPr>
          <a:xfrm>
            <a:off x="893573" y="1101087"/>
            <a:ext cx="3138207" cy="392032"/>
            <a:chOff x="633046" y="1546251"/>
            <a:chExt cx="2461339" cy="360000"/>
          </a:xfrm>
        </p:grpSpPr>
        <p:sp>
          <p:nvSpPr>
            <p:cNvPr id="26" name="Pentagon 25"/>
            <p:cNvSpPr/>
            <p:nvPr/>
          </p:nvSpPr>
          <p:spPr>
            <a:xfrm>
              <a:off x="633046" y="1546251"/>
              <a:ext cx="2461339" cy="360000"/>
            </a:xfrm>
            <a:prstGeom prst="homePlate">
              <a:avLst/>
            </a:prstGeom>
            <a:solidFill>
              <a:schemeClr val="accent1"/>
            </a:solidFill>
            <a:ln w="25400" cap="flat" cmpd="sng" algn="ctr">
              <a:noFill/>
              <a:prstDash val="solid"/>
            </a:ln>
            <a:effectLst/>
          </p:spPr>
          <p:txBody>
            <a:bodyPr lIns="0" tIns="0" rIns="0" bIns="0" rtlCol="0" anchor="ctr"/>
            <a:lstStyle/>
            <a:p>
              <a:pPr algn="ctr"/>
              <a:endParaRPr lang="en-US" sz="900" b="1" kern="0" dirty="0">
                <a:solidFill>
                  <a:prstClr val="white"/>
                </a:solidFill>
                <a:sym typeface="Calibri" panose="020F0502020204030204" pitchFamily="34" charset="0"/>
              </a:endParaRPr>
            </a:p>
          </p:txBody>
        </p:sp>
        <p:sp>
          <p:nvSpPr>
            <p:cNvPr id="27" name="TextBox 26"/>
            <p:cNvSpPr txBox="1"/>
            <p:nvPr/>
          </p:nvSpPr>
          <p:spPr>
            <a:xfrm>
              <a:off x="795295" y="1662660"/>
              <a:ext cx="2035197" cy="127183"/>
            </a:xfrm>
            <a:prstGeom prst="rect">
              <a:avLst/>
            </a:prstGeom>
            <a:noFill/>
          </p:spPr>
          <p:txBody>
            <a:bodyPr wrap="square" lIns="0" tIns="0" rIns="0" bIns="0" rtlCol="0" anchor="ctr">
              <a:spAutoFit/>
            </a:bodyPr>
            <a:lstStyle/>
            <a:p>
              <a:pPr algn="ctr"/>
              <a:r>
                <a:rPr lang="en-US" sz="900" b="1" i="1" dirty="0">
                  <a:solidFill>
                    <a:prstClr val="white"/>
                  </a:solidFill>
                  <a:sym typeface="Calibri" panose="020F0502020204030204" pitchFamily="34" charset="0"/>
                </a:rPr>
                <a:t>Diagnostic phase</a:t>
              </a:r>
            </a:p>
          </p:txBody>
        </p:sp>
      </p:grpSp>
      <p:grpSp>
        <p:nvGrpSpPr>
          <p:cNvPr id="28" name="Group 27"/>
          <p:cNvGrpSpPr/>
          <p:nvPr/>
        </p:nvGrpSpPr>
        <p:grpSpPr>
          <a:xfrm>
            <a:off x="1059348" y="1543882"/>
            <a:ext cx="2806656" cy="138499"/>
            <a:chOff x="611951" y="1813702"/>
            <a:chExt cx="2421429" cy="138499"/>
          </a:xfrm>
        </p:grpSpPr>
        <p:cxnSp>
          <p:nvCxnSpPr>
            <p:cNvPr id="29" name="Straight Arrow Connector 28"/>
            <p:cNvCxnSpPr/>
            <p:nvPr/>
          </p:nvCxnSpPr>
          <p:spPr>
            <a:xfrm>
              <a:off x="611951" y="1882951"/>
              <a:ext cx="2421429" cy="0"/>
            </a:xfrm>
            <a:prstGeom prst="straightConnector1">
              <a:avLst/>
            </a:prstGeom>
            <a:ln>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1267287" y="1813702"/>
              <a:ext cx="1110756" cy="138499"/>
            </a:xfrm>
            <a:prstGeom prst="rect">
              <a:avLst/>
            </a:prstGeom>
            <a:solidFill>
              <a:schemeClr val="bg1"/>
            </a:solidFill>
          </p:spPr>
          <p:txBody>
            <a:bodyPr wrap="square" lIns="0" tIns="0" rIns="0" bIns="0" rtlCol="0">
              <a:spAutoFit/>
            </a:bodyPr>
            <a:lstStyle/>
            <a:p>
              <a:pPr algn="ctr">
                <a:spcBef>
                  <a:spcPts val="600"/>
                </a:spcBef>
                <a:buSzPct val="100000"/>
              </a:pPr>
              <a:r>
                <a:rPr lang="en-US" sz="900" b="1" dirty="0">
                  <a:solidFill>
                    <a:srgbClr val="313131"/>
                  </a:solidFill>
                </a:rPr>
                <a:t>Week 1 to 4</a:t>
              </a:r>
              <a:endParaRPr lang="en-IN" sz="900" b="1" dirty="0">
                <a:solidFill>
                  <a:srgbClr val="313131"/>
                </a:solidFill>
              </a:endParaRPr>
            </a:p>
          </p:txBody>
        </p:sp>
      </p:grpSp>
      <p:sp>
        <p:nvSpPr>
          <p:cNvPr id="31" name="Rectangle 30"/>
          <p:cNvSpPr/>
          <p:nvPr/>
        </p:nvSpPr>
        <p:spPr>
          <a:xfrm>
            <a:off x="4580825" y="1799711"/>
            <a:ext cx="3672000" cy="21448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t"/>
          <a:lstStyle/>
          <a:p>
            <a:pPr marL="171450" lvl="0" indent="-171450">
              <a:spcBef>
                <a:spcPts val="300"/>
              </a:spcBef>
              <a:buFont typeface="Arial" panose="020B0604020202020204" pitchFamily="34" charset="0"/>
              <a:buChar char="•"/>
            </a:pPr>
            <a:r>
              <a:rPr lang="en-US" sz="1000" dirty="0">
                <a:solidFill>
                  <a:schemeClr val="tx1"/>
                </a:solidFill>
              </a:rPr>
              <a:t>Detail out of each business option and ops model change, basis</a:t>
            </a:r>
          </a:p>
          <a:p>
            <a:pPr marL="781035" lvl="1" indent="-171450">
              <a:spcBef>
                <a:spcPts val="300"/>
              </a:spcBef>
              <a:buFont typeface="Arial" panose="020B0604020202020204" pitchFamily="34" charset="0"/>
              <a:buChar char="•"/>
            </a:pPr>
            <a:r>
              <a:rPr lang="en-US" sz="1000" dirty="0">
                <a:solidFill>
                  <a:schemeClr val="tx1"/>
                </a:solidFill>
              </a:rPr>
              <a:t>Market attractiveness</a:t>
            </a:r>
          </a:p>
          <a:p>
            <a:pPr marL="781035" lvl="1" indent="-171450">
              <a:spcBef>
                <a:spcPts val="300"/>
              </a:spcBef>
              <a:buFont typeface="Arial" panose="020B0604020202020204" pitchFamily="34" charset="0"/>
              <a:buChar char="•"/>
            </a:pPr>
            <a:r>
              <a:rPr lang="en-US" sz="1000" dirty="0">
                <a:solidFill>
                  <a:schemeClr val="tx1"/>
                </a:solidFill>
              </a:rPr>
              <a:t>Skill gap analysis</a:t>
            </a:r>
          </a:p>
          <a:p>
            <a:pPr marL="781035" lvl="1" indent="-171450">
              <a:spcBef>
                <a:spcPts val="300"/>
              </a:spcBef>
              <a:buFont typeface="Arial" panose="020B0604020202020204" pitchFamily="34" charset="0"/>
              <a:buChar char="•"/>
            </a:pPr>
            <a:r>
              <a:rPr lang="en-US" sz="1000" dirty="0">
                <a:solidFill>
                  <a:schemeClr val="tx1"/>
                </a:solidFill>
              </a:rPr>
              <a:t>Risk return analysis</a:t>
            </a:r>
          </a:p>
          <a:p>
            <a:pPr marL="781035" lvl="1" indent="-171450">
              <a:spcBef>
                <a:spcPts val="300"/>
              </a:spcBef>
              <a:buFont typeface="Arial" panose="020B0604020202020204" pitchFamily="34" charset="0"/>
              <a:buChar char="•"/>
            </a:pPr>
            <a:r>
              <a:rPr lang="en-US" sz="1000" dirty="0">
                <a:solidFill>
                  <a:schemeClr val="tx1"/>
                </a:solidFill>
              </a:rPr>
              <a:t>Business case</a:t>
            </a:r>
          </a:p>
          <a:p>
            <a:pPr marL="171450" lvl="0" indent="-171450">
              <a:spcBef>
                <a:spcPts val="300"/>
              </a:spcBef>
              <a:buFont typeface="Arial" panose="020B0604020202020204" pitchFamily="34" charset="0"/>
              <a:buChar char="•"/>
            </a:pPr>
            <a:r>
              <a:rPr lang="en-US" sz="1000" dirty="0">
                <a:solidFill>
                  <a:schemeClr val="tx1"/>
                </a:solidFill>
              </a:rPr>
              <a:t>Identifying ‘Quick win’ interventions</a:t>
            </a:r>
          </a:p>
          <a:p>
            <a:pPr marL="171450" lvl="0" indent="-171450">
              <a:spcBef>
                <a:spcPts val="300"/>
              </a:spcBef>
              <a:buFont typeface="Arial" panose="020B0604020202020204" pitchFamily="34" charset="0"/>
              <a:buChar char="•"/>
            </a:pPr>
            <a:r>
              <a:rPr lang="en-US" sz="1000" dirty="0">
                <a:solidFill>
                  <a:schemeClr val="tx1"/>
                </a:solidFill>
              </a:rPr>
              <a:t>Detail out medium term strategic choices and complex interventions, like alliance, technology investment etc.</a:t>
            </a:r>
          </a:p>
          <a:p>
            <a:pPr marL="171450" lvl="0" indent="-171450">
              <a:spcBef>
                <a:spcPts val="300"/>
              </a:spcBef>
              <a:buFont typeface="Arial" panose="020B0604020202020204" pitchFamily="34" charset="0"/>
              <a:buChar char="•"/>
            </a:pPr>
            <a:r>
              <a:rPr lang="en-US" sz="1000" dirty="0">
                <a:solidFill>
                  <a:schemeClr val="tx1"/>
                </a:solidFill>
              </a:rPr>
              <a:t>Highlight risk factors and mitigation steps</a:t>
            </a:r>
          </a:p>
          <a:p>
            <a:pPr marL="171450" lvl="0" indent="-171450">
              <a:spcBef>
                <a:spcPts val="300"/>
              </a:spcBef>
              <a:buFont typeface="Arial" panose="020B0604020202020204" pitchFamily="34" charset="0"/>
              <a:buChar char="•"/>
            </a:pPr>
            <a:r>
              <a:rPr lang="en-US" sz="1000" dirty="0">
                <a:solidFill>
                  <a:schemeClr val="tx1"/>
                </a:solidFill>
              </a:rPr>
              <a:t>Finalize and agree on the interventions</a:t>
            </a:r>
          </a:p>
        </p:txBody>
      </p:sp>
      <p:grpSp>
        <p:nvGrpSpPr>
          <p:cNvPr id="32" name="Group 31"/>
          <p:cNvGrpSpPr/>
          <p:nvPr/>
        </p:nvGrpSpPr>
        <p:grpSpPr>
          <a:xfrm>
            <a:off x="4936018" y="1101087"/>
            <a:ext cx="2961615" cy="392032"/>
            <a:chOff x="3585675" y="1546251"/>
            <a:chExt cx="2322835" cy="360000"/>
          </a:xfrm>
        </p:grpSpPr>
        <p:sp>
          <p:nvSpPr>
            <p:cNvPr id="33" name="Pentagon 32"/>
            <p:cNvSpPr/>
            <p:nvPr/>
          </p:nvSpPr>
          <p:spPr>
            <a:xfrm>
              <a:off x="3585675" y="1546251"/>
              <a:ext cx="2322835" cy="360000"/>
            </a:xfrm>
            <a:prstGeom prst="homePlate">
              <a:avLst/>
            </a:prstGeom>
            <a:solidFill>
              <a:srgbClr val="1E9D8B"/>
            </a:solidFill>
            <a:ln w="25400" cap="flat" cmpd="sng" algn="ctr">
              <a:noFill/>
              <a:prstDash val="solid"/>
            </a:ln>
            <a:effectLst/>
          </p:spPr>
          <p:txBody>
            <a:bodyPr lIns="0" tIns="0" rIns="0" bIns="0" rtlCol="0" anchor="ctr"/>
            <a:lstStyle/>
            <a:p>
              <a:pPr algn="ctr"/>
              <a:endParaRPr lang="en-US" sz="900" b="1" kern="0" dirty="0">
                <a:solidFill>
                  <a:prstClr val="white"/>
                </a:solidFill>
                <a:sym typeface="Calibri" panose="020F0502020204030204" pitchFamily="34" charset="0"/>
              </a:endParaRPr>
            </a:p>
          </p:txBody>
        </p:sp>
        <p:sp>
          <p:nvSpPr>
            <p:cNvPr id="34" name="TextBox 33"/>
            <p:cNvSpPr txBox="1"/>
            <p:nvPr/>
          </p:nvSpPr>
          <p:spPr>
            <a:xfrm>
              <a:off x="3784271" y="1662660"/>
              <a:ext cx="1890785" cy="127183"/>
            </a:xfrm>
            <a:prstGeom prst="rect">
              <a:avLst/>
            </a:prstGeom>
            <a:noFill/>
          </p:spPr>
          <p:txBody>
            <a:bodyPr wrap="square" lIns="0" tIns="0" rIns="0" bIns="0" rtlCol="0" anchor="ctr">
              <a:spAutoFit/>
            </a:bodyPr>
            <a:lstStyle/>
            <a:p>
              <a:pPr algn="ctr"/>
              <a:r>
                <a:rPr lang="en-US" sz="900" b="1" i="1" dirty="0" err="1">
                  <a:solidFill>
                    <a:prstClr val="white"/>
                  </a:solidFill>
                  <a:sym typeface="Calibri" panose="020F0502020204030204" pitchFamily="34" charset="0"/>
                </a:rPr>
                <a:t>Solutioning</a:t>
              </a:r>
              <a:r>
                <a:rPr lang="en-US" sz="900" b="1" i="1" dirty="0">
                  <a:solidFill>
                    <a:prstClr val="white"/>
                  </a:solidFill>
                  <a:sym typeface="Calibri" panose="020F0502020204030204" pitchFamily="34" charset="0"/>
                </a:rPr>
                <a:t> phase</a:t>
              </a:r>
            </a:p>
          </p:txBody>
        </p:sp>
      </p:grpSp>
      <p:grpSp>
        <p:nvGrpSpPr>
          <p:cNvPr id="35" name="Group 34"/>
          <p:cNvGrpSpPr/>
          <p:nvPr/>
        </p:nvGrpSpPr>
        <p:grpSpPr>
          <a:xfrm>
            <a:off x="5125645" y="1543882"/>
            <a:ext cx="2582360" cy="138499"/>
            <a:chOff x="3633832" y="1813702"/>
            <a:chExt cx="2227919" cy="138499"/>
          </a:xfrm>
        </p:grpSpPr>
        <p:cxnSp>
          <p:nvCxnSpPr>
            <p:cNvPr id="36" name="Straight Arrow Connector 35"/>
            <p:cNvCxnSpPr/>
            <p:nvPr/>
          </p:nvCxnSpPr>
          <p:spPr>
            <a:xfrm flipV="1">
              <a:off x="3633832" y="1882951"/>
              <a:ext cx="2227919" cy="0"/>
            </a:xfrm>
            <a:prstGeom prst="straightConnector1">
              <a:avLst/>
            </a:prstGeom>
            <a:ln>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4136875" y="1813702"/>
              <a:ext cx="1221832" cy="138499"/>
            </a:xfrm>
            <a:prstGeom prst="rect">
              <a:avLst/>
            </a:prstGeom>
            <a:solidFill>
              <a:schemeClr val="bg1"/>
            </a:solidFill>
          </p:spPr>
          <p:txBody>
            <a:bodyPr wrap="square" lIns="0" tIns="0" rIns="0" bIns="0" rtlCol="0">
              <a:spAutoFit/>
            </a:bodyPr>
            <a:lstStyle/>
            <a:p>
              <a:pPr algn="ctr">
                <a:spcBef>
                  <a:spcPts val="600"/>
                </a:spcBef>
                <a:buSzPct val="100000"/>
              </a:pPr>
              <a:r>
                <a:rPr lang="en-US" sz="900" b="1" dirty="0">
                  <a:solidFill>
                    <a:srgbClr val="313131"/>
                  </a:solidFill>
                </a:rPr>
                <a:t>Week 4 to 8</a:t>
              </a:r>
              <a:endParaRPr lang="en-IN" sz="900" b="1" dirty="0">
                <a:solidFill>
                  <a:srgbClr val="313131"/>
                </a:solidFill>
              </a:endParaRPr>
            </a:p>
          </p:txBody>
        </p:sp>
      </p:grpSp>
      <p:sp>
        <p:nvSpPr>
          <p:cNvPr id="41" name="Rectangle 40"/>
          <p:cNvSpPr/>
          <p:nvPr/>
        </p:nvSpPr>
        <p:spPr>
          <a:xfrm>
            <a:off x="8607453" y="1810310"/>
            <a:ext cx="3023042" cy="19279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t"/>
          <a:lstStyle/>
          <a:p>
            <a:pPr marL="342900" lvl="1" indent="-228600">
              <a:spcBef>
                <a:spcPts val="300"/>
              </a:spcBef>
              <a:spcAft>
                <a:spcPts val="300"/>
              </a:spcAft>
              <a:buSzPct val="65000"/>
              <a:buFont typeface="Wingdings"/>
              <a:buChar char="l"/>
            </a:pPr>
            <a:r>
              <a:rPr lang="en-US" sz="1000" dirty="0">
                <a:solidFill>
                  <a:prstClr val="black">
                    <a:lumMod val="75000"/>
                    <a:lumOff val="25000"/>
                  </a:prstClr>
                </a:solidFill>
                <a:cs typeface="Verdana" panose="020B0604030504040204" pitchFamily="34" charset="0"/>
                <a:sym typeface="Calibri" panose="020F0502020204030204" pitchFamily="34" charset="0"/>
              </a:rPr>
              <a:t>Develop implementation roadmap with definite timeframe</a:t>
            </a:r>
          </a:p>
          <a:p>
            <a:pPr marL="342900" lvl="1" indent="-228600">
              <a:spcBef>
                <a:spcPts val="300"/>
              </a:spcBef>
              <a:spcAft>
                <a:spcPts val="300"/>
              </a:spcAft>
              <a:buSzPct val="65000"/>
              <a:buFont typeface="Wingdings"/>
              <a:buChar char="l"/>
            </a:pPr>
            <a:r>
              <a:rPr lang="en-US" sz="1000" dirty="0">
                <a:solidFill>
                  <a:prstClr val="black">
                    <a:lumMod val="75000"/>
                    <a:lumOff val="25000"/>
                  </a:prstClr>
                </a:solidFill>
                <a:cs typeface="Verdana" panose="020B0604030504040204" pitchFamily="34" charset="0"/>
                <a:sym typeface="Calibri" panose="020F0502020204030204" pitchFamily="34" charset="0"/>
              </a:rPr>
              <a:t>Identify and recommend resources and capabilities required</a:t>
            </a:r>
          </a:p>
          <a:p>
            <a:pPr marL="952485" lvl="2" indent="-228600">
              <a:spcBef>
                <a:spcPts val="300"/>
              </a:spcBef>
              <a:spcAft>
                <a:spcPts val="300"/>
              </a:spcAft>
              <a:buSzPct val="65000"/>
              <a:buFont typeface="Wingdings"/>
              <a:buChar char="l"/>
            </a:pPr>
            <a:r>
              <a:rPr lang="en-US" sz="1000" dirty="0">
                <a:solidFill>
                  <a:prstClr val="black">
                    <a:lumMod val="75000"/>
                    <a:lumOff val="25000"/>
                  </a:prstClr>
                </a:solidFill>
                <a:cs typeface="Verdana" panose="020B0604030504040204" pitchFamily="34" charset="0"/>
                <a:sym typeface="Calibri" panose="020F0502020204030204" pitchFamily="34" charset="0"/>
              </a:rPr>
              <a:t>Enhancement of existing capabilities</a:t>
            </a:r>
          </a:p>
          <a:p>
            <a:pPr marL="952485" lvl="2" indent="-228600">
              <a:spcBef>
                <a:spcPts val="300"/>
              </a:spcBef>
              <a:spcAft>
                <a:spcPts val="300"/>
              </a:spcAft>
              <a:buSzPct val="65000"/>
              <a:buFont typeface="Wingdings"/>
              <a:buChar char="l"/>
            </a:pPr>
            <a:r>
              <a:rPr lang="en-US" sz="1000" dirty="0">
                <a:solidFill>
                  <a:prstClr val="black">
                    <a:lumMod val="75000"/>
                    <a:lumOff val="25000"/>
                  </a:prstClr>
                </a:solidFill>
                <a:cs typeface="Verdana" panose="020B0604030504040204" pitchFamily="34" charset="0"/>
                <a:sym typeface="Calibri" panose="020F0502020204030204" pitchFamily="34" charset="0"/>
              </a:rPr>
              <a:t>Development of new capabilities</a:t>
            </a:r>
          </a:p>
        </p:txBody>
      </p:sp>
      <p:grpSp>
        <p:nvGrpSpPr>
          <p:cNvPr id="55" name="Group 54"/>
          <p:cNvGrpSpPr/>
          <p:nvPr/>
        </p:nvGrpSpPr>
        <p:grpSpPr>
          <a:xfrm>
            <a:off x="8666480" y="1101087"/>
            <a:ext cx="2752163" cy="392032"/>
            <a:chOff x="6350664" y="1546251"/>
            <a:chExt cx="2363034" cy="360000"/>
          </a:xfrm>
        </p:grpSpPr>
        <p:sp>
          <p:nvSpPr>
            <p:cNvPr id="56" name="Pentagon 55"/>
            <p:cNvSpPr/>
            <p:nvPr/>
          </p:nvSpPr>
          <p:spPr>
            <a:xfrm>
              <a:off x="6350664" y="1546251"/>
              <a:ext cx="2363034" cy="360000"/>
            </a:xfrm>
            <a:prstGeom prst="homePlate">
              <a:avLst/>
            </a:prstGeom>
            <a:solidFill>
              <a:srgbClr val="43B02A"/>
            </a:solidFill>
            <a:ln w="25400" cap="flat" cmpd="sng" algn="ctr">
              <a:noFill/>
              <a:prstDash val="solid"/>
            </a:ln>
            <a:effectLst/>
          </p:spPr>
          <p:txBody>
            <a:bodyPr lIns="0" tIns="0" rIns="0" bIns="0" rtlCol="0" anchor="ctr"/>
            <a:lstStyle/>
            <a:p>
              <a:pPr algn="ctr"/>
              <a:endParaRPr lang="en-US" sz="900" b="1" kern="0" dirty="0">
                <a:solidFill>
                  <a:prstClr val="white"/>
                </a:solidFill>
                <a:sym typeface="Calibri" panose="020F0502020204030204" pitchFamily="34" charset="0"/>
              </a:endParaRPr>
            </a:p>
          </p:txBody>
        </p:sp>
        <p:sp>
          <p:nvSpPr>
            <p:cNvPr id="57" name="TextBox 56"/>
            <p:cNvSpPr txBox="1"/>
            <p:nvPr/>
          </p:nvSpPr>
          <p:spPr>
            <a:xfrm>
              <a:off x="6542089" y="1662660"/>
              <a:ext cx="1975180" cy="127183"/>
            </a:xfrm>
            <a:prstGeom prst="rect">
              <a:avLst/>
            </a:prstGeom>
            <a:noFill/>
          </p:spPr>
          <p:txBody>
            <a:bodyPr wrap="square" lIns="0" tIns="0" rIns="0" bIns="0" rtlCol="0" anchor="ctr">
              <a:spAutoFit/>
            </a:bodyPr>
            <a:lstStyle/>
            <a:p>
              <a:pPr algn="ctr"/>
              <a:r>
                <a:rPr lang="en-US" sz="900" b="1" i="1" dirty="0">
                  <a:solidFill>
                    <a:prstClr val="white"/>
                  </a:solidFill>
                  <a:sym typeface="Calibri" panose="020F0502020204030204" pitchFamily="34" charset="0"/>
                </a:rPr>
                <a:t>Roadmap and Implementation plan</a:t>
              </a:r>
            </a:p>
          </p:txBody>
        </p:sp>
      </p:grpSp>
      <p:grpSp>
        <p:nvGrpSpPr>
          <p:cNvPr id="58" name="Group 57"/>
          <p:cNvGrpSpPr/>
          <p:nvPr/>
        </p:nvGrpSpPr>
        <p:grpSpPr>
          <a:xfrm>
            <a:off x="8998583" y="1543882"/>
            <a:ext cx="2240782" cy="138499"/>
            <a:chOff x="6292282" y="1813702"/>
            <a:chExt cx="2240782" cy="138499"/>
          </a:xfrm>
        </p:grpSpPr>
        <p:cxnSp>
          <p:nvCxnSpPr>
            <p:cNvPr id="59" name="Straight Arrow Connector 58"/>
            <p:cNvCxnSpPr/>
            <p:nvPr/>
          </p:nvCxnSpPr>
          <p:spPr>
            <a:xfrm>
              <a:off x="6292282" y="1882951"/>
              <a:ext cx="2240782" cy="0"/>
            </a:xfrm>
            <a:prstGeom prst="straightConnector1">
              <a:avLst/>
            </a:prstGeom>
            <a:ln>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6801757" y="1813702"/>
              <a:ext cx="1221832" cy="138499"/>
            </a:xfrm>
            <a:prstGeom prst="rect">
              <a:avLst/>
            </a:prstGeom>
            <a:solidFill>
              <a:schemeClr val="bg1"/>
            </a:solidFill>
          </p:spPr>
          <p:txBody>
            <a:bodyPr wrap="square" lIns="0" tIns="0" rIns="0" bIns="0" rtlCol="0">
              <a:spAutoFit/>
            </a:bodyPr>
            <a:lstStyle/>
            <a:p>
              <a:pPr algn="ctr">
                <a:spcBef>
                  <a:spcPts val="600"/>
                </a:spcBef>
                <a:buSzPct val="100000"/>
              </a:pPr>
              <a:r>
                <a:rPr lang="en-US" sz="900" b="1" dirty="0">
                  <a:solidFill>
                    <a:srgbClr val="313131"/>
                  </a:solidFill>
                </a:rPr>
                <a:t>Week 8 to 12</a:t>
              </a:r>
              <a:endParaRPr lang="en-IN" sz="900" b="1" dirty="0">
                <a:solidFill>
                  <a:srgbClr val="313131"/>
                </a:solidFill>
              </a:endParaRPr>
            </a:p>
          </p:txBody>
        </p:sp>
      </p:grpSp>
      <p:cxnSp>
        <p:nvCxnSpPr>
          <p:cNvPr id="68" name="Straight Connector 67"/>
          <p:cNvCxnSpPr/>
          <p:nvPr/>
        </p:nvCxnSpPr>
        <p:spPr>
          <a:xfrm>
            <a:off x="4439920" y="1810310"/>
            <a:ext cx="0" cy="4552648"/>
          </a:xfrm>
          <a:prstGeom prst="line">
            <a:avLst/>
          </a:prstGeom>
          <a:ln w="3175">
            <a:solidFill>
              <a:schemeClr val="tx2"/>
            </a:solidFill>
            <a:prstDash val="dash"/>
          </a:ln>
        </p:spPr>
        <p:style>
          <a:lnRef idx="1">
            <a:schemeClr val="accent1"/>
          </a:lnRef>
          <a:fillRef idx="0">
            <a:schemeClr val="accent1"/>
          </a:fillRef>
          <a:effectRef idx="0">
            <a:schemeClr val="accent1"/>
          </a:effectRef>
          <a:fontRef idx="minor">
            <a:schemeClr val="tx1"/>
          </a:fontRef>
        </p:style>
      </p:cxnSp>
      <p:sp>
        <p:nvSpPr>
          <p:cNvPr id="69" name="Rectangle 68"/>
          <p:cNvSpPr/>
          <p:nvPr/>
        </p:nvSpPr>
        <p:spPr bwMode="gray">
          <a:xfrm>
            <a:off x="1126983" y="5367931"/>
            <a:ext cx="2988000" cy="1119011"/>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342900" lvl="1" indent="-228600">
              <a:spcBef>
                <a:spcPts val="300"/>
              </a:spcBef>
              <a:spcAft>
                <a:spcPts val="300"/>
              </a:spcAft>
              <a:buSzPct val="65000"/>
              <a:buFont typeface="Wingdings"/>
              <a:buChar char="l"/>
            </a:pPr>
            <a:r>
              <a:rPr lang="en-US" sz="1000" dirty="0">
                <a:sym typeface="Calibri" panose="020F0502020204030204" pitchFamily="34" charset="0"/>
              </a:rPr>
              <a:t>Diagnostic report</a:t>
            </a:r>
          </a:p>
        </p:txBody>
      </p:sp>
      <p:sp>
        <p:nvSpPr>
          <p:cNvPr id="70" name="Rectangle 69"/>
          <p:cNvSpPr/>
          <p:nvPr/>
        </p:nvSpPr>
        <p:spPr bwMode="gray">
          <a:xfrm>
            <a:off x="4623613" y="5352257"/>
            <a:ext cx="3629212" cy="1134686"/>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171450" indent="-171450">
              <a:lnSpc>
                <a:spcPct val="106000"/>
              </a:lnSpc>
              <a:spcBef>
                <a:spcPts val="300"/>
              </a:spcBef>
              <a:buFont typeface="Arial" panose="020B0604020202020204" pitchFamily="34" charset="0"/>
              <a:buChar char="•"/>
            </a:pPr>
            <a:r>
              <a:rPr lang="en-US" sz="1000" dirty="0"/>
              <a:t>Report on short term action agenda </a:t>
            </a:r>
          </a:p>
          <a:p>
            <a:pPr marL="171450" indent="-171450">
              <a:lnSpc>
                <a:spcPct val="106000"/>
              </a:lnSpc>
              <a:spcBef>
                <a:spcPts val="300"/>
              </a:spcBef>
              <a:buFont typeface="Arial" panose="020B0604020202020204" pitchFamily="34" charset="0"/>
              <a:buChar char="•"/>
            </a:pPr>
            <a:r>
              <a:rPr lang="en-US" sz="1000" dirty="0"/>
              <a:t>Report on medium term action agenda</a:t>
            </a:r>
            <a:endParaRPr lang="en-US" sz="1000" i="1" u="sng" dirty="0"/>
          </a:p>
        </p:txBody>
      </p:sp>
      <p:sp>
        <p:nvSpPr>
          <p:cNvPr id="71" name="Rectangle 70"/>
          <p:cNvSpPr/>
          <p:nvPr/>
        </p:nvSpPr>
        <p:spPr bwMode="gray">
          <a:xfrm>
            <a:off x="8831108" y="5352256"/>
            <a:ext cx="2988000" cy="1134686"/>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171450" indent="-171450">
              <a:lnSpc>
                <a:spcPct val="106000"/>
              </a:lnSpc>
              <a:spcBef>
                <a:spcPts val="300"/>
              </a:spcBef>
              <a:buFont typeface="Arial" panose="020B0604020202020204" pitchFamily="34" charset="0"/>
              <a:buChar char="•"/>
            </a:pPr>
            <a:r>
              <a:rPr lang="en-US" sz="1000" dirty="0"/>
              <a:t>Implementation roadmap with capability enhancement plan for new business areas</a:t>
            </a:r>
          </a:p>
        </p:txBody>
      </p:sp>
      <p:sp>
        <p:nvSpPr>
          <p:cNvPr id="72" name="TextBox 71"/>
          <p:cNvSpPr txBox="1"/>
          <p:nvPr/>
        </p:nvSpPr>
        <p:spPr>
          <a:xfrm rot="16200000">
            <a:off x="71035" y="5757967"/>
            <a:ext cx="949352" cy="307777"/>
          </a:xfrm>
          <a:prstGeom prst="rect">
            <a:avLst/>
          </a:prstGeom>
          <a:noFill/>
        </p:spPr>
        <p:txBody>
          <a:bodyPr wrap="square" lIns="0" tIns="0" rIns="0" bIns="0" rtlCol="0">
            <a:spAutoFit/>
          </a:bodyPr>
          <a:lstStyle/>
          <a:p>
            <a:pPr algn="ctr">
              <a:buSzPct val="100000"/>
            </a:pPr>
            <a:r>
              <a:rPr lang="en-US" sz="1000" b="1" dirty="0">
                <a:solidFill>
                  <a:srgbClr val="313131"/>
                </a:solidFill>
              </a:rPr>
              <a:t>Key </a:t>
            </a:r>
          </a:p>
          <a:p>
            <a:pPr algn="ctr">
              <a:buSzPct val="100000"/>
            </a:pPr>
            <a:r>
              <a:rPr lang="en-US" sz="1000" b="1" dirty="0">
                <a:solidFill>
                  <a:srgbClr val="313131"/>
                </a:solidFill>
              </a:rPr>
              <a:t>Deliverables</a:t>
            </a:r>
            <a:endParaRPr lang="en-IN" sz="1000" b="1" dirty="0">
              <a:solidFill>
                <a:srgbClr val="313131"/>
              </a:solidFill>
            </a:endParaRPr>
          </a:p>
        </p:txBody>
      </p:sp>
      <p:sp>
        <p:nvSpPr>
          <p:cNvPr id="76" name="Rectangle 16"/>
          <p:cNvSpPr>
            <a:spLocks noChangeArrowheads="1"/>
          </p:cNvSpPr>
          <p:nvPr/>
        </p:nvSpPr>
        <p:spPr bwMode="auto">
          <a:xfrm rot="16200000">
            <a:off x="-111788" y="2635759"/>
            <a:ext cx="1454201" cy="347847"/>
          </a:xfrm>
          <a:prstGeom prst="rect">
            <a:avLst/>
          </a:prstGeom>
          <a:noFill/>
          <a:ln w="12700" algn="ctr">
            <a:noFill/>
            <a:round/>
            <a:headEnd/>
            <a:tailEnd/>
          </a:ln>
        </p:spPr>
        <p:txBody>
          <a:bodyPr lIns="70761" tIns="70761" rIns="70761" bIns="70761" anchor="ctr" anchorCtr="1"/>
          <a:lstStyle/>
          <a:p>
            <a:pPr algn="ctr" eaLnBrk="0" fontAlgn="base" hangingPunct="0">
              <a:lnSpc>
                <a:spcPct val="106000"/>
              </a:lnSpc>
              <a:spcBef>
                <a:spcPct val="0"/>
              </a:spcBef>
              <a:spcAft>
                <a:spcPct val="0"/>
              </a:spcAft>
            </a:pPr>
            <a:r>
              <a:rPr lang="en-US" sz="1050" b="1" dirty="0">
                <a:cs typeface="Arial" charset="0"/>
              </a:rPr>
              <a:t>Key Activities</a:t>
            </a:r>
          </a:p>
        </p:txBody>
      </p:sp>
      <p:sp>
        <p:nvSpPr>
          <p:cNvPr id="77" name="Rectangle 16"/>
          <p:cNvSpPr>
            <a:spLocks noChangeArrowheads="1"/>
          </p:cNvSpPr>
          <p:nvPr/>
        </p:nvSpPr>
        <p:spPr bwMode="auto">
          <a:xfrm rot="16200000">
            <a:off x="-5719" y="4372460"/>
            <a:ext cx="1242063" cy="347847"/>
          </a:xfrm>
          <a:prstGeom prst="rect">
            <a:avLst/>
          </a:prstGeom>
          <a:noFill/>
          <a:ln w="12700" algn="ctr">
            <a:noFill/>
            <a:round/>
            <a:headEnd/>
            <a:tailEnd/>
          </a:ln>
        </p:spPr>
        <p:txBody>
          <a:bodyPr lIns="70761" tIns="70761" rIns="70761" bIns="70761" anchor="ctr" anchorCtr="1"/>
          <a:lstStyle/>
          <a:p>
            <a:pPr algn="ctr" eaLnBrk="0" fontAlgn="base" hangingPunct="0">
              <a:lnSpc>
                <a:spcPct val="106000"/>
              </a:lnSpc>
              <a:spcBef>
                <a:spcPct val="0"/>
              </a:spcBef>
              <a:spcAft>
                <a:spcPct val="0"/>
              </a:spcAft>
            </a:pPr>
            <a:r>
              <a:rPr lang="en-US" sz="1050" b="1" dirty="0">
                <a:cs typeface="Arial" charset="0"/>
              </a:rPr>
              <a:t>Methodology</a:t>
            </a:r>
          </a:p>
        </p:txBody>
      </p:sp>
      <p:sp>
        <p:nvSpPr>
          <p:cNvPr id="78" name="Rectangle 77"/>
          <p:cNvSpPr/>
          <p:nvPr/>
        </p:nvSpPr>
        <p:spPr bwMode="gray">
          <a:xfrm>
            <a:off x="1126983" y="4064603"/>
            <a:ext cx="2988000" cy="1216650"/>
          </a:xfrm>
          <a:prstGeom prst="rect">
            <a:avLst/>
          </a:prstGeom>
          <a:noFill/>
          <a:ln w="6350" algn="ctr">
            <a:solidFill>
              <a:schemeClr val="bg1">
                <a:lumMod val="65000"/>
              </a:schemeClr>
            </a:solidFill>
            <a:miter lim="800000"/>
            <a:headEnd/>
            <a:tailEnd/>
          </a:ln>
        </p:spPr>
        <p:txBody>
          <a:bodyPr wrap="square" lIns="72000" tIns="36000" rIns="72000" bIns="36000" rtlCol="0" anchor="ctr"/>
          <a:lstStyle/>
          <a:p>
            <a:pPr marL="171450" indent="-171450">
              <a:lnSpc>
                <a:spcPct val="106000"/>
              </a:lnSpc>
              <a:spcBef>
                <a:spcPts val="300"/>
              </a:spcBef>
              <a:buFont typeface="Arial" panose="020B0604020202020204" pitchFamily="34" charset="0"/>
              <a:buChar char="•"/>
            </a:pPr>
            <a:r>
              <a:rPr lang="en-US" sz="1000" dirty="0"/>
              <a:t>Interview with leadership/ Business Unit owners – ED/Director</a:t>
            </a:r>
          </a:p>
          <a:p>
            <a:pPr marL="171450" indent="-171450">
              <a:lnSpc>
                <a:spcPct val="106000"/>
              </a:lnSpc>
              <a:spcBef>
                <a:spcPts val="300"/>
              </a:spcBef>
              <a:buFont typeface="Arial" panose="020B0604020202020204" pitchFamily="34" charset="0"/>
              <a:buChar char="•"/>
            </a:pPr>
            <a:r>
              <a:rPr lang="en-US" sz="1000" dirty="0"/>
              <a:t>Small group workshop – GMs and EDs (1 – 2 Nos) for ideation in each area</a:t>
            </a:r>
          </a:p>
          <a:p>
            <a:pPr marL="171450" indent="-171450">
              <a:lnSpc>
                <a:spcPct val="106000"/>
              </a:lnSpc>
              <a:spcBef>
                <a:spcPts val="300"/>
              </a:spcBef>
              <a:buFont typeface="Arial" panose="020B0604020202020204" pitchFamily="34" charset="0"/>
              <a:buChar char="•"/>
            </a:pPr>
            <a:r>
              <a:rPr lang="en-US" sz="1000" dirty="0"/>
              <a:t>Secondary research</a:t>
            </a:r>
          </a:p>
        </p:txBody>
      </p:sp>
      <p:cxnSp>
        <p:nvCxnSpPr>
          <p:cNvPr id="79" name="Straight Connector 78"/>
          <p:cNvCxnSpPr/>
          <p:nvPr/>
        </p:nvCxnSpPr>
        <p:spPr>
          <a:xfrm>
            <a:off x="8371840" y="1682381"/>
            <a:ext cx="0" cy="4552648"/>
          </a:xfrm>
          <a:prstGeom prst="line">
            <a:avLst/>
          </a:prstGeom>
          <a:ln w="3175">
            <a:solidFill>
              <a:schemeClr val="tx2"/>
            </a:solidFill>
            <a:prstDash val="dash"/>
          </a:ln>
        </p:spPr>
        <p:style>
          <a:lnRef idx="1">
            <a:schemeClr val="accent1"/>
          </a:lnRef>
          <a:fillRef idx="0">
            <a:schemeClr val="accent1"/>
          </a:fillRef>
          <a:effectRef idx="0">
            <a:schemeClr val="accent1"/>
          </a:effectRef>
          <a:fontRef idx="minor">
            <a:schemeClr val="tx1"/>
          </a:fontRef>
        </p:style>
      </p:cxnSp>
      <p:sp>
        <p:nvSpPr>
          <p:cNvPr id="80" name="Rectangle 79"/>
          <p:cNvSpPr/>
          <p:nvPr/>
        </p:nvSpPr>
        <p:spPr bwMode="gray">
          <a:xfrm>
            <a:off x="4623613" y="4064602"/>
            <a:ext cx="3606982" cy="1216651"/>
          </a:xfrm>
          <a:prstGeom prst="rect">
            <a:avLst/>
          </a:prstGeom>
          <a:noFill/>
          <a:ln w="6350" algn="ctr">
            <a:solidFill>
              <a:schemeClr val="bg1">
                <a:lumMod val="65000"/>
              </a:schemeClr>
            </a:solidFill>
            <a:miter lim="800000"/>
            <a:headEnd/>
            <a:tailEnd/>
          </a:ln>
        </p:spPr>
        <p:txBody>
          <a:bodyPr wrap="square" lIns="72000" tIns="36000" rIns="72000" bIns="36000" rtlCol="0" anchor="ctr"/>
          <a:lstStyle/>
          <a:p>
            <a:pPr marL="171450" indent="-171450">
              <a:lnSpc>
                <a:spcPct val="106000"/>
              </a:lnSpc>
              <a:spcBef>
                <a:spcPts val="300"/>
              </a:spcBef>
              <a:buFont typeface="Arial" panose="020B0604020202020204" pitchFamily="34" charset="0"/>
              <a:buChar char="•"/>
            </a:pPr>
            <a:r>
              <a:rPr lang="en-US" sz="1000" dirty="0"/>
              <a:t>Focused Group Discussion with business unit owner and leadership team for validating recommendations (1 – 2 Nos)</a:t>
            </a:r>
          </a:p>
          <a:p>
            <a:pPr marL="171450" indent="-171450">
              <a:lnSpc>
                <a:spcPct val="106000"/>
              </a:lnSpc>
              <a:spcBef>
                <a:spcPts val="300"/>
              </a:spcBef>
              <a:buFont typeface="Arial" panose="020B0604020202020204" pitchFamily="34" charset="0"/>
              <a:buChar char="•"/>
            </a:pPr>
            <a:r>
              <a:rPr lang="en-US" sz="1000" dirty="0"/>
              <a:t>Deloitte ‘Strategic Choice Cascade’</a:t>
            </a:r>
          </a:p>
          <a:p>
            <a:pPr marL="171450" indent="-171450">
              <a:lnSpc>
                <a:spcPct val="106000"/>
              </a:lnSpc>
              <a:spcBef>
                <a:spcPts val="300"/>
              </a:spcBef>
              <a:buFont typeface="Arial" panose="020B0604020202020204" pitchFamily="34" charset="0"/>
              <a:buChar char="•"/>
            </a:pPr>
            <a:r>
              <a:rPr lang="en-US" sz="1000" dirty="0"/>
              <a:t>Deloitte prioritization and business case framework</a:t>
            </a:r>
          </a:p>
        </p:txBody>
      </p:sp>
      <p:sp>
        <p:nvSpPr>
          <p:cNvPr id="81" name="Rectangle 80"/>
          <p:cNvSpPr/>
          <p:nvPr/>
        </p:nvSpPr>
        <p:spPr bwMode="gray">
          <a:xfrm>
            <a:off x="8737600" y="4064602"/>
            <a:ext cx="3023042" cy="1100880"/>
          </a:xfrm>
          <a:prstGeom prst="rect">
            <a:avLst/>
          </a:prstGeom>
          <a:noFill/>
          <a:ln w="6350" algn="ctr">
            <a:solidFill>
              <a:schemeClr val="bg1">
                <a:lumMod val="65000"/>
              </a:schemeClr>
            </a:solidFill>
            <a:miter lim="800000"/>
            <a:headEnd/>
            <a:tailEnd/>
          </a:ln>
        </p:spPr>
        <p:txBody>
          <a:bodyPr wrap="square" lIns="72000" tIns="36000" rIns="72000" bIns="36000" rtlCol="0" anchor="ctr"/>
          <a:lstStyle/>
          <a:p>
            <a:pPr marL="171450" indent="-171450">
              <a:lnSpc>
                <a:spcPct val="106000"/>
              </a:lnSpc>
              <a:spcBef>
                <a:spcPts val="300"/>
              </a:spcBef>
              <a:buFont typeface="Arial" panose="020B0604020202020204" pitchFamily="34" charset="0"/>
              <a:buChar char="•"/>
            </a:pPr>
            <a:r>
              <a:rPr lang="en-US" sz="1000" dirty="0"/>
              <a:t>Focused Group Discussion with business unit owner and leadership team for validating recommendations</a:t>
            </a:r>
          </a:p>
        </p:txBody>
      </p:sp>
      <p:sp>
        <p:nvSpPr>
          <p:cNvPr id="38" name="Rectangle 37"/>
          <p:cNvSpPr/>
          <p:nvPr/>
        </p:nvSpPr>
        <p:spPr>
          <a:xfrm>
            <a:off x="9421530" y="1317088"/>
            <a:ext cx="1236236" cy="200055"/>
          </a:xfrm>
          <a:prstGeom prst="rect">
            <a:avLst/>
          </a:prstGeom>
        </p:spPr>
        <p:txBody>
          <a:bodyPr wrap="none">
            <a:spAutoFit/>
          </a:bodyPr>
          <a:lstStyle/>
          <a:p>
            <a:pPr algn="ctr">
              <a:spcBef>
                <a:spcPts val="0"/>
              </a:spcBef>
              <a:spcAft>
                <a:spcPts val="600"/>
              </a:spcAft>
              <a:buSzPct val="100000"/>
            </a:pPr>
            <a:r>
              <a:rPr lang="en-US" sz="700" i="1" dirty="0">
                <a:solidFill>
                  <a:schemeClr val="bg1"/>
                </a:solidFill>
              </a:rPr>
              <a:t>(Short &amp; Medium term)</a:t>
            </a:r>
            <a:endParaRPr lang="en-IN" sz="700" i="1" dirty="0" err="1">
              <a:solidFill>
                <a:schemeClr val="bg1"/>
              </a:solidFill>
            </a:endParaRPr>
          </a:p>
        </p:txBody>
      </p:sp>
    </p:spTree>
    <p:extLst>
      <p:ext uri="{BB962C8B-B14F-4D97-AF65-F5344CB8AC3E}">
        <p14:creationId xmlns:p14="http://schemas.microsoft.com/office/powerpoint/2010/main" val="2400356772"/>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Object 2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470" imgH="469" progId="TCLayout.ActiveDocument.1">
                  <p:embed/>
                </p:oleObj>
              </mc:Choice>
              <mc:Fallback>
                <p:oleObj name="think-cell Slide" r:id="rId3" imgW="470" imgH="469" progId="TCLayout.ActiveDocument.1">
                  <p:embed/>
                  <p:pic>
                    <p:nvPicPr>
                      <p:cNvPr id="23" name="Object 2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Title 4"/>
          <p:cNvSpPr>
            <a:spLocks noGrp="1"/>
          </p:cNvSpPr>
          <p:nvPr>
            <p:ph type="title"/>
          </p:nvPr>
        </p:nvSpPr>
        <p:spPr/>
        <p:txBody>
          <a:bodyPr/>
          <a:lstStyle/>
          <a:p>
            <a:r>
              <a:rPr lang="en-US" sz="3600" dirty="0"/>
              <a:t>Agenda</a:t>
            </a:r>
          </a:p>
        </p:txBody>
      </p:sp>
      <p:cxnSp>
        <p:nvCxnSpPr>
          <p:cNvPr id="11" name="Straight Connector 10"/>
          <p:cNvCxnSpPr/>
          <p:nvPr/>
        </p:nvCxnSpPr>
        <p:spPr>
          <a:xfrm flipV="1">
            <a:off x="496442" y="4262459"/>
            <a:ext cx="10289242" cy="0"/>
          </a:xfrm>
          <a:prstGeom prst="line">
            <a:avLst/>
          </a:prstGeom>
          <a:ln w="28575">
            <a:solidFill>
              <a:schemeClr val="bg2">
                <a:lumMod val="75000"/>
              </a:schemeClr>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496442" y="1479931"/>
            <a:ext cx="10289242" cy="0"/>
          </a:xfrm>
          <a:prstGeom prst="line">
            <a:avLst/>
          </a:prstGeom>
          <a:ln w="28575">
            <a:solidFill>
              <a:schemeClr val="bg2">
                <a:lumMod val="75000"/>
              </a:schemeClr>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graphicFrame>
        <p:nvGraphicFramePr>
          <p:cNvPr id="12" name="Table 30"/>
          <p:cNvGraphicFramePr>
            <a:graphicFrameLocks noGrp="1"/>
          </p:cNvGraphicFramePr>
          <p:nvPr>
            <p:extLst>
              <p:ext uri="{D42A27DB-BD31-4B8C-83A1-F6EECF244321}">
                <p14:modId xmlns:p14="http://schemas.microsoft.com/office/powerpoint/2010/main" val="2941605978"/>
              </p:ext>
            </p:extLst>
          </p:nvPr>
        </p:nvGraphicFramePr>
        <p:xfrm>
          <a:off x="557789" y="1755738"/>
          <a:ext cx="7161967" cy="4126288"/>
        </p:xfrm>
        <a:graphic>
          <a:graphicData uri="http://schemas.openxmlformats.org/drawingml/2006/table">
            <a:tbl>
              <a:tblPr>
                <a:tableStyleId>{2D5ABB26-0587-4C30-8999-92F81FD0307C}</a:tableStyleId>
              </a:tblPr>
              <a:tblGrid>
                <a:gridCol w="590539">
                  <a:extLst>
                    <a:ext uri="{9D8B030D-6E8A-4147-A177-3AD203B41FA5}">
                      <a16:colId xmlns:a16="http://schemas.microsoft.com/office/drawing/2014/main" val="20000"/>
                    </a:ext>
                  </a:extLst>
                </a:gridCol>
                <a:gridCol w="6571428">
                  <a:extLst>
                    <a:ext uri="{9D8B030D-6E8A-4147-A177-3AD203B41FA5}">
                      <a16:colId xmlns:a16="http://schemas.microsoft.com/office/drawing/2014/main" val="20001"/>
                    </a:ext>
                  </a:extLst>
                </a:gridCol>
              </a:tblGrid>
              <a:tr h="515786">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200" b="0" u="none" strike="noStrike" kern="1200" cap="none" normalizeH="0" baseline="0" dirty="0">
                        <a:ln>
                          <a:noFill/>
                        </a:ln>
                        <a:solidFill>
                          <a:schemeClr val="bg1">
                            <a:lumMod val="85000"/>
                          </a:schemeClr>
                        </a:solidFill>
                        <a:effectLst/>
                        <a:latin typeface="+mj-lt"/>
                        <a:ea typeface="+mn-ea"/>
                        <a:cs typeface="+mn-cs"/>
                      </a:endParaRPr>
                    </a:p>
                  </a:txBody>
                  <a:tcPr marL="68580" marR="68580" marT="34290" marB="34290" anchor="ctr">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dirty="0">
                          <a:ln>
                            <a:noFill/>
                          </a:ln>
                          <a:solidFill>
                            <a:schemeClr val="bg1">
                              <a:lumMod val="85000"/>
                            </a:schemeClr>
                          </a:solidFill>
                          <a:effectLst/>
                          <a:uLnTx/>
                          <a:uFillTx/>
                          <a:latin typeface="+mj-lt"/>
                          <a:ea typeface="+mn-ea"/>
                          <a:cs typeface="+mn-cs"/>
                        </a:rPr>
                        <a:t>Context  Setting and Programme Objectives</a:t>
                      </a:r>
                      <a:endParaRPr kumimoji="0" lang="en-IN" sz="1400" b="1" i="0" u="none" strike="noStrike" kern="1200" cap="none" spc="0" normalizeH="0" baseline="0" dirty="0">
                        <a:ln>
                          <a:noFill/>
                        </a:ln>
                        <a:solidFill>
                          <a:schemeClr val="bg1">
                            <a:lumMod val="85000"/>
                          </a:schemeClr>
                        </a:solidFill>
                        <a:effectLst/>
                        <a:uLnTx/>
                        <a:uFillTx/>
                        <a:latin typeface="+mj-lt"/>
                        <a:ea typeface="+mn-ea"/>
                        <a:cs typeface="+mn-cs"/>
                      </a:endParaRPr>
                    </a:p>
                  </a:txBody>
                  <a:tcPr marL="68580" marR="68580" marT="34290" marB="3429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515786">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200" b="0" u="none" strike="noStrike" kern="1200" cap="none" normalizeH="0" baseline="0" dirty="0">
                        <a:ln>
                          <a:noFill/>
                        </a:ln>
                        <a:solidFill>
                          <a:schemeClr val="bg1">
                            <a:lumMod val="85000"/>
                          </a:schemeClr>
                        </a:solidFill>
                        <a:effectLst/>
                        <a:latin typeface="+mj-lt"/>
                        <a:ea typeface="+mn-ea"/>
                        <a:cs typeface="+mn-cs"/>
                      </a:endParaRPr>
                    </a:p>
                  </a:txBody>
                  <a:tcPr marL="68580" marR="68580" marT="34290" marB="34290" anchor="ctr">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bg1">
                              <a:lumMod val="85000"/>
                            </a:schemeClr>
                          </a:solidFill>
                          <a:effectLst/>
                          <a:uLnTx/>
                          <a:uFillTx/>
                          <a:latin typeface="+mj-lt"/>
                          <a:ea typeface="+mn-ea"/>
                          <a:cs typeface="+mn-cs"/>
                        </a:rPr>
                        <a:t>Approach for the Engagement</a:t>
                      </a:r>
                    </a:p>
                  </a:txBody>
                  <a:tcPr marL="68580" marR="68580" marT="34290" marB="3429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31268999"/>
                  </a:ext>
                </a:extLst>
              </a:tr>
              <a:tr h="5157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dirty="0">
                        <a:ln>
                          <a:noFill/>
                        </a:ln>
                        <a:solidFill>
                          <a:srgbClr val="000000"/>
                        </a:solidFill>
                        <a:effectLst/>
                        <a:uLnTx/>
                        <a:uFillTx/>
                        <a:latin typeface="+mj-lt"/>
                        <a:ea typeface="+mn-ea"/>
                        <a:cs typeface="+mn-cs"/>
                      </a:endParaRPr>
                    </a:p>
                  </a:txBody>
                  <a:tcPr marL="68580" marR="68580" marT="34290" marB="34290" anchor="ctr">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mj-lt"/>
                          <a:ea typeface="+mn-ea"/>
                          <a:cs typeface="+mn-cs"/>
                        </a:rPr>
                        <a:t>Work plan</a:t>
                      </a:r>
                    </a:p>
                  </a:txBody>
                  <a:tcPr marL="68580" marR="68580" marT="34290" marB="3429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515786">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200" b="0" u="none" strike="noStrike" kern="1200" cap="none" normalizeH="0" baseline="0" dirty="0">
                        <a:ln>
                          <a:noFill/>
                        </a:ln>
                        <a:solidFill>
                          <a:schemeClr val="bg1">
                            <a:lumMod val="85000"/>
                          </a:schemeClr>
                        </a:solidFill>
                        <a:effectLst/>
                        <a:latin typeface="+mj-lt"/>
                        <a:ea typeface="+mn-ea"/>
                        <a:cs typeface="+mn-cs"/>
                      </a:endParaRPr>
                    </a:p>
                  </a:txBody>
                  <a:tcPr marL="68580" marR="68580" marT="34290" marB="34290" anchor="ctr">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bg1">
                              <a:lumMod val="85000"/>
                            </a:schemeClr>
                          </a:solidFill>
                          <a:effectLst/>
                          <a:uLnTx/>
                          <a:uFillTx/>
                          <a:latin typeface="+mn-lt"/>
                          <a:ea typeface="+mn-ea"/>
                          <a:cs typeface="+mn-cs"/>
                        </a:rPr>
                        <a:t>Key asks from NTPC</a:t>
                      </a:r>
                    </a:p>
                  </a:txBody>
                  <a:tcPr marL="68580" marR="68580" marT="34290" marB="3429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020727"/>
                  </a:ext>
                </a:extLst>
              </a:tr>
              <a:tr h="515786">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200" b="0" u="none" strike="noStrike" kern="1200" cap="none" normalizeH="0" baseline="0" dirty="0">
                        <a:ln>
                          <a:noFill/>
                        </a:ln>
                        <a:solidFill>
                          <a:schemeClr val="tx1"/>
                        </a:solidFill>
                        <a:effectLst/>
                        <a:latin typeface="+mj-lt"/>
                        <a:ea typeface="+mn-ea"/>
                        <a:cs typeface="+mn-cs"/>
                      </a:endParaRPr>
                    </a:p>
                  </a:txBody>
                  <a:tcPr marL="68580" marR="68580" marT="34290" marB="34290" anchor="ctr">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lang="en-US" sz="1400" b="1" i="0" kern="1200" dirty="0">
                        <a:solidFill>
                          <a:srgbClr val="000000"/>
                        </a:solidFill>
                        <a:latin typeface="+mj-lt"/>
                        <a:ea typeface="+mn-ea"/>
                        <a:cs typeface="+mn-cs"/>
                      </a:endParaRPr>
                    </a:p>
                  </a:txBody>
                  <a:tcPr marL="68580" marR="68580" marT="34290" marB="3429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3325463"/>
                  </a:ext>
                </a:extLst>
              </a:tr>
              <a:tr h="515786">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200" b="0" u="none" strike="noStrike" kern="1200" cap="none" normalizeH="0" baseline="0" dirty="0">
                        <a:ln>
                          <a:noFill/>
                        </a:ln>
                        <a:solidFill>
                          <a:schemeClr val="tx1"/>
                        </a:solidFill>
                        <a:effectLst/>
                        <a:latin typeface="+mj-lt"/>
                        <a:ea typeface="+mn-ea"/>
                        <a:cs typeface="+mn-cs"/>
                      </a:endParaRPr>
                    </a:p>
                  </a:txBody>
                  <a:tcPr marL="68580" marR="68580" marT="34290" marB="34290" anchor="ctr">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lang="en-US" sz="1400" b="1" i="0" kern="1200" dirty="0">
                        <a:solidFill>
                          <a:srgbClr val="000000"/>
                        </a:solidFill>
                        <a:latin typeface="+mj-lt"/>
                        <a:ea typeface="+mn-ea"/>
                        <a:cs typeface="+mn-cs"/>
                      </a:endParaRPr>
                    </a:p>
                  </a:txBody>
                  <a:tcPr marL="68580" marR="68580" marT="34290" marB="3429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8921054"/>
                  </a:ext>
                </a:extLst>
              </a:tr>
              <a:tr h="515786">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200" b="0" u="none" strike="noStrike" kern="1200" cap="none" normalizeH="0" baseline="0" dirty="0">
                        <a:ln>
                          <a:noFill/>
                        </a:ln>
                        <a:solidFill>
                          <a:schemeClr val="tx1"/>
                        </a:solidFill>
                        <a:effectLst/>
                        <a:latin typeface="+mj-lt"/>
                        <a:ea typeface="+mn-ea"/>
                        <a:cs typeface="+mn-cs"/>
                      </a:endParaRPr>
                    </a:p>
                  </a:txBody>
                  <a:tcPr marL="68580" marR="68580" marT="34290" marB="34290" anchor="ctr">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lang="en-US" sz="1400" b="1" i="0" kern="1200" dirty="0">
                        <a:solidFill>
                          <a:srgbClr val="000000"/>
                        </a:solidFill>
                        <a:latin typeface="+mj-lt"/>
                        <a:ea typeface="+mn-ea"/>
                        <a:cs typeface="+mn-cs"/>
                      </a:endParaRPr>
                    </a:p>
                  </a:txBody>
                  <a:tcPr marL="68580" marR="68580" marT="34290" marB="3429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6888728"/>
                  </a:ext>
                </a:extLst>
              </a:tr>
              <a:tr h="515786">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200" b="0" u="none" strike="noStrike" kern="1200" cap="none" normalizeH="0" baseline="0" dirty="0">
                        <a:ln>
                          <a:noFill/>
                        </a:ln>
                        <a:solidFill>
                          <a:schemeClr val="tx1"/>
                        </a:solidFill>
                        <a:effectLst/>
                        <a:latin typeface="+mj-lt"/>
                        <a:ea typeface="+mn-ea"/>
                        <a:cs typeface="+mn-cs"/>
                      </a:endParaRPr>
                    </a:p>
                  </a:txBody>
                  <a:tcPr marL="68580" marR="68580" marT="34290" marB="34290" anchor="ctr">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lang="en-US" sz="1400" b="1" i="0" kern="1200" dirty="0">
                        <a:solidFill>
                          <a:srgbClr val="000000"/>
                        </a:solidFill>
                        <a:latin typeface="+mj-lt"/>
                        <a:ea typeface="+mn-ea"/>
                        <a:cs typeface="+mn-cs"/>
                      </a:endParaRPr>
                    </a:p>
                  </a:txBody>
                  <a:tcPr marL="68580" marR="68580" marT="34290" marB="3429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2894290"/>
                  </a:ext>
                </a:extLst>
              </a:tr>
            </a:tbl>
          </a:graphicData>
        </a:graphic>
      </p:graphicFrame>
      <p:sp>
        <p:nvSpPr>
          <p:cNvPr id="13" name="Oval 6"/>
          <p:cNvSpPr>
            <a:spLocks noChangeAspect="1"/>
          </p:cNvSpPr>
          <p:nvPr/>
        </p:nvSpPr>
        <p:spPr>
          <a:xfrm>
            <a:off x="645992" y="1892915"/>
            <a:ext cx="293804" cy="293804"/>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481" tIns="34239" rIns="68481" bIns="34239" rtlCol="0" anchor="ctr"/>
          <a:lstStyle/>
          <a:p>
            <a:pPr algn="ctr"/>
            <a:r>
              <a:rPr lang="en-US" sz="1224" b="1" dirty="0">
                <a:solidFill>
                  <a:schemeClr val="bg1"/>
                </a:solidFill>
              </a:rPr>
              <a:t>1</a:t>
            </a:r>
          </a:p>
        </p:txBody>
      </p:sp>
      <p:sp>
        <p:nvSpPr>
          <p:cNvPr id="14" name="Oval 7"/>
          <p:cNvSpPr>
            <a:spLocks noChangeAspect="1"/>
          </p:cNvSpPr>
          <p:nvPr/>
        </p:nvSpPr>
        <p:spPr>
          <a:xfrm>
            <a:off x="645992" y="2407531"/>
            <a:ext cx="293804" cy="293804"/>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481" tIns="34239" rIns="68481" bIns="34239" rtlCol="0" anchor="ctr"/>
          <a:lstStyle/>
          <a:p>
            <a:pPr algn="ctr"/>
            <a:r>
              <a:rPr lang="en-US" sz="1224" b="1" dirty="0">
                <a:solidFill>
                  <a:schemeClr val="bg1"/>
                </a:solidFill>
              </a:rPr>
              <a:t>2</a:t>
            </a:r>
          </a:p>
        </p:txBody>
      </p:sp>
      <p:sp>
        <p:nvSpPr>
          <p:cNvPr id="15" name="Oval 31"/>
          <p:cNvSpPr>
            <a:spLocks noChangeAspect="1"/>
          </p:cNvSpPr>
          <p:nvPr/>
        </p:nvSpPr>
        <p:spPr>
          <a:xfrm>
            <a:off x="645992" y="2922148"/>
            <a:ext cx="293804" cy="293804"/>
          </a:xfrm>
          <a:prstGeom prst="ellipse">
            <a:avLst/>
          </a:prstGeom>
          <a:solidFill>
            <a:srgbClr val="012169"/>
          </a:solidFill>
          <a:ln>
            <a:noFill/>
          </a:ln>
        </p:spPr>
        <p:style>
          <a:lnRef idx="2">
            <a:schemeClr val="accent1">
              <a:shade val="50000"/>
            </a:schemeClr>
          </a:lnRef>
          <a:fillRef idx="1">
            <a:schemeClr val="accent1"/>
          </a:fillRef>
          <a:effectRef idx="0">
            <a:schemeClr val="accent1"/>
          </a:effectRef>
          <a:fontRef idx="minor">
            <a:schemeClr val="lt1"/>
          </a:fontRef>
        </p:style>
        <p:txBody>
          <a:bodyPr lIns="68481" tIns="34239" rIns="68481" bIns="34239" rtlCol="0" anchor="ctr"/>
          <a:lstStyle/>
          <a:p>
            <a:pPr algn="ctr"/>
            <a:r>
              <a:rPr lang="en-US" sz="1224" b="1" dirty="0">
                <a:solidFill>
                  <a:schemeClr val="bg1">
                    <a:lumMod val="95000"/>
                  </a:schemeClr>
                </a:solidFill>
              </a:rPr>
              <a:t>3</a:t>
            </a:r>
          </a:p>
        </p:txBody>
      </p:sp>
      <p:sp>
        <p:nvSpPr>
          <p:cNvPr id="16" name="Oval 31"/>
          <p:cNvSpPr>
            <a:spLocks noChangeAspect="1"/>
          </p:cNvSpPr>
          <p:nvPr/>
        </p:nvSpPr>
        <p:spPr>
          <a:xfrm>
            <a:off x="645992" y="3381937"/>
            <a:ext cx="293804" cy="293804"/>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481" tIns="34239" rIns="68481" bIns="34239" rtlCol="0" anchor="ctr"/>
          <a:lstStyle/>
          <a:p>
            <a:pPr algn="ctr"/>
            <a:r>
              <a:rPr lang="en-US" sz="1224" b="1" dirty="0">
                <a:solidFill>
                  <a:schemeClr val="bg1">
                    <a:lumMod val="95000"/>
                  </a:schemeClr>
                </a:solidFill>
              </a:rPr>
              <a:t>4</a:t>
            </a:r>
          </a:p>
        </p:txBody>
      </p:sp>
    </p:spTree>
    <p:extLst>
      <p:ext uri="{BB962C8B-B14F-4D97-AF65-F5344CB8AC3E}">
        <p14:creationId xmlns:p14="http://schemas.microsoft.com/office/powerpoint/2010/main" val="247716650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p:custDataLst>
              <p:tags r:id="rId1"/>
            </p:custDataLst>
          </p:nvPr>
        </p:nvGraphicFramePr>
        <p:xfrm>
          <a:off x="1401" y="1401"/>
          <a:ext cx="1401" cy="1401"/>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12" name="Object 11" hidden="1"/>
                      <p:cNvPicPr/>
                      <p:nvPr/>
                    </p:nvPicPr>
                    <p:blipFill>
                      <a:blip r:embed="rId6"/>
                      <a:stretch>
                        <a:fillRect/>
                      </a:stretch>
                    </p:blipFill>
                    <p:spPr>
                      <a:xfrm>
                        <a:off x="1401" y="1401"/>
                        <a:ext cx="1401" cy="1401"/>
                      </a:xfrm>
                      <a:prstGeom prst="rect">
                        <a:avLst/>
                      </a:prstGeom>
                    </p:spPr>
                  </p:pic>
                </p:oleObj>
              </mc:Fallback>
            </mc:AlternateContent>
          </a:graphicData>
        </a:graphic>
      </p:graphicFrame>
      <p:sp>
        <p:nvSpPr>
          <p:cNvPr id="13" name="Rectangle 12" hidden="1"/>
          <p:cNvSpPr/>
          <p:nvPr>
            <p:custDataLst>
              <p:tags r:id="rId2"/>
            </p:custDataLst>
          </p:nvPr>
        </p:nvSpPr>
        <p:spPr bwMode="gray">
          <a:xfrm>
            <a:off x="0" y="0"/>
            <a:ext cx="140074" cy="140074"/>
          </a:xfrm>
          <a:prstGeom prst="rect">
            <a:avLst/>
          </a:prstGeom>
          <a:solidFill>
            <a:schemeClr val="accent3"/>
          </a:solidFill>
          <a:ln w="19050" algn="ctr">
            <a:noFill/>
            <a:miter lim="800000"/>
            <a:headEnd/>
            <a:tailEnd/>
          </a:ln>
        </p:spPr>
        <p:txBody>
          <a:bodyPr vert="horz" wrap="none" lIns="0" tIns="0" rIns="0" bIns="0" numCol="1" spcCol="0" rtlCol="0" anchor="ctr" anchorCtr="0">
            <a:noAutofit/>
          </a:bodyPr>
          <a:lstStyle/>
          <a:p>
            <a:pPr algn="ctr">
              <a:spcBef>
                <a:spcPct val="0"/>
              </a:spcBef>
              <a:spcAft>
                <a:spcPct val="0"/>
              </a:spcAft>
              <a:buFont typeface="Wingdings 2" pitchFamily="18" charset="2"/>
              <a:buNone/>
            </a:pPr>
            <a:endParaRPr lang="en-US" sz="1941" b="1" dirty="0">
              <a:solidFill>
                <a:schemeClr val="bg1"/>
              </a:solidFill>
              <a:latin typeface="Verdana" panose="020B0604030504040204" pitchFamily="34" charset="0"/>
              <a:ea typeface="+mj-ea"/>
              <a:cs typeface="+mj-cs"/>
              <a:sym typeface="Verdana" panose="020B0604030504040204" pitchFamily="34" charset="0"/>
            </a:endParaRPr>
          </a:p>
        </p:txBody>
      </p:sp>
      <p:graphicFrame>
        <p:nvGraphicFramePr>
          <p:cNvPr id="15" name="Table 14"/>
          <p:cNvGraphicFramePr>
            <a:graphicFrameLocks noGrp="1"/>
          </p:cNvGraphicFramePr>
          <p:nvPr>
            <p:extLst>
              <p:ext uri="{D42A27DB-BD31-4B8C-83A1-F6EECF244321}">
                <p14:modId xmlns:p14="http://schemas.microsoft.com/office/powerpoint/2010/main" val="3471535934"/>
              </p:ext>
            </p:extLst>
          </p:nvPr>
        </p:nvGraphicFramePr>
        <p:xfrm>
          <a:off x="1361178" y="791950"/>
          <a:ext cx="10578101" cy="5534802"/>
        </p:xfrm>
        <a:graphic>
          <a:graphicData uri="http://schemas.openxmlformats.org/drawingml/2006/table">
            <a:tbl>
              <a:tblPr firstRow="1" bandRow="1"/>
              <a:tblGrid>
                <a:gridCol w="4879433">
                  <a:extLst>
                    <a:ext uri="{9D8B030D-6E8A-4147-A177-3AD203B41FA5}">
                      <a16:colId xmlns:a16="http://schemas.microsoft.com/office/drawing/2014/main" val="20000"/>
                    </a:ext>
                  </a:extLst>
                </a:gridCol>
                <a:gridCol w="474889">
                  <a:extLst>
                    <a:ext uri="{9D8B030D-6E8A-4147-A177-3AD203B41FA5}">
                      <a16:colId xmlns:a16="http://schemas.microsoft.com/office/drawing/2014/main" val="20001"/>
                    </a:ext>
                  </a:extLst>
                </a:gridCol>
                <a:gridCol w="474889">
                  <a:extLst>
                    <a:ext uri="{9D8B030D-6E8A-4147-A177-3AD203B41FA5}">
                      <a16:colId xmlns:a16="http://schemas.microsoft.com/office/drawing/2014/main" val="3598322878"/>
                    </a:ext>
                  </a:extLst>
                </a:gridCol>
                <a:gridCol w="474889">
                  <a:extLst>
                    <a:ext uri="{9D8B030D-6E8A-4147-A177-3AD203B41FA5}">
                      <a16:colId xmlns:a16="http://schemas.microsoft.com/office/drawing/2014/main" val="20002"/>
                    </a:ext>
                  </a:extLst>
                </a:gridCol>
                <a:gridCol w="474889">
                  <a:extLst>
                    <a:ext uri="{9D8B030D-6E8A-4147-A177-3AD203B41FA5}">
                      <a16:colId xmlns:a16="http://schemas.microsoft.com/office/drawing/2014/main" val="371804474"/>
                    </a:ext>
                  </a:extLst>
                </a:gridCol>
                <a:gridCol w="474889">
                  <a:extLst>
                    <a:ext uri="{9D8B030D-6E8A-4147-A177-3AD203B41FA5}">
                      <a16:colId xmlns:a16="http://schemas.microsoft.com/office/drawing/2014/main" val="20003"/>
                    </a:ext>
                  </a:extLst>
                </a:gridCol>
                <a:gridCol w="474889">
                  <a:extLst>
                    <a:ext uri="{9D8B030D-6E8A-4147-A177-3AD203B41FA5}">
                      <a16:colId xmlns:a16="http://schemas.microsoft.com/office/drawing/2014/main" val="1394301132"/>
                    </a:ext>
                  </a:extLst>
                </a:gridCol>
                <a:gridCol w="474889">
                  <a:extLst>
                    <a:ext uri="{9D8B030D-6E8A-4147-A177-3AD203B41FA5}">
                      <a16:colId xmlns:a16="http://schemas.microsoft.com/office/drawing/2014/main" val="20004"/>
                    </a:ext>
                  </a:extLst>
                </a:gridCol>
                <a:gridCol w="474889">
                  <a:extLst>
                    <a:ext uri="{9D8B030D-6E8A-4147-A177-3AD203B41FA5}">
                      <a16:colId xmlns:a16="http://schemas.microsoft.com/office/drawing/2014/main" val="1980651256"/>
                    </a:ext>
                  </a:extLst>
                </a:gridCol>
                <a:gridCol w="474889">
                  <a:extLst>
                    <a:ext uri="{9D8B030D-6E8A-4147-A177-3AD203B41FA5}">
                      <a16:colId xmlns:a16="http://schemas.microsoft.com/office/drawing/2014/main" val="20005"/>
                    </a:ext>
                  </a:extLst>
                </a:gridCol>
                <a:gridCol w="474889">
                  <a:extLst>
                    <a:ext uri="{9D8B030D-6E8A-4147-A177-3AD203B41FA5}">
                      <a16:colId xmlns:a16="http://schemas.microsoft.com/office/drawing/2014/main" val="45242240"/>
                    </a:ext>
                  </a:extLst>
                </a:gridCol>
                <a:gridCol w="474889">
                  <a:extLst>
                    <a:ext uri="{9D8B030D-6E8A-4147-A177-3AD203B41FA5}">
                      <a16:colId xmlns:a16="http://schemas.microsoft.com/office/drawing/2014/main" val="20006"/>
                    </a:ext>
                  </a:extLst>
                </a:gridCol>
                <a:gridCol w="474889">
                  <a:extLst>
                    <a:ext uri="{9D8B030D-6E8A-4147-A177-3AD203B41FA5}">
                      <a16:colId xmlns:a16="http://schemas.microsoft.com/office/drawing/2014/main" val="1398934351"/>
                    </a:ext>
                  </a:extLst>
                </a:gridCol>
              </a:tblGrid>
              <a:tr h="212876">
                <a:tc>
                  <a:txBody>
                    <a:bodyPr/>
                    <a:lstStyle/>
                    <a:p>
                      <a:r>
                        <a:rPr lang="en-US" sz="900" b="1" dirty="0">
                          <a:solidFill>
                            <a:schemeClr val="bg1"/>
                          </a:solidFill>
                          <a:latin typeface="+mj-lt"/>
                        </a:rPr>
                        <a:t>Key Activities</a:t>
                      </a:r>
                    </a:p>
                  </a:txBody>
                  <a:tcPr marL="80682" marR="80682" marT="40341" marB="40341" anchor="ctr">
                    <a:lnL w="12700" cap="flat" cmpd="sng" algn="ctr">
                      <a:solidFill>
                        <a:schemeClr val="bg1">
                          <a:lumMod val="50000"/>
                        </a:schemeClr>
                      </a:solidFill>
                      <a:prstDash val="solid"/>
                      <a:round/>
                      <a:headEnd type="none" w="med" len="med"/>
                      <a:tailEnd type="none" w="med" len="med"/>
                    </a:lnL>
                    <a:lnR w="12700" cap="flat" cmpd="sng" algn="ctr">
                      <a:solidFill>
                        <a:srgbClr val="313131"/>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algn="ctr"/>
                      <a:r>
                        <a:rPr lang="en-US" sz="850" b="1" dirty="0">
                          <a:solidFill>
                            <a:schemeClr val="bg1"/>
                          </a:solidFill>
                          <a:latin typeface="+mj-lt"/>
                        </a:rPr>
                        <a:t>1</a:t>
                      </a:r>
                    </a:p>
                  </a:txBody>
                  <a:tcPr marL="80682" marR="80682" marT="40341" marB="40341" anchor="ctr">
                    <a:lnL w="12700" cap="flat" cmpd="sng" algn="ctr">
                      <a:solidFill>
                        <a:srgbClr val="313131"/>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algn="ctr"/>
                      <a:r>
                        <a:rPr lang="en-US" sz="850" b="1" dirty="0">
                          <a:solidFill>
                            <a:schemeClr val="bg1"/>
                          </a:solidFill>
                          <a:latin typeface="+mj-lt"/>
                        </a:rPr>
                        <a:t>2</a:t>
                      </a: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marL="0" algn="ctr" defTabSz="1381722" rtl="0" eaLnBrk="1" latinLnBrk="0" hangingPunct="1"/>
                      <a:r>
                        <a:rPr lang="en-US" sz="850" b="1" kern="1200" dirty="0">
                          <a:solidFill>
                            <a:schemeClr val="bg1"/>
                          </a:solidFill>
                          <a:latin typeface="+mj-lt"/>
                          <a:ea typeface="+mn-ea"/>
                          <a:cs typeface="+mn-cs"/>
                        </a:rPr>
                        <a:t>3</a:t>
                      </a: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marL="0" algn="ctr" defTabSz="1381722" rtl="0" eaLnBrk="1" latinLnBrk="0" hangingPunct="1"/>
                      <a:r>
                        <a:rPr lang="en-US" sz="850" b="1" kern="1200" dirty="0">
                          <a:solidFill>
                            <a:schemeClr val="bg1"/>
                          </a:solidFill>
                          <a:latin typeface="+mj-lt"/>
                          <a:ea typeface="+mn-ea"/>
                          <a:cs typeface="+mn-cs"/>
                        </a:rPr>
                        <a:t>4</a:t>
                      </a: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marL="0" algn="ctr" defTabSz="1381722" rtl="0" eaLnBrk="1" latinLnBrk="0" hangingPunct="1"/>
                      <a:r>
                        <a:rPr lang="en-US" sz="850" b="1" kern="1200" dirty="0">
                          <a:solidFill>
                            <a:schemeClr val="bg1"/>
                          </a:solidFill>
                          <a:latin typeface="+mj-lt"/>
                          <a:ea typeface="+mn-ea"/>
                          <a:cs typeface="+mn-cs"/>
                        </a:rPr>
                        <a:t>5</a:t>
                      </a: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marL="0" algn="ctr" defTabSz="1381722" rtl="0" eaLnBrk="1" latinLnBrk="0" hangingPunct="1"/>
                      <a:r>
                        <a:rPr lang="en-US" sz="850" b="1" kern="1200" dirty="0">
                          <a:solidFill>
                            <a:schemeClr val="bg1"/>
                          </a:solidFill>
                          <a:latin typeface="+mj-lt"/>
                          <a:ea typeface="+mn-ea"/>
                          <a:cs typeface="+mn-cs"/>
                        </a:rPr>
                        <a:t>6</a:t>
                      </a: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marL="0" algn="ctr" defTabSz="1381722" rtl="0" eaLnBrk="1" latinLnBrk="0" hangingPunct="1"/>
                      <a:r>
                        <a:rPr lang="en-US" sz="850" b="1" kern="1200" dirty="0">
                          <a:solidFill>
                            <a:schemeClr val="bg1"/>
                          </a:solidFill>
                          <a:latin typeface="+mj-lt"/>
                          <a:ea typeface="+mn-ea"/>
                          <a:cs typeface="+mn-cs"/>
                        </a:rPr>
                        <a:t>7</a:t>
                      </a: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chemeClr val="bg1">
                          <a:lumMod val="75000"/>
                        </a:schemeClr>
                      </a:solidFill>
                      <a:prstDash val="sysDot"/>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marL="0" algn="ctr" defTabSz="1381722" rtl="0" eaLnBrk="1" latinLnBrk="0" hangingPunct="1"/>
                      <a:r>
                        <a:rPr lang="en-US" sz="850" b="1" kern="1200" dirty="0">
                          <a:solidFill>
                            <a:schemeClr val="bg1"/>
                          </a:solidFill>
                          <a:latin typeface="+mj-lt"/>
                          <a:ea typeface="+mn-ea"/>
                          <a:cs typeface="+mn-cs"/>
                        </a:rPr>
                        <a:t>8</a:t>
                      </a:r>
                    </a:p>
                  </a:txBody>
                  <a:tcPr marL="80682" marR="80682" marT="40341" marB="40341"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marL="0" algn="ctr" defTabSz="1381722" rtl="0" eaLnBrk="1" latinLnBrk="0" hangingPunct="1"/>
                      <a:r>
                        <a:rPr lang="en-US" sz="850" b="1" kern="1200" dirty="0">
                          <a:solidFill>
                            <a:schemeClr val="bg1"/>
                          </a:solidFill>
                          <a:latin typeface="+mj-lt"/>
                          <a:ea typeface="+mn-ea"/>
                          <a:cs typeface="+mn-cs"/>
                        </a:rPr>
                        <a:t>9</a:t>
                      </a:r>
                    </a:p>
                  </a:txBody>
                  <a:tcPr marL="80682" marR="80682" marT="40341" marB="40341" anchor="ctr">
                    <a:lnL w="12700" cap="flat" cmpd="sng" algn="ctr">
                      <a:solidFill>
                        <a:schemeClr val="bg1">
                          <a:lumMod val="75000"/>
                        </a:schemeClr>
                      </a:solidFill>
                      <a:prstDash val="sysDot"/>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marL="0" algn="ctr" defTabSz="1381722" rtl="0" eaLnBrk="1" latinLnBrk="0" hangingPunct="1"/>
                      <a:r>
                        <a:rPr lang="en-US" sz="850" b="1" kern="1200" dirty="0">
                          <a:solidFill>
                            <a:schemeClr val="bg1"/>
                          </a:solidFill>
                          <a:latin typeface="+mj-lt"/>
                          <a:ea typeface="+mn-ea"/>
                          <a:cs typeface="+mn-cs"/>
                        </a:rPr>
                        <a:t>10</a:t>
                      </a: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marL="0" algn="ctr" defTabSz="1381722" rtl="0" eaLnBrk="1" latinLnBrk="0" hangingPunct="1"/>
                      <a:r>
                        <a:rPr lang="en-US" sz="850" b="1" kern="1200" dirty="0">
                          <a:solidFill>
                            <a:schemeClr val="bg1"/>
                          </a:solidFill>
                          <a:latin typeface="+mj-lt"/>
                          <a:ea typeface="+mn-ea"/>
                          <a:cs typeface="+mn-cs"/>
                        </a:rPr>
                        <a:t>11</a:t>
                      </a: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tc>
                  <a:txBody>
                    <a:bodyPr/>
                    <a:lstStyle/>
                    <a:p>
                      <a:pPr marL="0" algn="ctr" defTabSz="1381722" rtl="0" eaLnBrk="1" latinLnBrk="0" hangingPunct="1"/>
                      <a:r>
                        <a:rPr lang="en-US" sz="850" b="1" kern="1200" dirty="0">
                          <a:solidFill>
                            <a:schemeClr val="bg1"/>
                          </a:solidFill>
                          <a:latin typeface="+mj-lt"/>
                          <a:ea typeface="+mn-ea"/>
                          <a:cs typeface="+mn-cs"/>
                        </a:rPr>
                        <a:t>12</a:t>
                      </a:r>
                    </a:p>
                  </a:txBody>
                  <a:tcPr marL="80682" marR="80682" marT="40341" marB="40341" anchor="ctr">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776"/>
                    </a:solidFill>
                  </a:tcPr>
                </a:tc>
                <a:extLst>
                  <a:ext uri="{0D108BD9-81ED-4DB2-BD59-A6C34878D82A}">
                    <a16:rowId xmlns:a16="http://schemas.microsoft.com/office/drawing/2014/main" val="303121744"/>
                  </a:ext>
                </a:extLst>
              </a:tr>
              <a:tr h="209967">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r>
                        <a:rPr lang="en-US" sz="900" b="1" dirty="0">
                          <a:solidFill>
                            <a:schemeClr val="bg1"/>
                          </a:solidFill>
                          <a:latin typeface="+mj-lt"/>
                        </a:rPr>
                        <a:t>Diagnostic phase (Week</a:t>
                      </a:r>
                      <a:r>
                        <a:rPr lang="en-US" sz="900" b="1" baseline="0" dirty="0">
                          <a:solidFill>
                            <a:schemeClr val="bg1"/>
                          </a:solidFill>
                          <a:latin typeface="+mj-lt"/>
                        </a:rPr>
                        <a:t> 1-4)</a:t>
                      </a:r>
                      <a:endParaRPr lang="en-US" sz="900" b="1" dirty="0">
                        <a:solidFill>
                          <a:schemeClr val="bg1"/>
                        </a:solidFill>
                        <a:latin typeface="+mj-lt"/>
                      </a:endParaRPr>
                    </a:p>
                  </a:txBody>
                  <a:tcPr marL="80682" marR="80682" marT="40341" marB="40341">
                    <a:lnL w="12700" cap="flat" cmpd="sng" algn="ctr">
                      <a:solidFill>
                        <a:schemeClr val="bg1">
                          <a:lumMod val="50000"/>
                        </a:schemeClr>
                      </a:solidFill>
                      <a:prstDash val="solid"/>
                      <a:round/>
                      <a:headEnd type="none" w="med" len="med"/>
                      <a:tailEnd type="none" w="med" len="med"/>
                    </a:lnL>
                    <a:lnR w="12700" cap="flat" cmpd="sng" algn="ctr">
                      <a:solidFill>
                        <a:srgbClr val="313131"/>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3C8A2E"/>
                    </a:solid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dirty="0">
                        <a:latin typeface="+mj-lt"/>
                      </a:endParaRPr>
                    </a:p>
                  </a:txBody>
                  <a:tcPr marL="80682" marR="80682" marT="40341" marB="40341">
                    <a:lnL w="12700" cap="flat" cmpd="sng" algn="ctr">
                      <a:solidFill>
                        <a:srgbClr val="313131"/>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3">
                        <a:lumMod val="50000"/>
                      </a:schemeClr>
                    </a:solid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7618C"/>
                    </a:solid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7618C"/>
                    </a:solid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bg1">
                          <a:lumMod val="75000"/>
                        </a:schemeClr>
                      </a:solidFill>
                      <a:prstDash val="sysDot"/>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09967">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r>
                        <a:rPr lang="en-US" sz="900" dirty="0">
                          <a:latin typeface="+mj-lt"/>
                        </a:rPr>
                        <a:t>Kickoff</a:t>
                      </a:r>
                      <a:r>
                        <a:rPr lang="en-US" sz="900" baseline="0" dirty="0">
                          <a:latin typeface="+mj-lt"/>
                        </a:rPr>
                        <a:t> meeting and stakeholder alignment</a:t>
                      </a:r>
                      <a:endParaRPr lang="en-US" sz="900" dirty="0">
                        <a:latin typeface="+mj-lt"/>
                      </a:endParaRPr>
                    </a:p>
                  </a:txBody>
                  <a:tcPr marL="80682" marR="80682" marT="40341" marB="40341">
                    <a:lnL w="12700" cap="flat" cmpd="sng" algn="ctr">
                      <a:solidFill>
                        <a:schemeClr val="bg1">
                          <a:lumMod val="50000"/>
                        </a:schemeClr>
                      </a:solidFill>
                      <a:prstDash val="solid"/>
                      <a:round/>
                      <a:headEnd type="none" w="med" len="med"/>
                      <a:tailEnd type="none" w="med" len="med"/>
                    </a:lnL>
                    <a:lnR w="12700" cap="flat" cmpd="sng" algn="ctr">
                      <a:solidFill>
                        <a:srgbClr val="31313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dirty="0">
                        <a:latin typeface="+mj-lt"/>
                      </a:endParaRPr>
                    </a:p>
                  </a:txBody>
                  <a:tcPr marL="80682" marR="80682" marT="40341" marB="40341">
                    <a:lnL w="12700" cap="flat" cmpd="sng" algn="ctr">
                      <a:solidFill>
                        <a:srgbClr val="313131"/>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3">
                        <a:lumMod val="40000"/>
                        <a:lumOff val="60000"/>
                      </a:schemeClr>
                    </a:solid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09967">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pPr marL="0" marR="0" indent="0" algn="l" defTabSz="935830" rtl="0" eaLnBrk="1" fontAlgn="auto" latinLnBrk="0" hangingPunct="1">
                        <a:lnSpc>
                          <a:spcPct val="100000"/>
                        </a:lnSpc>
                        <a:spcBef>
                          <a:spcPts val="0"/>
                        </a:spcBef>
                        <a:spcAft>
                          <a:spcPts val="0"/>
                        </a:spcAft>
                        <a:buClrTx/>
                        <a:buSzTx/>
                        <a:buFontTx/>
                        <a:buNone/>
                        <a:tabLst/>
                        <a:defRPr/>
                      </a:pPr>
                      <a:r>
                        <a:rPr lang="en-US" sz="900" dirty="0">
                          <a:latin typeface="+mj-lt"/>
                        </a:rPr>
                        <a:t>Study of NTPC’s business processes and functional structure</a:t>
                      </a:r>
                    </a:p>
                  </a:txBody>
                  <a:tcPr marL="80682" marR="80682" marT="40341" marB="40341">
                    <a:lnL w="12700" cap="flat" cmpd="sng" algn="ctr">
                      <a:solidFill>
                        <a:schemeClr val="bg1">
                          <a:lumMod val="50000"/>
                        </a:schemeClr>
                      </a:solidFill>
                      <a:prstDash val="solid"/>
                      <a:round/>
                      <a:headEnd type="none" w="med" len="med"/>
                      <a:tailEnd type="none" w="med" len="med"/>
                    </a:lnL>
                    <a:lnR w="12700" cap="flat" cmpd="sng" algn="ctr">
                      <a:solidFill>
                        <a:srgbClr val="313131"/>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dirty="0">
                        <a:latin typeface="+mj-lt"/>
                      </a:endParaRPr>
                    </a:p>
                  </a:txBody>
                  <a:tcPr marL="80682" marR="80682" marT="40341" marB="40341">
                    <a:lnL w="12700" cap="flat" cmpd="sng" algn="ctr">
                      <a:solidFill>
                        <a:srgbClr val="313131"/>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E1F5"/>
                    </a:solid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E1F5"/>
                    </a:solid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447695">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j-lt"/>
                          <a:ea typeface="+mn-ea"/>
                          <a:cs typeface="+mn-cs"/>
                        </a:rPr>
                        <a:t>Study</a:t>
                      </a:r>
                      <a:r>
                        <a:rPr lang="en-US" sz="900" kern="1200" baseline="0" dirty="0">
                          <a:solidFill>
                            <a:schemeClr val="tx1"/>
                          </a:solidFill>
                          <a:latin typeface="+mj-lt"/>
                          <a:ea typeface="+mn-ea"/>
                          <a:cs typeface="+mn-cs"/>
                        </a:rPr>
                        <a:t> of g</a:t>
                      </a:r>
                      <a:r>
                        <a:rPr lang="en-US" sz="900" kern="1200" dirty="0">
                          <a:solidFill>
                            <a:schemeClr val="tx1"/>
                          </a:solidFill>
                          <a:latin typeface="+mj-lt"/>
                          <a:ea typeface="+mn-ea"/>
                          <a:cs typeface="+mn-cs"/>
                        </a:rPr>
                        <a:t>lobal &amp; Indian power/ energy sector outlook – Demand &amp; Supply, Energy</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j-lt"/>
                          <a:ea typeface="+mn-ea"/>
                          <a:cs typeface="+mn-cs"/>
                        </a:rPr>
                        <a:t>Basket(Gas, Solar, Storage etc.), Consumer Segment, Financial Health, etc., in a</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j-lt"/>
                          <a:ea typeface="+mn-ea"/>
                          <a:cs typeface="+mn-cs"/>
                        </a:rPr>
                        <a:t>medium-term horizon including near term scenarios</a:t>
                      </a:r>
                    </a:p>
                  </a:txBody>
                  <a:tcPr marL="80682" marR="80682" marT="40341" marB="40341">
                    <a:lnL w="12700" cap="flat" cmpd="sng" algn="ctr">
                      <a:solidFill>
                        <a:schemeClr val="bg1">
                          <a:lumMod val="50000"/>
                        </a:schemeClr>
                      </a:solidFill>
                      <a:prstDash val="solid"/>
                      <a:round/>
                      <a:headEnd type="none" w="med" len="med"/>
                      <a:tailEnd type="none" w="med" len="med"/>
                    </a:lnL>
                    <a:lnR w="12700" cap="flat" cmpd="sng" algn="ctr">
                      <a:solidFill>
                        <a:srgbClr val="31313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313131"/>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9312088"/>
                  </a:ext>
                </a:extLst>
              </a:tr>
              <a:tr h="324119">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j-lt"/>
                          <a:ea typeface="+mn-ea"/>
                          <a:cs typeface="+mn-cs"/>
                        </a:rPr>
                        <a:t>Study</a:t>
                      </a:r>
                      <a:r>
                        <a:rPr lang="en-US" sz="900" kern="1200" baseline="0" dirty="0">
                          <a:solidFill>
                            <a:schemeClr val="tx1"/>
                          </a:solidFill>
                          <a:latin typeface="+mj-lt"/>
                          <a:ea typeface="+mn-ea"/>
                          <a:cs typeface="+mn-cs"/>
                        </a:rPr>
                        <a:t> of </a:t>
                      </a:r>
                      <a:r>
                        <a:rPr lang="en-US" sz="900" kern="1200" dirty="0">
                          <a:solidFill>
                            <a:schemeClr val="tx1"/>
                          </a:solidFill>
                          <a:latin typeface="+mj-lt"/>
                          <a:ea typeface="+mn-ea"/>
                          <a:cs typeface="+mn-cs"/>
                        </a:rPr>
                        <a:t>impact of Government interventions in terms of policies, regulations, acts and economic stimulus</a:t>
                      </a:r>
                    </a:p>
                  </a:txBody>
                  <a:tcPr marL="80682" marR="80682" marT="40341" marB="40341">
                    <a:lnL w="12700" cap="flat" cmpd="sng" algn="ctr">
                      <a:solidFill>
                        <a:schemeClr val="bg1">
                          <a:lumMod val="50000"/>
                        </a:schemeClr>
                      </a:solidFill>
                      <a:prstDash val="solid"/>
                      <a:round/>
                      <a:headEnd type="none" w="med" len="med"/>
                      <a:tailEnd type="none" w="med" len="med"/>
                    </a:lnL>
                    <a:lnR w="12700" cap="flat" cmpd="sng" algn="ctr">
                      <a:solidFill>
                        <a:srgbClr val="31313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313131"/>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3935028"/>
                  </a:ext>
                </a:extLst>
              </a:tr>
              <a:tr h="324119">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j-lt"/>
                          <a:ea typeface="+mn-ea"/>
                          <a:cs typeface="+mn-cs"/>
                        </a:rPr>
                        <a:t>Impact of COVID-19 on business continuity and growth challenges, before the</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j-lt"/>
                          <a:ea typeface="+mn-ea"/>
                          <a:cs typeface="+mn-cs"/>
                        </a:rPr>
                        <a:t>Sector and NTPC</a:t>
                      </a:r>
                    </a:p>
                  </a:txBody>
                  <a:tcPr marL="80682" marR="80682" marT="40341" marB="40341">
                    <a:lnL w="12700" cap="flat" cmpd="sng" algn="ctr">
                      <a:solidFill>
                        <a:schemeClr val="bg1">
                          <a:lumMod val="50000"/>
                        </a:schemeClr>
                      </a:solidFill>
                      <a:prstDash val="solid"/>
                      <a:round/>
                      <a:headEnd type="none" w="med" len="med"/>
                      <a:tailEnd type="none" w="med" len="med"/>
                    </a:lnL>
                    <a:lnR w="12700" cap="flat" cmpd="sng" algn="ctr">
                      <a:solidFill>
                        <a:srgbClr val="31313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313131"/>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C0E1F5"/>
                    </a:solid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06249677"/>
                  </a:ext>
                </a:extLst>
              </a:tr>
              <a:tr h="209967">
                <a:tc>
                  <a:txBody>
                    <a:bodyPr/>
                    <a:lstStyle/>
                    <a:p>
                      <a:r>
                        <a:rPr lang="en-US" sz="900" kern="1200" dirty="0">
                          <a:solidFill>
                            <a:schemeClr val="tx1"/>
                          </a:solidFill>
                          <a:latin typeface="+mj-lt"/>
                          <a:ea typeface="+mn-ea"/>
                          <a:cs typeface="+mn-cs"/>
                        </a:rPr>
                        <a:t>Diagnostic presentation</a:t>
                      </a:r>
                    </a:p>
                  </a:txBody>
                  <a:tcPr marL="80682" marR="80682" marT="40341" marB="40341">
                    <a:lnL w="12700" cap="flat" cmpd="sng" algn="ctr">
                      <a:solidFill>
                        <a:schemeClr val="bg1">
                          <a:lumMod val="50000"/>
                        </a:schemeClr>
                      </a:solidFill>
                      <a:prstDash val="solid"/>
                      <a:round/>
                      <a:headEnd type="none" w="med" len="med"/>
                      <a:tailEnd type="none" w="med" len="med"/>
                    </a:lnL>
                    <a:lnR w="12700" cap="flat" cmpd="sng" algn="ctr">
                      <a:solidFill>
                        <a:srgbClr val="31313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313131"/>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9581306"/>
                  </a:ext>
                </a:extLst>
              </a:tr>
              <a:tr h="209967">
                <a:tc>
                  <a:txBody>
                    <a:bodyPr/>
                    <a:lstStyle/>
                    <a:p>
                      <a:r>
                        <a:rPr lang="en-US" sz="900" b="1" dirty="0" err="1">
                          <a:solidFill>
                            <a:schemeClr val="bg1"/>
                          </a:solidFill>
                          <a:latin typeface="+mj-lt"/>
                        </a:rPr>
                        <a:t>Solutioning</a:t>
                      </a:r>
                      <a:r>
                        <a:rPr lang="en-US" sz="900" b="1" baseline="0" dirty="0">
                          <a:solidFill>
                            <a:schemeClr val="bg1"/>
                          </a:solidFill>
                          <a:latin typeface="+mj-lt"/>
                        </a:rPr>
                        <a:t> phase (Week 4-8)</a:t>
                      </a:r>
                      <a:endParaRPr lang="en-US" sz="900" b="1" dirty="0">
                        <a:solidFill>
                          <a:schemeClr val="bg1"/>
                        </a:solidFill>
                        <a:latin typeface="+mj-lt"/>
                      </a:endParaRPr>
                    </a:p>
                  </a:txBody>
                  <a:tcPr marL="80682" marR="80682" marT="40341" marB="40341">
                    <a:lnL w="12700" cap="flat" cmpd="sng" algn="ctr">
                      <a:solidFill>
                        <a:schemeClr val="bg1">
                          <a:lumMod val="50000"/>
                        </a:schemeClr>
                      </a:solidFill>
                      <a:prstDash val="solid"/>
                      <a:round/>
                      <a:headEnd type="none" w="med" len="med"/>
                      <a:tailEnd type="none" w="med" len="med"/>
                    </a:lnL>
                    <a:lnR w="12700" cap="flat" cmpd="sng" algn="ctr">
                      <a:solidFill>
                        <a:srgbClr val="31313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C8A2E"/>
                    </a:solidFill>
                  </a:tcPr>
                </a:tc>
                <a:tc>
                  <a:txBody>
                    <a:bodyPr/>
                    <a:lstStyle/>
                    <a:p>
                      <a:endParaRPr lang="en-US" sz="850" dirty="0">
                        <a:latin typeface="+mj-lt"/>
                      </a:endParaRPr>
                    </a:p>
                  </a:txBody>
                  <a:tcPr marL="80682" marR="80682" marT="40341" marB="40341">
                    <a:lnL w="12700" cap="flat" cmpd="sng" algn="ctr">
                      <a:solidFill>
                        <a:srgbClr val="313131"/>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7618C"/>
                    </a:solid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7618C"/>
                    </a:solid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7618C"/>
                    </a:solid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7618C"/>
                    </a:solid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4401285"/>
                  </a:ext>
                </a:extLst>
              </a:tr>
              <a:tr h="209967">
                <a:tc>
                  <a:txBody>
                    <a:bodyPr/>
                    <a:lstStyle/>
                    <a:p>
                      <a:pPr marL="0" marR="0" lvl="0" indent="0" algn="l" defTabSz="1008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mj-lt"/>
                          <a:ea typeface="+mn-ea"/>
                          <a:cs typeface="+mn-cs"/>
                        </a:rPr>
                        <a:t>Evaluate and longlist strategic options for short and medium term</a:t>
                      </a:r>
                      <a:endParaRPr lang="en-US" sz="900" kern="1200" dirty="0">
                        <a:solidFill>
                          <a:schemeClr val="tx1"/>
                        </a:solidFill>
                        <a:latin typeface="+mj-lt"/>
                        <a:ea typeface="+mn-ea"/>
                        <a:cs typeface="+mn-cs"/>
                      </a:endParaRPr>
                    </a:p>
                  </a:txBody>
                  <a:tcPr marL="80682" marR="80682" marT="40341" marB="40341">
                    <a:lnL w="12700" cap="flat" cmpd="sng" algn="ctr">
                      <a:solidFill>
                        <a:schemeClr val="bg1">
                          <a:lumMod val="50000"/>
                        </a:schemeClr>
                      </a:solidFill>
                      <a:prstDash val="solid"/>
                      <a:round/>
                      <a:headEnd type="none" w="med" len="med"/>
                      <a:tailEnd type="none" w="med" len="med"/>
                    </a:lnL>
                    <a:lnR w="12700" cap="flat" cmpd="sng" algn="ctr">
                      <a:solidFill>
                        <a:srgbClr val="313131"/>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313131"/>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2616281"/>
                  </a:ext>
                </a:extLst>
              </a:tr>
              <a:tr h="338657">
                <a:tc>
                  <a:txBody>
                    <a:bodyPr/>
                    <a:lstStyle/>
                    <a:p>
                      <a:pPr marL="0" marR="0" lvl="0" indent="0" algn="l" defTabSz="1008400" rtl="0" eaLnBrk="1" fontAlgn="auto" latinLnBrk="0" hangingPunct="1">
                        <a:lnSpc>
                          <a:spcPct val="100000"/>
                        </a:lnSpc>
                        <a:spcBef>
                          <a:spcPts val="0"/>
                        </a:spcBef>
                        <a:spcAft>
                          <a:spcPts val="0"/>
                        </a:spcAft>
                        <a:buClrTx/>
                        <a:buSzTx/>
                        <a:buFontTx/>
                        <a:buNone/>
                        <a:tabLst/>
                        <a:defRPr/>
                      </a:pPr>
                      <a:r>
                        <a:rPr lang="en-US" sz="900" dirty="0">
                          <a:latin typeface="+mj-lt"/>
                        </a:rPr>
                        <a:t>Focused group discussion with functional head and leadership team for validating recommendations </a:t>
                      </a:r>
                      <a:endParaRPr lang="en-US" sz="900" kern="1200" dirty="0">
                        <a:solidFill>
                          <a:schemeClr val="tx1"/>
                        </a:solidFill>
                        <a:latin typeface="+mj-lt"/>
                        <a:ea typeface="+mn-ea"/>
                        <a:cs typeface="+mn-cs"/>
                      </a:endParaRPr>
                    </a:p>
                  </a:txBody>
                  <a:tcPr marL="80682" marR="80682" marT="40341" marB="40341">
                    <a:lnL w="12700" cap="flat" cmpd="sng" algn="ctr">
                      <a:solidFill>
                        <a:schemeClr val="bg1">
                          <a:lumMod val="50000"/>
                        </a:schemeClr>
                      </a:solidFill>
                      <a:prstDash val="solid"/>
                      <a:round/>
                      <a:headEnd type="none" w="med" len="med"/>
                      <a:tailEnd type="none" w="med" len="med"/>
                    </a:lnL>
                    <a:lnR w="12700" cap="flat" cmpd="sng" algn="ctr">
                      <a:solidFill>
                        <a:srgbClr val="31313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313131"/>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32550470"/>
                  </a:ext>
                </a:extLst>
              </a:tr>
              <a:tr h="209967">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mj-lt"/>
                          <a:ea typeface="+mn-ea"/>
                          <a:cs typeface="+mn-cs"/>
                        </a:rPr>
                        <a:t>Prioritization of strategic option and preparation of and business case</a:t>
                      </a:r>
                    </a:p>
                  </a:txBody>
                  <a:tcPr marL="80682" marR="80682" marT="40341" marB="40341">
                    <a:lnL w="12700" cap="flat" cmpd="sng" algn="ctr">
                      <a:solidFill>
                        <a:schemeClr val="bg1">
                          <a:lumMod val="50000"/>
                        </a:schemeClr>
                      </a:solidFill>
                      <a:prstDash val="solid"/>
                      <a:round/>
                      <a:headEnd type="none" w="med" len="med"/>
                      <a:tailEnd type="none" w="med" len="med"/>
                    </a:lnL>
                    <a:lnR w="12700" cap="flat" cmpd="sng" algn="ctr">
                      <a:solidFill>
                        <a:srgbClr val="313131"/>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313131"/>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58878893"/>
                  </a:ext>
                </a:extLst>
              </a:tr>
              <a:tr h="209967">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r>
                        <a:rPr kumimoji="0" lang="en-US" sz="900" b="0" i="0" u="none" strike="noStrike" kern="1200" cap="none" spc="0" normalizeH="0" baseline="0" noProof="0" dirty="0">
                          <a:ln>
                            <a:noFill/>
                          </a:ln>
                          <a:solidFill>
                            <a:prstClr val="black"/>
                          </a:solidFill>
                          <a:effectLst/>
                          <a:uLnTx/>
                          <a:uFillTx/>
                          <a:latin typeface="+mj-lt"/>
                          <a:ea typeface="+mn-ea"/>
                          <a:cs typeface="+mn-cs"/>
                        </a:rPr>
                        <a:t>Develop value proposition &amp; define target customer segments for new business</a:t>
                      </a:r>
                    </a:p>
                  </a:txBody>
                  <a:tcPr marL="80682" marR="80682" marT="40341" marB="40341">
                    <a:lnL w="12700" cap="flat" cmpd="sng" algn="ctr">
                      <a:solidFill>
                        <a:schemeClr val="bg1">
                          <a:lumMod val="50000"/>
                        </a:schemeClr>
                      </a:solidFill>
                      <a:prstDash val="solid"/>
                      <a:round/>
                      <a:headEnd type="none" w="med" len="med"/>
                      <a:tailEnd type="none" w="med" len="med"/>
                    </a:lnL>
                    <a:lnR w="12700" cap="flat" cmpd="sng" algn="ctr">
                      <a:solidFill>
                        <a:srgbClr val="313131"/>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dirty="0">
                        <a:latin typeface="+mj-lt"/>
                      </a:endParaRPr>
                    </a:p>
                  </a:txBody>
                  <a:tcPr marL="80682" marR="80682" marT="40341" marB="40341">
                    <a:lnL w="12700" cap="flat" cmpd="sng" algn="ctr">
                      <a:solidFill>
                        <a:srgbClr val="313131"/>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E1F5"/>
                    </a:solid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209967">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r>
                        <a:rPr kumimoji="0" lang="en-US" sz="900" b="0" i="0" u="none" strike="noStrike" kern="1200" cap="none" spc="0" normalizeH="0" baseline="0" noProof="0" dirty="0">
                          <a:ln>
                            <a:noFill/>
                          </a:ln>
                          <a:solidFill>
                            <a:prstClr val="black"/>
                          </a:solidFill>
                          <a:effectLst/>
                          <a:uLnTx/>
                          <a:uFillTx/>
                          <a:latin typeface="+mj-lt"/>
                          <a:ea typeface="+mn-ea"/>
                          <a:cs typeface="+mn-cs"/>
                        </a:rPr>
                        <a:t>Design target operating model for initiatives to be rolled out</a:t>
                      </a:r>
                    </a:p>
                  </a:txBody>
                  <a:tcPr marL="80682" marR="80682" marT="40341" marB="40341">
                    <a:lnL w="12700" cap="flat" cmpd="sng" algn="ctr">
                      <a:solidFill>
                        <a:schemeClr val="bg1">
                          <a:lumMod val="50000"/>
                        </a:schemeClr>
                      </a:solidFill>
                      <a:prstDash val="solid"/>
                      <a:round/>
                      <a:headEnd type="none" w="med" len="med"/>
                      <a:tailEnd type="none" w="med" len="med"/>
                    </a:lnL>
                    <a:lnR w="12700" cap="flat" cmpd="sng" algn="ctr">
                      <a:solidFill>
                        <a:srgbClr val="31313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dirty="0">
                        <a:latin typeface="+mj-lt"/>
                      </a:endParaRPr>
                    </a:p>
                  </a:txBody>
                  <a:tcPr marL="80682" marR="80682" marT="40341" marB="40341">
                    <a:lnL w="12700" cap="flat" cmpd="sng" algn="ctr">
                      <a:solidFill>
                        <a:srgbClr val="313131"/>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C0E1F5"/>
                    </a:solid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209967">
                <a:tc>
                  <a:txBody>
                    <a:bodyPr/>
                    <a:lstStyle/>
                    <a:p>
                      <a:r>
                        <a:rPr kumimoji="0" lang="en-US" sz="900" b="0" i="0" u="none" strike="noStrike" kern="1200" cap="none" spc="0" normalizeH="0" baseline="0" noProof="0" dirty="0">
                          <a:ln>
                            <a:noFill/>
                          </a:ln>
                          <a:solidFill>
                            <a:prstClr val="black"/>
                          </a:solidFill>
                          <a:effectLst/>
                          <a:uLnTx/>
                          <a:uFillTx/>
                          <a:latin typeface="+mj-lt"/>
                          <a:ea typeface="+mn-ea"/>
                          <a:cs typeface="+mn-cs"/>
                        </a:rPr>
                        <a:t>Interim presentation on short term action agenda (one – two year timeline) and </a:t>
                      </a:r>
                      <a:r>
                        <a:rPr kumimoji="0" lang="en-US" sz="900" b="0" i="0" u="none" strike="noStrike" kern="1200" cap="none" spc="0" normalizeH="0" baseline="0" noProof="0" dirty="0">
                          <a:ln>
                            <a:noFill/>
                          </a:ln>
                          <a:solidFill>
                            <a:prstClr val="black"/>
                          </a:solidFill>
                          <a:effectLst/>
                          <a:uLnTx/>
                          <a:uFillTx/>
                          <a:latin typeface="+mn-lt"/>
                          <a:ea typeface="+mn-ea"/>
                          <a:cs typeface="+mn-cs"/>
                        </a:rPr>
                        <a:t>medium term action agenda (Till 2025)</a:t>
                      </a:r>
                      <a:endParaRPr kumimoji="0" lang="en-US" sz="900" b="0" i="0" u="none" strike="noStrike" kern="1200" cap="none" spc="0" normalizeH="0" baseline="0" noProof="0" dirty="0">
                        <a:ln>
                          <a:noFill/>
                        </a:ln>
                        <a:solidFill>
                          <a:prstClr val="black"/>
                        </a:solidFill>
                        <a:effectLst/>
                        <a:uLnTx/>
                        <a:uFillTx/>
                        <a:latin typeface="+mj-lt"/>
                        <a:ea typeface="+mn-ea"/>
                        <a:cs typeface="+mn-cs"/>
                      </a:endParaRPr>
                    </a:p>
                  </a:txBody>
                  <a:tcPr marL="80682" marR="80682" marT="40341" marB="40341">
                    <a:lnL w="12700" cap="flat" cmpd="sng" algn="ctr">
                      <a:solidFill>
                        <a:schemeClr val="bg1">
                          <a:lumMod val="50000"/>
                        </a:schemeClr>
                      </a:solidFill>
                      <a:prstDash val="solid"/>
                      <a:round/>
                      <a:headEnd type="none" w="med" len="med"/>
                      <a:tailEnd type="none" w="med" len="med"/>
                    </a:lnL>
                    <a:lnR w="12700" cap="flat" cmpd="sng" algn="ctr">
                      <a:solidFill>
                        <a:srgbClr val="31313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313131"/>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3288397"/>
                  </a:ext>
                </a:extLst>
              </a:tr>
              <a:tr h="209967">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r>
                        <a:rPr lang="en-US" sz="900" b="1" dirty="0">
                          <a:solidFill>
                            <a:schemeClr val="bg1"/>
                          </a:solidFill>
                          <a:latin typeface="+mj-lt"/>
                        </a:rPr>
                        <a:t>Roadmap and Implementation plan (Week</a:t>
                      </a:r>
                      <a:r>
                        <a:rPr lang="en-US" sz="900" b="1" baseline="0" dirty="0">
                          <a:solidFill>
                            <a:schemeClr val="bg1"/>
                          </a:solidFill>
                          <a:latin typeface="+mj-lt"/>
                        </a:rPr>
                        <a:t> 8-12)</a:t>
                      </a:r>
                      <a:endParaRPr lang="en-US" sz="900" b="1" dirty="0">
                        <a:solidFill>
                          <a:schemeClr val="bg1"/>
                        </a:solidFill>
                        <a:latin typeface="+mj-lt"/>
                      </a:endParaRPr>
                    </a:p>
                  </a:txBody>
                  <a:tcPr marL="80682" marR="80682" marT="40341" marB="40341">
                    <a:lnL w="12700" cap="flat" cmpd="sng" algn="ctr">
                      <a:solidFill>
                        <a:schemeClr val="bg1">
                          <a:lumMod val="50000"/>
                        </a:schemeClr>
                      </a:solidFill>
                      <a:prstDash val="solid"/>
                      <a:round/>
                      <a:headEnd type="none" w="med" len="med"/>
                      <a:tailEnd type="none" w="med" len="med"/>
                    </a:lnL>
                    <a:lnR w="12700" cap="flat" cmpd="sng" algn="ctr">
                      <a:solidFill>
                        <a:srgbClr val="31313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C8A2E"/>
                    </a:solid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dirty="0">
                        <a:latin typeface="+mj-lt"/>
                      </a:endParaRPr>
                    </a:p>
                  </a:txBody>
                  <a:tcPr marL="80682" marR="80682" marT="40341" marB="40341">
                    <a:lnL w="12700" cap="flat" cmpd="sng" algn="ctr">
                      <a:solidFill>
                        <a:srgbClr val="313131"/>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17618C"/>
                    </a:solid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7618C"/>
                    </a:solid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17618C"/>
                    </a:solid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7618C"/>
                    </a:solidFill>
                  </a:tcPr>
                </a:tc>
                <a:extLst>
                  <a:ext uri="{0D108BD9-81ED-4DB2-BD59-A6C34878D82A}">
                    <a16:rowId xmlns:a16="http://schemas.microsoft.com/office/drawing/2014/main" val="10010"/>
                  </a:ext>
                </a:extLst>
              </a:tr>
              <a:tr h="209967">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r>
                        <a:rPr lang="en-US" sz="900" dirty="0">
                          <a:latin typeface="+mj-lt"/>
                        </a:rPr>
                        <a:t>Prepare roadmap and define</a:t>
                      </a:r>
                      <a:r>
                        <a:rPr lang="en-US" sz="900" baseline="0" dirty="0">
                          <a:latin typeface="+mj-lt"/>
                        </a:rPr>
                        <a:t> governance framework for implementation</a:t>
                      </a:r>
                      <a:endParaRPr lang="en-US" sz="900" dirty="0">
                        <a:latin typeface="+mj-lt"/>
                      </a:endParaRPr>
                    </a:p>
                  </a:txBody>
                  <a:tcPr marL="80682" marR="80682" marT="40341" marB="40341">
                    <a:lnL w="12700" cap="flat" cmpd="sng" algn="ctr">
                      <a:solidFill>
                        <a:schemeClr val="bg1">
                          <a:lumMod val="50000"/>
                        </a:schemeClr>
                      </a:solidFill>
                      <a:prstDash val="solid"/>
                      <a:round/>
                      <a:headEnd type="none" w="med" len="med"/>
                      <a:tailEnd type="none" w="med" len="med"/>
                    </a:lnL>
                    <a:lnR w="12700" cap="flat" cmpd="sng" algn="ctr">
                      <a:solidFill>
                        <a:srgbClr val="31313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dirty="0">
                        <a:latin typeface="+mj-lt"/>
                      </a:endParaRPr>
                    </a:p>
                  </a:txBody>
                  <a:tcPr marL="80682" marR="80682" marT="40341" marB="40341">
                    <a:lnL w="12700" cap="flat" cmpd="sng" algn="ctr">
                      <a:solidFill>
                        <a:srgbClr val="313131"/>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C0E1F5"/>
                    </a:solid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1"/>
                  </a:ext>
                </a:extLst>
              </a:tr>
              <a:tr h="209967">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pPr marL="0" marR="0" lvl="1" indent="0" algn="l" defTabSz="859512" rtl="0" eaLnBrk="1" fontAlgn="auto" latinLnBrk="0" hangingPunct="1">
                        <a:lnSpc>
                          <a:spcPct val="100000"/>
                        </a:lnSpc>
                        <a:spcBef>
                          <a:spcPts val="400"/>
                        </a:spcBef>
                        <a:spcAft>
                          <a:spcPts val="0"/>
                        </a:spcAft>
                        <a:buClrTx/>
                        <a:buSzPct val="65000"/>
                        <a:buFont typeface="Wingdings"/>
                        <a:buNone/>
                        <a:tabLst/>
                        <a:defRPr/>
                      </a:pPr>
                      <a:r>
                        <a:rPr lang="en-US" sz="900" kern="1200" dirty="0">
                          <a:solidFill>
                            <a:schemeClr val="dk1"/>
                          </a:solidFill>
                          <a:latin typeface="+mj-lt"/>
                          <a:ea typeface="+mn-ea"/>
                          <a:cs typeface="+mn-cs"/>
                        </a:rPr>
                        <a:t>Prepare detailed implementation charter</a:t>
                      </a:r>
                    </a:p>
                  </a:txBody>
                  <a:tcPr marL="80682" marR="80682" marT="40341" marB="40341">
                    <a:lnL w="12700" cap="flat" cmpd="sng" algn="ctr">
                      <a:solidFill>
                        <a:schemeClr val="bg1">
                          <a:lumMod val="50000"/>
                        </a:schemeClr>
                      </a:solidFill>
                      <a:prstDash val="solid"/>
                      <a:round/>
                      <a:headEnd type="none" w="med" len="med"/>
                      <a:tailEnd type="none" w="med" len="med"/>
                    </a:lnL>
                    <a:lnR w="12700" cap="flat" cmpd="sng" algn="ctr">
                      <a:solidFill>
                        <a:srgbClr val="31313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dirty="0">
                        <a:latin typeface="+mj-lt"/>
                      </a:endParaRPr>
                    </a:p>
                  </a:txBody>
                  <a:tcPr marL="80682" marR="80682" marT="40341" marB="40341">
                    <a:lnL w="12700" cap="flat" cmpd="sng" algn="ctr">
                      <a:solidFill>
                        <a:srgbClr val="313131"/>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lvl1pPr marL="0" algn="l" defTabSz="859512" rtl="0" eaLnBrk="1" latinLnBrk="0" hangingPunct="1">
                        <a:defRPr sz="1700" kern="1200">
                          <a:solidFill>
                            <a:schemeClr val="dk1"/>
                          </a:solidFill>
                          <a:latin typeface="Arial"/>
                        </a:defRPr>
                      </a:lvl1pPr>
                      <a:lvl2pPr marL="429756" algn="l" defTabSz="859512" rtl="0" eaLnBrk="1" latinLnBrk="0" hangingPunct="1">
                        <a:defRPr sz="1700" kern="1200">
                          <a:solidFill>
                            <a:schemeClr val="dk1"/>
                          </a:solidFill>
                          <a:latin typeface="Arial"/>
                        </a:defRPr>
                      </a:lvl2pPr>
                      <a:lvl3pPr marL="859512" algn="l" defTabSz="859512" rtl="0" eaLnBrk="1" latinLnBrk="0" hangingPunct="1">
                        <a:defRPr sz="1700" kern="1200">
                          <a:solidFill>
                            <a:schemeClr val="dk1"/>
                          </a:solidFill>
                          <a:latin typeface="Arial"/>
                        </a:defRPr>
                      </a:lvl3pPr>
                      <a:lvl4pPr marL="1289268" algn="l" defTabSz="859512" rtl="0" eaLnBrk="1" latinLnBrk="0" hangingPunct="1">
                        <a:defRPr sz="1700" kern="1200">
                          <a:solidFill>
                            <a:schemeClr val="dk1"/>
                          </a:solidFill>
                          <a:latin typeface="Arial"/>
                        </a:defRPr>
                      </a:lvl4pPr>
                      <a:lvl5pPr marL="1719024" algn="l" defTabSz="859512" rtl="0" eaLnBrk="1" latinLnBrk="0" hangingPunct="1">
                        <a:defRPr sz="1700" kern="1200">
                          <a:solidFill>
                            <a:schemeClr val="dk1"/>
                          </a:solidFill>
                          <a:latin typeface="Arial"/>
                        </a:defRPr>
                      </a:lvl5pPr>
                      <a:lvl6pPr marL="2148780" algn="l" defTabSz="859512" rtl="0" eaLnBrk="1" latinLnBrk="0" hangingPunct="1">
                        <a:defRPr sz="1700" kern="1200">
                          <a:solidFill>
                            <a:schemeClr val="dk1"/>
                          </a:solidFill>
                          <a:latin typeface="Arial"/>
                        </a:defRPr>
                      </a:lvl6pPr>
                      <a:lvl7pPr marL="2578536" algn="l" defTabSz="859512" rtl="0" eaLnBrk="1" latinLnBrk="0" hangingPunct="1">
                        <a:defRPr sz="1700" kern="1200">
                          <a:solidFill>
                            <a:schemeClr val="dk1"/>
                          </a:solidFill>
                          <a:latin typeface="Arial"/>
                        </a:defRPr>
                      </a:lvl7pPr>
                      <a:lvl8pPr marL="3008291" algn="l" defTabSz="859512" rtl="0" eaLnBrk="1" latinLnBrk="0" hangingPunct="1">
                        <a:defRPr sz="1700" kern="1200">
                          <a:solidFill>
                            <a:schemeClr val="dk1"/>
                          </a:solidFill>
                          <a:latin typeface="Arial"/>
                        </a:defRPr>
                      </a:lvl8pPr>
                      <a:lvl9pPr marL="3438048" algn="l" defTabSz="859512" rtl="0" eaLnBrk="1" latinLnBrk="0" hangingPunct="1">
                        <a:defRPr sz="1700" kern="1200">
                          <a:solidFill>
                            <a:schemeClr val="dk1"/>
                          </a:solidFill>
                          <a:latin typeface="Arial"/>
                        </a:defRPr>
                      </a:lvl9p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3"/>
                  </a:ext>
                </a:extLst>
              </a:tr>
              <a:tr h="209967">
                <a:tc>
                  <a:txBody>
                    <a:bodyPr/>
                    <a:lstStyle/>
                    <a:p>
                      <a:pPr marL="0" marR="0" lvl="1" indent="0" algn="l" defTabSz="859512" rtl="0" eaLnBrk="1" fontAlgn="auto" latinLnBrk="0" hangingPunct="1">
                        <a:lnSpc>
                          <a:spcPct val="100000"/>
                        </a:lnSpc>
                        <a:spcBef>
                          <a:spcPts val="400"/>
                        </a:spcBef>
                        <a:spcAft>
                          <a:spcPts val="0"/>
                        </a:spcAft>
                        <a:buClrTx/>
                        <a:buSzPct val="65000"/>
                        <a:buFont typeface="Wingdings"/>
                        <a:buNone/>
                        <a:tabLst/>
                        <a:defRPr/>
                      </a:pPr>
                      <a:r>
                        <a:rPr lang="en-US" sz="900" kern="1200" dirty="0">
                          <a:solidFill>
                            <a:schemeClr val="dk1"/>
                          </a:solidFill>
                          <a:latin typeface="+mj-lt"/>
                          <a:ea typeface="+mn-ea"/>
                          <a:cs typeface="+mn-cs"/>
                        </a:rPr>
                        <a:t>Align organization structure as per target operating</a:t>
                      </a:r>
                      <a:r>
                        <a:rPr lang="en-US" sz="900" kern="1200" baseline="0" dirty="0">
                          <a:solidFill>
                            <a:schemeClr val="dk1"/>
                          </a:solidFill>
                          <a:latin typeface="+mj-lt"/>
                          <a:ea typeface="+mn-ea"/>
                          <a:cs typeface="+mn-cs"/>
                        </a:rPr>
                        <a:t> model</a:t>
                      </a:r>
                      <a:endParaRPr lang="en-US" sz="900" kern="1200" dirty="0">
                        <a:solidFill>
                          <a:schemeClr val="dk1"/>
                        </a:solidFill>
                        <a:latin typeface="+mj-lt"/>
                        <a:ea typeface="+mn-ea"/>
                        <a:cs typeface="+mn-cs"/>
                      </a:endParaRPr>
                    </a:p>
                  </a:txBody>
                  <a:tcPr marL="80682" marR="80682" marT="40341" marB="40341">
                    <a:lnL w="12700" cap="flat" cmpd="sng" algn="ctr">
                      <a:solidFill>
                        <a:schemeClr val="bg1">
                          <a:lumMod val="50000"/>
                        </a:schemeClr>
                      </a:solidFill>
                      <a:prstDash val="solid"/>
                      <a:round/>
                      <a:headEnd type="none" w="med" len="med"/>
                      <a:tailEnd type="none" w="med" len="med"/>
                    </a:lnL>
                    <a:lnR w="12700" cap="flat" cmpd="sng" algn="ctr">
                      <a:solidFill>
                        <a:srgbClr val="31313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313131"/>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extLst>
                  <a:ext uri="{0D108BD9-81ED-4DB2-BD59-A6C34878D82A}">
                    <a16:rowId xmlns:a16="http://schemas.microsoft.com/office/drawing/2014/main" val="323014430"/>
                  </a:ext>
                </a:extLst>
              </a:tr>
              <a:tr h="209967">
                <a:tc>
                  <a:txBody>
                    <a:bodyPr/>
                    <a:lstStyle/>
                    <a:p>
                      <a:pPr marL="0" marR="0" lvl="1" indent="0" algn="l" defTabSz="859512" rtl="0" eaLnBrk="1" fontAlgn="auto" latinLnBrk="0" hangingPunct="1">
                        <a:lnSpc>
                          <a:spcPct val="100000"/>
                        </a:lnSpc>
                        <a:spcBef>
                          <a:spcPts val="400"/>
                        </a:spcBef>
                        <a:spcAft>
                          <a:spcPts val="0"/>
                        </a:spcAft>
                        <a:buClrTx/>
                        <a:buSzPct val="65000"/>
                        <a:buFont typeface="Wingdings"/>
                        <a:buNone/>
                        <a:tabLst/>
                        <a:defRPr/>
                      </a:pPr>
                      <a:r>
                        <a:rPr lang="en-US" sz="900" kern="1200" dirty="0">
                          <a:solidFill>
                            <a:schemeClr val="dk1"/>
                          </a:solidFill>
                          <a:latin typeface="+mj-lt"/>
                          <a:ea typeface="+mn-ea"/>
                          <a:cs typeface="+mn-cs"/>
                        </a:rPr>
                        <a:t>Setup continuous</a:t>
                      </a:r>
                      <a:r>
                        <a:rPr lang="en-US" sz="900" kern="1200" baseline="0" dirty="0">
                          <a:solidFill>
                            <a:schemeClr val="dk1"/>
                          </a:solidFill>
                          <a:latin typeface="+mj-lt"/>
                          <a:ea typeface="+mn-ea"/>
                          <a:cs typeface="+mn-cs"/>
                        </a:rPr>
                        <a:t> monitoring of implementation plan</a:t>
                      </a:r>
                      <a:endParaRPr lang="en-US" sz="900" kern="1200" dirty="0">
                        <a:solidFill>
                          <a:schemeClr val="dk1"/>
                        </a:solidFill>
                        <a:latin typeface="+mj-lt"/>
                        <a:ea typeface="+mn-ea"/>
                        <a:cs typeface="+mn-cs"/>
                      </a:endParaRPr>
                    </a:p>
                  </a:txBody>
                  <a:tcPr marL="80682" marR="80682" marT="40341" marB="40341">
                    <a:lnL w="12700" cap="flat" cmpd="sng" algn="ctr">
                      <a:solidFill>
                        <a:schemeClr val="bg1">
                          <a:lumMod val="50000"/>
                        </a:schemeClr>
                      </a:solidFill>
                      <a:prstDash val="solid"/>
                      <a:round/>
                      <a:headEnd type="none" w="med" len="med"/>
                      <a:tailEnd type="none" w="med" len="med"/>
                    </a:lnL>
                    <a:lnR w="12700" cap="flat" cmpd="sng" algn="ctr">
                      <a:solidFill>
                        <a:srgbClr val="31313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313131"/>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E1F5"/>
                    </a:solidFill>
                  </a:tcPr>
                </a:tc>
                <a:extLst>
                  <a:ext uri="{0D108BD9-81ED-4DB2-BD59-A6C34878D82A}">
                    <a16:rowId xmlns:a16="http://schemas.microsoft.com/office/drawing/2014/main" val="1456735702"/>
                  </a:ext>
                </a:extLst>
              </a:tr>
              <a:tr h="209967">
                <a:tc>
                  <a:txBody>
                    <a:bodyPr/>
                    <a:lstStyle/>
                    <a:p>
                      <a:pPr marL="0" marR="0" lvl="1" indent="0" algn="l" defTabSz="859512" rtl="0" eaLnBrk="1" fontAlgn="auto" latinLnBrk="0" hangingPunct="1">
                        <a:lnSpc>
                          <a:spcPct val="100000"/>
                        </a:lnSpc>
                        <a:spcBef>
                          <a:spcPts val="400"/>
                        </a:spcBef>
                        <a:spcAft>
                          <a:spcPts val="0"/>
                        </a:spcAft>
                        <a:buClrTx/>
                        <a:buSzPct val="65000"/>
                        <a:buFont typeface="Wingdings"/>
                        <a:buNone/>
                        <a:tabLst/>
                        <a:defRPr/>
                      </a:pPr>
                      <a:r>
                        <a:rPr lang="en-US" sz="900" kern="1200" dirty="0">
                          <a:solidFill>
                            <a:schemeClr val="dk1"/>
                          </a:solidFill>
                          <a:latin typeface="+mj-lt"/>
                          <a:ea typeface="+mn-ea"/>
                          <a:cs typeface="+mn-cs"/>
                        </a:rPr>
                        <a:t>Final report</a:t>
                      </a:r>
                      <a:r>
                        <a:rPr lang="en-US" sz="900" kern="1200" baseline="0" dirty="0">
                          <a:solidFill>
                            <a:schemeClr val="dk1"/>
                          </a:solidFill>
                          <a:latin typeface="+mj-lt"/>
                          <a:ea typeface="+mn-ea"/>
                          <a:cs typeface="+mn-cs"/>
                        </a:rPr>
                        <a:t> submission and closure workshop</a:t>
                      </a:r>
                      <a:endParaRPr lang="en-US" sz="900" kern="1200" dirty="0">
                        <a:solidFill>
                          <a:schemeClr val="dk1"/>
                        </a:solidFill>
                        <a:latin typeface="+mj-lt"/>
                        <a:ea typeface="+mn-ea"/>
                        <a:cs typeface="+mn-cs"/>
                      </a:endParaRPr>
                    </a:p>
                  </a:txBody>
                  <a:tcPr marL="80682" marR="80682" marT="40341" marB="40341">
                    <a:lnL w="12700" cap="flat" cmpd="sng" algn="ctr">
                      <a:solidFill>
                        <a:schemeClr val="bg1">
                          <a:lumMod val="50000"/>
                        </a:schemeClr>
                      </a:solidFill>
                      <a:prstDash val="solid"/>
                      <a:round/>
                      <a:headEnd type="none" w="med" len="med"/>
                      <a:tailEnd type="none" w="med" len="med"/>
                    </a:lnL>
                    <a:lnR w="12700" cap="flat" cmpd="sng" algn="ctr">
                      <a:solidFill>
                        <a:srgbClr val="31313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313131"/>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chemeClr val="bg1">
                          <a:lumMod val="75000"/>
                        </a:schemeClr>
                      </a:solidFill>
                      <a:prstDash val="sysDot"/>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859512" rtl="0" eaLnBrk="1" latinLnBrk="0" hangingPunct="1"/>
                      <a:endParaRPr lang="en-US" sz="850" kern="1200" dirty="0">
                        <a:solidFill>
                          <a:schemeClr val="dk1"/>
                        </a:solidFill>
                        <a:latin typeface="+mj-lt"/>
                        <a:ea typeface="+mn-ea"/>
                        <a:cs typeface="+mn-cs"/>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dirty="0">
                        <a:latin typeface="+mj-lt"/>
                      </a:endParaRPr>
                    </a:p>
                  </a:txBody>
                  <a:tcPr marL="80682" marR="80682" marT="40341" marB="40341">
                    <a:lnL w="12700" cap="flat" cmpd="sng" algn="ctr">
                      <a:solidFill>
                        <a:srgbClr val="FFFFFF">
                          <a:lumMod val="85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0E1F5"/>
                    </a:solidFill>
                  </a:tcPr>
                </a:tc>
                <a:extLst>
                  <a:ext uri="{0D108BD9-81ED-4DB2-BD59-A6C34878D82A}">
                    <a16:rowId xmlns:a16="http://schemas.microsoft.com/office/drawing/2014/main" val="951875215"/>
                  </a:ext>
                </a:extLst>
              </a:tr>
            </a:tbl>
          </a:graphicData>
        </a:graphic>
      </p:graphicFrame>
      <p:grpSp>
        <p:nvGrpSpPr>
          <p:cNvPr id="7" name="Group 6"/>
          <p:cNvGrpSpPr/>
          <p:nvPr/>
        </p:nvGrpSpPr>
        <p:grpSpPr>
          <a:xfrm>
            <a:off x="2523891" y="6504256"/>
            <a:ext cx="1912344" cy="251187"/>
            <a:chOff x="3155831" y="5491692"/>
            <a:chExt cx="1912344" cy="251187"/>
          </a:xfrm>
        </p:grpSpPr>
        <p:grpSp>
          <p:nvGrpSpPr>
            <p:cNvPr id="5" name="Group 4"/>
            <p:cNvGrpSpPr/>
            <p:nvPr/>
          </p:nvGrpSpPr>
          <p:grpSpPr>
            <a:xfrm>
              <a:off x="4215215" y="5491692"/>
              <a:ext cx="852960" cy="235001"/>
              <a:chOff x="4516437" y="5822915"/>
              <a:chExt cx="852960" cy="235001"/>
            </a:xfrm>
          </p:grpSpPr>
          <p:sp>
            <p:nvSpPr>
              <p:cNvPr id="14" name="Isosceles Triangle 13"/>
              <p:cNvSpPr/>
              <p:nvPr/>
            </p:nvSpPr>
            <p:spPr>
              <a:xfrm>
                <a:off x="4516437" y="5867138"/>
                <a:ext cx="108879" cy="134471"/>
              </a:xfrm>
              <a:prstGeom prst="triangle">
                <a:avLst/>
              </a:prstGeom>
              <a:solidFill>
                <a:srgbClr val="FFC000"/>
              </a:solidFill>
              <a:ln w="25400" cap="flat" cmpd="sng" algn="ctr">
                <a:solidFill>
                  <a:srgbClr val="FFC000"/>
                </a:solidFill>
                <a:prstDash val="solid"/>
              </a:ln>
              <a:effectLst/>
            </p:spPr>
            <p:txBody>
              <a:bodyPr rtlCol="0" anchor="ctr"/>
              <a:lstStyle/>
              <a:p>
                <a:pPr algn="ctr" defTabSz="825776">
                  <a:defRPr/>
                </a:pPr>
                <a:endParaRPr lang="en-US" sz="1412" kern="0" dirty="0">
                  <a:solidFill>
                    <a:prstClr val="white"/>
                  </a:solidFill>
                  <a:latin typeface="+mj-lt"/>
                  <a:cs typeface="Arial" charset="0"/>
                </a:endParaRPr>
              </a:p>
            </p:txBody>
          </p:sp>
          <p:sp>
            <p:nvSpPr>
              <p:cNvPr id="20" name="Rectangle 4"/>
              <p:cNvSpPr>
                <a:spLocks noChangeArrowheads="1"/>
              </p:cNvSpPr>
              <p:nvPr/>
            </p:nvSpPr>
            <p:spPr bwMode="auto">
              <a:xfrm>
                <a:off x="4682349" y="5822915"/>
                <a:ext cx="687048" cy="235001"/>
              </a:xfrm>
              <a:prstGeom prst="rect">
                <a:avLst/>
              </a:prstGeom>
              <a:noFill/>
              <a:ln w="9525">
                <a:noFill/>
                <a:miter lim="800000"/>
                <a:headEnd/>
                <a:tailEnd/>
              </a:ln>
              <a:effectLst/>
            </p:spPr>
            <p:txBody>
              <a:bodyPr wrap="none" lIns="0">
                <a:spAutoFit/>
              </a:bodyPr>
              <a:lstStyle/>
              <a:p>
                <a:pPr defTabSz="806867">
                  <a:defRPr/>
                </a:pPr>
                <a:r>
                  <a:rPr lang="en-US" sz="927" dirty="0">
                    <a:solidFill>
                      <a:srgbClr val="000000"/>
                    </a:solidFill>
                    <a:latin typeface="+mj-lt"/>
                    <a:cs typeface="Arial" charset="0"/>
                  </a:rPr>
                  <a:t>Workshop</a:t>
                </a:r>
              </a:p>
            </p:txBody>
          </p:sp>
        </p:grpSp>
        <p:grpSp>
          <p:nvGrpSpPr>
            <p:cNvPr id="4" name="Group 3"/>
            <p:cNvGrpSpPr/>
            <p:nvPr/>
          </p:nvGrpSpPr>
          <p:grpSpPr>
            <a:xfrm>
              <a:off x="3155831" y="5507878"/>
              <a:ext cx="1225296" cy="235001"/>
              <a:chOff x="4725323" y="5552379"/>
              <a:chExt cx="1225296" cy="235001"/>
            </a:xfrm>
          </p:grpSpPr>
          <p:sp>
            <p:nvSpPr>
              <p:cNvPr id="18" name="TextBox 17"/>
              <p:cNvSpPr txBox="1"/>
              <p:nvPr/>
            </p:nvSpPr>
            <p:spPr>
              <a:xfrm>
                <a:off x="4974253" y="5552379"/>
                <a:ext cx="976366" cy="235001"/>
              </a:xfrm>
              <a:prstGeom prst="rect">
                <a:avLst/>
              </a:prstGeom>
              <a:noFill/>
            </p:spPr>
            <p:txBody>
              <a:bodyPr wrap="square" lIns="0" rIns="0" rtlCol="0">
                <a:spAutoFit/>
              </a:bodyPr>
              <a:lstStyle/>
              <a:p>
                <a:pPr defTabSz="806867">
                  <a:defRPr/>
                </a:pPr>
                <a:r>
                  <a:rPr lang="en-US" sz="927" dirty="0">
                    <a:solidFill>
                      <a:srgbClr val="000000"/>
                    </a:solidFill>
                    <a:latin typeface="+mj-lt"/>
                    <a:cs typeface="Arial" charset="0"/>
                  </a:rPr>
                  <a:t>Deliverable</a:t>
                </a:r>
                <a:endParaRPr lang="en-US" sz="927" i="1" dirty="0">
                  <a:solidFill>
                    <a:srgbClr val="000000"/>
                  </a:solidFill>
                  <a:latin typeface="+mj-lt"/>
                  <a:cs typeface="Arial" charset="0"/>
                </a:endParaRPr>
              </a:p>
            </p:txBody>
          </p:sp>
          <p:sp>
            <p:nvSpPr>
              <p:cNvPr id="21" name="Diamond 20"/>
              <p:cNvSpPr/>
              <p:nvPr/>
            </p:nvSpPr>
            <p:spPr bwMode="auto">
              <a:xfrm>
                <a:off x="4725323" y="5580416"/>
                <a:ext cx="220413" cy="190500"/>
              </a:xfrm>
              <a:prstGeom prst="diamond">
                <a:avLst/>
              </a:prstGeom>
              <a:solidFill>
                <a:srgbClr val="000000"/>
              </a:solidFill>
              <a:ln w="9525" cap="flat" cmpd="sng" algn="ctr">
                <a:solidFill>
                  <a:srgbClr val="FFFFFF"/>
                </a:solidFill>
                <a:prstDash val="solid"/>
                <a:round/>
                <a:headEnd type="none" w="med" len="med"/>
                <a:tailEnd type="none" w="med" len="med"/>
              </a:ln>
              <a:effectLst/>
            </p:spPr>
            <p:txBody>
              <a:bodyPr vert="horz" wrap="square" lIns="80682" tIns="40341" rIns="80682" bIns="40341" numCol="1" rtlCol="0" anchor="t" anchorCtr="0" compatLnSpc="1">
                <a:prstTxWarp prst="textNoShape">
                  <a:avLst/>
                </a:prstTxWarp>
              </a:bodyPr>
              <a:lstStyle/>
              <a:p>
                <a:pPr defTabSz="806867" eaLnBrk="0" fontAlgn="base" hangingPunct="0">
                  <a:spcBef>
                    <a:spcPct val="0"/>
                  </a:spcBef>
                  <a:spcAft>
                    <a:spcPct val="0"/>
                  </a:spcAft>
                  <a:defRPr/>
                </a:pPr>
                <a:endParaRPr lang="en-US" sz="3883" dirty="0">
                  <a:ln>
                    <a:solidFill>
                      <a:srgbClr val="FFB240">
                        <a:lumMod val="50000"/>
                        <a:lumOff val="50000"/>
                      </a:srgbClr>
                    </a:solidFill>
                  </a:ln>
                  <a:solidFill>
                    <a:srgbClr val="000000"/>
                  </a:solidFill>
                  <a:latin typeface="+mj-lt"/>
                  <a:ea typeface="ＭＳ Ｐゴシック" pitchFamily="-112" charset="-128"/>
                  <a:cs typeface="ＭＳ Ｐゴシック" pitchFamily="-112" charset="-128"/>
                </a:endParaRPr>
              </a:p>
            </p:txBody>
          </p:sp>
        </p:grpSp>
      </p:grpSp>
      <p:sp>
        <p:nvSpPr>
          <p:cNvPr id="38" name="TextBox 37"/>
          <p:cNvSpPr txBox="1"/>
          <p:nvPr/>
        </p:nvSpPr>
        <p:spPr>
          <a:xfrm>
            <a:off x="11301994" y="528560"/>
            <a:ext cx="667482" cy="235001"/>
          </a:xfrm>
          <a:prstGeom prst="rect">
            <a:avLst/>
          </a:prstGeom>
          <a:noFill/>
        </p:spPr>
        <p:txBody>
          <a:bodyPr wrap="square" rtlCol="0">
            <a:spAutoFit/>
          </a:bodyPr>
          <a:lstStyle/>
          <a:p>
            <a:pPr algn="ctr" defTabSz="825776">
              <a:defRPr/>
            </a:pPr>
            <a:r>
              <a:rPr lang="en-US" sz="927" b="1" dirty="0">
                <a:solidFill>
                  <a:prstClr val="black"/>
                </a:solidFill>
                <a:latin typeface="+mj-lt"/>
                <a:cs typeface="Arial" charset="0"/>
              </a:rPr>
              <a:t>Weeks</a:t>
            </a:r>
          </a:p>
        </p:txBody>
      </p:sp>
      <p:sp>
        <p:nvSpPr>
          <p:cNvPr id="39" name="Text Box 6"/>
          <p:cNvSpPr txBox="1">
            <a:spLocks noChangeArrowheads="1"/>
          </p:cNvSpPr>
          <p:nvPr>
            <p:custDataLst>
              <p:tags r:id="rId3"/>
            </p:custDataLst>
          </p:nvPr>
        </p:nvSpPr>
        <p:spPr bwMode="auto">
          <a:xfrm>
            <a:off x="5914332" y="476264"/>
            <a:ext cx="1414170" cy="235001"/>
          </a:xfrm>
          <a:prstGeom prst="rect">
            <a:avLst/>
          </a:prstGeom>
          <a:noFill/>
          <a:ln w="12700" cap="rnd">
            <a:noFill/>
            <a:prstDash val="sysDot"/>
            <a:miter lim="800000"/>
            <a:headEnd/>
            <a:tailEnd/>
          </a:ln>
          <a:effectLst/>
        </p:spPr>
        <p:txBody>
          <a:bodyPr wrap="none">
            <a:spAutoFit/>
          </a:bodyPr>
          <a:lstStyle/>
          <a:p>
            <a:pPr algn="ctr" defTabSz="806867" fontAlgn="base">
              <a:spcBef>
                <a:spcPct val="0"/>
              </a:spcBef>
              <a:spcAft>
                <a:spcPct val="0"/>
              </a:spcAft>
              <a:defRPr/>
            </a:pPr>
            <a:r>
              <a:rPr lang="en-US" sz="927" b="1" kern="0" dirty="0">
                <a:solidFill>
                  <a:srgbClr val="CC0000"/>
                </a:solidFill>
              </a:rPr>
              <a:t>We are here today</a:t>
            </a:r>
            <a:endParaRPr lang="fr-FR" sz="927" b="1" kern="0" dirty="0">
              <a:solidFill>
                <a:srgbClr val="CC0000"/>
              </a:solidFill>
            </a:endParaRPr>
          </a:p>
        </p:txBody>
      </p:sp>
      <p:cxnSp>
        <p:nvCxnSpPr>
          <p:cNvPr id="41" name="Straight Connector 40"/>
          <p:cNvCxnSpPr/>
          <p:nvPr/>
        </p:nvCxnSpPr>
        <p:spPr bwMode="auto">
          <a:xfrm flipH="1">
            <a:off x="6251729" y="696654"/>
            <a:ext cx="15240" cy="831981"/>
          </a:xfrm>
          <a:prstGeom prst="line">
            <a:avLst/>
          </a:prstGeom>
          <a:solidFill>
            <a:schemeClr val="accent2"/>
          </a:solidFill>
          <a:ln w="25400" cap="flat" cmpd="sng" algn="ctr">
            <a:solidFill>
              <a:srgbClr val="C00000"/>
            </a:solidFill>
            <a:prstDash val="solid"/>
            <a:round/>
            <a:headEnd type="none" w="med" len="med"/>
            <a:tailEnd type="oval"/>
          </a:ln>
          <a:effectLst/>
        </p:spPr>
      </p:cxnSp>
      <p:sp>
        <p:nvSpPr>
          <p:cNvPr id="2" name="Title 1"/>
          <p:cNvSpPr>
            <a:spLocks noGrp="1"/>
          </p:cNvSpPr>
          <p:nvPr>
            <p:ph type="title"/>
          </p:nvPr>
        </p:nvSpPr>
        <p:spPr/>
        <p:txBody>
          <a:bodyPr/>
          <a:lstStyle/>
          <a:p>
            <a:r>
              <a:rPr lang="en-US" dirty="0"/>
              <a:t>Proposed project Work plan</a:t>
            </a:r>
            <a:endParaRPr lang="en-IN" dirty="0"/>
          </a:p>
        </p:txBody>
      </p:sp>
      <p:sp>
        <p:nvSpPr>
          <p:cNvPr id="34" name="Isosceles Triangle 33"/>
          <p:cNvSpPr/>
          <p:nvPr/>
        </p:nvSpPr>
        <p:spPr>
          <a:xfrm>
            <a:off x="9265429" y="3757094"/>
            <a:ext cx="108879" cy="134471"/>
          </a:xfrm>
          <a:prstGeom prst="triangle">
            <a:avLst/>
          </a:prstGeom>
          <a:solidFill>
            <a:srgbClr val="FFC000"/>
          </a:solidFill>
          <a:ln w="25400" cap="flat" cmpd="sng" algn="ctr">
            <a:solidFill>
              <a:srgbClr val="FFC000"/>
            </a:solidFill>
            <a:prstDash val="solid"/>
          </a:ln>
          <a:effectLst/>
        </p:spPr>
        <p:txBody>
          <a:bodyPr rtlCol="0" anchor="ctr"/>
          <a:lstStyle/>
          <a:p>
            <a:pPr algn="ctr" defTabSz="825776">
              <a:defRPr/>
            </a:pPr>
            <a:endParaRPr lang="en-US" sz="1412" kern="0" dirty="0">
              <a:solidFill>
                <a:prstClr val="white"/>
              </a:solidFill>
              <a:latin typeface="+mj-lt"/>
              <a:cs typeface="Arial" charset="0"/>
            </a:endParaRPr>
          </a:p>
        </p:txBody>
      </p:sp>
      <p:sp>
        <p:nvSpPr>
          <p:cNvPr id="35" name="Isosceles Triangle 34"/>
          <p:cNvSpPr/>
          <p:nvPr/>
        </p:nvSpPr>
        <p:spPr>
          <a:xfrm>
            <a:off x="9983320" y="4827728"/>
            <a:ext cx="108879" cy="134471"/>
          </a:xfrm>
          <a:prstGeom prst="triangle">
            <a:avLst/>
          </a:prstGeom>
          <a:solidFill>
            <a:srgbClr val="FFC000"/>
          </a:solidFill>
          <a:ln w="25400" cap="flat" cmpd="sng" algn="ctr">
            <a:solidFill>
              <a:srgbClr val="FFC000"/>
            </a:solidFill>
            <a:prstDash val="solid"/>
          </a:ln>
          <a:effectLst/>
        </p:spPr>
        <p:txBody>
          <a:bodyPr rtlCol="0" anchor="ctr"/>
          <a:lstStyle/>
          <a:p>
            <a:pPr algn="ctr" defTabSz="825776">
              <a:defRPr/>
            </a:pPr>
            <a:endParaRPr lang="en-US" sz="1412" kern="0" dirty="0">
              <a:solidFill>
                <a:prstClr val="white"/>
              </a:solidFill>
              <a:latin typeface="+mj-lt"/>
              <a:cs typeface="Arial" charset="0"/>
            </a:endParaRPr>
          </a:p>
        </p:txBody>
      </p:sp>
      <p:sp>
        <p:nvSpPr>
          <p:cNvPr id="37" name="Isosceles Triangle 36"/>
          <p:cNvSpPr/>
          <p:nvPr/>
        </p:nvSpPr>
        <p:spPr>
          <a:xfrm>
            <a:off x="6409002" y="1199085"/>
            <a:ext cx="108879" cy="134471"/>
          </a:xfrm>
          <a:prstGeom prst="triangle">
            <a:avLst/>
          </a:prstGeom>
          <a:solidFill>
            <a:srgbClr val="FFC000"/>
          </a:solidFill>
          <a:ln w="25400" cap="flat" cmpd="sng" algn="ctr">
            <a:solidFill>
              <a:srgbClr val="FFC000"/>
            </a:solidFill>
            <a:prstDash val="solid"/>
          </a:ln>
          <a:effectLst/>
        </p:spPr>
        <p:txBody>
          <a:bodyPr rtlCol="0" anchor="ctr"/>
          <a:lstStyle/>
          <a:p>
            <a:pPr algn="ctr" defTabSz="825776">
              <a:defRPr/>
            </a:pPr>
            <a:endParaRPr lang="en-US" sz="1412" kern="0" dirty="0">
              <a:solidFill>
                <a:prstClr val="white"/>
              </a:solidFill>
              <a:latin typeface="+mj-lt"/>
              <a:cs typeface="Arial" charset="0"/>
            </a:endParaRPr>
          </a:p>
        </p:txBody>
      </p:sp>
      <p:sp>
        <p:nvSpPr>
          <p:cNvPr id="40" name="TextBox 39"/>
          <p:cNvSpPr txBox="1"/>
          <p:nvPr/>
        </p:nvSpPr>
        <p:spPr>
          <a:xfrm>
            <a:off x="8350089" y="2419054"/>
            <a:ext cx="2063457" cy="276999"/>
          </a:xfrm>
          <a:prstGeom prst="rect">
            <a:avLst/>
          </a:prstGeom>
          <a:noFill/>
        </p:spPr>
        <p:txBody>
          <a:bodyPr wrap="square" lIns="0" tIns="0" rIns="0" bIns="0" rtlCol="0">
            <a:spAutoFit/>
          </a:bodyPr>
          <a:lstStyle/>
          <a:p>
            <a:pPr>
              <a:spcBef>
                <a:spcPts val="600"/>
              </a:spcBef>
              <a:buSzPct val="100000"/>
            </a:pPr>
            <a:r>
              <a:rPr lang="en-US" sz="900" dirty="0">
                <a:solidFill>
                  <a:srgbClr val="313131"/>
                </a:solidFill>
              </a:rPr>
              <a:t>Diagnostic report presentation by end of 4</a:t>
            </a:r>
            <a:r>
              <a:rPr lang="en-US" sz="900" baseline="30000" dirty="0">
                <a:solidFill>
                  <a:srgbClr val="313131"/>
                </a:solidFill>
              </a:rPr>
              <a:t>th</a:t>
            </a:r>
            <a:r>
              <a:rPr lang="en-US" sz="900" dirty="0">
                <a:solidFill>
                  <a:srgbClr val="313131"/>
                </a:solidFill>
              </a:rPr>
              <a:t> week</a:t>
            </a:r>
            <a:endParaRPr lang="en-IN" sz="900" dirty="0">
              <a:solidFill>
                <a:srgbClr val="313131"/>
              </a:solidFill>
            </a:endParaRPr>
          </a:p>
        </p:txBody>
      </p:sp>
      <p:cxnSp>
        <p:nvCxnSpPr>
          <p:cNvPr id="42" name="Elbow Connector 41"/>
          <p:cNvCxnSpPr/>
          <p:nvPr/>
        </p:nvCxnSpPr>
        <p:spPr>
          <a:xfrm flipV="1">
            <a:off x="8125875" y="2540415"/>
            <a:ext cx="224214" cy="199512"/>
          </a:xfrm>
          <a:prstGeom prst="bentConnector3">
            <a:avLst>
              <a:gd name="adj1" fmla="val 1305"/>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3" name="Diamond 42"/>
          <p:cNvSpPr/>
          <p:nvPr/>
        </p:nvSpPr>
        <p:spPr bwMode="auto">
          <a:xfrm>
            <a:off x="8029304" y="2807163"/>
            <a:ext cx="220413" cy="190500"/>
          </a:xfrm>
          <a:prstGeom prst="diamond">
            <a:avLst/>
          </a:prstGeom>
          <a:solidFill>
            <a:srgbClr val="000000"/>
          </a:solidFill>
          <a:ln w="9525" cap="flat" cmpd="sng" algn="ctr">
            <a:solidFill>
              <a:srgbClr val="FFFFFF"/>
            </a:solidFill>
            <a:prstDash val="solid"/>
            <a:round/>
            <a:headEnd type="none" w="med" len="med"/>
            <a:tailEnd type="none" w="med" len="med"/>
          </a:ln>
          <a:effectLst/>
        </p:spPr>
        <p:txBody>
          <a:bodyPr vert="horz" wrap="square" lIns="80682" tIns="40341" rIns="80682" bIns="40341" numCol="1" rtlCol="0" anchor="t" anchorCtr="0" compatLnSpc="1">
            <a:prstTxWarp prst="textNoShape">
              <a:avLst/>
            </a:prstTxWarp>
          </a:bodyPr>
          <a:lstStyle/>
          <a:p>
            <a:pPr defTabSz="806867" eaLnBrk="0" fontAlgn="base" hangingPunct="0">
              <a:spcBef>
                <a:spcPct val="0"/>
              </a:spcBef>
              <a:spcAft>
                <a:spcPct val="0"/>
              </a:spcAft>
              <a:defRPr/>
            </a:pPr>
            <a:endParaRPr lang="en-US" sz="3883" dirty="0">
              <a:ln>
                <a:solidFill>
                  <a:srgbClr val="FFB240">
                    <a:lumMod val="50000"/>
                    <a:lumOff val="50000"/>
                  </a:srgbClr>
                </a:solidFill>
              </a:ln>
              <a:solidFill>
                <a:srgbClr val="000000"/>
              </a:solidFill>
              <a:latin typeface="+mj-lt"/>
              <a:ea typeface="ＭＳ Ｐゴシック" pitchFamily="-112" charset="-128"/>
              <a:cs typeface="ＭＳ Ｐゴシック" pitchFamily="-112" charset="-128"/>
            </a:endParaRPr>
          </a:p>
        </p:txBody>
      </p:sp>
      <p:sp>
        <p:nvSpPr>
          <p:cNvPr id="45" name="Diamond 44"/>
          <p:cNvSpPr/>
          <p:nvPr/>
        </p:nvSpPr>
        <p:spPr bwMode="auto">
          <a:xfrm>
            <a:off x="9929423" y="4621441"/>
            <a:ext cx="220413" cy="190500"/>
          </a:xfrm>
          <a:prstGeom prst="diamond">
            <a:avLst/>
          </a:prstGeom>
          <a:solidFill>
            <a:srgbClr val="000000"/>
          </a:solidFill>
          <a:ln w="9525" cap="flat" cmpd="sng" algn="ctr">
            <a:solidFill>
              <a:srgbClr val="FFFFFF"/>
            </a:solidFill>
            <a:prstDash val="solid"/>
            <a:round/>
            <a:headEnd type="none" w="med" len="med"/>
            <a:tailEnd type="none" w="med" len="med"/>
          </a:ln>
          <a:effectLst/>
        </p:spPr>
        <p:txBody>
          <a:bodyPr vert="horz" wrap="square" lIns="80682" tIns="40341" rIns="80682" bIns="40341" numCol="1" rtlCol="0" anchor="t" anchorCtr="0" compatLnSpc="1">
            <a:prstTxWarp prst="textNoShape">
              <a:avLst/>
            </a:prstTxWarp>
          </a:bodyPr>
          <a:lstStyle/>
          <a:p>
            <a:pPr defTabSz="806867" eaLnBrk="0" fontAlgn="base" hangingPunct="0">
              <a:spcBef>
                <a:spcPct val="0"/>
              </a:spcBef>
              <a:spcAft>
                <a:spcPct val="0"/>
              </a:spcAft>
              <a:defRPr/>
            </a:pPr>
            <a:endParaRPr lang="en-US" sz="3883" dirty="0">
              <a:ln>
                <a:solidFill>
                  <a:srgbClr val="FFB240">
                    <a:lumMod val="50000"/>
                    <a:lumOff val="50000"/>
                  </a:srgbClr>
                </a:solidFill>
              </a:ln>
              <a:solidFill>
                <a:srgbClr val="000000"/>
              </a:solidFill>
              <a:latin typeface="+mj-lt"/>
              <a:ea typeface="ＭＳ Ｐゴシック" pitchFamily="-112" charset="-128"/>
              <a:cs typeface="ＭＳ Ｐゴシック" pitchFamily="-112" charset="-128"/>
            </a:endParaRPr>
          </a:p>
        </p:txBody>
      </p:sp>
      <p:sp>
        <p:nvSpPr>
          <p:cNvPr id="49" name="TextBox 48"/>
          <p:cNvSpPr txBox="1"/>
          <p:nvPr/>
        </p:nvSpPr>
        <p:spPr>
          <a:xfrm>
            <a:off x="10342258" y="4266473"/>
            <a:ext cx="1516914" cy="415498"/>
          </a:xfrm>
          <a:prstGeom prst="rect">
            <a:avLst/>
          </a:prstGeom>
          <a:noFill/>
        </p:spPr>
        <p:txBody>
          <a:bodyPr wrap="square" lIns="0" tIns="0" rIns="0" bIns="0" rtlCol="0">
            <a:spAutoFit/>
          </a:bodyPr>
          <a:lstStyle/>
          <a:p>
            <a:pPr>
              <a:spcBef>
                <a:spcPts val="600"/>
              </a:spcBef>
              <a:buSzPct val="100000"/>
            </a:pPr>
            <a:r>
              <a:rPr lang="en-US" sz="900" dirty="0">
                <a:solidFill>
                  <a:srgbClr val="313131"/>
                </a:solidFill>
              </a:rPr>
              <a:t>Interim reports on short term and medium term action plan</a:t>
            </a:r>
            <a:endParaRPr lang="en-IN" sz="900" dirty="0">
              <a:solidFill>
                <a:srgbClr val="313131"/>
              </a:solidFill>
            </a:endParaRPr>
          </a:p>
        </p:txBody>
      </p:sp>
      <p:cxnSp>
        <p:nvCxnSpPr>
          <p:cNvPr id="50" name="Elbow Connector 49"/>
          <p:cNvCxnSpPr/>
          <p:nvPr/>
        </p:nvCxnSpPr>
        <p:spPr>
          <a:xfrm flipV="1">
            <a:off x="10031013" y="4439692"/>
            <a:ext cx="224214" cy="199512"/>
          </a:xfrm>
          <a:prstGeom prst="bentConnector3">
            <a:avLst>
              <a:gd name="adj1" fmla="val 1305"/>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rot="10800000">
            <a:off x="11003280" y="6031872"/>
            <a:ext cx="921276" cy="161489"/>
          </a:xfrm>
          <a:prstGeom prst="bentConnector3">
            <a:avLst>
              <a:gd name="adj1" fmla="val 50000"/>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9515755" y="5915282"/>
            <a:ext cx="1454834" cy="276999"/>
          </a:xfrm>
          <a:prstGeom prst="rect">
            <a:avLst/>
          </a:prstGeom>
          <a:noFill/>
        </p:spPr>
        <p:txBody>
          <a:bodyPr wrap="square" lIns="0" tIns="0" rIns="0" bIns="0" rtlCol="0">
            <a:spAutoFit/>
          </a:bodyPr>
          <a:lstStyle>
            <a:defPPr>
              <a:defRPr lang="en-US"/>
            </a:defPPr>
            <a:lvl1pPr>
              <a:spcBef>
                <a:spcPts val="600"/>
              </a:spcBef>
              <a:buSzPct val="100000"/>
              <a:defRPr sz="900">
                <a:solidFill>
                  <a:srgbClr val="313131"/>
                </a:solidFill>
              </a:defRPr>
            </a:lvl1pPr>
          </a:lstStyle>
          <a:p>
            <a:r>
              <a:rPr lang="en-US" dirty="0"/>
              <a:t>Final Presentation Report presentation and closure</a:t>
            </a:r>
            <a:endParaRPr lang="en-IN" dirty="0"/>
          </a:p>
        </p:txBody>
      </p:sp>
      <p:sp>
        <p:nvSpPr>
          <p:cNvPr id="36" name="Isosceles Triangle 35"/>
          <p:cNvSpPr/>
          <p:nvPr/>
        </p:nvSpPr>
        <p:spPr>
          <a:xfrm>
            <a:off x="11626841" y="6138320"/>
            <a:ext cx="108879" cy="134471"/>
          </a:xfrm>
          <a:prstGeom prst="triangle">
            <a:avLst/>
          </a:prstGeom>
          <a:solidFill>
            <a:srgbClr val="FFC000"/>
          </a:solidFill>
          <a:ln w="25400" cap="flat" cmpd="sng" algn="ctr">
            <a:solidFill>
              <a:srgbClr val="FFC000"/>
            </a:solidFill>
            <a:prstDash val="solid"/>
          </a:ln>
          <a:effectLst/>
        </p:spPr>
        <p:txBody>
          <a:bodyPr rtlCol="0" anchor="ctr"/>
          <a:lstStyle/>
          <a:p>
            <a:pPr algn="ctr" defTabSz="825776">
              <a:defRPr/>
            </a:pPr>
            <a:endParaRPr lang="en-US" sz="1412" kern="0" dirty="0">
              <a:solidFill>
                <a:prstClr val="white"/>
              </a:solidFill>
              <a:latin typeface="+mj-lt"/>
              <a:cs typeface="Arial" charset="0"/>
            </a:endParaRPr>
          </a:p>
        </p:txBody>
      </p:sp>
      <p:grpSp>
        <p:nvGrpSpPr>
          <p:cNvPr id="76" name="Group 75"/>
          <p:cNvGrpSpPr/>
          <p:nvPr/>
        </p:nvGrpSpPr>
        <p:grpSpPr>
          <a:xfrm>
            <a:off x="4404175" y="6520442"/>
            <a:ext cx="144000" cy="216000"/>
            <a:chOff x="7703820" y="6212177"/>
            <a:chExt cx="220980" cy="341023"/>
          </a:xfrm>
        </p:grpSpPr>
        <p:cxnSp>
          <p:nvCxnSpPr>
            <p:cNvPr id="77" name="Straight Connector 76"/>
            <p:cNvCxnSpPr/>
            <p:nvPr/>
          </p:nvCxnSpPr>
          <p:spPr>
            <a:xfrm>
              <a:off x="7734300" y="6212177"/>
              <a:ext cx="0" cy="341023"/>
            </a:xfrm>
            <a:prstGeom prst="line">
              <a:avLst/>
            </a:prstGeom>
            <a:ln>
              <a:solidFill>
                <a:srgbClr val="86BC25"/>
              </a:solidFill>
            </a:ln>
          </p:spPr>
          <p:style>
            <a:lnRef idx="1">
              <a:schemeClr val="accent1"/>
            </a:lnRef>
            <a:fillRef idx="0">
              <a:schemeClr val="accent1"/>
            </a:fillRef>
            <a:effectRef idx="0">
              <a:schemeClr val="accent1"/>
            </a:effectRef>
            <a:fontRef idx="minor">
              <a:schemeClr val="tx1"/>
            </a:fontRef>
          </p:style>
        </p:cxnSp>
        <p:sp>
          <p:nvSpPr>
            <p:cNvPr id="78" name="Flowchart: Punched Tape 77"/>
            <p:cNvSpPr/>
            <p:nvPr/>
          </p:nvSpPr>
          <p:spPr bwMode="gray">
            <a:xfrm>
              <a:off x="7703820" y="6233693"/>
              <a:ext cx="220980" cy="180000"/>
            </a:xfrm>
            <a:prstGeom prst="flowChartPunchedTape">
              <a:avLst/>
            </a:prstGeom>
            <a:solidFill>
              <a:srgbClr val="86BC2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grpSp>
      <p:sp>
        <p:nvSpPr>
          <p:cNvPr id="79" name="TextBox 78"/>
          <p:cNvSpPr txBox="1"/>
          <p:nvPr/>
        </p:nvSpPr>
        <p:spPr>
          <a:xfrm>
            <a:off x="4373465" y="6565949"/>
            <a:ext cx="2355946" cy="143116"/>
          </a:xfrm>
          <a:prstGeom prst="rect">
            <a:avLst/>
          </a:prstGeom>
          <a:noFill/>
        </p:spPr>
        <p:txBody>
          <a:bodyPr wrap="square" lIns="0" tIns="0" rIns="0" bIns="0" rtlCol="0">
            <a:spAutoFit/>
          </a:bodyPr>
          <a:lstStyle/>
          <a:p>
            <a:pPr algn="ctr">
              <a:spcBef>
                <a:spcPts val="0"/>
              </a:spcBef>
              <a:spcAft>
                <a:spcPts val="1333"/>
              </a:spcAft>
              <a:buSzPct val="100000"/>
            </a:pPr>
            <a:r>
              <a:rPr lang="en-US" sz="930" dirty="0"/>
              <a:t>Presentation to CMD/Directors</a:t>
            </a:r>
            <a:endParaRPr lang="en-IN" sz="930" noProof="0" dirty="0" err="1">
              <a:solidFill>
                <a:schemeClr val="tx1"/>
              </a:solidFill>
            </a:endParaRPr>
          </a:p>
        </p:txBody>
      </p:sp>
      <p:grpSp>
        <p:nvGrpSpPr>
          <p:cNvPr id="81" name="Group 80"/>
          <p:cNvGrpSpPr/>
          <p:nvPr/>
        </p:nvGrpSpPr>
        <p:grpSpPr>
          <a:xfrm>
            <a:off x="9237817" y="4035342"/>
            <a:ext cx="144000" cy="216000"/>
            <a:chOff x="7703820" y="6212177"/>
            <a:chExt cx="220980" cy="341023"/>
          </a:xfrm>
        </p:grpSpPr>
        <p:cxnSp>
          <p:nvCxnSpPr>
            <p:cNvPr id="82" name="Straight Connector 81"/>
            <p:cNvCxnSpPr/>
            <p:nvPr/>
          </p:nvCxnSpPr>
          <p:spPr>
            <a:xfrm>
              <a:off x="7734300" y="6212177"/>
              <a:ext cx="0" cy="341023"/>
            </a:xfrm>
            <a:prstGeom prst="line">
              <a:avLst/>
            </a:prstGeom>
            <a:ln>
              <a:solidFill>
                <a:srgbClr val="86BC25"/>
              </a:solidFill>
            </a:ln>
          </p:spPr>
          <p:style>
            <a:lnRef idx="1">
              <a:schemeClr val="accent1"/>
            </a:lnRef>
            <a:fillRef idx="0">
              <a:schemeClr val="accent1"/>
            </a:fillRef>
            <a:effectRef idx="0">
              <a:schemeClr val="accent1"/>
            </a:effectRef>
            <a:fontRef idx="minor">
              <a:schemeClr val="tx1"/>
            </a:fontRef>
          </p:style>
        </p:cxnSp>
        <p:sp>
          <p:nvSpPr>
            <p:cNvPr id="83" name="Flowchart: Punched Tape 82"/>
            <p:cNvSpPr/>
            <p:nvPr/>
          </p:nvSpPr>
          <p:spPr bwMode="gray">
            <a:xfrm>
              <a:off x="7703820" y="6233693"/>
              <a:ext cx="220980" cy="180000"/>
            </a:xfrm>
            <a:prstGeom prst="flowChartPunchedTape">
              <a:avLst/>
            </a:prstGeom>
            <a:solidFill>
              <a:srgbClr val="86BC2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grpSp>
      <p:grpSp>
        <p:nvGrpSpPr>
          <p:cNvPr id="84" name="Group 83"/>
          <p:cNvGrpSpPr/>
          <p:nvPr/>
        </p:nvGrpSpPr>
        <p:grpSpPr>
          <a:xfrm>
            <a:off x="11839310" y="5976281"/>
            <a:ext cx="144000" cy="216000"/>
            <a:chOff x="7703820" y="6212177"/>
            <a:chExt cx="220980" cy="341023"/>
          </a:xfrm>
        </p:grpSpPr>
        <p:cxnSp>
          <p:nvCxnSpPr>
            <p:cNvPr id="85" name="Straight Connector 84"/>
            <p:cNvCxnSpPr/>
            <p:nvPr/>
          </p:nvCxnSpPr>
          <p:spPr>
            <a:xfrm>
              <a:off x="7734300" y="6212177"/>
              <a:ext cx="0" cy="341023"/>
            </a:xfrm>
            <a:prstGeom prst="line">
              <a:avLst/>
            </a:prstGeom>
            <a:ln>
              <a:solidFill>
                <a:srgbClr val="86BC25"/>
              </a:solidFill>
            </a:ln>
          </p:spPr>
          <p:style>
            <a:lnRef idx="1">
              <a:schemeClr val="accent1"/>
            </a:lnRef>
            <a:fillRef idx="0">
              <a:schemeClr val="accent1"/>
            </a:fillRef>
            <a:effectRef idx="0">
              <a:schemeClr val="accent1"/>
            </a:effectRef>
            <a:fontRef idx="minor">
              <a:schemeClr val="tx1"/>
            </a:fontRef>
          </p:style>
        </p:cxnSp>
        <p:sp>
          <p:nvSpPr>
            <p:cNvPr id="86" name="Flowchart: Punched Tape 85"/>
            <p:cNvSpPr/>
            <p:nvPr/>
          </p:nvSpPr>
          <p:spPr bwMode="gray">
            <a:xfrm>
              <a:off x="7703820" y="6233693"/>
              <a:ext cx="220980" cy="180000"/>
            </a:xfrm>
            <a:prstGeom prst="flowChartPunchedTape">
              <a:avLst/>
            </a:prstGeom>
            <a:solidFill>
              <a:srgbClr val="86BC2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grpSp>
      <p:sp>
        <p:nvSpPr>
          <p:cNvPr id="87" name="Diamond 86"/>
          <p:cNvSpPr/>
          <p:nvPr/>
        </p:nvSpPr>
        <p:spPr bwMode="auto">
          <a:xfrm>
            <a:off x="11801103" y="6097031"/>
            <a:ext cx="220413" cy="190500"/>
          </a:xfrm>
          <a:prstGeom prst="diamond">
            <a:avLst/>
          </a:prstGeom>
          <a:solidFill>
            <a:srgbClr val="000000"/>
          </a:solidFill>
          <a:ln w="9525" cap="flat" cmpd="sng" algn="ctr">
            <a:solidFill>
              <a:srgbClr val="FFFFFF"/>
            </a:solidFill>
            <a:prstDash val="solid"/>
            <a:round/>
            <a:headEnd type="none" w="med" len="med"/>
            <a:tailEnd type="none" w="med" len="med"/>
          </a:ln>
          <a:effectLst/>
        </p:spPr>
        <p:txBody>
          <a:bodyPr vert="horz" wrap="square" lIns="80682" tIns="40341" rIns="80682" bIns="40341" numCol="1" rtlCol="0" anchor="t" anchorCtr="0" compatLnSpc="1">
            <a:prstTxWarp prst="textNoShape">
              <a:avLst/>
            </a:prstTxWarp>
          </a:bodyPr>
          <a:lstStyle/>
          <a:p>
            <a:pPr defTabSz="806867" eaLnBrk="0" fontAlgn="base" hangingPunct="0">
              <a:spcBef>
                <a:spcPct val="0"/>
              </a:spcBef>
              <a:spcAft>
                <a:spcPct val="0"/>
              </a:spcAft>
              <a:defRPr/>
            </a:pPr>
            <a:endParaRPr lang="en-US" sz="3883" dirty="0">
              <a:ln>
                <a:solidFill>
                  <a:srgbClr val="FFB240">
                    <a:lumMod val="50000"/>
                    <a:lumOff val="50000"/>
                  </a:srgbClr>
                </a:solidFill>
              </a:ln>
              <a:solidFill>
                <a:srgbClr val="000000"/>
              </a:solidFill>
              <a:latin typeface="+mj-lt"/>
              <a:ea typeface="ＭＳ Ｐゴシック" pitchFamily="-112" charset="-128"/>
              <a:cs typeface="ＭＳ Ｐゴシック" pitchFamily="-112" charset="-128"/>
            </a:endParaRPr>
          </a:p>
        </p:txBody>
      </p:sp>
      <p:sp>
        <p:nvSpPr>
          <p:cNvPr id="89" name="Isosceles Triangle 88"/>
          <p:cNvSpPr/>
          <p:nvPr/>
        </p:nvSpPr>
        <p:spPr>
          <a:xfrm>
            <a:off x="8085072" y="2672692"/>
            <a:ext cx="108879" cy="134471"/>
          </a:xfrm>
          <a:prstGeom prst="triangle">
            <a:avLst/>
          </a:prstGeom>
          <a:solidFill>
            <a:srgbClr val="FFC000"/>
          </a:solidFill>
          <a:ln w="25400" cap="flat" cmpd="sng" algn="ctr">
            <a:solidFill>
              <a:srgbClr val="FFC000"/>
            </a:solidFill>
            <a:prstDash val="solid"/>
          </a:ln>
          <a:effectLst/>
        </p:spPr>
        <p:txBody>
          <a:bodyPr rtlCol="0" anchor="ctr"/>
          <a:lstStyle/>
          <a:p>
            <a:pPr algn="ctr" defTabSz="825776">
              <a:defRPr/>
            </a:pPr>
            <a:endParaRPr lang="en-US" sz="1412" kern="0" dirty="0">
              <a:solidFill>
                <a:prstClr val="white"/>
              </a:solidFill>
              <a:latin typeface="+mj-lt"/>
              <a:cs typeface="Arial" charset="0"/>
            </a:endParaRPr>
          </a:p>
        </p:txBody>
      </p:sp>
      <p:sp>
        <p:nvSpPr>
          <p:cNvPr id="96" name="Text Box 24"/>
          <p:cNvSpPr txBox="1">
            <a:spLocks noChangeArrowheads="1"/>
          </p:cNvSpPr>
          <p:nvPr/>
        </p:nvSpPr>
        <p:spPr bwMode="auto">
          <a:xfrm>
            <a:off x="262416" y="1028000"/>
            <a:ext cx="940115" cy="415488"/>
          </a:xfrm>
          <a:prstGeom prst="rect">
            <a:avLst/>
          </a:prstGeom>
          <a:noFill/>
          <a:ln w="3175" algn="ctr">
            <a:noFill/>
            <a:miter lim="800000"/>
            <a:headEnd/>
            <a:tailEnd/>
          </a:ln>
          <a:effectLst/>
        </p:spPr>
        <p:txBody>
          <a:bodyPr wrap="square" lIns="0" tIns="45715" rIns="0" bIns="45715">
            <a:spAutoFit/>
          </a:bodyP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GB" sz="1050" b="1" i="1" u="none" strike="noStrike" kern="0" cap="none" spc="0" normalizeH="0" baseline="0" noProof="0" dirty="0">
                <a:ln>
                  <a:noFill/>
                </a:ln>
                <a:solidFill>
                  <a:srgbClr val="435E13"/>
                </a:solidFill>
                <a:effectLst/>
                <a:uLnTx/>
                <a:uFillTx/>
                <a:latin typeface="+mj-lt"/>
              </a:rPr>
              <a:t>Work-streams</a:t>
            </a:r>
            <a:endParaRPr kumimoji="0" lang="en-GB" sz="1050" i="1" u="none" strike="noStrike" kern="0" cap="none" spc="0" normalizeH="0" baseline="0" noProof="0" dirty="0">
              <a:ln>
                <a:noFill/>
              </a:ln>
              <a:solidFill>
                <a:srgbClr val="435E13"/>
              </a:solidFill>
              <a:effectLst/>
              <a:uLnTx/>
              <a:uFillTx/>
              <a:latin typeface="+mj-lt"/>
            </a:endParaRPr>
          </a:p>
        </p:txBody>
      </p:sp>
      <p:sp>
        <p:nvSpPr>
          <p:cNvPr id="97" name="Rectangle 2"/>
          <p:cNvSpPr>
            <a:spLocks noChangeArrowheads="1"/>
          </p:cNvSpPr>
          <p:nvPr/>
        </p:nvSpPr>
        <p:spPr bwMode="auto">
          <a:xfrm>
            <a:off x="127609" y="1002457"/>
            <a:ext cx="1189538" cy="5324295"/>
          </a:xfrm>
          <a:prstGeom prst="rect">
            <a:avLst/>
          </a:prstGeom>
          <a:noFill/>
          <a:ln w="3175"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100" b="1" dirty="0">
              <a:solidFill>
                <a:schemeClr val="bg1"/>
              </a:solidFill>
            </a:endParaRPr>
          </a:p>
        </p:txBody>
      </p:sp>
      <p:sp>
        <p:nvSpPr>
          <p:cNvPr id="98" name="Rectangle 97"/>
          <p:cNvSpPr/>
          <p:nvPr/>
        </p:nvSpPr>
        <p:spPr bwMode="gray">
          <a:xfrm>
            <a:off x="179203" y="1469031"/>
            <a:ext cx="1080000" cy="1014082"/>
          </a:xfrm>
          <a:prstGeom prst="rect">
            <a:avLst/>
          </a:prstGeom>
          <a:solidFill>
            <a:schemeClr val="accent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noProof="0" dirty="0">
                <a:solidFill>
                  <a:schemeClr val="bg1"/>
                </a:solidFill>
              </a:rPr>
              <a:t>Business function transformation</a:t>
            </a:r>
            <a:endParaRPr lang="en-IN" sz="800" b="1" noProof="0" dirty="0" err="1">
              <a:solidFill>
                <a:schemeClr val="bg1"/>
              </a:solidFill>
            </a:endParaRPr>
          </a:p>
        </p:txBody>
      </p:sp>
      <p:sp>
        <p:nvSpPr>
          <p:cNvPr id="99" name="Rectangle 98"/>
          <p:cNvSpPr/>
          <p:nvPr/>
        </p:nvSpPr>
        <p:spPr bwMode="gray">
          <a:xfrm>
            <a:off x="179203" y="2633420"/>
            <a:ext cx="1080000" cy="1014082"/>
          </a:xfrm>
          <a:prstGeom prst="rect">
            <a:avLst/>
          </a:prstGeom>
          <a:solidFill>
            <a:schemeClr val="accent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noProof="0" dirty="0">
                <a:solidFill>
                  <a:schemeClr val="bg1"/>
                </a:solidFill>
              </a:rPr>
              <a:t>HR transformation</a:t>
            </a:r>
            <a:endParaRPr lang="en-IN" sz="800" b="1" noProof="0" dirty="0" err="1">
              <a:solidFill>
                <a:schemeClr val="bg1"/>
              </a:solidFill>
            </a:endParaRPr>
          </a:p>
        </p:txBody>
      </p:sp>
      <p:sp>
        <p:nvSpPr>
          <p:cNvPr id="100" name="Rectangle 99"/>
          <p:cNvSpPr/>
          <p:nvPr/>
        </p:nvSpPr>
        <p:spPr bwMode="gray">
          <a:xfrm>
            <a:off x="179203" y="3797809"/>
            <a:ext cx="1080000" cy="1014082"/>
          </a:xfrm>
          <a:prstGeom prst="rect">
            <a:avLst/>
          </a:prstGeom>
          <a:solidFill>
            <a:schemeClr val="accent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noProof="0" dirty="0">
                <a:solidFill>
                  <a:schemeClr val="bg1"/>
                </a:solidFill>
              </a:rPr>
              <a:t>New and emerging areas</a:t>
            </a:r>
            <a:endParaRPr lang="en-IN" sz="800" b="1" noProof="0" dirty="0" err="1">
              <a:solidFill>
                <a:schemeClr val="bg1"/>
              </a:solidFill>
            </a:endParaRPr>
          </a:p>
        </p:txBody>
      </p:sp>
      <p:sp>
        <p:nvSpPr>
          <p:cNvPr id="101" name="Rectangle 100"/>
          <p:cNvSpPr/>
          <p:nvPr/>
        </p:nvSpPr>
        <p:spPr bwMode="gray">
          <a:xfrm>
            <a:off x="179203" y="4962199"/>
            <a:ext cx="1080000" cy="1014082"/>
          </a:xfrm>
          <a:prstGeom prst="rect">
            <a:avLst/>
          </a:prstGeom>
          <a:solidFill>
            <a:schemeClr val="accent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noProof="0" dirty="0">
                <a:solidFill>
                  <a:schemeClr val="bg1"/>
                </a:solidFill>
              </a:rPr>
              <a:t>O&amp;M and Fuel Management</a:t>
            </a:r>
            <a:endParaRPr lang="en-IN" sz="800" b="1" noProof="0" dirty="0" err="1">
              <a:solidFill>
                <a:schemeClr val="bg1"/>
              </a:solidFill>
            </a:endParaRPr>
          </a:p>
        </p:txBody>
      </p:sp>
    </p:spTree>
    <p:extLst>
      <p:ext uri="{BB962C8B-B14F-4D97-AF65-F5344CB8AC3E}">
        <p14:creationId xmlns:p14="http://schemas.microsoft.com/office/powerpoint/2010/main" val="398505667"/>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p:custDataLst>
              <p:tags r:id="rId1"/>
            </p:custDataLst>
          </p:nvPr>
        </p:nvGraphicFramePr>
        <p:xfrm>
          <a:off x="1401" y="1401"/>
          <a:ext cx="1401" cy="1401"/>
        </p:xfrm>
        <a:graphic>
          <a:graphicData uri="http://schemas.openxmlformats.org/presentationml/2006/ole">
            <mc:AlternateContent xmlns:mc="http://schemas.openxmlformats.org/markup-compatibility/2006">
              <mc:Choice xmlns:v="urn:schemas-microsoft-com:vml" Requires="v">
                <p:oleObj name="think-cell Slide" r:id="rId4" imgW="470" imgH="469" progId="TCLayout.ActiveDocument.1">
                  <p:embed/>
                </p:oleObj>
              </mc:Choice>
              <mc:Fallback>
                <p:oleObj name="think-cell Slide" r:id="rId4" imgW="470" imgH="469" progId="TCLayout.ActiveDocument.1">
                  <p:embed/>
                  <p:pic>
                    <p:nvPicPr>
                      <p:cNvPr id="12" name="Object 11" hidden="1"/>
                      <p:cNvPicPr/>
                      <p:nvPr/>
                    </p:nvPicPr>
                    <p:blipFill>
                      <a:blip r:embed="rId5"/>
                      <a:stretch>
                        <a:fillRect/>
                      </a:stretch>
                    </p:blipFill>
                    <p:spPr>
                      <a:xfrm>
                        <a:off x="1401" y="1401"/>
                        <a:ext cx="1401" cy="1401"/>
                      </a:xfrm>
                      <a:prstGeom prst="rect">
                        <a:avLst/>
                      </a:prstGeom>
                    </p:spPr>
                  </p:pic>
                </p:oleObj>
              </mc:Fallback>
            </mc:AlternateContent>
          </a:graphicData>
        </a:graphic>
      </p:graphicFrame>
      <p:sp>
        <p:nvSpPr>
          <p:cNvPr id="13" name="Rectangle 12" hidden="1"/>
          <p:cNvSpPr/>
          <p:nvPr>
            <p:custDataLst>
              <p:tags r:id="rId2"/>
            </p:custDataLst>
          </p:nvPr>
        </p:nvSpPr>
        <p:spPr bwMode="gray">
          <a:xfrm>
            <a:off x="0" y="0"/>
            <a:ext cx="140074" cy="140074"/>
          </a:xfrm>
          <a:prstGeom prst="rect">
            <a:avLst/>
          </a:prstGeom>
          <a:solidFill>
            <a:schemeClr val="accent3"/>
          </a:solidFill>
          <a:ln w="19050" algn="ctr">
            <a:noFill/>
            <a:miter lim="800000"/>
            <a:headEnd/>
            <a:tailEnd/>
          </a:ln>
        </p:spPr>
        <p:txBody>
          <a:bodyPr vert="horz" wrap="none" lIns="0" tIns="0" rIns="0" bIns="0" numCol="1" spcCol="0" rtlCol="0" anchor="ctr" anchorCtr="0">
            <a:noAutofit/>
          </a:bodyPr>
          <a:lstStyle/>
          <a:p>
            <a:pPr algn="ctr">
              <a:spcBef>
                <a:spcPct val="0"/>
              </a:spcBef>
              <a:spcAft>
                <a:spcPct val="0"/>
              </a:spcAft>
              <a:buFont typeface="Wingdings 2" pitchFamily="18" charset="2"/>
              <a:buNone/>
            </a:pPr>
            <a:endParaRPr lang="en-US" sz="1941" b="1" dirty="0">
              <a:solidFill>
                <a:schemeClr val="bg1"/>
              </a:solidFill>
              <a:latin typeface="Verdana" panose="020B0604030504040204" pitchFamily="34" charset="0"/>
              <a:ea typeface="+mj-ea"/>
              <a:cs typeface="+mj-cs"/>
              <a:sym typeface="Verdana" panose="020B0604030504040204" pitchFamily="34" charset="0"/>
            </a:endParaRPr>
          </a:p>
        </p:txBody>
      </p:sp>
      <p:sp>
        <p:nvSpPr>
          <p:cNvPr id="11" name="Text Placeholder 10"/>
          <p:cNvSpPr>
            <a:spLocks noGrp="1"/>
          </p:cNvSpPr>
          <p:nvPr>
            <p:ph type="body" sz="quarter" idx="13"/>
          </p:nvPr>
        </p:nvSpPr>
        <p:spPr>
          <a:xfrm>
            <a:off x="457200" y="651602"/>
            <a:ext cx="11206801" cy="757255"/>
          </a:xfrm>
        </p:spPr>
        <p:txBody>
          <a:bodyPr/>
          <a:lstStyle/>
          <a:p>
            <a:r>
              <a:rPr lang="en-US" i="1" dirty="0"/>
              <a:t>..</a:t>
            </a:r>
            <a:endParaRPr lang="en-IN" dirty="0"/>
          </a:p>
          <a:p>
            <a:endParaRPr lang="en-IN" dirty="0"/>
          </a:p>
        </p:txBody>
      </p:sp>
      <p:sp>
        <p:nvSpPr>
          <p:cNvPr id="2" name="Title 1"/>
          <p:cNvSpPr>
            <a:spLocks noGrp="1"/>
          </p:cNvSpPr>
          <p:nvPr>
            <p:ph type="title"/>
          </p:nvPr>
        </p:nvSpPr>
        <p:spPr/>
        <p:txBody>
          <a:bodyPr/>
          <a:lstStyle/>
          <a:p>
            <a:r>
              <a:rPr lang="en-US" dirty="0"/>
              <a:t>Stakeholder interaction plan</a:t>
            </a:r>
            <a:endParaRPr lang="en-IN" dirty="0"/>
          </a:p>
        </p:txBody>
      </p:sp>
      <p:sp>
        <p:nvSpPr>
          <p:cNvPr id="27" name="Rounded Rectangle 26"/>
          <p:cNvSpPr/>
          <p:nvPr/>
        </p:nvSpPr>
        <p:spPr bwMode="gray">
          <a:xfrm>
            <a:off x="4969040" y="49119"/>
            <a:ext cx="1732971" cy="289640"/>
          </a:xfrm>
          <a:prstGeom prst="roundRect">
            <a:avLst/>
          </a:prstGeom>
          <a:solidFill>
            <a:srgbClr val="DA291C"/>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noProof="0" dirty="0">
                <a:solidFill>
                  <a:schemeClr val="bg1"/>
                </a:solidFill>
              </a:rPr>
              <a:t>WIP</a:t>
            </a:r>
            <a:endParaRPr lang="en-IN" sz="1600" b="1" noProof="0" dirty="0" err="1">
              <a:solidFill>
                <a:schemeClr val="bg1"/>
              </a:solidFill>
            </a:endParaRPr>
          </a:p>
        </p:txBody>
      </p:sp>
      <p:sp>
        <p:nvSpPr>
          <p:cNvPr id="3" name="Rectangle 2"/>
          <p:cNvSpPr/>
          <p:nvPr/>
        </p:nvSpPr>
        <p:spPr bwMode="gray">
          <a:xfrm>
            <a:off x="8808334" y="675160"/>
            <a:ext cx="2639028" cy="1067798"/>
          </a:xfrm>
          <a:prstGeom prst="rect">
            <a:avLst/>
          </a:prstGeom>
          <a:solidFill>
            <a:srgbClr val="C000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noProof="0" dirty="0">
                <a:solidFill>
                  <a:schemeClr val="bg1"/>
                </a:solidFill>
              </a:rPr>
              <a:t>Himadri to add </a:t>
            </a:r>
          </a:p>
          <a:p>
            <a:pPr algn="ctr">
              <a:lnSpc>
                <a:spcPct val="106000"/>
              </a:lnSpc>
              <a:buFont typeface="Wingdings 2" pitchFamily="18" charset="2"/>
              <a:buNone/>
            </a:pPr>
            <a:r>
              <a:rPr lang="en-US" sz="1200" dirty="0">
                <a:solidFill>
                  <a:schemeClr val="bg1"/>
                </a:solidFill>
              </a:rPr>
              <a:t>&lt;SD&gt; added some </a:t>
            </a:r>
            <a:r>
              <a:rPr lang="en-US" sz="1200">
                <a:solidFill>
                  <a:schemeClr val="bg1"/>
                </a:solidFill>
              </a:rPr>
              <a:t>data requirements</a:t>
            </a:r>
            <a:endParaRPr lang="en-IN" sz="1200" noProof="0" dirty="0" err="1">
              <a:solidFill>
                <a:schemeClr val="bg1"/>
              </a:solidFill>
            </a:endParaRPr>
          </a:p>
        </p:txBody>
      </p:sp>
      <p:sp>
        <p:nvSpPr>
          <p:cNvPr id="4" name="TextBox 3"/>
          <p:cNvSpPr txBox="1"/>
          <p:nvPr/>
        </p:nvSpPr>
        <p:spPr>
          <a:xfrm>
            <a:off x="795528" y="1545336"/>
            <a:ext cx="5065776" cy="1792798"/>
          </a:xfrm>
          <a:prstGeom prst="rect">
            <a:avLst/>
          </a:prstGeom>
          <a:noFill/>
        </p:spPr>
        <p:txBody>
          <a:bodyPr wrap="square" lIns="0" tIns="0" rIns="0" bIns="0" rtlCol="0">
            <a:spAutoFit/>
          </a:bodyPr>
          <a:lstStyle/>
          <a:p>
            <a:pPr marL="234000" indent="-234000">
              <a:spcBef>
                <a:spcPts val="0"/>
              </a:spcBef>
              <a:spcAft>
                <a:spcPts val="1333"/>
              </a:spcAft>
              <a:buSzPct val="100000"/>
              <a:buFont typeface="Arial"/>
              <a:buChar char="•"/>
            </a:pPr>
            <a:r>
              <a:rPr lang="en-US" sz="1200" dirty="0"/>
              <a:t>Process and Policy documents for </a:t>
            </a:r>
            <a:r>
              <a:rPr lang="en-US" sz="1200" dirty="0" err="1"/>
              <a:t>Recruiment</a:t>
            </a:r>
            <a:r>
              <a:rPr lang="en-US" sz="1200" dirty="0"/>
              <a:t>, Onboarding and Succession Management</a:t>
            </a:r>
          </a:p>
          <a:p>
            <a:pPr marL="234000" indent="-234000">
              <a:spcBef>
                <a:spcPts val="0"/>
              </a:spcBef>
              <a:spcAft>
                <a:spcPts val="1333"/>
              </a:spcAft>
              <a:buSzPct val="100000"/>
              <a:buFont typeface="Arial"/>
              <a:buChar char="•"/>
            </a:pPr>
            <a:r>
              <a:rPr lang="en-US" sz="1200" noProof="0" dirty="0">
                <a:solidFill>
                  <a:schemeClr val="tx1"/>
                </a:solidFill>
              </a:rPr>
              <a:t>Number of hires per month / annum broken by type (lateral, campus, other channels)</a:t>
            </a:r>
          </a:p>
          <a:p>
            <a:pPr marL="234000" indent="-234000">
              <a:spcBef>
                <a:spcPts val="0"/>
              </a:spcBef>
              <a:spcAft>
                <a:spcPts val="1333"/>
              </a:spcAft>
              <a:buSzPct val="100000"/>
              <a:buFont typeface="Arial"/>
              <a:buChar char="•"/>
            </a:pPr>
            <a:r>
              <a:rPr lang="en-US" sz="1200" dirty="0"/>
              <a:t>Framework for identification of specialist roles</a:t>
            </a:r>
          </a:p>
          <a:p>
            <a:pPr marL="234000" indent="-234000">
              <a:spcBef>
                <a:spcPts val="0"/>
              </a:spcBef>
              <a:spcAft>
                <a:spcPts val="1333"/>
              </a:spcAft>
              <a:buSzPct val="100000"/>
              <a:buFont typeface="Arial"/>
              <a:buChar char="•"/>
            </a:pPr>
            <a:r>
              <a:rPr lang="en-US" sz="1200" noProof="0" dirty="0">
                <a:solidFill>
                  <a:schemeClr val="tx1"/>
                </a:solidFill>
              </a:rPr>
              <a:t>Reports and dashboards for recruitment, onboarding and succession management</a:t>
            </a:r>
            <a:endParaRPr lang="en-IN" sz="1200" noProof="0" dirty="0" err="1">
              <a:solidFill>
                <a:schemeClr val="tx1"/>
              </a:solidFill>
            </a:endParaRPr>
          </a:p>
        </p:txBody>
      </p:sp>
    </p:spTree>
    <p:extLst>
      <p:ext uri="{BB962C8B-B14F-4D97-AF65-F5344CB8AC3E}">
        <p14:creationId xmlns:p14="http://schemas.microsoft.com/office/powerpoint/2010/main" val="1425983047"/>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Object 2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470" imgH="469" progId="TCLayout.ActiveDocument.1">
                  <p:embed/>
                </p:oleObj>
              </mc:Choice>
              <mc:Fallback>
                <p:oleObj name="think-cell Slide" r:id="rId3" imgW="470" imgH="469" progId="TCLayout.ActiveDocument.1">
                  <p:embed/>
                  <p:pic>
                    <p:nvPicPr>
                      <p:cNvPr id="23" name="Object 2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Title 4"/>
          <p:cNvSpPr>
            <a:spLocks noGrp="1"/>
          </p:cNvSpPr>
          <p:nvPr>
            <p:ph type="title"/>
          </p:nvPr>
        </p:nvSpPr>
        <p:spPr/>
        <p:txBody>
          <a:bodyPr/>
          <a:lstStyle/>
          <a:p>
            <a:r>
              <a:rPr lang="en-US" sz="3600" dirty="0"/>
              <a:t>Agenda</a:t>
            </a:r>
          </a:p>
        </p:txBody>
      </p:sp>
      <p:cxnSp>
        <p:nvCxnSpPr>
          <p:cNvPr id="11" name="Straight Connector 10"/>
          <p:cNvCxnSpPr/>
          <p:nvPr/>
        </p:nvCxnSpPr>
        <p:spPr>
          <a:xfrm flipV="1">
            <a:off x="496442" y="4262459"/>
            <a:ext cx="10289242" cy="0"/>
          </a:xfrm>
          <a:prstGeom prst="line">
            <a:avLst/>
          </a:prstGeom>
          <a:ln w="28575">
            <a:solidFill>
              <a:schemeClr val="bg2">
                <a:lumMod val="75000"/>
              </a:schemeClr>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496442" y="1479931"/>
            <a:ext cx="10289242" cy="0"/>
          </a:xfrm>
          <a:prstGeom prst="line">
            <a:avLst/>
          </a:prstGeom>
          <a:ln w="28575">
            <a:solidFill>
              <a:schemeClr val="bg2">
                <a:lumMod val="75000"/>
              </a:schemeClr>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graphicFrame>
        <p:nvGraphicFramePr>
          <p:cNvPr id="12" name="Table 30"/>
          <p:cNvGraphicFramePr>
            <a:graphicFrameLocks noGrp="1"/>
          </p:cNvGraphicFramePr>
          <p:nvPr>
            <p:extLst>
              <p:ext uri="{D42A27DB-BD31-4B8C-83A1-F6EECF244321}">
                <p14:modId xmlns:p14="http://schemas.microsoft.com/office/powerpoint/2010/main" val="2662268031"/>
              </p:ext>
            </p:extLst>
          </p:nvPr>
        </p:nvGraphicFramePr>
        <p:xfrm>
          <a:off x="557789" y="1755738"/>
          <a:ext cx="7161967" cy="4126288"/>
        </p:xfrm>
        <a:graphic>
          <a:graphicData uri="http://schemas.openxmlformats.org/drawingml/2006/table">
            <a:tbl>
              <a:tblPr>
                <a:tableStyleId>{2D5ABB26-0587-4C30-8999-92F81FD0307C}</a:tableStyleId>
              </a:tblPr>
              <a:tblGrid>
                <a:gridCol w="590539">
                  <a:extLst>
                    <a:ext uri="{9D8B030D-6E8A-4147-A177-3AD203B41FA5}">
                      <a16:colId xmlns:a16="http://schemas.microsoft.com/office/drawing/2014/main" val="20000"/>
                    </a:ext>
                  </a:extLst>
                </a:gridCol>
                <a:gridCol w="6571428">
                  <a:extLst>
                    <a:ext uri="{9D8B030D-6E8A-4147-A177-3AD203B41FA5}">
                      <a16:colId xmlns:a16="http://schemas.microsoft.com/office/drawing/2014/main" val="20001"/>
                    </a:ext>
                  </a:extLst>
                </a:gridCol>
              </a:tblGrid>
              <a:tr h="515786">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200" b="0" u="none" strike="noStrike" kern="1200" cap="none" normalizeH="0" baseline="0" dirty="0">
                        <a:ln>
                          <a:noFill/>
                        </a:ln>
                        <a:solidFill>
                          <a:schemeClr val="bg1">
                            <a:lumMod val="85000"/>
                          </a:schemeClr>
                        </a:solidFill>
                        <a:effectLst/>
                        <a:latin typeface="+mj-lt"/>
                        <a:ea typeface="+mn-ea"/>
                        <a:cs typeface="+mn-cs"/>
                      </a:endParaRPr>
                    </a:p>
                  </a:txBody>
                  <a:tcPr marL="68580" marR="68580" marT="34290" marB="34290" anchor="ctr">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dirty="0">
                          <a:ln>
                            <a:noFill/>
                          </a:ln>
                          <a:solidFill>
                            <a:schemeClr val="bg1">
                              <a:lumMod val="85000"/>
                            </a:schemeClr>
                          </a:solidFill>
                          <a:effectLst/>
                          <a:uLnTx/>
                          <a:uFillTx/>
                          <a:latin typeface="+mj-lt"/>
                          <a:ea typeface="+mn-ea"/>
                          <a:cs typeface="+mn-cs"/>
                        </a:rPr>
                        <a:t>Context  Setting and Programme Objectives</a:t>
                      </a:r>
                      <a:endParaRPr kumimoji="0" lang="en-IN" sz="1400" b="1" i="0" u="none" strike="noStrike" kern="1200" cap="none" spc="0" normalizeH="0" baseline="0" dirty="0">
                        <a:ln>
                          <a:noFill/>
                        </a:ln>
                        <a:solidFill>
                          <a:schemeClr val="bg1">
                            <a:lumMod val="85000"/>
                          </a:schemeClr>
                        </a:solidFill>
                        <a:effectLst/>
                        <a:uLnTx/>
                        <a:uFillTx/>
                        <a:latin typeface="+mj-lt"/>
                        <a:ea typeface="+mn-ea"/>
                        <a:cs typeface="+mn-cs"/>
                      </a:endParaRPr>
                    </a:p>
                  </a:txBody>
                  <a:tcPr marL="68580" marR="68580" marT="34290" marB="3429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515786">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200" b="0" u="none" strike="noStrike" kern="1200" cap="none" normalizeH="0" baseline="0" dirty="0">
                        <a:ln>
                          <a:noFill/>
                        </a:ln>
                        <a:solidFill>
                          <a:schemeClr val="bg1">
                            <a:lumMod val="85000"/>
                          </a:schemeClr>
                        </a:solidFill>
                        <a:effectLst/>
                        <a:latin typeface="+mj-lt"/>
                        <a:ea typeface="+mn-ea"/>
                        <a:cs typeface="+mn-cs"/>
                      </a:endParaRPr>
                    </a:p>
                  </a:txBody>
                  <a:tcPr marL="68580" marR="68580" marT="34290" marB="34290" anchor="ctr">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bg1">
                              <a:lumMod val="85000"/>
                            </a:schemeClr>
                          </a:solidFill>
                          <a:effectLst/>
                          <a:uLnTx/>
                          <a:uFillTx/>
                          <a:latin typeface="+mj-lt"/>
                          <a:ea typeface="+mn-ea"/>
                          <a:cs typeface="+mn-cs"/>
                        </a:rPr>
                        <a:t>Approach for the Engagement</a:t>
                      </a:r>
                    </a:p>
                  </a:txBody>
                  <a:tcPr marL="68580" marR="68580" marT="34290" marB="3429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31268999"/>
                  </a:ext>
                </a:extLst>
              </a:tr>
              <a:tr h="5157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dirty="0">
                        <a:ln>
                          <a:noFill/>
                        </a:ln>
                        <a:solidFill>
                          <a:schemeClr val="bg1">
                            <a:lumMod val="85000"/>
                          </a:schemeClr>
                        </a:solidFill>
                        <a:effectLst/>
                        <a:uLnTx/>
                        <a:uFillTx/>
                        <a:latin typeface="+mj-lt"/>
                        <a:ea typeface="+mn-ea"/>
                        <a:cs typeface="+mn-cs"/>
                      </a:endParaRPr>
                    </a:p>
                  </a:txBody>
                  <a:tcPr marL="68580" marR="68580" marT="34290" marB="34290" anchor="ctr">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bg1">
                              <a:lumMod val="85000"/>
                            </a:schemeClr>
                          </a:solidFill>
                          <a:effectLst/>
                          <a:uLnTx/>
                          <a:uFillTx/>
                          <a:latin typeface="+mj-lt"/>
                          <a:ea typeface="+mn-ea"/>
                          <a:cs typeface="+mn-cs"/>
                        </a:rPr>
                        <a:t>Work plan</a:t>
                      </a:r>
                    </a:p>
                  </a:txBody>
                  <a:tcPr marL="68580" marR="68580" marT="34290" marB="3429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5157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dirty="0">
                        <a:ln>
                          <a:noFill/>
                        </a:ln>
                        <a:solidFill>
                          <a:srgbClr val="000000"/>
                        </a:solidFill>
                        <a:effectLst/>
                        <a:uLnTx/>
                        <a:uFillTx/>
                        <a:latin typeface="+mj-lt"/>
                        <a:ea typeface="+mn-ea"/>
                        <a:cs typeface="+mn-cs"/>
                      </a:endParaRPr>
                    </a:p>
                  </a:txBody>
                  <a:tcPr marL="68580" marR="68580" marT="34290" marB="34290" anchor="ctr">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mj-lt"/>
                          <a:ea typeface="+mn-ea"/>
                          <a:cs typeface="+mn-cs"/>
                        </a:rPr>
                        <a:t>Key asks from NTPC</a:t>
                      </a:r>
                    </a:p>
                  </a:txBody>
                  <a:tcPr marL="68580" marR="68580" marT="34290" marB="3429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020727"/>
                  </a:ext>
                </a:extLst>
              </a:tr>
              <a:tr h="515786">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200" b="0" u="none" strike="noStrike" kern="1200" cap="none" normalizeH="0" baseline="0" dirty="0">
                        <a:ln>
                          <a:noFill/>
                        </a:ln>
                        <a:solidFill>
                          <a:schemeClr val="tx1"/>
                        </a:solidFill>
                        <a:effectLst/>
                        <a:latin typeface="+mj-lt"/>
                        <a:ea typeface="+mn-ea"/>
                        <a:cs typeface="+mn-cs"/>
                      </a:endParaRPr>
                    </a:p>
                  </a:txBody>
                  <a:tcPr marL="68580" marR="68580" marT="34290" marB="34290" anchor="ctr">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lang="en-US" sz="1400" b="1" i="0" kern="1200" dirty="0">
                        <a:solidFill>
                          <a:srgbClr val="000000"/>
                        </a:solidFill>
                        <a:latin typeface="+mj-lt"/>
                        <a:ea typeface="+mn-ea"/>
                        <a:cs typeface="+mn-cs"/>
                      </a:endParaRPr>
                    </a:p>
                  </a:txBody>
                  <a:tcPr marL="68580" marR="68580" marT="34290" marB="3429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3325463"/>
                  </a:ext>
                </a:extLst>
              </a:tr>
              <a:tr h="515786">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200" b="0" u="none" strike="noStrike" kern="1200" cap="none" normalizeH="0" baseline="0" dirty="0">
                        <a:ln>
                          <a:noFill/>
                        </a:ln>
                        <a:solidFill>
                          <a:schemeClr val="tx1"/>
                        </a:solidFill>
                        <a:effectLst/>
                        <a:latin typeface="+mj-lt"/>
                        <a:ea typeface="+mn-ea"/>
                        <a:cs typeface="+mn-cs"/>
                      </a:endParaRPr>
                    </a:p>
                  </a:txBody>
                  <a:tcPr marL="68580" marR="68580" marT="34290" marB="34290" anchor="ctr">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lang="en-US" sz="1400" b="1" i="0" kern="1200" dirty="0">
                        <a:solidFill>
                          <a:srgbClr val="000000"/>
                        </a:solidFill>
                        <a:latin typeface="+mj-lt"/>
                        <a:ea typeface="+mn-ea"/>
                        <a:cs typeface="+mn-cs"/>
                      </a:endParaRPr>
                    </a:p>
                  </a:txBody>
                  <a:tcPr marL="68580" marR="68580" marT="34290" marB="3429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8921054"/>
                  </a:ext>
                </a:extLst>
              </a:tr>
              <a:tr h="515786">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200" b="0" u="none" strike="noStrike" kern="1200" cap="none" normalizeH="0" baseline="0" dirty="0">
                        <a:ln>
                          <a:noFill/>
                        </a:ln>
                        <a:solidFill>
                          <a:schemeClr val="tx1"/>
                        </a:solidFill>
                        <a:effectLst/>
                        <a:latin typeface="+mj-lt"/>
                        <a:ea typeface="+mn-ea"/>
                        <a:cs typeface="+mn-cs"/>
                      </a:endParaRPr>
                    </a:p>
                  </a:txBody>
                  <a:tcPr marL="68580" marR="68580" marT="34290" marB="34290" anchor="ctr">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lang="en-US" sz="1400" b="1" i="0" kern="1200" dirty="0">
                        <a:solidFill>
                          <a:srgbClr val="000000"/>
                        </a:solidFill>
                        <a:latin typeface="+mj-lt"/>
                        <a:ea typeface="+mn-ea"/>
                        <a:cs typeface="+mn-cs"/>
                      </a:endParaRPr>
                    </a:p>
                  </a:txBody>
                  <a:tcPr marL="68580" marR="68580" marT="34290" marB="3429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6888728"/>
                  </a:ext>
                </a:extLst>
              </a:tr>
              <a:tr h="515786">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200" b="0" u="none" strike="noStrike" kern="1200" cap="none" normalizeH="0" baseline="0" dirty="0">
                        <a:ln>
                          <a:noFill/>
                        </a:ln>
                        <a:solidFill>
                          <a:schemeClr val="tx1"/>
                        </a:solidFill>
                        <a:effectLst/>
                        <a:latin typeface="+mj-lt"/>
                        <a:ea typeface="+mn-ea"/>
                        <a:cs typeface="+mn-cs"/>
                      </a:endParaRPr>
                    </a:p>
                  </a:txBody>
                  <a:tcPr marL="68580" marR="68580" marT="34290" marB="34290" anchor="ctr">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lang="en-US" sz="1400" b="1" i="0" kern="1200" dirty="0">
                        <a:solidFill>
                          <a:srgbClr val="000000"/>
                        </a:solidFill>
                        <a:latin typeface="+mj-lt"/>
                        <a:ea typeface="+mn-ea"/>
                        <a:cs typeface="+mn-cs"/>
                      </a:endParaRPr>
                    </a:p>
                  </a:txBody>
                  <a:tcPr marL="68580" marR="68580" marT="34290" marB="3429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2894290"/>
                  </a:ext>
                </a:extLst>
              </a:tr>
            </a:tbl>
          </a:graphicData>
        </a:graphic>
      </p:graphicFrame>
      <p:sp>
        <p:nvSpPr>
          <p:cNvPr id="13" name="Oval 6"/>
          <p:cNvSpPr>
            <a:spLocks noChangeAspect="1"/>
          </p:cNvSpPr>
          <p:nvPr/>
        </p:nvSpPr>
        <p:spPr>
          <a:xfrm>
            <a:off x="645992" y="1892915"/>
            <a:ext cx="293804" cy="293804"/>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481" tIns="34239" rIns="68481" bIns="34239" rtlCol="0" anchor="ctr"/>
          <a:lstStyle/>
          <a:p>
            <a:pPr algn="ctr"/>
            <a:r>
              <a:rPr lang="en-US" sz="1224" b="1" dirty="0">
                <a:solidFill>
                  <a:schemeClr val="bg1"/>
                </a:solidFill>
              </a:rPr>
              <a:t>1</a:t>
            </a:r>
          </a:p>
        </p:txBody>
      </p:sp>
      <p:sp>
        <p:nvSpPr>
          <p:cNvPr id="14" name="Oval 7"/>
          <p:cNvSpPr>
            <a:spLocks noChangeAspect="1"/>
          </p:cNvSpPr>
          <p:nvPr/>
        </p:nvSpPr>
        <p:spPr>
          <a:xfrm>
            <a:off x="645992" y="2407531"/>
            <a:ext cx="293804" cy="293804"/>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481" tIns="34239" rIns="68481" bIns="34239" rtlCol="0" anchor="ctr"/>
          <a:lstStyle/>
          <a:p>
            <a:pPr algn="ctr"/>
            <a:r>
              <a:rPr lang="en-US" sz="1224" b="1" dirty="0">
                <a:solidFill>
                  <a:schemeClr val="bg1"/>
                </a:solidFill>
              </a:rPr>
              <a:t>2</a:t>
            </a:r>
          </a:p>
        </p:txBody>
      </p:sp>
      <p:sp>
        <p:nvSpPr>
          <p:cNvPr id="15" name="Oval 31"/>
          <p:cNvSpPr>
            <a:spLocks noChangeAspect="1"/>
          </p:cNvSpPr>
          <p:nvPr/>
        </p:nvSpPr>
        <p:spPr>
          <a:xfrm>
            <a:off x="645992" y="2922148"/>
            <a:ext cx="293804" cy="293804"/>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481" tIns="34239" rIns="68481" bIns="34239" rtlCol="0" anchor="ctr"/>
          <a:lstStyle/>
          <a:p>
            <a:pPr algn="ctr"/>
            <a:r>
              <a:rPr lang="en-US" sz="1224" b="1" dirty="0">
                <a:solidFill>
                  <a:schemeClr val="bg1"/>
                </a:solidFill>
              </a:rPr>
              <a:t>3</a:t>
            </a:r>
          </a:p>
        </p:txBody>
      </p:sp>
      <p:sp>
        <p:nvSpPr>
          <p:cNvPr id="16" name="Oval 31"/>
          <p:cNvSpPr>
            <a:spLocks noChangeAspect="1"/>
          </p:cNvSpPr>
          <p:nvPr/>
        </p:nvSpPr>
        <p:spPr>
          <a:xfrm>
            <a:off x="645992" y="3381937"/>
            <a:ext cx="293804" cy="293804"/>
          </a:xfrm>
          <a:prstGeom prst="ellipse">
            <a:avLst/>
          </a:prstGeom>
          <a:solidFill>
            <a:srgbClr val="012169"/>
          </a:solidFill>
          <a:ln>
            <a:noFill/>
          </a:ln>
        </p:spPr>
        <p:style>
          <a:lnRef idx="2">
            <a:schemeClr val="accent1">
              <a:shade val="50000"/>
            </a:schemeClr>
          </a:lnRef>
          <a:fillRef idx="1">
            <a:schemeClr val="accent1"/>
          </a:fillRef>
          <a:effectRef idx="0">
            <a:schemeClr val="accent1"/>
          </a:effectRef>
          <a:fontRef idx="minor">
            <a:schemeClr val="lt1"/>
          </a:fontRef>
        </p:style>
        <p:txBody>
          <a:bodyPr lIns="68481" tIns="34239" rIns="68481" bIns="34239" rtlCol="0" anchor="ctr"/>
          <a:lstStyle/>
          <a:p>
            <a:pPr algn="ctr"/>
            <a:r>
              <a:rPr lang="en-US" sz="1224" b="1" dirty="0">
                <a:solidFill>
                  <a:schemeClr val="bg1">
                    <a:lumMod val="95000"/>
                  </a:schemeClr>
                </a:solidFill>
              </a:rPr>
              <a:t>4</a:t>
            </a:r>
          </a:p>
        </p:txBody>
      </p:sp>
    </p:spTree>
    <p:extLst>
      <p:ext uri="{BB962C8B-B14F-4D97-AF65-F5344CB8AC3E}">
        <p14:creationId xmlns:p14="http://schemas.microsoft.com/office/powerpoint/2010/main" val="2871067043"/>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gray">
          <a:xfrm>
            <a:off x="501651" y="1504223"/>
            <a:ext cx="3059828" cy="857850"/>
          </a:xfrm>
          <a:prstGeom prst="rect">
            <a:avLst/>
          </a:prstGeom>
          <a:solidFill>
            <a:srgbClr val="92D050"/>
          </a:solidFill>
          <a:ln w="19050" algn="ctr">
            <a:noFill/>
            <a:miter lim="800000"/>
            <a:headEnd/>
            <a:tailEnd/>
          </a:ln>
        </p:spPr>
        <p:txBody>
          <a:bodyPr wrap="square" lIns="78440" tIns="78440" rIns="78440" bIns="78440" rtlCol="0" anchor="ctr"/>
          <a:lstStyle/>
          <a:p>
            <a:pPr>
              <a:lnSpc>
                <a:spcPct val="106000"/>
              </a:lnSpc>
              <a:buFont typeface="Wingdings 2" pitchFamily="18" charset="2"/>
              <a:buNone/>
            </a:pPr>
            <a:r>
              <a:rPr lang="en-US" sz="1200" b="1" dirty="0">
                <a:solidFill>
                  <a:schemeClr val="bg1"/>
                </a:solidFill>
                <a:latin typeface="Verdana" panose="020B0604030504040204" pitchFamily="34" charset="0"/>
                <a:ea typeface="Verdana" panose="020B0604030504040204" pitchFamily="34" charset="0"/>
                <a:cs typeface="Verdana" panose="020B0604030504040204" pitchFamily="34" charset="0"/>
              </a:rPr>
              <a:t>Participation of NTPC leadership in key workshops and meetings</a:t>
            </a:r>
            <a:endParaRPr lang="en-IN" sz="12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22" name="Rectangle 21"/>
          <p:cNvSpPr/>
          <p:nvPr/>
        </p:nvSpPr>
        <p:spPr bwMode="gray">
          <a:xfrm>
            <a:off x="3797072" y="1504223"/>
            <a:ext cx="7908873" cy="857849"/>
          </a:xfrm>
          <a:prstGeom prst="rect">
            <a:avLst/>
          </a:prstGeom>
          <a:noFill/>
          <a:ln w="3175" algn="ctr">
            <a:solidFill>
              <a:schemeClr val="accent1"/>
            </a:solidFill>
            <a:prstDash val="solid"/>
            <a:miter lim="800000"/>
            <a:headEnd/>
            <a:tailEnd/>
          </a:ln>
        </p:spPr>
        <p:txBody>
          <a:bodyPr wrap="square" lIns="78440" tIns="78440" rIns="78440" bIns="78440" rtlCol="0" anchor="ctr"/>
          <a:lstStyle/>
          <a:p>
            <a:pPr>
              <a:spcBef>
                <a:spcPts val="529"/>
              </a:spcBef>
              <a:spcAft>
                <a:spcPts val="529"/>
              </a:spcAft>
              <a:buSzPct val="100000"/>
            </a:pPr>
            <a:r>
              <a:rPr lang="en-US" sz="1200" dirty="0">
                <a:solidFill>
                  <a:srgbClr val="313131"/>
                </a:solidFill>
                <a:latin typeface="Verdana" panose="020B0604030504040204" pitchFamily="34" charset="0"/>
                <a:ea typeface="Verdana" panose="020B0604030504040204" pitchFamily="34" charset="0"/>
                <a:cs typeface="Verdana" panose="020B0604030504040204" pitchFamily="34" charset="0"/>
              </a:rPr>
              <a:t>Key sessions will be designed in workshop formats. Success of these sessions is hinged on </a:t>
            </a:r>
            <a:r>
              <a:rPr lang="en-US" sz="1200" b="1" u="sng" dirty="0">
                <a:solidFill>
                  <a:srgbClr val="313131"/>
                </a:solidFill>
                <a:latin typeface="Verdana" panose="020B0604030504040204" pitchFamily="34" charset="0"/>
                <a:ea typeface="Verdana" panose="020B0604030504040204" pitchFamily="34" charset="0"/>
                <a:cs typeface="Verdana" panose="020B0604030504040204" pitchFamily="34" charset="0"/>
              </a:rPr>
              <a:t>active participation </a:t>
            </a:r>
            <a:r>
              <a:rPr lang="en-US" sz="1200" b="1" dirty="0">
                <a:solidFill>
                  <a:srgbClr val="313131"/>
                </a:solidFill>
                <a:latin typeface="Verdana" panose="020B0604030504040204" pitchFamily="34" charset="0"/>
                <a:ea typeface="Verdana" panose="020B0604030504040204" pitchFamily="34" charset="0"/>
                <a:cs typeface="Verdana" panose="020B0604030504040204" pitchFamily="34" charset="0"/>
              </a:rPr>
              <a:t>from key members</a:t>
            </a:r>
            <a:r>
              <a:rPr lang="en-US" sz="1200" dirty="0">
                <a:solidFill>
                  <a:srgbClr val="313131"/>
                </a:solidFill>
                <a:latin typeface="Verdana" panose="020B0604030504040204" pitchFamily="34" charset="0"/>
                <a:ea typeface="Verdana" panose="020B0604030504040204" pitchFamily="34" charset="0"/>
                <a:cs typeface="Verdana" panose="020B0604030504040204" pitchFamily="34" charset="0"/>
              </a:rPr>
              <a:t>. For each of the phases such as :</a:t>
            </a:r>
          </a:p>
          <a:p>
            <a:pPr marL="151287" lvl="1" indent="-151287">
              <a:buSzPct val="100000"/>
              <a:buFont typeface="Arial" panose="020B0604020202020204" pitchFamily="34" charset="0"/>
              <a:buChar char="•"/>
            </a:pPr>
            <a:r>
              <a:rPr lang="en-US" sz="1200" dirty="0">
                <a:solidFill>
                  <a:srgbClr val="313131"/>
                </a:solidFill>
                <a:latin typeface="Verdana" panose="020B0604030504040204" pitchFamily="34" charset="0"/>
                <a:ea typeface="Verdana" panose="020B0604030504040204" pitchFamily="34" charset="0"/>
                <a:cs typeface="Verdana" panose="020B0604030504040204" pitchFamily="34" charset="0"/>
              </a:rPr>
              <a:t>Diagnostic /As –is assessment</a:t>
            </a:r>
          </a:p>
          <a:p>
            <a:pPr marL="151287" lvl="1" indent="-151287">
              <a:buSzPct val="100000"/>
              <a:buFont typeface="Arial" panose="020B0604020202020204" pitchFamily="34" charset="0"/>
              <a:buChar char="•"/>
            </a:pPr>
            <a:r>
              <a:rPr lang="en-US" sz="1200" dirty="0">
                <a:solidFill>
                  <a:srgbClr val="313131"/>
                </a:solidFill>
                <a:latin typeface="Verdana" panose="020B0604030504040204" pitchFamily="34" charset="0"/>
                <a:ea typeface="Verdana" panose="020B0604030504040204" pitchFamily="34" charset="0"/>
                <a:cs typeface="Verdana" panose="020B0604030504040204" pitchFamily="34" charset="0"/>
              </a:rPr>
              <a:t>Strategic option prioritization</a:t>
            </a:r>
          </a:p>
        </p:txBody>
      </p:sp>
      <p:sp>
        <p:nvSpPr>
          <p:cNvPr id="37" name="Rectangle 36"/>
          <p:cNvSpPr/>
          <p:nvPr/>
        </p:nvSpPr>
        <p:spPr bwMode="gray">
          <a:xfrm>
            <a:off x="501651" y="2417213"/>
            <a:ext cx="3059828" cy="764091"/>
          </a:xfrm>
          <a:prstGeom prst="rect">
            <a:avLst/>
          </a:prstGeom>
          <a:solidFill>
            <a:srgbClr val="92D050"/>
          </a:solidFill>
          <a:ln w="19050" algn="ctr">
            <a:noFill/>
            <a:miter lim="800000"/>
            <a:headEnd/>
            <a:tailEnd/>
          </a:ln>
        </p:spPr>
        <p:txBody>
          <a:bodyPr wrap="square" lIns="78440" tIns="78440" rIns="78440" bIns="78440" rtlCol="0" anchor="ctr"/>
          <a:lstStyle/>
          <a:p>
            <a:pPr>
              <a:lnSpc>
                <a:spcPct val="106000"/>
              </a:lnSpc>
              <a:buFont typeface="Wingdings 2" pitchFamily="18" charset="2"/>
              <a:buNone/>
            </a:pPr>
            <a:r>
              <a:rPr lang="en-US" sz="1200" b="1" dirty="0">
                <a:solidFill>
                  <a:schemeClr val="bg1"/>
                </a:solidFill>
                <a:latin typeface="Verdana" panose="020B0604030504040204" pitchFamily="34" charset="0"/>
                <a:ea typeface="Verdana" panose="020B0604030504040204" pitchFamily="34" charset="0"/>
                <a:cs typeface="Verdana" panose="020B0604030504040204" pitchFamily="34" charset="0"/>
              </a:rPr>
              <a:t>Designated SPOCs (for each of the four work streams)</a:t>
            </a:r>
            <a:endParaRPr lang="en-IN" sz="12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38" name="Rectangle 37"/>
          <p:cNvSpPr/>
          <p:nvPr/>
        </p:nvSpPr>
        <p:spPr bwMode="gray">
          <a:xfrm>
            <a:off x="3797072" y="2417213"/>
            <a:ext cx="7908873" cy="764091"/>
          </a:xfrm>
          <a:prstGeom prst="rect">
            <a:avLst/>
          </a:prstGeom>
          <a:noFill/>
          <a:ln w="3175" algn="ctr">
            <a:solidFill>
              <a:schemeClr val="accent1"/>
            </a:solidFill>
            <a:prstDash val="solid"/>
            <a:miter lim="800000"/>
            <a:headEnd/>
            <a:tailEnd/>
          </a:ln>
        </p:spPr>
        <p:txBody>
          <a:bodyPr wrap="square" lIns="78440" tIns="78440" rIns="78440" bIns="78440" rtlCol="0" anchor="ctr"/>
          <a:lstStyle/>
          <a:p>
            <a:pPr>
              <a:spcBef>
                <a:spcPts val="529"/>
              </a:spcBef>
              <a:spcAft>
                <a:spcPts val="529"/>
              </a:spcAft>
              <a:buSzPct val="100000"/>
            </a:pPr>
            <a:r>
              <a:rPr lang="en-US" sz="1200" dirty="0">
                <a:solidFill>
                  <a:srgbClr val="313131"/>
                </a:solidFill>
                <a:latin typeface="Verdana" panose="020B0604030504040204" pitchFamily="34" charset="0"/>
                <a:ea typeface="Verdana" panose="020B0604030504040204" pitchFamily="34" charset="0"/>
                <a:cs typeface="Verdana" panose="020B0604030504040204" pitchFamily="34" charset="0"/>
              </a:rPr>
              <a:t>We will work closely with personnel of NTPC for each work stream</a:t>
            </a:r>
            <a:r>
              <a:rPr lang="en-US" sz="1200" b="1" dirty="0">
                <a:solidFill>
                  <a:srgbClr val="313131"/>
                </a:solidFill>
                <a:latin typeface="Verdana" panose="020B0604030504040204" pitchFamily="34" charset="0"/>
                <a:ea typeface="Verdana" panose="020B0604030504040204" pitchFamily="34" charset="0"/>
                <a:cs typeface="Verdana" panose="020B0604030504040204" pitchFamily="34" charset="0"/>
              </a:rPr>
              <a:t>. SPOCs for each are to be selected </a:t>
            </a:r>
            <a:r>
              <a:rPr lang="en-US" sz="1200" dirty="0">
                <a:solidFill>
                  <a:srgbClr val="313131"/>
                </a:solidFill>
                <a:latin typeface="Verdana" panose="020B0604030504040204" pitchFamily="34" charset="0"/>
                <a:ea typeface="Verdana" panose="020B0604030504040204" pitchFamily="34" charset="0"/>
                <a:cs typeface="Verdana" panose="020B0604030504040204" pitchFamily="34" charset="0"/>
              </a:rPr>
              <a:t>and we expect to work closely with them throughout the engagement and expect support in sharing data and information as and when required to facilitate progress</a:t>
            </a:r>
          </a:p>
        </p:txBody>
      </p:sp>
      <p:sp>
        <p:nvSpPr>
          <p:cNvPr id="39" name="Rectangle 38"/>
          <p:cNvSpPr/>
          <p:nvPr/>
        </p:nvSpPr>
        <p:spPr bwMode="gray">
          <a:xfrm>
            <a:off x="501651" y="4079003"/>
            <a:ext cx="3059828" cy="764091"/>
          </a:xfrm>
          <a:prstGeom prst="rect">
            <a:avLst/>
          </a:prstGeom>
          <a:solidFill>
            <a:srgbClr val="92D050"/>
          </a:solidFill>
          <a:ln w="19050" algn="ctr">
            <a:noFill/>
            <a:miter lim="800000"/>
            <a:headEnd/>
            <a:tailEnd/>
          </a:ln>
        </p:spPr>
        <p:txBody>
          <a:bodyPr wrap="square" lIns="78440" tIns="78440" rIns="78440" bIns="78440" rtlCol="0" anchor="ctr"/>
          <a:lstStyle/>
          <a:p>
            <a:pPr>
              <a:lnSpc>
                <a:spcPct val="106000"/>
              </a:lnSpc>
              <a:buFont typeface="Wingdings 2" pitchFamily="18" charset="2"/>
              <a:buNone/>
            </a:pPr>
            <a:r>
              <a:rPr lang="en-US" sz="1200" b="1" dirty="0">
                <a:solidFill>
                  <a:schemeClr val="bg1"/>
                </a:solidFill>
                <a:latin typeface="Verdana" panose="020B0604030504040204" pitchFamily="34" charset="0"/>
                <a:ea typeface="Verdana" panose="020B0604030504040204" pitchFamily="34" charset="0"/>
                <a:cs typeface="Verdana" panose="020B0604030504040204" pitchFamily="34" charset="0"/>
              </a:rPr>
              <a:t>Periodic review by leadership/ business heads</a:t>
            </a:r>
            <a:endParaRPr lang="en-IN" sz="12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41" name="Rectangle 40"/>
          <p:cNvSpPr/>
          <p:nvPr/>
        </p:nvSpPr>
        <p:spPr bwMode="gray">
          <a:xfrm>
            <a:off x="3797072" y="4079003"/>
            <a:ext cx="7908873" cy="764091"/>
          </a:xfrm>
          <a:prstGeom prst="rect">
            <a:avLst/>
          </a:prstGeom>
          <a:noFill/>
          <a:ln w="3175" algn="ctr">
            <a:solidFill>
              <a:schemeClr val="accent1"/>
            </a:solidFill>
            <a:prstDash val="solid"/>
            <a:miter lim="800000"/>
            <a:headEnd/>
            <a:tailEnd/>
          </a:ln>
        </p:spPr>
        <p:txBody>
          <a:bodyPr wrap="square" lIns="78440" tIns="78440" rIns="78440" bIns="78440" rtlCol="0" anchor="ctr"/>
          <a:lstStyle/>
          <a:p>
            <a:pPr>
              <a:spcBef>
                <a:spcPts val="529"/>
              </a:spcBef>
              <a:spcAft>
                <a:spcPts val="529"/>
              </a:spcAft>
              <a:buSzPct val="100000"/>
            </a:pPr>
            <a:r>
              <a:rPr lang="en-US" sz="1200" b="1" dirty="0">
                <a:solidFill>
                  <a:srgbClr val="313131"/>
                </a:solidFill>
                <a:latin typeface="Verdana" panose="020B0604030504040204" pitchFamily="34" charset="0"/>
                <a:ea typeface="Verdana" panose="020B0604030504040204" pitchFamily="34" charset="0"/>
                <a:cs typeface="Verdana" panose="020B0604030504040204" pitchFamily="34" charset="0"/>
              </a:rPr>
              <a:t>Periodic review by leadership </a:t>
            </a:r>
            <a:r>
              <a:rPr lang="en-US" sz="1200" dirty="0">
                <a:solidFill>
                  <a:srgbClr val="313131"/>
                </a:solidFill>
                <a:latin typeface="Verdana" panose="020B0604030504040204" pitchFamily="34" charset="0"/>
                <a:ea typeface="Verdana" panose="020B0604030504040204" pitchFamily="34" charset="0"/>
                <a:cs typeface="Verdana" panose="020B0604030504040204" pitchFamily="34" charset="0"/>
              </a:rPr>
              <a:t>and business heads is critical for the success of this assignment. A governance framework would be developed and agreed upon – it should be adhered to the entire team so that the engagement is successful</a:t>
            </a:r>
          </a:p>
        </p:txBody>
      </p:sp>
      <p:sp>
        <p:nvSpPr>
          <p:cNvPr id="43" name="Rectangle 42"/>
          <p:cNvSpPr/>
          <p:nvPr/>
        </p:nvSpPr>
        <p:spPr bwMode="gray">
          <a:xfrm>
            <a:off x="501651" y="4915472"/>
            <a:ext cx="3059828" cy="764091"/>
          </a:xfrm>
          <a:prstGeom prst="rect">
            <a:avLst/>
          </a:prstGeom>
          <a:solidFill>
            <a:srgbClr val="92D050"/>
          </a:solidFill>
          <a:ln w="19050" algn="ctr">
            <a:noFill/>
            <a:miter lim="800000"/>
            <a:headEnd/>
            <a:tailEnd/>
          </a:ln>
        </p:spPr>
        <p:txBody>
          <a:bodyPr wrap="square" lIns="78440" tIns="78440" rIns="78440" bIns="78440" rtlCol="0" anchor="ctr"/>
          <a:lstStyle/>
          <a:p>
            <a:pPr>
              <a:lnSpc>
                <a:spcPct val="106000"/>
              </a:lnSpc>
              <a:buFont typeface="Wingdings 2" pitchFamily="18" charset="2"/>
              <a:buNone/>
            </a:pPr>
            <a:r>
              <a:rPr lang="en-US" sz="1200" b="1" dirty="0">
                <a:solidFill>
                  <a:schemeClr val="bg1"/>
                </a:solidFill>
                <a:latin typeface="Verdana" panose="020B0604030504040204" pitchFamily="34" charset="0"/>
                <a:ea typeface="Verdana" panose="020B0604030504040204" pitchFamily="34" charset="0"/>
                <a:cs typeface="Verdana" panose="020B0604030504040204" pitchFamily="34" charset="0"/>
              </a:rPr>
              <a:t>Logistics for any on-site visits</a:t>
            </a:r>
            <a:endParaRPr lang="en-IN" sz="12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46" name="Rectangle 45"/>
          <p:cNvSpPr/>
          <p:nvPr/>
        </p:nvSpPr>
        <p:spPr bwMode="gray">
          <a:xfrm>
            <a:off x="3797072" y="4915472"/>
            <a:ext cx="7908873" cy="764091"/>
          </a:xfrm>
          <a:prstGeom prst="rect">
            <a:avLst/>
          </a:prstGeom>
          <a:noFill/>
          <a:ln w="3175" algn="ctr">
            <a:solidFill>
              <a:schemeClr val="accent1"/>
            </a:solidFill>
            <a:prstDash val="solid"/>
            <a:miter lim="800000"/>
            <a:headEnd/>
            <a:tailEnd/>
          </a:ln>
        </p:spPr>
        <p:txBody>
          <a:bodyPr wrap="square" lIns="78440" tIns="78440" rIns="78440" bIns="78440" rtlCol="0" anchor="ctr"/>
          <a:lstStyle/>
          <a:p>
            <a:pPr>
              <a:spcBef>
                <a:spcPts val="529"/>
              </a:spcBef>
              <a:spcAft>
                <a:spcPts val="529"/>
              </a:spcAft>
              <a:buSzPct val="100000"/>
            </a:pPr>
            <a:r>
              <a:rPr lang="en-US" sz="1200" dirty="0">
                <a:solidFill>
                  <a:srgbClr val="313131"/>
                </a:solidFill>
                <a:latin typeface="Verdana" panose="020B0604030504040204" pitchFamily="34" charset="0"/>
                <a:ea typeface="Verdana" panose="020B0604030504040204" pitchFamily="34" charset="0"/>
                <a:cs typeface="Verdana" panose="020B0604030504040204" pitchFamily="34" charset="0"/>
              </a:rPr>
              <a:t>If we need to visit specific plant sites or locations as mutually agreed upon, NTPC will help facilitate such site visits</a:t>
            </a:r>
          </a:p>
        </p:txBody>
      </p:sp>
      <p:sp>
        <p:nvSpPr>
          <p:cNvPr id="48" name="Rectangle 47"/>
          <p:cNvSpPr/>
          <p:nvPr/>
        </p:nvSpPr>
        <p:spPr bwMode="gray">
          <a:xfrm>
            <a:off x="501651" y="5740793"/>
            <a:ext cx="3059828" cy="764091"/>
          </a:xfrm>
          <a:prstGeom prst="rect">
            <a:avLst/>
          </a:prstGeom>
          <a:solidFill>
            <a:srgbClr val="92D050"/>
          </a:solidFill>
          <a:ln w="19050" algn="ctr">
            <a:noFill/>
            <a:miter lim="800000"/>
            <a:headEnd/>
            <a:tailEnd/>
          </a:ln>
        </p:spPr>
        <p:txBody>
          <a:bodyPr wrap="square" lIns="78440" tIns="78440" rIns="78440" bIns="78440" rtlCol="0" anchor="ctr"/>
          <a:lstStyle/>
          <a:p>
            <a:pPr>
              <a:lnSpc>
                <a:spcPct val="106000"/>
              </a:lnSpc>
              <a:buFont typeface="Wingdings 2" pitchFamily="18" charset="2"/>
              <a:buNone/>
            </a:pPr>
            <a:r>
              <a:rPr lang="en-US" sz="1200" b="1" dirty="0">
                <a:solidFill>
                  <a:schemeClr val="bg1"/>
                </a:solidFill>
                <a:latin typeface="Verdana" panose="020B0604030504040204" pitchFamily="34" charset="0"/>
                <a:ea typeface="Verdana" panose="020B0604030504040204" pitchFamily="34" charset="0"/>
                <a:cs typeface="Verdana" panose="020B0604030504040204" pitchFamily="34" charset="0"/>
              </a:rPr>
              <a:t>External stakeholder interaction</a:t>
            </a:r>
            <a:endParaRPr lang="en-IN" sz="12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49" name="Rectangle 48"/>
          <p:cNvSpPr/>
          <p:nvPr/>
        </p:nvSpPr>
        <p:spPr bwMode="gray">
          <a:xfrm>
            <a:off x="3797072" y="5740793"/>
            <a:ext cx="7908873" cy="764091"/>
          </a:xfrm>
          <a:prstGeom prst="rect">
            <a:avLst/>
          </a:prstGeom>
          <a:noFill/>
          <a:ln w="3175" algn="ctr">
            <a:solidFill>
              <a:schemeClr val="accent1"/>
            </a:solidFill>
            <a:prstDash val="solid"/>
            <a:miter lim="800000"/>
            <a:headEnd/>
            <a:tailEnd/>
          </a:ln>
        </p:spPr>
        <p:txBody>
          <a:bodyPr wrap="square" lIns="78440" tIns="78440" rIns="78440" bIns="78440" rtlCol="0" anchor="ctr"/>
          <a:lstStyle/>
          <a:p>
            <a:pPr>
              <a:spcBef>
                <a:spcPts val="529"/>
              </a:spcBef>
              <a:spcAft>
                <a:spcPts val="529"/>
              </a:spcAft>
              <a:buSzPct val="100000"/>
            </a:pPr>
            <a:r>
              <a:rPr lang="en-US" sz="1200" dirty="0">
                <a:solidFill>
                  <a:srgbClr val="313131"/>
                </a:solidFill>
                <a:latin typeface="Verdana" panose="020B0604030504040204" pitchFamily="34" charset="0"/>
                <a:ea typeface="Verdana" panose="020B0604030504040204" pitchFamily="34" charset="0"/>
                <a:cs typeface="Verdana" panose="020B0604030504040204" pitchFamily="34" charset="0"/>
              </a:rPr>
              <a:t>NTPC will help in arranging meeting/interaction with various external stakeholders (if required)</a:t>
            </a:r>
          </a:p>
        </p:txBody>
      </p:sp>
      <p:sp>
        <p:nvSpPr>
          <p:cNvPr id="3" name="Title 2"/>
          <p:cNvSpPr>
            <a:spLocks noGrp="1"/>
          </p:cNvSpPr>
          <p:nvPr>
            <p:ph type="title"/>
          </p:nvPr>
        </p:nvSpPr>
        <p:spPr/>
        <p:txBody>
          <a:bodyPr/>
          <a:lstStyle/>
          <a:p>
            <a:r>
              <a:rPr lang="en-US" dirty="0"/>
              <a:t>Key asks – What we need from NTPC</a:t>
            </a:r>
            <a:endParaRPr lang="en-IN" dirty="0"/>
          </a:p>
        </p:txBody>
      </p:sp>
      <p:sp>
        <p:nvSpPr>
          <p:cNvPr id="6" name="Text Placeholder 5"/>
          <p:cNvSpPr>
            <a:spLocks noGrp="1"/>
          </p:cNvSpPr>
          <p:nvPr>
            <p:ph type="body" sz="quarter" idx="13"/>
          </p:nvPr>
        </p:nvSpPr>
        <p:spPr>
          <a:xfrm>
            <a:off x="469900" y="809066"/>
            <a:ext cx="11252200" cy="364399"/>
          </a:xfrm>
        </p:spPr>
        <p:txBody>
          <a:bodyPr/>
          <a:lstStyle/>
          <a:p>
            <a:r>
              <a:rPr lang="en-US" sz="1800" dirty="0"/>
              <a:t>We are partners on this journey and expect to follow a collaborative approach</a:t>
            </a:r>
            <a:endParaRPr lang="en-IN" sz="1800" dirty="0"/>
          </a:p>
        </p:txBody>
      </p:sp>
      <p:sp>
        <p:nvSpPr>
          <p:cNvPr id="19" name="Rectangle 18"/>
          <p:cNvSpPr/>
          <p:nvPr/>
        </p:nvSpPr>
        <p:spPr bwMode="gray">
          <a:xfrm>
            <a:off x="501651" y="3242534"/>
            <a:ext cx="3059828" cy="764091"/>
          </a:xfrm>
          <a:prstGeom prst="rect">
            <a:avLst/>
          </a:prstGeom>
          <a:solidFill>
            <a:srgbClr val="92D050"/>
          </a:solidFill>
          <a:ln w="19050" algn="ctr">
            <a:noFill/>
            <a:miter lim="800000"/>
            <a:headEnd/>
            <a:tailEnd/>
          </a:ln>
        </p:spPr>
        <p:txBody>
          <a:bodyPr wrap="square" lIns="78440" tIns="78440" rIns="78440" bIns="78440" rtlCol="0" anchor="ctr"/>
          <a:lstStyle/>
          <a:p>
            <a:pPr>
              <a:lnSpc>
                <a:spcPct val="106000"/>
              </a:lnSpc>
              <a:buFont typeface="Wingdings 2" pitchFamily="18" charset="2"/>
              <a:buNone/>
            </a:pPr>
            <a:r>
              <a:rPr lang="en-US" sz="1200" b="1" dirty="0">
                <a:solidFill>
                  <a:schemeClr val="bg1"/>
                </a:solidFill>
              </a:rPr>
              <a:t>Information request</a:t>
            </a:r>
            <a:endParaRPr lang="en-IN" sz="1200" b="1" dirty="0">
              <a:solidFill>
                <a:schemeClr val="bg1"/>
              </a:solidFill>
            </a:endParaRPr>
          </a:p>
        </p:txBody>
      </p:sp>
      <p:sp>
        <p:nvSpPr>
          <p:cNvPr id="20" name="Rectangle 19"/>
          <p:cNvSpPr/>
          <p:nvPr/>
        </p:nvSpPr>
        <p:spPr bwMode="gray">
          <a:xfrm>
            <a:off x="3797072" y="3242534"/>
            <a:ext cx="7908873" cy="764091"/>
          </a:xfrm>
          <a:prstGeom prst="rect">
            <a:avLst/>
          </a:prstGeom>
          <a:noFill/>
          <a:ln w="3175" algn="ctr">
            <a:solidFill>
              <a:schemeClr val="accent1"/>
            </a:solidFill>
            <a:prstDash val="solid"/>
            <a:miter lim="800000"/>
            <a:headEnd/>
            <a:tailEnd/>
          </a:ln>
        </p:spPr>
        <p:txBody>
          <a:bodyPr wrap="square" lIns="78440" tIns="78440" rIns="78440" bIns="78440" rtlCol="0" anchor="ctr"/>
          <a:lstStyle/>
          <a:p>
            <a:pPr>
              <a:spcBef>
                <a:spcPts val="1587"/>
              </a:spcBef>
              <a:buSzPct val="100000"/>
            </a:pPr>
            <a:r>
              <a:rPr lang="en-US" sz="1200" b="1" dirty="0">
                <a:solidFill>
                  <a:srgbClr val="313131"/>
                </a:solidFill>
              </a:rPr>
              <a:t>NTPC will provide the required information/data </a:t>
            </a:r>
            <a:r>
              <a:rPr lang="en-US" sz="1200" dirty="0">
                <a:solidFill>
                  <a:srgbClr val="313131"/>
                </a:solidFill>
              </a:rPr>
              <a:t> for the diagnostic assessment. Information request templates will be provided after the Kick-off </a:t>
            </a:r>
          </a:p>
        </p:txBody>
      </p:sp>
    </p:spTree>
    <p:extLst>
      <p:ext uri="{BB962C8B-B14F-4D97-AF65-F5344CB8AC3E}">
        <p14:creationId xmlns:p14="http://schemas.microsoft.com/office/powerpoint/2010/main" val="4065166822"/>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Placeholder 2"/>
          <p:cNvPicPr>
            <a:picLocks noGrp="1" noChangeAspect="1"/>
          </p:cNvPicPr>
          <p:nvPr>
            <p:ph type="pic" sz="quarter" idx="14"/>
          </p:nvPr>
        </p:nvPicPr>
        <p:blipFill>
          <a:blip r:embed="rId4">
            <a:extLst>
              <a:ext uri="{28A0092B-C50C-407E-A947-70E740481C1C}">
                <a14:useLocalDpi xmlns:a14="http://schemas.microsoft.com/office/drawing/2010/main" val="0"/>
              </a:ext>
            </a:extLst>
          </a:blip>
          <a:srcRect t="12799" b="12799"/>
          <a:stretch>
            <a:fillRect/>
          </a:stretch>
        </p:blipFill>
        <p:spPr>
          <a:xfrm>
            <a:off x="5506721" y="1214962"/>
            <a:ext cx="6370320" cy="4738797"/>
          </a:xfrm>
        </p:spPr>
      </p:pic>
      <p:sp>
        <p:nvSpPr>
          <p:cNvPr id="4" name="Rectangle 3"/>
          <p:cNvSpPr/>
          <p:nvPr/>
        </p:nvSpPr>
        <p:spPr>
          <a:xfrm>
            <a:off x="386743" y="1132452"/>
            <a:ext cx="5353657" cy="5139869"/>
          </a:xfrm>
          <a:prstGeom prst="rect">
            <a:avLst/>
          </a:prstGeom>
        </p:spPr>
        <p:txBody>
          <a:bodyPr wrap="square">
            <a:spAutoFit/>
          </a:bodyPr>
          <a:lstStyle/>
          <a:p>
            <a:pPr defTabSz="1019175">
              <a:spcAft>
                <a:spcPts val="600"/>
              </a:spcAft>
              <a:buClr>
                <a:schemeClr val="tx1"/>
              </a:buClr>
              <a:buSzPct val="80000"/>
              <a:buFont typeface="Wingdings" pitchFamily="2" charset="2"/>
              <a:buNone/>
            </a:pPr>
            <a:r>
              <a:rPr lang="en-US" sz="1100" noProof="1"/>
              <a:t>Deloitte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defTabSz="1019175">
              <a:spcAft>
                <a:spcPts val="600"/>
              </a:spcAft>
              <a:buClr>
                <a:schemeClr val="tx1"/>
              </a:buClr>
              <a:buSzPct val="80000"/>
              <a:buFont typeface="Wingdings" pitchFamily="2" charset="2"/>
              <a:buNone/>
            </a:pPr>
            <a:r>
              <a:rPr lang="en-US" sz="1100" noProof="1"/>
              <a:t>This material has been prepared by Deloitte Touche Tohmatsu India LLP (“DTTILLP”), a member of Deloitte Touche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defTabSz="1019175">
              <a:spcAft>
                <a:spcPts val="600"/>
              </a:spcAft>
              <a:buClr>
                <a:schemeClr val="tx1"/>
              </a:buClr>
              <a:buSzPct val="80000"/>
              <a:buFont typeface="Wingdings" pitchFamily="2" charset="2"/>
              <a:buNone/>
            </a:pPr>
            <a:r>
              <a:rPr lang="en-US" sz="1100" noProof="1"/>
              <a:t>Nothing in this material creates any contractual relationship between DTTILLP and you. Any mutually binding legal obligationsorrights may only be created between you and DTTILLP upon execution of a legally binding contract. By using this material and any information contained in it, the user accepts this entire notice and terms of use.</a:t>
            </a:r>
          </a:p>
          <a:p>
            <a:pPr defTabSz="1019175">
              <a:spcAft>
                <a:spcPts val="600"/>
              </a:spcAft>
              <a:buClr>
                <a:schemeClr val="tx1"/>
              </a:buClr>
              <a:buSzPct val="80000"/>
              <a:buFont typeface="Wingdings" pitchFamily="2" charset="2"/>
              <a:buNone/>
            </a:pPr>
            <a:r>
              <a:rPr lang="en-US" sz="1100" noProof="1"/>
              <a:t>©2019 Deloitte Touche Tohmatsu India LLP. Member of Deloitte Touche Tohmatsu Limited</a:t>
            </a:r>
          </a:p>
          <a:p>
            <a:pPr defTabSz="1019175">
              <a:spcAft>
                <a:spcPts val="600"/>
              </a:spcAft>
              <a:buClr>
                <a:schemeClr val="tx1"/>
              </a:buClr>
              <a:buSzPct val="80000"/>
              <a:buFont typeface="Wingdings" pitchFamily="2" charset="2"/>
              <a:buNone/>
            </a:pPr>
            <a:r>
              <a:rPr lang="en-US" sz="1100" noProof="1"/>
              <a:t>Deloitte Touche Tohmatsu India Private Limited (U74140MH199 5PTC093339), a private company limited by shares, was converted into Deloitte Touche Tohmatsu India LLP, a limited liability partnership (LLP Identification No. AAE-8458),with effect from October 1, 2015.</a:t>
            </a:r>
          </a:p>
        </p:txBody>
      </p:sp>
    </p:spTree>
    <p:custDataLst>
      <p:tags r:id="rId1"/>
    </p:custDataLst>
    <p:extLst>
      <p:ext uri="{BB962C8B-B14F-4D97-AF65-F5344CB8AC3E}">
        <p14:creationId xmlns:p14="http://schemas.microsoft.com/office/powerpoint/2010/main" val="2378693763"/>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NVT0fPb4UFL8aEoQoJi_F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0PcDvHnZI8K4frJhRW_RCg"/>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VEtstrXgY5JW6sNIvCExz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wJZqkhZcKtimm62nbKGujQ"/>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2ThKHQwzTsGFPLD71BHvF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2ThKHQwzTsGFPLD71BHvF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2ThKHQwzTsGFPLD71BHvFQ"/>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2ThKHQwzTsGFPLD71BHvF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S8j8yyZJS6KC.ojEw_tYE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My8Tz36iJECAfYrXE1EXmw"/>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S8j8yyZJS6KC.ojEw_tYEw"/>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EMPLAFYSLIDEID" val="636090605918013724"/>
</p:tagLst>
</file>

<file path=ppt/theme/theme1.xml><?xml version="1.0" encoding="utf-8"?>
<a:theme xmlns:a="http://schemas.openxmlformats.org/drawingml/2006/main" name="Deloitte_UK_Onscreen">
  <a:themeElements>
    <a:clrScheme name="Deloitte colors">
      <a:dk1>
        <a:srgbClr val="000000"/>
      </a:dk1>
      <a:lt1>
        <a:srgbClr val="FFFFFF"/>
      </a:lt1>
      <a:dk2>
        <a:srgbClr val="44546A"/>
      </a:dk2>
      <a:lt2>
        <a:srgbClr val="E7E6E6"/>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954F72"/>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solidFill>
            <a:schemeClr val="accent3"/>
          </a:solidFill>
          <a:miter lim="800000"/>
          <a:headEnd/>
          <a:tailEnd/>
        </a:ln>
      </a:spPr>
      <a:bodyPr wrap="square" lIns="88900" tIns="88900" rIns="88900" bIns="88900" rtlCol="0" anchor="ctr"/>
      <a:lstStyle>
        <a:defPPr algn="ctr">
          <a:lnSpc>
            <a:spcPct val="106000"/>
          </a:lnSpc>
          <a:buFont typeface="Wingdings 2" pitchFamily="18" charset="2"/>
          <a:buNone/>
          <a:defRPr sz="1600" b="1" noProof="0" dirty="0" err="1">
            <a:solidFill>
              <a:schemeClr val="bg1"/>
            </a:solidFill>
          </a:defRPr>
        </a:defPPr>
      </a:lstStyle>
    </a:spDef>
    <a:lnDef>
      <a:spPr>
        <a:ln>
          <a:solidFill>
            <a:srgbClr val="44546A"/>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34000" indent="-234000">
          <a:spcBef>
            <a:spcPts val="0"/>
          </a:spcBef>
          <a:spcAft>
            <a:spcPts val="1333"/>
          </a:spcAft>
          <a:buSzPct val="100000"/>
          <a:buFont typeface="Arial"/>
          <a:buChar char="•"/>
          <a:defRPr sz="1200" noProof="0" dirty="0" err="1">
            <a:solidFill>
              <a:schemeClr val="tx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 widescreen (16-9).potx" id="{D15CC715-B911-44C1-9E94-DDBA3AD356C4}" vid="{6A3836AB-5DCF-4D2F-8285-FE1EF7A83340}"/>
    </a:ext>
  </a:extLst>
</a:theme>
</file>

<file path=ppt/theme/theme2.xml><?xml version="1.0" encoding="utf-8"?>
<a:theme xmlns:a="http://schemas.openxmlformats.org/drawingml/2006/main" name="1_Deloitte_UK_Onscreen">
  <a:themeElements>
    <a:clrScheme name="Deloitte colors">
      <a:dk1>
        <a:srgbClr val="000000"/>
      </a:dk1>
      <a:lt1>
        <a:srgbClr val="FFFFFF"/>
      </a:lt1>
      <a:dk2>
        <a:srgbClr val="44546A"/>
      </a:dk2>
      <a:lt2>
        <a:srgbClr val="E7E6E6"/>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954F72"/>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solidFill>
            <a:schemeClr val="accent3"/>
          </a:solidFill>
          <a:miter lim="800000"/>
          <a:headEnd/>
          <a:tailEnd/>
        </a:ln>
      </a:spPr>
      <a:bodyPr wrap="square" lIns="88900" tIns="88900" rIns="88900" bIns="88900" rtlCol="0" anchor="ctr"/>
      <a:lstStyle>
        <a:defPPr algn="ctr">
          <a:lnSpc>
            <a:spcPct val="106000"/>
          </a:lnSpc>
          <a:buFont typeface="Wingdings 2" pitchFamily="18" charset="2"/>
          <a:buNone/>
          <a:defRPr sz="1600" b="1" noProof="0" dirty="0" err="1">
            <a:solidFill>
              <a:schemeClr val="bg1"/>
            </a:solidFill>
          </a:defRPr>
        </a:defPPr>
      </a:lstStyle>
    </a:spDef>
    <a:lnDef>
      <a:spPr>
        <a:ln>
          <a:solidFill>
            <a:srgbClr val="44546A"/>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34000" indent="-234000">
          <a:spcBef>
            <a:spcPts val="0"/>
          </a:spcBef>
          <a:spcAft>
            <a:spcPts val="1333"/>
          </a:spcAft>
          <a:buSzPct val="100000"/>
          <a:buFont typeface="Arial"/>
          <a:buChar char="•"/>
          <a:defRPr sz="1200" noProof="0" dirty="0" err="1">
            <a:solidFill>
              <a:schemeClr val="tx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 widescreen (16-9).potx" id="{D15CC715-B911-44C1-9E94-DDBA3AD356C4}" vid="{6A3836AB-5DCF-4D2F-8285-FE1EF7A83340}"/>
    </a:ext>
  </a:extLst>
</a:theme>
</file>

<file path=ppt/theme/theme3.xml><?xml version="1.0" encoding="utf-8"?>
<a:theme xmlns:a="http://schemas.openxmlformats.org/drawingml/2006/main" name="Manulife layouts">
  <a:themeElements>
    <a:clrScheme name="New Brand Final">
      <a:dk1>
        <a:sysClr val="windowText" lastClr="000000"/>
      </a:dk1>
      <a:lt1>
        <a:sysClr val="window" lastClr="FFFFFF"/>
      </a:lt1>
      <a:dk2>
        <a:srgbClr val="282B3E"/>
      </a:dk2>
      <a:lt2>
        <a:srgbClr val="8E90A2"/>
      </a:lt2>
      <a:accent1>
        <a:srgbClr val="00A758"/>
      </a:accent1>
      <a:accent2>
        <a:srgbClr val="0000C1"/>
      </a:accent2>
      <a:accent3>
        <a:srgbClr val="FF7769"/>
      </a:accent3>
      <a:accent4>
        <a:srgbClr val="361558"/>
      </a:accent4>
      <a:accent5>
        <a:srgbClr val="F49600"/>
      </a:accent5>
      <a:accent6>
        <a:srgbClr val="05B2A7"/>
      </a:accent6>
      <a:hlink>
        <a:srgbClr val="0000C1"/>
      </a:hlink>
      <a:folHlink>
        <a:srgbClr val="954F72"/>
      </a:folHlink>
    </a:clrScheme>
    <a:fontScheme name="Manulife Template">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lIns="182880" rIns="182880" rtlCol="0" anchor="ctr"/>
      <a:lstStyle>
        <a:defPPr algn="l">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a:defPPr>
      </a:lstStyle>
    </a:txDef>
  </a:objectDefaults>
  <a:extraClrSchemeLst/>
  <a:extLst>
    <a:ext uri="{05A4C25C-085E-4340-85A3-A5531E510DB2}">
      <thm15:themeFamily xmlns:thm15="http://schemas.microsoft.com/office/thememl/2012/main" name="1026722 - Corporate PPT Template_16x9_MP 1026722 E_0818_v14" id="{3527DC7A-8C8D-4E9E-9B6E-A1046016BC1D}" vid="{5393119F-6D4A-4296-9D2C-28F94A85A1E8}"/>
    </a:ext>
  </a:ext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Props1.xml><?xml version="1.0" encoding="utf-8"?>
<ds:datastoreItem xmlns:ds="http://schemas.openxmlformats.org/officeDocument/2006/customXml" ds:itemID="{B78C0EAC-D0A6-4285-A200-8FAD9A49D860}"/>
</file>

<file path=customXml/itemProps2.xml><?xml version="1.0" encoding="utf-8"?>
<ds:datastoreItem xmlns:ds="http://schemas.openxmlformats.org/officeDocument/2006/customXml" ds:itemID="{3B0CEA29-9E61-4AA9-BCCC-558C0CF81B3A}"/>
</file>

<file path=customXml/itemProps3.xml><?xml version="1.0" encoding="utf-8"?>
<ds:datastoreItem xmlns:ds="http://schemas.openxmlformats.org/officeDocument/2006/customXml" ds:itemID="{8F999809-4D1F-4DC5-ADF3-AF215BF91F6B}"/>
</file>

<file path=docProps/app.xml><?xml version="1.0" encoding="utf-8"?>
<Properties xmlns="http://schemas.openxmlformats.org/officeDocument/2006/extended-properties" xmlns:vt="http://schemas.openxmlformats.org/officeDocument/2006/docPropsVTypes">
  <Template/>
  <TotalTime>11370</TotalTime>
  <Words>2263</Words>
  <Application>Microsoft Office PowerPoint</Application>
  <PresentationFormat>Widescreen</PresentationFormat>
  <Paragraphs>309</Paragraphs>
  <Slides>15</Slides>
  <Notes>7</Notes>
  <HiddenSlides>0</HiddenSlides>
  <MMClips>0</MMClips>
  <ScaleCrop>false</ScaleCrop>
  <HeadingPairs>
    <vt:vector size="8" baseType="variant">
      <vt:variant>
        <vt:lpstr>Fonts Used</vt:lpstr>
      </vt:variant>
      <vt:variant>
        <vt:i4>9</vt:i4>
      </vt:variant>
      <vt:variant>
        <vt:lpstr>Theme</vt:lpstr>
      </vt:variant>
      <vt:variant>
        <vt:i4>3</vt:i4>
      </vt:variant>
      <vt:variant>
        <vt:lpstr>Embedded OLE Servers</vt:lpstr>
      </vt:variant>
      <vt:variant>
        <vt:i4>1</vt:i4>
      </vt:variant>
      <vt:variant>
        <vt:lpstr>Slide Titles</vt:lpstr>
      </vt:variant>
      <vt:variant>
        <vt:i4>15</vt:i4>
      </vt:variant>
    </vt:vector>
  </HeadingPairs>
  <TitlesOfParts>
    <vt:vector size="28" baseType="lpstr">
      <vt:lpstr>Arial</vt:lpstr>
      <vt:lpstr>Calibri</vt:lpstr>
      <vt:lpstr>Manulife JH Sans</vt:lpstr>
      <vt:lpstr>Manulife JH Sans Light</vt:lpstr>
      <vt:lpstr>Open Sans Light</vt:lpstr>
      <vt:lpstr>Segoe UI</vt:lpstr>
      <vt:lpstr>Verdana</vt:lpstr>
      <vt:lpstr>Wingdings</vt:lpstr>
      <vt:lpstr>Wingdings 2</vt:lpstr>
      <vt:lpstr>Deloitte_UK_Onscreen</vt:lpstr>
      <vt:lpstr>1_Deloitte_UK_Onscreen</vt:lpstr>
      <vt:lpstr>Manulife layouts</vt:lpstr>
      <vt:lpstr>think-cell Slide</vt:lpstr>
      <vt:lpstr>PowerPoint Presentation</vt:lpstr>
      <vt:lpstr>Our team today….</vt:lpstr>
      <vt:lpstr>Agenda</vt:lpstr>
      <vt:lpstr>Context setting and objectives</vt:lpstr>
      <vt:lpstr>Agenda</vt:lpstr>
      <vt:lpstr>Our approach towards “Strategy 2025”</vt:lpstr>
      <vt:lpstr>Work stream – W1: Business function transformation, W4:O&amp;M and Fuel Management  </vt:lpstr>
      <vt:lpstr>Work stream – W2: HR transformation </vt:lpstr>
      <vt:lpstr>Work stream – W3: New and emerging business areas</vt:lpstr>
      <vt:lpstr>Agenda</vt:lpstr>
      <vt:lpstr>Proposed project Work plan</vt:lpstr>
      <vt:lpstr>Stakeholder interaction plan</vt:lpstr>
      <vt:lpstr>Agenda</vt:lpstr>
      <vt:lpstr>Key asks – What we need from NTPC</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Pawar, Rajas</dc:creator>
  <cp:lastModifiedBy>Mallick, Tanudeep</cp:lastModifiedBy>
  <cp:revision>1578</cp:revision>
  <dcterms:modified xsi:type="dcterms:W3CDTF">2023-08-08T08:12:28Z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fyTimeStamp">
    <vt:lpwstr>2016-05-12T18:47:00.1929907</vt:lpwstr>
  </property>
  <property fmtid="{D5CDD505-2E9C-101B-9397-08002B2CF9AE}" pid="3" name="CustomerId">
    <vt:lpwstr>deloitteindia</vt:lpwstr>
  </property>
  <property fmtid="{D5CDD505-2E9C-101B-9397-08002B2CF9AE}" pid="4" name="TemplateId">
    <vt:lpwstr>635986756201929906</vt:lpwstr>
  </property>
  <property fmtid="{D5CDD505-2E9C-101B-9397-08002B2CF9AE}" pid="5" name="UserProfileId">
    <vt:lpwstr>636681349781846700</vt:lpwstr>
  </property>
  <property fmtid="{D5CDD505-2E9C-101B-9397-08002B2CF9AE}" pid="6" name="MSIP_Label_ea60d57e-af5b-4752-ac57-3e4f28ca11dc_Enabled">
    <vt:lpwstr>true</vt:lpwstr>
  </property>
  <property fmtid="{D5CDD505-2E9C-101B-9397-08002B2CF9AE}" pid="7" name="MSIP_Label_ea60d57e-af5b-4752-ac57-3e4f28ca11dc_SetDate">
    <vt:lpwstr>2023-08-08T08:10:27Z</vt:lpwstr>
  </property>
  <property fmtid="{D5CDD505-2E9C-101B-9397-08002B2CF9AE}" pid="8" name="MSIP_Label_ea60d57e-af5b-4752-ac57-3e4f28ca11dc_Method">
    <vt:lpwstr>Standard</vt:lpwstr>
  </property>
  <property fmtid="{D5CDD505-2E9C-101B-9397-08002B2CF9AE}" pid="9" name="MSIP_Label_ea60d57e-af5b-4752-ac57-3e4f28ca11dc_Name">
    <vt:lpwstr>ea60d57e-af5b-4752-ac57-3e4f28ca11dc</vt:lpwstr>
  </property>
  <property fmtid="{D5CDD505-2E9C-101B-9397-08002B2CF9AE}" pid="10" name="MSIP_Label_ea60d57e-af5b-4752-ac57-3e4f28ca11dc_SiteId">
    <vt:lpwstr>36da45f1-dd2c-4d1f-af13-5abe46b99921</vt:lpwstr>
  </property>
  <property fmtid="{D5CDD505-2E9C-101B-9397-08002B2CF9AE}" pid="11" name="MSIP_Label_ea60d57e-af5b-4752-ac57-3e4f28ca11dc_ActionId">
    <vt:lpwstr>988bdb2a-6f27-48e7-b2da-972b00def2aa</vt:lpwstr>
  </property>
  <property fmtid="{D5CDD505-2E9C-101B-9397-08002B2CF9AE}" pid="12" name="MSIP_Label_ea60d57e-af5b-4752-ac57-3e4f28ca11dc_ContentBits">
    <vt:lpwstr>0</vt:lpwstr>
  </property>
  <property fmtid="{D5CDD505-2E9C-101B-9397-08002B2CF9AE}" pid="13" name="ContentTypeId">
    <vt:lpwstr>0x01010046EABACCD3B39C49923CC76F9A3899B0</vt:lpwstr>
  </property>
</Properties>
</file>