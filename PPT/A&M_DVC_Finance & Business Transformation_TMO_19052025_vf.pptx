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3.xml" ContentType="application/vnd.openxmlformats-officedocument.theme+xml"/>
  <Override PartName="/ppt/tags/tag21.xml" ContentType="application/vnd.openxmlformats-officedocument.presentationml.tags+xml"/>
  <Override PartName="/ppt/theme/theme4.xml" ContentType="application/vnd.openxmlformats-officedocument.theme+xml"/>
  <Override PartName="/ppt/tags/tag2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4.xml" ContentType="application/vnd.openxmlformats-officedocument.presentationml.notesSlide+xml"/>
  <Override PartName="/ppt/charts/chart4.xml" ContentType="application/vnd.openxmlformats-officedocument.drawingml.chart+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5.xml" ContentType="application/vnd.openxmlformats-officedocument.presentationml.notesSlide+xml"/>
  <Override PartName="/ppt/charts/chart5.xml" ContentType="application/vnd.openxmlformats-officedocument.drawingml.chart+xml"/>
  <Override PartName="/ppt/tags/tag71.xml" ContentType="application/vnd.openxmlformats-officedocument.presentationml.tags+xml"/>
  <Override PartName="/ppt/notesSlides/notesSlide6.xml" ContentType="application/vnd.openxmlformats-officedocument.presentationml.notesSlide+xml"/>
  <Override PartName="/ppt/tags/tag72.xml" ContentType="application/vnd.openxmlformats-officedocument.presentationml.tags+xml"/>
  <Override PartName="/ppt/notesSlides/notesSlide7.xml" ContentType="application/vnd.openxmlformats-officedocument.presentationml.notesSlide+xml"/>
  <Override PartName="/ppt/tags/tag73.xml" ContentType="application/vnd.openxmlformats-officedocument.presentationml.tags+xml"/>
  <Override PartName="/ppt/notesSlides/notesSlide8.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9.xml" ContentType="application/vnd.openxmlformats-officedocument.presentationml.notesSlide+xml"/>
  <Override PartName="/ppt/tags/tag77.xml" ContentType="application/vnd.openxmlformats-officedocument.presentationml.tags+xml"/>
  <Override PartName="/ppt/notesSlides/notesSlide10.xml" ContentType="application/vnd.openxmlformats-officedocument.presentationml.notesSlide+xml"/>
  <Override PartName="/ppt/tags/tag78.xml" ContentType="application/vnd.openxmlformats-officedocument.presentationml.tags+xml"/>
  <Override PartName="/ppt/notesSlides/notesSlide11.xml" ContentType="application/vnd.openxmlformats-officedocument.presentationml.notesSlide+xml"/>
  <Override PartName="/ppt/tags/tag79.xml" ContentType="application/vnd.openxmlformats-officedocument.presentationml.tags+xml"/>
  <Override PartName="/ppt/notesSlides/notesSlide12.xml" ContentType="application/vnd.openxmlformats-officedocument.presentationml.notesSlide+xml"/>
  <Override PartName="/ppt/tags/tag80.xml" ContentType="application/vnd.openxmlformats-officedocument.presentationml.tags+xml"/>
  <Override PartName="/ppt/notesSlides/notesSlide13.xml" ContentType="application/vnd.openxmlformats-officedocument.presentationml.notesSlide+xml"/>
  <Override PartName="/ppt/tags/tag81.xml" ContentType="application/vnd.openxmlformats-officedocument.presentationml.tags+xml"/>
  <Override PartName="/ppt/notesSlides/notesSlide14.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84.xml" ContentType="application/vnd.openxmlformats-officedocument.presentationml.tags+xml"/>
  <Override PartName="/ppt/notesSlides/notesSlide16.xml" ContentType="application/vnd.openxmlformats-officedocument.presentationml.notesSlide+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tags/tag85.xml" ContentType="application/vnd.openxmlformats-officedocument.presentationml.tags+xml"/>
  <Override PartName="/ppt/notesSlides/notesSlide17.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18.xml" ContentType="application/vnd.openxmlformats-officedocument.presentationml.notesSlide+xml"/>
  <Override PartName="/ppt/tags/tag8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4"/>
    <p:sldMasterId id="2147483988" r:id="rId5"/>
    <p:sldMasterId id="2147483978" r:id="rId6"/>
  </p:sldMasterIdLst>
  <p:notesMasterIdLst>
    <p:notesMasterId r:id="rId40"/>
  </p:notesMasterIdLst>
  <p:sldIdLst>
    <p:sldId id="2147482224" r:id="rId7"/>
    <p:sldId id="2147483061" r:id="rId8"/>
    <p:sldId id="2147482255" r:id="rId9"/>
    <p:sldId id="301" r:id="rId10"/>
    <p:sldId id="2147469606" r:id="rId11"/>
    <p:sldId id="2147483102" r:id="rId12"/>
    <p:sldId id="2147483104" r:id="rId13"/>
    <p:sldId id="2147483110" r:id="rId14"/>
    <p:sldId id="2147482241" r:id="rId15"/>
    <p:sldId id="2147482257" r:id="rId16"/>
    <p:sldId id="2147483081" r:id="rId17"/>
    <p:sldId id="2147483082" r:id="rId18"/>
    <p:sldId id="2147483086" r:id="rId19"/>
    <p:sldId id="2147469607" r:id="rId20"/>
    <p:sldId id="2147483083" r:id="rId21"/>
    <p:sldId id="2147483084" r:id="rId22"/>
    <p:sldId id="2147483085" r:id="rId23"/>
    <p:sldId id="2147482243" r:id="rId24"/>
    <p:sldId id="2147483065" r:id="rId25"/>
    <p:sldId id="2147483068" r:id="rId26"/>
    <p:sldId id="2147483076" r:id="rId27"/>
    <p:sldId id="2147483087" r:id="rId28"/>
    <p:sldId id="2147483088" r:id="rId29"/>
    <p:sldId id="2147483089" r:id="rId30"/>
    <p:sldId id="2147483071" r:id="rId31"/>
    <p:sldId id="2147482258" r:id="rId32"/>
    <p:sldId id="2147483108" r:id="rId33"/>
    <p:sldId id="2147483064" r:id="rId34"/>
    <p:sldId id="2147483109" r:id="rId35"/>
    <p:sldId id="2147483113" r:id="rId36"/>
    <p:sldId id="2147482259" r:id="rId37"/>
    <p:sldId id="2147483080" r:id="rId38"/>
    <p:sldId id="2545" r:id="rId39"/>
  </p:sldIdLst>
  <p:sldSz cx="12192000" cy="6858000"/>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F0300D4-D743-4DEE-B985-A75925E416E5}">
          <p14:sldIdLst>
            <p14:sldId id="2147482224"/>
            <p14:sldId id="2147483061"/>
            <p14:sldId id="2147482255"/>
          </p14:sldIdLst>
        </p14:section>
        <p14:section name="Strategic Context" id="{C8867787-56FE-4FB5-BB96-A05F9F5E9F2F}">
          <p14:sldIdLst>
            <p14:sldId id="301"/>
            <p14:sldId id="2147469606"/>
            <p14:sldId id="2147483102"/>
            <p14:sldId id="2147483104"/>
            <p14:sldId id="2147483110"/>
            <p14:sldId id="2147482241"/>
          </p14:sldIdLst>
        </p14:section>
        <p14:section name="A&amp;M" id="{C5E8C95C-DA4C-414E-937B-52E67421A5DA}">
          <p14:sldIdLst>
            <p14:sldId id="2147482257"/>
            <p14:sldId id="2147483081"/>
            <p14:sldId id="2147483082"/>
            <p14:sldId id="2147483086"/>
            <p14:sldId id="2147469607"/>
            <p14:sldId id="2147483083"/>
            <p14:sldId id="2147483084"/>
            <p14:sldId id="2147483085"/>
            <p14:sldId id="2147482243"/>
            <p14:sldId id="2147483065"/>
            <p14:sldId id="2147483068"/>
            <p14:sldId id="2147483076"/>
            <p14:sldId id="2147483087"/>
            <p14:sldId id="2147483088"/>
            <p14:sldId id="2147483089"/>
            <p14:sldId id="2147483071"/>
          </p14:sldIdLst>
        </p14:section>
        <p14:section name="Project Execution and Workplan" id="{DF477801-BCD3-420C-8879-5A05C1FBA3AC}">
          <p14:sldIdLst>
            <p14:sldId id="2147482258"/>
            <p14:sldId id="2147483108"/>
            <p14:sldId id="2147483064"/>
            <p14:sldId id="2147483109"/>
            <p14:sldId id="2147483113"/>
          </p14:sldIdLst>
        </p14:section>
        <p14:section name="Why Deloitte" id="{C875AB32-49AE-4839-B93B-91430FBBD3AA}">
          <p14:sldIdLst>
            <p14:sldId id="2147482259"/>
            <p14:sldId id="2147483080"/>
            <p14:sldId id="254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0C3601A-6CE5-C476-D039-DD34EAAABEC5}" name="Dhawan, Shubham" initials="SD" userId="S::shudhawan@deloitte.com::e457b5f3-1f3d-4d58-917e-9019c3073c41" providerId="AD"/>
  <p188:author id="{3CFFE992-8412-8725-F762-D638482E8D1A}" name="Agarwal, Manshi" initials="MA" userId="S::maagarwal@deloitte.com::6cc07858-728c-4e9f-b6e1-438a4ff77b77" providerId="AD"/>
  <p188:author id="{3AE890AC-EB14-2DF9-EA9D-005B3390285D}" name="Sharma, Piyush" initials="SP" userId="S::psharma12@deloitte.com::2d18546c-9080-478c-ad55-454124390050" providerId="AD"/>
  <p188:author id="{9B48ABC2-0B04-221A-0C11-FD4ADF6CF100}" name="Paul, Soumik" initials="PS" userId="S::soumikpaul@deloitte.com::02add954-bfbd-4fae-96aa-51fc9490f5de" providerId="AD"/>
  <p188:author id="{9377E2DA-764E-4840-B559-110547C82E03}" name="Chakraborty, Devjyoti" initials="DC" userId="S::devchakraborty@deloitte.com::33f7199d-a81e-4938-af16-7161c1058e9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riharan, P." initials="HP [3]" lastIdx="5" clrIdx="0">
    <p:extLst>
      <p:ext uri="{19B8F6BF-5375-455C-9EA6-DF929625EA0E}">
        <p15:presenceInfo xmlns:p15="http://schemas.microsoft.com/office/powerpoint/2012/main" userId="Hariharan, P." providerId="None"/>
      </p:ext>
    </p:extLst>
  </p:cmAuthor>
  <p:cmAuthor id="2" name="Dhawan, Shubham" initials="DS" lastIdx="11" clrIdx="1">
    <p:extLst>
      <p:ext uri="{19B8F6BF-5375-455C-9EA6-DF929625EA0E}">
        <p15:presenceInfo xmlns:p15="http://schemas.microsoft.com/office/powerpoint/2012/main" userId="S::shudhawan@deloitte.com::e457b5f3-1f3d-4d58-917e-9019c3073c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F4D0"/>
    <a:srgbClr val="BCBCB9"/>
    <a:srgbClr val="43B02A"/>
    <a:srgbClr val="594C35"/>
    <a:srgbClr val="F2F2F2"/>
    <a:srgbClr val="DCDDDF"/>
    <a:srgbClr val="E6E6E6"/>
    <a:srgbClr val="0D8390"/>
    <a:srgbClr val="00A0B3"/>
    <a:srgbClr val="132F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DC4B44-7B67-4212-A269-4FDDB996604E}" v="1" dt="2025-12-02T09:42:49.0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55" autoAdjust="0"/>
  </p:normalViewPr>
  <p:slideViewPr>
    <p:cSldViewPr snapToGrid="0">
      <p:cViewPr varScale="1">
        <p:scale>
          <a:sx n="55" d="100"/>
          <a:sy n="55" d="100"/>
        </p:scale>
        <p:origin x="10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wan, Shubham" userId="e457b5f3-1f3d-4d58-917e-9019c3073c41" providerId="ADAL" clId="{E01C108A-8749-4A23-816E-37850A5525FB}"/>
    <pc:docChg chg="undo custSel addSld delSld modSld sldOrd modMainMaster addSection delSection modSection replTag">
      <pc:chgData name="Dhawan, Shubham" userId="e457b5f3-1f3d-4d58-917e-9019c3073c41" providerId="ADAL" clId="{E01C108A-8749-4A23-816E-37850A5525FB}" dt="2025-05-17T06:01:45.407" v="53950" actId="47"/>
      <pc:docMkLst>
        <pc:docMk/>
      </pc:docMkLst>
      <pc:sldChg chg="del">
        <pc:chgData name="Dhawan, Shubham" userId="e457b5f3-1f3d-4d58-917e-9019c3073c41" providerId="ADAL" clId="{E01C108A-8749-4A23-816E-37850A5525FB}" dt="2025-05-16T15:10:16.127" v="38062" actId="47"/>
        <pc:sldMkLst>
          <pc:docMk/>
          <pc:sldMk cId="2682565821" sldId="261"/>
        </pc:sldMkLst>
      </pc:sldChg>
      <pc:sldChg chg="modSp mod">
        <pc:chgData name="Dhawan, Shubham" userId="e457b5f3-1f3d-4d58-917e-9019c3073c41" providerId="ADAL" clId="{E01C108A-8749-4A23-816E-37850A5525FB}" dt="2025-05-15T11:38:31.902" v="15382" actId="20577"/>
        <pc:sldMkLst>
          <pc:docMk/>
          <pc:sldMk cId="1764148702" sldId="301"/>
        </pc:sldMkLst>
      </pc:sldChg>
      <pc:sldChg chg="del">
        <pc:chgData name="Dhawan, Shubham" userId="e457b5f3-1f3d-4d58-917e-9019c3073c41" providerId="ADAL" clId="{E01C108A-8749-4A23-816E-37850A5525FB}" dt="2025-05-15T11:37:39.877" v="15374" actId="47"/>
        <pc:sldMkLst>
          <pc:docMk/>
          <pc:sldMk cId="660805111" sldId="2147347686"/>
        </pc:sldMkLst>
      </pc:sldChg>
      <pc:sldChg chg="modSp mod">
        <pc:chgData name="Dhawan, Shubham" userId="e457b5f3-1f3d-4d58-917e-9019c3073c41" providerId="ADAL" clId="{E01C108A-8749-4A23-816E-37850A5525FB}" dt="2025-05-14T13:26:48.088" v="3868" actId="1076"/>
        <pc:sldMkLst>
          <pc:docMk/>
          <pc:sldMk cId="3523782250" sldId="2147347726"/>
        </pc:sldMkLst>
      </pc:sldChg>
      <pc:sldChg chg="del">
        <pc:chgData name="Dhawan, Shubham" userId="e457b5f3-1f3d-4d58-917e-9019c3073c41" providerId="ADAL" clId="{E01C108A-8749-4A23-816E-37850A5525FB}" dt="2025-05-15T11:36:11.537" v="15360" actId="47"/>
        <pc:sldMkLst>
          <pc:docMk/>
          <pc:sldMk cId="1902756951" sldId="2147469541"/>
        </pc:sldMkLst>
      </pc:sldChg>
      <pc:sldChg chg="del">
        <pc:chgData name="Dhawan, Shubham" userId="e457b5f3-1f3d-4d58-917e-9019c3073c41" providerId="ADAL" clId="{E01C108A-8749-4A23-816E-37850A5525FB}" dt="2025-05-15T11:44:24.466" v="15430" actId="47"/>
        <pc:sldMkLst>
          <pc:docMk/>
          <pc:sldMk cId="884194126" sldId="2147469583"/>
        </pc:sldMkLst>
      </pc:sldChg>
      <pc:sldChg chg="ord">
        <pc:chgData name="Dhawan, Shubham" userId="e457b5f3-1f3d-4d58-917e-9019c3073c41" providerId="ADAL" clId="{E01C108A-8749-4A23-816E-37850A5525FB}" dt="2025-05-15T11:42:38.041" v="15406"/>
        <pc:sldMkLst>
          <pc:docMk/>
          <pc:sldMk cId="4037882321" sldId="2147469594"/>
        </pc:sldMkLst>
      </pc:sldChg>
      <pc:sldChg chg="ord">
        <pc:chgData name="Dhawan, Shubham" userId="e457b5f3-1f3d-4d58-917e-9019c3073c41" providerId="ADAL" clId="{E01C108A-8749-4A23-816E-37850A5525FB}" dt="2025-05-15T11:42:39.677" v="15408"/>
        <pc:sldMkLst>
          <pc:docMk/>
          <pc:sldMk cId="1504925200" sldId="2147469595"/>
        </pc:sldMkLst>
      </pc:sldChg>
      <pc:sldChg chg="delSp mod">
        <pc:chgData name="Dhawan, Shubham" userId="e457b5f3-1f3d-4d58-917e-9019c3073c41" providerId="ADAL" clId="{E01C108A-8749-4A23-816E-37850A5525FB}" dt="2025-05-16T06:04:01.648" v="19831" actId="478"/>
        <pc:sldMkLst>
          <pc:docMk/>
          <pc:sldMk cId="4128533220" sldId="2147469596"/>
        </pc:sldMkLst>
      </pc:sldChg>
      <pc:sldChg chg="ord">
        <pc:chgData name="Dhawan, Shubham" userId="e457b5f3-1f3d-4d58-917e-9019c3073c41" providerId="ADAL" clId="{E01C108A-8749-4A23-816E-37850A5525FB}" dt="2025-05-15T11:44:21.308" v="15427"/>
        <pc:sldMkLst>
          <pc:docMk/>
          <pc:sldMk cId="3559679152" sldId="2147469597"/>
        </pc:sldMkLst>
      </pc:sldChg>
      <pc:sldChg chg="ord">
        <pc:chgData name="Dhawan, Shubham" userId="e457b5f3-1f3d-4d58-917e-9019c3073c41" providerId="ADAL" clId="{E01C108A-8749-4A23-816E-37850A5525FB}" dt="2025-05-15T11:44:22.500" v="15429"/>
        <pc:sldMkLst>
          <pc:docMk/>
          <pc:sldMk cId="3955595728" sldId="2147469598"/>
        </pc:sldMkLst>
      </pc:sldChg>
      <pc:sldChg chg="addSp delSp modSp mod">
        <pc:chgData name="Dhawan, Shubham" userId="e457b5f3-1f3d-4d58-917e-9019c3073c41" providerId="ADAL" clId="{E01C108A-8749-4A23-816E-37850A5525FB}" dt="2025-05-16T05:06:44.399" v="19828"/>
        <pc:sldMkLst>
          <pc:docMk/>
          <pc:sldMk cId="309534385" sldId="2147469600"/>
        </pc:sldMkLst>
      </pc:sldChg>
      <pc:sldChg chg="addSp delSp modSp mod ord addCm delCm">
        <pc:chgData name="Dhawan, Shubham" userId="e457b5f3-1f3d-4d58-917e-9019c3073c41" providerId="ADAL" clId="{E01C108A-8749-4A23-816E-37850A5525FB}" dt="2025-05-15T16:43:14.490" v="19640"/>
        <pc:sldMkLst>
          <pc:docMk/>
          <pc:sldMk cId="3173828734" sldId="2147469603"/>
        </pc:sldMkLst>
        <pc:extLst>
          <p:ext xmlns:p="http://schemas.openxmlformats.org/presentationml/2006/main" uri="{D6D511B9-2390-475A-947B-AFAB55BFBCF1}">
            <pc226:cmChg xmlns:pc226="http://schemas.microsoft.com/office/powerpoint/2022/06/main/command" chg="add del">
              <pc226:chgData name="Dhawan, Shubham" userId="e457b5f3-1f3d-4d58-917e-9019c3073c41" providerId="ADAL" clId="{E01C108A-8749-4A23-816E-37850A5525FB}" dt="2025-05-14T17:34:03.987" v="4051"/>
              <pc2:cmMkLst xmlns:pc2="http://schemas.microsoft.com/office/powerpoint/2019/9/main/command">
                <pc:docMk/>
                <pc:sldMk cId="3173828734" sldId="2147469603"/>
                <pc2:cmMk id="{352044EF-32EC-4208-9A93-7FBB646AC7EB}"/>
              </pc2:cmMkLst>
            </pc226:cmChg>
          </p:ext>
        </pc:extLst>
      </pc:sldChg>
      <pc:sldChg chg="addSp delSp modSp mod">
        <pc:chgData name="Dhawan, Shubham" userId="e457b5f3-1f3d-4d58-917e-9019c3073c41" providerId="ADAL" clId="{E01C108A-8749-4A23-816E-37850A5525FB}" dt="2025-05-17T03:24:17.515" v="46777"/>
        <pc:sldMkLst>
          <pc:docMk/>
          <pc:sldMk cId="3558178423" sldId="2147469606"/>
        </pc:sldMkLst>
      </pc:sldChg>
      <pc:sldChg chg="addSp delSp modSp mod">
        <pc:chgData name="Dhawan, Shubham" userId="e457b5f3-1f3d-4d58-917e-9019c3073c41" providerId="ADAL" clId="{E01C108A-8749-4A23-816E-37850A5525FB}" dt="2025-05-15T12:03:35.737" v="15751" actId="20577"/>
        <pc:sldMkLst>
          <pc:docMk/>
          <pc:sldMk cId="1982941579" sldId="2147482224"/>
        </pc:sldMkLst>
      </pc:sldChg>
      <pc:sldChg chg="del">
        <pc:chgData name="Dhawan, Shubham" userId="e457b5f3-1f3d-4d58-917e-9019c3073c41" providerId="ADAL" clId="{E01C108A-8749-4A23-816E-37850A5525FB}" dt="2025-05-15T11:40:22.422" v="15395" actId="47"/>
        <pc:sldMkLst>
          <pc:docMk/>
          <pc:sldMk cId="1376955978" sldId="2147482225"/>
        </pc:sldMkLst>
      </pc:sldChg>
      <pc:sldChg chg="del">
        <pc:chgData name="Dhawan, Shubham" userId="e457b5f3-1f3d-4d58-917e-9019c3073c41" providerId="ADAL" clId="{E01C108A-8749-4A23-816E-37850A5525FB}" dt="2025-05-15T11:41:09.939" v="15400" actId="47"/>
        <pc:sldMkLst>
          <pc:docMk/>
          <pc:sldMk cId="987731459" sldId="2147482226"/>
        </pc:sldMkLst>
      </pc:sldChg>
      <pc:sldChg chg="addSp delSp modSp mod ord">
        <pc:chgData name="Dhawan, Shubham" userId="e457b5f3-1f3d-4d58-917e-9019c3073c41" providerId="ADAL" clId="{E01C108A-8749-4A23-816E-37850A5525FB}" dt="2025-05-15T11:44:06.533" v="15419"/>
        <pc:sldMkLst>
          <pc:docMk/>
          <pc:sldMk cId="3180775778" sldId="2147482228"/>
        </pc:sldMkLst>
      </pc:sldChg>
      <pc:sldChg chg="addSp delSp modSp mod ord">
        <pc:chgData name="Dhawan, Shubham" userId="e457b5f3-1f3d-4d58-917e-9019c3073c41" providerId="ADAL" clId="{E01C108A-8749-4A23-816E-37850A5525FB}" dt="2025-05-14T11:02:52.392" v="3687"/>
        <pc:sldMkLst>
          <pc:docMk/>
          <pc:sldMk cId="386412444" sldId="2147482229"/>
        </pc:sldMkLst>
      </pc:sldChg>
      <pc:sldChg chg="del">
        <pc:chgData name="Dhawan, Shubham" userId="e457b5f3-1f3d-4d58-917e-9019c3073c41" providerId="ADAL" clId="{E01C108A-8749-4A23-816E-37850A5525FB}" dt="2025-05-14T10:00:26.570" v="2100" actId="47"/>
        <pc:sldMkLst>
          <pc:docMk/>
          <pc:sldMk cId="1998165962" sldId="2147482232"/>
        </pc:sldMkLst>
      </pc:sldChg>
      <pc:sldChg chg="addSp delSp modSp mod ord">
        <pc:chgData name="Dhawan, Shubham" userId="e457b5f3-1f3d-4d58-917e-9019c3073c41" providerId="ADAL" clId="{E01C108A-8749-4A23-816E-37850A5525FB}" dt="2025-05-15T11:44:08.257" v="15421"/>
        <pc:sldMkLst>
          <pc:docMk/>
          <pc:sldMk cId="3351204381" sldId="2147482232"/>
        </pc:sldMkLst>
      </pc:sldChg>
      <pc:sldChg chg="addSp delSp modSp del mod ord">
        <pc:chgData name="Dhawan, Shubham" userId="e457b5f3-1f3d-4d58-917e-9019c3073c41" providerId="ADAL" clId="{E01C108A-8749-4A23-816E-37850A5525FB}" dt="2025-05-15T09:33:40.688" v="13273" actId="47"/>
        <pc:sldMkLst>
          <pc:docMk/>
          <pc:sldMk cId="2875673501" sldId="2147482233"/>
        </pc:sldMkLst>
      </pc:sldChg>
      <pc:sldChg chg="addSp delSp modSp mod">
        <pc:chgData name="Dhawan, Shubham" userId="e457b5f3-1f3d-4d58-917e-9019c3073c41" providerId="ADAL" clId="{E01C108A-8749-4A23-816E-37850A5525FB}" dt="2025-05-14T13:27:29.794" v="3872" actId="14100"/>
        <pc:sldMkLst>
          <pc:docMk/>
          <pc:sldMk cId="3031425387" sldId="2147482234"/>
        </pc:sldMkLst>
      </pc:sldChg>
      <pc:sldChg chg="addSp delSp modSp mod">
        <pc:chgData name="Dhawan, Shubham" userId="e457b5f3-1f3d-4d58-917e-9019c3073c41" providerId="ADAL" clId="{E01C108A-8749-4A23-816E-37850A5525FB}" dt="2025-05-14T19:17:43.414" v="6137"/>
        <pc:sldMkLst>
          <pc:docMk/>
          <pc:sldMk cId="1000067430" sldId="2147482235"/>
        </pc:sldMkLst>
      </pc:sldChg>
      <pc:sldChg chg="addSp delSp modSp mod ord">
        <pc:chgData name="Dhawan, Shubham" userId="e457b5f3-1f3d-4d58-917e-9019c3073c41" providerId="ADAL" clId="{E01C108A-8749-4A23-816E-37850A5525FB}" dt="2025-05-15T10:14:18.334" v="14702"/>
        <pc:sldMkLst>
          <pc:docMk/>
          <pc:sldMk cId="1100137213" sldId="2147482238"/>
        </pc:sldMkLst>
      </pc:sldChg>
      <pc:sldChg chg="addSp delSp modSp mod ord">
        <pc:chgData name="Dhawan, Shubham" userId="e457b5f3-1f3d-4d58-917e-9019c3073c41" providerId="ADAL" clId="{E01C108A-8749-4A23-816E-37850A5525FB}" dt="2025-05-15T11:40:45.594" v="15397"/>
        <pc:sldMkLst>
          <pc:docMk/>
          <pc:sldMk cId="2183550579" sldId="2147482239"/>
        </pc:sldMkLst>
      </pc:sldChg>
      <pc:sldChg chg="addSp delSp modSp mod">
        <pc:chgData name="Dhawan, Shubham" userId="e457b5f3-1f3d-4d58-917e-9019c3073c41" providerId="ADAL" clId="{E01C108A-8749-4A23-816E-37850A5525FB}" dt="2025-05-16T06:04:05.117" v="19832" actId="478"/>
        <pc:sldMkLst>
          <pc:docMk/>
          <pc:sldMk cId="4157158871" sldId="2147482241"/>
        </pc:sldMkLst>
      </pc:sldChg>
      <pc:sldChg chg="addSp delSp modSp del mod setBg">
        <pc:chgData name="Dhawan, Shubham" userId="e457b5f3-1f3d-4d58-917e-9019c3073c41" providerId="ADAL" clId="{E01C108A-8749-4A23-816E-37850A5525FB}" dt="2025-05-15T08:02:51.398" v="10483" actId="47"/>
        <pc:sldMkLst>
          <pc:docMk/>
          <pc:sldMk cId="1209123923" sldId="2147482242"/>
        </pc:sldMkLst>
      </pc:sldChg>
      <pc:sldChg chg="addSp delSp modSp mod ord">
        <pc:chgData name="Dhawan, Shubham" userId="e457b5f3-1f3d-4d58-917e-9019c3073c41" providerId="ADAL" clId="{E01C108A-8749-4A23-816E-37850A5525FB}" dt="2025-05-16T06:21:03.040" v="19840" actId="20577"/>
        <pc:sldMkLst>
          <pc:docMk/>
          <pc:sldMk cId="379320142" sldId="2147482243"/>
        </pc:sldMkLst>
      </pc:sldChg>
      <pc:sldChg chg="add del setBg">
        <pc:chgData name="Dhawan, Shubham" userId="e457b5f3-1f3d-4d58-917e-9019c3073c41" providerId="ADAL" clId="{E01C108A-8749-4A23-816E-37850A5525FB}" dt="2025-05-15T05:58:29.115" v="7399"/>
        <pc:sldMkLst>
          <pc:docMk/>
          <pc:sldMk cId="1902915844" sldId="2147482243"/>
        </pc:sldMkLst>
      </pc:sldChg>
      <pc:sldChg chg="ord">
        <pc:chgData name="Dhawan, Shubham" userId="e457b5f3-1f3d-4d58-917e-9019c3073c41" providerId="ADAL" clId="{E01C108A-8749-4A23-816E-37850A5525FB}" dt="2025-05-15T10:14:18.334" v="14702"/>
        <pc:sldMkLst>
          <pc:docMk/>
          <pc:sldMk cId="3044545227" sldId="2147482245"/>
        </pc:sldMkLst>
      </pc:sldChg>
      <pc:sldChg chg="modSp mod ord">
        <pc:chgData name="Dhawan, Shubham" userId="e457b5f3-1f3d-4d58-917e-9019c3073c41" providerId="ADAL" clId="{E01C108A-8749-4A23-816E-37850A5525FB}" dt="2025-05-15T10:14:18.334" v="14702"/>
        <pc:sldMkLst>
          <pc:docMk/>
          <pc:sldMk cId="1306396887" sldId="2147482250"/>
        </pc:sldMkLst>
      </pc:sldChg>
      <pc:sldChg chg="addSp delSp modSp mod ord">
        <pc:chgData name="Dhawan, Shubham" userId="e457b5f3-1f3d-4d58-917e-9019c3073c41" providerId="ADAL" clId="{E01C108A-8749-4A23-816E-37850A5525FB}" dt="2025-05-15T15:16:36.083" v="17760"/>
        <pc:sldMkLst>
          <pc:docMk/>
          <pc:sldMk cId="371617113" sldId="2147482251"/>
        </pc:sldMkLst>
      </pc:sldChg>
      <pc:sldChg chg="addSp delSp modSp mod">
        <pc:chgData name="Dhawan, Shubham" userId="e457b5f3-1f3d-4d58-917e-9019c3073c41" providerId="ADAL" clId="{E01C108A-8749-4A23-816E-37850A5525FB}" dt="2025-05-15T11:47:23.931" v="15533" actId="20577"/>
        <pc:sldMkLst>
          <pc:docMk/>
          <pc:sldMk cId="3596056401" sldId="2147482255"/>
        </pc:sldMkLst>
      </pc:sldChg>
      <pc:sldChg chg="modSp mod">
        <pc:chgData name="Dhawan, Shubham" userId="e457b5f3-1f3d-4d58-917e-9019c3073c41" providerId="ADAL" clId="{E01C108A-8749-4A23-816E-37850A5525FB}" dt="2025-05-15T11:40:15.584" v="15394" actId="20577"/>
        <pc:sldMkLst>
          <pc:docMk/>
          <pc:sldMk cId="257570524" sldId="2147482256"/>
        </pc:sldMkLst>
      </pc:sldChg>
      <pc:sldChg chg="modSp mod">
        <pc:chgData name="Dhawan, Shubham" userId="e457b5f3-1f3d-4d58-917e-9019c3073c41" providerId="ADAL" clId="{E01C108A-8749-4A23-816E-37850A5525FB}" dt="2025-05-15T11:41:06.008" v="15399"/>
        <pc:sldMkLst>
          <pc:docMk/>
          <pc:sldMk cId="1349604556" sldId="2147482257"/>
        </pc:sldMkLst>
      </pc:sldChg>
      <pc:sldChg chg="modSp mod">
        <pc:chgData name="Dhawan, Shubham" userId="e457b5f3-1f3d-4d58-917e-9019c3073c41" providerId="ADAL" clId="{E01C108A-8749-4A23-816E-37850A5525FB}" dt="2025-05-15T11:47:34.785" v="15543" actId="20577"/>
        <pc:sldMkLst>
          <pc:docMk/>
          <pc:sldMk cId="3495881639" sldId="2147482258"/>
        </pc:sldMkLst>
      </pc:sldChg>
      <pc:sldChg chg="modSp mod">
        <pc:chgData name="Dhawan, Shubham" userId="e457b5f3-1f3d-4d58-917e-9019c3073c41" providerId="ADAL" clId="{E01C108A-8749-4A23-816E-37850A5525FB}" dt="2025-05-15T11:45:50.296" v="15474" actId="20577"/>
        <pc:sldMkLst>
          <pc:docMk/>
          <pc:sldMk cId="1588024288" sldId="2147482259"/>
        </pc:sldMkLst>
      </pc:sldChg>
      <pc:sldChg chg="ord">
        <pc:chgData name="Dhawan, Shubham" userId="e457b5f3-1f3d-4d58-917e-9019c3073c41" providerId="ADAL" clId="{E01C108A-8749-4A23-816E-37850A5525FB}" dt="2025-05-15T15:16:36.083" v="17760"/>
        <pc:sldMkLst>
          <pc:docMk/>
          <pc:sldMk cId="2951620483" sldId="2147483063"/>
        </pc:sldMkLst>
      </pc:sldChg>
      <pc:sldChg chg="modSp mod">
        <pc:chgData name="Dhawan, Shubham" userId="e457b5f3-1f3d-4d58-917e-9019c3073c41" providerId="ADAL" clId="{E01C108A-8749-4A23-816E-37850A5525FB}" dt="2025-05-16T07:05:08.481" v="19844"/>
        <pc:sldMkLst>
          <pc:docMk/>
          <pc:sldMk cId="3645486084" sldId="2147483064"/>
        </pc:sldMkLst>
      </pc:sldChg>
      <pc:sldChg chg="addSp delSp modSp mod ord">
        <pc:chgData name="Dhawan, Shubham" userId="e457b5f3-1f3d-4d58-917e-9019c3073c41" providerId="ADAL" clId="{E01C108A-8749-4A23-816E-37850A5525FB}" dt="2025-05-16T13:02:26.037" v="20046" actId="1076"/>
        <pc:sldMkLst>
          <pc:docMk/>
          <pc:sldMk cId="3447902500" sldId="2147483065"/>
        </pc:sldMkLst>
      </pc:sldChg>
      <pc:sldChg chg="addSp delSp modSp mod">
        <pc:chgData name="Dhawan, Shubham" userId="e457b5f3-1f3d-4d58-917e-9019c3073c41" providerId="ADAL" clId="{E01C108A-8749-4A23-816E-37850A5525FB}" dt="2025-05-16T07:24:37.534" v="19965"/>
        <pc:sldMkLst>
          <pc:docMk/>
          <pc:sldMk cId="2885122724" sldId="2147483068"/>
        </pc:sldMkLst>
      </pc:sldChg>
      <pc:sldChg chg="modSp mod">
        <pc:chgData name="Dhawan, Shubham" userId="e457b5f3-1f3d-4d58-917e-9019c3073c41" providerId="ADAL" clId="{E01C108A-8749-4A23-816E-37850A5525FB}" dt="2025-05-16T07:09:49.811" v="19846"/>
        <pc:sldMkLst>
          <pc:docMk/>
          <pc:sldMk cId="3990331013" sldId="2147483071"/>
        </pc:sldMkLst>
      </pc:sldChg>
      <pc:sldChg chg="modSp mod">
        <pc:chgData name="Dhawan, Shubham" userId="e457b5f3-1f3d-4d58-917e-9019c3073c41" providerId="ADAL" clId="{E01C108A-8749-4A23-816E-37850A5525FB}" dt="2025-05-16T07:24:46.479" v="19966" actId="1076"/>
        <pc:sldMkLst>
          <pc:docMk/>
          <pc:sldMk cId="2894813486" sldId="2147483076"/>
        </pc:sldMkLst>
      </pc:sldChg>
      <pc:sldChg chg="del">
        <pc:chgData name="Dhawan, Shubham" userId="e457b5f3-1f3d-4d58-917e-9019c3073c41" providerId="ADAL" clId="{E01C108A-8749-4A23-816E-37850A5525FB}" dt="2025-05-17T06:01:45.407" v="53950" actId="47"/>
        <pc:sldMkLst>
          <pc:docMk/>
          <pc:sldMk cId="602226217" sldId="2147483091"/>
        </pc:sldMkLst>
      </pc:sldChg>
      <pc:sldChg chg="del">
        <pc:chgData name="Dhawan, Shubham" userId="e457b5f3-1f3d-4d58-917e-9019c3073c41" providerId="ADAL" clId="{E01C108A-8749-4A23-816E-37850A5525FB}" dt="2025-05-16T15:11:17.835" v="38264" actId="47"/>
        <pc:sldMkLst>
          <pc:docMk/>
          <pc:sldMk cId="3778345865" sldId="2147483093"/>
        </pc:sldMkLst>
      </pc:sldChg>
      <pc:sldChg chg="delSp modSp del mod">
        <pc:chgData name="Dhawan, Shubham" userId="e457b5f3-1f3d-4d58-917e-9019c3073c41" providerId="ADAL" clId="{E01C108A-8749-4A23-816E-37850A5525FB}" dt="2025-05-16T15:10:14.616" v="38061" actId="47"/>
        <pc:sldMkLst>
          <pc:docMk/>
          <pc:sldMk cId="1061051296" sldId="2147483094"/>
        </pc:sldMkLst>
      </pc:sldChg>
      <pc:sldChg chg="delSp modSp mod ord">
        <pc:chgData name="Dhawan, Shubham" userId="e457b5f3-1f3d-4d58-917e-9019c3073c41" providerId="ADAL" clId="{E01C108A-8749-4A23-816E-37850A5525FB}" dt="2025-05-16T15:16:28.269" v="39066"/>
        <pc:sldMkLst>
          <pc:docMk/>
          <pc:sldMk cId="790350496" sldId="2147483095"/>
        </pc:sldMkLst>
      </pc:sldChg>
      <pc:sldChg chg="addSp delSp modSp del mod">
        <pc:chgData name="Dhawan, Shubham" userId="e457b5f3-1f3d-4d58-917e-9019c3073c41" providerId="ADAL" clId="{E01C108A-8749-4A23-816E-37850A5525FB}" dt="2025-05-16T15:11:19.353" v="38265" actId="47"/>
        <pc:sldMkLst>
          <pc:docMk/>
          <pc:sldMk cId="2107833898" sldId="2147483096"/>
        </pc:sldMkLst>
      </pc:sldChg>
      <pc:sldChg chg="addSp delSp modSp del mod">
        <pc:chgData name="Dhawan, Shubham" userId="e457b5f3-1f3d-4d58-917e-9019c3073c41" providerId="ADAL" clId="{E01C108A-8749-4A23-816E-37850A5525FB}" dt="2025-05-16T13:45:26.962" v="20661" actId="47"/>
        <pc:sldMkLst>
          <pc:docMk/>
          <pc:sldMk cId="834976320" sldId="2147483097"/>
        </pc:sldMkLst>
      </pc:sldChg>
      <pc:sldChg chg="addSp delSp modSp del mod">
        <pc:chgData name="Dhawan, Shubham" userId="e457b5f3-1f3d-4d58-917e-9019c3073c41" providerId="ADAL" clId="{E01C108A-8749-4A23-816E-37850A5525FB}" dt="2025-05-17T04:24:48.233" v="50516" actId="47"/>
        <pc:sldMkLst>
          <pc:docMk/>
          <pc:sldMk cId="2567598029" sldId="2147483097"/>
        </pc:sldMkLst>
      </pc:sldChg>
      <pc:sldChg chg="addSp delSp modSp mod">
        <pc:chgData name="Dhawan, Shubham" userId="e457b5f3-1f3d-4d58-917e-9019c3073c41" providerId="ADAL" clId="{E01C108A-8749-4A23-816E-37850A5525FB}" dt="2025-05-16T15:38:14.719" v="40184" actId="1076"/>
        <pc:sldMkLst>
          <pc:docMk/>
          <pc:sldMk cId="352642558" sldId="2147483099"/>
        </pc:sldMkLst>
      </pc:sldChg>
      <pc:sldChg chg="addSp delSp modSp mod ord">
        <pc:chgData name="Dhawan, Shubham" userId="e457b5f3-1f3d-4d58-917e-9019c3073c41" providerId="ADAL" clId="{E01C108A-8749-4A23-816E-37850A5525FB}" dt="2025-05-17T06:01:26.157" v="53949"/>
        <pc:sldMkLst>
          <pc:docMk/>
          <pc:sldMk cId="3322078912" sldId="2147483100"/>
        </pc:sldMkLst>
      </pc:sldChg>
      <pc:sldChg chg="addSp delSp modSp mod ord">
        <pc:chgData name="Dhawan, Shubham" userId="e457b5f3-1f3d-4d58-917e-9019c3073c41" providerId="ADAL" clId="{E01C108A-8749-4A23-816E-37850A5525FB}" dt="2025-05-16T16:32:55.372" v="42827"/>
        <pc:sldMkLst>
          <pc:docMk/>
          <pc:sldMk cId="2196657437" sldId="2147483101"/>
        </pc:sldMkLst>
      </pc:sldChg>
      <pc:sldChg chg="addSp delSp modSp mod ord">
        <pc:chgData name="Dhawan, Shubham" userId="e457b5f3-1f3d-4d58-917e-9019c3073c41" providerId="ADAL" clId="{E01C108A-8749-4A23-816E-37850A5525FB}" dt="2025-05-17T05:32:48.661" v="53778" actId="207"/>
        <pc:sldMkLst>
          <pc:docMk/>
          <pc:sldMk cId="415273567" sldId="2147483104"/>
        </pc:sldMkLst>
      </pc:sldChg>
      <pc:sldChg chg="addSp delSp modSp mod">
        <pc:chgData name="Dhawan, Shubham" userId="e457b5f3-1f3d-4d58-917e-9019c3073c41" providerId="ADAL" clId="{E01C108A-8749-4A23-816E-37850A5525FB}" dt="2025-05-17T05:57:22.024" v="53947" actId="1076"/>
        <pc:sldMkLst>
          <pc:docMk/>
          <pc:sldMk cId="2903738292" sldId="2147483105"/>
        </pc:sldMkLst>
      </pc:sldChg>
      <pc:sldChg chg="add del">
        <pc:chgData name="Dhawan, Shubham" userId="e457b5f3-1f3d-4d58-917e-9019c3073c41" providerId="ADAL" clId="{E01C108A-8749-4A23-816E-37850A5525FB}" dt="2025-05-17T03:48:47.543" v="49276"/>
        <pc:sldMkLst>
          <pc:docMk/>
          <pc:sldMk cId="2919912396" sldId="2147483105"/>
        </pc:sldMkLst>
      </pc:sldChg>
      <pc:sldChg chg="del">
        <pc:chgData name="Dhawan, Shubham" userId="e457b5f3-1f3d-4d58-917e-9019c3073c41" providerId="ADAL" clId="{E01C108A-8749-4A23-816E-37850A5525FB}" dt="2025-05-17T04:37:00.662" v="52074" actId="47"/>
        <pc:sldMkLst>
          <pc:docMk/>
          <pc:sldMk cId="1443992066" sldId="2147483106"/>
        </pc:sldMkLst>
      </pc:sldChg>
      <pc:sldMasterChg chg="delSldLayout">
        <pc:chgData name="Dhawan, Shubham" userId="e457b5f3-1f3d-4d58-917e-9019c3073c41" providerId="ADAL" clId="{E01C108A-8749-4A23-816E-37850A5525FB}" dt="2025-05-17T06:01:45.407" v="53950" actId="47"/>
        <pc:sldMasterMkLst>
          <pc:docMk/>
          <pc:sldMasterMk cId="3582054749" sldId="2147483805"/>
        </pc:sldMasterMkLst>
        <pc:sldLayoutChg chg="del">
          <pc:chgData name="Dhawan, Shubham" userId="e457b5f3-1f3d-4d58-917e-9019c3073c41" providerId="ADAL" clId="{E01C108A-8749-4A23-816E-37850A5525FB}" dt="2025-05-17T06:01:45.407" v="53950" actId="47"/>
          <pc:sldLayoutMkLst>
            <pc:docMk/>
            <pc:sldMasterMk cId="3582054749" sldId="2147483805"/>
            <pc:sldLayoutMk cId="3444166786" sldId="2147484037"/>
          </pc:sldLayoutMkLst>
        </pc:sldLayoutChg>
      </pc:sldMasterChg>
      <pc:sldMasterChg chg="delSldLayout">
        <pc:chgData name="Dhawan, Shubham" userId="e457b5f3-1f3d-4d58-917e-9019c3073c41" providerId="ADAL" clId="{E01C108A-8749-4A23-816E-37850A5525FB}" dt="2025-05-15T11:36:11.537" v="15360" actId="47"/>
        <pc:sldMasterMkLst>
          <pc:docMk/>
          <pc:sldMasterMk cId="1918864589" sldId="2147483961"/>
        </pc:sldMasterMkLst>
        <pc:sldLayoutChg chg="del">
          <pc:chgData name="Dhawan, Shubham" userId="e457b5f3-1f3d-4d58-917e-9019c3073c41" providerId="ADAL" clId="{E01C108A-8749-4A23-816E-37850A5525FB}" dt="2025-05-15T11:36:11.537" v="15360" actId="47"/>
          <pc:sldLayoutMkLst>
            <pc:docMk/>
            <pc:sldMasterMk cId="1918864589" sldId="2147483961"/>
            <pc:sldLayoutMk cId="1479236887" sldId="2147483976"/>
          </pc:sldLayoutMkLst>
        </pc:sldLayoutChg>
      </pc:sldMasterChg>
      <pc:sldMasterChg chg="addSp delSp modSp mod">
        <pc:chgData name="Dhawan, Shubham" userId="e457b5f3-1f3d-4d58-917e-9019c3073c41" providerId="ADAL" clId="{E01C108A-8749-4A23-816E-37850A5525FB}" dt="2025-05-15T11:48:17.559" v="15613"/>
        <pc:sldMasterMkLst>
          <pc:docMk/>
          <pc:sldMasterMk cId="2632627042" sldId="2147483988"/>
        </pc:sldMasterMkLst>
      </pc:sldMasterChg>
    </pc:docChg>
  </pc:docChgLst>
  <pc:docChgLst>
    <pc:chgData name="Roy, Samrat" userId="9c8f2b69-0747-4f59-b02a-2510d4c911d6" providerId="ADAL" clId="{B9AAA37B-2795-4CEF-A085-8E336F3EFFFE}"/>
    <pc:docChg chg="undo custSel addSld delSld modSld sldOrd delMainMaster delSection modSection">
      <pc:chgData name="Roy, Samrat" userId="9c8f2b69-0747-4f59-b02a-2510d4c911d6" providerId="ADAL" clId="{B9AAA37B-2795-4CEF-A085-8E336F3EFFFE}" dt="2025-05-18T21:30:48.819" v="15769" actId="20577"/>
      <pc:docMkLst>
        <pc:docMk/>
      </pc:docMkLst>
      <pc:sldChg chg="modSp add mod modShow">
        <pc:chgData name="Roy, Samrat" userId="9c8f2b69-0747-4f59-b02a-2510d4c911d6" providerId="ADAL" clId="{B9AAA37B-2795-4CEF-A085-8E336F3EFFFE}" dt="2025-05-16T10:17:16.794" v="327" actId="729"/>
        <pc:sldMkLst>
          <pc:docMk/>
          <pc:sldMk cId="2682565821" sldId="261"/>
        </pc:sldMkLst>
      </pc:sldChg>
      <pc:sldChg chg="modSp mod">
        <pc:chgData name="Roy, Samrat" userId="9c8f2b69-0747-4f59-b02a-2510d4c911d6" providerId="ADAL" clId="{B9AAA37B-2795-4CEF-A085-8E336F3EFFFE}" dt="2025-05-17T15:49:34.649" v="7431" actId="20577"/>
        <pc:sldMkLst>
          <pc:docMk/>
          <pc:sldMk cId="1764148702" sldId="301"/>
        </pc:sldMkLst>
      </pc:sldChg>
      <pc:sldChg chg="ord">
        <pc:chgData name="Roy, Samrat" userId="9c8f2b69-0747-4f59-b02a-2510d4c911d6" providerId="ADAL" clId="{B9AAA37B-2795-4CEF-A085-8E336F3EFFFE}" dt="2025-05-17T15:46:40.170" v="7404"/>
        <pc:sldMkLst>
          <pc:docMk/>
          <pc:sldMk cId="2293846618" sldId="481"/>
        </pc:sldMkLst>
      </pc:sldChg>
      <pc:sldChg chg="del modNotesTx">
        <pc:chgData name="Roy, Samrat" userId="9c8f2b69-0747-4f59-b02a-2510d4c911d6" providerId="ADAL" clId="{B9AAA37B-2795-4CEF-A085-8E336F3EFFFE}" dt="2025-05-16T19:26:47.036" v="2183" actId="2696"/>
        <pc:sldMkLst>
          <pc:docMk/>
          <pc:sldMk cId="3480988882" sldId="954"/>
        </pc:sldMkLst>
      </pc:sldChg>
      <pc:sldChg chg="add">
        <pc:chgData name="Roy, Samrat" userId="9c8f2b69-0747-4f59-b02a-2510d4c911d6" providerId="ADAL" clId="{B9AAA37B-2795-4CEF-A085-8E336F3EFFFE}" dt="2025-05-16T19:26:55.387" v="2184"/>
        <pc:sldMkLst>
          <pc:docMk/>
          <pc:sldMk cId="3874777535" sldId="954"/>
        </pc:sldMkLst>
      </pc:sldChg>
      <pc:sldChg chg="add">
        <pc:chgData name="Roy, Samrat" userId="9c8f2b69-0747-4f59-b02a-2510d4c911d6" providerId="ADAL" clId="{B9AAA37B-2795-4CEF-A085-8E336F3EFFFE}" dt="2025-05-16T10:08:49.593" v="65"/>
        <pc:sldMkLst>
          <pc:docMk/>
          <pc:sldMk cId="3330336615" sldId="2147469596"/>
        </pc:sldMkLst>
      </pc:sldChg>
      <pc:sldChg chg="del">
        <pc:chgData name="Roy, Samrat" userId="9c8f2b69-0747-4f59-b02a-2510d4c911d6" providerId="ADAL" clId="{B9AAA37B-2795-4CEF-A085-8E336F3EFFFE}" dt="2025-05-16T10:08:39.468" v="64" actId="2696"/>
        <pc:sldMkLst>
          <pc:docMk/>
          <pc:sldMk cId="4128533220" sldId="2147469596"/>
        </pc:sldMkLst>
      </pc:sldChg>
      <pc:sldChg chg="add">
        <pc:chgData name="Roy, Samrat" userId="9c8f2b69-0747-4f59-b02a-2510d4c911d6" providerId="ADAL" clId="{B9AAA37B-2795-4CEF-A085-8E336F3EFFFE}" dt="2025-05-16T19:26:55.387" v="2184"/>
        <pc:sldMkLst>
          <pc:docMk/>
          <pc:sldMk cId="951530850" sldId="2147469601"/>
        </pc:sldMkLst>
      </pc:sldChg>
      <pc:sldChg chg="del modNotesTx">
        <pc:chgData name="Roy, Samrat" userId="9c8f2b69-0747-4f59-b02a-2510d4c911d6" providerId="ADAL" clId="{B9AAA37B-2795-4CEF-A085-8E336F3EFFFE}" dt="2025-05-16T19:26:47.036" v="2183" actId="2696"/>
        <pc:sldMkLst>
          <pc:docMk/>
          <pc:sldMk cId="3031425387" sldId="2147469601"/>
        </pc:sldMkLst>
      </pc:sldChg>
      <pc:sldChg chg="modSp mod modNotesTx">
        <pc:chgData name="Roy, Samrat" userId="9c8f2b69-0747-4f59-b02a-2510d4c911d6" providerId="ADAL" clId="{B9AAA37B-2795-4CEF-A085-8E336F3EFFFE}" dt="2025-05-17T11:06:56.842" v="6506" actId="20577"/>
        <pc:sldMkLst>
          <pc:docMk/>
          <pc:sldMk cId="3558178423" sldId="2147469606"/>
        </pc:sldMkLst>
      </pc:sldChg>
      <pc:sldChg chg="add ord">
        <pc:chgData name="Roy, Samrat" userId="9c8f2b69-0747-4f59-b02a-2510d4c911d6" providerId="ADAL" clId="{B9AAA37B-2795-4CEF-A085-8E336F3EFFFE}" dt="2025-05-18T08:29:32.106" v="7748"/>
        <pc:sldMkLst>
          <pc:docMk/>
          <pc:sldMk cId="750633247" sldId="2147469607"/>
        </pc:sldMkLst>
      </pc:sldChg>
      <pc:sldChg chg="del">
        <pc:chgData name="Roy, Samrat" userId="9c8f2b69-0747-4f59-b02a-2510d4c911d6" providerId="ADAL" clId="{B9AAA37B-2795-4CEF-A085-8E336F3EFFFE}" dt="2025-05-17T15:48:48.128" v="7415" actId="2696"/>
        <pc:sldMkLst>
          <pc:docMk/>
          <pc:sldMk cId="1195878211" sldId="2147469607"/>
        </pc:sldMkLst>
      </pc:sldChg>
      <pc:sldChg chg="add del">
        <pc:chgData name="Roy, Samrat" userId="9c8f2b69-0747-4f59-b02a-2510d4c911d6" providerId="ADAL" clId="{B9AAA37B-2795-4CEF-A085-8E336F3EFFFE}" dt="2025-05-18T07:28:36.845" v="7743" actId="2696"/>
        <pc:sldMkLst>
          <pc:docMk/>
          <pc:sldMk cId="2579401010" sldId="2147469607"/>
        </pc:sldMkLst>
      </pc:sldChg>
      <pc:sldChg chg="ord modNotesTx">
        <pc:chgData name="Roy, Samrat" userId="9c8f2b69-0747-4f59-b02a-2510d4c911d6" providerId="ADAL" clId="{B9AAA37B-2795-4CEF-A085-8E336F3EFFFE}" dt="2025-05-18T04:49:33.577" v="7457"/>
        <pc:sldMkLst>
          <pc:docMk/>
          <pc:sldMk cId="4157158871" sldId="2147482241"/>
        </pc:sldMkLst>
      </pc:sldChg>
      <pc:sldChg chg="addSp delSp modSp mod modNotesTx">
        <pc:chgData name="Roy, Samrat" userId="9c8f2b69-0747-4f59-b02a-2510d4c911d6" providerId="ADAL" clId="{B9AAA37B-2795-4CEF-A085-8E336F3EFFFE}" dt="2025-05-18T18:04:39.106" v="14799" actId="20577"/>
        <pc:sldMkLst>
          <pc:docMk/>
          <pc:sldMk cId="379320142" sldId="2147482243"/>
        </pc:sldMkLst>
      </pc:sldChg>
      <pc:sldChg chg="modSp mod">
        <pc:chgData name="Roy, Samrat" userId="9c8f2b69-0747-4f59-b02a-2510d4c911d6" providerId="ADAL" clId="{B9AAA37B-2795-4CEF-A085-8E336F3EFFFE}" dt="2025-05-17T15:50:26.626" v="7453" actId="2164"/>
        <pc:sldMkLst>
          <pc:docMk/>
          <pc:sldMk cId="3596056401" sldId="2147482255"/>
        </pc:sldMkLst>
      </pc:sldChg>
      <pc:sldChg chg="modSp mod">
        <pc:chgData name="Roy, Samrat" userId="9c8f2b69-0747-4f59-b02a-2510d4c911d6" providerId="ADAL" clId="{B9AAA37B-2795-4CEF-A085-8E336F3EFFFE}" dt="2025-05-17T15:49:43.509" v="7433" actId="6549"/>
        <pc:sldMkLst>
          <pc:docMk/>
          <pc:sldMk cId="1349604556" sldId="2147482257"/>
        </pc:sldMkLst>
      </pc:sldChg>
      <pc:sldChg chg="modSp add mod">
        <pc:chgData name="Roy, Samrat" userId="9c8f2b69-0747-4f59-b02a-2510d4c911d6" providerId="ADAL" clId="{B9AAA37B-2795-4CEF-A085-8E336F3EFFFE}" dt="2025-05-16T07:19:20.037" v="26" actId="20577"/>
        <pc:sldMkLst>
          <pc:docMk/>
          <pc:sldMk cId="2893761214" sldId="2147482258"/>
        </pc:sldMkLst>
      </pc:sldChg>
      <pc:sldChg chg="del">
        <pc:chgData name="Roy, Samrat" userId="9c8f2b69-0747-4f59-b02a-2510d4c911d6" providerId="ADAL" clId="{B9AAA37B-2795-4CEF-A085-8E336F3EFFFE}" dt="2025-05-16T07:18:36.692" v="6" actId="2696"/>
        <pc:sldMkLst>
          <pc:docMk/>
          <pc:sldMk cId="3495881639" sldId="2147482258"/>
        </pc:sldMkLst>
      </pc:sldChg>
      <pc:sldChg chg="modSp mod">
        <pc:chgData name="Roy, Samrat" userId="9c8f2b69-0747-4f59-b02a-2510d4c911d6" providerId="ADAL" clId="{B9AAA37B-2795-4CEF-A085-8E336F3EFFFE}" dt="2025-05-16T07:19:25.730" v="28" actId="20577"/>
        <pc:sldMkLst>
          <pc:docMk/>
          <pc:sldMk cId="1588024288" sldId="2147482259"/>
        </pc:sldMkLst>
      </pc:sldChg>
      <pc:sldChg chg="addSp delSp modSp mod ord">
        <pc:chgData name="Roy, Samrat" userId="9c8f2b69-0747-4f59-b02a-2510d4c911d6" providerId="ADAL" clId="{B9AAA37B-2795-4CEF-A085-8E336F3EFFFE}" dt="2025-05-18T13:40:06.605" v="14365" actId="1035"/>
        <pc:sldMkLst>
          <pc:docMk/>
          <pc:sldMk cId="3645486084" sldId="2147483064"/>
        </pc:sldMkLst>
      </pc:sldChg>
      <pc:sldChg chg="addSp delSp modSp mod modNotesTx">
        <pc:chgData name="Roy, Samrat" userId="9c8f2b69-0747-4f59-b02a-2510d4c911d6" providerId="ADAL" clId="{B9AAA37B-2795-4CEF-A085-8E336F3EFFFE}" dt="2025-05-18T19:41:10.795" v="15548" actId="20577"/>
        <pc:sldMkLst>
          <pc:docMk/>
          <pc:sldMk cId="3447902500" sldId="2147483065"/>
        </pc:sldMkLst>
      </pc:sldChg>
      <pc:sldChg chg="add del">
        <pc:chgData name="Roy, Samrat" userId="9c8f2b69-0747-4f59-b02a-2510d4c911d6" providerId="ADAL" clId="{B9AAA37B-2795-4CEF-A085-8E336F3EFFFE}" dt="2025-05-16T20:36:50.856" v="3833" actId="2696"/>
        <pc:sldMkLst>
          <pc:docMk/>
          <pc:sldMk cId="949991781" sldId="2147483068"/>
        </pc:sldMkLst>
      </pc:sldChg>
      <pc:sldChg chg="addSp delSp modSp add mod modNotesTx">
        <pc:chgData name="Roy, Samrat" userId="9c8f2b69-0747-4f59-b02a-2510d4c911d6" providerId="ADAL" clId="{B9AAA37B-2795-4CEF-A085-8E336F3EFFFE}" dt="2025-05-18T18:34:16.280" v="15291" actId="6549"/>
        <pc:sldMkLst>
          <pc:docMk/>
          <pc:sldMk cId="1412875044" sldId="2147483068"/>
        </pc:sldMkLst>
      </pc:sldChg>
      <pc:sldChg chg="del">
        <pc:chgData name="Roy, Samrat" userId="9c8f2b69-0747-4f59-b02a-2510d4c911d6" providerId="ADAL" clId="{B9AAA37B-2795-4CEF-A085-8E336F3EFFFE}" dt="2025-05-16T10:09:31.677" v="66" actId="2696"/>
        <pc:sldMkLst>
          <pc:docMk/>
          <pc:sldMk cId="2885122724" sldId="2147483068"/>
        </pc:sldMkLst>
      </pc:sldChg>
      <pc:sldChg chg="add">
        <pc:chgData name="Roy, Samrat" userId="9c8f2b69-0747-4f59-b02a-2510d4c911d6" providerId="ADAL" clId="{B9AAA37B-2795-4CEF-A085-8E336F3EFFFE}" dt="2025-05-18T07:28:22.643" v="7742"/>
        <pc:sldMkLst>
          <pc:docMk/>
          <pc:sldMk cId="2546235842" sldId="2147483071"/>
        </pc:sldMkLst>
      </pc:sldChg>
      <pc:sldChg chg="del">
        <pc:chgData name="Roy, Samrat" userId="9c8f2b69-0747-4f59-b02a-2510d4c911d6" providerId="ADAL" clId="{B9AAA37B-2795-4CEF-A085-8E336F3EFFFE}" dt="2025-05-18T07:28:17.700" v="7741" actId="2696"/>
        <pc:sldMkLst>
          <pc:docMk/>
          <pc:sldMk cId="3990331013" sldId="2147483071"/>
        </pc:sldMkLst>
      </pc:sldChg>
      <pc:sldChg chg="del">
        <pc:chgData name="Roy, Samrat" userId="9c8f2b69-0747-4f59-b02a-2510d4c911d6" providerId="ADAL" clId="{B9AAA37B-2795-4CEF-A085-8E336F3EFFFE}" dt="2025-05-16T10:09:31.677" v="66" actId="2696"/>
        <pc:sldMkLst>
          <pc:docMk/>
          <pc:sldMk cId="2894813486" sldId="2147483076"/>
        </pc:sldMkLst>
      </pc:sldChg>
      <pc:sldChg chg="add del">
        <pc:chgData name="Roy, Samrat" userId="9c8f2b69-0747-4f59-b02a-2510d4c911d6" providerId="ADAL" clId="{B9AAA37B-2795-4CEF-A085-8E336F3EFFFE}" dt="2025-05-16T20:36:50.856" v="3833" actId="2696"/>
        <pc:sldMkLst>
          <pc:docMk/>
          <pc:sldMk cId="3656627225" sldId="2147483076"/>
        </pc:sldMkLst>
      </pc:sldChg>
      <pc:sldChg chg="modSp add mod modNotesTx">
        <pc:chgData name="Roy, Samrat" userId="9c8f2b69-0747-4f59-b02a-2510d4c911d6" providerId="ADAL" clId="{B9AAA37B-2795-4CEF-A085-8E336F3EFFFE}" dt="2025-05-18T18:39:13.742" v="15334" actId="20577"/>
        <pc:sldMkLst>
          <pc:docMk/>
          <pc:sldMk cId="3716256137" sldId="2147483076"/>
        </pc:sldMkLst>
      </pc:sldChg>
      <pc:sldChg chg="addSp modSp mod">
        <pc:chgData name="Roy, Samrat" userId="9c8f2b69-0747-4f59-b02a-2510d4c911d6" providerId="ADAL" clId="{B9AAA37B-2795-4CEF-A085-8E336F3EFFFE}" dt="2025-05-18T10:03:13.200" v="8538" actId="1037"/>
        <pc:sldMkLst>
          <pc:docMk/>
          <pc:sldMk cId="3361411932" sldId="2147483080"/>
        </pc:sldMkLst>
      </pc:sldChg>
      <pc:sldChg chg="modSp del mod">
        <pc:chgData name="Roy, Samrat" userId="9c8f2b69-0747-4f59-b02a-2510d4c911d6" providerId="ADAL" clId="{B9AAA37B-2795-4CEF-A085-8E336F3EFFFE}" dt="2025-05-17T15:48:48.128" v="7415" actId="2696"/>
        <pc:sldMkLst>
          <pc:docMk/>
          <pc:sldMk cId="1019116040" sldId="2147483081"/>
        </pc:sldMkLst>
      </pc:sldChg>
      <pc:sldChg chg="add del">
        <pc:chgData name="Roy, Samrat" userId="9c8f2b69-0747-4f59-b02a-2510d4c911d6" providerId="ADAL" clId="{B9AAA37B-2795-4CEF-A085-8E336F3EFFFE}" dt="2025-05-18T07:28:54.731" v="7745" actId="2696"/>
        <pc:sldMkLst>
          <pc:docMk/>
          <pc:sldMk cId="3752052308" sldId="2147483081"/>
        </pc:sldMkLst>
      </pc:sldChg>
      <pc:sldChg chg="add">
        <pc:chgData name="Roy, Samrat" userId="9c8f2b69-0747-4f59-b02a-2510d4c911d6" providerId="ADAL" clId="{B9AAA37B-2795-4CEF-A085-8E336F3EFFFE}" dt="2025-05-18T07:28:58.723" v="7746"/>
        <pc:sldMkLst>
          <pc:docMk/>
          <pc:sldMk cId="3982330972" sldId="2147483081"/>
        </pc:sldMkLst>
      </pc:sldChg>
      <pc:sldChg chg="add">
        <pc:chgData name="Roy, Samrat" userId="9c8f2b69-0747-4f59-b02a-2510d4c911d6" providerId="ADAL" clId="{B9AAA37B-2795-4CEF-A085-8E336F3EFFFE}" dt="2025-05-18T07:28:58.723" v="7746"/>
        <pc:sldMkLst>
          <pc:docMk/>
          <pc:sldMk cId="1849257899" sldId="2147483082"/>
        </pc:sldMkLst>
      </pc:sldChg>
      <pc:sldChg chg="add del">
        <pc:chgData name="Roy, Samrat" userId="9c8f2b69-0747-4f59-b02a-2510d4c911d6" providerId="ADAL" clId="{B9AAA37B-2795-4CEF-A085-8E336F3EFFFE}" dt="2025-05-18T07:28:54.731" v="7745" actId="2696"/>
        <pc:sldMkLst>
          <pc:docMk/>
          <pc:sldMk cId="2899500265" sldId="2147483082"/>
        </pc:sldMkLst>
      </pc:sldChg>
      <pc:sldChg chg="modSp del mod">
        <pc:chgData name="Roy, Samrat" userId="9c8f2b69-0747-4f59-b02a-2510d4c911d6" providerId="ADAL" clId="{B9AAA37B-2795-4CEF-A085-8E336F3EFFFE}" dt="2025-05-17T15:48:48.128" v="7415" actId="2696"/>
        <pc:sldMkLst>
          <pc:docMk/>
          <pc:sldMk cId="3207561889" sldId="2147483082"/>
        </pc:sldMkLst>
      </pc:sldChg>
      <pc:sldChg chg="add del">
        <pc:chgData name="Roy, Samrat" userId="9c8f2b69-0747-4f59-b02a-2510d4c911d6" providerId="ADAL" clId="{B9AAA37B-2795-4CEF-A085-8E336F3EFFFE}" dt="2025-05-18T07:28:36.845" v="7743" actId="2696"/>
        <pc:sldMkLst>
          <pc:docMk/>
          <pc:sldMk cId="288582869" sldId="2147483083"/>
        </pc:sldMkLst>
      </pc:sldChg>
      <pc:sldChg chg="add">
        <pc:chgData name="Roy, Samrat" userId="9c8f2b69-0747-4f59-b02a-2510d4c911d6" providerId="ADAL" clId="{B9AAA37B-2795-4CEF-A085-8E336F3EFFFE}" dt="2025-05-18T07:28:42.270" v="7744"/>
        <pc:sldMkLst>
          <pc:docMk/>
          <pc:sldMk cId="892559420" sldId="2147483083"/>
        </pc:sldMkLst>
      </pc:sldChg>
      <pc:sldChg chg="del">
        <pc:chgData name="Roy, Samrat" userId="9c8f2b69-0747-4f59-b02a-2510d4c911d6" providerId="ADAL" clId="{B9AAA37B-2795-4CEF-A085-8E336F3EFFFE}" dt="2025-05-17T15:48:48.128" v="7415" actId="2696"/>
        <pc:sldMkLst>
          <pc:docMk/>
          <pc:sldMk cId="2925105645" sldId="2147483083"/>
        </pc:sldMkLst>
      </pc:sldChg>
      <pc:sldChg chg="del">
        <pc:chgData name="Roy, Samrat" userId="9c8f2b69-0747-4f59-b02a-2510d4c911d6" providerId="ADAL" clId="{B9AAA37B-2795-4CEF-A085-8E336F3EFFFE}" dt="2025-05-17T15:48:48.128" v="7415" actId="2696"/>
        <pc:sldMkLst>
          <pc:docMk/>
          <pc:sldMk cId="1422772731" sldId="2147483084"/>
        </pc:sldMkLst>
      </pc:sldChg>
      <pc:sldChg chg="add">
        <pc:chgData name="Roy, Samrat" userId="9c8f2b69-0747-4f59-b02a-2510d4c911d6" providerId="ADAL" clId="{B9AAA37B-2795-4CEF-A085-8E336F3EFFFE}" dt="2025-05-18T07:28:42.270" v="7744"/>
        <pc:sldMkLst>
          <pc:docMk/>
          <pc:sldMk cId="2195070535" sldId="2147483084"/>
        </pc:sldMkLst>
      </pc:sldChg>
      <pc:sldChg chg="add del">
        <pc:chgData name="Roy, Samrat" userId="9c8f2b69-0747-4f59-b02a-2510d4c911d6" providerId="ADAL" clId="{B9AAA37B-2795-4CEF-A085-8E336F3EFFFE}" dt="2025-05-18T07:28:36.845" v="7743" actId="2696"/>
        <pc:sldMkLst>
          <pc:docMk/>
          <pc:sldMk cId="3093075684" sldId="2147483084"/>
        </pc:sldMkLst>
      </pc:sldChg>
      <pc:sldChg chg="add">
        <pc:chgData name="Roy, Samrat" userId="9c8f2b69-0747-4f59-b02a-2510d4c911d6" providerId="ADAL" clId="{B9AAA37B-2795-4CEF-A085-8E336F3EFFFE}" dt="2025-05-18T07:28:42.270" v="7744"/>
        <pc:sldMkLst>
          <pc:docMk/>
          <pc:sldMk cId="1733834776" sldId="2147483085"/>
        </pc:sldMkLst>
      </pc:sldChg>
      <pc:sldChg chg="add del">
        <pc:chgData name="Roy, Samrat" userId="9c8f2b69-0747-4f59-b02a-2510d4c911d6" providerId="ADAL" clId="{B9AAA37B-2795-4CEF-A085-8E336F3EFFFE}" dt="2025-05-18T07:28:36.845" v="7743" actId="2696"/>
        <pc:sldMkLst>
          <pc:docMk/>
          <pc:sldMk cId="2079926813" sldId="2147483085"/>
        </pc:sldMkLst>
      </pc:sldChg>
      <pc:sldChg chg="del">
        <pc:chgData name="Roy, Samrat" userId="9c8f2b69-0747-4f59-b02a-2510d4c911d6" providerId="ADAL" clId="{B9AAA37B-2795-4CEF-A085-8E336F3EFFFE}" dt="2025-05-17T15:48:48.128" v="7415" actId="2696"/>
        <pc:sldMkLst>
          <pc:docMk/>
          <pc:sldMk cId="2809019813" sldId="2147483085"/>
        </pc:sldMkLst>
      </pc:sldChg>
      <pc:sldChg chg="modSp del mod">
        <pc:chgData name="Roy, Samrat" userId="9c8f2b69-0747-4f59-b02a-2510d4c911d6" providerId="ADAL" clId="{B9AAA37B-2795-4CEF-A085-8E336F3EFFFE}" dt="2025-05-17T15:48:48.128" v="7415" actId="2696"/>
        <pc:sldMkLst>
          <pc:docMk/>
          <pc:sldMk cId="2365635515" sldId="2147483086"/>
        </pc:sldMkLst>
      </pc:sldChg>
      <pc:sldChg chg="add del">
        <pc:chgData name="Roy, Samrat" userId="9c8f2b69-0747-4f59-b02a-2510d4c911d6" providerId="ADAL" clId="{B9AAA37B-2795-4CEF-A085-8E336F3EFFFE}" dt="2025-05-18T07:28:36.845" v="7743" actId="2696"/>
        <pc:sldMkLst>
          <pc:docMk/>
          <pc:sldMk cId="2564046754" sldId="2147483086"/>
        </pc:sldMkLst>
      </pc:sldChg>
      <pc:sldChg chg="add">
        <pc:chgData name="Roy, Samrat" userId="9c8f2b69-0747-4f59-b02a-2510d4c911d6" providerId="ADAL" clId="{B9AAA37B-2795-4CEF-A085-8E336F3EFFFE}" dt="2025-05-18T07:28:42.270" v="7744"/>
        <pc:sldMkLst>
          <pc:docMk/>
          <pc:sldMk cId="2663660686" sldId="2147483086"/>
        </pc:sldMkLst>
      </pc:sldChg>
      <pc:sldChg chg="modSp mod modNotesTx">
        <pc:chgData name="Roy, Samrat" userId="9c8f2b69-0747-4f59-b02a-2510d4c911d6" providerId="ADAL" clId="{B9AAA37B-2795-4CEF-A085-8E336F3EFFFE}" dt="2025-05-18T18:46:24.322" v="15521" actId="20577"/>
        <pc:sldMkLst>
          <pc:docMk/>
          <pc:sldMk cId="2284033468" sldId="2147483087"/>
        </pc:sldMkLst>
      </pc:sldChg>
      <pc:sldChg chg="modSp mod modNotesTx">
        <pc:chgData name="Roy, Samrat" userId="9c8f2b69-0747-4f59-b02a-2510d4c911d6" providerId="ADAL" clId="{B9AAA37B-2795-4CEF-A085-8E336F3EFFFE}" dt="2025-05-18T21:30:48.819" v="15769" actId="20577"/>
        <pc:sldMkLst>
          <pc:docMk/>
          <pc:sldMk cId="613000286" sldId="2147483088"/>
        </pc:sldMkLst>
      </pc:sldChg>
      <pc:sldChg chg="del">
        <pc:chgData name="Roy, Samrat" userId="9c8f2b69-0747-4f59-b02a-2510d4c911d6" providerId="ADAL" clId="{B9AAA37B-2795-4CEF-A085-8E336F3EFFFE}" dt="2025-05-18T07:28:17.700" v="7741" actId="2696"/>
        <pc:sldMkLst>
          <pc:docMk/>
          <pc:sldMk cId="255466169" sldId="2147483089"/>
        </pc:sldMkLst>
      </pc:sldChg>
      <pc:sldChg chg="add">
        <pc:chgData name="Roy, Samrat" userId="9c8f2b69-0747-4f59-b02a-2510d4c911d6" providerId="ADAL" clId="{B9AAA37B-2795-4CEF-A085-8E336F3EFFFE}" dt="2025-05-18T07:28:22.643" v="7742"/>
        <pc:sldMkLst>
          <pc:docMk/>
          <pc:sldMk cId="2554326945" sldId="2147483089"/>
        </pc:sldMkLst>
      </pc:sldChg>
      <pc:sldChg chg="add">
        <pc:chgData name="Roy, Samrat" userId="9c8f2b69-0747-4f59-b02a-2510d4c911d6" providerId="ADAL" clId="{B9AAA37B-2795-4CEF-A085-8E336F3EFFFE}" dt="2025-05-16T19:27:48.010" v="2186"/>
        <pc:sldMkLst>
          <pc:docMk/>
          <pc:sldMk cId="602226217" sldId="2147483091"/>
        </pc:sldMkLst>
      </pc:sldChg>
      <pc:sldChg chg="modSp new del mod">
        <pc:chgData name="Roy, Samrat" userId="9c8f2b69-0747-4f59-b02a-2510d4c911d6" providerId="ADAL" clId="{B9AAA37B-2795-4CEF-A085-8E336F3EFFFE}" dt="2025-05-16T19:27:24.551" v="2185" actId="2696"/>
        <pc:sldMkLst>
          <pc:docMk/>
          <pc:sldMk cId="3070710602" sldId="2147483091"/>
        </pc:sldMkLst>
      </pc:sldChg>
      <pc:sldChg chg="del">
        <pc:chgData name="Roy, Samrat" userId="9c8f2b69-0747-4f59-b02a-2510d4c911d6" providerId="ADAL" clId="{B9AAA37B-2795-4CEF-A085-8E336F3EFFFE}" dt="2025-05-16T19:27:24.551" v="2185" actId="2696"/>
        <pc:sldMkLst>
          <pc:docMk/>
          <pc:sldMk cId="790350496" sldId="2147483095"/>
        </pc:sldMkLst>
      </pc:sldChg>
      <pc:sldChg chg="add">
        <pc:chgData name="Roy, Samrat" userId="9c8f2b69-0747-4f59-b02a-2510d4c911d6" providerId="ADAL" clId="{B9AAA37B-2795-4CEF-A085-8E336F3EFFFE}" dt="2025-05-16T19:27:48.010" v="2186"/>
        <pc:sldMkLst>
          <pc:docMk/>
          <pc:sldMk cId="3371675694" sldId="2147483095"/>
        </pc:sldMkLst>
      </pc:sldChg>
      <pc:sldChg chg="delSp modSp mod modNotesTx">
        <pc:chgData name="Roy, Samrat" userId="9c8f2b69-0747-4f59-b02a-2510d4c911d6" providerId="ADAL" clId="{B9AAA37B-2795-4CEF-A085-8E336F3EFFFE}" dt="2025-05-17T04:01:57.684" v="3987" actId="20577"/>
        <pc:sldMkLst>
          <pc:docMk/>
          <pc:sldMk cId="2567598029" sldId="2147483097"/>
        </pc:sldMkLst>
      </pc:sldChg>
      <pc:sldChg chg="del">
        <pc:chgData name="Roy, Samrat" userId="9c8f2b69-0747-4f59-b02a-2510d4c911d6" providerId="ADAL" clId="{B9AAA37B-2795-4CEF-A085-8E336F3EFFFE}" dt="2025-05-16T19:27:24.551" v="2185" actId="2696"/>
        <pc:sldMkLst>
          <pc:docMk/>
          <pc:sldMk cId="3199833620" sldId="2147483098"/>
        </pc:sldMkLst>
      </pc:sldChg>
      <pc:sldChg chg="add">
        <pc:chgData name="Roy, Samrat" userId="9c8f2b69-0747-4f59-b02a-2510d4c911d6" providerId="ADAL" clId="{B9AAA37B-2795-4CEF-A085-8E336F3EFFFE}" dt="2025-05-16T19:27:48.010" v="2186"/>
        <pc:sldMkLst>
          <pc:docMk/>
          <pc:sldMk cId="3917801249" sldId="2147483098"/>
        </pc:sldMkLst>
      </pc:sldChg>
      <pc:sldChg chg="modNotesTx">
        <pc:chgData name="Roy, Samrat" userId="9c8f2b69-0747-4f59-b02a-2510d4c911d6" providerId="ADAL" clId="{B9AAA37B-2795-4CEF-A085-8E336F3EFFFE}" dt="2025-05-16T20:14:12.647" v="3698" actId="20577"/>
        <pc:sldMkLst>
          <pc:docMk/>
          <pc:sldMk cId="3322078912" sldId="2147483100"/>
        </pc:sldMkLst>
      </pc:sldChg>
      <pc:sldChg chg="add">
        <pc:chgData name="Roy, Samrat" userId="9c8f2b69-0747-4f59-b02a-2510d4c911d6" providerId="ADAL" clId="{B9AAA37B-2795-4CEF-A085-8E336F3EFFFE}" dt="2025-05-16T19:27:48.010" v="2186"/>
        <pc:sldMkLst>
          <pc:docMk/>
          <pc:sldMk cId="495696865" sldId="2147483101"/>
        </pc:sldMkLst>
      </pc:sldChg>
      <pc:sldChg chg="del">
        <pc:chgData name="Roy, Samrat" userId="9c8f2b69-0747-4f59-b02a-2510d4c911d6" providerId="ADAL" clId="{B9AAA37B-2795-4CEF-A085-8E336F3EFFFE}" dt="2025-05-16T19:27:24.551" v="2185" actId="2696"/>
        <pc:sldMkLst>
          <pc:docMk/>
          <pc:sldMk cId="2196657437" sldId="2147483101"/>
        </pc:sldMkLst>
      </pc:sldChg>
      <pc:sldChg chg="addSp delSp modSp mod modNotesTx">
        <pc:chgData name="Roy, Samrat" userId="9c8f2b69-0747-4f59-b02a-2510d4c911d6" providerId="ADAL" clId="{B9AAA37B-2795-4CEF-A085-8E336F3EFFFE}" dt="2025-05-18T05:24:32.607" v="7515" actId="20577"/>
        <pc:sldMkLst>
          <pc:docMk/>
          <pc:sldMk cId="3960613218" sldId="2147483102"/>
        </pc:sldMkLst>
      </pc:sldChg>
      <pc:sldChg chg="add del">
        <pc:chgData name="Roy, Samrat" userId="9c8f2b69-0747-4f59-b02a-2510d4c911d6" providerId="ADAL" clId="{B9AAA37B-2795-4CEF-A085-8E336F3EFFFE}" dt="2025-05-16T19:49:59.772" v="3091" actId="2696"/>
        <pc:sldMkLst>
          <pc:docMk/>
          <pc:sldMk cId="3507382920" sldId="2147483103"/>
        </pc:sldMkLst>
      </pc:sldChg>
      <pc:sldChg chg="add">
        <pc:chgData name="Roy, Samrat" userId="9c8f2b69-0747-4f59-b02a-2510d4c911d6" providerId="ADAL" clId="{B9AAA37B-2795-4CEF-A085-8E336F3EFFFE}" dt="2025-05-16T19:50:07.661" v="3092"/>
        <pc:sldMkLst>
          <pc:docMk/>
          <pc:sldMk cId="4213329084" sldId="2147483103"/>
        </pc:sldMkLst>
      </pc:sldChg>
      <pc:sldChg chg="modSp mod modNotesTx">
        <pc:chgData name="Roy, Samrat" userId="9c8f2b69-0747-4f59-b02a-2510d4c911d6" providerId="ADAL" clId="{B9AAA37B-2795-4CEF-A085-8E336F3EFFFE}" dt="2025-05-17T10:55:11.970" v="6387" actId="20577"/>
        <pc:sldMkLst>
          <pc:docMk/>
          <pc:sldMk cId="415273567" sldId="2147483104"/>
        </pc:sldMkLst>
      </pc:sldChg>
      <pc:sldChg chg="delSp modSp mod">
        <pc:chgData name="Roy, Samrat" userId="9c8f2b69-0747-4f59-b02a-2510d4c911d6" providerId="ADAL" clId="{B9AAA37B-2795-4CEF-A085-8E336F3EFFFE}" dt="2025-05-18T13:52:35.052" v="14390" actId="313"/>
        <pc:sldMkLst>
          <pc:docMk/>
          <pc:sldMk cId="2903738292" sldId="2147483105"/>
        </pc:sldMkLst>
      </pc:sldChg>
      <pc:sldChg chg="addSp modSp mod ord modNotesTx">
        <pc:chgData name="Roy, Samrat" userId="9c8f2b69-0747-4f59-b02a-2510d4c911d6" providerId="ADAL" clId="{B9AAA37B-2795-4CEF-A085-8E336F3EFFFE}" dt="2025-05-17T11:10:22.359" v="6553" actId="5793"/>
        <pc:sldMkLst>
          <pc:docMk/>
          <pc:sldMk cId="4271727046" sldId="2147483107"/>
        </pc:sldMkLst>
      </pc:sldChg>
      <pc:sldChg chg="addSp modSp mod">
        <pc:chgData name="Roy, Samrat" userId="9c8f2b69-0747-4f59-b02a-2510d4c911d6" providerId="ADAL" clId="{B9AAA37B-2795-4CEF-A085-8E336F3EFFFE}" dt="2025-05-18T13:02:49.661" v="13628" actId="20577"/>
        <pc:sldMkLst>
          <pc:docMk/>
          <pc:sldMk cId="3466807779" sldId="2147483108"/>
        </pc:sldMkLst>
      </pc:sldChg>
      <pc:sldChg chg="new del">
        <pc:chgData name="Roy, Samrat" userId="9c8f2b69-0747-4f59-b02a-2510d4c911d6" providerId="ADAL" clId="{B9AAA37B-2795-4CEF-A085-8E336F3EFFFE}" dt="2025-05-18T08:35:13.195" v="7977" actId="680"/>
        <pc:sldMkLst>
          <pc:docMk/>
          <pc:sldMk cId="261128878" sldId="2147483109"/>
        </pc:sldMkLst>
      </pc:sldChg>
      <pc:sldChg chg="add del setBg">
        <pc:chgData name="Roy, Samrat" userId="9c8f2b69-0747-4f59-b02a-2510d4c911d6" providerId="ADAL" clId="{B9AAA37B-2795-4CEF-A085-8E336F3EFFFE}" dt="2025-05-18T11:11:51.942" v="12112" actId="47"/>
        <pc:sldMkLst>
          <pc:docMk/>
          <pc:sldMk cId="1304436818" sldId="2147483109"/>
        </pc:sldMkLst>
      </pc:sldChg>
      <pc:sldChg chg="add del">
        <pc:chgData name="Roy, Samrat" userId="9c8f2b69-0747-4f59-b02a-2510d4c911d6" providerId="ADAL" clId="{B9AAA37B-2795-4CEF-A085-8E336F3EFFFE}" dt="2025-05-18T13:36:33.691" v="14184" actId="47"/>
        <pc:sldMkLst>
          <pc:docMk/>
          <pc:sldMk cId="3501774558" sldId="2147483109"/>
        </pc:sldMkLst>
      </pc:sldChg>
      <pc:sldMasterChg chg="delSldLayout">
        <pc:chgData name="Roy, Samrat" userId="9c8f2b69-0747-4f59-b02a-2510d4c911d6" providerId="ADAL" clId="{B9AAA37B-2795-4CEF-A085-8E336F3EFFFE}" dt="2025-05-16T19:27:24.551" v="2185" actId="2696"/>
        <pc:sldMasterMkLst>
          <pc:docMk/>
          <pc:sldMasterMk cId="3582054749" sldId="2147483805"/>
        </pc:sldMasterMkLst>
        <pc:sldLayoutChg chg="del">
          <pc:chgData name="Roy, Samrat" userId="9c8f2b69-0747-4f59-b02a-2510d4c911d6" providerId="ADAL" clId="{B9AAA37B-2795-4CEF-A085-8E336F3EFFFE}" dt="2025-05-16T19:27:24.551" v="2185" actId="2696"/>
          <pc:sldLayoutMkLst>
            <pc:docMk/>
            <pc:sldMasterMk cId="3582054749" sldId="2147483805"/>
            <pc:sldLayoutMk cId="3673770938" sldId="2147483999"/>
          </pc:sldLayoutMkLst>
        </pc:sldLayoutChg>
      </pc:sldMasterChg>
      <pc:sldMasterChg chg="del delSldLayout">
        <pc:chgData name="Roy, Samrat" userId="9c8f2b69-0747-4f59-b02a-2510d4c911d6" providerId="ADAL" clId="{B9AAA37B-2795-4CEF-A085-8E336F3EFFFE}" dt="2025-05-16T19:26:47.036" v="2183" actId="2696"/>
        <pc:sldMasterMkLst>
          <pc:docMk/>
          <pc:sldMasterMk cId="862456291" sldId="2147484000"/>
        </pc:sldMasterMkLst>
        <pc:sldLayoutChg chg="del">
          <pc:chgData name="Roy, Samrat" userId="9c8f2b69-0747-4f59-b02a-2510d4c911d6" providerId="ADAL" clId="{B9AAA37B-2795-4CEF-A085-8E336F3EFFFE}" dt="2025-05-16T19:26:47.036" v="2183" actId="2696"/>
          <pc:sldLayoutMkLst>
            <pc:docMk/>
            <pc:sldMasterMk cId="862456291" sldId="2147484000"/>
            <pc:sldLayoutMk cId="51746299" sldId="2147484001"/>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159226439" sldId="2147484002"/>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2744061959" sldId="2147484003"/>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490324201" sldId="2147484004"/>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523275093" sldId="2147484005"/>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916458916" sldId="2147484006"/>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873513407" sldId="2147484007"/>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3650190263" sldId="2147484008"/>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1749607767" sldId="2147484009"/>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2232464519" sldId="2147484010"/>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2053856207" sldId="2147484011"/>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4129842315" sldId="2147484012"/>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1160417408" sldId="2147484013"/>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2419028278" sldId="2147484014"/>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3977782485" sldId="2147484015"/>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1426141046" sldId="2147484016"/>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2559526536" sldId="2147484017"/>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1135405154" sldId="2147484018"/>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239556255" sldId="2147484019"/>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54848505" sldId="2147484020"/>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1628945794" sldId="2147484021"/>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3501981929" sldId="2147484022"/>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1061833881" sldId="2147484023"/>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3036292371" sldId="2147484024"/>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4148998519" sldId="2147484025"/>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2092226231" sldId="2147484026"/>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2220962907" sldId="2147484027"/>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4214366070" sldId="2147484028"/>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4265992280" sldId="2147484029"/>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4029541479" sldId="2147484030"/>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3793692208" sldId="2147484031"/>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1118421" sldId="2147484032"/>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3010636701" sldId="2147484033"/>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3166298380" sldId="2147484034"/>
          </pc:sldLayoutMkLst>
        </pc:sldLayoutChg>
        <pc:sldLayoutChg chg="del">
          <pc:chgData name="Roy, Samrat" userId="9c8f2b69-0747-4f59-b02a-2510d4c911d6" providerId="ADAL" clId="{B9AAA37B-2795-4CEF-A085-8E336F3EFFFE}" dt="2025-05-16T19:26:47.036" v="2183" actId="2696"/>
          <pc:sldLayoutMkLst>
            <pc:docMk/>
            <pc:sldMasterMk cId="862456291" sldId="2147484000"/>
            <pc:sldLayoutMk cId="958240070" sldId="2147484035"/>
          </pc:sldLayoutMkLst>
        </pc:sldLayoutChg>
      </pc:sldMasterChg>
    </pc:docChg>
  </pc:docChgLst>
  <pc:docChgLst>
    <pc:chgData name="Chakraborty, Devjyoti" userId="33f7199d-a81e-4938-af16-7161c1058e96" providerId="ADAL" clId="{6DC8F700-29EE-4FBA-8121-6F8B017004F9}"/>
    <pc:docChg chg="undo redo custSel addSld delSld modSld sldOrd modMainMaster modSection">
      <pc:chgData name="Chakraborty, Devjyoti" userId="33f7199d-a81e-4938-af16-7161c1058e96" providerId="ADAL" clId="{6DC8F700-29EE-4FBA-8121-6F8B017004F9}" dt="2025-05-18T12:45:59.622" v="9947" actId="478"/>
      <pc:docMkLst>
        <pc:docMk/>
      </pc:docMkLst>
      <pc:sldChg chg="modSp mod">
        <pc:chgData name="Chakraborty, Devjyoti" userId="33f7199d-a81e-4938-af16-7161c1058e96" providerId="ADAL" clId="{6DC8F700-29EE-4FBA-8121-6F8B017004F9}" dt="2025-05-09T12:34:46.825" v="4" actId="207"/>
        <pc:sldMkLst>
          <pc:docMk/>
          <pc:sldMk cId="660805111" sldId="2147347686"/>
        </pc:sldMkLst>
      </pc:sldChg>
      <pc:sldChg chg="addSp delSp modSp mod">
        <pc:chgData name="Chakraborty, Devjyoti" userId="33f7199d-a81e-4938-af16-7161c1058e96" providerId="ADAL" clId="{6DC8F700-29EE-4FBA-8121-6F8B017004F9}" dt="2025-05-13T10:56:20.305" v="4501" actId="14100"/>
        <pc:sldMkLst>
          <pc:docMk/>
          <pc:sldMk cId="3276847092" sldId="2147469578"/>
        </pc:sldMkLst>
      </pc:sldChg>
      <pc:sldChg chg="delSp modSp mod">
        <pc:chgData name="Chakraborty, Devjyoti" userId="33f7199d-a81e-4938-af16-7161c1058e96" providerId="ADAL" clId="{6DC8F700-29EE-4FBA-8121-6F8B017004F9}" dt="2025-05-09T13:02:50.439" v="152" actId="27636"/>
        <pc:sldMkLst>
          <pc:docMk/>
          <pc:sldMk cId="3240238124" sldId="2147469581"/>
        </pc:sldMkLst>
      </pc:sldChg>
      <pc:sldChg chg="modSp mod">
        <pc:chgData name="Chakraborty, Devjyoti" userId="33f7199d-a81e-4938-af16-7161c1058e96" providerId="ADAL" clId="{6DC8F700-29EE-4FBA-8121-6F8B017004F9}" dt="2025-05-09T14:46:10.769" v="329" actId="1076"/>
        <pc:sldMkLst>
          <pc:docMk/>
          <pc:sldMk cId="3376090152" sldId="2147469582"/>
        </pc:sldMkLst>
      </pc:sldChg>
      <pc:sldChg chg="addSp delSp modSp add mod">
        <pc:chgData name="Chakraborty, Devjyoti" userId="33f7199d-a81e-4938-af16-7161c1058e96" providerId="ADAL" clId="{6DC8F700-29EE-4FBA-8121-6F8B017004F9}" dt="2025-05-13T11:02:23.756" v="4619" actId="20577"/>
        <pc:sldMkLst>
          <pc:docMk/>
          <pc:sldMk cId="577958227" sldId="2147469589"/>
        </pc:sldMkLst>
      </pc:sldChg>
      <pc:sldChg chg="addSp delSp modSp add mod">
        <pc:chgData name="Chakraborty, Devjyoti" userId="33f7199d-a81e-4938-af16-7161c1058e96" providerId="ADAL" clId="{6DC8F700-29EE-4FBA-8121-6F8B017004F9}" dt="2025-05-13T08:41:57.522" v="4046" actId="5793"/>
        <pc:sldMkLst>
          <pc:docMk/>
          <pc:sldMk cId="1475728182" sldId="2147469590"/>
        </pc:sldMkLst>
      </pc:sldChg>
      <pc:sldChg chg="addSp delSp modSp del mod">
        <pc:chgData name="Chakraborty, Devjyoti" userId="33f7199d-a81e-4938-af16-7161c1058e96" providerId="ADAL" clId="{6DC8F700-29EE-4FBA-8121-6F8B017004F9}" dt="2025-05-15T19:53:46.091" v="8150" actId="47"/>
        <pc:sldMkLst>
          <pc:docMk/>
          <pc:sldMk cId="572822257" sldId="2147469599"/>
        </pc:sldMkLst>
      </pc:sldChg>
      <pc:sldChg chg="delSp modSp del mod">
        <pc:chgData name="Chakraborty, Devjyoti" userId="33f7199d-a81e-4938-af16-7161c1058e96" providerId="ADAL" clId="{6DC8F700-29EE-4FBA-8121-6F8B017004F9}" dt="2025-05-16T05:42:56.048" v="8197" actId="47"/>
        <pc:sldMkLst>
          <pc:docMk/>
          <pc:sldMk cId="309534385" sldId="2147469600"/>
        </pc:sldMkLst>
      </pc:sldChg>
      <pc:sldChg chg="addSp delSp modSp del mod">
        <pc:chgData name="Chakraborty, Devjyoti" userId="33f7199d-a81e-4938-af16-7161c1058e96" providerId="ADAL" clId="{6DC8F700-29EE-4FBA-8121-6F8B017004F9}" dt="2025-05-15T20:43:47.897" v="8193" actId="47"/>
        <pc:sldMkLst>
          <pc:docMk/>
          <pc:sldMk cId="718708775" sldId="2147469601"/>
        </pc:sldMkLst>
      </pc:sldChg>
      <pc:sldChg chg="ord">
        <pc:chgData name="Chakraborty, Devjyoti" userId="33f7199d-a81e-4938-af16-7161c1058e96" providerId="ADAL" clId="{6DC8F700-29EE-4FBA-8121-6F8B017004F9}" dt="2025-05-17T04:30:15.794" v="9883"/>
        <pc:sldMkLst>
          <pc:docMk/>
          <pc:sldMk cId="1195878211" sldId="2147469607"/>
        </pc:sldMkLst>
      </pc:sldChg>
      <pc:sldChg chg="addSp delSp modSp del mod">
        <pc:chgData name="Chakraborty, Devjyoti" userId="33f7199d-a81e-4938-af16-7161c1058e96" providerId="ADAL" clId="{6DC8F700-29EE-4FBA-8121-6F8B017004F9}" dt="2025-05-16T06:46:20.588" v="8297" actId="47"/>
        <pc:sldMkLst>
          <pc:docMk/>
          <pc:sldMk cId="3434744914" sldId="2147482236"/>
        </pc:sldMkLst>
      </pc:sldChg>
      <pc:sldChg chg="delSp modSp add del mod setBg">
        <pc:chgData name="Chakraborty, Devjyoti" userId="33f7199d-a81e-4938-af16-7161c1058e96" providerId="ADAL" clId="{6DC8F700-29EE-4FBA-8121-6F8B017004F9}" dt="2025-05-15T19:53:52.991" v="8151" actId="47"/>
        <pc:sldMkLst>
          <pc:docMk/>
          <pc:sldMk cId="2105344337" sldId="2147483067"/>
        </pc:sldMkLst>
      </pc:sldChg>
      <pc:sldChg chg="modSp mod">
        <pc:chgData name="Chakraborty, Devjyoti" userId="33f7199d-a81e-4938-af16-7161c1058e96" providerId="ADAL" clId="{6DC8F700-29EE-4FBA-8121-6F8B017004F9}" dt="2025-05-16T16:04:08.879" v="9465" actId="1076"/>
        <pc:sldMkLst>
          <pc:docMk/>
          <pc:sldMk cId="949991781" sldId="2147483068"/>
        </pc:sldMkLst>
      </pc:sldChg>
      <pc:sldChg chg="modSp add mod">
        <pc:chgData name="Chakraborty, Devjyoti" userId="33f7199d-a81e-4938-af16-7161c1058e96" providerId="ADAL" clId="{6DC8F700-29EE-4FBA-8121-6F8B017004F9}" dt="2025-05-16T06:50:01.182" v="8318" actId="20577"/>
        <pc:sldMkLst>
          <pc:docMk/>
          <pc:sldMk cId="2885122724" sldId="2147483068"/>
        </pc:sldMkLst>
      </pc:sldChg>
      <pc:sldChg chg="add">
        <pc:chgData name="Chakraborty, Devjyoti" userId="33f7199d-a81e-4938-af16-7161c1058e96" providerId="ADAL" clId="{6DC8F700-29EE-4FBA-8121-6F8B017004F9}" dt="2025-05-15T20:43:39.140" v="8192"/>
        <pc:sldMkLst>
          <pc:docMk/>
          <pc:sldMk cId="2284033468" sldId="2147483073"/>
        </pc:sldMkLst>
      </pc:sldChg>
      <pc:sldChg chg="addSp delSp modSp add mod">
        <pc:chgData name="Chakraborty, Devjyoti" userId="33f7199d-a81e-4938-af16-7161c1058e96" providerId="ADAL" clId="{6DC8F700-29EE-4FBA-8121-6F8B017004F9}" dt="2025-05-16T07:49:26.598" v="8647" actId="14100"/>
        <pc:sldMkLst>
          <pc:docMk/>
          <pc:sldMk cId="2894813486" sldId="2147483076"/>
        </pc:sldMkLst>
      </pc:sldChg>
      <pc:sldChg chg="modSp mod">
        <pc:chgData name="Chakraborty, Devjyoti" userId="33f7199d-a81e-4938-af16-7161c1058e96" providerId="ADAL" clId="{6DC8F700-29EE-4FBA-8121-6F8B017004F9}" dt="2025-05-16T18:41:07.180" v="9800" actId="14100"/>
        <pc:sldMkLst>
          <pc:docMk/>
          <pc:sldMk cId="3656627225" sldId="2147483076"/>
        </pc:sldMkLst>
      </pc:sldChg>
      <pc:sldChg chg="delSp modSp mod">
        <pc:chgData name="Chakraborty, Devjyoti" userId="33f7199d-a81e-4938-af16-7161c1058e96" providerId="ADAL" clId="{6DC8F700-29EE-4FBA-8121-6F8B017004F9}" dt="2025-05-18T12:45:59.622" v="9947" actId="478"/>
        <pc:sldMkLst>
          <pc:docMk/>
          <pc:sldMk cId="3716256137" sldId="2147483076"/>
        </pc:sldMkLst>
      </pc:sldChg>
      <pc:sldChg chg="add del">
        <pc:chgData name="Chakraborty, Devjyoti" userId="33f7199d-a81e-4938-af16-7161c1058e96" providerId="ADAL" clId="{6DC8F700-29EE-4FBA-8121-6F8B017004F9}" dt="2025-05-16T06:46:41.982" v="8299" actId="47"/>
        <pc:sldMkLst>
          <pc:docMk/>
          <pc:sldMk cId="613000286" sldId="2147483078"/>
        </pc:sldMkLst>
      </pc:sldChg>
      <pc:sldChg chg="add">
        <pc:chgData name="Chakraborty, Devjyoti" userId="33f7199d-a81e-4938-af16-7161c1058e96" providerId="ADAL" clId="{6DC8F700-29EE-4FBA-8121-6F8B017004F9}" dt="2025-05-16T06:50:37.999" v="8319"/>
        <pc:sldMkLst>
          <pc:docMk/>
          <pc:sldMk cId="613000286" sldId="2147483079"/>
        </pc:sldMkLst>
      </pc:sldChg>
      <pc:sldChg chg="delSp modSp mod">
        <pc:chgData name="Chakraborty, Devjyoti" userId="33f7199d-a81e-4938-af16-7161c1058e96" providerId="ADAL" clId="{6DC8F700-29EE-4FBA-8121-6F8B017004F9}" dt="2025-05-17T07:34:26.057" v="9902" actId="207"/>
        <pc:sldMkLst>
          <pc:docMk/>
          <pc:sldMk cId="2284033468" sldId="2147483087"/>
        </pc:sldMkLst>
      </pc:sldChg>
      <pc:sldChg chg="modSp mod">
        <pc:chgData name="Chakraborty, Devjyoti" userId="33f7199d-a81e-4938-af16-7161c1058e96" providerId="ADAL" clId="{6DC8F700-29EE-4FBA-8121-6F8B017004F9}" dt="2025-05-17T07:33:26.314" v="9901" actId="1035"/>
        <pc:sldMkLst>
          <pc:docMk/>
          <pc:sldMk cId="613000286" sldId="2147483088"/>
        </pc:sldMkLst>
      </pc:sldChg>
      <pc:sldChg chg="addSp delSp modSp add mod ord setBg">
        <pc:chgData name="Chakraborty, Devjyoti" userId="33f7199d-a81e-4938-af16-7161c1058e96" providerId="ADAL" clId="{6DC8F700-29EE-4FBA-8121-6F8B017004F9}" dt="2025-05-18T07:33:36.195" v="9946" actId="20577"/>
        <pc:sldMkLst>
          <pc:docMk/>
          <pc:sldMk cId="3466807779" sldId="2147483108"/>
        </pc:sldMkLst>
      </pc:sldChg>
      <pc:sldMasterChg chg="modSp mod modSldLayout">
        <pc:chgData name="Chakraborty, Devjyoti" userId="33f7199d-a81e-4938-af16-7161c1058e96" providerId="ADAL" clId="{6DC8F700-29EE-4FBA-8121-6F8B017004F9}" dt="2025-05-12T19:13:49.294" v="591" actId="14100"/>
        <pc:sldMasterMkLst>
          <pc:docMk/>
          <pc:sldMasterMk cId="3582054749" sldId="2147483805"/>
        </pc:sldMasterMkLst>
        <pc:sldLayoutChg chg="addSp modSp mod">
          <pc:chgData name="Chakraborty, Devjyoti" userId="33f7199d-a81e-4938-af16-7161c1058e96" providerId="ADAL" clId="{6DC8F700-29EE-4FBA-8121-6F8B017004F9}" dt="2025-05-12T19:13:49.294" v="591" actId="14100"/>
          <pc:sldLayoutMkLst>
            <pc:docMk/>
            <pc:sldMasterMk cId="3582054749" sldId="2147483805"/>
            <pc:sldLayoutMk cId="130834703" sldId="2147483807"/>
          </pc:sldLayoutMkLst>
        </pc:sldLayoutChg>
        <pc:sldLayoutChg chg="modSp setBg">
          <pc:chgData name="Chakraborty, Devjyoti" userId="33f7199d-a81e-4938-af16-7161c1058e96" providerId="ADAL" clId="{6DC8F700-29EE-4FBA-8121-6F8B017004F9}" dt="2025-05-12T18:42:57.837" v="562" actId="207"/>
          <pc:sldLayoutMkLst>
            <pc:docMk/>
            <pc:sldMasterMk cId="3582054749" sldId="2147483805"/>
            <pc:sldLayoutMk cId="686203307" sldId="2147483808"/>
          </pc:sldLayoutMkLst>
        </pc:sldLayoutChg>
      </pc:sldMasterChg>
      <pc:sldMasterChg chg="modSldLayout">
        <pc:chgData name="Chakraborty, Devjyoti" userId="33f7199d-a81e-4938-af16-7161c1058e96" providerId="ADAL" clId="{6DC8F700-29EE-4FBA-8121-6F8B017004F9}" dt="2025-05-12T18:41:33.416" v="559"/>
        <pc:sldMasterMkLst>
          <pc:docMk/>
          <pc:sldMasterMk cId="224040528" sldId="2147483919"/>
        </pc:sldMasterMkLst>
        <pc:sldLayoutChg chg="setBg">
          <pc:chgData name="Chakraborty, Devjyoti" userId="33f7199d-a81e-4938-af16-7161c1058e96" providerId="ADAL" clId="{6DC8F700-29EE-4FBA-8121-6F8B017004F9}" dt="2025-05-12T18:41:33.416" v="559"/>
          <pc:sldLayoutMkLst>
            <pc:docMk/>
            <pc:sldMasterMk cId="224040528" sldId="2147483919"/>
            <pc:sldLayoutMk cId="1419136623" sldId="2147483920"/>
          </pc:sldLayoutMkLst>
        </pc:sldLayoutChg>
      </pc:sldMasterChg>
    </pc:docChg>
  </pc:docChgLst>
  <pc:docChgLst>
    <pc:chgData name="Singh, Kushal Kumar" userId="30a21340-5a81-4c53-b2b4-e8dfd4675534" providerId="ADAL" clId="{C3FB24B8-AF41-4A9C-800A-17812958CC64}"/>
    <pc:docChg chg="sldOrd">
      <pc:chgData name="Singh, Kushal Kumar" userId="30a21340-5a81-4c53-b2b4-e8dfd4675534" providerId="ADAL" clId="{C3FB24B8-AF41-4A9C-800A-17812958CC64}" dt="2025-05-18T07:09:41.358" v="0" actId="20578"/>
      <pc:docMkLst>
        <pc:docMk/>
      </pc:docMkLst>
      <pc:sldChg chg="ord">
        <pc:chgData name="Singh, Kushal Kumar" userId="30a21340-5a81-4c53-b2b4-e8dfd4675534" providerId="ADAL" clId="{C3FB24B8-AF41-4A9C-800A-17812958CC64}" dt="2025-05-18T07:09:41.358" v="0" actId="20578"/>
        <pc:sldMkLst>
          <pc:docMk/>
          <pc:sldMk cId="3558178423" sldId="2147469606"/>
        </pc:sldMkLst>
      </pc:sldChg>
    </pc:docChg>
  </pc:docChgLst>
  <pc:docChgLst>
    <pc:chgData name="Mukherjee, Shouvik" userId="8a0946e8-3a6b-4d5c-947d-73f4cd578335" providerId="ADAL" clId="{E9945AE4-B77D-41D8-8F58-B4A7ADF4B8A1}"/>
    <pc:docChg chg="modSld">
      <pc:chgData name="Mukherjee, Shouvik" userId="8a0946e8-3a6b-4d5c-947d-73f4cd578335" providerId="ADAL" clId="{E9945AE4-B77D-41D8-8F58-B4A7ADF4B8A1}" dt="2025-06-19T11:54:22.816" v="11" actId="1035"/>
      <pc:docMkLst>
        <pc:docMk/>
      </pc:docMkLst>
      <pc:sldChg chg="modSp mod">
        <pc:chgData name="Mukherjee, Shouvik" userId="8a0946e8-3a6b-4d5c-947d-73f4cd578335" providerId="ADAL" clId="{E9945AE4-B77D-41D8-8F58-B4A7ADF4B8A1}" dt="2025-06-19T11:54:22.816" v="11" actId="1035"/>
        <pc:sldMkLst>
          <pc:docMk/>
          <pc:sldMk cId="3558178423" sldId="2147469606"/>
        </pc:sldMkLst>
      </pc:sldChg>
      <pc:sldChg chg="mod">
        <pc:chgData name="Mukherjee, Shouvik" userId="8a0946e8-3a6b-4d5c-947d-73f4cd578335" providerId="ADAL" clId="{E9945AE4-B77D-41D8-8F58-B4A7ADF4B8A1}" dt="2025-05-26T08:06:55.365" v="7" actId="27918"/>
        <pc:sldMkLst>
          <pc:docMk/>
          <pc:sldMk cId="3960613218" sldId="2147483102"/>
        </pc:sldMkLst>
      </pc:sldChg>
    </pc:docChg>
  </pc:docChgLst>
  <pc:docChgLst>
    <pc:chgData name="Virdi, Amita" userId="f3ed1680-e221-48ac-be2e-e3dff5879230" providerId="ADAL" clId="{999640E4-D5A1-4325-B9F1-8FAA88D1BEEF}"/>
    <pc:docChg chg="undo custSel delSld modSld modSection">
      <pc:chgData name="Virdi, Amita" userId="f3ed1680-e221-48ac-be2e-e3dff5879230" providerId="ADAL" clId="{999640E4-D5A1-4325-B9F1-8FAA88D1BEEF}" dt="2025-05-16T13:21:06.328" v="487" actId="14100"/>
      <pc:docMkLst>
        <pc:docMk/>
      </pc:docMkLst>
      <pc:sldChg chg="addSp modSp">
        <pc:chgData name="Virdi, Amita" userId="f3ed1680-e221-48ac-be2e-e3dff5879230" providerId="ADAL" clId="{999640E4-D5A1-4325-B9F1-8FAA88D1BEEF}" dt="2025-05-15T21:22:33.304" v="0"/>
        <pc:sldMkLst>
          <pc:docMk/>
          <pc:sldMk cId="3207561889" sldId="2147469606"/>
        </pc:sldMkLst>
      </pc:sldChg>
      <pc:sldChg chg="addSp modSp del mod">
        <pc:chgData name="Virdi, Amita" userId="f3ed1680-e221-48ac-be2e-e3dff5879230" providerId="ADAL" clId="{999640E4-D5A1-4325-B9F1-8FAA88D1BEEF}" dt="2025-05-16T13:06:06.956" v="102" actId="20577"/>
        <pc:sldMkLst>
          <pc:docMk/>
          <pc:sldMk cId="1195878211" sldId="2147469607"/>
        </pc:sldMkLst>
      </pc:sldChg>
      <pc:sldChg chg="addSp modSp">
        <pc:chgData name="Virdi, Amita" userId="f3ed1680-e221-48ac-be2e-e3dff5879230" providerId="ADAL" clId="{999640E4-D5A1-4325-B9F1-8FAA88D1BEEF}" dt="2025-05-15T21:28:07.207" v="2"/>
        <pc:sldMkLst>
          <pc:docMk/>
          <pc:sldMk cId="3848534860" sldId="2147483074"/>
        </pc:sldMkLst>
      </pc:sldChg>
      <pc:sldChg chg="modSp mod">
        <pc:chgData name="Virdi, Amita" userId="f3ed1680-e221-48ac-be2e-e3dff5879230" providerId="ADAL" clId="{999640E4-D5A1-4325-B9F1-8FAA88D1BEEF}" dt="2025-05-16T13:06:24.800" v="103" actId="1076"/>
        <pc:sldMkLst>
          <pc:docMk/>
          <pc:sldMk cId="1019116040" sldId="2147483081"/>
        </pc:sldMkLst>
      </pc:sldChg>
      <pc:sldChg chg="modSp mod">
        <pc:chgData name="Virdi, Amita" userId="f3ed1680-e221-48ac-be2e-e3dff5879230" providerId="ADAL" clId="{999640E4-D5A1-4325-B9F1-8FAA88D1BEEF}" dt="2025-05-16T13:09:32.581" v="235" actId="20577"/>
        <pc:sldMkLst>
          <pc:docMk/>
          <pc:sldMk cId="3207561889" sldId="2147483082"/>
        </pc:sldMkLst>
      </pc:sldChg>
      <pc:sldChg chg="modSp mod">
        <pc:chgData name="Virdi, Amita" userId="f3ed1680-e221-48ac-be2e-e3dff5879230" providerId="ADAL" clId="{999640E4-D5A1-4325-B9F1-8FAA88D1BEEF}" dt="2025-05-16T12:56:38.085" v="100" actId="33524"/>
        <pc:sldMkLst>
          <pc:docMk/>
          <pc:sldMk cId="2925105645" sldId="2147483083"/>
        </pc:sldMkLst>
      </pc:sldChg>
      <pc:sldChg chg="modSp mod">
        <pc:chgData name="Virdi, Amita" userId="f3ed1680-e221-48ac-be2e-e3dff5879230" providerId="ADAL" clId="{999640E4-D5A1-4325-B9F1-8FAA88D1BEEF}" dt="2025-05-16T08:10:33.043" v="57" actId="20577"/>
        <pc:sldMkLst>
          <pc:docMk/>
          <pc:sldMk cId="1422772731" sldId="2147483084"/>
        </pc:sldMkLst>
      </pc:sldChg>
      <pc:sldChg chg="modSp mod">
        <pc:chgData name="Virdi, Amita" userId="f3ed1680-e221-48ac-be2e-e3dff5879230" providerId="ADAL" clId="{999640E4-D5A1-4325-B9F1-8FAA88D1BEEF}" dt="2025-05-16T13:21:06.328" v="487" actId="14100"/>
        <pc:sldMkLst>
          <pc:docMk/>
          <pc:sldMk cId="2809019813" sldId="2147483085"/>
        </pc:sldMkLst>
      </pc:sldChg>
    </pc:docChg>
  </pc:docChgLst>
  <pc:docChgLst>
    <pc:chgData name="Saha, Shib Sankar" userId="b1ea7b3e-dd2d-43e5-b3e8-cd49ffa7bc7c" providerId="ADAL" clId="{CF0058B2-3DA5-431E-824E-CFE7DFACDE18}"/>
    <pc:docChg chg="undo redo custSel addSld delSld modSld sldOrd modSection">
      <pc:chgData name="Saha, Shib Sankar" userId="b1ea7b3e-dd2d-43e5-b3e8-cd49ffa7bc7c" providerId="ADAL" clId="{CF0058B2-3DA5-431E-824E-CFE7DFACDE18}" dt="2025-05-16T13:06:20.219" v="4498" actId="1076"/>
      <pc:docMkLst>
        <pc:docMk/>
      </pc:docMkLst>
      <pc:sldChg chg="addSp delSp modSp add del mod ord">
        <pc:chgData name="Saha, Shib Sankar" userId="b1ea7b3e-dd2d-43e5-b3e8-cd49ffa7bc7c" providerId="ADAL" clId="{CF0058B2-3DA5-431E-824E-CFE7DFACDE18}" dt="2025-05-15T18:57:06.319" v="4420"/>
        <pc:sldMkLst>
          <pc:docMk/>
          <pc:sldMk cId="1468333272" sldId="2147347919"/>
        </pc:sldMkLst>
      </pc:sldChg>
      <pc:sldChg chg="addSp delSp modSp mod">
        <pc:chgData name="Saha, Shib Sankar" userId="b1ea7b3e-dd2d-43e5-b3e8-cd49ffa7bc7c" providerId="ADAL" clId="{CF0058B2-3DA5-431E-824E-CFE7DFACDE18}" dt="2025-05-14T09:53:57.040" v="2453" actId="1076"/>
        <pc:sldMkLst>
          <pc:docMk/>
          <pc:sldMk cId="309534385" sldId="2147469600"/>
        </pc:sldMkLst>
      </pc:sldChg>
      <pc:sldChg chg="modSp mod">
        <pc:chgData name="Saha, Shib Sankar" userId="b1ea7b3e-dd2d-43e5-b3e8-cd49ffa7bc7c" providerId="ADAL" clId="{CF0058B2-3DA5-431E-824E-CFE7DFACDE18}" dt="2025-05-14T09:48:59.843" v="2291" actId="20577"/>
        <pc:sldMkLst>
          <pc:docMk/>
          <pc:sldMk cId="718708775" sldId="2147469601"/>
        </pc:sldMkLst>
      </pc:sldChg>
      <pc:sldChg chg="addSp delSp modSp add del mod ord">
        <pc:chgData name="Saha, Shib Sankar" userId="b1ea7b3e-dd2d-43e5-b3e8-cd49ffa7bc7c" providerId="ADAL" clId="{CF0058B2-3DA5-431E-824E-CFE7DFACDE18}" dt="2025-05-15T11:26:52.168" v="4213" actId="47"/>
        <pc:sldMkLst>
          <pc:docMk/>
          <pc:sldMk cId="1889933298" sldId="2147472261"/>
        </pc:sldMkLst>
      </pc:sldChg>
      <pc:sldChg chg="addSp delSp modSp add del mod">
        <pc:chgData name="Saha, Shib Sankar" userId="b1ea7b3e-dd2d-43e5-b3e8-cd49ffa7bc7c" providerId="ADAL" clId="{CF0058B2-3DA5-431E-824E-CFE7DFACDE18}" dt="2025-05-15T11:26:49.653" v="4212" actId="47"/>
        <pc:sldMkLst>
          <pc:docMk/>
          <pc:sldMk cId="766804647" sldId="2147482227"/>
        </pc:sldMkLst>
      </pc:sldChg>
      <pc:sldChg chg="addSp delSp modSp add del mod">
        <pc:chgData name="Saha, Shib Sankar" userId="b1ea7b3e-dd2d-43e5-b3e8-cd49ffa7bc7c" providerId="ADAL" clId="{CF0058B2-3DA5-431E-824E-CFE7DFACDE18}" dt="2025-05-14T14:51:10.663" v="2655" actId="47"/>
        <pc:sldMkLst>
          <pc:docMk/>
          <pc:sldMk cId="2825156155" sldId="2147482230"/>
        </pc:sldMkLst>
      </pc:sldChg>
      <pc:sldChg chg="addSp delSp modSp del mod ord">
        <pc:chgData name="Saha, Shib Sankar" userId="b1ea7b3e-dd2d-43e5-b3e8-cd49ffa7bc7c" providerId="ADAL" clId="{CF0058B2-3DA5-431E-824E-CFE7DFACDE18}" dt="2025-05-15T11:28:05.784" v="4214" actId="47"/>
        <pc:sldMkLst>
          <pc:docMk/>
          <pc:sldMk cId="1000067430" sldId="2147482235"/>
        </pc:sldMkLst>
      </pc:sldChg>
      <pc:sldChg chg="del">
        <pc:chgData name="Saha, Shib Sankar" userId="b1ea7b3e-dd2d-43e5-b3e8-cd49ffa7bc7c" providerId="ADAL" clId="{CF0058B2-3DA5-431E-824E-CFE7DFACDE18}" dt="2025-05-15T12:31:48.035" v="4217" actId="47"/>
        <pc:sldMkLst>
          <pc:docMk/>
          <pc:sldMk cId="3893076284" sldId="2147482242"/>
        </pc:sldMkLst>
      </pc:sldChg>
      <pc:sldChg chg="addSp delSp modSp add del mod">
        <pc:chgData name="Saha, Shib Sankar" userId="b1ea7b3e-dd2d-43e5-b3e8-cd49ffa7bc7c" providerId="ADAL" clId="{CF0058B2-3DA5-431E-824E-CFE7DFACDE18}" dt="2025-05-15T18:57:09.593" v="4421" actId="47"/>
        <pc:sldMkLst>
          <pc:docMk/>
          <pc:sldMk cId="1666045971" sldId="2147482253"/>
        </pc:sldMkLst>
      </pc:sldChg>
      <pc:sldChg chg="del">
        <pc:chgData name="Saha, Shib Sankar" userId="b1ea7b3e-dd2d-43e5-b3e8-cd49ffa7bc7c" providerId="ADAL" clId="{CF0058B2-3DA5-431E-824E-CFE7DFACDE18}" dt="2025-05-15T12:31:48.035" v="4217" actId="47"/>
        <pc:sldMkLst>
          <pc:docMk/>
          <pc:sldMk cId="4207610453" sldId="2147482254"/>
        </pc:sldMkLst>
      </pc:sldChg>
      <pc:sldChg chg="modSp add del mod">
        <pc:chgData name="Saha, Shib Sankar" userId="b1ea7b3e-dd2d-43e5-b3e8-cd49ffa7bc7c" providerId="ADAL" clId="{CF0058B2-3DA5-431E-824E-CFE7DFACDE18}" dt="2025-05-15T13:41:29.810" v="4392" actId="47"/>
        <pc:sldMkLst>
          <pc:docMk/>
          <pc:sldMk cId="3990331013" sldId="2147482262"/>
        </pc:sldMkLst>
      </pc:sldChg>
      <pc:sldChg chg="modSp add del mod">
        <pc:chgData name="Saha, Shib Sankar" userId="b1ea7b3e-dd2d-43e5-b3e8-cd49ffa7bc7c" providerId="ADAL" clId="{CF0058B2-3DA5-431E-824E-CFE7DFACDE18}" dt="2025-05-15T18:57:12.540" v="4422" actId="47"/>
        <pc:sldMkLst>
          <pc:docMk/>
          <pc:sldMk cId="3005287680" sldId="2147483062"/>
        </pc:sldMkLst>
      </pc:sldChg>
      <pc:sldChg chg="modSp add mod">
        <pc:chgData name="Saha, Shib Sankar" userId="b1ea7b3e-dd2d-43e5-b3e8-cd49ffa7bc7c" providerId="ADAL" clId="{CF0058B2-3DA5-431E-824E-CFE7DFACDE18}" dt="2025-05-16T07:09:50.558" v="4496"/>
        <pc:sldMkLst>
          <pc:docMk/>
          <pc:sldMk cId="3990331013" sldId="2147483071"/>
        </pc:sldMkLst>
      </pc:sldChg>
      <pc:sldChg chg="modSp mod">
        <pc:chgData name="Saha, Shib Sankar" userId="b1ea7b3e-dd2d-43e5-b3e8-cd49ffa7bc7c" providerId="ADAL" clId="{CF0058B2-3DA5-431E-824E-CFE7DFACDE18}" dt="2025-05-16T07:06:49.946" v="4477" actId="20577"/>
        <pc:sldMkLst>
          <pc:docMk/>
          <pc:sldMk cId="1860823435" sldId="2147483077"/>
        </pc:sldMkLst>
      </pc:sldChg>
      <pc:sldChg chg="modSp mod">
        <pc:chgData name="Saha, Shib Sankar" userId="b1ea7b3e-dd2d-43e5-b3e8-cd49ffa7bc7c" providerId="ADAL" clId="{CF0058B2-3DA5-431E-824E-CFE7DFACDE18}" dt="2025-05-16T13:06:20.219" v="4498" actId="1076"/>
        <pc:sldMkLst>
          <pc:docMk/>
          <pc:sldMk cId="255466169" sldId="2147483089"/>
        </pc:sldMkLst>
      </pc:sldChg>
    </pc:docChg>
  </pc:docChgLst>
  <pc:docChgLst>
    <pc:chgData name="Negi, Neeraj" userId="2be1b326-6a6d-4d5e-be95-9e0e272af2ef" providerId="ADAL" clId="{BB088713-B9C3-41CB-A261-3A03AD61DBDF}"/>
    <pc:docChg chg="undo custSel addSld delSld modSld replTag">
      <pc:chgData name="Negi, Neeraj" userId="2be1b326-6a6d-4d5e-be95-9e0e272af2ef" providerId="ADAL" clId="{BB088713-B9C3-41CB-A261-3A03AD61DBDF}" dt="2025-05-14T09:58:31.146" v="781" actId="20577"/>
      <pc:docMkLst>
        <pc:docMk/>
      </pc:docMkLst>
      <pc:sldChg chg="addSp delSp modSp add del mod delCm">
        <pc:chgData name="Negi, Neeraj" userId="2be1b326-6a6d-4d5e-be95-9e0e272af2ef" providerId="ADAL" clId="{BB088713-B9C3-41CB-A261-3A03AD61DBDF}" dt="2025-05-12T11:45:35.326" v="265" actId="2696"/>
        <pc:sldMkLst>
          <pc:docMk/>
          <pc:sldMk cId="2964499223" sldId="2147469587"/>
        </pc:sldMkLst>
        <pc:extLst>
          <p:ext xmlns:p="http://schemas.openxmlformats.org/presentationml/2006/main" uri="{D6D511B9-2390-475A-947B-AFAB55BFBCF1}">
            <pc226:cmChg xmlns:pc226="http://schemas.microsoft.com/office/powerpoint/2022/06/main/command" chg="del">
              <pc226:chgData name="Negi, Neeraj" userId="2be1b326-6a6d-4d5e-be95-9e0e272af2ef" providerId="ADAL" clId="{BB088713-B9C3-41CB-A261-3A03AD61DBDF}" dt="2025-05-12T10:55:49.310" v="1"/>
              <pc2:cmMkLst xmlns:pc2="http://schemas.microsoft.com/office/powerpoint/2019/9/main/command">
                <pc:docMk/>
                <pc:sldMk cId="2964499223" sldId="2147469587"/>
                <pc2:cmMk id="{66CC0470-BF9E-4DEE-ACEC-2A9D569926AF}"/>
              </pc2:cmMkLst>
            </pc226:cmChg>
          </p:ext>
        </pc:extLst>
      </pc:sldChg>
      <pc:sldChg chg="addSp delSp modSp add del mod">
        <pc:chgData name="Negi, Neeraj" userId="2be1b326-6a6d-4d5e-be95-9e0e272af2ef" providerId="ADAL" clId="{BB088713-B9C3-41CB-A261-3A03AD61DBDF}" dt="2025-05-13T09:53:18.602" v="774" actId="113"/>
        <pc:sldMkLst>
          <pc:docMk/>
          <pc:sldMk cId="4037882321" sldId="2147469594"/>
        </pc:sldMkLst>
      </pc:sldChg>
      <pc:sldChg chg="addSp delSp modSp add del mod">
        <pc:chgData name="Negi, Neeraj" userId="2be1b326-6a6d-4d5e-be95-9e0e272af2ef" providerId="ADAL" clId="{BB088713-B9C3-41CB-A261-3A03AD61DBDF}" dt="2025-05-13T07:16:11.894" v="452" actId="14100"/>
        <pc:sldMkLst>
          <pc:docMk/>
          <pc:sldMk cId="1504925200" sldId="2147469595"/>
        </pc:sldMkLst>
      </pc:sldChg>
      <pc:sldChg chg="addSp delSp modSp add mod">
        <pc:chgData name="Negi, Neeraj" userId="2be1b326-6a6d-4d5e-be95-9e0e272af2ef" providerId="ADAL" clId="{BB088713-B9C3-41CB-A261-3A03AD61DBDF}" dt="2025-05-13T10:20:53.992" v="781" actId="20577"/>
        <pc:sldMkLst>
          <pc:docMk/>
          <pc:sldMk cId="3559679152" sldId="2147469597"/>
        </pc:sldMkLst>
      </pc:sldChg>
      <pc:sldChg chg="addSp delSp modSp add mod">
        <pc:chgData name="Negi, Neeraj" userId="2be1b326-6a6d-4d5e-be95-9e0e272af2ef" providerId="ADAL" clId="{BB088713-B9C3-41CB-A261-3A03AD61DBDF}" dt="2025-05-13T09:52:42.786" v="772"/>
        <pc:sldMkLst>
          <pc:docMk/>
          <pc:sldMk cId="3955595728" sldId="2147469598"/>
        </pc:sldMkLst>
      </pc:sldChg>
    </pc:docChg>
  </pc:docChgLst>
  <pc:docChgLst>
    <pc:chgData name="Patnaik, Shubhranshu" userId="cbdb5278-4b48-4bf5-946c-2006b778c199" providerId="ADAL" clId="{26F3EBC4-BB53-4B98-A27A-188F4CA5930C}"/>
    <pc:docChg chg="undo custSel delSld modSld sldOrd modSection">
      <pc:chgData name="Patnaik, Shubhranshu" userId="cbdb5278-4b48-4bf5-946c-2006b778c199" providerId="ADAL" clId="{26F3EBC4-BB53-4B98-A27A-188F4CA5930C}" dt="2025-05-18T14:17:59.263" v="1995" actId="20577"/>
      <pc:docMkLst>
        <pc:docMk/>
      </pc:docMkLst>
      <pc:sldChg chg="modSp mod">
        <pc:chgData name="Patnaik, Shubhranshu" userId="cbdb5278-4b48-4bf5-946c-2006b778c199" providerId="ADAL" clId="{26F3EBC4-BB53-4B98-A27A-188F4CA5930C}" dt="2025-05-18T13:59:01.685" v="1250" actId="20577"/>
        <pc:sldMkLst>
          <pc:docMk/>
          <pc:sldMk cId="3558178423" sldId="2147469606"/>
        </pc:sldMkLst>
      </pc:sldChg>
      <pc:sldChg chg="modSp mod">
        <pc:chgData name="Patnaik, Shubhranshu" userId="cbdb5278-4b48-4bf5-946c-2006b778c199" providerId="ADAL" clId="{26F3EBC4-BB53-4B98-A27A-188F4CA5930C}" dt="2025-05-18T13:52:58.176" v="1211" actId="20577"/>
        <pc:sldMkLst>
          <pc:docMk/>
          <pc:sldMk cId="4157158871" sldId="2147482241"/>
        </pc:sldMkLst>
      </pc:sldChg>
      <pc:sldChg chg="modSp mod">
        <pc:chgData name="Patnaik, Shubhranshu" userId="cbdb5278-4b48-4bf5-946c-2006b778c199" providerId="ADAL" clId="{26F3EBC4-BB53-4B98-A27A-188F4CA5930C}" dt="2025-05-18T14:14:45.921" v="1903" actId="20577"/>
        <pc:sldMkLst>
          <pc:docMk/>
          <pc:sldMk cId="3960613218" sldId="2147483102"/>
        </pc:sldMkLst>
      </pc:sldChg>
      <pc:sldChg chg="addSp modSp mod ord">
        <pc:chgData name="Patnaik, Shubhranshu" userId="cbdb5278-4b48-4bf5-946c-2006b778c199" providerId="ADAL" clId="{26F3EBC4-BB53-4B98-A27A-188F4CA5930C}" dt="2025-05-18T14:17:59.263" v="1995" actId="20577"/>
        <pc:sldMkLst>
          <pc:docMk/>
          <pc:sldMk cId="2903738292" sldId="2147483105"/>
        </pc:sldMkLst>
      </pc:sldChg>
      <pc:sldChg chg="del">
        <pc:chgData name="Patnaik, Shubhranshu" userId="cbdb5278-4b48-4bf5-946c-2006b778c199" providerId="ADAL" clId="{26F3EBC4-BB53-4B98-A27A-188F4CA5930C}" dt="2025-05-18T13:36:24.333" v="981" actId="47"/>
        <pc:sldMkLst>
          <pc:docMk/>
          <pc:sldMk cId="4271727046" sldId="2147483107"/>
        </pc:sldMkLst>
      </pc:sldChg>
    </pc:docChg>
  </pc:docChgLst>
  <pc:docChgLst>
    <pc:chgData name="Kulkarni, Rajeev" userId="7f4ff3c6-5873-48d1-964b-41f5d0b8d1fb" providerId="ADAL" clId="{8ACB7CC6-3D4F-4BA1-AB5D-9E4E65B03BDE}"/>
    <pc:docChg chg="undo custSel addSld delSld modSld sldOrd modSection">
      <pc:chgData name="Kulkarni, Rajeev" userId="7f4ff3c6-5873-48d1-964b-41f5d0b8d1fb" providerId="ADAL" clId="{8ACB7CC6-3D4F-4BA1-AB5D-9E4E65B03BDE}" dt="2025-05-18T15:09:37.931" v="12922" actId="1038"/>
      <pc:docMkLst>
        <pc:docMk/>
      </pc:docMkLst>
      <pc:sldChg chg="modSp">
        <pc:chgData name="Kulkarni, Rajeev" userId="7f4ff3c6-5873-48d1-964b-41f5d0b8d1fb" providerId="ADAL" clId="{8ACB7CC6-3D4F-4BA1-AB5D-9E4E65B03BDE}" dt="2025-05-16T17:42:42.252" v="8312"/>
        <pc:sldMkLst>
          <pc:docMk/>
          <pc:sldMk cId="2293846618" sldId="481"/>
        </pc:sldMkLst>
      </pc:sldChg>
      <pc:sldChg chg="modSp">
        <pc:chgData name="Kulkarni, Rajeev" userId="7f4ff3c6-5873-48d1-964b-41f5d0b8d1fb" providerId="ADAL" clId="{8ACB7CC6-3D4F-4BA1-AB5D-9E4E65B03BDE}" dt="2025-05-16T17:42:42.252" v="8312"/>
        <pc:sldMkLst>
          <pc:docMk/>
          <pc:sldMk cId="1578207050" sldId="494"/>
        </pc:sldMkLst>
      </pc:sldChg>
      <pc:sldChg chg="modSp">
        <pc:chgData name="Kulkarni, Rajeev" userId="7f4ff3c6-5873-48d1-964b-41f5d0b8d1fb" providerId="ADAL" clId="{8ACB7CC6-3D4F-4BA1-AB5D-9E4E65B03BDE}" dt="2025-05-16T17:42:42.252" v="8312"/>
        <pc:sldMkLst>
          <pc:docMk/>
          <pc:sldMk cId="1493849607" sldId="2534"/>
        </pc:sldMkLst>
      </pc:sldChg>
      <pc:sldChg chg="modSp">
        <pc:chgData name="Kulkarni, Rajeev" userId="7f4ff3c6-5873-48d1-964b-41f5d0b8d1fb" providerId="ADAL" clId="{8ACB7CC6-3D4F-4BA1-AB5D-9E4E65B03BDE}" dt="2025-05-16T17:42:42.252" v="8312"/>
        <pc:sldMkLst>
          <pc:docMk/>
          <pc:sldMk cId="1558321396" sldId="2557"/>
        </pc:sldMkLst>
      </pc:sldChg>
      <pc:sldChg chg="modSp">
        <pc:chgData name="Kulkarni, Rajeev" userId="7f4ff3c6-5873-48d1-964b-41f5d0b8d1fb" providerId="ADAL" clId="{8ACB7CC6-3D4F-4BA1-AB5D-9E4E65B03BDE}" dt="2025-05-16T17:42:42.252" v="8312"/>
        <pc:sldMkLst>
          <pc:docMk/>
          <pc:sldMk cId="4146620236" sldId="2558"/>
        </pc:sldMkLst>
      </pc:sldChg>
      <pc:sldChg chg="modSp">
        <pc:chgData name="Kulkarni, Rajeev" userId="7f4ff3c6-5873-48d1-964b-41f5d0b8d1fb" providerId="ADAL" clId="{8ACB7CC6-3D4F-4BA1-AB5D-9E4E65B03BDE}" dt="2025-05-16T17:42:42.252" v="8312"/>
        <pc:sldMkLst>
          <pc:docMk/>
          <pc:sldMk cId="329306452" sldId="2559"/>
        </pc:sldMkLst>
      </pc:sldChg>
      <pc:sldChg chg="addSp delSp modSp del mod">
        <pc:chgData name="Kulkarni, Rajeev" userId="7f4ff3c6-5873-48d1-964b-41f5d0b8d1fb" providerId="ADAL" clId="{8ACB7CC6-3D4F-4BA1-AB5D-9E4E65B03BDE}" dt="2025-05-16T07:42:06.207" v="2705" actId="47"/>
        <pc:sldMkLst>
          <pc:docMk/>
          <pc:sldMk cId="1468333272" sldId="2147347919"/>
        </pc:sldMkLst>
      </pc:sldChg>
      <pc:sldChg chg="modSp">
        <pc:chgData name="Kulkarni, Rajeev" userId="7f4ff3c6-5873-48d1-964b-41f5d0b8d1fb" providerId="ADAL" clId="{8ACB7CC6-3D4F-4BA1-AB5D-9E4E65B03BDE}" dt="2025-05-16T17:42:42.252" v="8312"/>
        <pc:sldMkLst>
          <pc:docMk/>
          <pc:sldMk cId="277360380" sldId="2147469545"/>
        </pc:sldMkLst>
      </pc:sldChg>
      <pc:sldChg chg="modSp">
        <pc:chgData name="Kulkarni, Rajeev" userId="7f4ff3c6-5873-48d1-964b-41f5d0b8d1fb" providerId="ADAL" clId="{8ACB7CC6-3D4F-4BA1-AB5D-9E4E65B03BDE}" dt="2025-05-16T17:42:42.252" v="8312"/>
        <pc:sldMkLst>
          <pc:docMk/>
          <pc:sldMk cId="2501761063" sldId="2147469547"/>
        </pc:sldMkLst>
      </pc:sldChg>
      <pc:sldChg chg="modSp">
        <pc:chgData name="Kulkarni, Rajeev" userId="7f4ff3c6-5873-48d1-964b-41f5d0b8d1fb" providerId="ADAL" clId="{8ACB7CC6-3D4F-4BA1-AB5D-9E4E65B03BDE}" dt="2025-05-16T17:42:42.252" v="8312"/>
        <pc:sldMkLst>
          <pc:docMk/>
          <pc:sldMk cId="1368384693" sldId="2147469549"/>
        </pc:sldMkLst>
      </pc:sldChg>
      <pc:sldChg chg="modSp">
        <pc:chgData name="Kulkarni, Rajeev" userId="7f4ff3c6-5873-48d1-964b-41f5d0b8d1fb" providerId="ADAL" clId="{8ACB7CC6-3D4F-4BA1-AB5D-9E4E65B03BDE}" dt="2025-05-16T17:42:42.252" v="8312"/>
        <pc:sldMkLst>
          <pc:docMk/>
          <pc:sldMk cId="3174826137" sldId="2147469552"/>
        </pc:sldMkLst>
      </pc:sldChg>
      <pc:sldChg chg="modSp">
        <pc:chgData name="Kulkarni, Rajeev" userId="7f4ff3c6-5873-48d1-964b-41f5d0b8d1fb" providerId="ADAL" clId="{8ACB7CC6-3D4F-4BA1-AB5D-9E4E65B03BDE}" dt="2025-05-16T17:42:42.252" v="8312"/>
        <pc:sldMkLst>
          <pc:docMk/>
          <pc:sldMk cId="487260697" sldId="2147469556"/>
        </pc:sldMkLst>
      </pc:sldChg>
      <pc:sldChg chg="modSp">
        <pc:chgData name="Kulkarni, Rajeev" userId="7f4ff3c6-5873-48d1-964b-41f5d0b8d1fb" providerId="ADAL" clId="{8ACB7CC6-3D4F-4BA1-AB5D-9E4E65B03BDE}" dt="2025-05-16T17:42:42.252" v="8312"/>
        <pc:sldMkLst>
          <pc:docMk/>
          <pc:sldMk cId="3667448159" sldId="2147469557"/>
        </pc:sldMkLst>
      </pc:sldChg>
      <pc:sldChg chg="modSp">
        <pc:chgData name="Kulkarni, Rajeev" userId="7f4ff3c6-5873-48d1-964b-41f5d0b8d1fb" providerId="ADAL" clId="{8ACB7CC6-3D4F-4BA1-AB5D-9E4E65B03BDE}" dt="2025-05-16T17:42:42.252" v="8312"/>
        <pc:sldMkLst>
          <pc:docMk/>
          <pc:sldMk cId="1795356915" sldId="2147469559"/>
        </pc:sldMkLst>
      </pc:sldChg>
      <pc:sldChg chg="modSp">
        <pc:chgData name="Kulkarni, Rajeev" userId="7f4ff3c6-5873-48d1-964b-41f5d0b8d1fb" providerId="ADAL" clId="{8ACB7CC6-3D4F-4BA1-AB5D-9E4E65B03BDE}" dt="2025-05-16T17:42:42.252" v="8312"/>
        <pc:sldMkLst>
          <pc:docMk/>
          <pc:sldMk cId="1612056602" sldId="2147469560"/>
        </pc:sldMkLst>
      </pc:sldChg>
      <pc:sldChg chg="modSp">
        <pc:chgData name="Kulkarni, Rajeev" userId="7f4ff3c6-5873-48d1-964b-41f5d0b8d1fb" providerId="ADAL" clId="{8ACB7CC6-3D4F-4BA1-AB5D-9E4E65B03BDE}" dt="2025-05-16T17:42:42.252" v="8312"/>
        <pc:sldMkLst>
          <pc:docMk/>
          <pc:sldMk cId="1276824661" sldId="2147469561"/>
        </pc:sldMkLst>
      </pc:sldChg>
      <pc:sldChg chg="modSp">
        <pc:chgData name="Kulkarni, Rajeev" userId="7f4ff3c6-5873-48d1-964b-41f5d0b8d1fb" providerId="ADAL" clId="{8ACB7CC6-3D4F-4BA1-AB5D-9E4E65B03BDE}" dt="2025-05-16T17:42:42.252" v="8312"/>
        <pc:sldMkLst>
          <pc:docMk/>
          <pc:sldMk cId="125755445" sldId="2147469562"/>
        </pc:sldMkLst>
      </pc:sldChg>
      <pc:sldChg chg="modSp">
        <pc:chgData name="Kulkarni, Rajeev" userId="7f4ff3c6-5873-48d1-964b-41f5d0b8d1fb" providerId="ADAL" clId="{8ACB7CC6-3D4F-4BA1-AB5D-9E4E65B03BDE}" dt="2025-05-16T17:42:42.252" v="8312"/>
        <pc:sldMkLst>
          <pc:docMk/>
          <pc:sldMk cId="3761659720" sldId="2147469563"/>
        </pc:sldMkLst>
      </pc:sldChg>
      <pc:sldChg chg="modSp">
        <pc:chgData name="Kulkarni, Rajeev" userId="7f4ff3c6-5873-48d1-964b-41f5d0b8d1fb" providerId="ADAL" clId="{8ACB7CC6-3D4F-4BA1-AB5D-9E4E65B03BDE}" dt="2025-05-16T17:42:42.252" v="8312"/>
        <pc:sldMkLst>
          <pc:docMk/>
          <pc:sldMk cId="1431756547" sldId="2147469564"/>
        </pc:sldMkLst>
      </pc:sldChg>
      <pc:sldChg chg="modSp">
        <pc:chgData name="Kulkarni, Rajeev" userId="7f4ff3c6-5873-48d1-964b-41f5d0b8d1fb" providerId="ADAL" clId="{8ACB7CC6-3D4F-4BA1-AB5D-9E4E65B03BDE}" dt="2025-05-16T17:42:42.252" v="8312"/>
        <pc:sldMkLst>
          <pc:docMk/>
          <pc:sldMk cId="2732339833" sldId="2147469566"/>
        </pc:sldMkLst>
      </pc:sldChg>
      <pc:sldChg chg="modSp">
        <pc:chgData name="Kulkarni, Rajeev" userId="7f4ff3c6-5873-48d1-964b-41f5d0b8d1fb" providerId="ADAL" clId="{8ACB7CC6-3D4F-4BA1-AB5D-9E4E65B03BDE}" dt="2025-05-16T17:42:42.252" v="8312"/>
        <pc:sldMkLst>
          <pc:docMk/>
          <pc:sldMk cId="3639688719" sldId="2147469568"/>
        </pc:sldMkLst>
      </pc:sldChg>
      <pc:sldChg chg="modSp">
        <pc:chgData name="Kulkarni, Rajeev" userId="7f4ff3c6-5873-48d1-964b-41f5d0b8d1fb" providerId="ADAL" clId="{8ACB7CC6-3D4F-4BA1-AB5D-9E4E65B03BDE}" dt="2025-05-16T17:42:42.252" v="8312"/>
        <pc:sldMkLst>
          <pc:docMk/>
          <pc:sldMk cId="186481338" sldId="2147469574"/>
        </pc:sldMkLst>
      </pc:sldChg>
      <pc:sldChg chg="modSp">
        <pc:chgData name="Kulkarni, Rajeev" userId="7f4ff3c6-5873-48d1-964b-41f5d0b8d1fb" providerId="ADAL" clId="{8ACB7CC6-3D4F-4BA1-AB5D-9E4E65B03BDE}" dt="2025-05-16T17:42:42.252" v="8312"/>
        <pc:sldMkLst>
          <pc:docMk/>
          <pc:sldMk cId="3605937360" sldId="2147469575"/>
        </pc:sldMkLst>
      </pc:sldChg>
      <pc:sldChg chg="modSp">
        <pc:chgData name="Kulkarni, Rajeev" userId="7f4ff3c6-5873-48d1-964b-41f5d0b8d1fb" providerId="ADAL" clId="{8ACB7CC6-3D4F-4BA1-AB5D-9E4E65B03BDE}" dt="2025-05-16T17:42:42.252" v="8312"/>
        <pc:sldMkLst>
          <pc:docMk/>
          <pc:sldMk cId="3725583136" sldId="2147469576"/>
        </pc:sldMkLst>
      </pc:sldChg>
      <pc:sldChg chg="modSp">
        <pc:chgData name="Kulkarni, Rajeev" userId="7f4ff3c6-5873-48d1-964b-41f5d0b8d1fb" providerId="ADAL" clId="{8ACB7CC6-3D4F-4BA1-AB5D-9E4E65B03BDE}" dt="2025-05-16T17:42:42.252" v="8312"/>
        <pc:sldMkLst>
          <pc:docMk/>
          <pc:sldMk cId="3162065439" sldId="2147469577"/>
        </pc:sldMkLst>
      </pc:sldChg>
      <pc:sldChg chg="modSp">
        <pc:chgData name="Kulkarni, Rajeev" userId="7f4ff3c6-5873-48d1-964b-41f5d0b8d1fb" providerId="ADAL" clId="{8ACB7CC6-3D4F-4BA1-AB5D-9E4E65B03BDE}" dt="2025-05-16T17:42:42.252" v="8312"/>
        <pc:sldMkLst>
          <pc:docMk/>
          <pc:sldMk cId="3376090152" sldId="2147469582"/>
        </pc:sldMkLst>
      </pc:sldChg>
      <pc:sldChg chg="modSp">
        <pc:chgData name="Kulkarni, Rajeev" userId="7f4ff3c6-5873-48d1-964b-41f5d0b8d1fb" providerId="ADAL" clId="{8ACB7CC6-3D4F-4BA1-AB5D-9E4E65B03BDE}" dt="2025-05-16T17:42:42.252" v="8312"/>
        <pc:sldMkLst>
          <pc:docMk/>
          <pc:sldMk cId="1334763971" sldId="2147469584"/>
        </pc:sldMkLst>
      </pc:sldChg>
      <pc:sldChg chg="modSp">
        <pc:chgData name="Kulkarni, Rajeev" userId="7f4ff3c6-5873-48d1-964b-41f5d0b8d1fb" providerId="ADAL" clId="{8ACB7CC6-3D4F-4BA1-AB5D-9E4E65B03BDE}" dt="2025-05-16T17:42:42.252" v="8312"/>
        <pc:sldMkLst>
          <pc:docMk/>
          <pc:sldMk cId="1146977765" sldId="2147469585"/>
        </pc:sldMkLst>
      </pc:sldChg>
      <pc:sldChg chg="modSp">
        <pc:chgData name="Kulkarni, Rajeev" userId="7f4ff3c6-5873-48d1-964b-41f5d0b8d1fb" providerId="ADAL" clId="{8ACB7CC6-3D4F-4BA1-AB5D-9E4E65B03BDE}" dt="2025-05-16T17:42:42.252" v="8312"/>
        <pc:sldMkLst>
          <pc:docMk/>
          <pc:sldMk cId="219220256" sldId="2147469586"/>
        </pc:sldMkLst>
      </pc:sldChg>
      <pc:sldChg chg="modSp">
        <pc:chgData name="Kulkarni, Rajeev" userId="7f4ff3c6-5873-48d1-964b-41f5d0b8d1fb" providerId="ADAL" clId="{8ACB7CC6-3D4F-4BA1-AB5D-9E4E65B03BDE}" dt="2025-05-16T17:42:42.252" v="8312"/>
        <pc:sldMkLst>
          <pc:docMk/>
          <pc:sldMk cId="577958227" sldId="2147469589"/>
        </pc:sldMkLst>
      </pc:sldChg>
      <pc:sldChg chg="modSp">
        <pc:chgData name="Kulkarni, Rajeev" userId="7f4ff3c6-5873-48d1-964b-41f5d0b8d1fb" providerId="ADAL" clId="{8ACB7CC6-3D4F-4BA1-AB5D-9E4E65B03BDE}" dt="2025-05-16T17:42:42.252" v="8312"/>
        <pc:sldMkLst>
          <pc:docMk/>
          <pc:sldMk cId="1475728182" sldId="2147469590"/>
        </pc:sldMkLst>
      </pc:sldChg>
      <pc:sldChg chg="add del ord">
        <pc:chgData name="Kulkarni, Rajeev" userId="7f4ff3c6-5873-48d1-964b-41f5d0b8d1fb" providerId="ADAL" clId="{8ACB7CC6-3D4F-4BA1-AB5D-9E4E65B03BDE}" dt="2025-05-16T05:47:08.910" v="407"/>
        <pc:sldMkLst>
          <pc:docMk/>
          <pc:sldMk cId="4037882321" sldId="2147469594"/>
        </pc:sldMkLst>
      </pc:sldChg>
      <pc:sldChg chg="modSp add del ord">
        <pc:chgData name="Kulkarni, Rajeev" userId="7f4ff3c6-5873-48d1-964b-41f5d0b8d1fb" providerId="ADAL" clId="{8ACB7CC6-3D4F-4BA1-AB5D-9E4E65B03BDE}" dt="2025-05-16T17:42:42.252" v="8312"/>
        <pc:sldMkLst>
          <pc:docMk/>
          <pc:sldMk cId="1504925200" sldId="2147469595"/>
        </pc:sldMkLst>
      </pc:sldChg>
      <pc:sldChg chg="modSp mod">
        <pc:chgData name="Kulkarni, Rajeev" userId="7f4ff3c6-5873-48d1-964b-41f5d0b8d1fb" providerId="ADAL" clId="{8ACB7CC6-3D4F-4BA1-AB5D-9E4E65B03BDE}" dt="2025-05-16T05:34:33.193" v="403" actId="6549"/>
        <pc:sldMkLst>
          <pc:docMk/>
          <pc:sldMk cId="4128533220" sldId="2147469596"/>
        </pc:sldMkLst>
      </pc:sldChg>
      <pc:sldChg chg="modSp mod ord">
        <pc:chgData name="Kulkarni, Rajeev" userId="7f4ff3c6-5873-48d1-964b-41f5d0b8d1fb" providerId="ADAL" clId="{8ACB7CC6-3D4F-4BA1-AB5D-9E4E65B03BDE}" dt="2025-05-16T15:09:53.422" v="8311" actId="20577"/>
        <pc:sldMkLst>
          <pc:docMk/>
          <pc:sldMk cId="3031425387" sldId="2147469601"/>
        </pc:sldMkLst>
      </pc:sldChg>
      <pc:sldChg chg="addSp delSp modSp mod">
        <pc:chgData name="Kulkarni, Rajeev" userId="7f4ff3c6-5873-48d1-964b-41f5d0b8d1fb" providerId="ADAL" clId="{8ACB7CC6-3D4F-4BA1-AB5D-9E4E65B03BDE}" dt="2025-05-16T15:01:37.022" v="8289" actId="20577"/>
        <pc:sldMkLst>
          <pc:docMk/>
          <pc:sldMk cId="3558178423" sldId="2147469606"/>
        </pc:sldMkLst>
      </pc:sldChg>
      <pc:sldChg chg="modSp">
        <pc:chgData name="Kulkarni, Rajeev" userId="7f4ff3c6-5873-48d1-964b-41f5d0b8d1fb" providerId="ADAL" clId="{8ACB7CC6-3D4F-4BA1-AB5D-9E4E65B03BDE}" dt="2025-05-16T17:42:42.252" v="8312"/>
        <pc:sldMkLst>
          <pc:docMk/>
          <pc:sldMk cId="3756402466" sldId="2147482231"/>
        </pc:sldMkLst>
      </pc:sldChg>
      <pc:sldChg chg="modSp">
        <pc:chgData name="Kulkarni, Rajeev" userId="7f4ff3c6-5873-48d1-964b-41f5d0b8d1fb" providerId="ADAL" clId="{8ACB7CC6-3D4F-4BA1-AB5D-9E4E65B03BDE}" dt="2025-05-16T17:42:42.252" v="8312"/>
        <pc:sldMkLst>
          <pc:docMk/>
          <pc:sldMk cId="3837466194" sldId="2147482240"/>
        </pc:sldMkLst>
      </pc:sldChg>
      <pc:sldChg chg="modSp mod">
        <pc:chgData name="Kulkarni, Rajeev" userId="7f4ff3c6-5873-48d1-964b-41f5d0b8d1fb" providerId="ADAL" clId="{8ACB7CC6-3D4F-4BA1-AB5D-9E4E65B03BDE}" dt="2025-05-16T05:05:36.772" v="26" actId="20577"/>
        <pc:sldMkLst>
          <pc:docMk/>
          <pc:sldMk cId="379320142" sldId="2147482243"/>
        </pc:sldMkLst>
      </pc:sldChg>
      <pc:sldChg chg="modSp">
        <pc:chgData name="Kulkarni, Rajeev" userId="7f4ff3c6-5873-48d1-964b-41f5d0b8d1fb" providerId="ADAL" clId="{8ACB7CC6-3D4F-4BA1-AB5D-9E4E65B03BDE}" dt="2025-05-16T17:42:42.252" v="8312"/>
        <pc:sldMkLst>
          <pc:docMk/>
          <pc:sldMk cId="822091119" sldId="2147482244"/>
        </pc:sldMkLst>
      </pc:sldChg>
      <pc:sldChg chg="ord">
        <pc:chgData name="Kulkarni, Rajeev" userId="7f4ff3c6-5873-48d1-964b-41f5d0b8d1fb" providerId="ADAL" clId="{8ACB7CC6-3D4F-4BA1-AB5D-9E4E65B03BDE}" dt="2025-05-16T05:48:15.827" v="409"/>
        <pc:sldMkLst>
          <pc:docMk/>
          <pc:sldMk cId="2365635515" sldId="2147482248"/>
        </pc:sldMkLst>
      </pc:sldChg>
      <pc:sldChg chg="modSp">
        <pc:chgData name="Kulkarni, Rajeev" userId="7f4ff3c6-5873-48d1-964b-41f5d0b8d1fb" providerId="ADAL" clId="{8ACB7CC6-3D4F-4BA1-AB5D-9E4E65B03BDE}" dt="2025-05-16T17:42:42.252" v="8312"/>
        <pc:sldMkLst>
          <pc:docMk/>
          <pc:sldMk cId="3123650218" sldId="2147482252"/>
        </pc:sldMkLst>
      </pc:sldChg>
      <pc:sldChg chg="modSp mod">
        <pc:chgData name="Kulkarni, Rajeev" userId="7f4ff3c6-5873-48d1-964b-41f5d0b8d1fb" providerId="ADAL" clId="{8ACB7CC6-3D4F-4BA1-AB5D-9E4E65B03BDE}" dt="2025-05-17T11:35:15.050" v="10825" actId="20577"/>
        <pc:sldMkLst>
          <pc:docMk/>
          <pc:sldMk cId="2709021995" sldId="2147483061"/>
        </pc:sldMkLst>
      </pc:sldChg>
      <pc:sldChg chg="addSp delSp modSp mod">
        <pc:chgData name="Kulkarni, Rajeev" userId="7f4ff3c6-5873-48d1-964b-41f5d0b8d1fb" providerId="ADAL" clId="{8ACB7CC6-3D4F-4BA1-AB5D-9E4E65B03BDE}" dt="2025-05-18T15:09:37.931" v="12922" actId="1038"/>
        <pc:sldMkLst>
          <pc:docMk/>
          <pc:sldMk cId="3645486084" sldId="2147483064"/>
        </pc:sldMkLst>
      </pc:sldChg>
      <pc:sldChg chg="modSp mod">
        <pc:chgData name="Kulkarni, Rajeev" userId="7f4ff3c6-5873-48d1-964b-41f5d0b8d1fb" providerId="ADAL" clId="{8ACB7CC6-3D4F-4BA1-AB5D-9E4E65B03BDE}" dt="2025-05-16T12:25:28.740" v="7117" actId="1036"/>
        <pc:sldMkLst>
          <pc:docMk/>
          <pc:sldMk cId="3447902500" sldId="2147483065"/>
        </pc:sldMkLst>
      </pc:sldChg>
      <pc:sldChg chg="modSp mod">
        <pc:chgData name="Kulkarni, Rajeev" userId="7f4ff3c6-5873-48d1-964b-41f5d0b8d1fb" providerId="ADAL" clId="{8ACB7CC6-3D4F-4BA1-AB5D-9E4E65B03BDE}" dt="2025-05-16T18:36:58.704" v="9678" actId="20577"/>
        <pc:sldMkLst>
          <pc:docMk/>
          <pc:sldMk cId="949991781" sldId="2147483068"/>
        </pc:sldMkLst>
      </pc:sldChg>
      <pc:sldChg chg="modSp mod">
        <pc:chgData name="Kulkarni, Rajeev" userId="7f4ff3c6-5873-48d1-964b-41f5d0b8d1fb" providerId="ADAL" clId="{8ACB7CC6-3D4F-4BA1-AB5D-9E4E65B03BDE}" dt="2025-05-18T04:59:32.297" v="12149" actId="14100"/>
        <pc:sldMkLst>
          <pc:docMk/>
          <pc:sldMk cId="1412875044" sldId="2147483068"/>
        </pc:sldMkLst>
      </pc:sldChg>
      <pc:sldChg chg="addSp delSp modSp mod">
        <pc:chgData name="Kulkarni, Rajeev" userId="7f4ff3c6-5873-48d1-964b-41f5d0b8d1fb" providerId="ADAL" clId="{8ACB7CC6-3D4F-4BA1-AB5D-9E4E65B03BDE}" dt="2025-05-18T04:57:03.255" v="12139" actId="122"/>
        <pc:sldMkLst>
          <pc:docMk/>
          <pc:sldMk cId="3990331013" sldId="2147483071"/>
        </pc:sldMkLst>
      </pc:sldChg>
      <pc:sldChg chg="ord">
        <pc:chgData name="Kulkarni, Rajeev" userId="7f4ff3c6-5873-48d1-964b-41f5d0b8d1fb" providerId="ADAL" clId="{8ACB7CC6-3D4F-4BA1-AB5D-9E4E65B03BDE}" dt="2025-05-16T05:48:15.827" v="409"/>
        <pc:sldMkLst>
          <pc:docMk/>
          <pc:sldMk cId="3848534860" sldId="2147483074"/>
        </pc:sldMkLst>
      </pc:sldChg>
      <pc:sldChg chg="modSp">
        <pc:chgData name="Kulkarni, Rajeev" userId="7f4ff3c6-5873-48d1-964b-41f5d0b8d1fb" providerId="ADAL" clId="{8ACB7CC6-3D4F-4BA1-AB5D-9E4E65B03BDE}" dt="2025-05-16T17:42:42.252" v="8312"/>
        <pc:sldMkLst>
          <pc:docMk/>
          <pc:sldMk cId="247214136" sldId="2147483075"/>
        </pc:sldMkLst>
      </pc:sldChg>
      <pc:sldChg chg="addSp delSp modSp mod">
        <pc:chgData name="Kulkarni, Rajeev" userId="7f4ff3c6-5873-48d1-964b-41f5d0b8d1fb" providerId="ADAL" clId="{8ACB7CC6-3D4F-4BA1-AB5D-9E4E65B03BDE}" dt="2025-05-16T18:58:44.368" v="10635" actId="20577"/>
        <pc:sldMkLst>
          <pc:docMk/>
          <pc:sldMk cId="3656627225" sldId="2147483076"/>
        </pc:sldMkLst>
      </pc:sldChg>
      <pc:sldChg chg="modSp mod">
        <pc:chgData name="Kulkarni, Rajeev" userId="7f4ff3c6-5873-48d1-964b-41f5d0b8d1fb" providerId="ADAL" clId="{8ACB7CC6-3D4F-4BA1-AB5D-9E4E65B03BDE}" dt="2025-05-18T04:59:44.977" v="12159" actId="14100"/>
        <pc:sldMkLst>
          <pc:docMk/>
          <pc:sldMk cId="3716256137" sldId="2147483076"/>
        </pc:sldMkLst>
      </pc:sldChg>
      <pc:sldChg chg="add del">
        <pc:chgData name="Kulkarni, Rajeev" userId="7f4ff3c6-5873-48d1-964b-41f5d0b8d1fb" providerId="ADAL" clId="{8ACB7CC6-3D4F-4BA1-AB5D-9E4E65B03BDE}" dt="2025-05-16T07:32:52.681" v="2316" actId="47"/>
        <pc:sldMkLst>
          <pc:docMk/>
          <pc:sldMk cId="1860823435" sldId="2147483077"/>
        </pc:sldMkLst>
      </pc:sldChg>
      <pc:sldChg chg="modSp">
        <pc:chgData name="Kulkarni, Rajeev" userId="7f4ff3c6-5873-48d1-964b-41f5d0b8d1fb" providerId="ADAL" clId="{8ACB7CC6-3D4F-4BA1-AB5D-9E4E65B03BDE}" dt="2025-05-16T17:42:42.252" v="8312"/>
        <pc:sldMkLst>
          <pc:docMk/>
          <pc:sldMk cId="3361411932" sldId="2147483080"/>
        </pc:sldMkLst>
      </pc:sldChg>
      <pc:sldChg chg="addSp delSp modSp mod">
        <pc:chgData name="Kulkarni, Rajeev" userId="7f4ff3c6-5873-48d1-964b-41f5d0b8d1fb" providerId="ADAL" clId="{8ACB7CC6-3D4F-4BA1-AB5D-9E4E65B03BDE}" dt="2025-05-16T18:19:19.884" v="9243" actId="20577"/>
        <pc:sldMkLst>
          <pc:docMk/>
          <pc:sldMk cId="613000286" sldId="2147483088"/>
        </pc:sldMkLst>
      </pc:sldChg>
      <pc:sldChg chg="addSp delSp modSp add mod ord">
        <pc:chgData name="Kulkarni, Rajeev" userId="7f4ff3c6-5873-48d1-964b-41f5d0b8d1fb" providerId="ADAL" clId="{8ACB7CC6-3D4F-4BA1-AB5D-9E4E65B03BDE}" dt="2025-05-18T04:52:06.043" v="12089" actId="20577"/>
        <pc:sldMkLst>
          <pc:docMk/>
          <pc:sldMk cId="255466169" sldId="2147483089"/>
        </pc:sldMkLst>
      </pc:sldChg>
      <pc:sldChg chg="add del">
        <pc:chgData name="Kulkarni, Rajeev" userId="7f4ff3c6-5873-48d1-964b-41f5d0b8d1fb" providerId="ADAL" clId="{8ACB7CC6-3D4F-4BA1-AB5D-9E4E65B03BDE}" dt="2025-05-16T12:16:36.619" v="7093" actId="47"/>
        <pc:sldMkLst>
          <pc:docMk/>
          <pc:sldMk cId="1252854507" sldId="2147483090"/>
        </pc:sldMkLst>
      </pc:sldChg>
      <pc:sldChg chg="modSp">
        <pc:chgData name="Kulkarni, Rajeev" userId="7f4ff3c6-5873-48d1-964b-41f5d0b8d1fb" providerId="ADAL" clId="{8ACB7CC6-3D4F-4BA1-AB5D-9E4E65B03BDE}" dt="2025-05-16T17:42:42.252" v="8312"/>
        <pc:sldMkLst>
          <pc:docMk/>
          <pc:sldMk cId="3070710602" sldId="2147483091"/>
        </pc:sldMkLst>
      </pc:sldChg>
      <pc:sldChg chg="modSp mod">
        <pc:chgData name="Kulkarni, Rajeev" userId="7f4ff3c6-5873-48d1-964b-41f5d0b8d1fb" providerId="ADAL" clId="{8ACB7CC6-3D4F-4BA1-AB5D-9E4E65B03BDE}" dt="2025-05-16T13:09:02.120" v="7359" actId="20577"/>
        <pc:sldMkLst>
          <pc:docMk/>
          <pc:sldMk cId="3778345865" sldId="2147483093"/>
        </pc:sldMkLst>
      </pc:sldChg>
      <pc:sldChg chg="modSp mod">
        <pc:chgData name="Kulkarni, Rajeev" userId="7f4ff3c6-5873-48d1-964b-41f5d0b8d1fb" providerId="ADAL" clId="{8ACB7CC6-3D4F-4BA1-AB5D-9E4E65B03BDE}" dt="2025-05-17T12:45:30.083" v="10829" actId="20577"/>
        <pc:sldMkLst>
          <pc:docMk/>
          <pc:sldMk cId="3960613218" sldId="2147483102"/>
        </pc:sldMkLst>
      </pc:sldChg>
      <pc:sldChg chg="add del">
        <pc:chgData name="Kulkarni, Rajeev" userId="7f4ff3c6-5873-48d1-964b-41f5d0b8d1fb" providerId="ADAL" clId="{8ACB7CC6-3D4F-4BA1-AB5D-9E4E65B03BDE}" dt="2025-05-16T18:56:37.380" v="10494" actId="47"/>
        <pc:sldMkLst>
          <pc:docMk/>
          <pc:sldMk cId="2230181414" sldId="2147483103"/>
        </pc:sldMkLst>
      </pc:sldChg>
      <pc:sldChg chg="add del">
        <pc:chgData name="Kulkarni, Rajeev" userId="7f4ff3c6-5873-48d1-964b-41f5d0b8d1fb" providerId="ADAL" clId="{8ACB7CC6-3D4F-4BA1-AB5D-9E4E65B03BDE}" dt="2025-05-16T18:21:09.495" v="9244" actId="47"/>
        <pc:sldMkLst>
          <pc:docMk/>
          <pc:sldMk cId="3501930289" sldId="2147483103"/>
        </pc:sldMkLst>
      </pc:sldChg>
      <pc:sldChg chg="modSp mod">
        <pc:chgData name="Kulkarni, Rajeev" userId="7f4ff3c6-5873-48d1-964b-41f5d0b8d1fb" providerId="ADAL" clId="{8ACB7CC6-3D4F-4BA1-AB5D-9E4E65B03BDE}" dt="2025-05-18T14:52:18.223" v="12443" actId="20577"/>
        <pc:sldMkLst>
          <pc:docMk/>
          <pc:sldMk cId="3466807779" sldId="2147483108"/>
        </pc:sldMkLst>
      </pc:sldChg>
      <pc:sldChg chg="add del">
        <pc:chgData name="Kulkarni, Rajeev" userId="7f4ff3c6-5873-48d1-964b-41f5d0b8d1fb" providerId="ADAL" clId="{8ACB7CC6-3D4F-4BA1-AB5D-9E4E65B03BDE}" dt="2025-05-18T05:00:12.453" v="12160" actId="47"/>
        <pc:sldMkLst>
          <pc:docMk/>
          <pc:sldMk cId="328725319" sldId="2147483109"/>
        </pc:sldMkLst>
      </pc:sldChg>
    </pc:docChg>
  </pc:docChgLst>
  <pc:docChgLst>
    <pc:chgData name="Khiroria, Adit" userId="125b7d01-0557-4756-b3b5-aac8221948e3" providerId="ADAL" clId="{8DAAE1A5-F656-4064-933C-EFD2DAA1FC1E}"/>
    <pc:docChg chg="undo redo custSel addSld modSld sldOrd modSection replTag">
      <pc:chgData name="Khiroria, Adit" userId="125b7d01-0557-4756-b3b5-aac8221948e3" providerId="ADAL" clId="{8DAAE1A5-F656-4064-933C-EFD2DAA1FC1E}" dt="2025-05-18T17:55:41.106" v="23890"/>
      <pc:docMkLst>
        <pc:docMk/>
      </pc:docMkLst>
      <pc:sldChg chg="modSp mod">
        <pc:chgData name="Khiroria, Adit" userId="125b7d01-0557-4756-b3b5-aac8221948e3" providerId="ADAL" clId="{8DAAE1A5-F656-4064-933C-EFD2DAA1FC1E}" dt="2025-05-18T16:54:45.376" v="22760" actId="20577"/>
        <pc:sldMkLst>
          <pc:docMk/>
          <pc:sldMk cId="1764148702" sldId="301"/>
        </pc:sldMkLst>
      </pc:sldChg>
      <pc:sldChg chg="addSp modSp mod ord">
        <pc:chgData name="Khiroria, Adit" userId="125b7d01-0557-4756-b3b5-aac8221948e3" providerId="ADAL" clId="{8DAAE1A5-F656-4064-933C-EFD2DAA1FC1E}" dt="2025-05-16T11:58:48.609" v="39" actId="14100"/>
        <pc:sldMkLst>
          <pc:docMk/>
          <pc:sldMk cId="3480988882" sldId="954"/>
        </pc:sldMkLst>
      </pc:sldChg>
      <pc:sldChg chg="delCm">
        <pc:chgData name="Khiroria, Adit" userId="125b7d01-0557-4756-b3b5-aac8221948e3" providerId="ADAL" clId="{8DAAE1A5-F656-4064-933C-EFD2DAA1FC1E}" dt="2025-05-18T17:55:41.106" v="23890"/>
        <pc:sldMkLst>
          <pc:docMk/>
          <pc:sldMk cId="1612056602" sldId="2147469560"/>
        </pc:sldMkLst>
        <pc:extLst>
          <p:ext xmlns:p="http://schemas.openxmlformats.org/presentationml/2006/main" uri="{D6D511B9-2390-475A-947B-AFAB55BFBCF1}">
            <pc226:cmChg xmlns:pc226="http://schemas.microsoft.com/office/powerpoint/2022/06/main/command" chg="del">
              <pc226:chgData name="Khiroria, Adit" userId="125b7d01-0557-4756-b3b5-aac8221948e3" providerId="ADAL" clId="{8DAAE1A5-F656-4064-933C-EFD2DAA1FC1E}" dt="2025-05-18T17:55:39.291" v="23889"/>
              <pc2:cmMkLst xmlns:pc2="http://schemas.microsoft.com/office/powerpoint/2019/9/main/command">
                <pc:docMk/>
                <pc:sldMk cId="1612056602" sldId="2147469560"/>
                <pc2:cmMk id="{7733E831-EF67-4323-B1D6-D5335809036E}"/>
              </pc2:cmMkLst>
            </pc226:cmChg>
            <pc226:cmChg xmlns:pc226="http://schemas.microsoft.com/office/powerpoint/2022/06/main/command" chg="del">
              <pc226:chgData name="Khiroria, Adit" userId="125b7d01-0557-4756-b3b5-aac8221948e3" providerId="ADAL" clId="{8DAAE1A5-F656-4064-933C-EFD2DAA1FC1E}" dt="2025-05-18T17:55:41.106" v="23890"/>
              <pc2:cmMkLst xmlns:pc2="http://schemas.microsoft.com/office/powerpoint/2019/9/main/command">
                <pc:docMk/>
                <pc:sldMk cId="1612056602" sldId="2147469560"/>
                <pc2:cmMk id="{8215429E-31AF-4E7C-9103-90BC393B721D}"/>
              </pc2:cmMkLst>
            </pc226:cmChg>
          </p:ext>
        </pc:extLst>
      </pc:sldChg>
      <pc:sldChg chg="delCm">
        <pc:chgData name="Khiroria, Adit" userId="125b7d01-0557-4756-b3b5-aac8221948e3" providerId="ADAL" clId="{8DAAE1A5-F656-4064-933C-EFD2DAA1FC1E}" dt="2025-05-18T17:55:35.322" v="23888"/>
        <pc:sldMkLst>
          <pc:docMk/>
          <pc:sldMk cId="3639688719" sldId="2147469568"/>
        </pc:sldMkLst>
        <pc:extLst>
          <p:ext xmlns:p="http://schemas.openxmlformats.org/presentationml/2006/main" uri="{D6D511B9-2390-475A-947B-AFAB55BFBCF1}">
            <pc226:cmChg xmlns:pc226="http://schemas.microsoft.com/office/powerpoint/2022/06/main/command" chg="del">
              <pc226:chgData name="Khiroria, Adit" userId="125b7d01-0557-4756-b3b5-aac8221948e3" providerId="ADAL" clId="{8DAAE1A5-F656-4064-933C-EFD2DAA1FC1E}" dt="2025-05-18T17:55:35.322" v="23888"/>
              <pc2:cmMkLst xmlns:pc2="http://schemas.microsoft.com/office/powerpoint/2019/9/main/command">
                <pc:docMk/>
                <pc:sldMk cId="3639688719" sldId="2147469568"/>
                <pc2:cmMk id="{C217532D-1A8F-4637-A0ED-E57998CCD6E0}"/>
              </pc2:cmMkLst>
            </pc226:cmChg>
            <pc226:cmChg xmlns:pc226="http://schemas.microsoft.com/office/powerpoint/2022/06/main/command" chg="del">
              <pc226:chgData name="Khiroria, Adit" userId="125b7d01-0557-4756-b3b5-aac8221948e3" providerId="ADAL" clId="{8DAAE1A5-F656-4064-933C-EFD2DAA1FC1E}" dt="2025-05-18T17:55:33.531" v="23887"/>
              <pc2:cmMkLst xmlns:pc2="http://schemas.microsoft.com/office/powerpoint/2019/9/main/command">
                <pc:docMk/>
                <pc:sldMk cId="3639688719" sldId="2147469568"/>
                <pc2:cmMk id="{FD9A242F-F11D-4B93-8676-E10653B3779F}"/>
              </pc2:cmMkLst>
            </pc226:cmChg>
            <pc226:cmChg xmlns:pc226="http://schemas.microsoft.com/office/powerpoint/2022/06/main/command" chg="del">
              <pc226:chgData name="Khiroria, Adit" userId="125b7d01-0557-4756-b3b5-aac8221948e3" providerId="ADAL" clId="{8DAAE1A5-F656-4064-933C-EFD2DAA1FC1E}" dt="2025-05-18T17:55:31.518" v="23886"/>
              <pc2:cmMkLst xmlns:pc2="http://schemas.microsoft.com/office/powerpoint/2019/9/main/command">
                <pc:docMk/>
                <pc:sldMk cId="3639688719" sldId="2147469568"/>
                <pc2:cmMk id="{ADDFA4CC-495C-4097-BF41-FF1FD405139A}"/>
              </pc2:cmMkLst>
            </pc226:cmChg>
          </p:ext>
        </pc:extLst>
      </pc:sldChg>
      <pc:sldChg chg="addSp delSp modSp mod">
        <pc:chgData name="Khiroria, Adit" userId="125b7d01-0557-4756-b3b5-aac8221948e3" providerId="ADAL" clId="{8DAAE1A5-F656-4064-933C-EFD2DAA1FC1E}" dt="2025-05-17T14:22:44.545" v="17117" actId="20577"/>
        <pc:sldMkLst>
          <pc:docMk/>
          <pc:sldMk cId="3558178423" sldId="2147469606"/>
        </pc:sldMkLst>
      </pc:sldChg>
      <pc:sldChg chg="addSp delSp modSp mod">
        <pc:chgData name="Khiroria, Adit" userId="125b7d01-0557-4756-b3b5-aac8221948e3" providerId="ADAL" clId="{8DAAE1A5-F656-4064-933C-EFD2DAA1FC1E}" dt="2025-05-18T16:53:54.236" v="22694"/>
        <pc:sldMkLst>
          <pc:docMk/>
          <pc:sldMk cId="1982941579" sldId="2147482224"/>
        </pc:sldMkLst>
      </pc:sldChg>
      <pc:sldChg chg="modSp mod">
        <pc:chgData name="Khiroria, Adit" userId="125b7d01-0557-4756-b3b5-aac8221948e3" providerId="ADAL" clId="{8DAAE1A5-F656-4064-933C-EFD2DAA1FC1E}" dt="2025-05-18T17:02:39" v="22903" actId="14100"/>
        <pc:sldMkLst>
          <pc:docMk/>
          <pc:sldMk cId="4157158871" sldId="2147482241"/>
        </pc:sldMkLst>
      </pc:sldChg>
      <pc:sldChg chg="modSp mod">
        <pc:chgData name="Khiroria, Adit" userId="125b7d01-0557-4756-b3b5-aac8221948e3" providerId="ADAL" clId="{8DAAE1A5-F656-4064-933C-EFD2DAA1FC1E}" dt="2025-05-18T17:15:01.971" v="23122" actId="1076"/>
        <pc:sldMkLst>
          <pc:docMk/>
          <pc:sldMk cId="379320142" sldId="2147482243"/>
        </pc:sldMkLst>
      </pc:sldChg>
      <pc:sldChg chg="modSp mod">
        <pc:chgData name="Khiroria, Adit" userId="125b7d01-0557-4756-b3b5-aac8221948e3" providerId="ADAL" clId="{8DAAE1A5-F656-4064-933C-EFD2DAA1FC1E}" dt="2025-05-18T16:55:13.457" v="22769" actId="20577"/>
        <pc:sldMkLst>
          <pc:docMk/>
          <pc:sldMk cId="3596056401" sldId="2147482255"/>
        </pc:sldMkLst>
      </pc:sldChg>
      <pc:sldChg chg="modSp mod">
        <pc:chgData name="Khiroria, Adit" userId="125b7d01-0557-4756-b3b5-aac8221948e3" providerId="ADAL" clId="{8DAAE1A5-F656-4064-933C-EFD2DAA1FC1E}" dt="2025-05-18T16:55:27.127" v="22770" actId="20577"/>
        <pc:sldMkLst>
          <pc:docMk/>
          <pc:sldMk cId="2893761214" sldId="2147482258"/>
        </pc:sldMkLst>
      </pc:sldChg>
      <pc:sldChg chg="ord">
        <pc:chgData name="Khiroria, Adit" userId="125b7d01-0557-4756-b3b5-aac8221948e3" providerId="ADAL" clId="{8DAAE1A5-F656-4064-933C-EFD2DAA1FC1E}" dt="2025-05-18T17:50:38.901" v="23837"/>
        <pc:sldMkLst>
          <pc:docMk/>
          <pc:sldMk cId="1588024288" sldId="2147482259"/>
        </pc:sldMkLst>
      </pc:sldChg>
      <pc:sldChg chg="addSp delSp modSp mod ord">
        <pc:chgData name="Khiroria, Adit" userId="125b7d01-0557-4756-b3b5-aac8221948e3" providerId="ADAL" clId="{8DAAE1A5-F656-4064-933C-EFD2DAA1FC1E}" dt="2025-05-18T16:54:31.191" v="22727"/>
        <pc:sldMkLst>
          <pc:docMk/>
          <pc:sldMk cId="2709021995" sldId="2147483061"/>
        </pc:sldMkLst>
      </pc:sldChg>
      <pc:sldChg chg="addSp delSp modSp mod">
        <pc:chgData name="Khiroria, Adit" userId="125b7d01-0557-4756-b3b5-aac8221948e3" providerId="ADAL" clId="{8DAAE1A5-F656-4064-933C-EFD2DAA1FC1E}" dt="2025-05-18T17:49:13.574" v="23818" actId="20577"/>
        <pc:sldMkLst>
          <pc:docMk/>
          <pc:sldMk cId="3645486084" sldId="2147483064"/>
        </pc:sldMkLst>
      </pc:sldChg>
      <pc:sldChg chg="modSp mod">
        <pc:chgData name="Khiroria, Adit" userId="125b7d01-0557-4756-b3b5-aac8221948e3" providerId="ADAL" clId="{8DAAE1A5-F656-4064-933C-EFD2DAA1FC1E}" dt="2025-05-18T08:32:54.489" v="21016"/>
        <pc:sldMkLst>
          <pc:docMk/>
          <pc:sldMk cId="3447902500" sldId="2147483065"/>
        </pc:sldMkLst>
      </pc:sldChg>
      <pc:sldChg chg="addSp delSp modSp mod">
        <pc:chgData name="Khiroria, Adit" userId="125b7d01-0557-4756-b3b5-aac8221948e3" providerId="ADAL" clId="{8DAAE1A5-F656-4064-933C-EFD2DAA1FC1E}" dt="2025-05-18T17:23:30.460" v="23169" actId="20577"/>
        <pc:sldMkLst>
          <pc:docMk/>
          <pc:sldMk cId="1412875044" sldId="2147483068"/>
        </pc:sldMkLst>
      </pc:sldChg>
      <pc:sldChg chg="modSp mod">
        <pc:chgData name="Khiroria, Adit" userId="125b7d01-0557-4756-b3b5-aac8221948e3" providerId="ADAL" clId="{8DAAE1A5-F656-4064-933C-EFD2DAA1FC1E}" dt="2025-05-18T17:29:39.350" v="23200" actId="242"/>
        <pc:sldMkLst>
          <pc:docMk/>
          <pc:sldMk cId="2546235842" sldId="2147483071"/>
        </pc:sldMkLst>
      </pc:sldChg>
      <pc:sldChg chg="modSp mod">
        <pc:chgData name="Khiroria, Adit" userId="125b7d01-0557-4756-b3b5-aac8221948e3" providerId="ADAL" clId="{8DAAE1A5-F656-4064-933C-EFD2DAA1FC1E}" dt="2025-05-16T05:11:35.586" v="29" actId="20577"/>
        <pc:sldMkLst>
          <pc:docMk/>
          <pc:sldMk cId="2700044933" sldId="2147483072"/>
        </pc:sldMkLst>
      </pc:sldChg>
      <pc:sldChg chg="modSp mod">
        <pc:chgData name="Khiroria, Adit" userId="125b7d01-0557-4756-b3b5-aac8221948e3" providerId="ADAL" clId="{8DAAE1A5-F656-4064-933C-EFD2DAA1FC1E}" dt="2025-05-18T17:20:12.610" v="23152" actId="1038"/>
        <pc:sldMkLst>
          <pc:docMk/>
          <pc:sldMk cId="3716256137" sldId="2147483076"/>
        </pc:sldMkLst>
      </pc:sldChg>
      <pc:sldChg chg="modSp mod ord">
        <pc:chgData name="Khiroria, Adit" userId="125b7d01-0557-4756-b3b5-aac8221948e3" providerId="ADAL" clId="{8DAAE1A5-F656-4064-933C-EFD2DAA1FC1E}" dt="2025-05-18T17:50:38.901" v="23837"/>
        <pc:sldMkLst>
          <pc:docMk/>
          <pc:sldMk cId="3361411932" sldId="2147483080"/>
        </pc:sldMkLst>
      </pc:sldChg>
      <pc:sldChg chg="modSp mod">
        <pc:chgData name="Khiroria, Adit" userId="125b7d01-0557-4756-b3b5-aac8221948e3" providerId="ADAL" clId="{8DAAE1A5-F656-4064-933C-EFD2DAA1FC1E}" dt="2025-05-18T17:07:03.239" v="23052" actId="20577"/>
        <pc:sldMkLst>
          <pc:docMk/>
          <pc:sldMk cId="3982330972" sldId="2147483081"/>
        </pc:sldMkLst>
      </pc:sldChg>
      <pc:sldChg chg="modSp mod">
        <pc:chgData name="Khiroria, Adit" userId="125b7d01-0557-4756-b3b5-aac8221948e3" providerId="ADAL" clId="{8DAAE1A5-F656-4064-933C-EFD2DAA1FC1E}" dt="2025-05-18T17:07:42.670" v="23054" actId="207"/>
        <pc:sldMkLst>
          <pc:docMk/>
          <pc:sldMk cId="1849257899" sldId="2147483082"/>
        </pc:sldMkLst>
      </pc:sldChg>
      <pc:sldChg chg="modSp mod">
        <pc:chgData name="Khiroria, Adit" userId="125b7d01-0557-4756-b3b5-aac8221948e3" providerId="ADAL" clId="{8DAAE1A5-F656-4064-933C-EFD2DAA1FC1E}" dt="2025-05-18T17:08:43.811" v="23056" actId="207"/>
        <pc:sldMkLst>
          <pc:docMk/>
          <pc:sldMk cId="892559420" sldId="2147483083"/>
        </pc:sldMkLst>
      </pc:sldChg>
      <pc:sldChg chg="modSp mod">
        <pc:chgData name="Khiroria, Adit" userId="125b7d01-0557-4756-b3b5-aac8221948e3" providerId="ADAL" clId="{8DAAE1A5-F656-4064-933C-EFD2DAA1FC1E}" dt="2025-05-18T17:09:13.013" v="23057" actId="207"/>
        <pc:sldMkLst>
          <pc:docMk/>
          <pc:sldMk cId="2195070535" sldId="2147483084"/>
        </pc:sldMkLst>
      </pc:sldChg>
      <pc:sldChg chg="modSp mod">
        <pc:chgData name="Khiroria, Adit" userId="125b7d01-0557-4756-b3b5-aac8221948e3" providerId="ADAL" clId="{8DAAE1A5-F656-4064-933C-EFD2DAA1FC1E}" dt="2025-05-18T17:09:41.767" v="23059" actId="207"/>
        <pc:sldMkLst>
          <pc:docMk/>
          <pc:sldMk cId="1733834776" sldId="2147483085"/>
        </pc:sldMkLst>
      </pc:sldChg>
      <pc:sldChg chg="modSp mod">
        <pc:chgData name="Khiroria, Adit" userId="125b7d01-0557-4756-b3b5-aac8221948e3" providerId="ADAL" clId="{8DAAE1A5-F656-4064-933C-EFD2DAA1FC1E}" dt="2025-05-18T17:08:00.435" v="23055" actId="255"/>
        <pc:sldMkLst>
          <pc:docMk/>
          <pc:sldMk cId="2663660686" sldId="2147483086"/>
        </pc:sldMkLst>
      </pc:sldChg>
      <pc:sldChg chg="modSp mod">
        <pc:chgData name="Khiroria, Adit" userId="125b7d01-0557-4756-b3b5-aac8221948e3" providerId="ADAL" clId="{8DAAE1A5-F656-4064-933C-EFD2DAA1FC1E}" dt="2025-05-18T17:23:22.554" v="23166" actId="20577"/>
        <pc:sldMkLst>
          <pc:docMk/>
          <pc:sldMk cId="2284033468" sldId="2147483087"/>
        </pc:sldMkLst>
      </pc:sldChg>
      <pc:sldChg chg="modSp mod">
        <pc:chgData name="Khiroria, Adit" userId="125b7d01-0557-4756-b3b5-aac8221948e3" providerId="ADAL" clId="{8DAAE1A5-F656-4064-933C-EFD2DAA1FC1E}" dt="2025-05-18T17:26:23.727" v="23196" actId="20577"/>
        <pc:sldMkLst>
          <pc:docMk/>
          <pc:sldMk cId="2554326945" sldId="2147483089"/>
        </pc:sldMkLst>
      </pc:sldChg>
      <pc:sldChg chg="addSp delSp modSp mod">
        <pc:chgData name="Khiroria, Adit" userId="125b7d01-0557-4756-b3b5-aac8221948e3" providerId="ADAL" clId="{8DAAE1A5-F656-4064-933C-EFD2DAA1FC1E}" dt="2025-05-18T16:17:43.408" v="21044"/>
        <pc:sldMkLst>
          <pc:docMk/>
          <pc:sldMk cId="3960613218" sldId="2147483102"/>
        </pc:sldMkLst>
      </pc:sldChg>
      <pc:sldChg chg="modSp mod">
        <pc:chgData name="Khiroria, Adit" userId="125b7d01-0557-4756-b3b5-aac8221948e3" providerId="ADAL" clId="{8DAAE1A5-F656-4064-933C-EFD2DAA1FC1E}" dt="2025-05-18T16:59:36.711" v="22773" actId="207"/>
        <pc:sldMkLst>
          <pc:docMk/>
          <pc:sldMk cId="415273567" sldId="2147483104"/>
        </pc:sldMkLst>
      </pc:sldChg>
      <pc:sldChg chg="addSp delSp modSp mod ord">
        <pc:chgData name="Khiroria, Adit" userId="125b7d01-0557-4756-b3b5-aac8221948e3" providerId="ADAL" clId="{8DAAE1A5-F656-4064-933C-EFD2DAA1FC1E}" dt="2025-05-18T16:39:30.832" v="21142"/>
        <pc:sldMkLst>
          <pc:docMk/>
          <pc:sldMk cId="2903738292" sldId="2147483105"/>
        </pc:sldMkLst>
      </pc:sldChg>
      <pc:sldChg chg="addSp delSp modSp mod">
        <pc:chgData name="Khiroria, Adit" userId="125b7d01-0557-4756-b3b5-aac8221948e3" providerId="ADAL" clId="{8DAAE1A5-F656-4064-933C-EFD2DAA1FC1E}" dt="2025-05-18T17:50:27.269" v="23833" actId="20577"/>
        <pc:sldMkLst>
          <pc:docMk/>
          <pc:sldMk cId="3466807779" sldId="2147483108"/>
        </pc:sldMkLst>
      </pc:sldChg>
      <pc:sldChg chg="modSp mod ord">
        <pc:chgData name="Khiroria, Adit" userId="125b7d01-0557-4756-b3b5-aac8221948e3" providerId="ADAL" clId="{8DAAE1A5-F656-4064-933C-EFD2DAA1FC1E}" dt="2025-05-18T17:50:31.460" v="23835"/>
        <pc:sldMkLst>
          <pc:docMk/>
          <pc:sldMk cId="2050752129" sldId="2147483109"/>
        </pc:sldMkLst>
      </pc:sldChg>
      <pc:sldChg chg="addSp delSp modSp mod">
        <pc:chgData name="Khiroria, Adit" userId="125b7d01-0557-4756-b3b5-aac8221948e3" providerId="ADAL" clId="{8DAAE1A5-F656-4064-933C-EFD2DAA1FC1E}" dt="2025-05-18T16:43:30.655" v="22292"/>
        <pc:sldMkLst>
          <pc:docMk/>
          <pc:sldMk cId="4290898912" sldId="2147483110"/>
        </pc:sldMkLst>
      </pc:sldChg>
      <pc:sldChg chg="ord">
        <pc:chgData name="Khiroria, Adit" userId="125b7d01-0557-4756-b3b5-aac8221948e3" providerId="ADAL" clId="{8DAAE1A5-F656-4064-933C-EFD2DAA1FC1E}" dt="2025-05-18T16:47:33.171" v="22294"/>
        <pc:sldMkLst>
          <pc:docMk/>
          <pc:sldMk cId="3474455645" sldId="2147483111"/>
        </pc:sldMkLst>
      </pc:sldChg>
      <pc:sldChg chg="addSp delSp modSp new mod ord">
        <pc:chgData name="Khiroria, Adit" userId="125b7d01-0557-4756-b3b5-aac8221948e3" providerId="ADAL" clId="{8DAAE1A5-F656-4064-933C-EFD2DAA1FC1E}" dt="2025-05-18T17:52:49.852" v="23885" actId="27636"/>
        <pc:sldMkLst>
          <pc:docMk/>
          <pc:sldMk cId="1749439397" sldId="2147483113"/>
        </pc:sldMkLst>
      </pc:sldChg>
    </pc:docChg>
  </pc:docChgLst>
  <pc:docChgLst>
    <pc:chgData name="Roy, Samrat" userId="S::samratroy@deloitte.com::9c8f2b69-0747-4f59-b02a-2510d4c911d6" providerId="AD" clId="Web-{8A6D2380-1F35-6F28-E303-546DA5D6CB8F}"/>
    <pc:docChg chg="addSld delSld modSld sldOrd modSection">
      <pc:chgData name="Roy, Samrat" userId="S::samratroy@deloitte.com::9c8f2b69-0747-4f59-b02a-2510d4c911d6" providerId="AD" clId="Web-{8A6D2380-1F35-6F28-E303-546DA5D6CB8F}" dt="2025-05-16T07:13:16.509" v="57"/>
      <pc:docMkLst>
        <pc:docMk/>
      </pc:docMkLst>
      <pc:sldChg chg="ord">
        <pc:chgData name="Roy, Samrat" userId="S::samratroy@deloitte.com::9c8f2b69-0747-4f59-b02a-2510d4c911d6" providerId="AD" clId="Web-{8A6D2380-1F35-6F28-E303-546DA5D6CB8F}" dt="2025-05-16T07:13:16.509" v="57"/>
        <pc:sldMkLst>
          <pc:docMk/>
          <pc:sldMk cId="2293846618" sldId="481"/>
        </pc:sldMkLst>
      </pc:sldChg>
      <pc:sldChg chg="ord">
        <pc:chgData name="Roy, Samrat" userId="S::samratroy@deloitte.com::9c8f2b69-0747-4f59-b02a-2510d4c911d6" providerId="AD" clId="Web-{8A6D2380-1F35-6F28-E303-546DA5D6CB8F}" dt="2025-05-16T07:12:55.039" v="52"/>
        <pc:sldMkLst>
          <pc:docMk/>
          <pc:sldMk cId="277360380" sldId="2147469545"/>
        </pc:sldMkLst>
      </pc:sldChg>
      <pc:sldChg chg="del">
        <pc:chgData name="Roy, Samrat" userId="S::samratroy@deloitte.com::9c8f2b69-0747-4f59-b02a-2510d4c911d6" providerId="AD" clId="Web-{8A6D2380-1F35-6F28-E303-546DA5D6CB8F}" dt="2025-05-16T07:09:46.699" v="32"/>
        <pc:sldMkLst>
          <pc:docMk/>
          <pc:sldMk cId="2809019813" sldId="2147469604"/>
        </pc:sldMkLst>
      </pc:sldChg>
      <pc:sldChg chg="del">
        <pc:chgData name="Roy, Samrat" userId="S::samratroy@deloitte.com::9c8f2b69-0747-4f59-b02a-2510d4c911d6" providerId="AD" clId="Web-{8A6D2380-1F35-6F28-E303-546DA5D6CB8F}" dt="2025-05-16T07:09:46.715" v="33"/>
        <pc:sldMkLst>
          <pc:docMk/>
          <pc:sldMk cId="1422772731" sldId="2147469605"/>
        </pc:sldMkLst>
      </pc:sldChg>
      <pc:sldChg chg="del">
        <pc:chgData name="Roy, Samrat" userId="S::samratroy@deloitte.com::9c8f2b69-0747-4f59-b02a-2510d4c911d6" providerId="AD" clId="Web-{8A6D2380-1F35-6F28-E303-546DA5D6CB8F}" dt="2025-05-16T07:09:27.385" v="26"/>
        <pc:sldMkLst>
          <pc:docMk/>
          <pc:sldMk cId="3207561889" sldId="2147469606"/>
        </pc:sldMkLst>
      </pc:sldChg>
      <pc:sldChg chg="modSp">
        <pc:chgData name="Roy, Samrat" userId="S::samratroy@deloitte.com::9c8f2b69-0747-4f59-b02a-2510d4c911d6" providerId="AD" clId="Web-{8A6D2380-1F35-6F28-E303-546DA5D6CB8F}" dt="2025-05-16T07:08:38.117" v="19" actId="20577"/>
        <pc:sldMkLst>
          <pc:docMk/>
          <pc:sldMk cId="379320142" sldId="2147482243"/>
        </pc:sldMkLst>
      </pc:sldChg>
      <pc:sldChg chg="ord">
        <pc:chgData name="Roy, Samrat" userId="S::samratroy@deloitte.com::9c8f2b69-0747-4f59-b02a-2510d4c911d6" providerId="AD" clId="Web-{8A6D2380-1F35-6F28-E303-546DA5D6CB8F}" dt="2025-05-16T07:12:57.445" v="53"/>
        <pc:sldMkLst>
          <pc:docMk/>
          <pc:sldMk cId="822091119" sldId="2147482244"/>
        </pc:sldMkLst>
      </pc:sldChg>
      <pc:sldChg chg="del">
        <pc:chgData name="Roy, Samrat" userId="S::samratroy@deloitte.com::9c8f2b69-0747-4f59-b02a-2510d4c911d6" providerId="AD" clId="Web-{8A6D2380-1F35-6F28-E303-546DA5D6CB8F}" dt="2025-05-16T07:09:27.401" v="27"/>
        <pc:sldMkLst>
          <pc:docMk/>
          <pc:sldMk cId="1019116040" sldId="2147482247"/>
        </pc:sldMkLst>
      </pc:sldChg>
      <pc:sldChg chg="del">
        <pc:chgData name="Roy, Samrat" userId="S::samratroy@deloitte.com::9c8f2b69-0747-4f59-b02a-2510d4c911d6" providerId="AD" clId="Web-{8A6D2380-1F35-6F28-E303-546DA5D6CB8F}" dt="2025-05-16T07:09:46.699" v="31"/>
        <pc:sldMkLst>
          <pc:docMk/>
          <pc:sldMk cId="2365635515" sldId="2147482248"/>
        </pc:sldMkLst>
      </pc:sldChg>
      <pc:sldChg chg="del">
        <pc:chgData name="Roy, Samrat" userId="S::samratroy@deloitte.com::9c8f2b69-0747-4f59-b02a-2510d4c911d6" providerId="AD" clId="Web-{8A6D2380-1F35-6F28-E303-546DA5D6CB8F}" dt="2025-05-16T07:09:27.385" v="25"/>
        <pc:sldMkLst>
          <pc:docMk/>
          <pc:sldMk cId="2925105645" sldId="2147482249"/>
        </pc:sldMkLst>
      </pc:sldChg>
      <pc:sldChg chg="ord">
        <pc:chgData name="Roy, Samrat" userId="S::samratroy@deloitte.com::9c8f2b69-0747-4f59-b02a-2510d4c911d6" providerId="AD" clId="Web-{8A6D2380-1F35-6F28-E303-546DA5D6CB8F}" dt="2025-05-16T07:12:38.460" v="50"/>
        <pc:sldMkLst>
          <pc:docMk/>
          <pc:sldMk cId="3495881639" sldId="2147482258"/>
        </pc:sldMkLst>
      </pc:sldChg>
      <pc:sldChg chg="ord">
        <pc:chgData name="Roy, Samrat" userId="S::samratroy@deloitte.com::9c8f2b69-0747-4f59-b02a-2510d4c911d6" providerId="AD" clId="Web-{8A6D2380-1F35-6F28-E303-546DA5D6CB8F}" dt="2025-05-16T07:12:59.445" v="54"/>
        <pc:sldMkLst>
          <pc:docMk/>
          <pc:sldMk cId="1588024288" sldId="2147482259"/>
        </pc:sldMkLst>
      </pc:sldChg>
      <pc:sldChg chg="ord">
        <pc:chgData name="Roy, Samrat" userId="S::samratroy@deloitte.com::9c8f2b69-0747-4f59-b02a-2510d4c911d6" providerId="AD" clId="Web-{8A6D2380-1F35-6F28-E303-546DA5D6CB8F}" dt="2025-05-16T07:12:45.898" v="51"/>
        <pc:sldMkLst>
          <pc:docMk/>
          <pc:sldMk cId="3645486084" sldId="2147483064"/>
        </pc:sldMkLst>
      </pc:sldChg>
      <pc:sldChg chg="modSp">
        <pc:chgData name="Roy, Samrat" userId="S::samratroy@deloitte.com::9c8f2b69-0747-4f59-b02a-2510d4c911d6" providerId="AD" clId="Web-{8A6D2380-1F35-6F28-E303-546DA5D6CB8F}" dt="2025-05-16T07:08:43.555" v="20" actId="20577"/>
        <pc:sldMkLst>
          <pc:docMk/>
          <pc:sldMk cId="3447902500" sldId="2147483065"/>
        </pc:sldMkLst>
      </pc:sldChg>
      <pc:sldChg chg="modSp ord">
        <pc:chgData name="Roy, Samrat" userId="S::samratroy@deloitte.com::9c8f2b69-0747-4f59-b02a-2510d4c911d6" providerId="AD" clId="Web-{8A6D2380-1F35-6F28-E303-546DA5D6CB8F}" dt="2025-05-16T07:11:06.970" v="43" actId="20577"/>
        <pc:sldMkLst>
          <pc:docMk/>
          <pc:sldMk cId="2885122724" sldId="2147483068"/>
        </pc:sldMkLst>
      </pc:sldChg>
      <pc:sldChg chg="modSp">
        <pc:chgData name="Roy, Samrat" userId="S::samratroy@deloitte.com::9c8f2b69-0747-4f59-b02a-2510d4c911d6" providerId="AD" clId="Web-{8A6D2380-1F35-6F28-E303-546DA5D6CB8F}" dt="2025-05-16T07:04:32.508" v="5" actId="20577"/>
        <pc:sldMkLst>
          <pc:docMk/>
          <pc:sldMk cId="1717987505" sldId="2147483069"/>
        </pc:sldMkLst>
      </pc:sldChg>
      <pc:sldChg chg="del">
        <pc:chgData name="Roy, Samrat" userId="S::samratroy@deloitte.com::9c8f2b69-0747-4f59-b02a-2510d4c911d6" providerId="AD" clId="Web-{8A6D2380-1F35-6F28-E303-546DA5D6CB8F}" dt="2025-05-16T07:10:18.295" v="39"/>
        <pc:sldMkLst>
          <pc:docMk/>
          <pc:sldMk cId="2284033468" sldId="2147483073"/>
        </pc:sldMkLst>
      </pc:sldChg>
      <pc:sldChg chg="del">
        <pc:chgData name="Roy, Samrat" userId="S::samratroy@deloitte.com::9c8f2b69-0747-4f59-b02a-2510d4c911d6" providerId="AD" clId="Web-{8A6D2380-1F35-6F28-E303-546DA5D6CB8F}" dt="2025-05-16T07:10:08.154" v="37"/>
        <pc:sldMkLst>
          <pc:docMk/>
          <pc:sldMk cId="3848534860" sldId="2147483074"/>
        </pc:sldMkLst>
      </pc:sldChg>
      <pc:sldChg chg="ord">
        <pc:chgData name="Roy, Samrat" userId="S::samratroy@deloitte.com::9c8f2b69-0747-4f59-b02a-2510d4c911d6" providerId="AD" clId="Web-{8A6D2380-1F35-6F28-E303-546DA5D6CB8F}" dt="2025-05-16T07:05:30.465" v="8"/>
        <pc:sldMkLst>
          <pc:docMk/>
          <pc:sldMk cId="247214136" sldId="2147483075"/>
        </pc:sldMkLst>
      </pc:sldChg>
      <pc:sldChg chg="modSp ord">
        <pc:chgData name="Roy, Samrat" userId="S::samratroy@deloitte.com::9c8f2b69-0747-4f59-b02a-2510d4c911d6" providerId="AD" clId="Web-{8A6D2380-1F35-6F28-E303-546DA5D6CB8F}" dt="2025-05-16T07:11:24.424" v="46" actId="20577"/>
        <pc:sldMkLst>
          <pc:docMk/>
          <pc:sldMk cId="2894813486" sldId="2147483076"/>
        </pc:sldMkLst>
      </pc:sldChg>
      <pc:sldChg chg="del">
        <pc:chgData name="Roy, Samrat" userId="S::samratroy@deloitte.com::9c8f2b69-0747-4f59-b02a-2510d4c911d6" providerId="AD" clId="Web-{8A6D2380-1F35-6F28-E303-546DA5D6CB8F}" dt="2025-05-16T07:10:18.279" v="38"/>
        <pc:sldMkLst>
          <pc:docMk/>
          <pc:sldMk cId="613000286" sldId="2147483079"/>
        </pc:sldMkLst>
      </pc:sldChg>
      <pc:sldChg chg="ord">
        <pc:chgData name="Roy, Samrat" userId="S::samratroy@deloitte.com::9c8f2b69-0747-4f59-b02a-2510d4c911d6" providerId="AD" clId="Web-{8A6D2380-1F35-6F28-E303-546DA5D6CB8F}" dt="2025-05-16T07:13:05.696" v="55"/>
        <pc:sldMkLst>
          <pc:docMk/>
          <pc:sldMk cId="3361411932" sldId="2147483080"/>
        </pc:sldMkLst>
      </pc:sldChg>
      <pc:sldChg chg="add">
        <pc:chgData name="Roy, Samrat" userId="S::samratroy@deloitte.com::9c8f2b69-0747-4f59-b02a-2510d4c911d6" providerId="AD" clId="Web-{8A6D2380-1F35-6F28-E303-546DA5D6CB8F}" dt="2025-05-16T07:09:34.230" v="28"/>
        <pc:sldMkLst>
          <pc:docMk/>
          <pc:sldMk cId="1019116040" sldId="2147483081"/>
        </pc:sldMkLst>
      </pc:sldChg>
      <pc:sldChg chg="add">
        <pc:chgData name="Roy, Samrat" userId="S::samratroy@deloitte.com::9c8f2b69-0747-4f59-b02a-2510d4c911d6" providerId="AD" clId="Web-{8A6D2380-1F35-6F28-E303-546DA5D6CB8F}" dt="2025-05-16T07:09:34.245" v="29"/>
        <pc:sldMkLst>
          <pc:docMk/>
          <pc:sldMk cId="3207561889" sldId="2147483082"/>
        </pc:sldMkLst>
      </pc:sldChg>
      <pc:sldChg chg="add">
        <pc:chgData name="Roy, Samrat" userId="S::samratroy@deloitte.com::9c8f2b69-0747-4f59-b02a-2510d4c911d6" providerId="AD" clId="Web-{8A6D2380-1F35-6F28-E303-546DA5D6CB8F}" dt="2025-05-16T07:09:34.276" v="30"/>
        <pc:sldMkLst>
          <pc:docMk/>
          <pc:sldMk cId="2925105645" sldId="2147483083"/>
        </pc:sldMkLst>
      </pc:sldChg>
      <pc:sldChg chg="add">
        <pc:chgData name="Roy, Samrat" userId="S::samratroy@deloitte.com::9c8f2b69-0747-4f59-b02a-2510d4c911d6" providerId="AD" clId="Web-{8A6D2380-1F35-6F28-E303-546DA5D6CB8F}" dt="2025-05-16T07:09:58.590" v="34"/>
        <pc:sldMkLst>
          <pc:docMk/>
          <pc:sldMk cId="1422772731" sldId="2147483084"/>
        </pc:sldMkLst>
      </pc:sldChg>
      <pc:sldChg chg="add">
        <pc:chgData name="Roy, Samrat" userId="S::samratroy@deloitte.com::9c8f2b69-0747-4f59-b02a-2510d4c911d6" providerId="AD" clId="Web-{8A6D2380-1F35-6F28-E303-546DA5D6CB8F}" dt="2025-05-16T07:09:58.637" v="35"/>
        <pc:sldMkLst>
          <pc:docMk/>
          <pc:sldMk cId="2809019813" sldId="2147483085"/>
        </pc:sldMkLst>
      </pc:sldChg>
      <pc:sldChg chg="add">
        <pc:chgData name="Roy, Samrat" userId="S::samratroy@deloitte.com::9c8f2b69-0747-4f59-b02a-2510d4c911d6" providerId="AD" clId="Web-{8A6D2380-1F35-6F28-E303-546DA5D6CB8F}" dt="2025-05-16T07:09:58.684" v="36"/>
        <pc:sldMkLst>
          <pc:docMk/>
          <pc:sldMk cId="2365635515" sldId="2147483086"/>
        </pc:sldMkLst>
      </pc:sldChg>
      <pc:sldChg chg="modSp add">
        <pc:chgData name="Roy, Samrat" userId="S::samratroy@deloitte.com::9c8f2b69-0747-4f59-b02a-2510d4c911d6" providerId="AD" clId="Web-{8A6D2380-1F35-6F28-E303-546DA5D6CB8F}" dt="2025-05-16T07:12:04.239" v="48" actId="20577"/>
        <pc:sldMkLst>
          <pc:docMk/>
          <pc:sldMk cId="2284033468" sldId="2147483087"/>
        </pc:sldMkLst>
      </pc:sldChg>
      <pc:sldChg chg="add">
        <pc:chgData name="Roy, Samrat" userId="S::samratroy@deloitte.com::9c8f2b69-0747-4f59-b02a-2510d4c911d6" providerId="AD" clId="Web-{8A6D2380-1F35-6F28-E303-546DA5D6CB8F}" dt="2025-05-16T07:10:22.967" v="41"/>
        <pc:sldMkLst>
          <pc:docMk/>
          <pc:sldMk cId="613000286" sldId="2147483088"/>
        </pc:sldMkLst>
      </pc:sldChg>
    </pc:docChg>
  </pc:docChgLst>
  <pc:docChgLst>
    <pc:chgData name="Mukherjee, Shouvik" userId="8a0946e8-3a6b-4d5c-947d-73f4cd578335" providerId="ADAL" clId="{2859E8E0-0764-431F-BF57-302A9DE3A8FB}"/>
    <pc:docChg chg="custSel addSld modSld">
      <pc:chgData name="Mukherjee, Shouvik" userId="8a0946e8-3a6b-4d5c-947d-73f4cd578335" providerId="ADAL" clId="{2859E8E0-0764-431F-BF57-302A9DE3A8FB}" dt="2025-11-11T10:28:08.076" v="90" actId="20577"/>
      <pc:docMkLst>
        <pc:docMk/>
      </pc:docMkLst>
      <pc:sldChg chg="addSp delSp modSp add mod">
        <pc:chgData name="Mukherjee, Shouvik" userId="8a0946e8-3a6b-4d5c-947d-73f4cd578335" providerId="ADAL" clId="{2859E8E0-0764-431F-BF57-302A9DE3A8FB}" dt="2025-11-11T10:28:08.076" v="90" actId="20577"/>
        <pc:sldMkLst>
          <pc:docMk/>
          <pc:sldMk cId="1183728427" sldId="2545"/>
        </pc:sldMkLst>
        <pc:spChg chg="mod">
          <ac:chgData name="Mukherjee, Shouvik" userId="8a0946e8-3a6b-4d5c-947d-73f4cd578335" providerId="ADAL" clId="{2859E8E0-0764-431F-BF57-302A9DE3A8FB}" dt="2025-11-11T10:28:04.634" v="88" actId="20577"/>
          <ac:spMkLst>
            <pc:docMk/>
            <pc:sldMk cId="1183728427" sldId="2545"/>
            <ac:spMk id="2" creationId="{00000000-0000-0000-0000-000000000000}"/>
          </ac:spMkLst>
        </pc:spChg>
        <pc:spChg chg="mod">
          <ac:chgData name="Mukherjee, Shouvik" userId="8a0946e8-3a6b-4d5c-947d-73f4cd578335" providerId="ADAL" clId="{2859E8E0-0764-431F-BF57-302A9DE3A8FB}" dt="2025-11-11T10:26:07.374" v="52" actId="948"/>
          <ac:spMkLst>
            <pc:docMk/>
            <pc:sldMk cId="1183728427" sldId="2545"/>
            <ac:spMk id="6" creationId="{00000000-0000-0000-0000-000000000000}"/>
          </ac:spMkLst>
        </pc:spChg>
        <pc:spChg chg="mod">
          <ac:chgData name="Mukherjee, Shouvik" userId="8a0946e8-3a6b-4d5c-947d-73f4cd578335" providerId="ADAL" clId="{2859E8E0-0764-431F-BF57-302A9DE3A8FB}" dt="2025-11-11T10:28:08.076" v="90" actId="20577"/>
          <ac:spMkLst>
            <pc:docMk/>
            <pc:sldMk cId="1183728427" sldId="2545"/>
            <ac:spMk id="24" creationId="{90B39B27-D4EE-4D65-90A9-FD978B10694E}"/>
          </ac:spMkLst>
        </pc:spChg>
        <pc:spChg chg="mod">
          <ac:chgData name="Mukherjee, Shouvik" userId="8a0946e8-3a6b-4d5c-947d-73f4cd578335" providerId="ADAL" clId="{2859E8E0-0764-431F-BF57-302A9DE3A8FB}" dt="2025-11-11T10:26:06.869" v="51" actId="404"/>
          <ac:spMkLst>
            <pc:docMk/>
            <pc:sldMk cId="1183728427" sldId="2545"/>
            <ac:spMk id="28" creationId="{B23522FB-E603-4841-B538-25E9025FD49E}"/>
          </ac:spMkLst>
        </pc:spChg>
        <pc:spChg chg="mod">
          <ac:chgData name="Mukherjee, Shouvik" userId="8a0946e8-3a6b-4d5c-947d-73f4cd578335" providerId="ADAL" clId="{2859E8E0-0764-431F-BF57-302A9DE3A8FB}" dt="2025-11-11T10:26:06.869" v="51" actId="404"/>
          <ac:spMkLst>
            <pc:docMk/>
            <pc:sldMk cId="1183728427" sldId="2545"/>
            <ac:spMk id="30" creationId="{8FF870CF-911E-46B0-93CF-1353072C0A3E}"/>
          </ac:spMkLst>
        </pc:spChg>
        <pc:spChg chg="mod">
          <ac:chgData name="Mukherjee, Shouvik" userId="8a0946e8-3a6b-4d5c-947d-73f4cd578335" providerId="ADAL" clId="{2859E8E0-0764-431F-BF57-302A9DE3A8FB}" dt="2025-11-11T10:26:06.869" v="51" actId="404"/>
          <ac:spMkLst>
            <pc:docMk/>
            <pc:sldMk cId="1183728427" sldId="2545"/>
            <ac:spMk id="31" creationId="{13CD7309-2BD3-4C16-8ECA-528B1B050EC7}"/>
          </ac:spMkLst>
        </pc:spChg>
        <pc:spChg chg="mod">
          <ac:chgData name="Mukherjee, Shouvik" userId="8a0946e8-3a6b-4d5c-947d-73f4cd578335" providerId="ADAL" clId="{2859E8E0-0764-431F-BF57-302A9DE3A8FB}" dt="2025-11-11T10:26:22.399" v="81" actId="20577"/>
          <ac:spMkLst>
            <pc:docMk/>
            <pc:sldMk cId="1183728427" sldId="2545"/>
            <ac:spMk id="37" creationId="{2FBA3529-FDD6-449E-8A60-2570585BCD79}"/>
          </ac:spMkLst>
        </pc:spChg>
        <pc:spChg chg="mod">
          <ac:chgData name="Mukherjee, Shouvik" userId="8a0946e8-3a6b-4d5c-947d-73f4cd578335" providerId="ADAL" clId="{2859E8E0-0764-431F-BF57-302A9DE3A8FB}" dt="2025-11-11T10:26:24.113" v="83" actId="20577"/>
          <ac:spMkLst>
            <pc:docMk/>
            <pc:sldMk cId="1183728427" sldId="2545"/>
            <ac:spMk id="38" creationId="{6A1F507C-8839-4347-A69C-C15E790CE2A2}"/>
          </ac:spMkLst>
        </pc:spChg>
        <pc:spChg chg="mod">
          <ac:chgData name="Mukherjee, Shouvik" userId="8a0946e8-3a6b-4d5c-947d-73f4cd578335" providerId="ADAL" clId="{2859E8E0-0764-431F-BF57-302A9DE3A8FB}" dt="2025-11-11T10:26:06.869" v="51" actId="404"/>
          <ac:spMkLst>
            <pc:docMk/>
            <pc:sldMk cId="1183728427" sldId="2545"/>
            <ac:spMk id="39" creationId="{C1CBF657-4F27-4CEE-9C9F-BA37824CF012}"/>
          </ac:spMkLst>
        </pc:spChg>
        <pc:spChg chg="mod">
          <ac:chgData name="Mukherjee, Shouvik" userId="8a0946e8-3a6b-4d5c-947d-73f4cd578335" providerId="ADAL" clId="{2859E8E0-0764-431F-BF57-302A9DE3A8FB}" dt="2025-11-11T10:26:06.869" v="51" actId="404"/>
          <ac:spMkLst>
            <pc:docMk/>
            <pc:sldMk cId="1183728427" sldId="2545"/>
            <ac:spMk id="46" creationId="{11374FA6-B8FD-40FE-BFD8-714485CC1B51}"/>
          </ac:spMkLst>
        </pc:spChg>
        <pc:spChg chg="mod">
          <ac:chgData name="Mukherjee, Shouvik" userId="8a0946e8-3a6b-4d5c-947d-73f4cd578335" providerId="ADAL" clId="{2859E8E0-0764-431F-BF57-302A9DE3A8FB}" dt="2025-11-11T10:26:06.869" v="51" actId="404"/>
          <ac:spMkLst>
            <pc:docMk/>
            <pc:sldMk cId="1183728427" sldId="2545"/>
            <ac:spMk id="47" creationId="{4EB81DC1-F667-4C4C-B459-707EDC52B411}"/>
          </ac:spMkLst>
        </pc:spChg>
        <pc:spChg chg="mod">
          <ac:chgData name="Mukherjee, Shouvik" userId="8a0946e8-3a6b-4d5c-947d-73f4cd578335" providerId="ADAL" clId="{2859E8E0-0764-431F-BF57-302A9DE3A8FB}" dt="2025-11-11T10:26:06.869" v="51" actId="404"/>
          <ac:spMkLst>
            <pc:docMk/>
            <pc:sldMk cId="1183728427" sldId="2545"/>
            <ac:spMk id="62" creationId="{50EDC182-8BFB-41C7-9989-9976F0DFAE07}"/>
          </ac:spMkLst>
        </pc:spChg>
        <pc:graphicFrameChg chg="mod">
          <ac:chgData name="Mukherjee, Shouvik" userId="8a0946e8-3a6b-4d5c-947d-73f4cd578335" providerId="ADAL" clId="{2859E8E0-0764-431F-BF57-302A9DE3A8FB}" dt="2025-11-11T10:26:07.399" v="75"/>
          <ac:graphicFrameMkLst>
            <pc:docMk/>
            <pc:sldMk cId="1183728427" sldId="2545"/>
            <ac:graphicFrameMk id="10" creationId="{85E75AA5-7793-42EB-A8A1-2973E74D2021}"/>
          </ac:graphicFrameMkLst>
        </pc:graphicFrameChg>
      </pc:sldChg>
    </pc:docChg>
  </pc:docChgLst>
  <pc:docChgLst>
    <pc:chgData name="Roy, Samrat" userId="S::samratroy@deloitte.com::9c8f2b69-0747-4f59-b02a-2510d4c911d6" providerId="AD" clId="Web-{7D71EF7A-7AC4-8690-BCF7-92A79D7A1AB7}"/>
    <pc:docChg chg="delSld modSld modSection">
      <pc:chgData name="Roy, Samrat" userId="S::samratroy@deloitte.com::9c8f2b69-0747-4f59-b02a-2510d4c911d6" providerId="AD" clId="Web-{7D71EF7A-7AC4-8690-BCF7-92A79D7A1AB7}" dt="2025-05-16T06:04:53.122" v="70" actId="20577"/>
      <pc:docMkLst>
        <pc:docMk/>
      </pc:docMkLst>
      <pc:sldChg chg="del">
        <pc:chgData name="Roy, Samrat" userId="S::samratroy@deloitte.com::9c8f2b69-0747-4f59-b02a-2510d4c911d6" providerId="AD" clId="Web-{7D71EF7A-7AC4-8690-BCF7-92A79D7A1AB7}" dt="2025-05-15T20:19:35.960" v="28"/>
        <pc:sldMkLst>
          <pc:docMk/>
          <pc:sldMk cId="894868379" sldId="2147469580"/>
        </pc:sldMkLst>
      </pc:sldChg>
      <pc:sldChg chg="del">
        <pc:chgData name="Roy, Samrat" userId="S::samratroy@deloitte.com::9c8f2b69-0747-4f59-b02a-2510d4c911d6" providerId="AD" clId="Web-{7D71EF7A-7AC4-8690-BCF7-92A79D7A1AB7}" dt="2025-05-15T20:30:11.302" v="48"/>
        <pc:sldMkLst>
          <pc:docMk/>
          <pc:sldMk cId="3240238124" sldId="2147469581"/>
        </pc:sldMkLst>
      </pc:sldChg>
      <pc:sldChg chg="modSp">
        <pc:chgData name="Roy, Samrat" userId="S::samratroy@deloitte.com::9c8f2b69-0747-4f59-b02a-2510d4c911d6" providerId="AD" clId="Web-{7D71EF7A-7AC4-8690-BCF7-92A79D7A1AB7}" dt="2025-05-16T05:35:22.885" v="67" actId="20577"/>
        <pc:sldMkLst>
          <pc:docMk/>
          <pc:sldMk cId="4128533220" sldId="2147469596"/>
        </pc:sldMkLst>
      </pc:sldChg>
      <pc:sldChg chg="del">
        <pc:chgData name="Roy, Samrat" userId="S::samratroy@deloitte.com::9c8f2b69-0747-4f59-b02a-2510d4c911d6" providerId="AD" clId="Web-{7D71EF7A-7AC4-8690-BCF7-92A79D7A1AB7}" dt="2025-05-15T20:30:13.927" v="49"/>
        <pc:sldMkLst>
          <pc:docMk/>
          <pc:sldMk cId="1381843536" sldId="2147469602"/>
        </pc:sldMkLst>
      </pc:sldChg>
      <pc:sldChg chg="del">
        <pc:chgData name="Roy, Samrat" userId="S::samratroy@deloitte.com::9c8f2b69-0747-4f59-b02a-2510d4c911d6" providerId="AD" clId="Web-{7D71EF7A-7AC4-8690-BCF7-92A79D7A1AB7}" dt="2025-05-15T20:19:37.351" v="29"/>
        <pc:sldMkLst>
          <pc:docMk/>
          <pc:sldMk cId="2183550579" sldId="2147482239"/>
        </pc:sldMkLst>
      </pc:sldChg>
      <pc:sldChg chg="modSp">
        <pc:chgData name="Roy, Samrat" userId="S::samratroy@deloitte.com::9c8f2b69-0747-4f59-b02a-2510d4c911d6" providerId="AD" clId="Web-{7D71EF7A-7AC4-8690-BCF7-92A79D7A1AB7}" dt="2025-05-15T20:20:45.852" v="42" actId="20577"/>
        <pc:sldMkLst>
          <pc:docMk/>
          <pc:sldMk cId="4157158871" sldId="2147482241"/>
        </pc:sldMkLst>
      </pc:sldChg>
      <pc:sldChg chg="modSp">
        <pc:chgData name="Roy, Samrat" userId="S::samratroy@deloitte.com::9c8f2b69-0747-4f59-b02a-2510d4c911d6" providerId="AD" clId="Web-{7D71EF7A-7AC4-8690-BCF7-92A79D7A1AB7}" dt="2025-05-16T06:04:53.122" v="70" actId="20577"/>
        <pc:sldMkLst>
          <pc:docMk/>
          <pc:sldMk cId="379320142" sldId="2147482243"/>
        </pc:sldMkLst>
      </pc:sldChg>
      <pc:sldChg chg="del">
        <pc:chgData name="Roy, Samrat" userId="S::samratroy@deloitte.com::9c8f2b69-0747-4f59-b02a-2510d4c911d6" providerId="AD" clId="Web-{7D71EF7A-7AC4-8690-BCF7-92A79D7A1AB7}" dt="2025-05-15T20:19:48.476" v="30"/>
        <pc:sldMkLst>
          <pc:docMk/>
          <pc:sldMk cId="257570524" sldId="2147482256"/>
        </pc:sldMkLst>
      </pc:sldChg>
    </pc:docChg>
  </pc:docChgLst>
  <pc:docChgLst>
    <pc:chgData name="Sharma, Piyush" userId="2d18546c-9080-478c-ad55-454124390050" providerId="ADAL" clId="{0A17A7FE-CAAA-48CB-A242-B81D4E02D03F}"/>
    <pc:docChg chg="undo redo custSel addSld delSld modSld sldOrd delMainMaster modMainMaster delSection modSection replTag">
      <pc:chgData name="Sharma, Piyush" userId="2d18546c-9080-478c-ad55-454124390050" providerId="ADAL" clId="{0A17A7FE-CAAA-48CB-A242-B81D4E02D03F}" dt="2025-05-18T07:56:30.989" v="17796" actId="14100"/>
      <pc:docMkLst>
        <pc:docMk/>
      </pc:docMkLst>
      <pc:sldChg chg="del">
        <pc:chgData name="Sharma, Piyush" userId="2d18546c-9080-478c-ad55-454124390050" providerId="ADAL" clId="{0A17A7FE-CAAA-48CB-A242-B81D4E02D03F}" dt="2025-05-18T07:15:00.204" v="17405" actId="47"/>
        <pc:sldMkLst>
          <pc:docMk/>
          <pc:sldMk cId="2293846618" sldId="481"/>
        </pc:sldMkLst>
      </pc:sldChg>
      <pc:sldChg chg="del">
        <pc:chgData name="Sharma, Piyush" userId="2d18546c-9080-478c-ad55-454124390050" providerId="ADAL" clId="{0A17A7FE-CAAA-48CB-A242-B81D4E02D03F}" dt="2025-05-18T07:53:55.394" v="17769" actId="47"/>
        <pc:sldMkLst>
          <pc:docMk/>
          <pc:sldMk cId="1578207050" sldId="494"/>
        </pc:sldMkLst>
      </pc:sldChg>
      <pc:sldChg chg="modSp add del mod">
        <pc:chgData name="Sharma, Piyush" userId="2d18546c-9080-478c-ad55-454124390050" providerId="ADAL" clId="{0A17A7FE-CAAA-48CB-A242-B81D4E02D03F}" dt="2025-05-18T07:51:39.303" v="17753"/>
        <pc:sldMkLst>
          <pc:docMk/>
          <pc:sldMk cId="3874777535" sldId="954"/>
        </pc:sldMkLst>
      </pc:sldChg>
      <pc:sldChg chg="del">
        <pc:chgData name="Sharma, Piyush" userId="2d18546c-9080-478c-ad55-454124390050" providerId="ADAL" clId="{0A17A7FE-CAAA-48CB-A242-B81D4E02D03F}" dt="2025-05-18T07:52:05.062" v="17757" actId="47"/>
        <pc:sldMkLst>
          <pc:docMk/>
          <pc:sldMk cId="1493849607" sldId="2534"/>
        </pc:sldMkLst>
      </pc:sldChg>
      <pc:sldChg chg="del">
        <pc:chgData name="Sharma, Piyush" userId="2d18546c-9080-478c-ad55-454124390050" providerId="ADAL" clId="{0A17A7FE-CAAA-48CB-A242-B81D4E02D03F}" dt="2025-05-18T07:51:55.314" v="17755" actId="47"/>
        <pc:sldMkLst>
          <pc:docMk/>
          <pc:sldMk cId="1558321396" sldId="2557"/>
        </pc:sldMkLst>
      </pc:sldChg>
      <pc:sldChg chg="ord">
        <pc:chgData name="Sharma, Piyush" userId="2d18546c-9080-478c-ad55-454124390050" providerId="ADAL" clId="{0A17A7FE-CAAA-48CB-A242-B81D4E02D03F}" dt="2025-05-14T10:47:19.149" v="1942"/>
        <pc:sldMkLst>
          <pc:docMk/>
          <pc:sldMk cId="4146620236" sldId="2558"/>
        </pc:sldMkLst>
      </pc:sldChg>
      <pc:sldChg chg="del">
        <pc:chgData name="Sharma, Piyush" userId="2d18546c-9080-478c-ad55-454124390050" providerId="ADAL" clId="{0A17A7FE-CAAA-48CB-A242-B81D4E02D03F}" dt="2025-05-18T07:52:12.425" v="17763" actId="47"/>
        <pc:sldMkLst>
          <pc:docMk/>
          <pc:sldMk cId="1412929008" sldId="2147469542"/>
        </pc:sldMkLst>
      </pc:sldChg>
      <pc:sldChg chg="del">
        <pc:chgData name="Sharma, Piyush" userId="2d18546c-9080-478c-ad55-454124390050" providerId="ADAL" clId="{0A17A7FE-CAAA-48CB-A242-B81D4E02D03F}" dt="2025-05-18T07:52:09.154" v="17760" actId="47"/>
        <pc:sldMkLst>
          <pc:docMk/>
          <pc:sldMk cId="440919481" sldId="2147469543"/>
        </pc:sldMkLst>
      </pc:sldChg>
      <pc:sldChg chg="del">
        <pc:chgData name="Sharma, Piyush" userId="2d18546c-9080-478c-ad55-454124390050" providerId="ADAL" clId="{0A17A7FE-CAAA-48CB-A242-B81D4E02D03F}" dt="2025-05-18T07:52:09.956" v="17761" actId="47"/>
        <pc:sldMkLst>
          <pc:docMk/>
          <pc:sldMk cId="2482985636" sldId="2147469544"/>
        </pc:sldMkLst>
      </pc:sldChg>
      <pc:sldChg chg="delSp modSp mod ord">
        <pc:chgData name="Sharma, Piyush" userId="2d18546c-9080-478c-ad55-454124390050" providerId="ADAL" clId="{0A17A7FE-CAAA-48CB-A242-B81D4E02D03F}" dt="2025-05-18T07:54:52.240" v="17784" actId="478"/>
        <pc:sldMkLst>
          <pc:docMk/>
          <pc:sldMk cId="277360380" sldId="2147469545"/>
        </pc:sldMkLst>
      </pc:sldChg>
      <pc:sldChg chg="del">
        <pc:chgData name="Sharma, Piyush" userId="2d18546c-9080-478c-ad55-454124390050" providerId="ADAL" clId="{0A17A7FE-CAAA-48CB-A242-B81D4E02D03F}" dt="2025-05-18T07:52:10.868" v="17762" actId="47"/>
        <pc:sldMkLst>
          <pc:docMk/>
          <pc:sldMk cId="4233981329" sldId="2147469546"/>
        </pc:sldMkLst>
      </pc:sldChg>
      <pc:sldChg chg="del">
        <pc:chgData name="Sharma, Piyush" userId="2d18546c-9080-478c-ad55-454124390050" providerId="ADAL" clId="{0A17A7FE-CAAA-48CB-A242-B81D4E02D03F}" dt="2025-05-18T07:51:56.576" v="17756" actId="47"/>
        <pc:sldMkLst>
          <pc:docMk/>
          <pc:sldMk cId="2501761063" sldId="2147469547"/>
        </pc:sldMkLst>
      </pc:sldChg>
      <pc:sldChg chg="del">
        <pc:chgData name="Sharma, Piyush" userId="2d18546c-9080-478c-ad55-454124390050" providerId="ADAL" clId="{0A17A7FE-CAAA-48CB-A242-B81D4E02D03F}" dt="2025-05-18T07:51:52.709" v="17754" actId="47"/>
        <pc:sldMkLst>
          <pc:docMk/>
          <pc:sldMk cId="613993717" sldId="2147469548"/>
        </pc:sldMkLst>
      </pc:sldChg>
      <pc:sldChg chg="del">
        <pc:chgData name="Sharma, Piyush" userId="2d18546c-9080-478c-ad55-454124390050" providerId="ADAL" clId="{0A17A7FE-CAAA-48CB-A242-B81D4E02D03F}" dt="2025-05-18T07:53:24.750" v="17764" actId="47"/>
        <pc:sldMkLst>
          <pc:docMk/>
          <pc:sldMk cId="1368384693" sldId="2147469549"/>
        </pc:sldMkLst>
      </pc:sldChg>
      <pc:sldChg chg="del">
        <pc:chgData name="Sharma, Piyush" userId="2d18546c-9080-478c-ad55-454124390050" providerId="ADAL" clId="{0A17A7FE-CAAA-48CB-A242-B81D4E02D03F}" dt="2025-05-18T07:53:34.713" v="17765" actId="47"/>
        <pc:sldMkLst>
          <pc:docMk/>
          <pc:sldMk cId="3174826137" sldId="2147469552"/>
        </pc:sldMkLst>
      </pc:sldChg>
      <pc:sldChg chg="del">
        <pc:chgData name="Sharma, Piyush" userId="2d18546c-9080-478c-ad55-454124390050" providerId="ADAL" clId="{0A17A7FE-CAAA-48CB-A242-B81D4E02D03F}" dt="2025-05-18T07:53:34.713" v="17765" actId="47"/>
        <pc:sldMkLst>
          <pc:docMk/>
          <pc:sldMk cId="487260697" sldId="2147469556"/>
        </pc:sldMkLst>
      </pc:sldChg>
      <pc:sldChg chg="del">
        <pc:chgData name="Sharma, Piyush" userId="2d18546c-9080-478c-ad55-454124390050" providerId="ADAL" clId="{0A17A7FE-CAAA-48CB-A242-B81D4E02D03F}" dt="2025-05-18T07:53:34.713" v="17765" actId="47"/>
        <pc:sldMkLst>
          <pc:docMk/>
          <pc:sldMk cId="3667448159" sldId="2147469557"/>
        </pc:sldMkLst>
      </pc:sldChg>
      <pc:sldChg chg="del">
        <pc:chgData name="Sharma, Piyush" userId="2d18546c-9080-478c-ad55-454124390050" providerId="ADAL" clId="{0A17A7FE-CAAA-48CB-A242-B81D4E02D03F}" dt="2025-05-18T07:53:34.713" v="17765" actId="47"/>
        <pc:sldMkLst>
          <pc:docMk/>
          <pc:sldMk cId="1795356915" sldId="2147469559"/>
        </pc:sldMkLst>
      </pc:sldChg>
      <pc:sldChg chg="del">
        <pc:chgData name="Sharma, Piyush" userId="2d18546c-9080-478c-ad55-454124390050" providerId="ADAL" clId="{0A17A7FE-CAAA-48CB-A242-B81D4E02D03F}" dt="2025-05-18T07:53:34.713" v="17765" actId="47"/>
        <pc:sldMkLst>
          <pc:docMk/>
          <pc:sldMk cId="1276824661" sldId="2147469561"/>
        </pc:sldMkLst>
      </pc:sldChg>
      <pc:sldChg chg="del">
        <pc:chgData name="Sharma, Piyush" userId="2d18546c-9080-478c-ad55-454124390050" providerId="ADAL" clId="{0A17A7FE-CAAA-48CB-A242-B81D4E02D03F}" dt="2025-05-18T07:53:34.713" v="17765" actId="47"/>
        <pc:sldMkLst>
          <pc:docMk/>
          <pc:sldMk cId="125755445" sldId="2147469562"/>
        </pc:sldMkLst>
      </pc:sldChg>
      <pc:sldChg chg="del">
        <pc:chgData name="Sharma, Piyush" userId="2d18546c-9080-478c-ad55-454124390050" providerId="ADAL" clId="{0A17A7FE-CAAA-48CB-A242-B81D4E02D03F}" dt="2025-05-18T07:53:34.713" v="17765" actId="47"/>
        <pc:sldMkLst>
          <pc:docMk/>
          <pc:sldMk cId="3761659720" sldId="2147469563"/>
        </pc:sldMkLst>
      </pc:sldChg>
      <pc:sldChg chg="del">
        <pc:chgData name="Sharma, Piyush" userId="2d18546c-9080-478c-ad55-454124390050" providerId="ADAL" clId="{0A17A7FE-CAAA-48CB-A242-B81D4E02D03F}" dt="2025-05-18T07:52:06.302" v="17758" actId="47"/>
        <pc:sldMkLst>
          <pc:docMk/>
          <pc:sldMk cId="1431756547" sldId="2147469564"/>
        </pc:sldMkLst>
      </pc:sldChg>
      <pc:sldChg chg="del">
        <pc:chgData name="Sharma, Piyush" userId="2d18546c-9080-478c-ad55-454124390050" providerId="ADAL" clId="{0A17A7FE-CAAA-48CB-A242-B81D4E02D03F}" dt="2025-05-18T07:52:08.215" v="17759" actId="47"/>
        <pc:sldMkLst>
          <pc:docMk/>
          <pc:sldMk cId="2732339833" sldId="2147469566"/>
        </pc:sldMkLst>
      </pc:sldChg>
      <pc:sldChg chg="del">
        <pc:chgData name="Sharma, Piyush" userId="2d18546c-9080-478c-ad55-454124390050" providerId="ADAL" clId="{0A17A7FE-CAAA-48CB-A242-B81D4E02D03F}" dt="2025-05-18T07:53:55.394" v="17769" actId="47"/>
        <pc:sldMkLst>
          <pc:docMk/>
          <pc:sldMk cId="3725583136" sldId="2147469576"/>
        </pc:sldMkLst>
      </pc:sldChg>
      <pc:sldChg chg="del">
        <pc:chgData name="Sharma, Piyush" userId="2d18546c-9080-478c-ad55-454124390050" providerId="ADAL" clId="{0A17A7FE-CAAA-48CB-A242-B81D4E02D03F}" dt="2025-05-18T07:53:55.394" v="17769" actId="47"/>
        <pc:sldMkLst>
          <pc:docMk/>
          <pc:sldMk cId="3162065439" sldId="2147469577"/>
        </pc:sldMkLst>
      </pc:sldChg>
      <pc:sldChg chg="del">
        <pc:chgData name="Sharma, Piyush" userId="2d18546c-9080-478c-ad55-454124390050" providerId="ADAL" clId="{0A17A7FE-CAAA-48CB-A242-B81D4E02D03F}" dt="2025-05-18T07:54:01.412" v="17770" actId="47"/>
        <pc:sldMkLst>
          <pc:docMk/>
          <pc:sldMk cId="3376090152" sldId="2147469582"/>
        </pc:sldMkLst>
      </pc:sldChg>
      <pc:sldChg chg="del">
        <pc:chgData name="Sharma, Piyush" userId="2d18546c-9080-478c-ad55-454124390050" providerId="ADAL" clId="{0A17A7FE-CAAA-48CB-A242-B81D4E02D03F}" dt="2025-05-18T07:51:23.051" v="17747" actId="47"/>
        <pc:sldMkLst>
          <pc:docMk/>
          <pc:sldMk cId="1334763971" sldId="2147469584"/>
        </pc:sldMkLst>
      </pc:sldChg>
      <pc:sldChg chg="del">
        <pc:chgData name="Sharma, Piyush" userId="2d18546c-9080-478c-ad55-454124390050" providerId="ADAL" clId="{0A17A7FE-CAAA-48CB-A242-B81D4E02D03F}" dt="2025-05-18T07:51:24.380" v="17748" actId="47"/>
        <pc:sldMkLst>
          <pc:docMk/>
          <pc:sldMk cId="1146977765" sldId="2147469585"/>
        </pc:sldMkLst>
      </pc:sldChg>
      <pc:sldChg chg="del">
        <pc:chgData name="Sharma, Piyush" userId="2d18546c-9080-478c-ad55-454124390050" providerId="ADAL" clId="{0A17A7FE-CAAA-48CB-A242-B81D4E02D03F}" dt="2025-05-18T07:51:25.664" v="17749" actId="47"/>
        <pc:sldMkLst>
          <pc:docMk/>
          <pc:sldMk cId="219220256" sldId="2147469586"/>
        </pc:sldMkLst>
      </pc:sldChg>
      <pc:sldChg chg="addSp delSp modSp mod">
        <pc:chgData name="Sharma, Piyush" userId="2d18546c-9080-478c-ad55-454124390050" providerId="ADAL" clId="{0A17A7FE-CAAA-48CB-A242-B81D4E02D03F}" dt="2025-05-16T06:03:57.343" v="10595" actId="478"/>
        <pc:sldMkLst>
          <pc:docMk/>
          <pc:sldMk cId="4128533220" sldId="2147469596"/>
        </pc:sldMkLst>
      </pc:sldChg>
      <pc:sldChg chg="delSp mod">
        <pc:chgData name="Sharma, Piyush" userId="2d18546c-9080-478c-ad55-454124390050" providerId="ADAL" clId="{0A17A7FE-CAAA-48CB-A242-B81D4E02D03F}" dt="2025-05-18T07:54:43.703" v="17781" actId="478"/>
        <pc:sldMkLst>
          <pc:docMk/>
          <pc:sldMk cId="3173828734" sldId="2147469603"/>
        </pc:sldMkLst>
      </pc:sldChg>
      <pc:sldChg chg="addSp delSp modSp mod">
        <pc:chgData name="Sharma, Piyush" userId="2d18546c-9080-478c-ad55-454124390050" providerId="ADAL" clId="{0A17A7FE-CAAA-48CB-A242-B81D4E02D03F}" dt="2025-05-18T06:39:41.075" v="17089"/>
        <pc:sldMkLst>
          <pc:docMk/>
          <pc:sldMk cId="3558178423" sldId="2147469606"/>
        </pc:sldMkLst>
      </pc:sldChg>
      <pc:sldChg chg="addSp delSp modSp mod">
        <pc:chgData name="Sharma, Piyush" userId="2d18546c-9080-478c-ad55-454124390050" providerId="ADAL" clId="{0A17A7FE-CAAA-48CB-A242-B81D4E02D03F}" dt="2025-05-18T07:22:55.354" v="17607"/>
        <pc:sldMkLst>
          <pc:docMk/>
          <pc:sldMk cId="2579401010" sldId="2147469607"/>
        </pc:sldMkLst>
      </pc:sldChg>
      <pc:sldChg chg="addSp delSp modSp mod modNotesTx">
        <pc:chgData name="Sharma, Piyush" userId="2d18546c-9080-478c-ad55-454124390050" providerId="ADAL" clId="{0A17A7FE-CAAA-48CB-A242-B81D4E02D03F}" dt="2025-05-14T11:59:55.261" v="1991" actId="6549"/>
        <pc:sldMkLst>
          <pc:docMk/>
          <pc:sldMk cId="1982941579" sldId="2147482224"/>
        </pc:sldMkLst>
      </pc:sldChg>
      <pc:sldChg chg="delSp mod">
        <pc:chgData name="Sharma, Piyush" userId="2d18546c-9080-478c-ad55-454124390050" providerId="ADAL" clId="{0A17A7FE-CAAA-48CB-A242-B81D4E02D03F}" dt="2025-05-18T07:54:28.428" v="17775" actId="478"/>
        <pc:sldMkLst>
          <pc:docMk/>
          <pc:sldMk cId="3180775778" sldId="2147482228"/>
        </pc:sldMkLst>
      </pc:sldChg>
      <pc:sldChg chg="addSp delSp modSp add mod ord">
        <pc:chgData name="Sharma, Piyush" userId="2d18546c-9080-478c-ad55-454124390050" providerId="ADAL" clId="{0A17A7FE-CAAA-48CB-A242-B81D4E02D03F}" dt="2025-05-18T07:54:18.259" v="17771" actId="478"/>
        <pc:sldMkLst>
          <pc:docMk/>
          <pc:sldMk cId="3756402466" sldId="2147482231"/>
        </pc:sldMkLst>
      </pc:sldChg>
      <pc:sldChg chg="delSp mod">
        <pc:chgData name="Sharma, Piyush" userId="2d18546c-9080-478c-ad55-454124390050" providerId="ADAL" clId="{0A17A7FE-CAAA-48CB-A242-B81D4E02D03F}" dt="2025-05-18T07:54:26.284" v="17774" actId="478"/>
        <pc:sldMkLst>
          <pc:docMk/>
          <pc:sldMk cId="3351204381" sldId="2147482232"/>
        </pc:sldMkLst>
      </pc:sldChg>
      <pc:sldChg chg="modSp mod">
        <pc:chgData name="Sharma, Piyush" userId="2d18546c-9080-478c-ad55-454124390050" providerId="ADAL" clId="{0A17A7FE-CAAA-48CB-A242-B81D4E02D03F}" dt="2025-05-15T13:13:24.134" v="6359"/>
        <pc:sldMkLst>
          <pc:docMk/>
          <pc:sldMk cId="3434744914" sldId="2147482236"/>
        </pc:sldMkLst>
      </pc:sldChg>
      <pc:sldChg chg="add">
        <pc:chgData name="Sharma, Piyush" userId="2d18546c-9080-478c-ad55-454124390050" providerId="ADAL" clId="{0A17A7FE-CAAA-48CB-A242-B81D4E02D03F}" dt="2025-05-14T15:46:22.652" v="3554" actId="2890"/>
        <pc:sldMkLst>
          <pc:docMk/>
          <pc:sldMk cId="774912861" sldId="2147482237"/>
        </pc:sldMkLst>
      </pc:sldChg>
      <pc:sldChg chg="delSp mod">
        <pc:chgData name="Sharma, Piyush" userId="2d18546c-9080-478c-ad55-454124390050" providerId="ADAL" clId="{0A17A7FE-CAAA-48CB-A242-B81D4E02D03F}" dt="2025-05-18T07:54:31.789" v="17776" actId="478"/>
        <pc:sldMkLst>
          <pc:docMk/>
          <pc:sldMk cId="1100137213" sldId="2147482238"/>
        </pc:sldMkLst>
      </pc:sldChg>
      <pc:sldChg chg="addSp delSp modSp add mod">
        <pc:chgData name="Sharma, Piyush" userId="2d18546c-9080-478c-ad55-454124390050" providerId="ADAL" clId="{0A17A7FE-CAAA-48CB-A242-B81D4E02D03F}" dt="2025-05-18T07:54:21.069" v="17773" actId="478"/>
        <pc:sldMkLst>
          <pc:docMk/>
          <pc:sldMk cId="3837466194" sldId="2147482240"/>
        </pc:sldMkLst>
      </pc:sldChg>
      <pc:sldChg chg="addSp delSp modSp mod">
        <pc:chgData name="Sharma, Piyush" userId="2d18546c-9080-478c-ad55-454124390050" providerId="ADAL" clId="{0A17A7FE-CAAA-48CB-A242-B81D4E02D03F}" dt="2025-05-18T06:38:59.458" v="17079"/>
        <pc:sldMkLst>
          <pc:docMk/>
          <pc:sldMk cId="4157158871" sldId="2147482241"/>
        </pc:sldMkLst>
      </pc:sldChg>
      <pc:sldChg chg="addSp modSp mod ord">
        <pc:chgData name="Sharma, Piyush" userId="2d18546c-9080-478c-ad55-454124390050" providerId="ADAL" clId="{0A17A7FE-CAAA-48CB-A242-B81D4E02D03F}" dt="2025-05-18T07:16:42.406" v="17410"/>
        <pc:sldMkLst>
          <pc:docMk/>
          <pc:sldMk cId="379320142" sldId="2147482243"/>
        </pc:sldMkLst>
      </pc:sldChg>
      <pc:sldChg chg="delSp modSp mod ord">
        <pc:chgData name="Sharma, Piyush" userId="2d18546c-9080-478c-ad55-454124390050" providerId="ADAL" clId="{0A17A7FE-CAAA-48CB-A242-B81D4E02D03F}" dt="2025-05-18T07:54:49.788" v="17783" actId="478"/>
        <pc:sldMkLst>
          <pc:docMk/>
          <pc:sldMk cId="822091119" sldId="2147482244"/>
        </pc:sldMkLst>
      </pc:sldChg>
      <pc:sldChg chg="delSp mod">
        <pc:chgData name="Sharma, Piyush" userId="2d18546c-9080-478c-ad55-454124390050" providerId="ADAL" clId="{0A17A7FE-CAAA-48CB-A242-B81D4E02D03F}" dt="2025-05-18T07:54:34.544" v="17777" actId="478"/>
        <pc:sldMkLst>
          <pc:docMk/>
          <pc:sldMk cId="3044545227" sldId="2147482245"/>
        </pc:sldMkLst>
      </pc:sldChg>
      <pc:sldChg chg="modSp mod">
        <pc:chgData name="Sharma, Piyush" userId="2d18546c-9080-478c-ad55-454124390050" providerId="ADAL" clId="{0A17A7FE-CAAA-48CB-A242-B81D4E02D03F}" dt="2025-05-16T05:43:37.236" v="10574"/>
        <pc:sldMkLst>
          <pc:docMk/>
          <pc:sldMk cId="2608045525" sldId="2147482246"/>
        </pc:sldMkLst>
      </pc:sldChg>
      <pc:sldChg chg="delSp mod">
        <pc:chgData name="Sharma, Piyush" userId="2d18546c-9080-478c-ad55-454124390050" providerId="ADAL" clId="{0A17A7FE-CAAA-48CB-A242-B81D4E02D03F}" dt="2025-05-18T07:54:36.475" v="17778" actId="478"/>
        <pc:sldMkLst>
          <pc:docMk/>
          <pc:sldMk cId="1306396887" sldId="2147482250"/>
        </pc:sldMkLst>
      </pc:sldChg>
      <pc:sldChg chg="delSp mod">
        <pc:chgData name="Sharma, Piyush" userId="2d18546c-9080-478c-ad55-454124390050" providerId="ADAL" clId="{0A17A7FE-CAAA-48CB-A242-B81D4E02D03F}" dt="2025-05-18T07:54:40.774" v="17780" actId="478"/>
        <pc:sldMkLst>
          <pc:docMk/>
          <pc:sldMk cId="371617113" sldId="2147482251"/>
        </pc:sldMkLst>
      </pc:sldChg>
      <pc:sldChg chg="modSp mod">
        <pc:chgData name="Sharma, Piyush" userId="2d18546c-9080-478c-ad55-454124390050" providerId="ADAL" clId="{0A17A7FE-CAAA-48CB-A242-B81D4E02D03F}" dt="2025-05-15T13:27:40.692" v="6385"/>
        <pc:sldMkLst>
          <pc:docMk/>
          <pc:sldMk cId="3123650218" sldId="2147482252"/>
        </pc:sldMkLst>
      </pc:sldChg>
      <pc:sldChg chg="modSp mod">
        <pc:chgData name="Sharma, Piyush" userId="2d18546c-9080-478c-ad55-454124390050" providerId="ADAL" clId="{0A17A7FE-CAAA-48CB-A242-B81D4E02D03F}" dt="2025-05-18T07:14:29.267" v="17403" actId="20577"/>
        <pc:sldMkLst>
          <pc:docMk/>
          <pc:sldMk cId="2893761214" sldId="2147482258"/>
        </pc:sldMkLst>
      </pc:sldChg>
      <pc:sldChg chg="addSp delSp modSp add del mod ord">
        <pc:chgData name="Sharma, Piyush" userId="2d18546c-9080-478c-ad55-454124390050" providerId="ADAL" clId="{0A17A7FE-CAAA-48CB-A242-B81D4E02D03F}" dt="2025-05-15T15:07:50.182" v="6546" actId="47"/>
        <pc:sldMkLst>
          <pc:docMk/>
          <pc:sldMk cId="1178211822" sldId="2147482261"/>
        </pc:sldMkLst>
      </pc:sldChg>
      <pc:sldChg chg="addSp delSp modSp add mod ord modNotes modNotesTx">
        <pc:chgData name="Sharma, Piyush" userId="2d18546c-9080-478c-ad55-454124390050" providerId="ADAL" clId="{0A17A7FE-CAAA-48CB-A242-B81D4E02D03F}" dt="2025-05-18T06:28:19.036" v="16925" actId="14826"/>
        <pc:sldMkLst>
          <pc:docMk/>
          <pc:sldMk cId="2709021995" sldId="2147483061"/>
        </pc:sldMkLst>
      </pc:sldChg>
      <pc:sldChg chg="delSp mod">
        <pc:chgData name="Sharma, Piyush" userId="2d18546c-9080-478c-ad55-454124390050" providerId="ADAL" clId="{0A17A7FE-CAAA-48CB-A242-B81D4E02D03F}" dt="2025-05-18T07:54:38.816" v="17779" actId="478"/>
        <pc:sldMkLst>
          <pc:docMk/>
          <pc:sldMk cId="2951620483" sldId="2147483063"/>
        </pc:sldMkLst>
      </pc:sldChg>
      <pc:sldChg chg="addSp delSp modSp add mod ord">
        <pc:chgData name="Sharma, Piyush" userId="2d18546c-9080-478c-ad55-454124390050" providerId="ADAL" clId="{0A17A7FE-CAAA-48CB-A242-B81D4E02D03F}" dt="2025-05-18T07:27:24.128" v="17721"/>
        <pc:sldMkLst>
          <pc:docMk/>
          <pc:sldMk cId="3645486084" sldId="2147483064"/>
        </pc:sldMkLst>
      </pc:sldChg>
      <pc:sldChg chg="addSp delSp modSp mod ord">
        <pc:chgData name="Sharma, Piyush" userId="2d18546c-9080-478c-ad55-454124390050" providerId="ADAL" clId="{0A17A7FE-CAAA-48CB-A242-B81D4E02D03F}" dt="2025-05-18T07:16:54.318" v="17412"/>
        <pc:sldMkLst>
          <pc:docMk/>
          <pc:sldMk cId="3447902500" sldId="2147483065"/>
        </pc:sldMkLst>
      </pc:sldChg>
      <pc:sldChg chg="add del">
        <pc:chgData name="Sharma, Piyush" userId="2d18546c-9080-478c-ad55-454124390050" providerId="ADAL" clId="{0A17A7FE-CAAA-48CB-A242-B81D4E02D03F}" dt="2025-05-15T19:48:37.128" v="9939" actId="47"/>
        <pc:sldMkLst>
          <pc:docMk/>
          <pc:sldMk cId="4094578385" sldId="2147483066"/>
        </pc:sldMkLst>
      </pc:sldChg>
      <pc:sldChg chg="add del">
        <pc:chgData name="Sharma, Piyush" userId="2d18546c-9080-478c-ad55-454124390050" providerId="ADAL" clId="{0A17A7FE-CAAA-48CB-A242-B81D4E02D03F}" dt="2025-05-15T15:14:45.391" v="6589" actId="47"/>
        <pc:sldMkLst>
          <pc:docMk/>
          <pc:sldMk cId="4033645570" sldId="2147483067"/>
        </pc:sldMkLst>
      </pc:sldChg>
      <pc:sldChg chg="addSp delSp modSp mod ord">
        <pc:chgData name="Sharma, Piyush" userId="2d18546c-9080-478c-ad55-454124390050" providerId="ADAL" clId="{0A17A7FE-CAAA-48CB-A242-B81D4E02D03F}" dt="2025-05-18T07:21:33.871" v="17467"/>
        <pc:sldMkLst>
          <pc:docMk/>
          <pc:sldMk cId="1412875044" sldId="2147483068"/>
        </pc:sldMkLst>
      </pc:sldChg>
      <pc:sldChg chg="modSp add del mod">
        <pc:chgData name="Sharma, Piyush" userId="2d18546c-9080-478c-ad55-454124390050" providerId="ADAL" clId="{0A17A7FE-CAAA-48CB-A242-B81D4E02D03F}" dt="2025-05-15T19:48:31.213" v="9938" actId="47"/>
        <pc:sldMkLst>
          <pc:docMk/>
          <pc:sldMk cId="4069913876" sldId="2147483068"/>
        </pc:sldMkLst>
      </pc:sldChg>
      <pc:sldChg chg="add del">
        <pc:chgData name="Sharma, Piyush" userId="2d18546c-9080-478c-ad55-454124390050" providerId="ADAL" clId="{0A17A7FE-CAAA-48CB-A242-B81D4E02D03F}" dt="2025-05-15T19:48:28.100" v="9937" actId="47"/>
        <pc:sldMkLst>
          <pc:docMk/>
          <pc:sldMk cId="2273636610" sldId="2147483070"/>
        </pc:sldMkLst>
      </pc:sldChg>
      <pc:sldChg chg="addSp delSp modSp mod ord">
        <pc:chgData name="Sharma, Piyush" userId="2d18546c-9080-478c-ad55-454124390050" providerId="ADAL" clId="{0A17A7FE-CAAA-48CB-A242-B81D4E02D03F}" dt="2025-05-18T07:18:36.906" v="17416"/>
        <pc:sldMkLst>
          <pc:docMk/>
          <pc:sldMk cId="3990331013" sldId="2147483071"/>
        </pc:sldMkLst>
      </pc:sldChg>
      <pc:sldChg chg="addSp delSp modSp mod ord">
        <pc:chgData name="Sharma, Piyush" userId="2d18546c-9080-478c-ad55-454124390050" providerId="ADAL" clId="{0A17A7FE-CAAA-48CB-A242-B81D4E02D03F}" dt="2025-05-18T07:21:39.427" v="17473" actId="1038"/>
        <pc:sldMkLst>
          <pc:docMk/>
          <pc:sldMk cId="3716256137" sldId="2147483076"/>
        </pc:sldMkLst>
      </pc:sldChg>
      <pc:sldChg chg="addSp modSp">
        <pc:chgData name="Sharma, Piyush" userId="2d18546c-9080-478c-ad55-454124390050" providerId="ADAL" clId="{0A17A7FE-CAAA-48CB-A242-B81D4E02D03F}" dt="2025-05-18T07:27:29.321" v="17722"/>
        <pc:sldMkLst>
          <pc:docMk/>
          <pc:sldMk cId="3361411932" sldId="2147483080"/>
        </pc:sldMkLst>
      </pc:sldChg>
      <pc:sldChg chg="addSp delSp modSp mod">
        <pc:chgData name="Sharma, Piyush" userId="2d18546c-9080-478c-ad55-454124390050" providerId="ADAL" clId="{0A17A7FE-CAAA-48CB-A242-B81D4E02D03F}" dt="2025-05-18T07:18:53.357" v="17418"/>
        <pc:sldMkLst>
          <pc:docMk/>
          <pc:sldMk cId="3752052308" sldId="2147483081"/>
        </pc:sldMkLst>
      </pc:sldChg>
      <pc:sldChg chg="addSp delSp modSp mod ord">
        <pc:chgData name="Sharma, Piyush" userId="2d18546c-9080-478c-ad55-454124390050" providerId="ADAL" clId="{0A17A7FE-CAAA-48CB-A242-B81D4E02D03F}" dt="2025-05-18T07:18:59.773" v="17420"/>
        <pc:sldMkLst>
          <pc:docMk/>
          <pc:sldMk cId="2899500265" sldId="2147483082"/>
        </pc:sldMkLst>
      </pc:sldChg>
      <pc:sldChg chg="addSp delSp modSp mod">
        <pc:chgData name="Sharma, Piyush" userId="2d18546c-9080-478c-ad55-454124390050" providerId="ADAL" clId="{0A17A7FE-CAAA-48CB-A242-B81D4E02D03F}" dt="2025-05-18T07:19:50.924" v="17430"/>
        <pc:sldMkLst>
          <pc:docMk/>
          <pc:sldMk cId="288582869" sldId="2147483083"/>
        </pc:sldMkLst>
      </pc:sldChg>
      <pc:sldChg chg="addSp delSp modSp mod">
        <pc:chgData name="Sharma, Piyush" userId="2d18546c-9080-478c-ad55-454124390050" providerId="ADAL" clId="{0A17A7FE-CAAA-48CB-A242-B81D4E02D03F}" dt="2025-05-18T07:19:59.198" v="17432"/>
        <pc:sldMkLst>
          <pc:docMk/>
          <pc:sldMk cId="3093075684" sldId="2147483084"/>
        </pc:sldMkLst>
      </pc:sldChg>
      <pc:sldChg chg="addSp delSp modSp mod">
        <pc:chgData name="Sharma, Piyush" userId="2d18546c-9080-478c-ad55-454124390050" providerId="ADAL" clId="{0A17A7FE-CAAA-48CB-A242-B81D4E02D03F}" dt="2025-05-18T07:22:16.021" v="17513"/>
        <pc:sldMkLst>
          <pc:docMk/>
          <pc:sldMk cId="2079926813" sldId="2147483085"/>
        </pc:sldMkLst>
      </pc:sldChg>
      <pc:sldChg chg="addSp delSp modSp mod ord">
        <pc:chgData name="Sharma, Piyush" userId="2d18546c-9080-478c-ad55-454124390050" providerId="ADAL" clId="{0A17A7FE-CAAA-48CB-A242-B81D4E02D03F}" dt="2025-05-18T07:19:28.819" v="17426"/>
        <pc:sldMkLst>
          <pc:docMk/>
          <pc:sldMk cId="2564046754" sldId="2147483086"/>
        </pc:sldMkLst>
      </pc:sldChg>
      <pc:sldChg chg="addSp delSp modSp mod ord">
        <pc:chgData name="Sharma, Piyush" userId="2d18546c-9080-478c-ad55-454124390050" providerId="ADAL" clId="{0A17A7FE-CAAA-48CB-A242-B81D4E02D03F}" dt="2025-05-18T07:14:02.755" v="17398"/>
        <pc:sldMkLst>
          <pc:docMk/>
          <pc:sldMk cId="2284033468" sldId="2147483087"/>
        </pc:sldMkLst>
      </pc:sldChg>
      <pc:sldChg chg="addSp modSp ord">
        <pc:chgData name="Sharma, Piyush" userId="2d18546c-9080-478c-ad55-454124390050" providerId="ADAL" clId="{0A17A7FE-CAAA-48CB-A242-B81D4E02D03F}" dt="2025-05-18T07:14:07.578" v="17399"/>
        <pc:sldMkLst>
          <pc:docMk/>
          <pc:sldMk cId="613000286" sldId="2147483088"/>
        </pc:sldMkLst>
      </pc:sldChg>
      <pc:sldChg chg="addSp delSp modSp mod ord">
        <pc:chgData name="Sharma, Piyush" userId="2d18546c-9080-478c-ad55-454124390050" providerId="ADAL" clId="{0A17A7FE-CAAA-48CB-A242-B81D4E02D03F}" dt="2025-05-18T07:17:30.277" v="17414"/>
        <pc:sldMkLst>
          <pc:docMk/>
          <pc:sldMk cId="255466169" sldId="2147483089"/>
        </pc:sldMkLst>
      </pc:sldChg>
      <pc:sldChg chg="add del">
        <pc:chgData name="Sharma, Piyush" userId="2d18546c-9080-478c-ad55-454124390050" providerId="ADAL" clId="{0A17A7FE-CAAA-48CB-A242-B81D4E02D03F}" dt="2025-05-16T12:10:00.570" v="12221" actId="47"/>
        <pc:sldMkLst>
          <pc:docMk/>
          <pc:sldMk cId="2625505321" sldId="2147483092"/>
        </pc:sldMkLst>
      </pc:sldChg>
      <pc:sldChg chg="addSp delSp modSp add mod ord">
        <pc:chgData name="Sharma, Piyush" userId="2d18546c-9080-478c-ad55-454124390050" providerId="ADAL" clId="{0A17A7FE-CAAA-48CB-A242-B81D4E02D03F}" dt="2025-05-16T13:21:15.514" v="13289"/>
        <pc:sldMkLst>
          <pc:docMk/>
          <pc:sldMk cId="3778345865" sldId="2147483093"/>
        </pc:sldMkLst>
      </pc:sldChg>
      <pc:sldChg chg="addSp delSp modSp add mod">
        <pc:chgData name="Sharma, Piyush" userId="2d18546c-9080-478c-ad55-454124390050" providerId="ADAL" clId="{0A17A7FE-CAAA-48CB-A242-B81D4E02D03F}" dt="2025-05-16T13:07:45.623" v="13215" actId="1076"/>
        <pc:sldMkLst>
          <pc:docMk/>
          <pc:sldMk cId="1061051296" sldId="2147483094"/>
        </pc:sldMkLst>
      </pc:sldChg>
      <pc:sldChg chg="addSp modSp">
        <pc:chgData name="Sharma, Piyush" userId="2d18546c-9080-478c-ad55-454124390050" providerId="ADAL" clId="{0A17A7FE-CAAA-48CB-A242-B81D4E02D03F}" dt="2025-05-16T13:20:45.415" v="13216"/>
        <pc:sldMkLst>
          <pc:docMk/>
          <pc:sldMk cId="790350496" sldId="2147483095"/>
        </pc:sldMkLst>
      </pc:sldChg>
      <pc:sldChg chg="del">
        <pc:chgData name="Sharma, Piyush" userId="2d18546c-9080-478c-ad55-454124390050" providerId="ADAL" clId="{0A17A7FE-CAAA-48CB-A242-B81D4E02D03F}" dt="2025-05-18T07:53:39.963" v="17768" actId="47"/>
        <pc:sldMkLst>
          <pc:docMk/>
          <pc:sldMk cId="3371675694" sldId="2147483095"/>
        </pc:sldMkLst>
      </pc:sldChg>
      <pc:sldChg chg="addSp delSp modSp mod">
        <pc:chgData name="Sharma, Piyush" userId="2d18546c-9080-478c-ad55-454124390050" providerId="ADAL" clId="{0A17A7FE-CAAA-48CB-A242-B81D4E02D03F}" dt="2025-05-17T03:18:59.218" v="14396"/>
        <pc:sldMkLst>
          <pc:docMk/>
          <pc:sldMk cId="2567598029" sldId="2147483097"/>
        </pc:sldMkLst>
      </pc:sldChg>
      <pc:sldChg chg="del">
        <pc:chgData name="Sharma, Piyush" userId="2d18546c-9080-478c-ad55-454124390050" providerId="ADAL" clId="{0A17A7FE-CAAA-48CB-A242-B81D4E02D03F}" dt="2025-05-18T07:53:38.926" v="17767" actId="47"/>
        <pc:sldMkLst>
          <pc:docMk/>
          <pc:sldMk cId="3917801249" sldId="2147483098"/>
        </pc:sldMkLst>
      </pc:sldChg>
      <pc:sldChg chg="del">
        <pc:chgData name="Sharma, Piyush" userId="2d18546c-9080-478c-ad55-454124390050" providerId="ADAL" clId="{0A17A7FE-CAAA-48CB-A242-B81D4E02D03F}" dt="2025-05-17T05:45:56.991" v="16212" actId="47"/>
        <pc:sldMkLst>
          <pc:docMk/>
          <pc:sldMk cId="352642558" sldId="2147483099"/>
        </pc:sldMkLst>
      </pc:sldChg>
      <pc:sldChg chg="addSp delSp modSp mod">
        <pc:chgData name="Sharma, Piyush" userId="2d18546c-9080-478c-ad55-454124390050" providerId="ADAL" clId="{0A17A7FE-CAAA-48CB-A242-B81D4E02D03F}" dt="2025-05-17T04:36:26.218" v="14553" actId="14100"/>
        <pc:sldMkLst>
          <pc:docMk/>
          <pc:sldMk cId="3322078912" sldId="2147483100"/>
        </pc:sldMkLst>
      </pc:sldChg>
      <pc:sldChg chg="del">
        <pc:chgData name="Sharma, Piyush" userId="2d18546c-9080-478c-ad55-454124390050" providerId="ADAL" clId="{0A17A7FE-CAAA-48CB-A242-B81D4E02D03F}" dt="2025-05-18T07:53:36.693" v="17766" actId="47"/>
        <pc:sldMkLst>
          <pc:docMk/>
          <pc:sldMk cId="495696865" sldId="2147483101"/>
        </pc:sldMkLst>
      </pc:sldChg>
      <pc:sldChg chg="modSp mod">
        <pc:chgData name="Sharma, Piyush" userId="2d18546c-9080-478c-ad55-454124390050" providerId="ADAL" clId="{0A17A7FE-CAAA-48CB-A242-B81D4E02D03F}" dt="2025-05-16T16:12:44.462" v="13991" actId="20577"/>
        <pc:sldMkLst>
          <pc:docMk/>
          <pc:sldMk cId="2196657437" sldId="2147483101"/>
        </pc:sldMkLst>
      </pc:sldChg>
      <pc:sldChg chg="addSp delSp modSp mod">
        <pc:chgData name="Sharma, Piyush" userId="2d18546c-9080-478c-ad55-454124390050" providerId="ADAL" clId="{0A17A7FE-CAAA-48CB-A242-B81D4E02D03F}" dt="2025-05-18T06:43:18.392" v="17174" actId="1035"/>
        <pc:sldMkLst>
          <pc:docMk/>
          <pc:sldMk cId="3960613218" sldId="2147483102"/>
        </pc:sldMkLst>
      </pc:sldChg>
      <pc:sldChg chg="delSp mod">
        <pc:chgData name="Sharma, Piyush" userId="2d18546c-9080-478c-ad55-454124390050" providerId="ADAL" clId="{0A17A7FE-CAAA-48CB-A242-B81D4E02D03F}" dt="2025-05-18T07:54:47.606" v="17782" actId="478"/>
        <pc:sldMkLst>
          <pc:docMk/>
          <pc:sldMk cId="4213329084" sldId="2147483103"/>
        </pc:sldMkLst>
      </pc:sldChg>
      <pc:sldChg chg="addSp delSp modSp mod">
        <pc:chgData name="Sharma, Piyush" userId="2d18546c-9080-478c-ad55-454124390050" providerId="ADAL" clId="{0A17A7FE-CAAA-48CB-A242-B81D4E02D03F}" dt="2025-05-18T07:41:04.466" v="17746" actId="20577"/>
        <pc:sldMkLst>
          <pc:docMk/>
          <pc:sldMk cId="415273567" sldId="2147483104"/>
        </pc:sldMkLst>
      </pc:sldChg>
      <pc:sldChg chg="addSp delSp modSp mod">
        <pc:chgData name="Sharma, Piyush" userId="2d18546c-9080-478c-ad55-454124390050" providerId="ADAL" clId="{0A17A7FE-CAAA-48CB-A242-B81D4E02D03F}" dt="2025-05-18T07:23:48.082" v="17685"/>
        <pc:sldMkLst>
          <pc:docMk/>
          <pc:sldMk cId="2903738292" sldId="2147483105"/>
        </pc:sldMkLst>
      </pc:sldChg>
      <pc:sldChg chg="add">
        <pc:chgData name="Sharma, Piyush" userId="2d18546c-9080-478c-ad55-454124390050" providerId="ADAL" clId="{0A17A7FE-CAAA-48CB-A242-B81D4E02D03F}" dt="2025-05-17T04:32:30.966" v="14446" actId="2890"/>
        <pc:sldMkLst>
          <pc:docMk/>
          <pc:sldMk cId="1443992066" sldId="2147483106"/>
        </pc:sldMkLst>
      </pc:sldChg>
      <pc:sldChg chg="addSp delSp modSp mod">
        <pc:chgData name="Sharma, Piyush" userId="2d18546c-9080-478c-ad55-454124390050" providerId="ADAL" clId="{0A17A7FE-CAAA-48CB-A242-B81D4E02D03F}" dt="2025-05-18T07:56:30.989" v="17796" actId="14100"/>
        <pc:sldMkLst>
          <pc:docMk/>
          <pc:sldMk cId="4271727046" sldId="2147483107"/>
        </pc:sldMkLst>
      </pc:sldChg>
      <pc:sldChg chg="addSp modSp mod">
        <pc:chgData name="Sharma, Piyush" userId="2d18546c-9080-478c-ad55-454124390050" providerId="ADAL" clId="{0A17A7FE-CAAA-48CB-A242-B81D4E02D03F}" dt="2025-05-18T07:27:21.113" v="17720"/>
        <pc:sldMkLst>
          <pc:docMk/>
          <pc:sldMk cId="3466807779" sldId="2147483108"/>
        </pc:sldMkLst>
      </pc:sldChg>
      <pc:sldMasterChg chg="delSldLayout">
        <pc:chgData name="Sharma, Piyush" userId="2d18546c-9080-478c-ad55-454124390050" providerId="ADAL" clId="{0A17A7FE-CAAA-48CB-A242-B81D4E02D03F}" dt="2025-05-18T07:15:00.204" v="17405" actId="47"/>
        <pc:sldMasterMkLst>
          <pc:docMk/>
          <pc:sldMasterMk cId="3582054749" sldId="2147483805"/>
        </pc:sldMasterMkLst>
        <pc:sldLayoutChg chg="del">
          <pc:chgData name="Sharma, Piyush" userId="2d18546c-9080-478c-ad55-454124390050" providerId="ADAL" clId="{0A17A7FE-CAAA-48CB-A242-B81D4E02D03F}" dt="2025-05-18T07:15:00.204" v="17405" actId="47"/>
          <pc:sldLayoutMkLst>
            <pc:docMk/>
            <pc:sldMasterMk cId="3582054749" sldId="2147483805"/>
            <pc:sldLayoutMk cId="686203307" sldId="2147483808"/>
          </pc:sldLayoutMkLst>
        </pc:sldLayoutChg>
      </pc:sldMasterChg>
      <pc:sldMasterChg chg="del delSldLayout">
        <pc:chgData name="Sharma, Piyush" userId="2d18546c-9080-478c-ad55-454124390050" providerId="ADAL" clId="{0A17A7FE-CAAA-48CB-A242-B81D4E02D03F}" dt="2025-05-18T07:52:12.425" v="17763" actId="47"/>
        <pc:sldMasterMkLst>
          <pc:docMk/>
          <pc:sldMasterMk cId="1918864589" sldId="2147483961"/>
        </pc:sldMasterMkLst>
        <pc:sldLayoutChg chg="del">
          <pc:chgData name="Sharma, Piyush" userId="2d18546c-9080-478c-ad55-454124390050" providerId="ADAL" clId="{0A17A7FE-CAAA-48CB-A242-B81D4E02D03F}" dt="2025-05-18T07:52:12.425" v="17763" actId="47"/>
          <pc:sldLayoutMkLst>
            <pc:docMk/>
            <pc:sldMasterMk cId="1918864589" sldId="2147483961"/>
            <pc:sldLayoutMk cId="2442416073" sldId="2147483962"/>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3957125181" sldId="2147483963"/>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2675719402" sldId="2147483964"/>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3697969453" sldId="2147483965"/>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3278250768" sldId="2147483966"/>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1033282463" sldId="2147483967"/>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2975904485" sldId="2147483968"/>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3907502891" sldId="2147483969"/>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1854768325" sldId="2147483970"/>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1649023499" sldId="2147483971"/>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952857261" sldId="2147483972"/>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1212304539" sldId="2147483973"/>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710168016" sldId="2147483974"/>
          </pc:sldLayoutMkLst>
        </pc:sldLayoutChg>
        <pc:sldLayoutChg chg="del">
          <pc:chgData name="Sharma, Piyush" userId="2d18546c-9080-478c-ad55-454124390050" providerId="ADAL" clId="{0A17A7FE-CAAA-48CB-A242-B81D4E02D03F}" dt="2025-05-18T07:52:12.425" v="17763" actId="47"/>
          <pc:sldLayoutMkLst>
            <pc:docMk/>
            <pc:sldMasterMk cId="1918864589" sldId="2147483961"/>
            <pc:sldLayoutMk cId="3838405823" sldId="2147483975"/>
          </pc:sldLayoutMkLst>
        </pc:sldLayoutChg>
      </pc:sldMasterChg>
      <pc:sldMasterChg chg="modSldLayout">
        <pc:chgData name="Sharma, Piyush" userId="2d18546c-9080-478c-ad55-454124390050" providerId="ADAL" clId="{0A17A7FE-CAAA-48CB-A242-B81D4E02D03F}" dt="2025-05-18T07:55:57.974" v="17793" actId="121"/>
        <pc:sldMasterMkLst>
          <pc:docMk/>
          <pc:sldMasterMk cId="2632627042" sldId="2147483988"/>
        </pc:sldMasterMkLst>
        <pc:sldLayoutChg chg="modSp mod">
          <pc:chgData name="Sharma, Piyush" userId="2d18546c-9080-478c-ad55-454124390050" providerId="ADAL" clId="{0A17A7FE-CAAA-48CB-A242-B81D4E02D03F}" dt="2025-05-18T07:55:57.974" v="17793" actId="121"/>
          <pc:sldLayoutMkLst>
            <pc:docMk/>
            <pc:sldMasterMk cId="2632627042" sldId="2147483988"/>
            <pc:sldLayoutMk cId="1404470438" sldId="2147483991"/>
          </pc:sldLayoutMkLst>
        </pc:sldLayoutChg>
      </pc:sldMasterChg>
    </pc:docChg>
  </pc:docChgLst>
  <pc:docChgLst>
    <pc:chgData name="Mani, Siddharth" userId="ea703a10-db50-4df5-bf72-1a564ac3e541" providerId="ADAL" clId="{4B477BF6-4C74-41CF-82CB-298525AC29FA}"/>
    <pc:docChg chg="undo redo custSel addSld delSld modSld modSection">
      <pc:chgData name="Mani, Siddharth" userId="ea703a10-db50-4df5-bf72-1a564ac3e541" providerId="ADAL" clId="{4B477BF6-4C74-41CF-82CB-298525AC29FA}" dt="2025-05-18T17:29:30.291" v="1332" actId="1035"/>
      <pc:docMkLst>
        <pc:docMk/>
      </pc:docMkLst>
      <pc:sldChg chg="addSp delSp modSp del mod">
        <pc:chgData name="Mani, Siddharth" userId="ea703a10-db50-4df5-bf72-1a564ac3e541" providerId="ADAL" clId="{4B477BF6-4C74-41CF-82CB-298525AC29FA}" dt="2025-05-16T06:55:26.098" v="735" actId="47"/>
        <pc:sldMkLst>
          <pc:docMk/>
          <pc:sldMk cId="2608045525" sldId="2147482246"/>
        </pc:sldMkLst>
      </pc:sldChg>
      <pc:sldChg chg="modSp mod">
        <pc:chgData name="Mani, Siddharth" userId="ea703a10-db50-4df5-bf72-1a564ac3e541" providerId="ADAL" clId="{4B477BF6-4C74-41CF-82CB-298525AC29FA}" dt="2025-05-18T16:47:25.997" v="1084" actId="20577"/>
        <pc:sldMkLst>
          <pc:docMk/>
          <pc:sldMk cId="2709021995" sldId="2147483061"/>
        </pc:sldMkLst>
      </pc:sldChg>
      <pc:sldChg chg="addSp delSp modSp mod">
        <pc:chgData name="Mani, Siddharth" userId="ea703a10-db50-4df5-bf72-1a564ac3e541" providerId="ADAL" clId="{4B477BF6-4C74-41CF-82CB-298525AC29FA}" dt="2025-05-18T17:22:31.888" v="1156" actId="1076"/>
        <pc:sldMkLst>
          <pc:docMk/>
          <pc:sldMk cId="3447902500" sldId="2147483065"/>
        </pc:sldMkLst>
      </pc:sldChg>
      <pc:sldChg chg="add">
        <pc:chgData name="Mani, Siddharth" userId="ea703a10-db50-4df5-bf72-1a564ac3e541" providerId="ADAL" clId="{4B477BF6-4C74-41CF-82CB-298525AC29FA}" dt="2025-05-16T04:59:17.511" v="0"/>
        <pc:sldMkLst>
          <pc:docMk/>
          <pc:sldMk cId="247214136" sldId="2147483075"/>
        </pc:sldMkLst>
      </pc:sldChg>
      <pc:sldChg chg="delSp modSp add del mod">
        <pc:chgData name="Mani, Siddharth" userId="ea703a10-db50-4df5-bf72-1a564ac3e541" providerId="ADAL" clId="{4B477BF6-4C74-41CF-82CB-298525AC29FA}" dt="2025-05-16T06:53:21.397" v="715" actId="47"/>
        <pc:sldMkLst>
          <pc:docMk/>
          <pc:sldMk cId="3275201755" sldId="2147483078"/>
        </pc:sldMkLst>
      </pc:sldChg>
      <pc:sldChg chg="modSp add mod">
        <pc:chgData name="Mani, Siddharth" userId="ea703a10-db50-4df5-bf72-1a564ac3e541" providerId="ADAL" clId="{4B477BF6-4C74-41CF-82CB-298525AC29FA}" dt="2025-05-16T06:58:22.536" v="737" actId="208"/>
        <pc:sldMkLst>
          <pc:docMk/>
          <pc:sldMk cId="3361411932" sldId="2147483080"/>
        </pc:sldMkLst>
      </pc:sldChg>
      <pc:sldChg chg="addSp modSp mod">
        <pc:chgData name="Mani, Siddharth" userId="ea703a10-db50-4df5-bf72-1a564ac3e541" providerId="ADAL" clId="{4B477BF6-4C74-41CF-82CB-298525AC29FA}" dt="2025-05-18T17:29:30.291" v="1332" actId="1035"/>
        <pc:sldMkLst>
          <pc:docMk/>
          <pc:sldMk cId="613000286" sldId="2147483088"/>
        </pc:sldMkLst>
      </pc:sldChg>
      <pc:sldChg chg="modSp mod">
        <pc:chgData name="Mani, Siddharth" userId="ea703a10-db50-4df5-bf72-1a564ac3e541" providerId="ADAL" clId="{4B477BF6-4C74-41CF-82CB-298525AC29FA}" dt="2025-05-18T16:10:06.420" v="765" actId="20577"/>
        <pc:sldMkLst>
          <pc:docMk/>
          <pc:sldMk cId="3960613218" sldId="2147483102"/>
        </pc:sldMkLst>
      </pc:sldChg>
      <pc:sldChg chg="modSp mod">
        <pc:chgData name="Mani, Siddharth" userId="ea703a10-db50-4df5-bf72-1a564ac3e541" providerId="ADAL" clId="{4B477BF6-4C74-41CF-82CB-298525AC29FA}" dt="2025-05-18T16:33:44.948" v="766" actId="14100"/>
        <pc:sldMkLst>
          <pc:docMk/>
          <pc:sldMk cId="2903738292" sldId="2147483105"/>
        </pc:sldMkLst>
      </pc:sldChg>
      <pc:sldChg chg="modSp mod">
        <pc:chgData name="Mani, Siddharth" userId="ea703a10-db50-4df5-bf72-1a564ac3e541" providerId="ADAL" clId="{4B477BF6-4C74-41CF-82CB-298525AC29FA}" dt="2025-05-18T16:06:01.810" v="760" actId="207"/>
        <pc:sldMkLst>
          <pc:docMk/>
          <pc:sldMk cId="3466807779" sldId="2147483108"/>
        </pc:sldMkLst>
      </pc:sldChg>
      <pc:sldChg chg="addSp delSp modSp add mod">
        <pc:chgData name="Mani, Siddharth" userId="ea703a10-db50-4df5-bf72-1a564ac3e541" providerId="ADAL" clId="{4B477BF6-4C74-41CF-82CB-298525AC29FA}" dt="2025-05-18T15:58:03.325" v="757" actId="20577"/>
        <pc:sldMkLst>
          <pc:docMk/>
          <pc:sldMk cId="2050752129" sldId="2147483109"/>
        </pc:sldMkLst>
      </pc:sldChg>
      <pc:sldChg chg="addSp delSp modSp add mod">
        <pc:chgData name="Mani, Siddharth" userId="ea703a10-db50-4df5-bf72-1a564ac3e541" providerId="ADAL" clId="{4B477BF6-4C74-41CF-82CB-298525AC29FA}" dt="2025-05-18T16:45:30.873" v="1068" actId="166"/>
        <pc:sldMkLst>
          <pc:docMk/>
          <pc:sldMk cId="4290898912" sldId="2147483110"/>
        </pc:sldMkLst>
      </pc:sldChg>
    </pc:docChg>
  </pc:docChgLst>
  <pc:docChgLst>
    <pc:chgData name="Mukherjee, Shouvik" userId="8a0946e8-3a6b-4d5c-947d-73f4cd578335" providerId="ADAL" clId="{F21CE1B2-16C1-4E79-BCD6-7BBC904774C3}"/>
    <pc:docChg chg="undo custSel addSld delSld modSld sldOrd modMainMaster modSection">
      <pc:chgData name="Mukherjee, Shouvik" userId="8a0946e8-3a6b-4d5c-947d-73f4cd578335" providerId="ADAL" clId="{F21CE1B2-16C1-4E79-BCD6-7BBC904774C3}" dt="2025-05-18T06:07:11.983" v="2800" actId="478"/>
      <pc:docMkLst>
        <pc:docMk/>
      </pc:docMkLst>
      <pc:sldChg chg="add del">
        <pc:chgData name="Mukherjee, Shouvik" userId="8a0946e8-3a6b-4d5c-947d-73f4cd578335" providerId="ADAL" clId="{F21CE1B2-16C1-4E79-BCD6-7BBC904774C3}" dt="2025-05-15T19:12:56.311" v="13" actId="47"/>
        <pc:sldMkLst>
          <pc:docMk/>
          <pc:sldMk cId="3523782250" sldId="2147347726"/>
        </pc:sldMkLst>
      </pc:sldChg>
      <pc:sldChg chg="del">
        <pc:chgData name="Mukherjee, Shouvik" userId="8a0946e8-3a6b-4d5c-947d-73f4cd578335" providerId="ADAL" clId="{F21CE1B2-16C1-4E79-BCD6-7BBC904774C3}" dt="2025-05-15T18:10:30.924" v="11" actId="47"/>
        <pc:sldMkLst>
          <pc:docMk/>
          <pc:sldMk cId="3276847092" sldId="2147469578"/>
        </pc:sldMkLst>
      </pc:sldChg>
      <pc:sldChg chg="del">
        <pc:chgData name="Mukherjee, Shouvik" userId="8a0946e8-3a6b-4d5c-947d-73f4cd578335" providerId="ADAL" clId="{F21CE1B2-16C1-4E79-BCD6-7BBC904774C3}" dt="2025-05-15T18:10:32.420" v="12" actId="47"/>
        <pc:sldMkLst>
          <pc:docMk/>
          <pc:sldMk cId="1349758680" sldId="2147469579"/>
        </pc:sldMkLst>
      </pc:sldChg>
      <pc:sldChg chg="add ord">
        <pc:chgData name="Mukherjee, Shouvik" userId="8a0946e8-3a6b-4d5c-947d-73f4cd578335" providerId="ADAL" clId="{F21CE1B2-16C1-4E79-BCD6-7BBC904774C3}" dt="2025-05-16T18:35:25.620" v="1218"/>
        <pc:sldMkLst>
          <pc:docMk/>
          <pc:sldMk cId="3031425387" sldId="2147469601"/>
        </pc:sldMkLst>
      </pc:sldChg>
      <pc:sldChg chg="addSp delSp modSp add mod modNotesTx">
        <pc:chgData name="Mukherjee, Shouvik" userId="8a0946e8-3a6b-4d5c-947d-73f4cd578335" providerId="ADAL" clId="{F21CE1B2-16C1-4E79-BCD6-7BBC904774C3}" dt="2025-05-17T12:42:18.565" v="2496" actId="20577"/>
        <pc:sldMkLst>
          <pc:docMk/>
          <pc:sldMk cId="3558178423" sldId="2147469606"/>
        </pc:sldMkLst>
      </pc:sldChg>
      <pc:sldChg chg="delSp mod">
        <pc:chgData name="Mukherjee, Shouvik" userId="8a0946e8-3a6b-4d5c-947d-73f4cd578335" providerId="ADAL" clId="{F21CE1B2-16C1-4E79-BCD6-7BBC904774C3}" dt="2025-05-18T06:07:03.770" v="2798" actId="478"/>
        <pc:sldMkLst>
          <pc:docMk/>
          <pc:sldMk cId="2579401010" sldId="2147469607"/>
        </pc:sldMkLst>
      </pc:sldChg>
      <pc:sldChg chg="del">
        <pc:chgData name="Mukherjee, Shouvik" userId="8a0946e8-3a6b-4d5c-947d-73f4cd578335" providerId="ADAL" clId="{F21CE1B2-16C1-4E79-BCD6-7BBC904774C3}" dt="2025-05-15T12:05:34.374" v="1" actId="47"/>
        <pc:sldMkLst>
          <pc:docMk/>
          <pc:sldMk cId="3031425387" sldId="2147482234"/>
        </pc:sldMkLst>
      </pc:sldChg>
      <pc:sldChg chg="add del">
        <pc:chgData name="Mukherjee, Shouvik" userId="8a0946e8-3a6b-4d5c-947d-73f4cd578335" providerId="ADAL" clId="{F21CE1B2-16C1-4E79-BCD6-7BBC904774C3}" dt="2025-05-15T18:10:29.062" v="10" actId="47"/>
        <pc:sldMkLst>
          <pc:docMk/>
          <pc:sldMk cId="3031425387" sldId="2147482260"/>
        </pc:sldMkLst>
      </pc:sldChg>
      <pc:sldChg chg="add del">
        <pc:chgData name="Mukherjee, Shouvik" userId="8a0946e8-3a6b-4d5c-947d-73f4cd578335" providerId="ADAL" clId="{F21CE1B2-16C1-4E79-BCD6-7BBC904774C3}" dt="2025-05-16T07:17:20.271" v="16" actId="47"/>
        <pc:sldMkLst>
          <pc:docMk/>
          <pc:sldMk cId="1717987505" sldId="2147483069"/>
        </pc:sldMkLst>
      </pc:sldChg>
      <pc:sldChg chg="add del">
        <pc:chgData name="Mukherjee, Shouvik" userId="8a0946e8-3a6b-4d5c-947d-73f4cd578335" providerId="ADAL" clId="{F21CE1B2-16C1-4E79-BCD6-7BBC904774C3}" dt="2025-05-16T07:17:18.266" v="15" actId="47"/>
        <pc:sldMkLst>
          <pc:docMk/>
          <pc:sldMk cId="2700044933" sldId="2147483072"/>
        </pc:sldMkLst>
      </pc:sldChg>
      <pc:sldChg chg="delSp mod">
        <pc:chgData name="Mukherjee, Shouvik" userId="8a0946e8-3a6b-4d5c-947d-73f4cd578335" providerId="ADAL" clId="{F21CE1B2-16C1-4E79-BCD6-7BBC904774C3}" dt="2025-05-18T06:07:11.983" v="2800" actId="478"/>
        <pc:sldMkLst>
          <pc:docMk/>
          <pc:sldMk cId="3752052308" sldId="2147483081"/>
        </pc:sldMkLst>
      </pc:sldChg>
      <pc:sldChg chg="delSp mod">
        <pc:chgData name="Mukherjee, Shouvik" userId="8a0946e8-3a6b-4d5c-947d-73f4cd578335" providerId="ADAL" clId="{F21CE1B2-16C1-4E79-BCD6-7BBC904774C3}" dt="2025-05-18T06:07:07.483" v="2799" actId="478"/>
        <pc:sldMkLst>
          <pc:docMk/>
          <pc:sldMk cId="2899500265" sldId="2147483082"/>
        </pc:sldMkLst>
      </pc:sldChg>
      <pc:sldChg chg="delSp mod">
        <pc:chgData name="Mukherjee, Shouvik" userId="8a0946e8-3a6b-4d5c-947d-73f4cd578335" providerId="ADAL" clId="{F21CE1B2-16C1-4E79-BCD6-7BBC904774C3}" dt="2025-05-18T06:06:55.421" v="2797" actId="478"/>
        <pc:sldMkLst>
          <pc:docMk/>
          <pc:sldMk cId="288582869" sldId="2147483083"/>
        </pc:sldMkLst>
      </pc:sldChg>
      <pc:sldChg chg="delSp mod">
        <pc:chgData name="Mukherjee, Shouvik" userId="8a0946e8-3a6b-4d5c-947d-73f4cd578335" providerId="ADAL" clId="{F21CE1B2-16C1-4E79-BCD6-7BBC904774C3}" dt="2025-05-18T06:06:49.622" v="2796" actId="478"/>
        <pc:sldMkLst>
          <pc:docMk/>
          <pc:sldMk cId="3093075684" sldId="2147483084"/>
        </pc:sldMkLst>
      </pc:sldChg>
      <pc:sldChg chg="delSp mod">
        <pc:chgData name="Mukherjee, Shouvik" userId="8a0946e8-3a6b-4d5c-947d-73f4cd578335" providerId="ADAL" clId="{F21CE1B2-16C1-4E79-BCD6-7BBC904774C3}" dt="2025-05-18T06:06:45.852" v="2795" actId="478"/>
        <pc:sldMkLst>
          <pc:docMk/>
          <pc:sldMk cId="2079926813" sldId="2147483085"/>
        </pc:sldMkLst>
      </pc:sldChg>
      <pc:sldChg chg="delSp mod">
        <pc:chgData name="Mukherjee, Shouvik" userId="8a0946e8-3a6b-4d5c-947d-73f4cd578335" providerId="ADAL" clId="{F21CE1B2-16C1-4E79-BCD6-7BBC904774C3}" dt="2025-05-18T06:06:42.879" v="2794" actId="478"/>
        <pc:sldMkLst>
          <pc:docMk/>
          <pc:sldMk cId="2564046754" sldId="2147483086"/>
        </pc:sldMkLst>
      </pc:sldChg>
      <pc:sldChg chg="add">
        <pc:chgData name="Mukherjee, Shouvik" userId="8a0946e8-3a6b-4d5c-947d-73f4cd578335" providerId="ADAL" clId="{F21CE1B2-16C1-4E79-BCD6-7BBC904774C3}" dt="2025-05-16T16:59:29.107" v="19"/>
        <pc:sldMkLst>
          <pc:docMk/>
          <pc:sldMk cId="3960613218" sldId="2147483098"/>
        </pc:sldMkLst>
      </pc:sldChg>
      <pc:sldChg chg="addSp delSp modSp mod ord modAnim modNotesTx">
        <pc:chgData name="Mukherjee, Shouvik" userId="8a0946e8-3a6b-4d5c-947d-73f4cd578335" providerId="ADAL" clId="{F21CE1B2-16C1-4E79-BCD6-7BBC904774C3}" dt="2025-05-17T16:35:06.083" v="2793" actId="20577"/>
        <pc:sldMkLst>
          <pc:docMk/>
          <pc:sldMk cId="3960613218" sldId="2147483102"/>
        </pc:sldMkLst>
      </pc:sldChg>
      <pc:sldChg chg="modSp mod">
        <pc:chgData name="Mukherjee, Shouvik" userId="8a0946e8-3a6b-4d5c-947d-73f4cd578335" providerId="ADAL" clId="{F21CE1B2-16C1-4E79-BCD6-7BBC904774C3}" dt="2025-05-17T12:57:33.506" v="2719" actId="20577"/>
        <pc:sldMkLst>
          <pc:docMk/>
          <pc:sldMk cId="415273567" sldId="2147483104"/>
        </pc:sldMkLst>
      </pc:sldChg>
      <pc:sldMasterChg chg="delSldLayout">
        <pc:chgData name="Mukherjee, Shouvik" userId="8a0946e8-3a6b-4d5c-947d-73f4cd578335" providerId="ADAL" clId="{F21CE1B2-16C1-4E79-BCD6-7BBC904774C3}" dt="2025-05-15T12:05:34.374" v="1" actId="47"/>
        <pc:sldMasterMkLst>
          <pc:docMk/>
          <pc:sldMasterMk cId="1918864589" sldId="2147483961"/>
        </pc:sldMasterMkLst>
        <pc:sldLayoutChg chg="del">
          <pc:chgData name="Mukherjee, Shouvik" userId="8a0946e8-3a6b-4d5c-947d-73f4cd578335" providerId="ADAL" clId="{F21CE1B2-16C1-4E79-BCD6-7BBC904774C3}" dt="2025-05-15T12:05:34.374" v="1" actId="47"/>
          <pc:sldLayoutMkLst>
            <pc:docMk/>
            <pc:sldMasterMk cId="1918864589" sldId="2147483961"/>
            <pc:sldLayoutMk cId="1513438719" sldId="2147483987"/>
          </pc:sldLayoutMkLst>
        </pc:sldLayoutChg>
      </pc:sldMasterChg>
      <pc:sldMasterChg chg="addSp delSp modSp mod">
        <pc:chgData name="Mukherjee, Shouvik" userId="8a0946e8-3a6b-4d5c-947d-73f4cd578335" providerId="ADAL" clId="{F21CE1B2-16C1-4E79-BCD6-7BBC904774C3}" dt="2025-05-17T12:47:39.287" v="2709"/>
        <pc:sldMasterMkLst>
          <pc:docMk/>
          <pc:sldMasterMk cId="3561217544" sldId="2147483978"/>
        </pc:sldMasterMkLst>
      </pc:sldMasterChg>
      <pc:sldMasterChg chg="addSp delSp modSp mod delSldLayout modSldLayout">
        <pc:chgData name="Mukherjee, Shouvik" userId="8a0946e8-3a6b-4d5c-947d-73f4cd578335" providerId="ADAL" clId="{F21CE1B2-16C1-4E79-BCD6-7BBC904774C3}" dt="2025-05-17T12:47:28.091" v="2706"/>
        <pc:sldMasterMkLst>
          <pc:docMk/>
          <pc:sldMasterMk cId="2632627042" sldId="2147483988"/>
        </pc:sldMasterMkLst>
        <pc:sldLayoutChg chg="modSp del mod">
          <pc:chgData name="Mukherjee, Shouvik" userId="8a0946e8-3a6b-4d5c-947d-73f4cd578335" providerId="ADAL" clId="{F21CE1B2-16C1-4E79-BCD6-7BBC904774C3}" dt="2025-05-15T19:12:56.311" v="13" actId="47"/>
          <pc:sldLayoutMkLst>
            <pc:docMk/>
            <pc:sldMasterMk cId="2632627042" sldId="2147483988"/>
            <pc:sldLayoutMk cId="4134738552" sldId="2147483997"/>
          </pc:sldLayoutMkLst>
        </pc:sldLayoutChg>
        <pc:sldLayoutChg chg="del">
          <pc:chgData name="Mukherjee, Shouvik" userId="8a0946e8-3a6b-4d5c-947d-73f4cd578335" providerId="ADAL" clId="{F21CE1B2-16C1-4E79-BCD6-7BBC904774C3}" dt="2025-05-16T07:17:20.271" v="16" actId="47"/>
          <pc:sldLayoutMkLst>
            <pc:docMk/>
            <pc:sldMasterMk cId="2632627042" sldId="2147483988"/>
            <pc:sldLayoutMk cId="4067048859" sldId="2147483998"/>
          </pc:sldLayoutMkLst>
        </pc:sldLayoutChg>
      </pc:sldMasterChg>
    </pc:docChg>
  </pc:docChgLst>
  <pc:docChgLst>
    <pc:chgData name="Mukherjee, Shouvik" userId="8a0946e8-3a6b-4d5c-947d-73f4cd578335" providerId="ADAL" clId="{C5DC4B44-7B67-4212-A269-4FDDB996604E}"/>
    <pc:docChg chg="modSld">
      <pc:chgData name="Mukherjee, Shouvik" userId="8a0946e8-3a6b-4d5c-947d-73f4cd578335" providerId="ADAL" clId="{C5DC4B44-7B67-4212-A269-4FDDB996604E}" dt="2025-12-02T09:42:49.022" v="0" actId="165"/>
      <pc:docMkLst>
        <pc:docMk/>
      </pc:docMkLst>
      <pc:sldChg chg="delSp modSp">
        <pc:chgData name="Mukherjee, Shouvik" userId="8a0946e8-3a6b-4d5c-947d-73f4cd578335" providerId="ADAL" clId="{C5DC4B44-7B67-4212-A269-4FDDB996604E}" dt="2025-12-02T09:42:49.022" v="0" actId="165"/>
        <pc:sldMkLst>
          <pc:docMk/>
          <pc:sldMk cId="3960613218" sldId="2147483102"/>
        </pc:sldMkLst>
        <pc:spChg chg="mod topLvl">
          <ac:chgData name="Mukherjee, Shouvik" userId="8a0946e8-3a6b-4d5c-947d-73f4cd578335" providerId="ADAL" clId="{C5DC4B44-7B67-4212-A269-4FDDB996604E}" dt="2025-12-02T09:42:49.022" v="0" actId="165"/>
          <ac:spMkLst>
            <pc:docMk/>
            <pc:sldMk cId="3960613218" sldId="2147483102"/>
            <ac:spMk id="3" creationId="{0664430C-989D-2A9D-64F3-36EEE957EF1C}"/>
          </ac:spMkLst>
        </pc:spChg>
        <pc:spChg chg="mod topLvl">
          <ac:chgData name="Mukherjee, Shouvik" userId="8a0946e8-3a6b-4d5c-947d-73f4cd578335" providerId="ADAL" clId="{C5DC4B44-7B67-4212-A269-4FDDB996604E}" dt="2025-12-02T09:42:49.022" v="0" actId="165"/>
          <ac:spMkLst>
            <pc:docMk/>
            <pc:sldMk cId="3960613218" sldId="2147483102"/>
            <ac:spMk id="11" creationId="{487CB8EA-2635-12FA-41FC-81A7BA7DA72C}"/>
          </ac:spMkLst>
        </pc:spChg>
        <pc:spChg chg="mod topLvl">
          <ac:chgData name="Mukherjee, Shouvik" userId="8a0946e8-3a6b-4d5c-947d-73f4cd578335" providerId="ADAL" clId="{C5DC4B44-7B67-4212-A269-4FDDB996604E}" dt="2025-12-02T09:42:49.022" v="0" actId="165"/>
          <ac:spMkLst>
            <pc:docMk/>
            <pc:sldMk cId="3960613218" sldId="2147483102"/>
            <ac:spMk id="12" creationId="{C5C380EE-0E57-072E-3011-E2B0B8F775B8}"/>
          </ac:spMkLst>
        </pc:spChg>
        <pc:spChg chg="mod topLvl">
          <ac:chgData name="Mukherjee, Shouvik" userId="8a0946e8-3a6b-4d5c-947d-73f4cd578335" providerId="ADAL" clId="{C5DC4B44-7B67-4212-A269-4FDDB996604E}" dt="2025-12-02T09:42:49.022" v="0" actId="165"/>
          <ac:spMkLst>
            <pc:docMk/>
            <pc:sldMk cId="3960613218" sldId="2147483102"/>
            <ac:spMk id="16" creationId="{7FE62E4E-AC25-7C7A-63B3-8D7647518DEE}"/>
          </ac:spMkLst>
        </pc:spChg>
        <pc:spChg chg="mod topLvl">
          <ac:chgData name="Mukherjee, Shouvik" userId="8a0946e8-3a6b-4d5c-947d-73f4cd578335" providerId="ADAL" clId="{C5DC4B44-7B67-4212-A269-4FDDB996604E}" dt="2025-12-02T09:42:49.022" v="0" actId="165"/>
          <ac:spMkLst>
            <pc:docMk/>
            <pc:sldMk cId="3960613218" sldId="2147483102"/>
            <ac:spMk id="17" creationId="{CC89B5FE-E2AE-5E17-7C27-F5DDC364440D}"/>
          </ac:spMkLst>
        </pc:spChg>
        <pc:spChg chg="mod topLvl">
          <ac:chgData name="Mukherjee, Shouvik" userId="8a0946e8-3a6b-4d5c-947d-73f4cd578335" providerId="ADAL" clId="{C5DC4B44-7B67-4212-A269-4FDDB996604E}" dt="2025-12-02T09:42:49.022" v="0" actId="165"/>
          <ac:spMkLst>
            <pc:docMk/>
            <pc:sldMk cId="3960613218" sldId="2147483102"/>
            <ac:spMk id="19" creationId="{221C2D2E-6EAB-A606-8A99-E47E15E433C3}"/>
          </ac:spMkLst>
        </pc:spChg>
        <pc:spChg chg="mod topLvl">
          <ac:chgData name="Mukherjee, Shouvik" userId="8a0946e8-3a6b-4d5c-947d-73f4cd578335" providerId="ADAL" clId="{C5DC4B44-7B67-4212-A269-4FDDB996604E}" dt="2025-12-02T09:42:49.022" v="0" actId="165"/>
          <ac:spMkLst>
            <pc:docMk/>
            <pc:sldMk cId="3960613218" sldId="2147483102"/>
            <ac:spMk id="21" creationId="{4CFE2A14-230B-4047-9D7C-63C34B858556}"/>
          </ac:spMkLst>
        </pc:spChg>
        <pc:spChg chg="mod topLvl">
          <ac:chgData name="Mukherjee, Shouvik" userId="8a0946e8-3a6b-4d5c-947d-73f4cd578335" providerId="ADAL" clId="{C5DC4B44-7B67-4212-A269-4FDDB996604E}" dt="2025-12-02T09:42:49.022" v="0" actId="165"/>
          <ac:spMkLst>
            <pc:docMk/>
            <pc:sldMk cId="3960613218" sldId="2147483102"/>
            <ac:spMk id="34" creationId="{39F4D1DB-B155-98F7-455D-A35E9CA83677}"/>
          </ac:spMkLst>
        </pc:spChg>
        <pc:spChg chg="mod topLvl">
          <ac:chgData name="Mukherjee, Shouvik" userId="8a0946e8-3a6b-4d5c-947d-73f4cd578335" providerId="ADAL" clId="{C5DC4B44-7B67-4212-A269-4FDDB996604E}" dt="2025-12-02T09:42:49.022" v="0" actId="165"/>
          <ac:spMkLst>
            <pc:docMk/>
            <pc:sldMk cId="3960613218" sldId="2147483102"/>
            <ac:spMk id="56" creationId="{1C769C6C-02F5-7573-B5E1-E5FBB712E649}"/>
          </ac:spMkLst>
        </pc:spChg>
        <pc:spChg chg="mod topLvl">
          <ac:chgData name="Mukherjee, Shouvik" userId="8a0946e8-3a6b-4d5c-947d-73f4cd578335" providerId="ADAL" clId="{C5DC4B44-7B67-4212-A269-4FDDB996604E}" dt="2025-12-02T09:42:49.022" v="0" actId="165"/>
          <ac:spMkLst>
            <pc:docMk/>
            <pc:sldMk cId="3960613218" sldId="2147483102"/>
            <ac:spMk id="57" creationId="{0400381F-B300-3CE9-E194-20D561CA58D5}"/>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0170674941815361E-2"/>
          <c:y val="0.29900744416873448"/>
          <c:w val="0.95965865011636931"/>
          <c:h val="0.49255583126550867"/>
        </c:manualLayout>
      </c:layout>
      <c:barChart>
        <c:barDir val="col"/>
        <c:grouping val="clustered"/>
        <c:varyColors val="0"/>
        <c:ser>
          <c:idx val="0"/>
          <c:order val="0"/>
          <c:spPr>
            <a:solidFill>
              <a:srgbClr val="86BC25"/>
            </a:solidFill>
            <a:ln>
              <a:noFill/>
            </a:ln>
          </c:spPr>
          <c:invertIfNegative val="0"/>
          <c:dLbls>
            <c:dLbl>
              <c:idx val="0"/>
              <c:layout>
                <c:manualLayout>
                  <c:x val="0"/>
                  <c:y val="-0.20099255583126552"/>
                </c:manualLayout>
              </c:layout>
              <c:numFmt formatCode="#,##0;&quot;-&quot;#,##0" sourceLinked="0"/>
              <c:spPr>
                <a:noFill/>
                <a:ln>
                  <a:noFill/>
                </a:ln>
              </c:spPr>
              <c:txPr>
                <a:bodyPr wrap="none"/>
                <a:lstStyle/>
                <a:p>
                  <a:pPr>
                    <a:defRPr sz="1200" kern="12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0B9-44F4-84D4-84637946451A}"/>
                </c:ext>
              </c:extLst>
            </c:dLbl>
            <c:dLbl>
              <c:idx val="1"/>
              <c:layout>
                <c:manualLayout>
                  <c:x val="0"/>
                  <c:y val="-0.32878411910669975"/>
                </c:manualLayout>
              </c:layout>
              <c:numFmt formatCode="#,##0;&quot;-&quot;#,##0" sourceLinked="0"/>
              <c:spPr>
                <a:noFill/>
                <a:ln>
                  <a:noFill/>
                </a:ln>
              </c:spPr>
              <c:txPr>
                <a:bodyPr wrap="none"/>
                <a:lstStyle/>
                <a:p>
                  <a:pPr>
                    <a:defRPr sz="1200" kern="12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0B9-44F4-84D4-84637946451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12254</c:v>
                </c:pt>
                <c:pt idx="1">
                  <c:v>25576</c:v>
                </c:pt>
              </c:numCache>
            </c:numRef>
          </c:val>
          <c:extLst>
            <c:ext xmlns:c16="http://schemas.microsoft.com/office/drawing/2014/chart" uri="{C3380CC4-5D6E-409C-BE32-E72D297353CC}">
              <c16:uniqueId val="{00000002-50B9-44F4-84D4-84637946451A}"/>
            </c:ext>
          </c:extLst>
        </c:ser>
        <c:ser>
          <c:idx val="1"/>
          <c:order val="1"/>
          <c:spPr>
            <a:solidFill>
              <a:srgbClr val="046A38"/>
            </a:solidFill>
            <a:ln>
              <a:noFill/>
            </a:ln>
          </c:spPr>
          <c:invertIfNegative val="0"/>
          <c:val>
            <c:numRef>
              <c:f>Sheet1!$A$2:$B$2</c:f>
              <c:numCache>
                <c:formatCode>General</c:formatCode>
                <c:ptCount val="2"/>
                <c:pt idx="0">
                  <c:v>-995</c:v>
                </c:pt>
                <c:pt idx="1">
                  <c:v>811</c:v>
                </c:pt>
              </c:numCache>
            </c:numRef>
          </c:val>
          <c:extLst>
            <c:ext xmlns:c16="http://schemas.microsoft.com/office/drawing/2014/chart" uri="{C3380CC4-5D6E-409C-BE32-E72D297353CC}">
              <c16:uniqueId val="{00000003-50B9-44F4-84D4-84637946451A}"/>
            </c:ext>
          </c:extLst>
        </c:ser>
        <c:dLbls>
          <c:showLegendKey val="0"/>
          <c:showVal val="0"/>
          <c:showCatName val="0"/>
          <c:showSerName val="0"/>
          <c:showPercent val="0"/>
          <c:showBubbleSize val="0"/>
        </c:dLbls>
        <c:gapWidth val="150"/>
        <c:axId val="556179552"/>
        <c:axId val="1"/>
      </c:barChart>
      <c:catAx>
        <c:axId val="556179552"/>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Calibri Light"/>
              </a:defRPr>
            </a:pPr>
            <a:endParaRPr lang="en-US"/>
          </a:p>
        </c:txPr>
        <c:crossAx val="1"/>
        <c:crossesAt val="0"/>
        <c:auto val="0"/>
        <c:lblAlgn val="ctr"/>
        <c:lblOffset val="100"/>
        <c:noMultiLvlLbl val="0"/>
      </c:catAx>
      <c:valAx>
        <c:axId val="1"/>
        <c:scaling>
          <c:orientation val="minMax"/>
          <c:max val="25576"/>
          <c:min val="-995"/>
        </c:scaling>
        <c:delete val="1"/>
        <c:axPos val="l"/>
        <c:numFmt formatCode="General" sourceLinked="1"/>
        <c:majorTickMark val="out"/>
        <c:minorTickMark val="none"/>
        <c:tickLblPos val="nextTo"/>
        <c:crossAx val="556179552"/>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0170674941815361E-2"/>
          <c:y val="0.30506329113924052"/>
          <c:w val="0.95965865011636931"/>
          <c:h val="0.38987341772151901"/>
        </c:manualLayout>
      </c:layout>
      <c:barChart>
        <c:barDir val="col"/>
        <c:grouping val="stacked"/>
        <c:varyColors val="0"/>
        <c:ser>
          <c:idx val="0"/>
          <c:order val="0"/>
          <c:spPr>
            <a:solidFill>
              <a:srgbClr val="86BC25"/>
            </a:solidFill>
            <a:ln>
              <a:noFill/>
            </a:ln>
          </c:spPr>
          <c:invertIfNegative val="0"/>
          <c:dLbls>
            <c:dLbl>
              <c:idx val="0"/>
              <c:layout>
                <c:manualLayout>
                  <c:x val="0"/>
                  <c:y val="-0.25696202531645568"/>
                </c:manualLayout>
              </c:layout>
              <c:numFmt formatCode="#,##0;&quot;-&quot;#,##0" sourceLinked="0"/>
              <c:spPr>
                <a:noFill/>
                <a:ln>
                  <a:noFill/>
                </a:ln>
              </c:spPr>
              <c:txPr>
                <a:bodyPr wrap="none"/>
                <a:lstStyle/>
                <a:p>
                  <a:pPr>
                    <a:defRPr sz="1200" kern="1200">
                      <a:solidFill>
                        <a:srgbClr val="DA291C"/>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EBE-4D98-8BBA-1EB96FAC1F15}"/>
                </c:ext>
              </c:extLst>
            </c:dLbl>
            <c:dLbl>
              <c:idx val="1"/>
              <c:layout>
                <c:manualLayout>
                  <c:x val="0"/>
                  <c:y val="-0.1240506329113924"/>
                </c:manualLayout>
              </c:layout>
              <c:numFmt formatCode="#,##0;&quot;-&quot;#,##0" sourceLinked="0"/>
              <c:spPr>
                <a:noFill/>
                <a:ln>
                  <a:noFill/>
                </a:ln>
              </c:spPr>
              <c:txPr>
                <a:bodyPr wrap="none"/>
                <a:lstStyle/>
                <a:p>
                  <a:pPr>
                    <a:defRPr sz="1200" kern="12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EBE-4D98-8BBA-1EB96FAC1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-825.77</c:v>
                </c:pt>
                <c:pt idx="1">
                  <c:v>154.27000000000001</c:v>
                </c:pt>
              </c:numCache>
            </c:numRef>
          </c:val>
          <c:extLst>
            <c:ext xmlns:c16="http://schemas.microsoft.com/office/drawing/2014/chart" uri="{C3380CC4-5D6E-409C-BE32-E72D297353CC}">
              <c16:uniqueId val="{00000002-1EBE-4D98-8BBA-1EB96FAC1F15}"/>
            </c:ext>
          </c:extLst>
        </c:ser>
        <c:dLbls>
          <c:showLegendKey val="0"/>
          <c:showVal val="0"/>
          <c:showCatName val="0"/>
          <c:showSerName val="0"/>
          <c:showPercent val="0"/>
          <c:showBubbleSize val="0"/>
        </c:dLbls>
        <c:gapWidth val="150"/>
        <c:overlap val="100"/>
        <c:axId val="20133792"/>
        <c:axId val="1"/>
      </c:barChart>
      <c:catAx>
        <c:axId val="20133792"/>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Calibri Light"/>
              </a:defRPr>
            </a:pPr>
            <a:endParaRPr lang="en-US"/>
          </a:p>
        </c:txPr>
        <c:crossAx val="1"/>
        <c:crossesAt val="0"/>
        <c:auto val="0"/>
        <c:lblAlgn val="ctr"/>
        <c:lblOffset val="100"/>
        <c:noMultiLvlLbl val="0"/>
      </c:catAx>
      <c:valAx>
        <c:axId val="1"/>
        <c:scaling>
          <c:orientation val="minMax"/>
          <c:max val="154.27000000000001"/>
          <c:min val="-825.77"/>
        </c:scaling>
        <c:delete val="1"/>
        <c:axPos val="l"/>
        <c:numFmt formatCode="General" sourceLinked="1"/>
        <c:majorTickMark val="out"/>
        <c:minorTickMark val="none"/>
        <c:tickLblPos val="nextTo"/>
        <c:crossAx val="20133792"/>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0170674941815361E-2"/>
          <c:y val="0.14857142857142858"/>
          <c:w val="0.95965865011636931"/>
          <c:h val="0.70285714285714285"/>
        </c:manualLayout>
      </c:layout>
      <c:barChart>
        <c:barDir val="col"/>
        <c:grouping val="clustered"/>
        <c:varyColors val="0"/>
        <c:ser>
          <c:idx val="0"/>
          <c:order val="0"/>
          <c:spPr>
            <a:solidFill>
              <a:srgbClr val="86BC25"/>
            </a:solidFill>
            <a:ln>
              <a:noFill/>
            </a:ln>
          </c:spPr>
          <c:invertIfNegative val="0"/>
          <c:val>
            <c:numRef>
              <c:f>Sheet1!$A$1:$B$1</c:f>
              <c:numCache>
                <c:formatCode>General</c:formatCode>
                <c:ptCount val="2"/>
                <c:pt idx="0">
                  <c:v>23.9</c:v>
                </c:pt>
                <c:pt idx="1">
                  <c:v>52.800000000000004</c:v>
                </c:pt>
              </c:numCache>
            </c:numRef>
          </c:val>
          <c:extLst>
            <c:ext xmlns:c16="http://schemas.microsoft.com/office/drawing/2014/chart" uri="{C3380CC4-5D6E-409C-BE32-E72D297353CC}">
              <c16:uniqueId val="{00000000-B48A-4F5F-B1D9-11322E6A3ECE}"/>
            </c:ext>
          </c:extLst>
        </c:ser>
        <c:ser>
          <c:idx val="1"/>
          <c:order val="1"/>
          <c:spPr>
            <a:solidFill>
              <a:srgbClr val="046A38"/>
            </a:solidFill>
            <a:ln>
              <a:noFill/>
            </a:ln>
          </c:spPr>
          <c:invertIfNegative val="0"/>
          <c:val>
            <c:numRef>
              <c:f>Sheet1!$A$2:$B$2</c:f>
              <c:numCache>
                <c:formatCode>General</c:formatCode>
                <c:ptCount val="2"/>
                <c:pt idx="0">
                  <c:v>3.1</c:v>
                </c:pt>
                <c:pt idx="1">
                  <c:v>9.9</c:v>
                </c:pt>
              </c:numCache>
            </c:numRef>
          </c:val>
          <c:extLst>
            <c:ext xmlns:c16="http://schemas.microsoft.com/office/drawing/2014/chart" uri="{C3380CC4-5D6E-409C-BE32-E72D297353CC}">
              <c16:uniqueId val="{00000001-B48A-4F5F-B1D9-11322E6A3ECE}"/>
            </c:ext>
          </c:extLst>
        </c:ser>
        <c:dLbls>
          <c:showLegendKey val="0"/>
          <c:showVal val="0"/>
          <c:showCatName val="0"/>
          <c:showSerName val="0"/>
          <c:showPercent val="0"/>
          <c:showBubbleSize val="0"/>
        </c:dLbls>
        <c:gapWidth val="150"/>
        <c:axId val="590999680"/>
        <c:axId val="1"/>
      </c:barChart>
      <c:catAx>
        <c:axId val="590999680"/>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Calibri Light"/>
              </a:defRPr>
            </a:pPr>
            <a:endParaRPr lang="en-US"/>
          </a:p>
        </c:txPr>
        <c:crossAx val="1"/>
        <c:crosses val="min"/>
        <c:auto val="0"/>
        <c:lblAlgn val="ctr"/>
        <c:lblOffset val="100"/>
        <c:noMultiLvlLbl val="0"/>
      </c:catAx>
      <c:valAx>
        <c:axId val="1"/>
        <c:scaling>
          <c:orientation val="minMax"/>
          <c:max val="52.800000000000004"/>
          <c:min val="0"/>
        </c:scaling>
        <c:delete val="1"/>
        <c:axPos val="l"/>
        <c:numFmt formatCode="General" sourceLinked="1"/>
        <c:majorTickMark val="out"/>
        <c:minorTickMark val="none"/>
        <c:tickLblPos val="nextTo"/>
        <c:crossAx val="590999680"/>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6949152542372881E-2"/>
          <c:y val="0.14474474474474475"/>
          <c:w val="0.96610169491525422"/>
          <c:h val="0.75435435435435438"/>
        </c:manualLayout>
      </c:layout>
      <c:barChart>
        <c:barDir val="col"/>
        <c:grouping val="stacked"/>
        <c:varyColors val="0"/>
        <c:ser>
          <c:idx val="0"/>
          <c:order val="0"/>
          <c:spPr>
            <a:noFill/>
            <a:ln>
              <a:noFill/>
            </a:ln>
          </c:spPr>
          <c:invertIfNegative val="0"/>
          <c:dPt>
            <c:idx val="0"/>
            <c:invertIfNegative val="0"/>
            <c:bubble3D val="0"/>
            <c:spPr>
              <a:solidFill>
                <a:srgbClr val="86BC25"/>
              </a:solidFill>
              <a:ln>
                <a:noFill/>
              </a:ln>
            </c:spPr>
            <c:extLst>
              <c:ext xmlns:c16="http://schemas.microsoft.com/office/drawing/2014/chart" uri="{C3380CC4-5D6E-409C-BE32-E72D297353CC}">
                <c16:uniqueId val="{00000000-F1B9-4813-888C-5DC8FAA56A21}"/>
              </c:ext>
            </c:extLst>
          </c:dPt>
          <c:dPt>
            <c:idx val="6"/>
            <c:invertIfNegative val="0"/>
            <c:bubble3D val="0"/>
            <c:spPr>
              <a:solidFill>
                <a:srgbClr val="012169"/>
              </a:solidFill>
              <a:ln>
                <a:noFill/>
              </a:ln>
            </c:spPr>
            <c:extLst>
              <c:ext xmlns:c16="http://schemas.microsoft.com/office/drawing/2014/chart" uri="{C3380CC4-5D6E-409C-BE32-E72D297353CC}">
                <c16:uniqueId val="{00000001-F1B9-4813-888C-5DC8FAA56A21}"/>
              </c:ext>
            </c:extLst>
          </c:dPt>
          <c:dLbls>
            <c:dLbl>
              <c:idx val="0"/>
              <c:layout>
                <c:manualLayout>
                  <c:x val="0"/>
                  <c:y val="-0.26126126126126126"/>
                </c:manualLayout>
              </c:layout>
              <c:numFmt formatCode="#,##0;&quot;-&quot;#,##0" sourceLinked="0"/>
              <c:spPr>
                <a:noFill/>
                <a:ln>
                  <a:noFill/>
                </a:ln>
              </c:spPr>
              <c:txPr>
                <a:bodyPr wrap="none"/>
                <a:lstStyle/>
                <a:p>
                  <a:pPr>
                    <a:defRPr sz="1200" kern="12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1B9-4813-888C-5DC8FAA56A21}"/>
                </c:ext>
              </c:extLst>
            </c:dLbl>
            <c:dLbl>
              <c:idx val="6"/>
              <c:layout>
                <c:manualLayout>
                  <c:x val="0"/>
                  <c:y val="-0.42162162162162165"/>
                </c:manualLayout>
              </c:layout>
              <c:numFmt formatCode="#,##0;&quot;-&quot;#,##0" sourceLinked="0"/>
              <c:spPr>
                <a:noFill/>
                <a:ln>
                  <a:noFill/>
                </a:ln>
              </c:spPr>
              <c:txPr>
                <a:bodyPr wrap="none"/>
                <a:lstStyle/>
                <a:p>
                  <a:pPr>
                    <a:defRPr sz="1200" kern="12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1B9-4813-888C-5DC8FAA56A2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#,##0;#,##0</c:formatCode>
                <c:ptCount val="7"/>
                <c:pt idx="0" formatCode="#,##0;&quot;-&quot;#,##0">
                  <c:v>35044</c:v>
                </c:pt>
                <c:pt idx="1">
                  <c:v>35044</c:v>
                </c:pt>
                <c:pt idx="2">
                  <c:v>43301</c:v>
                </c:pt>
                <c:pt idx="3">
                  <c:v>51061</c:v>
                </c:pt>
                <c:pt idx="4" formatCode="General">
                  <c:v>52528</c:v>
                </c:pt>
                <c:pt idx="5">
                  <c:v>56498</c:v>
                </c:pt>
                <c:pt idx="6" formatCode="#,##0;&quot;-&quot;#,##0">
                  <c:v>61055</c:v>
                </c:pt>
              </c:numCache>
            </c:numRef>
          </c:val>
          <c:extLst>
            <c:ext xmlns:c16="http://schemas.microsoft.com/office/drawing/2014/chart" uri="{C3380CC4-5D6E-409C-BE32-E72D297353CC}">
              <c16:uniqueId val="{00000002-F1B9-4813-888C-5DC8FAA56A21}"/>
            </c:ext>
          </c:extLst>
        </c:ser>
        <c:ser>
          <c:idx val="1"/>
          <c:order val="1"/>
          <c:spPr>
            <a:solidFill>
              <a:srgbClr val="2C5234"/>
            </a:solidFill>
            <a:ln>
              <a:noFill/>
            </a:ln>
          </c:spPr>
          <c:invertIfNegative val="0"/>
          <c:dPt>
            <c:idx val="1"/>
            <c:invertIfNegative val="0"/>
            <c:bubble3D val="0"/>
            <c:spPr>
              <a:solidFill>
                <a:srgbClr val="62B5E5"/>
              </a:solidFill>
              <a:ln>
                <a:noFill/>
              </a:ln>
            </c:spPr>
            <c:extLst>
              <c:ext xmlns:c16="http://schemas.microsoft.com/office/drawing/2014/chart" uri="{C3380CC4-5D6E-409C-BE32-E72D297353CC}">
                <c16:uniqueId val="{00000003-F1B9-4813-888C-5DC8FAA56A21}"/>
              </c:ext>
            </c:extLst>
          </c:dPt>
          <c:dPt>
            <c:idx val="2"/>
            <c:invertIfNegative val="0"/>
            <c:bubble3D val="0"/>
            <c:spPr>
              <a:solidFill>
                <a:srgbClr val="BBBCBC"/>
              </a:solidFill>
              <a:ln>
                <a:noFill/>
              </a:ln>
            </c:spPr>
            <c:extLst>
              <c:ext xmlns:c16="http://schemas.microsoft.com/office/drawing/2014/chart" uri="{C3380CC4-5D6E-409C-BE32-E72D297353CC}">
                <c16:uniqueId val="{00000004-F1B9-4813-888C-5DC8FAA56A21}"/>
              </c:ext>
            </c:extLst>
          </c:dPt>
          <c:dPt>
            <c:idx val="4"/>
            <c:invertIfNegative val="0"/>
            <c:bubble3D val="0"/>
            <c:spPr>
              <a:solidFill>
                <a:srgbClr val="53565A"/>
              </a:solidFill>
              <a:ln>
                <a:noFill/>
              </a:ln>
            </c:spPr>
            <c:extLst>
              <c:ext xmlns:c16="http://schemas.microsoft.com/office/drawing/2014/chart" uri="{C3380CC4-5D6E-409C-BE32-E72D297353CC}">
                <c16:uniqueId val="{00000005-F1B9-4813-888C-5DC8FAA56A21}"/>
              </c:ext>
            </c:extLst>
          </c:dPt>
          <c:dPt>
            <c:idx val="5"/>
            <c:invertIfNegative val="0"/>
            <c:bubble3D val="0"/>
            <c:spPr>
              <a:solidFill>
                <a:srgbClr val="9DD4CF"/>
              </a:solidFill>
              <a:ln>
                <a:noFill/>
              </a:ln>
            </c:spPr>
            <c:extLst>
              <c:ext xmlns:c16="http://schemas.microsoft.com/office/drawing/2014/chart" uri="{C3380CC4-5D6E-409C-BE32-E72D297353CC}">
                <c16:uniqueId val="{00000006-F1B9-4813-888C-5DC8FAA56A21}"/>
              </c:ext>
            </c:extLst>
          </c:dPt>
          <c:dLbls>
            <c:dLbl>
              <c:idx val="1"/>
              <c:layout>
                <c:manualLayout>
                  <c:x val="0"/>
                  <c:y val="0"/>
                </c:manualLayout>
              </c:layout>
              <c:numFmt formatCode="#,##0;#,##0" sourceLinked="0"/>
              <c:spPr>
                <a:noFill/>
                <a:ln>
                  <a:noFill/>
                </a:ln>
              </c:spPr>
              <c:txPr>
                <a:bodyPr wrap="none"/>
                <a:lstStyle/>
                <a:p>
                  <a:pPr>
                    <a:defRPr sz="1200" kern="1200">
                      <a:solidFill>
                        <a:schemeClr val="bg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1B9-4813-888C-5DC8FAA56A21}"/>
                </c:ext>
              </c:extLst>
            </c:dLbl>
            <c:dLbl>
              <c:idx val="2"/>
              <c:layout>
                <c:manualLayout>
                  <c:x val="0"/>
                  <c:y val="0"/>
                </c:manualLayout>
              </c:layout>
              <c:numFmt formatCode="#,##0;#,##0" sourceLinked="0"/>
              <c:spPr>
                <a:noFill/>
                <a:ln>
                  <a:noFill/>
                </a:ln>
              </c:spPr>
              <c:txPr>
                <a:bodyPr wrap="none"/>
                <a:lstStyle/>
                <a:p>
                  <a:pPr>
                    <a:defRPr sz="1200" kern="12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1B9-4813-888C-5DC8FAA56A21}"/>
                </c:ext>
              </c:extLst>
            </c:dLbl>
            <c:dLbl>
              <c:idx val="3"/>
              <c:layout>
                <c:manualLayout>
                  <c:x val="0"/>
                  <c:y val="-5.4054054054054057E-2"/>
                </c:manualLayout>
              </c:layout>
              <c:numFmt formatCode="#,##0;#,##0" sourceLinked="0"/>
              <c:spPr>
                <a:noFill/>
                <a:ln>
                  <a:noFill/>
                </a:ln>
              </c:spPr>
              <c:txPr>
                <a:bodyPr wrap="none"/>
                <a:lstStyle/>
                <a:p>
                  <a:pPr>
                    <a:defRPr sz="1200" kern="12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1B9-4813-888C-5DC8FAA56A21}"/>
                </c:ext>
              </c:extLst>
            </c:dLbl>
            <c:dLbl>
              <c:idx val="5"/>
              <c:layout>
                <c:manualLayout>
                  <c:x val="0"/>
                  <c:y val="0"/>
                </c:manualLayout>
              </c:layout>
              <c:numFmt formatCode="#,##0;#,##0" sourceLinked="0"/>
              <c:spPr>
                <a:noFill/>
                <a:ln>
                  <a:noFill/>
                </a:ln>
              </c:spPr>
              <c:txPr>
                <a:bodyPr wrap="none"/>
                <a:lstStyle/>
                <a:p>
                  <a:pPr>
                    <a:defRPr sz="1200" kern="12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F1B9-4813-888C-5DC8FAA56A2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#,##0;#,##0</c:formatCode>
                <c:ptCount val="7"/>
                <c:pt idx="1">
                  <c:v>8257</c:v>
                </c:pt>
                <c:pt idx="2">
                  <c:v>7760</c:v>
                </c:pt>
                <c:pt idx="3">
                  <c:v>1467</c:v>
                </c:pt>
                <c:pt idx="4" formatCode="General">
                  <c:v>3970</c:v>
                </c:pt>
                <c:pt idx="5">
                  <c:v>4557</c:v>
                </c:pt>
              </c:numCache>
            </c:numRef>
          </c:val>
          <c:extLst>
            <c:ext xmlns:c16="http://schemas.microsoft.com/office/drawing/2014/chart" uri="{C3380CC4-5D6E-409C-BE32-E72D297353CC}">
              <c16:uniqueId val="{00000008-F1B9-4813-888C-5DC8FAA56A21}"/>
            </c:ext>
          </c:extLst>
        </c:ser>
        <c:dLbls>
          <c:showLegendKey val="0"/>
          <c:showVal val="0"/>
          <c:showCatName val="0"/>
          <c:showSerName val="0"/>
          <c:showPercent val="0"/>
          <c:showBubbleSize val="0"/>
        </c:dLbls>
        <c:gapWidth val="80"/>
        <c:overlap val="100"/>
        <c:axId val="1571229552"/>
        <c:axId val="1"/>
      </c:barChart>
      <c:catAx>
        <c:axId val="1571229552"/>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1200" kern="1200">
                <a:latin typeface="+mn-lt"/>
                <a:ea typeface="+mn-ea"/>
                <a:cs typeface="Calibri Light"/>
              </a:defRPr>
            </a:pPr>
            <a:endParaRPr lang="en-US"/>
          </a:p>
        </c:txPr>
        <c:crossAx val="1"/>
        <c:crosses val="min"/>
        <c:auto val="0"/>
        <c:lblAlgn val="ctr"/>
        <c:lblOffset val="100"/>
        <c:noMultiLvlLbl val="0"/>
      </c:catAx>
      <c:valAx>
        <c:axId val="1"/>
        <c:scaling>
          <c:orientation val="minMax"/>
          <c:max val="61055"/>
          <c:min val="0"/>
        </c:scaling>
        <c:delete val="1"/>
        <c:axPos val="l"/>
        <c:numFmt formatCode="#,##0;&quot;-&quot;#,##0" sourceLinked="1"/>
        <c:majorTickMark val="out"/>
        <c:minorTickMark val="none"/>
        <c:tickLblPos val="nextTo"/>
        <c:crossAx val="1571229552"/>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499999999999999"/>
          <c:y val="0.13235294117647059"/>
          <c:w val="0.59"/>
          <c:h val="0.73529411764705888"/>
        </c:manualLayout>
      </c:layout>
      <c:barChart>
        <c:barDir val="col"/>
        <c:grouping val="stacked"/>
        <c:varyColors val="0"/>
        <c:ser>
          <c:idx val="0"/>
          <c:order val="0"/>
          <c:spPr>
            <a:solidFill>
              <a:srgbClr val="97999B"/>
            </a:solidFill>
            <a:ln>
              <a:noFill/>
            </a:ln>
          </c:spPr>
          <c:invertIfNegative val="0"/>
          <c:dLbls>
            <c:dLbl>
              <c:idx val="0"/>
              <c:layout>
                <c:manualLayout>
                  <c:x val="0.24428571428571427"/>
                  <c:y val="0"/>
                </c:manualLayout>
              </c:layout>
              <c:numFmt formatCode="#,##0;&quot;-&quot;#,##0" sourceLinked="0"/>
              <c:spPr>
                <a:noFill/>
                <a:ln>
                  <a:noFill/>
                </a:ln>
              </c:spPr>
              <c:txPr>
                <a:bodyPr wrap="none"/>
                <a:lstStyle/>
                <a:p>
                  <a:pPr>
                    <a:defRPr sz="800" kern="1200">
                      <a:solidFill>
                        <a:schemeClr val="tx1"/>
                      </a:solidFill>
                      <a:latin typeface="Verdana"/>
                      <a:ea typeface="Verdan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1D0-44B1-9960-60B247189C4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1388</c:v>
                </c:pt>
              </c:numCache>
            </c:numRef>
          </c:val>
          <c:extLst>
            <c:ext xmlns:c16="http://schemas.microsoft.com/office/drawing/2014/chart" uri="{C3380CC4-5D6E-409C-BE32-E72D297353CC}">
              <c16:uniqueId val="{00000001-C1D0-44B1-9960-60B247189C4C}"/>
            </c:ext>
          </c:extLst>
        </c:ser>
        <c:ser>
          <c:idx val="1"/>
          <c:order val="1"/>
          <c:spPr>
            <a:solidFill>
              <a:srgbClr val="43B02A"/>
            </a:solidFill>
            <a:ln>
              <a:noFill/>
            </a:ln>
          </c:spPr>
          <c:invertIfNegative val="0"/>
          <c:val>
            <c:numRef>
              <c:f>Sheet1!$A$2</c:f>
              <c:numCache>
                <c:formatCode>General</c:formatCode>
                <c:ptCount val="1"/>
                <c:pt idx="0">
                  <c:v>13.819999999999936</c:v>
                </c:pt>
              </c:numCache>
            </c:numRef>
          </c:val>
          <c:extLst>
            <c:ext xmlns:c16="http://schemas.microsoft.com/office/drawing/2014/chart" uri="{C3380CC4-5D6E-409C-BE32-E72D297353CC}">
              <c16:uniqueId val="{00000002-C1D0-44B1-9960-60B247189C4C}"/>
            </c:ext>
          </c:extLst>
        </c:ser>
        <c:ser>
          <c:idx val="2"/>
          <c:order val="2"/>
          <c:spPr>
            <a:solidFill>
              <a:schemeClr val="hlink"/>
            </a:solidFill>
            <a:ln>
              <a:noFill/>
            </a:ln>
          </c:spPr>
          <c:invertIfNegative val="0"/>
          <c:val>
            <c:numRef>
              <c:f>Sheet1!$A$3</c:f>
              <c:numCache>
                <c:formatCode>General</c:formatCode>
                <c:ptCount val="1"/>
                <c:pt idx="0">
                  <c:v>147.20000000000005</c:v>
                </c:pt>
              </c:numCache>
            </c:numRef>
          </c:val>
          <c:extLst>
            <c:ext xmlns:c16="http://schemas.microsoft.com/office/drawing/2014/chart" uri="{C3380CC4-5D6E-409C-BE32-E72D297353CC}">
              <c16:uniqueId val="{00000003-C1D0-44B1-9960-60B247189C4C}"/>
            </c:ext>
          </c:extLst>
        </c:ser>
        <c:ser>
          <c:idx val="3"/>
          <c:order val="3"/>
          <c:spPr>
            <a:solidFill>
              <a:srgbClr val="53565A"/>
            </a:solidFill>
            <a:ln>
              <a:noFill/>
            </a:ln>
          </c:spPr>
          <c:invertIfNegative val="0"/>
          <c:dLbls>
            <c:dLbl>
              <c:idx val="0"/>
              <c:layout>
                <c:manualLayout>
                  <c:x val="0"/>
                  <c:y val="0"/>
                </c:manualLayout>
              </c:layout>
              <c:numFmt formatCode="#,##0;&quot;-&quot;#,##0" sourceLinked="0"/>
              <c:spPr>
                <a:noFill/>
                <a:ln>
                  <a:noFill/>
                </a:ln>
              </c:spPr>
              <c:txPr>
                <a:bodyPr wrap="none"/>
                <a:lstStyle/>
                <a:p>
                  <a:pPr>
                    <a:defRPr sz="800" kern="1200">
                      <a:solidFill>
                        <a:schemeClr val="bg1"/>
                      </a:solidFill>
                      <a:latin typeface="Verdana"/>
                      <a:ea typeface="Verdan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1D0-44B1-9960-60B247189C4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General</c:formatCode>
                <c:ptCount val="1"/>
                <c:pt idx="0">
                  <c:v>6540</c:v>
                </c:pt>
              </c:numCache>
            </c:numRef>
          </c:val>
          <c:extLst>
            <c:ext xmlns:c16="http://schemas.microsoft.com/office/drawing/2014/chart" uri="{C3380CC4-5D6E-409C-BE32-E72D297353CC}">
              <c16:uniqueId val="{00000005-C1D0-44B1-9960-60B247189C4C}"/>
            </c:ext>
          </c:extLst>
        </c:ser>
        <c:dLbls>
          <c:showLegendKey val="0"/>
          <c:showVal val="0"/>
          <c:showCatName val="0"/>
          <c:showSerName val="0"/>
          <c:showPercent val="0"/>
          <c:showBubbleSize val="0"/>
        </c:dLbls>
        <c:gapWidth val="80"/>
        <c:overlap val="100"/>
        <c:axId val="2101840672"/>
        <c:axId val="1"/>
      </c:barChart>
      <c:catAx>
        <c:axId val="2101840672"/>
        <c:scaling>
          <c:orientation val="minMax"/>
        </c:scaling>
        <c:delete val="1"/>
        <c:axPos val="t"/>
        <c:majorTickMark val="out"/>
        <c:minorTickMark val="none"/>
        <c:tickLblPos val="nextTo"/>
        <c:crossAx val="1"/>
        <c:crosses val="min"/>
        <c:auto val="0"/>
        <c:lblAlgn val="ctr"/>
        <c:lblOffset val="100"/>
        <c:noMultiLvlLbl val="0"/>
      </c:catAx>
      <c:valAx>
        <c:axId val="1"/>
        <c:scaling>
          <c:orientation val="maxMin"/>
          <c:max val="8089.02"/>
          <c:min val="0"/>
        </c:scaling>
        <c:delete val="1"/>
        <c:axPos val="l"/>
        <c:numFmt formatCode="General" sourceLinked="1"/>
        <c:majorTickMark val="out"/>
        <c:minorTickMark val="none"/>
        <c:tickLblPos val="nextTo"/>
        <c:crossAx val="2101840672"/>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1.2500351208865388E-2"/>
          <c:y val="0.13990001936229826"/>
          <c:w val="0.96931731976005764"/>
          <c:h val="0.80091151090749868"/>
        </c:manualLayout>
      </c:layout>
      <c:barChart>
        <c:barDir val="col"/>
        <c:grouping val="clustered"/>
        <c:varyColors val="1"/>
        <c:ser>
          <c:idx val="0"/>
          <c:order val="0"/>
          <c:invertIfNegative val="0"/>
          <c:dPt>
            <c:idx val="0"/>
            <c:invertIfNegative val="0"/>
            <c:bubble3D val="0"/>
            <c:spPr>
              <a:solidFill>
                <a:schemeClr val="accent2">
                  <a:tint val="48000"/>
                </a:schemeClr>
              </a:solidFill>
              <a:ln>
                <a:noFill/>
              </a:ln>
              <a:effectLst/>
            </c:spPr>
            <c:extLst>
              <c:ext xmlns:c16="http://schemas.microsoft.com/office/drawing/2014/chart" uri="{C3380CC4-5D6E-409C-BE32-E72D297353CC}">
                <c16:uniqueId val="{00000002-BA7E-427A-9AE6-DD339C58FEE7}"/>
              </c:ext>
            </c:extLst>
          </c:dPt>
          <c:dPt>
            <c:idx val="1"/>
            <c:invertIfNegative val="0"/>
            <c:bubble3D val="0"/>
            <c:spPr>
              <a:solidFill>
                <a:schemeClr val="accent2">
                  <a:tint val="65000"/>
                </a:schemeClr>
              </a:solidFill>
              <a:ln>
                <a:noFill/>
              </a:ln>
              <a:effectLst/>
            </c:spPr>
            <c:extLst>
              <c:ext xmlns:c16="http://schemas.microsoft.com/office/drawing/2014/chart" uri="{C3380CC4-5D6E-409C-BE32-E72D297353CC}">
                <c16:uniqueId val="{00000003-BA7E-427A-9AE6-DD339C58FEE7}"/>
              </c:ext>
            </c:extLst>
          </c:dPt>
          <c:dPt>
            <c:idx val="2"/>
            <c:invertIfNegative val="0"/>
            <c:bubble3D val="0"/>
            <c:spPr>
              <a:solidFill>
                <a:schemeClr val="accent2">
                  <a:tint val="83000"/>
                </a:schemeClr>
              </a:solidFill>
              <a:ln>
                <a:noFill/>
              </a:ln>
              <a:effectLst/>
            </c:spPr>
            <c:extLst>
              <c:ext xmlns:c16="http://schemas.microsoft.com/office/drawing/2014/chart" uri="{C3380CC4-5D6E-409C-BE32-E72D297353CC}">
                <c16:uniqueId val="{00000004-BA7E-427A-9AE6-DD339C58FEE7}"/>
              </c:ext>
            </c:extLst>
          </c:dPt>
          <c:dPt>
            <c:idx val="3"/>
            <c:invertIfNegative val="0"/>
            <c:bubble3D val="0"/>
            <c:spPr>
              <a:solidFill>
                <a:schemeClr val="accent2">
                  <a:shade val="90000"/>
                </a:schemeClr>
              </a:solidFill>
              <a:ln>
                <a:noFill/>
              </a:ln>
              <a:effectLst/>
            </c:spPr>
            <c:extLst>
              <c:ext xmlns:c16="http://schemas.microsoft.com/office/drawing/2014/chart" uri="{C3380CC4-5D6E-409C-BE32-E72D297353CC}">
                <c16:uniqueId val="{00000005-BA7E-427A-9AE6-DD339C58FEE7}"/>
              </c:ext>
            </c:extLst>
          </c:dPt>
          <c:dPt>
            <c:idx val="4"/>
            <c:invertIfNegative val="0"/>
            <c:bubble3D val="0"/>
            <c:spPr>
              <a:solidFill>
                <a:schemeClr val="accent2">
                  <a:shade val="82000"/>
                </a:schemeClr>
              </a:solidFill>
              <a:ln>
                <a:noFill/>
              </a:ln>
              <a:effectLst/>
            </c:spPr>
            <c:extLst>
              <c:ext xmlns:c16="http://schemas.microsoft.com/office/drawing/2014/chart" uri="{C3380CC4-5D6E-409C-BE32-E72D297353CC}">
                <c16:uniqueId val="{00000006-BA7E-427A-9AE6-DD339C58FEE7}"/>
              </c:ext>
            </c:extLst>
          </c:dPt>
          <c:dPt>
            <c:idx val="5"/>
            <c:invertIfNegative val="0"/>
            <c:bubble3D val="0"/>
            <c:spPr>
              <a:solidFill>
                <a:schemeClr val="accent2">
                  <a:shade val="65000"/>
                </a:schemeClr>
              </a:solidFill>
              <a:ln>
                <a:noFill/>
              </a:ln>
              <a:effectLst/>
            </c:spPr>
            <c:extLst>
              <c:ext xmlns:c16="http://schemas.microsoft.com/office/drawing/2014/chart" uri="{C3380CC4-5D6E-409C-BE32-E72D297353CC}">
                <c16:uniqueId val="{00000007-BA7E-427A-9AE6-DD339C58FEE7}"/>
              </c:ext>
            </c:extLst>
          </c:dPt>
          <c:dPt>
            <c:idx val="6"/>
            <c:invertIfNegative val="0"/>
            <c:bubble3D val="0"/>
            <c:spPr>
              <a:solidFill>
                <a:schemeClr val="accent2">
                  <a:shade val="50000"/>
                </a:schemeClr>
              </a:solidFill>
              <a:ln>
                <a:noFill/>
              </a:ln>
              <a:effectLst/>
            </c:spPr>
            <c:extLst>
              <c:ext xmlns:c16="http://schemas.microsoft.com/office/drawing/2014/chart" uri="{C3380CC4-5D6E-409C-BE32-E72D297353CC}">
                <c16:uniqueId val="{00000008-BA7E-427A-9AE6-DD339C58FEE7}"/>
              </c:ext>
            </c:extLst>
          </c:dPt>
          <c:dPt>
            <c:idx val="7"/>
            <c:invertIfNegative val="0"/>
            <c:bubble3D val="0"/>
            <c:spPr>
              <a:solidFill>
                <a:schemeClr val="accent2">
                  <a:shade val="47000"/>
                </a:schemeClr>
              </a:solidFill>
              <a:ln>
                <a:noFill/>
              </a:ln>
              <a:effectLst/>
            </c:spPr>
            <c:extLst>
              <c:ext xmlns:c16="http://schemas.microsoft.com/office/drawing/2014/chart" uri="{C3380CC4-5D6E-409C-BE32-E72D297353CC}">
                <c16:uniqueId val="{0000000F-1B99-49B2-BCF5-04CCA29BFF77}"/>
              </c:ext>
            </c:extLst>
          </c:dPt>
          <c:dPt>
            <c:idx val="8"/>
            <c:invertIfNegative val="0"/>
            <c:bubble3D val="0"/>
            <c:spPr>
              <a:solidFill>
                <a:schemeClr val="accent2">
                  <a:shade val="47000"/>
                </a:schemeClr>
              </a:solidFill>
              <a:ln>
                <a:noFill/>
              </a:ln>
              <a:effectLst/>
            </c:spPr>
            <c:extLst>
              <c:ext xmlns:c16="http://schemas.microsoft.com/office/drawing/2014/chart" uri="{C3380CC4-5D6E-409C-BE32-E72D297353CC}">
                <c16:uniqueId val="{00000011-1B99-49B2-BCF5-04CCA29BFF77}"/>
              </c:ext>
            </c:extLst>
          </c:dPt>
          <c:dPt>
            <c:idx val="9"/>
            <c:invertIfNegative val="0"/>
            <c:bubble3D val="0"/>
            <c:spPr>
              <a:solidFill>
                <a:schemeClr val="accent2">
                  <a:shade val="47000"/>
                </a:schemeClr>
              </a:solidFill>
              <a:ln>
                <a:noFill/>
              </a:ln>
              <a:effectLst/>
            </c:spPr>
            <c:extLst>
              <c:ext xmlns:c16="http://schemas.microsoft.com/office/drawing/2014/chart" uri="{C3380CC4-5D6E-409C-BE32-E72D297353CC}">
                <c16:uniqueId val="{00000013-1B99-49B2-BCF5-04CCA29BFF77}"/>
              </c:ext>
            </c:extLst>
          </c:dPt>
          <c:dPt>
            <c:idx val="10"/>
            <c:invertIfNegative val="0"/>
            <c:bubble3D val="0"/>
            <c:spPr>
              <a:solidFill>
                <a:schemeClr val="accent2">
                  <a:shade val="47000"/>
                </a:schemeClr>
              </a:solidFill>
              <a:ln>
                <a:noFill/>
              </a:ln>
              <a:effectLst/>
            </c:spPr>
            <c:extLst>
              <c:ext xmlns:c16="http://schemas.microsoft.com/office/drawing/2014/chart" uri="{C3380CC4-5D6E-409C-BE32-E72D297353CC}">
                <c16:uniqueId val="{00000015-1B99-49B2-BCF5-04CCA29BFF77}"/>
              </c:ext>
            </c:extLst>
          </c:dPt>
          <c:dPt>
            <c:idx val="11"/>
            <c:invertIfNegative val="0"/>
            <c:bubble3D val="0"/>
            <c:spPr>
              <a:solidFill>
                <a:schemeClr val="accent2">
                  <a:shade val="47000"/>
                </a:schemeClr>
              </a:solidFill>
              <a:ln>
                <a:noFill/>
              </a:ln>
              <a:effectLst/>
            </c:spPr>
            <c:extLst>
              <c:ext xmlns:c16="http://schemas.microsoft.com/office/drawing/2014/chart" uri="{C3380CC4-5D6E-409C-BE32-E72D297353CC}">
                <c16:uniqueId val="{00000000-BA7E-427A-9AE6-DD339C58FEE7}"/>
              </c:ext>
            </c:extLst>
          </c:dPt>
          <c:dLbls>
            <c:dLbl>
              <c:idx val="0"/>
              <c:tx>
                <c:rich>
                  <a:bodyPr/>
                  <a:lstStyle/>
                  <a:p>
                    <a:r>
                      <a:rPr lang="en-US"/>
                      <a:t>1 week</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7.7426608772995273E-2"/>
                      <c:h val="9.6869916202890774E-2"/>
                    </c:manualLayout>
                  </c15:layout>
                  <c15:showDataLabelsRange val="0"/>
                </c:ext>
                <c:ext xmlns:c16="http://schemas.microsoft.com/office/drawing/2014/chart" uri="{C3380CC4-5D6E-409C-BE32-E72D297353CC}">
                  <c16:uniqueId val="{00000002-BA7E-427A-9AE6-DD339C58FEE7}"/>
                </c:ext>
              </c:extLst>
            </c:dLbl>
            <c:dLbl>
              <c:idx val="1"/>
              <c:tx>
                <c:rich>
                  <a:bodyPr/>
                  <a:lstStyle/>
                  <a:p>
                    <a:r>
                      <a:rPr lang="en-US"/>
                      <a:t>3 week(s)</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8.5017980193095796E-2"/>
                      <c:h val="9.246374186896035E-2"/>
                    </c:manualLayout>
                  </c15:layout>
                  <c15:showDataLabelsRange val="0"/>
                </c:ext>
                <c:ext xmlns:c16="http://schemas.microsoft.com/office/drawing/2014/chart" uri="{C3380CC4-5D6E-409C-BE32-E72D297353CC}">
                  <c16:uniqueId val="{00000003-BA7E-427A-9AE6-DD339C58FEE7}"/>
                </c:ext>
              </c:extLst>
            </c:dLbl>
            <c:dLbl>
              <c:idx val="2"/>
              <c:tx>
                <c:rich>
                  <a:bodyPr/>
                  <a:lstStyle/>
                  <a:p>
                    <a:fld id="{3A5EE17B-BE07-499E-BFCF-3730A180FB9B}" type="VALUE">
                      <a:rPr lang="en-US" smtClean="0"/>
                      <a:pPr/>
                      <a:t>[VALUE]</a:t>
                    </a:fld>
                    <a:r>
                      <a:rPr lang="en-US"/>
                      <a:t> week</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BA7E-427A-9AE6-DD339C58FEE7}"/>
                </c:ext>
              </c:extLst>
            </c:dLbl>
            <c:dLbl>
              <c:idx val="3"/>
              <c:tx>
                <c:rich>
                  <a:bodyPr/>
                  <a:lstStyle/>
                  <a:p>
                    <a:r>
                      <a:rPr lang="en-US"/>
                      <a:t>4 week(s)</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A7E-427A-9AE6-DD339C58FEE7}"/>
                </c:ext>
              </c:extLst>
            </c:dLbl>
            <c:dLbl>
              <c:idx val="4"/>
              <c:tx>
                <c:rich>
                  <a:bodyPr/>
                  <a:lstStyle/>
                  <a:p>
                    <a:fld id="{68549E35-6801-429F-A2B8-93E834AC1C74}" type="VALUE">
                      <a:rPr lang="en-US" smtClean="0"/>
                      <a:pPr/>
                      <a:t>[VALUE]</a:t>
                    </a:fld>
                    <a:r>
                      <a:rPr lang="en-US"/>
                      <a:t> week(s)</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BA7E-427A-9AE6-DD339C58FEE7}"/>
                </c:ext>
              </c:extLst>
            </c:dLbl>
            <c:dLbl>
              <c:idx val="5"/>
              <c:tx>
                <c:rich>
                  <a:bodyPr/>
                  <a:lstStyle/>
                  <a:p>
                    <a:fld id="{CEBCB949-160E-4E1B-A309-22036ACCD166}" type="VALUE">
                      <a:rPr lang="en-US" smtClean="0"/>
                      <a:pPr/>
                      <a:t>[VALUE]</a:t>
                    </a:fld>
                    <a:r>
                      <a:rPr lang="en-US"/>
                      <a:t> week(s)</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BA7E-427A-9AE6-DD339C58FEE7}"/>
                </c:ext>
              </c:extLst>
            </c:dLbl>
            <c:spPr>
              <a:no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Inception</c:v>
                </c:pt>
                <c:pt idx="1">
                  <c:v>Discovery Phase for Project Scope and Outline</c:v>
                </c:pt>
                <c:pt idx="2">
                  <c:v>Ideation Workshop</c:v>
                </c:pt>
                <c:pt idx="3">
                  <c:v>Strategy Development</c:v>
                </c:pt>
                <c:pt idx="4">
                  <c:v>Stakeholder Discussion</c:v>
                </c:pt>
                <c:pt idx="5">
                  <c:v>Implementation Strategy</c:v>
                </c:pt>
              </c:strCache>
            </c:strRef>
          </c:cat>
          <c:val>
            <c:numRef>
              <c:f>Sheet1!$B$2:$B$7</c:f>
              <c:numCache>
                <c:formatCode>General</c:formatCode>
                <c:ptCount val="6"/>
                <c:pt idx="0">
                  <c:v>1</c:v>
                </c:pt>
                <c:pt idx="1">
                  <c:v>3</c:v>
                </c:pt>
                <c:pt idx="2">
                  <c:v>1</c:v>
                </c:pt>
                <c:pt idx="3">
                  <c:v>4</c:v>
                </c:pt>
                <c:pt idx="4">
                  <c:v>2</c:v>
                </c:pt>
                <c:pt idx="5">
                  <c:v>3</c:v>
                </c:pt>
              </c:numCache>
            </c:numRef>
          </c:val>
          <c:extLst>
            <c:ext xmlns:c16="http://schemas.microsoft.com/office/drawing/2014/chart" uri="{C3380CC4-5D6E-409C-BE32-E72D297353CC}">
              <c16:uniqueId val="{00000001-BA7E-427A-9AE6-DD339C58FEE7}"/>
            </c:ext>
          </c:extLst>
        </c:ser>
        <c:dLbls>
          <c:showLegendKey val="0"/>
          <c:showVal val="1"/>
          <c:showCatName val="0"/>
          <c:showSerName val="0"/>
          <c:showPercent val="0"/>
          <c:showBubbleSize val="0"/>
        </c:dLbls>
        <c:gapWidth val="150"/>
        <c:axId val="-74266800"/>
        <c:axId val="-74284224"/>
      </c:barChart>
      <c:catAx>
        <c:axId val="-74266800"/>
        <c:scaling>
          <c:orientation val="minMax"/>
        </c:scaling>
        <c:delete val="1"/>
        <c:axPos val="b"/>
        <c:numFmt formatCode="General" sourceLinked="1"/>
        <c:majorTickMark val="none"/>
        <c:minorTickMark val="none"/>
        <c:tickLblPos val="nextTo"/>
        <c:crossAx val="-74284224"/>
        <c:crosses val="autoZero"/>
        <c:auto val="1"/>
        <c:lblAlgn val="ctr"/>
        <c:lblOffset val="100"/>
        <c:noMultiLvlLbl val="0"/>
      </c:catAx>
      <c:valAx>
        <c:axId val="-74284224"/>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74266800"/>
        <c:crosses val="autoZero"/>
        <c:crossBetween val="between"/>
      </c:valAx>
      <c:spPr>
        <a:noFill/>
        <a:ln w="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61F0AE-4296-4F2C-9307-7F8D965C5307}" type="doc">
      <dgm:prSet loTypeId="urn:microsoft.com/office/officeart/2005/8/layout/radial6" loCatId="cycle" qsTypeId="urn:microsoft.com/office/officeart/2005/8/quickstyle/simple1" qsCatId="simple" csTypeId="urn:microsoft.com/office/officeart/2005/8/colors/accent1_1" csCatId="accent1" phldr="1"/>
      <dgm:spPr/>
      <dgm:t>
        <a:bodyPr/>
        <a:lstStyle/>
        <a:p>
          <a:endParaRPr lang="en-US"/>
        </a:p>
      </dgm:t>
    </dgm:pt>
    <dgm:pt modelId="{4A2F71ED-C0FE-4CCB-A6ED-4B03FBB71DFD}">
      <dgm:prSet phldrT="[Text]" custT="1"/>
      <dgm:spPr/>
      <dgm:t>
        <a:bodyPr/>
        <a:lstStyle/>
        <a:p>
          <a:r>
            <a:rPr lang="en-US" sz="1800" b="1"/>
            <a:t>Financial Controls </a:t>
          </a:r>
        </a:p>
      </dgm:t>
    </dgm:pt>
    <dgm:pt modelId="{C4032627-7FF7-4C27-AF9E-6E5CC8262E24}" type="parTrans" cxnId="{7F0E4725-3F9A-4492-ADD6-B6592A0A4094}">
      <dgm:prSet/>
      <dgm:spPr/>
      <dgm:t>
        <a:bodyPr/>
        <a:lstStyle/>
        <a:p>
          <a:endParaRPr lang="en-US"/>
        </a:p>
      </dgm:t>
    </dgm:pt>
    <dgm:pt modelId="{4BD66000-7E6C-46EF-8664-A545378E318B}" type="sibTrans" cxnId="{7F0E4725-3F9A-4492-ADD6-B6592A0A4094}">
      <dgm:prSet/>
      <dgm:spPr/>
      <dgm:t>
        <a:bodyPr/>
        <a:lstStyle/>
        <a:p>
          <a:endParaRPr lang="en-US"/>
        </a:p>
      </dgm:t>
    </dgm:pt>
    <dgm:pt modelId="{D692A514-9365-4E8D-BC57-2E0743E48F42}">
      <dgm:prSet phldrT="[Text]" custT="1">
        <dgm:style>
          <a:lnRef idx="1">
            <a:schemeClr val="accent3"/>
          </a:lnRef>
          <a:fillRef idx="3">
            <a:schemeClr val="accent3"/>
          </a:fillRef>
          <a:effectRef idx="2">
            <a:schemeClr val="accent3"/>
          </a:effectRef>
          <a:fontRef idx="minor">
            <a:schemeClr val="lt1"/>
          </a:fontRef>
        </dgm:style>
      </dgm:prSet>
      <dgm:spPr/>
      <dgm:t>
        <a:bodyPr/>
        <a:lstStyle/>
        <a:p>
          <a:r>
            <a:rPr lang="en-US" sz="1100" b="1">
              <a:solidFill>
                <a:schemeClr val="bg1"/>
              </a:solidFill>
            </a:rPr>
            <a:t>Adherence to Company’s Policies</a:t>
          </a:r>
        </a:p>
      </dgm:t>
    </dgm:pt>
    <dgm:pt modelId="{97F3433D-4F6A-4D9C-95F5-D786BF5D5D50}" type="parTrans" cxnId="{36B144FC-87B2-4452-81A7-8C1DC7F147BD}">
      <dgm:prSet/>
      <dgm:spPr/>
      <dgm:t>
        <a:bodyPr/>
        <a:lstStyle/>
        <a:p>
          <a:endParaRPr lang="en-US"/>
        </a:p>
      </dgm:t>
    </dgm:pt>
    <dgm:pt modelId="{94290E64-79C8-4807-81DD-914CE78A33F4}" type="sibTrans" cxnId="{36B144FC-87B2-4452-81A7-8C1DC7F147BD}">
      <dgm:prSet/>
      <dgm:spPr/>
      <dgm:t>
        <a:bodyPr/>
        <a:lstStyle/>
        <a:p>
          <a:endParaRPr lang="en-US"/>
        </a:p>
      </dgm:t>
    </dgm:pt>
    <dgm:pt modelId="{CA343467-BDFF-4504-8A74-A32C79BAE732}">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1050" b="1">
              <a:solidFill>
                <a:schemeClr val="bg1"/>
              </a:solidFill>
            </a:rPr>
            <a:t>Prevention and detection of Fraud and Errors</a:t>
          </a:r>
        </a:p>
      </dgm:t>
    </dgm:pt>
    <dgm:pt modelId="{9C49D753-437D-48F0-BED8-689052E3BF2C}" type="parTrans" cxnId="{B58EBCAB-C26C-4709-BF0A-0D61DC923CCE}">
      <dgm:prSet/>
      <dgm:spPr/>
      <dgm:t>
        <a:bodyPr/>
        <a:lstStyle/>
        <a:p>
          <a:endParaRPr lang="en-US"/>
        </a:p>
      </dgm:t>
    </dgm:pt>
    <dgm:pt modelId="{35A3B6B6-EF3F-40B0-A3A7-EFF51AF9CD66}" type="sibTrans" cxnId="{B58EBCAB-C26C-4709-BF0A-0D61DC923CCE}">
      <dgm:prSet/>
      <dgm:spPr/>
      <dgm:t>
        <a:bodyPr/>
        <a:lstStyle/>
        <a:p>
          <a:endParaRPr lang="en-US"/>
        </a:p>
      </dgm:t>
    </dgm:pt>
    <dgm:pt modelId="{71F7E770-EA25-4CF7-9570-DD89AFE4669A}">
      <dgm:prSet phldrT="[Text]" custT="1">
        <dgm:style>
          <a:lnRef idx="1">
            <a:schemeClr val="dk1"/>
          </a:lnRef>
          <a:fillRef idx="3">
            <a:schemeClr val="dk1"/>
          </a:fillRef>
          <a:effectRef idx="2">
            <a:schemeClr val="dk1"/>
          </a:effectRef>
          <a:fontRef idx="minor">
            <a:schemeClr val="lt1"/>
          </a:fontRef>
        </dgm:style>
      </dgm:prSet>
      <dgm:spPr>
        <a:solidFill>
          <a:srgbClr val="199B9B"/>
        </a:solidFill>
        <a:ln>
          <a:solidFill>
            <a:srgbClr val="199B9B"/>
          </a:solidFill>
        </a:ln>
      </dgm:spPr>
      <dgm:t>
        <a:bodyPr/>
        <a:lstStyle/>
        <a:p>
          <a:r>
            <a:rPr lang="en-US" sz="1100" b="1">
              <a:solidFill>
                <a:schemeClr val="bg1"/>
              </a:solidFill>
            </a:rPr>
            <a:t>Key Revenue Loss Areas</a:t>
          </a:r>
        </a:p>
      </dgm:t>
    </dgm:pt>
    <dgm:pt modelId="{848A83DE-C499-4346-8D08-6B91EF66EC5D}" type="parTrans" cxnId="{0C477E0B-9A80-4468-9AA7-080030A6FB58}">
      <dgm:prSet/>
      <dgm:spPr/>
      <dgm:t>
        <a:bodyPr/>
        <a:lstStyle/>
        <a:p>
          <a:endParaRPr lang="en-US"/>
        </a:p>
      </dgm:t>
    </dgm:pt>
    <dgm:pt modelId="{0D8A39FD-6CA6-49D0-B56A-BFAFD752FE0C}" type="sibTrans" cxnId="{0C477E0B-9A80-4468-9AA7-080030A6FB58}">
      <dgm:prSet/>
      <dgm:spPr/>
      <dgm:t>
        <a:bodyPr/>
        <a:lstStyle/>
        <a:p>
          <a:endParaRPr lang="en-US"/>
        </a:p>
      </dgm:t>
    </dgm:pt>
    <dgm:pt modelId="{AED59466-B966-4DC4-8D05-9304E38E1A50}">
      <dgm:prSet phldrT="[Text]" custT="1"/>
      <dgm:spPr>
        <a:solidFill>
          <a:srgbClr val="002060"/>
        </a:solidFill>
        <a:ln>
          <a:solidFill>
            <a:srgbClr val="002060"/>
          </a:solidFill>
        </a:ln>
      </dgm:spPr>
      <dgm:t>
        <a:bodyPr/>
        <a:lstStyle/>
        <a:p>
          <a:pPr marL="0" indent="0"/>
          <a:r>
            <a:rPr lang="en-US" sz="1050" b="1">
              <a:solidFill>
                <a:schemeClr val="bg1"/>
              </a:solidFill>
            </a:rPr>
            <a:t>Safeguarding of Assets </a:t>
          </a:r>
        </a:p>
      </dgm:t>
    </dgm:pt>
    <dgm:pt modelId="{8CA9ED42-D288-47E3-A90C-AFD698611FD4}" type="parTrans" cxnId="{FC4EB67B-AAB3-47CE-B270-AD1E642BA36B}">
      <dgm:prSet/>
      <dgm:spPr/>
      <dgm:t>
        <a:bodyPr/>
        <a:lstStyle/>
        <a:p>
          <a:endParaRPr lang="en-US"/>
        </a:p>
      </dgm:t>
    </dgm:pt>
    <dgm:pt modelId="{415595EB-5801-4B9A-95DE-5C1C70F3AACD}" type="sibTrans" cxnId="{FC4EB67B-AAB3-47CE-B270-AD1E642BA36B}">
      <dgm:prSet/>
      <dgm:spPr/>
      <dgm:t>
        <a:bodyPr/>
        <a:lstStyle/>
        <a:p>
          <a:endParaRPr lang="en-US"/>
        </a:p>
      </dgm:t>
    </dgm:pt>
    <dgm:pt modelId="{A3F44C22-8B9B-48FF-8363-0BC6C2AC944C}">
      <dgm:prSet phldrT="[Text]" custT="1">
        <dgm:style>
          <a:lnRef idx="1">
            <a:schemeClr val="accent1"/>
          </a:lnRef>
          <a:fillRef idx="3">
            <a:schemeClr val="accent1"/>
          </a:fillRef>
          <a:effectRef idx="2">
            <a:schemeClr val="accent1"/>
          </a:effectRef>
          <a:fontRef idx="minor">
            <a:schemeClr val="lt1"/>
          </a:fontRef>
        </dgm:style>
      </dgm:prSet>
      <dgm:spPr/>
      <dgm:t>
        <a:bodyPr/>
        <a:lstStyle/>
        <a:p>
          <a:r>
            <a:rPr lang="en-US" sz="1050" b="1">
              <a:solidFill>
                <a:schemeClr val="bg1"/>
              </a:solidFill>
            </a:rPr>
            <a:t>Performance Improvement Targets</a:t>
          </a:r>
        </a:p>
      </dgm:t>
    </dgm:pt>
    <dgm:pt modelId="{D5F0EB4D-83BF-4393-B6CC-DEABE4A54FA9}" type="parTrans" cxnId="{DD27AE93-01CB-4EFB-AD6C-541CEA1B0568}">
      <dgm:prSet/>
      <dgm:spPr/>
      <dgm:t>
        <a:bodyPr/>
        <a:lstStyle/>
        <a:p>
          <a:endParaRPr lang="en-US"/>
        </a:p>
      </dgm:t>
    </dgm:pt>
    <dgm:pt modelId="{10DEA8DA-003C-4A16-B9BA-BAEFF39728D2}" type="sibTrans" cxnId="{DD27AE93-01CB-4EFB-AD6C-541CEA1B0568}">
      <dgm:prSet/>
      <dgm:spPr/>
      <dgm:t>
        <a:bodyPr/>
        <a:lstStyle/>
        <a:p>
          <a:endParaRPr lang="en-US"/>
        </a:p>
      </dgm:t>
    </dgm:pt>
    <dgm:pt modelId="{128C89D5-C59D-4988-80F9-323DD056D8F2}" type="pres">
      <dgm:prSet presAssocID="{BA61F0AE-4296-4F2C-9307-7F8D965C5307}" presName="Name0" presStyleCnt="0">
        <dgm:presLayoutVars>
          <dgm:chMax val="1"/>
          <dgm:dir/>
          <dgm:animLvl val="ctr"/>
          <dgm:resizeHandles val="exact"/>
        </dgm:presLayoutVars>
      </dgm:prSet>
      <dgm:spPr/>
    </dgm:pt>
    <dgm:pt modelId="{032E02BC-1794-4A9E-8E33-902D36C2A40B}" type="pres">
      <dgm:prSet presAssocID="{4A2F71ED-C0FE-4CCB-A6ED-4B03FBB71DFD}" presName="centerShape" presStyleLbl="node0" presStyleIdx="0" presStyleCnt="1"/>
      <dgm:spPr/>
    </dgm:pt>
    <dgm:pt modelId="{05DB0621-E19B-489B-BB31-428A9C5B3D6E}" type="pres">
      <dgm:prSet presAssocID="{D692A514-9365-4E8D-BC57-2E0743E48F42}" presName="node" presStyleLbl="node1" presStyleIdx="0" presStyleCnt="5">
        <dgm:presLayoutVars>
          <dgm:bulletEnabled val="1"/>
        </dgm:presLayoutVars>
      </dgm:prSet>
      <dgm:spPr/>
    </dgm:pt>
    <dgm:pt modelId="{0D348783-22D6-4A75-970F-A57ACED55314}" type="pres">
      <dgm:prSet presAssocID="{D692A514-9365-4E8D-BC57-2E0743E48F42}" presName="dummy" presStyleCnt="0"/>
      <dgm:spPr/>
    </dgm:pt>
    <dgm:pt modelId="{DC526534-CC81-44D7-A0AD-4EF3980D1ECC}" type="pres">
      <dgm:prSet presAssocID="{94290E64-79C8-4807-81DD-914CE78A33F4}" presName="sibTrans" presStyleLbl="sibTrans2D1" presStyleIdx="0" presStyleCnt="5"/>
      <dgm:spPr/>
    </dgm:pt>
    <dgm:pt modelId="{FE4C602B-0B73-42CD-8A49-7913584D9EB3}" type="pres">
      <dgm:prSet presAssocID="{CA343467-BDFF-4504-8A74-A32C79BAE732}" presName="node" presStyleLbl="node1" presStyleIdx="1" presStyleCnt="5">
        <dgm:presLayoutVars>
          <dgm:bulletEnabled val="1"/>
        </dgm:presLayoutVars>
      </dgm:prSet>
      <dgm:spPr/>
    </dgm:pt>
    <dgm:pt modelId="{8B7261A0-C94B-4BFE-B675-9BE887C64811}" type="pres">
      <dgm:prSet presAssocID="{CA343467-BDFF-4504-8A74-A32C79BAE732}" presName="dummy" presStyleCnt="0"/>
      <dgm:spPr/>
    </dgm:pt>
    <dgm:pt modelId="{205EEA85-762E-4AB8-8164-DFED773BDFDB}" type="pres">
      <dgm:prSet presAssocID="{35A3B6B6-EF3F-40B0-A3A7-EFF51AF9CD66}" presName="sibTrans" presStyleLbl="sibTrans2D1" presStyleIdx="1" presStyleCnt="5"/>
      <dgm:spPr/>
    </dgm:pt>
    <dgm:pt modelId="{6168B217-2650-41D7-A08D-08D3740911B4}" type="pres">
      <dgm:prSet presAssocID="{A3F44C22-8B9B-48FF-8363-0BC6C2AC944C}" presName="node" presStyleLbl="node1" presStyleIdx="2" presStyleCnt="5" custScaleX="120114">
        <dgm:presLayoutVars>
          <dgm:bulletEnabled val="1"/>
        </dgm:presLayoutVars>
      </dgm:prSet>
      <dgm:spPr/>
    </dgm:pt>
    <dgm:pt modelId="{33B9A5F3-E11F-4D50-8357-FABC421A1A6A}" type="pres">
      <dgm:prSet presAssocID="{A3F44C22-8B9B-48FF-8363-0BC6C2AC944C}" presName="dummy" presStyleCnt="0"/>
      <dgm:spPr/>
    </dgm:pt>
    <dgm:pt modelId="{FED59111-52B4-408F-A1EA-9D6F9230740F}" type="pres">
      <dgm:prSet presAssocID="{10DEA8DA-003C-4A16-B9BA-BAEFF39728D2}" presName="sibTrans" presStyleLbl="sibTrans2D1" presStyleIdx="2" presStyleCnt="5"/>
      <dgm:spPr/>
    </dgm:pt>
    <dgm:pt modelId="{0C560C42-4195-44E6-9173-F4381C7764A0}" type="pres">
      <dgm:prSet presAssocID="{71F7E770-EA25-4CF7-9570-DD89AFE4669A}" presName="node" presStyleLbl="node1" presStyleIdx="3" presStyleCnt="5">
        <dgm:presLayoutVars>
          <dgm:bulletEnabled val="1"/>
        </dgm:presLayoutVars>
      </dgm:prSet>
      <dgm:spPr/>
    </dgm:pt>
    <dgm:pt modelId="{10306DA1-F75F-4C41-A14E-3A38F51BF6C0}" type="pres">
      <dgm:prSet presAssocID="{71F7E770-EA25-4CF7-9570-DD89AFE4669A}" presName="dummy" presStyleCnt="0"/>
      <dgm:spPr/>
    </dgm:pt>
    <dgm:pt modelId="{740A7D95-5396-4886-B23B-FE9A52638E39}" type="pres">
      <dgm:prSet presAssocID="{0D8A39FD-6CA6-49D0-B56A-BFAFD752FE0C}" presName="sibTrans" presStyleLbl="sibTrans2D1" presStyleIdx="3" presStyleCnt="5"/>
      <dgm:spPr/>
    </dgm:pt>
    <dgm:pt modelId="{F3E3715F-1AE3-4EBC-80CC-2539DB40B0EE}" type="pres">
      <dgm:prSet presAssocID="{AED59466-B966-4DC4-8D05-9304E38E1A50}" presName="node" presStyleLbl="node1" presStyleIdx="4" presStyleCnt="5" custScaleX="122880" custScaleY="98944">
        <dgm:presLayoutVars>
          <dgm:bulletEnabled val="1"/>
        </dgm:presLayoutVars>
      </dgm:prSet>
      <dgm:spPr/>
    </dgm:pt>
    <dgm:pt modelId="{CE3FE4D8-D657-45A8-A3F4-86CA33FCBA19}" type="pres">
      <dgm:prSet presAssocID="{AED59466-B966-4DC4-8D05-9304E38E1A50}" presName="dummy" presStyleCnt="0"/>
      <dgm:spPr/>
    </dgm:pt>
    <dgm:pt modelId="{F458A399-67C2-4981-9F80-2E0CF5C00FB6}" type="pres">
      <dgm:prSet presAssocID="{415595EB-5801-4B9A-95DE-5C1C70F3AACD}" presName="sibTrans" presStyleLbl="sibTrans2D1" presStyleIdx="4" presStyleCnt="5"/>
      <dgm:spPr/>
    </dgm:pt>
  </dgm:ptLst>
  <dgm:cxnLst>
    <dgm:cxn modelId="{DDF37504-59C4-43B3-B0C9-477D5AFF7ED0}" type="presOf" srcId="{BA61F0AE-4296-4F2C-9307-7F8D965C5307}" destId="{128C89D5-C59D-4988-80F9-323DD056D8F2}" srcOrd="0" destOrd="0" presId="urn:microsoft.com/office/officeart/2005/8/layout/radial6"/>
    <dgm:cxn modelId="{0C477E0B-9A80-4468-9AA7-080030A6FB58}" srcId="{4A2F71ED-C0FE-4CCB-A6ED-4B03FBB71DFD}" destId="{71F7E770-EA25-4CF7-9570-DD89AFE4669A}" srcOrd="3" destOrd="0" parTransId="{848A83DE-C499-4346-8D08-6B91EF66EC5D}" sibTransId="{0D8A39FD-6CA6-49D0-B56A-BFAFD752FE0C}"/>
    <dgm:cxn modelId="{394E6917-9C0A-4173-B91F-7FEBC660617C}" type="presOf" srcId="{415595EB-5801-4B9A-95DE-5C1C70F3AACD}" destId="{F458A399-67C2-4981-9F80-2E0CF5C00FB6}" srcOrd="0" destOrd="0" presId="urn:microsoft.com/office/officeart/2005/8/layout/radial6"/>
    <dgm:cxn modelId="{7F0E4725-3F9A-4492-ADD6-B6592A0A4094}" srcId="{BA61F0AE-4296-4F2C-9307-7F8D965C5307}" destId="{4A2F71ED-C0FE-4CCB-A6ED-4B03FBB71DFD}" srcOrd="0" destOrd="0" parTransId="{C4032627-7FF7-4C27-AF9E-6E5CC8262E24}" sibTransId="{4BD66000-7E6C-46EF-8664-A545378E318B}"/>
    <dgm:cxn modelId="{F076D632-794E-46CC-B891-ABD32E187A3D}" type="presOf" srcId="{35A3B6B6-EF3F-40B0-A3A7-EFF51AF9CD66}" destId="{205EEA85-762E-4AB8-8164-DFED773BDFDB}" srcOrd="0" destOrd="0" presId="urn:microsoft.com/office/officeart/2005/8/layout/radial6"/>
    <dgm:cxn modelId="{0986204B-D55E-41B4-8050-C114D756B00A}" type="presOf" srcId="{CA343467-BDFF-4504-8A74-A32C79BAE732}" destId="{FE4C602B-0B73-42CD-8A49-7913584D9EB3}" srcOrd="0" destOrd="0" presId="urn:microsoft.com/office/officeart/2005/8/layout/radial6"/>
    <dgm:cxn modelId="{8C916050-2EDB-4CEB-9698-57091304B29C}" type="presOf" srcId="{71F7E770-EA25-4CF7-9570-DD89AFE4669A}" destId="{0C560C42-4195-44E6-9173-F4381C7764A0}" srcOrd="0" destOrd="0" presId="urn:microsoft.com/office/officeart/2005/8/layout/radial6"/>
    <dgm:cxn modelId="{774ACC56-77BE-4253-9936-FB578E808098}" type="presOf" srcId="{AED59466-B966-4DC4-8D05-9304E38E1A50}" destId="{F3E3715F-1AE3-4EBC-80CC-2539DB40B0EE}" srcOrd="0" destOrd="0" presId="urn:microsoft.com/office/officeart/2005/8/layout/radial6"/>
    <dgm:cxn modelId="{FB77147A-2AE1-4724-9927-EA3C4196FB5D}" type="presOf" srcId="{94290E64-79C8-4807-81DD-914CE78A33F4}" destId="{DC526534-CC81-44D7-A0AD-4EF3980D1ECC}" srcOrd="0" destOrd="0" presId="urn:microsoft.com/office/officeart/2005/8/layout/radial6"/>
    <dgm:cxn modelId="{C56E4D7B-6897-41AF-8AA3-110C4CE33671}" type="presOf" srcId="{0D8A39FD-6CA6-49D0-B56A-BFAFD752FE0C}" destId="{740A7D95-5396-4886-B23B-FE9A52638E39}" srcOrd="0" destOrd="0" presId="urn:microsoft.com/office/officeart/2005/8/layout/radial6"/>
    <dgm:cxn modelId="{FC4EB67B-AAB3-47CE-B270-AD1E642BA36B}" srcId="{4A2F71ED-C0FE-4CCB-A6ED-4B03FBB71DFD}" destId="{AED59466-B966-4DC4-8D05-9304E38E1A50}" srcOrd="4" destOrd="0" parTransId="{8CA9ED42-D288-47E3-A90C-AFD698611FD4}" sibTransId="{415595EB-5801-4B9A-95DE-5C1C70F3AACD}"/>
    <dgm:cxn modelId="{DD27AE93-01CB-4EFB-AD6C-541CEA1B0568}" srcId="{4A2F71ED-C0FE-4CCB-A6ED-4B03FBB71DFD}" destId="{A3F44C22-8B9B-48FF-8363-0BC6C2AC944C}" srcOrd="2" destOrd="0" parTransId="{D5F0EB4D-83BF-4393-B6CC-DEABE4A54FA9}" sibTransId="{10DEA8DA-003C-4A16-B9BA-BAEFF39728D2}"/>
    <dgm:cxn modelId="{B58EBCAB-C26C-4709-BF0A-0D61DC923CCE}" srcId="{4A2F71ED-C0FE-4CCB-A6ED-4B03FBB71DFD}" destId="{CA343467-BDFF-4504-8A74-A32C79BAE732}" srcOrd="1" destOrd="0" parTransId="{9C49D753-437D-48F0-BED8-689052E3BF2C}" sibTransId="{35A3B6B6-EF3F-40B0-A3A7-EFF51AF9CD66}"/>
    <dgm:cxn modelId="{CA73FBB9-100F-4786-B040-54BEC9C50515}" type="presOf" srcId="{A3F44C22-8B9B-48FF-8363-0BC6C2AC944C}" destId="{6168B217-2650-41D7-A08D-08D3740911B4}" srcOrd="0" destOrd="0" presId="urn:microsoft.com/office/officeart/2005/8/layout/radial6"/>
    <dgm:cxn modelId="{8AC688C1-B54F-4D0A-8ABA-EA655C156651}" type="presOf" srcId="{4A2F71ED-C0FE-4CCB-A6ED-4B03FBB71DFD}" destId="{032E02BC-1794-4A9E-8E33-902D36C2A40B}" srcOrd="0" destOrd="0" presId="urn:microsoft.com/office/officeart/2005/8/layout/radial6"/>
    <dgm:cxn modelId="{BD7D96D2-CE18-4FFC-A4CE-EC98C9B8E08C}" type="presOf" srcId="{10DEA8DA-003C-4A16-B9BA-BAEFF39728D2}" destId="{FED59111-52B4-408F-A1EA-9D6F9230740F}" srcOrd="0" destOrd="0" presId="urn:microsoft.com/office/officeart/2005/8/layout/radial6"/>
    <dgm:cxn modelId="{2E39A0F4-6ECA-4930-BED4-074C1AE43C92}" type="presOf" srcId="{D692A514-9365-4E8D-BC57-2E0743E48F42}" destId="{05DB0621-E19B-489B-BB31-428A9C5B3D6E}" srcOrd="0" destOrd="0" presId="urn:microsoft.com/office/officeart/2005/8/layout/radial6"/>
    <dgm:cxn modelId="{36B144FC-87B2-4452-81A7-8C1DC7F147BD}" srcId="{4A2F71ED-C0FE-4CCB-A6ED-4B03FBB71DFD}" destId="{D692A514-9365-4E8D-BC57-2E0743E48F42}" srcOrd="0" destOrd="0" parTransId="{97F3433D-4F6A-4D9C-95F5-D786BF5D5D50}" sibTransId="{94290E64-79C8-4807-81DD-914CE78A33F4}"/>
    <dgm:cxn modelId="{6165D0C2-C0FF-4F22-8CE2-B54AD0CC7F53}" type="presParOf" srcId="{128C89D5-C59D-4988-80F9-323DD056D8F2}" destId="{032E02BC-1794-4A9E-8E33-902D36C2A40B}" srcOrd="0" destOrd="0" presId="urn:microsoft.com/office/officeart/2005/8/layout/radial6"/>
    <dgm:cxn modelId="{9B51BCAE-DBB1-4395-BB0E-86349D19850C}" type="presParOf" srcId="{128C89D5-C59D-4988-80F9-323DD056D8F2}" destId="{05DB0621-E19B-489B-BB31-428A9C5B3D6E}" srcOrd="1" destOrd="0" presId="urn:microsoft.com/office/officeart/2005/8/layout/radial6"/>
    <dgm:cxn modelId="{344CECD9-D429-455C-8BD2-F389EBAA2B7C}" type="presParOf" srcId="{128C89D5-C59D-4988-80F9-323DD056D8F2}" destId="{0D348783-22D6-4A75-970F-A57ACED55314}" srcOrd="2" destOrd="0" presId="urn:microsoft.com/office/officeart/2005/8/layout/radial6"/>
    <dgm:cxn modelId="{F8BBB727-2173-4F72-8C1D-65C931369B97}" type="presParOf" srcId="{128C89D5-C59D-4988-80F9-323DD056D8F2}" destId="{DC526534-CC81-44D7-A0AD-4EF3980D1ECC}" srcOrd="3" destOrd="0" presId="urn:microsoft.com/office/officeart/2005/8/layout/radial6"/>
    <dgm:cxn modelId="{80BD25EB-517A-4ED4-8EB8-C8DAF15D4303}" type="presParOf" srcId="{128C89D5-C59D-4988-80F9-323DD056D8F2}" destId="{FE4C602B-0B73-42CD-8A49-7913584D9EB3}" srcOrd="4" destOrd="0" presId="urn:microsoft.com/office/officeart/2005/8/layout/radial6"/>
    <dgm:cxn modelId="{B980D371-B780-48A9-8C11-16AF4AD465A0}" type="presParOf" srcId="{128C89D5-C59D-4988-80F9-323DD056D8F2}" destId="{8B7261A0-C94B-4BFE-B675-9BE887C64811}" srcOrd="5" destOrd="0" presId="urn:microsoft.com/office/officeart/2005/8/layout/radial6"/>
    <dgm:cxn modelId="{2B758AC2-45C0-48EE-9958-6CB5B516813E}" type="presParOf" srcId="{128C89D5-C59D-4988-80F9-323DD056D8F2}" destId="{205EEA85-762E-4AB8-8164-DFED773BDFDB}" srcOrd="6" destOrd="0" presId="urn:microsoft.com/office/officeart/2005/8/layout/radial6"/>
    <dgm:cxn modelId="{4088C725-B957-421D-9D4A-BC2BFC4CDDAC}" type="presParOf" srcId="{128C89D5-C59D-4988-80F9-323DD056D8F2}" destId="{6168B217-2650-41D7-A08D-08D3740911B4}" srcOrd="7" destOrd="0" presId="urn:microsoft.com/office/officeart/2005/8/layout/radial6"/>
    <dgm:cxn modelId="{2089716C-2AC4-4A10-A131-ED2600B819E4}" type="presParOf" srcId="{128C89D5-C59D-4988-80F9-323DD056D8F2}" destId="{33B9A5F3-E11F-4D50-8357-FABC421A1A6A}" srcOrd="8" destOrd="0" presId="urn:microsoft.com/office/officeart/2005/8/layout/radial6"/>
    <dgm:cxn modelId="{B5EA5D7F-7876-4773-88FE-4A65A0460A81}" type="presParOf" srcId="{128C89D5-C59D-4988-80F9-323DD056D8F2}" destId="{FED59111-52B4-408F-A1EA-9D6F9230740F}" srcOrd="9" destOrd="0" presId="urn:microsoft.com/office/officeart/2005/8/layout/radial6"/>
    <dgm:cxn modelId="{F107447D-5AF2-436D-911A-EB0F4D1FDDE3}" type="presParOf" srcId="{128C89D5-C59D-4988-80F9-323DD056D8F2}" destId="{0C560C42-4195-44E6-9173-F4381C7764A0}" srcOrd="10" destOrd="0" presId="urn:microsoft.com/office/officeart/2005/8/layout/radial6"/>
    <dgm:cxn modelId="{2B319FA7-82DB-4950-9FF0-8A8EBFB9EEA3}" type="presParOf" srcId="{128C89D5-C59D-4988-80F9-323DD056D8F2}" destId="{10306DA1-F75F-4C41-A14E-3A38F51BF6C0}" srcOrd="11" destOrd="0" presId="urn:microsoft.com/office/officeart/2005/8/layout/radial6"/>
    <dgm:cxn modelId="{749B627D-3A82-4AD5-9667-C0E9F00BB531}" type="presParOf" srcId="{128C89D5-C59D-4988-80F9-323DD056D8F2}" destId="{740A7D95-5396-4886-B23B-FE9A52638E39}" srcOrd="12" destOrd="0" presId="urn:microsoft.com/office/officeart/2005/8/layout/radial6"/>
    <dgm:cxn modelId="{83C2D937-8F00-49AE-A51A-16CE6AC8F59D}" type="presParOf" srcId="{128C89D5-C59D-4988-80F9-323DD056D8F2}" destId="{F3E3715F-1AE3-4EBC-80CC-2539DB40B0EE}" srcOrd="13" destOrd="0" presId="urn:microsoft.com/office/officeart/2005/8/layout/radial6"/>
    <dgm:cxn modelId="{B12347DB-E80E-4E15-AB67-0E9D295C20E9}" type="presParOf" srcId="{128C89D5-C59D-4988-80F9-323DD056D8F2}" destId="{CE3FE4D8-D657-45A8-A3F4-86CA33FCBA19}" srcOrd="14" destOrd="0" presId="urn:microsoft.com/office/officeart/2005/8/layout/radial6"/>
    <dgm:cxn modelId="{27C19E8D-4D2B-4298-836B-5CC2DE4F20CE}" type="presParOf" srcId="{128C89D5-C59D-4988-80F9-323DD056D8F2}" destId="{F458A399-67C2-4981-9F80-2E0CF5C00FB6}" srcOrd="15" destOrd="0" presId="urn:microsoft.com/office/officeart/2005/8/layout/radial6"/>
  </dgm:cxnLst>
  <dgm:bg>
    <a:noFill/>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58A399-67C2-4981-9F80-2E0CF5C00FB6}">
      <dsp:nvSpPr>
        <dsp:cNvPr id="0" name=""/>
        <dsp:cNvSpPr/>
      </dsp:nvSpPr>
      <dsp:spPr>
        <a:xfrm>
          <a:off x="540097" y="454786"/>
          <a:ext cx="3040033" cy="3040033"/>
        </a:xfrm>
        <a:prstGeom prst="blockArc">
          <a:avLst>
            <a:gd name="adj1" fmla="val 11880000"/>
            <a:gd name="adj2" fmla="val 1620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40A7D95-5396-4886-B23B-FE9A52638E39}">
      <dsp:nvSpPr>
        <dsp:cNvPr id="0" name=""/>
        <dsp:cNvSpPr/>
      </dsp:nvSpPr>
      <dsp:spPr>
        <a:xfrm>
          <a:off x="540097" y="454786"/>
          <a:ext cx="3040033" cy="3040033"/>
        </a:xfrm>
        <a:prstGeom prst="blockArc">
          <a:avLst>
            <a:gd name="adj1" fmla="val 7560000"/>
            <a:gd name="adj2" fmla="val 1188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ED59111-52B4-408F-A1EA-9D6F9230740F}">
      <dsp:nvSpPr>
        <dsp:cNvPr id="0" name=""/>
        <dsp:cNvSpPr/>
      </dsp:nvSpPr>
      <dsp:spPr>
        <a:xfrm>
          <a:off x="540097" y="454786"/>
          <a:ext cx="3040033" cy="3040033"/>
        </a:xfrm>
        <a:prstGeom prst="blockArc">
          <a:avLst>
            <a:gd name="adj1" fmla="val 3240000"/>
            <a:gd name="adj2" fmla="val 756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05EEA85-762E-4AB8-8164-DFED773BDFDB}">
      <dsp:nvSpPr>
        <dsp:cNvPr id="0" name=""/>
        <dsp:cNvSpPr/>
      </dsp:nvSpPr>
      <dsp:spPr>
        <a:xfrm>
          <a:off x="540097" y="454786"/>
          <a:ext cx="3040033" cy="3040033"/>
        </a:xfrm>
        <a:prstGeom prst="blockArc">
          <a:avLst>
            <a:gd name="adj1" fmla="val 20520000"/>
            <a:gd name="adj2" fmla="val 324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C526534-CC81-44D7-A0AD-4EF3980D1ECC}">
      <dsp:nvSpPr>
        <dsp:cNvPr id="0" name=""/>
        <dsp:cNvSpPr/>
      </dsp:nvSpPr>
      <dsp:spPr>
        <a:xfrm>
          <a:off x="540097" y="454786"/>
          <a:ext cx="3040033" cy="3040033"/>
        </a:xfrm>
        <a:prstGeom prst="blockArc">
          <a:avLst>
            <a:gd name="adj1" fmla="val 16200000"/>
            <a:gd name="adj2" fmla="val 20520000"/>
            <a:gd name="adj3" fmla="val 463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32E02BC-1794-4A9E-8E33-902D36C2A40B}">
      <dsp:nvSpPr>
        <dsp:cNvPr id="0" name=""/>
        <dsp:cNvSpPr/>
      </dsp:nvSpPr>
      <dsp:spPr>
        <a:xfrm>
          <a:off x="1361397" y="1276086"/>
          <a:ext cx="1397432" cy="1397432"/>
        </a:xfrm>
        <a:prstGeom prst="ellipse">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a:t>Financial Controls </a:t>
          </a:r>
        </a:p>
      </dsp:txBody>
      <dsp:txXfrm>
        <a:off x="1566046" y="1480735"/>
        <a:ext cx="988134" cy="988134"/>
      </dsp:txXfrm>
    </dsp:sp>
    <dsp:sp modelId="{05DB0621-E19B-489B-BB31-428A9C5B3D6E}">
      <dsp:nvSpPr>
        <dsp:cNvPr id="0" name=""/>
        <dsp:cNvSpPr/>
      </dsp:nvSpPr>
      <dsp:spPr>
        <a:xfrm>
          <a:off x="1571012" y="900"/>
          <a:ext cx="978202" cy="978202"/>
        </a:xfrm>
        <a:prstGeom prst="ellipse">
          <a:avLst/>
        </a:prstGeom>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w="9525" cap="flat" cmpd="sng" algn="ctr">
          <a:solidFill>
            <a:schemeClr val="accent3">
              <a:shade val="95000"/>
              <a:satMod val="105000"/>
            </a:schemeClr>
          </a:solidFill>
          <a:prstDash val="solid"/>
        </a:ln>
        <a:effectLst>
          <a:outerShdw blurRad="40000" dist="23000" dir="5400000" rotWithShape="0">
            <a:srgbClr val="000000">
              <a:alpha val="35000"/>
            </a:srgbClr>
          </a:outerShdw>
        </a:effectLst>
      </dsp:spPr>
      <dsp:style>
        <a:lnRef idx="1">
          <a:schemeClr val="accent3"/>
        </a:lnRef>
        <a:fillRef idx="3">
          <a:schemeClr val="accent3"/>
        </a:fillRef>
        <a:effectRef idx="2">
          <a:schemeClr val="accent3"/>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a:solidFill>
                <a:schemeClr val="bg1"/>
              </a:solidFill>
            </a:rPr>
            <a:t>Adherence to Company’s Policies</a:t>
          </a:r>
        </a:p>
      </dsp:txBody>
      <dsp:txXfrm>
        <a:off x="1714266" y="144154"/>
        <a:ext cx="691694" cy="691694"/>
      </dsp:txXfrm>
    </dsp:sp>
    <dsp:sp modelId="{FE4C602B-0B73-42CD-8A49-7913584D9EB3}">
      <dsp:nvSpPr>
        <dsp:cNvPr id="0" name=""/>
        <dsp:cNvSpPr/>
      </dsp:nvSpPr>
      <dsp:spPr>
        <a:xfrm>
          <a:off x="2983142" y="1026872"/>
          <a:ext cx="978202" cy="978202"/>
        </a:xfrm>
        <a:prstGeom prst="ellipse">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a:solidFill>
                <a:schemeClr val="bg1"/>
              </a:solidFill>
            </a:rPr>
            <a:t>Prevention and detection of Fraud and Errors</a:t>
          </a:r>
        </a:p>
      </dsp:txBody>
      <dsp:txXfrm>
        <a:off x="3126396" y="1170126"/>
        <a:ext cx="691694" cy="691694"/>
      </dsp:txXfrm>
    </dsp:sp>
    <dsp:sp modelId="{6168B217-2650-41D7-A08D-08D3740911B4}">
      <dsp:nvSpPr>
        <dsp:cNvPr id="0" name=""/>
        <dsp:cNvSpPr/>
      </dsp:nvSpPr>
      <dsp:spPr>
        <a:xfrm>
          <a:off x="2345378" y="2686931"/>
          <a:ext cx="1174958" cy="978202"/>
        </a:xfrm>
        <a:prstGeom prst="ellipse">
          <a:avLst/>
        </a:prstGeom>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cap="flat" cmpd="sng" algn="ctr">
          <a:solidFill>
            <a:schemeClr val="accent1">
              <a:shade val="95000"/>
              <a:satMod val="105000"/>
            </a:schemeClr>
          </a:solidFill>
          <a:prstDash val="solid"/>
        </a:ln>
        <a:effectLst>
          <a:outerShdw blurRad="40000" dist="23000" dir="5400000" rotWithShape="0">
            <a:srgbClr val="000000">
              <a:alpha val="35000"/>
            </a:srgbClr>
          </a:outerShdw>
        </a:effectLst>
      </dsp:spPr>
      <dsp:style>
        <a:lnRef idx="1">
          <a:schemeClr val="accent1"/>
        </a:lnRef>
        <a:fillRef idx="3">
          <a:schemeClr val="accent1"/>
        </a:fillRef>
        <a:effectRef idx="2">
          <a:schemeClr val="accent1"/>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a:solidFill>
                <a:schemeClr val="bg1"/>
              </a:solidFill>
            </a:rPr>
            <a:t>Performance Improvement Targets</a:t>
          </a:r>
        </a:p>
      </dsp:txBody>
      <dsp:txXfrm>
        <a:off x="2517447" y="2830185"/>
        <a:ext cx="830820" cy="691694"/>
      </dsp:txXfrm>
    </dsp:sp>
    <dsp:sp modelId="{0C560C42-4195-44E6-9173-F4381C7764A0}">
      <dsp:nvSpPr>
        <dsp:cNvPr id="0" name=""/>
        <dsp:cNvSpPr/>
      </dsp:nvSpPr>
      <dsp:spPr>
        <a:xfrm>
          <a:off x="698268" y="2686931"/>
          <a:ext cx="978202" cy="978202"/>
        </a:xfrm>
        <a:prstGeom prst="ellipse">
          <a:avLst/>
        </a:prstGeom>
        <a:solidFill>
          <a:srgbClr val="199B9B"/>
        </a:solidFill>
        <a:ln w="9525" cap="flat" cmpd="sng" algn="ctr">
          <a:solidFill>
            <a:srgbClr val="199B9B"/>
          </a:solidFill>
          <a:prstDash val="solid"/>
        </a:ln>
        <a:effectLst>
          <a:outerShdw blurRad="40000" dist="23000" dir="5400000" rotWithShape="0">
            <a:srgbClr val="000000">
              <a:alpha val="35000"/>
            </a:srgbClr>
          </a:outerShdw>
        </a:effectLst>
      </dsp:spPr>
      <dsp:style>
        <a:lnRef idx="1">
          <a:schemeClr val="dk1"/>
        </a:lnRef>
        <a:fillRef idx="3">
          <a:schemeClr val="dk1"/>
        </a:fillRef>
        <a:effectRef idx="2">
          <a:schemeClr val="dk1"/>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a:solidFill>
                <a:schemeClr val="bg1"/>
              </a:solidFill>
            </a:rPr>
            <a:t>Key Revenue Loss Areas</a:t>
          </a:r>
        </a:p>
      </dsp:txBody>
      <dsp:txXfrm>
        <a:off x="841522" y="2830185"/>
        <a:ext cx="691694" cy="691694"/>
      </dsp:txXfrm>
    </dsp:sp>
    <dsp:sp modelId="{F3E3715F-1AE3-4EBC-80CC-2539DB40B0EE}">
      <dsp:nvSpPr>
        <dsp:cNvPr id="0" name=""/>
        <dsp:cNvSpPr/>
      </dsp:nvSpPr>
      <dsp:spPr>
        <a:xfrm>
          <a:off x="46976" y="1032037"/>
          <a:ext cx="1202015" cy="967872"/>
        </a:xfrm>
        <a:prstGeom prst="ellipse">
          <a:avLst/>
        </a:prstGeom>
        <a:solidFill>
          <a:srgbClr val="002060"/>
        </a:solidFill>
        <a:ln w="25400" cap="flat" cmpd="sng" algn="ctr">
          <a:solidFill>
            <a:srgbClr val="00206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a:solidFill>
                <a:schemeClr val="bg1"/>
              </a:solidFill>
            </a:rPr>
            <a:t>Safeguarding of Assets </a:t>
          </a:r>
        </a:p>
      </dsp:txBody>
      <dsp:txXfrm>
        <a:off x="223007" y="1173779"/>
        <a:ext cx="849953" cy="684388"/>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65E31-F2C7-452E-AAF0-EEC4157B9CED}"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D044BE-11C7-4C57-A70A-A3F7098084E8}" type="slidenum">
              <a:rPr lang="en-US" smtClean="0"/>
              <a:t>‹#›</a:t>
            </a:fld>
            <a:endParaRPr lang="en-US"/>
          </a:p>
        </p:txBody>
      </p:sp>
    </p:spTree>
    <p:extLst>
      <p:ext uri="{BB962C8B-B14F-4D97-AF65-F5344CB8AC3E}">
        <p14:creationId xmlns:p14="http://schemas.microsoft.com/office/powerpoint/2010/main" val="1981098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4352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IN" sz="160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29727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Socio-economic-commercial organisation helping Easter region primarily and nation at large. Proud org, with lot of achievements over the years, but lot of accolades during recent years and the org transform itself in areas of generation PLF, Transmission availability, internal efficiency, high bond rated transiting to one of best </a:t>
            </a:r>
            <a:r>
              <a:rPr lang="en-IN" err="1"/>
              <a:t>psu</a:t>
            </a:r>
            <a:r>
              <a:rPr lang="en-IN"/>
              <a:t>. </a:t>
            </a:r>
          </a:p>
          <a:p>
            <a:r>
              <a:rPr lang="en-IN"/>
              <a:t>But most importantly, the turnaround story of DVC over the last 4-5 years after years of being in red. Doubling revenue, improving operational and commercial efficiency, improving financially with cash covers providing confidence to its stakeholder for the vision it has. </a:t>
            </a:r>
          </a:p>
          <a:p>
            <a:r>
              <a:rPr lang="en-IN"/>
              <a:t>6700 MW of total installed capacity (Excluding JVs)</a:t>
            </a:r>
          </a:p>
          <a:p>
            <a:r>
              <a:rPr lang="en-IN"/>
              <a:t>Source for financial ratios – DVC Annual Reports for FY 2014-15 and FY 2023-24</a:t>
            </a:r>
          </a:p>
          <a:p>
            <a:endParaRPr lang="en-IN"/>
          </a:p>
        </p:txBody>
      </p:sp>
      <p:sp>
        <p:nvSpPr>
          <p:cNvPr id="4" name="Slide Number Placeholder 3"/>
          <p:cNvSpPr>
            <a:spLocks noGrp="1"/>
          </p:cNvSpPr>
          <p:nvPr>
            <p:ph type="sldNum" sz="quarter" idx="5"/>
          </p:nvPr>
        </p:nvSpPr>
        <p:spPr/>
        <p:txBody>
          <a:bodyPr/>
          <a:lstStyle/>
          <a:p>
            <a:fld id="{ECD044BE-11C7-4C57-A70A-A3F7098084E8}" type="slidenum">
              <a:rPr lang="en-US" smtClean="0"/>
              <a:t>5</a:t>
            </a:fld>
            <a:endParaRPr lang="en-US"/>
          </a:p>
        </p:txBody>
      </p:sp>
    </p:spTree>
    <p:extLst>
      <p:ext uri="{BB962C8B-B14F-4D97-AF65-F5344CB8AC3E}">
        <p14:creationId xmlns:p14="http://schemas.microsoft.com/office/powerpoint/2010/main" val="200276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DVC vision include to be a leader in power sector and to abide by the promises it has by mandate. One of the talked about aspirations to be become a 15GW + </a:t>
            </a:r>
          </a:p>
          <a:p>
            <a:r>
              <a:rPr lang="en-US"/>
              <a:t>Doubling capacity 15GW, staying profitable both and cash to investment, Doubling the asset base 65k to another 65k. You also have a ancillary targets like Decarbonization goals </a:t>
            </a:r>
          </a:p>
          <a:p>
            <a:r>
              <a:rPr lang="en-US"/>
              <a:t>company keeping other mandates like decarb (so its portfolio to be green at least by 25%), sustainable growth with margins improved and most importantly efficient and effective company.  </a:t>
            </a:r>
          </a:p>
          <a:p>
            <a:r>
              <a:rPr lang="en-US" b="1"/>
              <a:t>Strategy</a:t>
            </a:r>
            <a:r>
              <a:rPr lang="en-US"/>
              <a:t> – Value unlock and enhancement; Top line improvement; Profitable; Capacity augmentation; Resource mobilization; Risk and control</a:t>
            </a:r>
          </a:p>
          <a:p>
            <a:endParaRPr lang="en-US"/>
          </a:p>
          <a:p>
            <a:r>
              <a:rPr lang="en-US"/>
              <a:t>Growth, decarb, cash, regulatory, JSERC, old assets</a:t>
            </a:r>
          </a:p>
          <a:p>
            <a:endParaRPr lang="en-US"/>
          </a:p>
          <a:p>
            <a:endParaRPr lang="en-US"/>
          </a:p>
          <a:p>
            <a:r>
              <a:rPr lang="en-US"/>
              <a:t>Source:</a:t>
            </a:r>
          </a:p>
          <a:p>
            <a:pPr marL="228600" indent="-228600">
              <a:buAutoNum type="arabicPeriod"/>
            </a:pPr>
            <a:r>
              <a:rPr lang="en-US"/>
              <a:t>https://energy.economictimes.indiatimes.com/news/renewable/dvc-to-invest-rs-20000-cr-in-solar-energy-projects-by-2030/111528325 (Solar Investment)</a:t>
            </a:r>
          </a:p>
          <a:p>
            <a:pPr marL="228600" indent="-228600">
              <a:buAutoNum type="arabicPeriod"/>
            </a:pPr>
            <a:r>
              <a:rPr lang="en-US"/>
              <a:t>CARE Ratings Press Release for Damodar Valley Corporation dated 13</a:t>
            </a:r>
            <a:r>
              <a:rPr lang="en-US" baseline="30000"/>
              <a:t>th</a:t>
            </a:r>
            <a:r>
              <a:rPr lang="en-US"/>
              <a:t> January 2025 (Thermal and PSP investment)</a:t>
            </a:r>
          </a:p>
          <a:p>
            <a:pPr marL="228600" indent="-228600">
              <a:buAutoNum type="arabicPeriod"/>
            </a:pPr>
            <a:r>
              <a:rPr lang="en-US"/>
              <a:t>https://renewablewatch.in/2025/04/22/damodar-valley-corporation-ambitious-thermal-and-renewable-energy-expansion-plans/ (T&amp;D network expansion)</a:t>
            </a:r>
          </a:p>
          <a:p>
            <a:pPr marL="0" indent="0">
              <a:buNone/>
            </a:pPr>
            <a:endParaRPr lang="en-US"/>
          </a:p>
          <a:p>
            <a:pPr marL="0" indent="0">
              <a:buNone/>
            </a:pPr>
            <a:r>
              <a:rPr lang="en-US"/>
              <a:t> </a:t>
            </a:r>
          </a:p>
          <a:p>
            <a:pPr marL="228600" indent="-228600">
              <a:buAutoNum type="arabicPeriod"/>
            </a:pPr>
            <a:endParaRPr lang="en-US"/>
          </a:p>
        </p:txBody>
      </p:sp>
      <p:sp>
        <p:nvSpPr>
          <p:cNvPr id="4" name="Slide Number Placeholder 3"/>
          <p:cNvSpPr>
            <a:spLocks noGrp="1"/>
          </p:cNvSpPr>
          <p:nvPr>
            <p:ph type="sldNum" sz="quarter" idx="5"/>
          </p:nvPr>
        </p:nvSpPr>
        <p:spPr/>
        <p:txBody>
          <a:bodyPr/>
          <a:lstStyle/>
          <a:p>
            <a:fld id="{ECD044BE-11C7-4C57-A70A-A3F7098084E8}" type="slidenum">
              <a:rPr lang="en-US" smtClean="0"/>
              <a:t>6</a:t>
            </a:fld>
            <a:endParaRPr lang="en-US"/>
          </a:p>
        </p:txBody>
      </p:sp>
    </p:spTree>
    <p:extLst>
      <p:ext uri="{BB962C8B-B14F-4D97-AF65-F5344CB8AC3E}">
        <p14:creationId xmlns:p14="http://schemas.microsoft.com/office/powerpoint/2010/main" val="1303222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lets deep dive into details of DVC business segments.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Imp to structure re structure, may be break down core, non core, power non power, new and old business and reflect on various initiatives undertaken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G…….., T…………….., D……………., Mining………….., Irrigation…., FC…., Tourism, Land and water bodies..</a:t>
            </a:r>
          </a:p>
          <a:p>
            <a:r>
              <a:rPr lang="en-US"/>
              <a:t>leading to diversification into new technology (RE, BESS, Pump hydro), We are talking about investment into aged transmission assets, we are talking about expanding to LT on the distribution side,  …………………………….</a:t>
            </a:r>
            <a:endParaRPr lang="en-US" b="1"/>
          </a:p>
          <a:p>
            <a:endParaRPr lang="en-US"/>
          </a:p>
          <a:p>
            <a:r>
              <a:rPr lang="en-US"/>
              <a:t>Question here is – all business together can it create investment potential of 18k cr </a:t>
            </a:r>
            <a:r>
              <a:rPr lang="en-US" err="1"/>
              <a:t>i.e</a:t>
            </a:r>
            <a:r>
              <a:rPr lang="en-US"/>
              <a:t> 30% of funds, if not how do we unlock value and or enhance business value </a:t>
            </a:r>
          </a:p>
          <a:p>
            <a:r>
              <a:rPr lang="en-US"/>
              <a:t>lets evaluate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D044BE-11C7-4C57-A70A-A3F7098084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6722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Taking into account all the business segments, we evaluate the options and instruments available; the boundary conditions, we will narrow it down to 4-5 potential options for DVC as part of our engagement. explain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D044BE-11C7-4C57-A70A-A3F7098084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0180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Explaining the objective and thematic task as per </a:t>
            </a:r>
            <a:r>
              <a:rPr lang="en-US" err="1"/>
              <a:t>ToR</a:t>
            </a:r>
            <a:r>
              <a:rPr lang="en-US"/>
              <a:t>, perfectly designed to align with the objective</a:t>
            </a:r>
          </a:p>
        </p:txBody>
      </p:sp>
      <p:sp>
        <p:nvSpPr>
          <p:cNvPr id="4" name="Slide Number Placeholder 3"/>
          <p:cNvSpPr>
            <a:spLocks noGrp="1"/>
          </p:cNvSpPr>
          <p:nvPr>
            <p:ph type="sldNum" sz="quarter" idx="5"/>
          </p:nvPr>
        </p:nvSpPr>
        <p:spPr/>
        <p:txBody>
          <a:bodyPr/>
          <a:lstStyle/>
          <a:p>
            <a:fld id="{ECD044BE-11C7-4C57-A70A-A3F7098084E8}" type="slidenum">
              <a:rPr lang="en-US" smtClean="0"/>
              <a:t>9</a:t>
            </a:fld>
            <a:endParaRPr lang="en-US"/>
          </a:p>
        </p:txBody>
      </p:sp>
    </p:spTree>
    <p:extLst>
      <p:ext uri="{BB962C8B-B14F-4D97-AF65-F5344CB8AC3E}">
        <p14:creationId xmlns:p14="http://schemas.microsoft.com/office/powerpoint/2010/main" val="4293682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D044BE-11C7-4C57-A70A-A3F7098084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5594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now, we spoke about the history of DVC, turnaround, aspirational growth targets, objective of the engagement, instruments and options for resource </a:t>
            </a:r>
            <a:r>
              <a:rPr lang="en-US" dirty="0" err="1"/>
              <a:t>mobilisaitions</a:t>
            </a:r>
            <a:r>
              <a:rPr lang="en-US" dirty="0"/>
              <a:t>. </a:t>
            </a:r>
          </a:p>
          <a:p>
            <a:r>
              <a:rPr lang="en-US" dirty="0"/>
              <a:t>To implement any of many of the solutions combined, FRP is essential.. </a:t>
            </a:r>
          </a:p>
          <a:p>
            <a:r>
              <a:rPr lang="en-US" dirty="0"/>
              <a:t>For e.g. How do we monetize land or assets by curving out that portion of business. Should we carve out water business for PPP in tourism, can we hive off plants to securitize ROE, how do we curve out value from water rights to co-invest in floating solar are few of the debates we have.</a:t>
            </a:r>
          </a:p>
          <a:p>
            <a:r>
              <a:rPr lang="en-US" dirty="0"/>
              <a:t>Apart from FRP, it is also essential to understand how we run and report our various business segment, way we allocate cost and revenue, is there any cross subsiding happening around. Water to power and within power? </a:t>
            </a:r>
          </a:p>
          <a:p>
            <a:r>
              <a:rPr lang="en-US" dirty="0"/>
              <a:t>Are the allocating and apportionment proper to the satisfaction of regulators. We understand JSERC has been requesting few segregated data. </a:t>
            </a:r>
          </a:p>
          <a:p>
            <a:r>
              <a:rPr lang="en-US" dirty="0"/>
              <a:t>We also understand </a:t>
            </a:r>
            <a:r>
              <a:rPr lang="en-US" dirty="0" err="1"/>
              <a:t>MoP</a:t>
            </a:r>
            <a:r>
              <a:rPr lang="en-US" dirty="0"/>
              <a:t> has talked about the restructuring of businesses</a:t>
            </a:r>
          </a:p>
          <a:p>
            <a:r>
              <a:rPr lang="en-US" dirty="0"/>
              <a:t>Lastly SBU way of organizing business is always advisable to focus on business, institutionally and by way governance.</a:t>
            </a:r>
          </a:p>
        </p:txBody>
      </p:sp>
      <p:sp>
        <p:nvSpPr>
          <p:cNvPr id="4" name="Slide Number Placeholder 3"/>
          <p:cNvSpPr>
            <a:spLocks noGrp="1"/>
          </p:cNvSpPr>
          <p:nvPr>
            <p:ph type="sldNum" sz="quarter" idx="5"/>
          </p:nvPr>
        </p:nvSpPr>
        <p:spPr/>
        <p:txBody>
          <a:bodyPr/>
          <a:lstStyle/>
          <a:p>
            <a:fld id="{ECD044BE-11C7-4C57-A70A-A3F7098084E8}" type="slidenum">
              <a:rPr lang="en-US" smtClean="0"/>
              <a:t>18</a:t>
            </a:fld>
            <a:endParaRPr lang="en-US"/>
          </a:p>
        </p:txBody>
      </p:sp>
    </p:spTree>
    <p:extLst>
      <p:ext uri="{BB962C8B-B14F-4D97-AF65-F5344CB8AC3E}">
        <p14:creationId xmlns:p14="http://schemas.microsoft.com/office/powerpoint/2010/main" val="189299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our approach, elements with restructuring and transfer scheme. Experience sharing 131 (1,2) and 131 (4) 1st phase and 2</a:t>
            </a:r>
            <a:r>
              <a:rPr lang="en-US" baseline="30000" dirty="0"/>
              <a:t>nd</a:t>
            </a:r>
            <a:r>
              <a:rPr lang="en-US" dirty="0"/>
              <a:t> phase  of EA act, drafting the Transfer scheme. Working for largest discom some pointers, also cross industry CIL, </a:t>
            </a:r>
            <a:r>
              <a:rPr lang="en-US" dirty="0" err="1"/>
              <a:t>xxxx</a:t>
            </a:r>
            <a:r>
              <a:rPr lang="en-US" dirty="0"/>
              <a:t>, SA region,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Based on various experience – challenges </a:t>
            </a:r>
          </a:p>
          <a:p>
            <a:r>
              <a:rPr lang="en-US" dirty="0"/>
              <a:t>Steps and debates and ideating</a:t>
            </a:r>
          </a:p>
          <a:p>
            <a:r>
              <a:rPr lang="en-US" dirty="0"/>
              <a:t>Model viability, impact on revenue, on cost of supply, allocations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D044BE-11C7-4C57-A70A-A3F7098084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6844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major element of FRP is Asset segregation. </a:t>
            </a:r>
          </a:p>
          <a:p>
            <a:r>
              <a:rPr lang="en-US" dirty="0"/>
              <a:t>Indian restructuring experience and asset management (ERP, WBSEDCL, WBSETCL, double security) why it is critical for Business. Goes without saying its business hygiene. In fact GERC. </a:t>
            </a:r>
          </a:p>
          <a:p>
            <a:endParaRPr lang="en-US" dirty="0"/>
          </a:p>
          <a:p>
            <a:r>
              <a:rPr lang="en-US" dirty="0"/>
              <a:t>For DVC specifically, FRP requires segregation, doubling asset base in a short span, proper asset management is crucial. </a:t>
            </a:r>
          </a:p>
          <a:p>
            <a:r>
              <a:rPr lang="en-US" dirty="0"/>
              <a:t>We understand auditor and regulator had commented </a:t>
            </a:r>
            <a:r>
              <a:rPr lang="en-US" dirty="0" err="1"/>
              <a:t>abt</a:t>
            </a:r>
            <a:r>
              <a:rPr lang="en-US" dirty="0"/>
              <a:t> locations of asset in the FAR. You are implementing </a:t>
            </a:r>
            <a:r>
              <a:rPr lang="en-US" dirty="0" err="1"/>
              <a:t>InsAS</a:t>
            </a:r>
            <a:r>
              <a:rPr lang="en-US" dirty="0"/>
              <a:t> where componentization is required. </a:t>
            </a:r>
          </a:p>
          <a:p>
            <a:endParaRPr lang="en-US" dirty="0"/>
          </a:p>
          <a:p>
            <a:r>
              <a:rPr lang="en-US" dirty="0"/>
              <a:t>The ERP is being implemented and draft of asset master and recon of all assets to its value is required</a:t>
            </a:r>
          </a:p>
        </p:txBody>
      </p:sp>
      <p:sp>
        <p:nvSpPr>
          <p:cNvPr id="4" name="Slide Number Placeholder 3"/>
          <p:cNvSpPr>
            <a:spLocks noGrp="1"/>
          </p:cNvSpPr>
          <p:nvPr>
            <p:ph type="sldNum" sz="quarter" idx="5"/>
          </p:nvPr>
        </p:nvSpPr>
        <p:spPr/>
        <p:txBody>
          <a:bodyPr/>
          <a:lstStyle/>
          <a:p>
            <a:fld id="{ECD044BE-11C7-4C57-A70A-A3F7098084E8}" type="slidenum">
              <a:rPr lang="en-US" smtClean="0"/>
              <a:t>20</a:t>
            </a:fld>
            <a:endParaRPr lang="en-US"/>
          </a:p>
        </p:txBody>
      </p:sp>
    </p:spTree>
    <p:extLst>
      <p:ext uri="{BB962C8B-B14F-4D97-AF65-F5344CB8AC3E}">
        <p14:creationId xmlns:p14="http://schemas.microsoft.com/office/powerpoint/2010/main" val="2373081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for creating of FAR will be digital, in fact we have a home-grown solution (portal and app) developed by team of CA, Engineers and Tech team. We have implemented for NEA (funded by WB), WBSETCL (to replace existing FAR in SAP), APDCL (integrated with GIS), JH (T&amp;D), Maldives. And solution is industry agnostic (water, O&amp;G, telecom). Because of our experience in implementing in Indian utilities, we understand challenges like, delays in mobilizing surveys, some beyond our control, lack of proper records to reconciles, some time schedule mismatch with utility ground team, delays in step approvals (we have 2-3 levels of approvals) before we finalize.</a:t>
            </a:r>
          </a:p>
          <a:p>
            <a:r>
              <a:rPr lang="en-US" dirty="0"/>
              <a:t>Because we have implemented in several clients, we have templatized the steps and solutions. Here we will select set up a PMO, run bids for survey team, develop the survey plan, monitor the PV and data collection, </a:t>
            </a:r>
            <a:r>
              <a:rPr lang="en-US" dirty="0" err="1"/>
              <a:t>sanitise</a:t>
            </a:r>
            <a:r>
              <a:rPr lang="en-US" dirty="0"/>
              <a:t> the data. Post which we will start recons with your data and complete the registry. Post which we will handhold your team to take the exercise forward over the period of engagement as this is a ongoing task.</a:t>
            </a:r>
          </a:p>
        </p:txBody>
      </p:sp>
      <p:sp>
        <p:nvSpPr>
          <p:cNvPr id="4" name="Slide Number Placeholder 3"/>
          <p:cNvSpPr>
            <a:spLocks noGrp="1"/>
          </p:cNvSpPr>
          <p:nvPr>
            <p:ph type="sldNum" sz="quarter" idx="5"/>
          </p:nvPr>
        </p:nvSpPr>
        <p:spPr/>
        <p:txBody>
          <a:bodyPr/>
          <a:lstStyle/>
          <a:p>
            <a:fld id="{ECD044BE-11C7-4C57-A70A-A3F7098084E8}" type="slidenum">
              <a:rPr lang="en-US" smtClean="0"/>
              <a:t>21</a:t>
            </a:fld>
            <a:endParaRPr lang="en-US"/>
          </a:p>
        </p:txBody>
      </p:sp>
    </p:spTree>
    <p:extLst>
      <p:ext uri="{BB962C8B-B14F-4D97-AF65-F5344CB8AC3E}">
        <p14:creationId xmlns:p14="http://schemas.microsoft.com/office/powerpoint/2010/main" val="588906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Task F, its all about monitoring the agreed projects. Planning is done by now and what’s is most critical is execution and we hear what CMD sir spoke about in his first podcast – execution, execution and execution. That’s where the monitoring is so critical.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point </a:t>
            </a:r>
            <a:r>
              <a:rPr lang="en-US" dirty="0" err="1"/>
              <a:t>abt</a:t>
            </a:r>
            <a:r>
              <a:rPr lang="en-US" dirty="0"/>
              <a:t> this </a:t>
            </a:r>
            <a:r>
              <a:rPr lang="en-US" dirty="0" err="1"/>
              <a:t>rfp</a:t>
            </a:r>
            <a:r>
              <a:rPr lang="en-US" dirty="0"/>
              <a:t> n linkage. </a:t>
            </a:r>
          </a:p>
          <a:p>
            <a:r>
              <a:rPr lang="en-US" dirty="0"/>
              <a:t>Monitoring 60k cr of capex requires additional support and experts as we diversify into alternate energy as well.. Lenders, Investors and regulators are eyeing on it. We have history of few slippages impacting regulatory disallowances. Cant risk this time, so areas like documentations, reporting, data collection, real time monitoring needs extra attention. </a:t>
            </a:r>
          </a:p>
          <a:p>
            <a:r>
              <a:rPr lang="en-US" dirty="0"/>
              <a:t>Also to keep in mind that its not just thermal, lot of new energy tec we are talking abt. Lot of JV, MOU, PPP, lot of things will be happening round</a:t>
            </a:r>
          </a:p>
        </p:txBody>
      </p:sp>
      <p:sp>
        <p:nvSpPr>
          <p:cNvPr id="4" name="Slide Number Placeholder 3"/>
          <p:cNvSpPr>
            <a:spLocks noGrp="1"/>
          </p:cNvSpPr>
          <p:nvPr>
            <p:ph type="sldNum" sz="quarter" idx="5"/>
          </p:nvPr>
        </p:nvSpPr>
        <p:spPr/>
        <p:txBody>
          <a:bodyPr/>
          <a:lstStyle/>
          <a:p>
            <a:fld id="{ECD044BE-11C7-4C57-A70A-A3F7098084E8}" type="slidenum">
              <a:rPr lang="en-US" smtClean="0"/>
              <a:t>22</a:t>
            </a:fld>
            <a:endParaRPr lang="en-US"/>
          </a:p>
        </p:txBody>
      </p:sp>
    </p:spTree>
    <p:extLst>
      <p:ext uri="{BB962C8B-B14F-4D97-AF65-F5344CB8AC3E}">
        <p14:creationId xmlns:p14="http://schemas.microsoft.com/office/powerpoint/2010/main" val="4055184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which we propose use of technology to monitor investments as well as projects. We have lot of tools and solutions across industry to monitor projects. We have a dedicated team specialized on capital project monitoring. We have </a:t>
            </a:r>
            <a:r>
              <a:rPr lang="en-US" dirty="0" err="1"/>
              <a:t>infact</a:t>
            </a:r>
            <a:r>
              <a:rPr lang="en-US" dirty="0"/>
              <a:t> integrated out Asset management solution with project monitoring and implemented in RDSS projects in WBSEDCL. Appreciated by </a:t>
            </a:r>
            <a:r>
              <a:rPr lang="en-US" dirty="0" err="1"/>
              <a:t>kfW</a:t>
            </a:r>
            <a:r>
              <a:rPr lang="en-US" dirty="0"/>
              <a:t> we are implementing for MKVDC in Maharashtra for their solarized lift irrigation project. We plan to utilize the solution while monitoring.  We have done for BHEL, Smart conductor mission, RE new and Mining GMDC and O&amp;G. these are all special projects. </a:t>
            </a:r>
          </a:p>
          <a:p>
            <a:endParaRPr lang="en-US" dirty="0"/>
          </a:p>
          <a:p>
            <a:r>
              <a:rPr lang="en-US" dirty="0"/>
              <a:t>All the challenges are mitigated digitally - Managing timelines and schedules, documentations, compliances, variance with budget, </a:t>
            </a:r>
            <a:r>
              <a:rPr lang="en-US"/>
              <a:t>inventory recon </a:t>
            </a:r>
            <a:r>
              <a:rPr lang="en-US" dirty="0"/>
              <a:t>and reporting</a:t>
            </a:r>
          </a:p>
          <a:p>
            <a:endParaRPr lang="en-US" dirty="0"/>
          </a:p>
          <a:p>
            <a:r>
              <a:rPr lang="en-US" dirty="0"/>
              <a:t>Would like reiterating before I hand over to Hari, that we are brining in strategy expertise, PMC and tech enabled implementation capability. </a:t>
            </a:r>
          </a:p>
        </p:txBody>
      </p:sp>
      <p:sp>
        <p:nvSpPr>
          <p:cNvPr id="4" name="Slide Number Placeholder 3"/>
          <p:cNvSpPr>
            <a:spLocks noGrp="1"/>
          </p:cNvSpPr>
          <p:nvPr>
            <p:ph type="sldNum" sz="quarter" idx="5"/>
          </p:nvPr>
        </p:nvSpPr>
        <p:spPr/>
        <p:txBody>
          <a:bodyPr/>
          <a:lstStyle/>
          <a:p>
            <a:fld id="{ECD044BE-11C7-4C57-A70A-A3F7098084E8}" type="slidenum">
              <a:rPr lang="en-US" smtClean="0"/>
              <a:t>23</a:t>
            </a:fld>
            <a:endParaRPr lang="en-US"/>
          </a:p>
        </p:txBody>
      </p:sp>
    </p:spTree>
    <p:extLst>
      <p:ext uri="{BB962C8B-B14F-4D97-AF65-F5344CB8AC3E}">
        <p14:creationId xmlns:p14="http://schemas.microsoft.com/office/powerpoint/2010/main" val="2039563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Footer Placeholder 6">
            <a:extLst>
              <a:ext uri="{FF2B5EF4-FFF2-40B4-BE49-F238E27FC236}">
                <a16:creationId xmlns:a16="http://schemas.microsoft.com/office/drawing/2014/main" id="{7BD62D84-E484-777C-528E-7DD15BBCD588}"/>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Installed Capacity</a:t>
            </a:r>
          </a:p>
        </p:txBody>
      </p:sp>
      <p:sp>
        <p:nvSpPr>
          <p:cNvPr id="8" name="Slide Number Placeholder 7">
            <a:extLst>
              <a:ext uri="{FF2B5EF4-FFF2-40B4-BE49-F238E27FC236}">
                <a16:creationId xmlns:a16="http://schemas.microsoft.com/office/drawing/2014/main" id="{D85665DE-9522-18A7-F2DB-2417D579A5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6A709-AF0C-4861-84D8-88CA6D246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Header Placeholder 8">
            <a:extLst>
              <a:ext uri="{FF2B5EF4-FFF2-40B4-BE49-F238E27FC236}">
                <a16:creationId xmlns:a16="http://schemas.microsoft.com/office/drawing/2014/main" id="{23AC9350-BEDF-6DF5-4F2B-EDE36433DCBC}"/>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3497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31469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574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CD044BE-11C7-4C57-A70A-A3F7098084E8}" type="slidenum">
              <a:rPr lang="en-US" smtClean="0"/>
              <a:t>32</a:t>
            </a:fld>
            <a:endParaRPr lang="en-US"/>
          </a:p>
        </p:txBody>
      </p:sp>
    </p:spTree>
    <p:extLst>
      <p:ext uri="{BB962C8B-B14F-4D97-AF65-F5344CB8AC3E}">
        <p14:creationId xmlns:p14="http://schemas.microsoft.com/office/powerpoint/2010/main" val="3157190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4.emf"/><Relationship Id="rId4" Type="http://schemas.openxmlformats.org/officeDocument/2006/relationships/oleObject" Target="../embeddings/oleObject2.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4.emf"/><Relationship Id="rId4" Type="http://schemas.openxmlformats.org/officeDocument/2006/relationships/oleObject" Target="../embeddings/oleObject3.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4.emf"/><Relationship Id="rId4" Type="http://schemas.openxmlformats.org/officeDocument/2006/relationships/oleObject" Target="../embeddings/oleObject4.bin"/></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4.emf"/><Relationship Id="rId4" Type="http://schemas.openxmlformats.org/officeDocument/2006/relationships/oleObject" Target="../embeddings/oleObject5.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4.emf"/><Relationship Id="rId4" Type="http://schemas.openxmlformats.org/officeDocument/2006/relationships/oleObject" Target="../embeddings/oleObject6.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4.emf"/><Relationship Id="rId4" Type="http://schemas.openxmlformats.org/officeDocument/2006/relationships/oleObject" Target="../embeddings/oleObject7.bin"/></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4.emf"/><Relationship Id="rId4" Type="http://schemas.openxmlformats.org/officeDocument/2006/relationships/oleObject" Target="../embeddings/oleObject8.bin"/></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4.emf"/><Relationship Id="rId4" Type="http://schemas.openxmlformats.org/officeDocument/2006/relationships/oleObject" Target="../embeddings/oleObject10.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53822071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cxnSp>
        <p:nvCxnSpPr>
          <p:cNvPr id="3" name="Straight Connector 2">
            <a:extLst>
              <a:ext uri="{FF2B5EF4-FFF2-40B4-BE49-F238E27FC236}">
                <a16:creationId xmlns:a16="http://schemas.microsoft.com/office/drawing/2014/main" id="{EE695F79-0580-D556-F36C-B648D14EEB11}"/>
              </a:ext>
            </a:extLst>
          </p:cNvPr>
          <p:cNvCxnSpPr>
            <a:cxnSpLocks/>
          </p:cNvCxnSpPr>
          <p:nvPr userDrawn="1"/>
        </p:nvCxnSpPr>
        <p:spPr>
          <a:xfrm>
            <a:off x="501650" y="651599"/>
            <a:ext cx="11188700" cy="0"/>
          </a:xfrm>
          <a:prstGeom prst="line">
            <a:avLst/>
          </a:prstGeom>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30834703"/>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237634549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27502790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2162328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414503353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0363028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21557552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17588964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91283361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9529586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07798051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3871577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80701819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27406009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82617117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26142266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54842250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a:t>Click to add title</a:t>
            </a:r>
          </a:p>
        </p:txBody>
      </p:sp>
    </p:spTree>
    <p:extLst>
      <p:ext uri="{BB962C8B-B14F-4D97-AF65-F5344CB8AC3E}">
        <p14:creationId xmlns:p14="http://schemas.microsoft.com/office/powerpoint/2010/main" val="4023538369"/>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78956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9446032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80104256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2213522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16813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5765512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51180716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2675570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483286232"/>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06627957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75256775"/>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353594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296308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4538982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402343263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32365141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6048727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37109734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7088207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263695471"/>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87789285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08892442"/>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4237911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463770283"/>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932764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95065018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06237123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4855005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132796409"/>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087927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4549972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406306469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487657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4195393422"/>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58313076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77518083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92728305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6585805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9802763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609736960"/>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415866792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083812036"/>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752612854"/>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56983449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18924185"/>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0408355"/>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77849450"/>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36309100"/>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45183577"/>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18858341"/>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944454994"/>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74813737"/>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311248524"/>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52757185"/>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52101341"/>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23050947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2_Blank">
    <p:bg>
      <p:bgPr>
        <a:solidFill>
          <a:srgbClr val="0C202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6A94F9-CB81-799E-0049-B01C917AF5E6}"/>
              </a:ext>
            </a:extLst>
          </p:cNvPr>
          <p:cNvSpPr/>
          <p:nvPr userDrawn="1"/>
        </p:nvSpPr>
        <p:spPr bwMode="gray">
          <a:xfrm>
            <a:off x="-3161" y="0"/>
            <a:ext cx="12192000" cy="6858000"/>
          </a:xfrm>
          <a:prstGeom prst="rect">
            <a:avLst/>
          </a:prstGeom>
          <a:solidFill>
            <a:srgbClr val="132F4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 name="Text Placeholder 8">
            <a:extLst>
              <a:ext uri="{FF2B5EF4-FFF2-40B4-BE49-F238E27FC236}">
                <a16:creationId xmlns:a16="http://schemas.microsoft.com/office/drawing/2014/main" id="{B552823F-B028-46A0-8D2C-332C29CA9B5B}"/>
              </a:ext>
            </a:extLst>
          </p:cNvPr>
          <p:cNvSpPr>
            <a:spLocks noGrp="1"/>
          </p:cNvSpPr>
          <p:nvPr>
            <p:ph type="body" sz="quarter" idx="13" hasCustomPrompt="1"/>
          </p:nvPr>
        </p:nvSpPr>
        <p:spPr>
          <a:xfrm>
            <a:off x="501649" y="651600"/>
            <a:ext cx="11212513" cy="757255"/>
          </a:xfrm>
          <a:prstGeom prst="rect">
            <a:avLst/>
          </a:prstGeom>
        </p:spPr>
        <p:txBody>
          <a:bodyPr lIns="0" tIns="0" rIns="0" bIns="0">
            <a:noAutofit/>
          </a:bodyPr>
          <a:lstStyle>
            <a:lvl1pPr marL="0" indent="0">
              <a:buNone/>
              <a:defRPr sz="1600" b="0">
                <a:solidFill>
                  <a:schemeClr val="bg1"/>
                </a:solidFill>
              </a:defRPr>
            </a:lvl1pPr>
          </a:lstStyle>
          <a:p>
            <a:pPr lvl="0"/>
            <a:r>
              <a:rPr lang="en-US"/>
              <a:t>Click to add subtitle</a:t>
            </a:r>
          </a:p>
        </p:txBody>
      </p:sp>
      <p:sp>
        <p:nvSpPr>
          <p:cNvPr id="4" name="Title Placeholder 1">
            <a:extLst>
              <a:ext uri="{FF2B5EF4-FFF2-40B4-BE49-F238E27FC236}">
                <a16:creationId xmlns:a16="http://schemas.microsoft.com/office/drawing/2014/main" id="{045DECAE-6144-4F8F-3984-49B80CF189E8}"/>
              </a:ext>
            </a:extLst>
          </p:cNvPr>
          <p:cNvSpPr>
            <a:spLocks noGrp="1"/>
          </p:cNvSpPr>
          <p:nvPr>
            <p:ph type="title" hasCustomPrompt="1"/>
          </p:nvPr>
        </p:nvSpPr>
        <p:spPr>
          <a:xfrm>
            <a:off x="501649" y="317500"/>
            <a:ext cx="11212513" cy="334099"/>
          </a:xfrm>
          <a:prstGeom prst="rect">
            <a:avLst/>
          </a:prstGeom>
        </p:spPr>
        <p:txBody>
          <a:bodyPr vert="horz" lIns="0" tIns="0" rIns="0" bIns="0" rtlCol="0" anchor="t" anchorCtr="0">
            <a:noAutofit/>
          </a:bodyPr>
          <a:lstStyle>
            <a:lvl1pPr>
              <a:defRPr b="0">
                <a:solidFill>
                  <a:srgbClr val="00ABAB"/>
                </a:solidFill>
                <a:latin typeface="+mj-lt"/>
              </a:defRPr>
            </a:lvl1pPr>
          </a:lstStyle>
          <a:p>
            <a:r>
              <a:rPr lang="en-US"/>
              <a:t>Click to add title</a:t>
            </a:r>
          </a:p>
        </p:txBody>
      </p:sp>
      <p:sp>
        <p:nvSpPr>
          <p:cNvPr id="5" name="CaseCode">
            <a:extLst>
              <a:ext uri="{FF2B5EF4-FFF2-40B4-BE49-F238E27FC236}">
                <a16:creationId xmlns:a16="http://schemas.microsoft.com/office/drawing/2014/main" id="{A38B7EB9-4E2B-A6B0-1155-D000A770AF84}"/>
              </a:ext>
            </a:extLst>
          </p:cNvPr>
          <p:cNvSpPr txBox="1"/>
          <p:nvPr userDrawn="1"/>
        </p:nvSpPr>
        <p:spPr>
          <a:xfrm>
            <a:off x="6413840"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ERP Implementation - Presentation to Damodar Valley Corporation</a:t>
            </a:r>
          </a:p>
        </p:txBody>
      </p:sp>
      <p:sp>
        <p:nvSpPr>
          <p:cNvPr id="6" name="Copyright">
            <a:extLst>
              <a:ext uri="{FF2B5EF4-FFF2-40B4-BE49-F238E27FC236}">
                <a16:creationId xmlns:a16="http://schemas.microsoft.com/office/drawing/2014/main" id="{30BD028C-7DBB-4FBA-4AFF-0629B1BFEE7A}"/>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2024 Deloitte Touche Tohmatsu India LLP. </a:t>
            </a:r>
          </a:p>
        </p:txBody>
      </p:sp>
      <p:sp>
        <p:nvSpPr>
          <p:cNvPr id="7" name="Rectangle 6">
            <a:extLst>
              <a:ext uri="{FF2B5EF4-FFF2-40B4-BE49-F238E27FC236}">
                <a16:creationId xmlns:a16="http://schemas.microsoft.com/office/drawing/2014/main" id="{329527B3-0100-CE11-221F-8E5B6717391C}"/>
              </a:ext>
            </a:extLst>
          </p:cNvPr>
          <p:cNvSpPr/>
          <p:nvPr userDrawn="1"/>
        </p:nvSpPr>
        <p:spPr>
          <a:xfrm>
            <a:off x="11555698" y="6473952"/>
            <a:ext cx="134652" cy="138499"/>
          </a:xfrm>
          <a:prstGeom prst="rect">
            <a:avLst/>
          </a:prstGeom>
        </p:spPr>
        <p:txBody>
          <a:bodyPr wrap="none" lIns="0" tIns="0" rIns="0" bIns="0">
            <a:spAutoFit/>
          </a:bodyPr>
          <a:lstStyle/>
          <a:p>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a:t>‹#›</a:t>
            </a:fld>
            <a:endParaRPr lang="en-US" sz="900">
              <a:solidFill>
                <a:schemeClr val="bg1"/>
              </a:solidFill>
            </a:endParaRPr>
          </a:p>
        </p:txBody>
      </p:sp>
    </p:spTree>
    <p:extLst>
      <p:ext uri="{BB962C8B-B14F-4D97-AF65-F5344CB8AC3E}">
        <p14:creationId xmlns:p14="http://schemas.microsoft.com/office/powerpoint/2010/main" val="1107984131"/>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2" name="Picture 1" descr="A blue and white background with a circular pattern&#10;&#10;Description automatically generated with medium confidence">
            <a:extLst>
              <a:ext uri="{FF2B5EF4-FFF2-40B4-BE49-F238E27FC236}">
                <a16:creationId xmlns:a16="http://schemas.microsoft.com/office/drawing/2014/main" id="{F964D46B-E02E-7E00-4CD8-29751A51C20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3" name="Rectangle 2">
            <a:extLst>
              <a:ext uri="{FF2B5EF4-FFF2-40B4-BE49-F238E27FC236}">
                <a16:creationId xmlns:a16="http://schemas.microsoft.com/office/drawing/2014/main" id="{BD73111A-6344-FFD7-35A1-92FA42E4DBF7}"/>
              </a:ext>
            </a:extLst>
          </p:cNvPr>
          <p:cNvSpPr/>
          <p:nvPr userDrawn="1"/>
        </p:nvSpPr>
        <p:spPr bwMode="gray">
          <a:xfrm>
            <a:off x="-1" y="0"/>
            <a:ext cx="12191999" cy="6858000"/>
          </a:xfrm>
          <a:prstGeom prst="rect">
            <a:avLst/>
          </a:prstGeom>
          <a:gradFill>
            <a:gsLst>
              <a:gs pos="0">
                <a:srgbClr val="0E2742">
                  <a:alpha val="90000"/>
                </a:srgbClr>
              </a:gs>
              <a:gs pos="78000">
                <a:srgbClr val="0E2742">
                  <a:alpha val="9000"/>
                </a:srgbClr>
              </a:gs>
            </a:gsLst>
            <a:lin ang="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grpSp>
        <p:nvGrpSpPr>
          <p:cNvPr id="16" name="Group 15">
            <a:extLst>
              <a:ext uri="{FF2B5EF4-FFF2-40B4-BE49-F238E27FC236}">
                <a16:creationId xmlns:a16="http://schemas.microsoft.com/office/drawing/2014/main" id="{BBB00153-52E8-495A-BA32-E581AC7A8A67}"/>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pic>
        <p:nvPicPr>
          <p:cNvPr id="4" name="Picture 3">
            <a:extLst>
              <a:ext uri="{FF2B5EF4-FFF2-40B4-BE49-F238E27FC236}">
                <a16:creationId xmlns:a16="http://schemas.microsoft.com/office/drawing/2014/main" id="{1E3090F3-DBF1-B283-FE18-799EFF5B33A1}"/>
              </a:ext>
            </a:extLst>
          </p:cNvPr>
          <p:cNvPicPr>
            <a:picLocks noChangeAspect="1"/>
          </p:cNvPicPr>
          <p:nvPr userDrawn="1"/>
        </p:nvPicPr>
        <p:blipFill>
          <a:blip r:embed="rId3"/>
          <a:stretch>
            <a:fillRect/>
          </a:stretch>
        </p:blipFill>
        <p:spPr>
          <a:xfrm>
            <a:off x="7064946" y="1750568"/>
            <a:ext cx="3457540" cy="3470966"/>
          </a:xfrm>
          <a:prstGeom prst="rect">
            <a:avLst/>
          </a:prstGeom>
          <a:effectLst>
            <a:softEdge rad="63500"/>
          </a:effectLst>
        </p:spPr>
      </p:pic>
      <p:sp>
        <p:nvSpPr>
          <p:cNvPr id="6" name="Circle: Hollow 5">
            <a:extLst>
              <a:ext uri="{FF2B5EF4-FFF2-40B4-BE49-F238E27FC236}">
                <a16:creationId xmlns:a16="http://schemas.microsoft.com/office/drawing/2014/main" id="{BA6CD6F4-C8D7-90A4-C5A6-5D5A365075D5}"/>
              </a:ext>
            </a:extLst>
          </p:cNvPr>
          <p:cNvSpPr/>
          <p:nvPr userDrawn="1"/>
        </p:nvSpPr>
        <p:spPr bwMode="gray">
          <a:xfrm>
            <a:off x="7042912" y="1750568"/>
            <a:ext cx="3588512" cy="3588512"/>
          </a:xfrm>
          <a:prstGeom prst="donut">
            <a:avLst>
              <a:gd name="adj" fmla="val 5140"/>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1131355926"/>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Blank">
    <p:bg>
      <p:bgPr>
        <a:solidFill>
          <a:srgbClr val="0C202A"/>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934CF71-F8D9-FEEB-AAFB-44DE50003A10}"/>
              </a:ext>
            </a:extLst>
          </p:cNvPr>
          <p:cNvGrpSpPr/>
          <p:nvPr userDrawn="1"/>
        </p:nvGrpSpPr>
        <p:grpSpPr>
          <a:xfrm>
            <a:off x="-3161" y="0"/>
            <a:ext cx="12192000" cy="6858000"/>
            <a:chOff x="0" y="0"/>
            <a:chExt cx="12192000" cy="6858000"/>
          </a:xfrm>
        </p:grpSpPr>
        <p:pic>
          <p:nvPicPr>
            <p:cNvPr id="3" name="Picture 2" descr="A city skyline at night&#10;&#10;Description automatically generated">
              <a:extLst>
                <a:ext uri="{FF2B5EF4-FFF2-40B4-BE49-F238E27FC236}">
                  <a16:creationId xmlns:a16="http://schemas.microsoft.com/office/drawing/2014/main" id="{ECD2477B-06D8-25B2-8B68-1E38AB25A22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1733442"/>
              <a:ext cx="12192000" cy="5124558"/>
            </a:xfrm>
            <a:prstGeom prst="rect">
              <a:avLst/>
            </a:prstGeom>
          </p:spPr>
        </p:pic>
        <p:sp>
          <p:nvSpPr>
            <p:cNvPr id="4" name="Rectangle 3">
              <a:extLst>
                <a:ext uri="{FF2B5EF4-FFF2-40B4-BE49-F238E27FC236}">
                  <a16:creationId xmlns:a16="http://schemas.microsoft.com/office/drawing/2014/main" id="{22F63A77-8AB5-5AE3-85B2-8A695E37FC0C}"/>
                </a:ext>
              </a:extLst>
            </p:cNvPr>
            <p:cNvSpPr/>
            <p:nvPr/>
          </p:nvSpPr>
          <p:spPr bwMode="gray">
            <a:xfrm>
              <a:off x="0" y="0"/>
              <a:ext cx="12192000" cy="6177280"/>
            </a:xfrm>
            <a:prstGeom prst="rect">
              <a:avLst/>
            </a:prstGeom>
            <a:gradFill>
              <a:gsLst>
                <a:gs pos="40000">
                  <a:srgbClr val="0E2742"/>
                </a:gs>
                <a:gs pos="100000">
                  <a:srgbClr val="0E2742">
                    <a:alpha val="0"/>
                  </a:srgbClr>
                </a:gs>
              </a:gsLst>
              <a:lin ang="54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sp>
        <p:nvSpPr>
          <p:cNvPr id="5" name="Rectangle 4">
            <a:extLst>
              <a:ext uri="{FF2B5EF4-FFF2-40B4-BE49-F238E27FC236}">
                <a16:creationId xmlns:a16="http://schemas.microsoft.com/office/drawing/2014/main" id="{596BEBC8-29C3-349A-013F-16D0AEC52E15}"/>
              </a:ext>
            </a:extLst>
          </p:cNvPr>
          <p:cNvSpPr/>
          <p:nvPr userDrawn="1"/>
        </p:nvSpPr>
        <p:spPr bwMode="gray">
          <a:xfrm>
            <a:off x="0" y="0"/>
            <a:ext cx="12188839" cy="6858000"/>
          </a:xfrm>
          <a:prstGeom prst="rect">
            <a:avLst/>
          </a:prstGeom>
          <a:gradFill flip="none" rotWithShape="1">
            <a:gsLst>
              <a:gs pos="29000">
                <a:srgbClr val="0C202A">
                  <a:alpha val="0"/>
                </a:srgbClr>
              </a:gs>
              <a:gs pos="63000">
                <a:srgbClr val="0C202A"/>
              </a:gs>
            </a:gsLst>
            <a:lin ang="162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909448021"/>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2_Blank">
    <p:bg>
      <p:bgPr>
        <a:solidFill>
          <a:srgbClr val="0C202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6A94F9-CB81-799E-0049-B01C917AF5E6}"/>
              </a:ext>
            </a:extLst>
          </p:cNvPr>
          <p:cNvSpPr/>
          <p:nvPr userDrawn="1"/>
        </p:nvSpPr>
        <p:spPr bwMode="gray">
          <a:xfrm>
            <a:off x="-3161" y="0"/>
            <a:ext cx="12192000" cy="6858000"/>
          </a:xfrm>
          <a:prstGeom prst="rect">
            <a:avLst/>
          </a:prstGeom>
          <a:solidFill>
            <a:srgbClr val="132F4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 name="Text Placeholder 8">
            <a:extLst>
              <a:ext uri="{FF2B5EF4-FFF2-40B4-BE49-F238E27FC236}">
                <a16:creationId xmlns:a16="http://schemas.microsoft.com/office/drawing/2014/main" id="{B552823F-B028-46A0-8D2C-332C29CA9B5B}"/>
              </a:ext>
            </a:extLst>
          </p:cNvPr>
          <p:cNvSpPr>
            <a:spLocks noGrp="1"/>
          </p:cNvSpPr>
          <p:nvPr>
            <p:ph type="body" sz="quarter" idx="13" hasCustomPrompt="1"/>
          </p:nvPr>
        </p:nvSpPr>
        <p:spPr>
          <a:xfrm>
            <a:off x="501649" y="651600"/>
            <a:ext cx="11212513" cy="757255"/>
          </a:xfrm>
          <a:prstGeom prst="rect">
            <a:avLst/>
          </a:prstGeom>
        </p:spPr>
        <p:txBody>
          <a:bodyPr lIns="0" tIns="0" rIns="0" bIns="0">
            <a:noAutofit/>
          </a:bodyPr>
          <a:lstStyle>
            <a:lvl1pPr marL="0" indent="0">
              <a:buNone/>
              <a:defRPr sz="1600" b="0">
                <a:solidFill>
                  <a:schemeClr val="bg1"/>
                </a:solidFill>
              </a:defRPr>
            </a:lvl1pPr>
          </a:lstStyle>
          <a:p>
            <a:pPr lvl="0"/>
            <a:r>
              <a:rPr lang="en-US"/>
              <a:t>Click to add subtitle</a:t>
            </a:r>
          </a:p>
        </p:txBody>
      </p:sp>
      <p:sp>
        <p:nvSpPr>
          <p:cNvPr id="4" name="Title Placeholder 1">
            <a:extLst>
              <a:ext uri="{FF2B5EF4-FFF2-40B4-BE49-F238E27FC236}">
                <a16:creationId xmlns:a16="http://schemas.microsoft.com/office/drawing/2014/main" id="{045DECAE-6144-4F8F-3984-49B80CF189E8}"/>
              </a:ext>
            </a:extLst>
          </p:cNvPr>
          <p:cNvSpPr>
            <a:spLocks noGrp="1"/>
          </p:cNvSpPr>
          <p:nvPr>
            <p:ph type="title" hasCustomPrompt="1"/>
          </p:nvPr>
        </p:nvSpPr>
        <p:spPr>
          <a:xfrm>
            <a:off x="501649" y="317500"/>
            <a:ext cx="11212513" cy="334099"/>
          </a:xfrm>
          <a:prstGeom prst="rect">
            <a:avLst/>
          </a:prstGeom>
        </p:spPr>
        <p:txBody>
          <a:bodyPr vert="horz" lIns="0" tIns="0" rIns="0" bIns="0" rtlCol="0" anchor="t" anchorCtr="0">
            <a:noAutofit/>
          </a:bodyPr>
          <a:lstStyle>
            <a:lvl1pPr>
              <a:defRPr b="0">
                <a:solidFill>
                  <a:srgbClr val="00ABAB"/>
                </a:solidFill>
                <a:latin typeface="+mj-lt"/>
              </a:defRPr>
            </a:lvl1pPr>
          </a:lstStyle>
          <a:p>
            <a:r>
              <a:rPr lang="en-US"/>
              <a:t>Click to add title</a:t>
            </a:r>
          </a:p>
        </p:txBody>
      </p:sp>
      <p:sp>
        <p:nvSpPr>
          <p:cNvPr id="5" name="CaseCode">
            <a:extLst>
              <a:ext uri="{FF2B5EF4-FFF2-40B4-BE49-F238E27FC236}">
                <a16:creationId xmlns:a16="http://schemas.microsoft.com/office/drawing/2014/main" id="{A38B7EB9-4E2B-A6B0-1155-D000A770AF84}"/>
              </a:ext>
            </a:extLst>
          </p:cNvPr>
          <p:cNvSpPr txBox="1"/>
          <p:nvPr userDrawn="1"/>
        </p:nvSpPr>
        <p:spPr>
          <a:xfrm>
            <a:off x="4500880" y="6477001"/>
            <a:ext cx="680952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Strategy Context, Approach &amp; Methodology and Execution Workplan- Presentation to Damodar Valley Corporation</a:t>
            </a:r>
          </a:p>
        </p:txBody>
      </p:sp>
      <p:sp>
        <p:nvSpPr>
          <p:cNvPr id="6" name="Copyright">
            <a:extLst>
              <a:ext uri="{FF2B5EF4-FFF2-40B4-BE49-F238E27FC236}">
                <a16:creationId xmlns:a16="http://schemas.microsoft.com/office/drawing/2014/main" id="{30BD028C-7DBB-4FBA-4AFF-0629B1BFEE7A}"/>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2024 Deloitte Touche Tohmatsu India LLP. </a:t>
            </a:r>
          </a:p>
        </p:txBody>
      </p:sp>
      <p:sp>
        <p:nvSpPr>
          <p:cNvPr id="7" name="Rectangle 6">
            <a:extLst>
              <a:ext uri="{FF2B5EF4-FFF2-40B4-BE49-F238E27FC236}">
                <a16:creationId xmlns:a16="http://schemas.microsoft.com/office/drawing/2014/main" id="{329527B3-0100-CE11-221F-8E5B6717391C}"/>
              </a:ext>
            </a:extLst>
          </p:cNvPr>
          <p:cNvSpPr/>
          <p:nvPr userDrawn="1"/>
        </p:nvSpPr>
        <p:spPr>
          <a:xfrm>
            <a:off x="11555698" y="6473952"/>
            <a:ext cx="134652" cy="138499"/>
          </a:xfrm>
          <a:prstGeom prst="rect">
            <a:avLst/>
          </a:prstGeom>
        </p:spPr>
        <p:txBody>
          <a:bodyPr wrap="none" lIns="0" tIns="0" rIns="0" bIns="0">
            <a:spAutoFit/>
          </a:bodyPr>
          <a:lstStyle/>
          <a:p>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a:t>‹#›</a:t>
            </a:fld>
            <a:endParaRPr lang="en-US" sz="900">
              <a:solidFill>
                <a:schemeClr val="bg1"/>
              </a:solidFill>
            </a:endParaRPr>
          </a:p>
        </p:txBody>
      </p:sp>
    </p:spTree>
    <p:extLst>
      <p:ext uri="{BB962C8B-B14F-4D97-AF65-F5344CB8AC3E}">
        <p14:creationId xmlns:p14="http://schemas.microsoft.com/office/powerpoint/2010/main" val="1404470438"/>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49" y="317500"/>
            <a:ext cx="11212513" cy="334099"/>
          </a:xfrm>
          <a:prstGeom prst="rect">
            <a:avLst/>
          </a:prstGeom>
        </p:spPr>
        <p:txBody>
          <a:bodyPr vert="horz" lIns="0" tIns="0" rIns="0" bIns="0" rtlCol="0" anchor="t" anchorCtr="0">
            <a:noAutofit/>
          </a:bodyPr>
          <a:lstStyle>
            <a:lvl1pPr>
              <a:defRPr b="0">
                <a:solidFill>
                  <a:srgbClr val="00ABAB"/>
                </a:solidFill>
                <a:latin typeface="+mj-lt"/>
              </a:defRPr>
            </a:lvl1pPr>
          </a:lstStyle>
          <a:p>
            <a:r>
              <a:rPr lang="en-US"/>
              <a:t>Click to add title</a:t>
            </a:r>
          </a:p>
        </p:txBody>
      </p:sp>
    </p:spTree>
    <p:extLst>
      <p:ext uri="{BB962C8B-B14F-4D97-AF65-F5344CB8AC3E}">
        <p14:creationId xmlns:p14="http://schemas.microsoft.com/office/powerpoint/2010/main" val="280479629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49" y="651600"/>
            <a:ext cx="11212513" cy="757255"/>
          </a:xfrm>
          <a:prstGeom prst="rect">
            <a:avLst/>
          </a:prstGeom>
        </p:spPr>
        <p:txBody>
          <a:bodyPr lIns="0" tIns="0" rIns="0" bIns="0">
            <a:noAutofit/>
          </a:bodyPr>
          <a:lstStyle>
            <a:lvl1pPr marL="0" indent="0">
              <a:buNone/>
              <a:defRPr sz="1600" b="0">
                <a:solidFill>
                  <a:schemeClr val="tx2"/>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49" y="317500"/>
            <a:ext cx="11212513" cy="334099"/>
          </a:xfrm>
          <a:prstGeom prst="rect">
            <a:avLst/>
          </a:prstGeom>
        </p:spPr>
        <p:txBody>
          <a:bodyPr vert="horz" lIns="0" tIns="0" rIns="0" bIns="0" rtlCol="0" anchor="t" anchorCtr="0">
            <a:noAutofit/>
          </a:bodyPr>
          <a:lstStyle>
            <a:lvl1pPr>
              <a:defRPr b="0">
                <a:solidFill>
                  <a:srgbClr val="00ABAB"/>
                </a:solidFill>
                <a:latin typeface="+mj-lt"/>
              </a:defRPr>
            </a:lvl1pPr>
          </a:lstStyle>
          <a:p>
            <a:r>
              <a:rPr lang="en-US"/>
              <a:t>Click to add title</a:t>
            </a:r>
          </a:p>
        </p:txBody>
      </p:sp>
    </p:spTree>
    <p:extLst>
      <p:ext uri="{BB962C8B-B14F-4D97-AF65-F5344CB8AC3E}">
        <p14:creationId xmlns:p14="http://schemas.microsoft.com/office/powerpoint/2010/main" val="2284408350"/>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2541067"/>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FBF208-26A6-EC8C-5552-F9DC1845F37E}"/>
              </a:ext>
            </a:extLst>
          </p:cNvPr>
          <p:cNvSpPr/>
          <p:nvPr userDrawn="1"/>
        </p:nvSpPr>
        <p:spPr bwMode="gray">
          <a:xfrm>
            <a:off x="-3161" y="0"/>
            <a:ext cx="12192000" cy="6858000"/>
          </a:xfrm>
          <a:prstGeom prst="rect">
            <a:avLst/>
          </a:prstGeom>
          <a:solidFill>
            <a:srgbClr val="0E27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14" name="Group 13">
            <a:extLst>
              <a:ext uri="{FF2B5EF4-FFF2-40B4-BE49-F238E27FC236}">
                <a16:creationId xmlns:a16="http://schemas.microsoft.com/office/drawing/2014/main" id="{B2DFC18B-9422-DB1A-9C85-9779786F3A46}"/>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5" name="Oval 5">
              <a:extLst>
                <a:ext uri="{FF2B5EF4-FFF2-40B4-BE49-F238E27FC236}">
                  <a16:creationId xmlns:a16="http://schemas.microsoft.com/office/drawing/2014/main" id="{7E1A3B5F-028D-6D50-89EE-525FC9D41163}"/>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a:extLst>
                <a:ext uri="{FF2B5EF4-FFF2-40B4-BE49-F238E27FC236}">
                  <a16:creationId xmlns:a16="http://schemas.microsoft.com/office/drawing/2014/main" id="{8C732C0D-F4E4-E56D-92DC-50AEE6FF1BFB}"/>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a:extLst>
                <a:ext uri="{FF2B5EF4-FFF2-40B4-BE49-F238E27FC236}">
                  <a16:creationId xmlns:a16="http://schemas.microsoft.com/office/drawing/2014/main" id="{BE5DAEEE-3438-F578-7206-7228BD4D2CE8}"/>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a:extLst>
                <a:ext uri="{FF2B5EF4-FFF2-40B4-BE49-F238E27FC236}">
                  <a16:creationId xmlns:a16="http://schemas.microsoft.com/office/drawing/2014/main" id="{3961B5E6-EE7E-AD85-B753-274193B4686C}"/>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a:extLst>
                <a:ext uri="{FF2B5EF4-FFF2-40B4-BE49-F238E27FC236}">
                  <a16:creationId xmlns:a16="http://schemas.microsoft.com/office/drawing/2014/main" id="{55E0E769-0CC4-41DB-AFF5-FE5DB1D09F1A}"/>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Rectangle 10">
              <a:extLst>
                <a:ext uri="{FF2B5EF4-FFF2-40B4-BE49-F238E27FC236}">
                  <a16:creationId xmlns:a16="http://schemas.microsoft.com/office/drawing/2014/main" id="{26CBE582-4E39-EC5C-418C-A158660D9590}"/>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11">
              <a:extLst>
                <a:ext uri="{FF2B5EF4-FFF2-40B4-BE49-F238E27FC236}">
                  <a16:creationId xmlns:a16="http://schemas.microsoft.com/office/drawing/2014/main" id="{6ED82F56-719F-7A6C-5FEB-C488D47AA0C8}"/>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12">
              <a:extLst>
                <a:ext uri="{FF2B5EF4-FFF2-40B4-BE49-F238E27FC236}">
                  <a16:creationId xmlns:a16="http://schemas.microsoft.com/office/drawing/2014/main" id="{2285EF55-9D25-6B7F-589F-DA3F7CE0264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3">
              <a:extLst>
                <a:ext uri="{FF2B5EF4-FFF2-40B4-BE49-F238E27FC236}">
                  <a16:creationId xmlns:a16="http://schemas.microsoft.com/office/drawing/2014/main" id="{E7614D6E-2693-8DFB-72DE-3C5D180C5FC8}"/>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4">
              <a:extLst>
                <a:ext uri="{FF2B5EF4-FFF2-40B4-BE49-F238E27FC236}">
                  <a16:creationId xmlns:a16="http://schemas.microsoft.com/office/drawing/2014/main" id="{31FA7E26-1099-0F40-EB19-9305F70524A0}"/>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3696650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BCA03-50D7-BEC8-3F31-12BC8F7117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2E682-2588-C29E-26C1-1906C197B4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C315D-9CB7-D292-36E5-9E6E8CC26F0E}"/>
              </a:ext>
            </a:extLst>
          </p:cNvPr>
          <p:cNvSpPr>
            <a:spLocks noGrp="1"/>
          </p:cNvSpPr>
          <p:nvPr>
            <p:ph type="dt" sz="half" idx="10"/>
          </p:nvPr>
        </p:nvSpPr>
        <p:spPr/>
        <p:txBody>
          <a:bodyPr/>
          <a:lstStyle/>
          <a:p>
            <a:fld id="{1C0A0437-E870-463D-9D23-8660AE9F3A19}" type="datetimeFigureOut">
              <a:rPr lang="en-US" smtClean="0"/>
              <a:t>12/2/2025</a:t>
            </a:fld>
            <a:endParaRPr lang="en-US"/>
          </a:p>
        </p:txBody>
      </p:sp>
      <p:sp>
        <p:nvSpPr>
          <p:cNvPr id="5" name="Footer Placeholder 4">
            <a:extLst>
              <a:ext uri="{FF2B5EF4-FFF2-40B4-BE49-F238E27FC236}">
                <a16:creationId xmlns:a16="http://schemas.microsoft.com/office/drawing/2014/main" id="{48EDD867-3A0E-63A1-3ABB-00460DEE0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CECE48-7651-042B-1118-5DB954A1B565}"/>
              </a:ext>
            </a:extLst>
          </p:cNvPr>
          <p:cNvSpPr>
            <a:spLocks noGrp="1"/>
          </p:cNvSpPr>
          <p:nvPr>
            <p:ph type="sldNum" sz="quarter" idx="12"/>
          </p:nvPr>
        </p:nvSpPr>
        <p:spPr/>
        <p:txBody>
          <a:bodyPr/>
          <a:lstStyle/>
          <a:p>
            <a:fld id="{8863868E-DBC9-488F-A715-C05FC997B61E}" type="slidenum">
              <a:rPr lang="en-US" smtClean="0"/>
              <a:t>‹#›</a:t>
            </a:fld>
            <a:endParaRPr lang="en-US"/>
          </a:p>
        </p:txBody>
      </p:sp>
    </p:spTree>
    <p:extLst>
      <p:ext uri="{BB962C8B-B14F-4D97-AF65-F5344CB8AC3E}">
        <p14:creationId xmlns:p14="http://schemas.microsoft.com/office/powerpoint/2010/main" val="358935192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28764388"/>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 content with quote ">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52164176"/>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0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448132" algn="r"/>
              </a:tabLst>
              <a:defRPr sz="2600">
                <a:solidFill>
                  <a:schemeClr val="accent3"/>
                </a:solidFill>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2" y="1665288"/>
            <a:ext cx="6506348" cy="4716462"/>
          </a:xfrm>
          <a:prstGeom prst="rect">
            <a:avLst/>
          </a:prstGeom>
        </p:spPr>
        <p:txBody>
          <a:bodyPr/>
          <a:lstStyle>
            <a:lvl1pPr>
              <a:tabLst>
                <a:tab pos="5448132" algn="r"/>
              </a:tabLst>
              <a:defRPr/>
            </a:lvl1pPr>
            <a:lvl2pPr>
              <a:tabLst>
                <a:tab pos="5448132" algn="r"/>
              </a:tabLst>
              <a:defRPr/>
            </a:lvl2pPr>
            <a:lvl3pPr>
              <a:tabLst>
                <a:tab pos="5448132" algn="r"/>
              </a:tabLst>
              <a:defRPr/>
            </a:lvl3pPr>
            <a:lvl4pPr>
              <a:tabLst>
                <a:tab pos="5448132" algn="r"/>
              </a:tabLst>
              <a:defRPr/>
            </a:lvl4pPr>
            <a:lvl5pPr>
              <a:tabLst>
                <a:tab pos="54481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984740875"/>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cxnSp>
        <p:nvCxnSpPr>
          <p:cNvPr id="3" name="Straight Connector 2">
            <a:extLst>
              <a:ext uri="{FF2B5EF4-FFF2-40B4-BE49-F238E27FC236}">
                <a16:creationId xmlns:a16="http://schemas.microsoft.com/office/drawing/2014/main" id="{EE695F79-0580-D556-F36C-B648D14EEB11}"/>
              </a:ext>
            </a:extLst>
          </p:cNvPr>
          <p:cNvCxnSpPr>
            <a:cxnSpLocks/>
          </p:cNvCxnSpPr>
          <p:nvPr userDrawn="1"/>
        </p:nvCxnSpPr>
        <p:spPr>
          <a:xfrm>
            <a:off x="501650" y="651599"/>
            <a:ext cx="11188700" cy="0"/>
          </a:xfrm>
          <a:prstGeom prst="line">
            <a:avLst/>
          </a:prstGeom>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86093403"/>
      </p:ext>
    </p:extLst>
  </p:cSld>
  <p:clrMapOvr>
    <a:masterClrMapping/>
  </p:clrMapOvr>
  <p:transition>
    <p:fade/>
  </p:transition>
  <p:hf hdr="0" dt="0"/>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2" name="Picture 1" descr="A blue and white background with a circular pattern&#10;&#10;Description automatically generated with medium confidence">
            <a:extLst>
              <a:ext uri="{FF2B5EF4-FFF2-40B4-BE49-F238E27FC236}">
                <a16:creationId xmlns:a16="http://schemas.microsoft.com/office/drawing/2014/main" id="{F964D46B-E02E-7E00-4CD8-29751A51C20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3" name="Rectangle 2">
            <a:extLst>
              <a:ext uri="{FF2B5EF4-FFF2-40B4-BE49-F238E27FC236}">
                <a16:creationId xmlns:a16="http://schemas.microsoft.com/office/drawing/2014/main" id="{BD73111A-6344-FFD7-35A1-92FA42E4DBF7}"/>
              </a:ext>
            </a:extLst>
          </p:cNvPr>
          <p:cNvSpPr/>
          <p:nvPr userDrawn="1"/>
        </p:nvSpPr>
        <p:spPr bwMode="gray">
          <a:xfrm>
            <a:off x="-1" y="0"/>
            <a:ext cx="12191999" cy="6858000"/>
          </a:xfrm>
          <a:prstGeom prst="rect">
            <a:avLst/>
          </a:prstGeom>
          <a:gradFill>
            <a:gsLst>
              <a:gs pos="0">
                <a:srgbClr val="0E2742">
                  <a:alpha val="90000"/>
                </a:srgbClr>
              </a:gs>
              <a:gs pos="78000">
                <a:srgbClr val="0E2742">
                  <a:alpha val="9000"/>
                </a:srgbClr>
              </a:gs>
            </a:gsLst>
            <a:lin ang="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grpSp>
        <p:nvGrpSpPr>
          <p:cNvPr id="16" name="Group 15">
            <a:extLst>
              <a:ext uri="{FF2B5EF4-FFF2-40B4-BE49-F238E27FC236}">
                <a16:creationId xmlns:a16="http://schemas.microsoft.com/office/drawing/2014/main" id="{BBB00153-52E8-495A-BA32-E581AC7A8A67}"/>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pic>
        <p:nvPicPr>
          <p:cNvPr id="4" name="Picture 3">
            <a:extLst>
              <a:ext uri="{FF2B5EF4-FFF2-40B4-BE49-F238E27FC236}">
                <a16:creationId xmlns:a16="http://schemas.microsoft.com/office/drawing/2014/main" id="{1E3090F3-DBF1-B283-FE18-799EFF5B33A1}"/>
              </a:ext>
            </a:extLst>
          </p:cNvPr>
          <p:cNvPicPr>
            <a:picLocks noChangeAspect="1"/>
          </p:cNvPicPr>
          <p:nvPr userDrawn="1"/>
        </p:nvPicPr>
        <p:blipFill>
          <a:blip r:embed="rId3"/>
          <a:stretch>
            <a:fillRect/>
          </a:stretch>
        </p:blipFill>
        <p:spPr>
          <a:xfrm>
            <a:off x="7064946" y="1750568"/>
            <a:ext cx="3457540" cy="3470966"/>
          </a:xfrm>
          <a:prstGeom prst="rect">
            <a:avLst/>
          </a:prstGeom>
          <a:effectLst>
            <a:softEdge rad="63500"/>
          </a:effectLst>
        </p:spPr>
      </p:pic>
      <p:sp>
        <p:nvSpPr>
          <p:cNvPr id="6" name="Circle: Hollow 5">
            <a:extLst>
              <a:ext uri="{FF2B5EF4-FFF2-40B4-BE49-F238E27FC236}">
                <a16:creationId xmlns:a16="http://schemas.microsoft.com/office/drawing/2014/main" id="{BA6CD6F4-C8D7-90A4-C5A6-5D5A365075D5}"/>
              </a:ext>
            </a:extLst>
          </p:cNvPr>
          <p:cNvSpPr/>
          <p:nvPr userDrawn="1"/>
        </p:nvSpPr>
        <p:spPr bwMode="gray">
          <a:xfrm>
            <a:off x="7042912" y="1750568"/>
            <a:ext cx="3588512" cy="3588512"/>
          </a:xfrm>
          <a:prstGeom prst="donut">
            <a:avLst>
              <a:gd name="adj" fmla="val 5140"/>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3753062946"/>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1_Blank">
    <p:bg>
      <p:bgPr>
        <a:solidFill>
          <a:srgbClr val="0C202A"/>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934CF71-F8D9-FEEB-AAFB-44DE50003A10}"/>
              </a:ext>
            </a:extLst>
          </p:cNvPr>
          <p:cNvGrpSpPr/>
          <p:nvPr userDrawn="1"/>
        </p:nvGrpSpPr>
        <p:grpSpPr>
          <a:xfrm>
            <a:off x="-3161" y="0"/>
            <a:ext cx="12192000" cy="6858000"/>
            <a:chOff x="0" y="0"/>
            <a:chExt cx="12192000" cy="6858000"/>
          </a:xfrm>
        </p:grpSpPr>
        <p:pic>
          <p:nvPicPr>
            <p:cNvPr id="3" name="Picture 2" descr="A city skyline at night&#10;&#10;Description automatically generated">
              <a:extLst>
                <a:ext uri="{FF2B5EF4-FFF2-40B4-BE49-F238E27FC236}">
                  <a16:creationId xmlns:a16="http://schemas.microsoft.com/office/drawing/2014/main" id="{ECD2477B-06D8-25B2-8B68-1E38AB25A22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1733442"/>
              <a:ext cx="12192000" cy="5124558"/>
            </a:xfrm>
            <a:prstGeom prst="rect">
              <a:avLst/>
            </a:prstGeom>
          </p:spPr>
        </p:pic>
        <p:sp>
          <p:nvSpPr>
            <p:cNvPr id="4" name="Rectangle 3">
              <a:extLst>
                <a:ext uri="{FF2B5EF4-FFF2-40B4-BE49-F238E27FC236}">
                  <a16:creationId xmlns:a16="http://schemas.microsoft.com/office/drawing/2014/main" id="{22F63A77-8AB5-5AE3-85B2-8A695E37FC0C}"/>
                </a:ext>
              </a:extLst>
            </p:cNvPr>
            <p:cNvSpPr/>
            <p:nvPr/>
          </p:nvSpPr>
          <p:spPr bwMode="gray">
            <a:xfrm>
              <a:off x="0" y="0"/>
              <a:ext cx="12192000" cy="6177280"/>
            </a:xfrm>
            <a:prstGeom prst="rect">
              <a:avLst/>
            </a:prstGeom>
            <a:gradFill>
              <a:gsLst>
                <a:gs pos="40000">
                  <a:srgbClr val="0E2742"/>
                </a:gs>
                <a:gs pos="100000">
                  <a:srgbClr val="0E2742">
                    <a:alpha val="0"/>
                  </a:srgbClr>
                </a:gs>
              </a:gsLst>
              <a:lin ang="5400000" scaled="1"/>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sp>
        <p:nvSpPr>
          <p:cNvPr id="5" name="Rectangle 4">
            <a:extLst>
              <a:ext uri="{FF2B5EF4-FFF2-40B4-BE49-F238E27FC236}">
                <a16:creationId xmlns:a16="http://schemas.microsoft.com/office/drawing/2014/main" id="{596BEBC8-29C3-349A-013F-16D0AEC52E15}"/>
              </a:ext>
            </a:extLst>
          </p:cNvPr>
          <p:cNvSpPr/>
          <p:nvPr userDrawn="1"/>
        </p:nvSpPr>
        <p:spPr bwMode="gray">
          <a:xfrm>
            <a:off x="0" y="0"/>
            <a:ext cx="12188839" cy="6858000"/>
          </a:xfrm>
          <a:prstGeom prst="rect">
            <a:avLst/>
          </a:prstGeom>
          <a:gradFill flip="none" rotWithShape="1">
            <a:gsLst>
              <a:gs pos="29000">
                <a:srgbClr val="0C202A">
                  <a:alpha val="0"/>
                </a:srgbClr>
              </a:gs>
              <a:gs pos="63000">
                <a:srgbClr val="0C202A"/>
              </a:gs>
            </a:gsLst>
            <a:lin ang="162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384965438"/>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2_Blank">
    <p:bg>
      <p:bgPr>
        <a:solidFill>
          <a:srgbClr val="0C202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6A94F9-CB81-799E-0049-B01C917AF5E6}"/>
              </a:ext>
            </a:extLst>
          </p:cNvPr>
          <p:cNvSpPr/>
          <p:nvPr userDrawn="1"/>
        </p:nvSpPr>
        <p:spPr bwMode="gray">
          <a:xfrm>
            <a:off x="-3161" y="0"/>
            <a:ext cx="12192000" cy="6858000"/>
          </a:xfrm>
          <a:prstGeom prst="rect">
            <a:avLst/>
          </a:prstGeom>
          <a:solidFill>
            <a:srgbClr val="132F4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 name="Text Placeholder 8">
            <a:extLst>
              <a:ext uri="{FF2B5EF4-FFF2-40B4-BE49-F238E27FC236}">
                <a16:creationId xmlns:a16="http://schemas.microsoft.com/office/drawing/2014/main" id="{B552823F-B028-46A0-8D2C-332C29CA9B5B}"/>
              </a:ext>
            </a:extLst>
          </p:cNvPr>
          <p:cNvSpPr>
            <a:spLocks noGrp="1"/>
          </p:cNvSpPr>
          <p:nvPr>
            <p:ph type="body" sz="quarter" idx="13" hasCustomPrompt="1"/>
          </p:nvPr>
        </p:nvSpPr>
        <p:spPr>
          <a:xfrm>
            <a:off x="501649" y="651600"/>
            <a:ext cx="11212513" cy="757255"/>
          </a:xfrm>
          <a:prstGeom prst="rect">
            <a:avLst/>
          </a:prstGeom>
        </p:spPr>
        <p:txBody>
          <a:bodyPr lIns="0" tIns="0" rIns="0" bIns="0">
            <a:noAutofit/>
          </a:bodyPr>
          <a:lstStyle>
            <a:lvl1pPr marL="0" indent="0">
              <a:buNone/>
              <a:defRPr sz="1600" b="0">
                <a:solidFill>
                  <a:schemeClr val="bg1"/>
                </a:solidFill>
              </a:defRPr>
            </a:lvl1pPr>
          </a:lstStyle>
          <a:p>
            <a:pPr lvl="0"/>
            <a:r>
              <a:rPr lang="en-US"/>
              <a:t>Click to add subtitle</a:t>
            </a:r>
          </a:p>
        </p:txBody>
      </p:sp>
      <p:sp>
        <p:nvSpPr>
          <p:cNvPr id="4" name="Title Placeholder 1">
            <a:extLst>
              <a:ext uri="{FF2B5EF4-FFF2-40B4-BE49-F238E27FC236}">
                <a16:creationId xmlns:a16="http://schemas.microsoft.com/office/drawing/2014/main" id="{045DECAE-6144-4F8F-3984-49B80CF189E8}"/>
              </a:ext>
            </a:extLst>
          </p:cNvPr>
          <p:cNvSpPr>
            <a:spLocks noGrp="1"/>
          </p:cNvSpPr>
          <p:nvPr>
            <p:ph type="title" hasCustomPrompt="1"/>
          </p:nvPr>
        </p:nvSpPr>
        <p:spPr>
          <a:xfrm>
            <a:off x="501649" y="317500"/>
            <a:ext cx="11212513" cy="334099"/>
          </a:xfrm>
          <a:prstGeom prst="rect">
            <a:avLst/>
          </a:prstGeom>
        </p:spPr>
        <p:txBody>
          <a:bodyPr vert="horz" lIns="0" tIns="0" rIns="0" bIns="0" rtlCol="0" anchor="t" anchorCtr="0">
            <a:noAutofit/>
          </a:bodyPr>
          <a:lstStyle>
            <a:lvl1pPr>
              <a:defRPr b="0">
                <a:solidFill>
                  <a:srgbClr val="00ABAB"/>
                </a:solidFill>
                <a:latin typeface="+mj-lt"/>
              </a:defRPr>
            </a:lvl1pPr>
          </a:lstStyle>
          <a:p>
            <a:r>
              <a:rPr lang="en-US"/>
              <a:t>Click to add title</a:t>
            </a:r>
          </a:p>
        </p:txBody>
      </p:sp>
      <p:sp>
        <p:nvSpPr>
          <p:cNvPr id="5" name="CaseCode">
            <a:extLst>
              <a:ext uri="{FF2B5EF4-FFF2-40B4-BE49-F238E27FC236}">
                <a16:creationId xmlns:a16="http://schemas.microsoft.com/office/drawing/2014/main" id="{A38B7EB9-4E2B-A6B0-1155-D000A770AF84}"/>
              </a:ext>
            </a:extLst>
          </p:cNvPr>
          <p:cNvSpPr txBox="1"/>
          <p:nvPr userDrawn="1"/>
        </p:nvSpPr>
        <p:spPr>
          <a:xfrm>
            <a:off x="6413840"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ERP Implementation - Presentation to Damodar Valley Corporation</a:t>
            </a:r>
          </a:p>
        </p:txBody>
      </p:sp>
      <p:sp>
        <p:nvSpPr>
          <p:cNvPr id="6" name="Copyright">
            <a:extLst>
              <a:ext uri="{FF2B5EF4-FFF2-40B4-BE49-F238E27FC236}">
                <a16:creationId xmlns:a16="http://schemas.microsoft.com/office/drawing/2014/main" id="{30BD028C-7DBB-4FBA-4AFF-0629B1BFEE7A}"/>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2024 Deloitte Touche Tohmatsu India LLP. </a:t>
            </a:r>
          </a:p>
        </p:txBody>
      </p:sp>
      <p:sp>
        <p:nvSpPr>
          <p:cNvPr id="7" name="Rectangle 6">
            <a:extLst>
              <a:ext uri="{FF2B5EF4-FFF2-40B4-BE49-F238E27FC236}">
                <a16:creationId xmlns:a16="http://schemas.microsoft.com/office/drawing/2014/main" id="{329527B3-0100-CE11-221F-8E5B6717391C}"/>
              </a:ext>
            </a:extLst>
          </p:cNvPr>
          <p:cNvSpPr/>
          <p:nvPr userDrawn="1"/>
        </p:nvSpPr>
        <p:spPr>
          <a:xfrm>
            <a:off x="11555698" y="6473952"/>
            <a:ext cx="134652" cy="138499"/>
          </a:xfrm>
          <a:prstGeom prst="rect">
            <a:avLst/>
          </a:prstGeom>
        </p:spPr>
        <p:txBody>
          <a:bodyPr wrap="none" lIns="0" tIns="0" rIns="0" bIns="0">
            <a:spAutoFit/>
          </a:bodyPr>
          <a:lstStyle/>
          <a:p>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a:t>‹#›</a:t>
            </a:fld>
            <a:endParaRPr lang="en-US" sz="900">
              <a:solidFill>
                <a:schemeClr val="bg1"/>
              </a:solidFill>
            </a:endParaRPr>
          </a:p>
        </p:txBody>
      </p:sp>
    </p:spTree>
    <p:extLst>
      <p:ext uri="{BB962C8B-B14F-4D97-AF65-F5344CB8AC3E}">
        <p14:creationId xmlns:p14="http://schemas.microsoft.com/office/powerpoint/2010/main" val="1053423821"/>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49" y="317500"/>
            <a:ext cx="11212513" cy="334099"/>
          </a:xfrm>
          <a:prstGeom prst="rect">
            <a:avLst/>
          </a:prstGeom>
        </p:spPr>
        <p:txBody>
          <a:bodyPr vert="horz" lIns="0" tIns="0" rIns="0" bIns="0" rtlCol="0" anchor="t" anchorCtr="0">
            <a:noAutofit/>
          </a:bodyPr>
          <a:lstStyle>
            <a:lvl1pPr>
              <a:defRPr b="0">
                <a:solidFill>
                  <a:srgbClr val="00ABAB"/>
                </a:solidFill>
                <a:latin typeface="+mj-lt"/>
              </a:defRPr>
            </a:lvl1pPr>
          </a:lstStyle>
          <a:p>
            <a:r>
              <a:rPr lang="en-US"/>
              <a:t>Click to add title</a:t>
            </a:r>
          </a:p>
        </p:txBody>
      </p:sp>
    </p:spTree>
    <p:extLst>
      <p:ext uri="{BB962C8B-B14F-4D97-AF65-F5344CB8AC3E}">
        <p14:creationId xmlns:p14="http://schemas.microsoft.com/office/powerpoint/2010/main" val="3737870135"/>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49" y="651600"/>
            <a:ext cx="11212513" cy="757255"/>
          </a:xfrm>
          <a:prstGeom prst="rect">
            <a:avLst/>
          </a:prstGeom>
        </p:spPr>
        <p:txBody>
          <a:bodyPr lIns="0" tIns="0" rIns="0" bIns="0">
            <a:noAutofit/>
          </a:bodyPr>
          <a:lstStyle>
            <a:lvl1pPr marL="0" indent="0">
              <a:buNone/>
              <a:defRPr sz="1600" b="0">
                <a:solidFill>
                  <a:schemeClr val="tx2"/>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49" y="317500"/>
            <a:ext cx="11212513" cy="334099"/>
          </a:xfrm>
          <a:prstGeom prst="rect">
            <a:avLst/>
          </a:prstGeom>
        </p:spPr>
        <p:txBody>
          <a:bodyPr vert="horz" lIns="0" tIns="0" rIns="0" bIns="0" rtlCol="0" anchor="t" anchorCtr="0">
            <a:noAutofit/>
          </a:bodyPr>
          <a:lstStyle>
            <a:lvl1pPr>
              <a:defRPr b="0">
                <a:solidFill>
                  <a:srgbClr val="00ABAB"/>
                </a:solidFill>
                <a:latin typeface="+mj-lt"/>
              </a:defRPr>
            </a:lvl1pPr>
          </a:lstStyle>
          <a:p>
            <a:r>
              <a:rPr lang="en-US"/>
              <a:t>Click to add title</a:t>
            </a:r>
          </a:p>
        </p:txBody>
      </p:sp>
    </p:spTree>
    <p:extLst>
      <p:ext uri="{BB962C8B-B14F-4D97-AF65-F5344CB8AC3E}">
        <p14:creationId xmlns:p14="http://schemas.microsoft.com/office/powerpoint/2010/main" val="3748352372"/>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864359"/>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FBF208-26A6-EC8C-5552-F9DC1845F37E}"/>
              </a:ext>
            </a:extLst>
          </p:cNvPr>
          <p:cNvSpPr/>
          <p:nvPr userDrawn="1"/>
        </p:nvSpPr>
        <p:spPr bwMode="gray">
          <a:xfrm>
            <a:off x="-3161" y="0"/>
            <a:ext cx="12192000" cy="6858000"/>
          </a:xfrm>
          <a:prstGeom prst="rect">
            <a:avLst/>
          </a:prstGeom>
          <a:solidFill>
            <a:srgbClr val="0E274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14" name="Group 13">
            <a:extLst>
              <a:ext uri="{FF2B5EF4-FFF2-40B4-BE49-F238E27FC236}">
                <a16:creationId xmlns:a16="http://schemas.microsoft.com/office/drawing/2014/main" id="{B2DFC18B-9422-DB1A-9C85-9779786F3A46}"/>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5" name="Oval 5">
              <a:extLst>
                <a:ext uri="{FF2B5EF4-FFF2-40B4-BE49-F238E27FC236}">
                  <a16:creationId xmlns:a16="http://schemas.microsoft.com/office/drawing/2014/main" id="{7E1A3B5F-028D-6D50-89EE-525FC9D41163}"/>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a:extLst>
                <a:ext uri="{FF2B5EF4-FFF2-40B4-BE49-F238E27FC236}">
                  <a16:creationId xmlns:a16="http://schemas.microsoft.com/office/drawing/2014/main" id="{8C732C0D-F4E4-E56D-92DC-50AEE6FF1BFB}"/>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a:extLst>
                <a:ext uri="{FF2B5EF4-FFF2-40B4-BE49-F238E27FC236}">
                  <a16:creationId xmlns:a16="http://schemas.microsoft.com/office/drawing/2014/main" id="{BE5DAEEE-3438-F578-7206-7228BD4D2CE8}"/>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a:extLst>
                <a:ext uri="{FF2B5EF4-FFF2-40B4-BE49-F238E27FC236}">
                  <a16:creationId xmlns:a16="http://schemas.microsoft.com/office/drawing/2014/main" id="{3961B5E6-EE7E-AD85-B753-274193B4686C}"/>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a:extLst>
                <a:ext uri="{FF2B5EF4-FFF2-40B4-BE49-F238E27FC236}">
                  <a16:creationId xmlns:a16="http://schemas.microsoft.com/office/drawing/2014/main" id="{55E0E769-0CC4-41DB-AFF5-FE5DB1D09F1A}"/>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Rectangle 10">
              <a:extLst>
                <a:ext uri="{FF2B5EF4-FFF2-40B4-BE49-F238E27FC236}">
                  <a16:creationId xmlns:a16="http://schemas.microsoft.com/office/drawing/2014/main" id="{26CBE582-4E39-EC5C-418C-A158660D9590}"/>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11">
              <a:extLst>
                <a:ext uri="{FF2B5EF4-FFF2-40B4-BE49-F238E27FC236}">
                  <a16:creationId xmlns:a16="http://schemas.microsoft.com/office/drawing/2014/main" id="{6ED82F56-719F-7A6C-5FEB-C488D47AA0C8}"/>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12">
              <a:extLst>
                <a:ext uri="{FF2B5EF4-FFF2-40B4-BE49-F238E27FC236}">
                  <a16:creationId xmlns:a16="http://schemas.microsoft.com/office/drawing/2014/main" id="{2285EF55-9D25-6B7F-589F-DA3F7CE0264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3">
              <a:extLst>
                <a:ext uri="{FF2B5EF4-FFF2-40B4-BE49-F238E27FC236}">
                  <a16:creationId xmlns:a16="http://schemas.microsoft.com/office/drawing/2014/main" id="{E7614D6E-2693-8DFB-72DE-3C5D180C5FC8}"/>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4">
              <a:extLst>
                <a:ext uri="{FF2B5EF4-FFF2-40B4-BE49-F238E27FC236}">
                  <a16:creationId xmlns:a16="http://schemas.microsoft.com/office/drawing/2014/main" id="{31FA7E26-1099-0F40-EB19-9305F70524A0}"/>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8689363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BCA03-50D7-BEC8-3F31-12BC8F7117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2E682-2588-C29E-26C1-1906C197B4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C315D-9CB7-D292-36E5-9E6E8CC26F0E}"/>
              </a:ext>
            </a:extLst>
          </p:cNvPr>
          <p:cNvSpPr>
            <a:spLocks noGrp="1"/>
          </p:cNvSpPr>
          <p:nvPr>
            <p:ph type="dt" sz="half" idx="10"/>
          </p:nvPr>
        </p:nvSpPr>
        <p:spPr/>
        <p:txBody>
          <a:bodyPr/>
          <a:lstStyle/>
          <a:p>
            <a:fld id="{1C0A0437-E870-463D-9D23-8660AE9F3A19}" type="datetimeFigureOut">
              <a:rPr lang="en-US" smtClean="0"/>
              <a:t>12/2/2025</a:t>
            </a:fld>
            <a:endParaRPr lang="en-US"/>
          </a:p>
        </p:txBody>
      </p:sp>
      <p:sp>
        <p:nvSpPr>
          <p:cNvPr id="5" name="Footer Placeholder 4">
            <a:extLst>
              <a:ext uri="{FF2B5EF4-FFF2-40B4-BE49-F238E27FC236}">
                <a16:creationId xmlns:a16="http://schemas.microsoft.com/office/drawing/2014/main" id="{48EDD867-3A0E-63A1-3ABB-00460DEE0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CECE48-7651-042B-1118-5DB954A1B565}"/>
              </a:ext>
            </a:extLst>
          </p:cNvPr>
          <p:cNvSpPr>
            <a:spLocks noGrp="1"/>
          </p:cNvSpPr>
          <p:nvPr>
            <p:ph type="sldNum" sz="quarter" idx="12"/>
          </p:nvPr>
        </p:nvSpPr>
        <p:spPr/>
        <p:txBody>
          <a:bodyPr/>
          <a:lstStyle/>
          <a:p>
            <a:fld id="{8863868E-DBC9-488F-A715-C05FC997B61E}" type="slidenum">
              <a:rPr lang="en-US" smtClean="0"/>
              <a:t>‹#›</a:t>
            </a:fld>
            <a:endParaRPr lang="en-US"/>
          </a:p>
        </p:txBody>
      </p:sp>
    </p:spTree>
    <p:extLst>
      <p:ext uri="{BB962C8B-B14F-4D97-AF65-F5344CB8AC3E}">
        <p14:creationId xmlns:p14="http://schemas.microsoft.com/office/powerpoint/2010/main" val="372294507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emf"/><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ags" Target="../tags/tag3.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75"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ags" Target="../tags/tag18.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theme" Target="../theme/theme2.xml"/><Relationship Id="rId2" Type="http://schemas.openxmlformats.org/officeDocument/2006/relationships/slideLayout" Target="../slideLayouts/slideLayout71.xml"/><Relationship Id="rId16" Type="http://schemas.openxmlformats.org/officeDocument/2006/relationships/image" Target="../media/image2.png"/><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emf"/><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oleObject" Target="../embeddings/oleObject9.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image" Target="../media/image2.png"/><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image" Target="../media/image1.emf"/><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oleObject" Target="../embeddings/oleObject11.bin"/><Relationship Id="rId5" Type="http://schemas.openxmlformats.org/officeDocument/2006/relationships/slideLayout" Target="../slideLayouts/slideLayout85.xml"/><Relationship Id="rId10" Type="http://schemas.openxmlformats.org/officeDocument/2006/relationships/tags" Target="../tags/tag21.xml"/><Relationship Id="rId4" Type="http://schemas.openxmlformats.org/officeDocument/2006/relationships/slideLayout" Target="../slideLayouts/slideLayout84.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1"/>
            </p:custDataLst>
            <p:extLst>
              <p:ext uri="{D42A27DB-BD31-4B8C-83A1-F6EECF244321}">
                <p14:modId xmlns:p14="http://schemas.microsoft.com/office/powerpoint/2010/main" val="61044871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3" imgW="270" imgH="270" progId="TCLayout.ActiveDocument.1">
                  <p:embed/>
                </p:oleObj>
              </mc:Choice>
              <mc:Fallback>
                <p:oleObj name="think-cell Slide" r:id="rId73" imgW="270" imgH="270" progId="TCLayout.ActiveDocument.1">
                  <p:embed/>
                  <p:pic>
                    <p:nvPicPr>
                      <p:cNvPr id="4" name="Object 3" hidden="1"/>
                      <p:cNvPicPr/>
                      <p:nvPr/>
                    </p:nvPicPr>
                    <p:blipFill>
                      <a:blip r:embed="rId74"/>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740832" y="6576918"/>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Calibri" panose="020F0502020204030204" pitchFamily="34" charset="0"/>
                <a:cs typeface="Calibri" panose="020F0502020204030204" pitchFamily="34" charset="0"/>
              </a:rPr>
              <a:t>© 2025 Deloitte Touche Tohmatsu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55698" y="6576919"/>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a:p>
        </p:txBody>
      </p:sp>
      <p:sp>
        <p:nvSpPr>
          <p:cNvPr id="9" name="TextBox 8">
            <a:extLst>
              <a:ext uri="{FF2B5EF4-FFF2-40B4-BE49-F238E27FC236}">
                <a16:creationId xmlns:a16="http://schemas.microsoft.com/office/drawing/2014/main" id="{6160858C-7208-417F-84BB-B0ABC8E4D7B4}"/>
              </a:ext>
            </a:extLst>
          </p:cNvPr>
          <p:cNvSpPr txBox="1"/>
          <p:nvPr userDrawn="1"/>
        </p:nvSpPr>
        <p:spPr>
          <a:xfrm>
            <a:off x="5155925" y="6525559"/>
            <a:ext cx="6097656" cy="241220"/>
          </a:xfrm>
          <a:prstGeom prst="rect">
            <a:avLst/>
          </a:prstGeom>
          <a:noFill/>
        </p:spPr>
        <p:txBody>
          <a:bodyPr wrap="square">
            <a:spAutoFit/>
          </a:bodyPr>
          <a:lstStyle/>
          <a:p>
            <a:pPr algn="r">
              <a:lnSpc>
                <a:spcPct val="114000"/>
              </a:lnSpc>
              <a:spcAft>
                <a:spcPts val="600"/>
              </a:spcAft>
            </a:pPr>
            <a:r>
              <a:rPr lang="it-IT" sz="900" b="1" kern="1200">
                <a:solidFill>
                  <a:schemeClr val="tx1"/>
                </a:solidFill>
                <a:latin typeface="Calibri" panose="020F0502020204030204" pitchFamily="34" charset="0"/>
                <a:ea typeface="+mn-ea"/>
                <a:cs typeface="Calibri" panose="020F0502020204030204" pitchFamily="34" charset="0"/>
              </a:rPr>
              <a:t>GEM ID: </a:t>
            </a:r>
            <a:r>
              <a:rPr lang="it-IT" sz="900" kern="1200">
                <a:solidFill>
                  <a:schemeClr val="tx1"/>
                </a:solidFill>
                <a:latin typeface="Calibri" panose="020F0502020204030204" pitchFamily="34" charset="0"/>
                <a:ea typeface="+mn-ea"/>
                <a:cs typeface="Calibri" panose="020F0502020204030204" pitchFamily="34" charset="0"/>
              </a:rPr>
              <a:t>GEM/2024/B/</a:t>
            </a:r>
            <a:r>
              <a:rPr lang="en-US" sz="900"/>
              <a:t>5386233</a:t>
            </a:r>
            <a:endParaRPr lang="en-US" sz="900" kern="1200">
              <a:solidFill>
                <a:schemeClr val="tx1"/>
              </a:solidFill>
              <a:latin typeface="Calibri" panose="020F0502020204030204" pitchFamily="34" charset="0"/>
              <a:ea typeface="+mn-ea"/>
              <a:cs typeface="Calibri" panose="020F0502020204030204" pitchFamily="34" charset="0"/>
            </a:endParaRPr>
          </a:p>
        </p:txBody>
      </p:sp>
      <p:pic>
        <p:nvPicPr>
          <p:cNvPr id="12293" name="Picture 5" descr="Deloitte - Wikipedia">
            <a:extLst>
              <a:ext uri="{FF2B5EF4-FFF2-40B4-BE49-F238E27FC236}">
                <a16:creationId xmlns:a16="http://schemas.microsoft.com/office/drawing/2014/main" id="{AFDBB230-53A5-4679-909F-6506F735B365}"/>
              </a:ext>
            </a:extLst>
          </p:cNvPr>
          <p:cNvPicPr>
            <a:picLocks noChangeAspect="1" noChangeArrowheads="1"/>
          </p:cNvPicPr>
          <p:nvPr userDrawn="1"/>
        </p:nvPicPr>
        <p:blipFill>
          <a:blip r:embed="rId75">
            <a:extLst>
              <a:ext uri="{28A0092B-C50C-407E-A947-70E740481C1C}">
                <a14:useLocalDpi xmlns:a14="http://schemas.microsoft.com/office/drawing/2010/main" val="0"/>
              </a:ext>
            </a:extLst>
          </a:blip>
          <a:srcRect/>
          <a:stretch>
            <a:fillRect/>
          </a:stretch>
        </p:blipFill>
        <p:spPr bwMode="auto">
          <a:xfrm>
            <a:off x="501650" y="6525559"/>
            <a:ext cx="239182" cy="23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2054749"/>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 id="2147483824" r:id="rId17"/>
    <p:sldLayoutId id="2147483825" r:id="rId18"/>
    <p:sldLayoutId id="2147483826" r:id="rId19"/>
    <p:sldLayoutId id="2147483827" r:id="rId20"/>
    <p:sldLayoutId id="2147483828" r:id="rId21"/>
    <p:sldLayoutId id="2147483829" r:id="rId22"/>
    <p:sldLayoutId id="2147483830" r:id="rId23"/>
    <p:sldLayoutId id="2147483831" r:id="rId24"/>
    <p:sldLayoutId id="2147483832" r:id="rId25"/>
    <p:sldLayoutId id="2147483833" r:id="rId26"/>
    <p:sldLayoutId id="2147483834" r:id="rId27"/>
    <p:sldLayoutId id="2147483835" r:id="rId28"/>
    <p:sldLayoutId id="2147483836" r:id="rId29"/>
    <p:sldLayoutId id="2147483837" r:id="rId30"/>
    <p:sldLayoutId id="2147483838" r:id="rId31"/>
    <p:sldLayoutId id="2147483839" r:id="rId32"/>
    <p:sldLayoutId id="2147483840" r:id="rId33"/>
    <p:sldLayoutId id="2147483841" r:id="rId34"/>
    <p:sldLayoutId id="2147483842" r:id="rId35"/>
    <p:sldLayoutId id="2147483843" r:id="rId36"/>
    <p:sldLayoutId id="2147483844" r:id="rId37"/>
    <p:sldLayoutId id="2147483845" r:id="rId38"/>
    <p:sldLayoutId id="2147483846" r:id="rId39"/>
    <p:sldLayoutId id="2147483847" r:id="rId40"/>
    <p:sldLayoutId id="2147483848" r:id="rId41"/>
    <p:sldLayoutId id="2147483849" r:id="rId42"/>
    <p:sldLayoutId id="2147483850" r:id="rId43"/>
    <p:sldLayoutId id="2147483851" r:id="rId44"/>
    <p:sldLayoutId id="2147483852" r:id="rId45"/>
    <p:sldLayoutId id="2147483853" r:id="rId46"/>
    <p:sldLayoutId id="2147483854" r:id="rId47"/>
    <p:sldLayoutId id="2147483855" r:id="rId48"/>
    <p:sldLayoutId id="2147483856" r:id="rId49"/>
    <p:sldLayoutId id="2147483857" r:id="rId50"/>
    <p:sldLayoutId id="2147483858" r:id="rId51"/>
    <p:sldLayoutId id="2147483859" r:id="rId52"/>
    <p:sldLayoutId id="2147483860" r:id="rId53"/>
    <p:sldLayoutId id="2147483861" r:id="rId54"/>
    <p:sldLayoutId id="2147483862" r:id="rId55"/>
    <p:sldLayoutId id="2147483863" r:id="rId56"/>
    <p:sldLayoutId id="2147483864" r:id="rId57"/>
    <p:sldLayoutId id="2147483865" r:id="rId58"/>
    <p:sldLayoutId id="2147483866" r:id="rId59"/>
    <p:sldLayoutId id="2147483867" r:id="rId60"/>
    <p:sldLayoutId id="2147483868" r:id="rId61"/>
    <p:sldLayoutId id="2147483869" r:id="rId62"/>
    <p:sldLayoutId id="2147483870" r:id="rId63"/>
    <p:sldLayoutId id="2147483871" r:id="rId64"/>
    <p:sldLayoutId id="2147483872" r:id="rId65"/>
    <p:sldLayoutId id="2147483873" r:id="rId66"/>
    <p:sldLayoutId id="2147483874" r:id="rId67"/>
    <p:sldLayoutId id="2147483875" r:id="rId68"/>
    <p:sldLayoutId id="2147483998" r:id="rId69"/>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3"/>
            </p:custDataLst>
            <p:extLst>
              <p:ext uri="{D42A27DB-BD31-4B8C-83A1-F6EECF244321}">
                <p14:modId xmlns:p14="http://schemas.microsoft.com/office/powerpoint/2010/main" val="30911105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4" name="Object 3" hidden="1"/>
                      <p:cNvPicPr/>
                      <p:nvPr/>
                    </p:nvPicPr>
                    <p:blipFill>
                      <a:blip r:embed="rId15"/>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9784080" cy="30982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501650" y="1665289"/>
            <a:ext cx="112014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userDrawn="1"/>
        </p:nvSpPr>
        <p:spPr>
          <a:xfrm>
            <a:off x="11555698"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a:p>
        </p:txBody>
      </p:sp>
      <p:sp>
        <p:nvSpPr>
          <p:cNvPr id="5" name="Copyright">
            <a:extLst>
              <a:ext uri="{FF2B5EF4-FFF2-40B4-BE49-F238E27FC236}">
                <a16:creationId xmlns:a16="http://schemas.microsoft.com/office/drawing/2014/main" id="{A29488A0-E709-7838-C99E-780CBF701EA6}"/>
              </a:ext>
            </a:extLst>
          </p:cNvPr>
          <p:cNvSpPr txBox="1"/>
          <p:nvPr userDrawn="1"/>
        </p:nvSpPr>
        <p:spPr>
          <a:xfrm>
            <a:off x="740832" y="6576918"/>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Calibri" panose="020F0502020204030204" pitchFamily="34" charset="0"/>
                <a:cs typeface="Calibri" panose="020F0502020204030204" pitchFamily="34" charset="0"/>
              </a:rPr>
              <a:t>© 2025 Deloitte Touche Tohmatsu India LLP </a:t>
            </a:r>
          </a:p>
        </p:txBody>
      </p:sp>
      <p:sp>
        <p:nvSpPr>
          <p:cNvPr id="6" name="TextBox 5">
            <a:extLst>
              <a:ext uri="{FF2B5EF4-FFF2-40B4-BE49-F238E27FC236}">
                <a16:creationId xmlns:a16="http://schemas.microsoft.com/office/drawing/2014/main" id="{542A5DA9-07AE-DC66-A04B-3F2403B6EE98}"/>
              </a:ext>
            </a:extLst>
          </p:cNvPr>
          <p:cNvSpPr txBox="1"/>
          <p:nvPr userDrawn="1"/>
        </p:nvSpPr>
        <p:spPr>
          <a:xfrm>
            <a:off x="5155925" y="6525559"/>
            <a:ext cx="6097656" cy="241220"/>
          </a:xfrm>
          <a:prstGeom prst="rect">
            <a:avLst/>
          </a:prstGeom>
          <a:noFill/>
        </p:spPr>
        <p:txBody>
          <a:bodyPr wrap="square">
            <a:spAutoFit/>
          </a:bodyPr>
          <a:lstStyle/>
          <a:p>
            <a:pPr algn="r">
              <a:lnSpc>
                <a:spcPct val="114000"/>
              </a:lnSpc>
              <a:spcAft>
                <a:spcPts val="600"/>
              </a:spcAft>
            </a:pPr>
            <a:r>
              <a:rPr lang="it-IT" sz="900" b="1" kern="1200">
                <a:solidFill>
                  <a:schemeClr val="tx1"/>
                </a:solidFill>
                <a:latin typeface="Calibri" panose="020F0502020204030204" pitchFamily="34" charset="0"/>
                <a:ea typeface="+mn-ea"/>
                <a:cs typeface="Calibri" panose="020F0502020204030204" pitchFamily="34" charset="0"/>
              </a:rPr>
              <a:t>GEM ID: </a:t>
            </a:r>
            <a:r>
              <a:rPr lang="it-IT" sz="900" kern="1200">
                <a:solidFill>
                  <a:schemeClr val="tx1"/>
                </a:solidFill>
                <a:latin typeface="Calibri" panose="020F0502020204030204" pitchFamily="34" charset="0"/>
                <a:ea typeface="+mn-ea"/>
                <a:cs typeface="Calibri" panose="020F0502020204030204" pitchFamily="34" charset="0"/>
              </a:rPr>
              <a:t>GEM/2024/B/</a:t>
            </a:r>
            <a:r>
              <a:rPr lang="en-US" sz="900"/>
              <a:t>5386233</a:t>
            </a:r>
            <a:endParaRPr lang="en-US" sz="900" kern="1200">
              <a:solidFill>
                <a:schemeClr val="tx1"/>
              </a:solidFill>
              <a:latin typeface="Calibri" panose="020F0502020204030204" pitchFamily="34" charset="0"/>
              <a:ea typeface="+mn-ea"/>
              <a:cs typeface="Calibri" panose="020F0502020204030204" pitchFamily="34" charset="0"/>
            </a:endParaRPr>
          </a:p>
        </p:txBody>
      </p:sp>
      <p:pic>
        <p:nvPicPr>
          <p:cNvPr id="7" name="Picture 5" descr="Deloitte - Wikipedia">
            <a:extLst>
              <a:ext uri="{FF2B5EF4-FFF2-40B4-BE49-F238E27FC236}">
                <a16:creationId xmlns:a16="http://schemas.microsoft.com/office/drawing/2014/main" id="{3B22F1E6-47A6-B66B-BC40-DF0117DE6BBA}"/>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501650" y="6525559"/>
            <a:ext cx="239182" cy="23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2627042"/>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4036" r:id="rId10"/>
    <p:sldLayoutId id="2147484037" r:id="rId11"/>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79">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922">
          <p15:clr>
            <a:srgbClr val="F26B43"/>
          </p15:clr>
        </p15:guide>
        <p15:guide id="18" orient="horz" pos="19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0"/>
            </p:custDataLst>
            <p:extLst>
              <p:ext uri="{D42A27DB-BD31-4B8C-83A1-F6EECF244321}">
                <p14:modId xmlns:p14="http://schemas.microsoft.com/office/powerpoint/2010/main" val="409791106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4" name="Object 3" hidden="1"/>
                      <p:cNvPicPr/>
                      <p:nvPr/>
                    </p:nvPicPr>
                    <p:blipFill>
                      <a:blip r:embed="rId12"/>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9784080" cy="30982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501650" y="1665289"/>
            <a:ext cx="112014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userDrawn="1"/>
        </p:nvSpPr>
        <p:spPr>
          <a:xfrm>
            <a:off x="11555698"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a:p>
        </p:txBody>
      </p:sp>
      <p:sp>
        <p:nvSpPr>
          <p:cNvPr id="8" name="Copyright">
            <a:extLst>
              <a:ext uri="{FF2B5EF4-FFF2-40B4-BE49-F238E27FC236}">
                <a16:creationId xmlns:a16="http://schemas.microsoft.com/office/drawing/2014/main" id="{0931081B-BC1A-46AF-1016-B264A57884AC}"/>
              </a:ext>
            </a:extLst>
          </p:cNvPr>
          <p:cNvSpPr txBox="1"/>
          <p:nvPr userDrawn="1"/>
        </p:nvSpPr>
        <p:spPr>
          <a:xfrm>
            <a:off x="740832" y="6576918"/>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Calibri" panose="020F0502020204030204" pitchFamily="34" charset="0"/>
                <a:cs typeface="Calibri" panose="020F0502020204030204" pitchFamily="34" charset="0"/>
              </a:rPr>
              <a:t>© 2025 Deloitte Touche Tohmatsu India LLP </a:t>
            </a:r>
          </a:p>
        </p:txBody>
      </p:sp>
      <p:sp>
        <p:nvSpPr>
          <p:cNvPr id="9" name="TextBox 8">
            <a:extLst>
              <a:ext uri="{FF2B5EF4-FFF2-40B4-BE49-F238E27FC236}">
                <a16:creationId xmlns:a16="http://schemas.microsoft.com/office/drawing/2014/main" id="{78D5BFEE-8940-2C59-2FEE-CBB60A113D0B}"/>
              </a:ext>
            </a:extLst>
          </p:cNvPr>
          <p:cNvSpPr txBox="1"/>
          <p:nvPr userDrawn="1"/>
        </p:nvSpPr>
        <p:spPr>
          <a:xfrm>
            <a:off x="5155925" y="6525559"/>
            <a:ext cx="6097656" cy="241220"/>
          </a:xfrm>
          <a:prstGeom prst="rect">
            <a:avLst/>
          </a:prstGeom>
          <a:noFill/>
        </p:spPr>
        <p:txBody>
          <a:bodyPr wrap="square">
            <a:spAutoFit/>
          </a:bodyPr>
          <a:lstStyle/>
          <a:p>
            <a:pPr algn="r">
              <a:lnSpc>
                <a:spcPct val="114000"/>
              </a:lnSpc>
              <a:spcAft>
                <a:spcPts val="600"/>
              </a:spcAft>
            </a:pPr>
            <a:r>
              <a:rPr lang="it-IT" sz="900" b="1" kern="1200">
                <a:solidFill>
                  <a:schemeClr val="tx1"/>
                </a:solidFill>
                <a:latin typeface="Calibri" panose="020F0502020204030204" pitchFamily="34" charset="0"/>
                <a:ea typeface="+mn-ea"/>
                <a:cs typeface="Calibri" panose="020F0502020204030204" pitchFamily="34" charset="0"/>
              </a:rPr>
              <a:t>GEM ID: </a:t>
            </a:r>
            <a:r>
              <a:rPr lang="it-IT" sz="900" kern="1200">
                <a:solidFill>
                  <a:schemeClr val="tx1"/>
                </a:solidFill>
                <a:latin typeface="Calibri" panose="020F0502020204030204" pitchFamily="34" charset="0"/>
                <a:ea typeface="+mn-ea"/>
                <a:cs typeface="Calibri" panose="020F0502020204030204" pitchFamily="34" charset="0"/>
              </a:rPr>
              <a:t>GEM/2024/B/</a:t>
            </a:r>
            <a:r>
              <a:rPr lang="en-US" sz="900"/>
              <a:t>5386233</a:t>
            </a:r>
            <a:endParaRPr lang="en-US" sz="900" kern="1200">
              <a:solidFill>
                <a:schemeClr val="tx1"/>
              </a:solidFill>
              <a:latin typeface="Calibri" panose="020F0502020204030204" pitchFamily="34" charset="0"/>
              <a:ea typeface="+mn-ea"/>
              <a:cs typeface="Calibri" panose="020F0502020204030204" pitchFamily="34" charset="0"/>
            </a:endParaRPr>
          </a:p>
        </p:txBody>
      </p:sp>
      <p:pic>
        <p:nvPicPr>
          <p:cNvPr id="10" name="Picture 5" descr="Deloitte - Wikipedia">
            <a:extLst>
              <a:ext uri="{FF2B5EF4-FFF2-40B4-BE49-F238E27FC236}">
                <a16:creationId xmlns:a16="http://schemas.microsoft.com/office/drawing/2014/main" id="{E15AD625-D524-706D-58DA-4665BFB77077}"/>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501650" y="6525559"/>
            <a:ext cx="239182" cy="23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217544"/>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79">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922">
          <p15:clr>
            <a:srgbClr val="F26B43"/>
          </p15:clr>
        </p15:guide>
        <p15:guide id="18" orient="horz" pos="19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1.xml"/><Relationship Id="rId1" Type="http://schemas.openxmlformats.org/officeDocument/2006/relationships/tags" Target="../tags/tag22.xml"/><Relationship Id="rId5" Type="http://schemas.openxmlformats.org/officeDocument/2006/relationships/image" Target="../media/image9.emf"/><Relationship Id="rId4" Type="http://schemas.openxmlformats.org/officeDocument/2006/relationships/oleObject" Target="../embeddings/oleObject12.bin"/></Relationships>
</file>

<file path=ppt/slides/_rels/slide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tags" Target="../tags/tag40.xml"/><Relationship Id="rId26" Type="http://schemas.openxmlformats.org/officeDocument/2006/relationships/chart" Target="../charts/chart2.xml"/><Relationship Id="rId3" Type="http://schemas.openxmlformats.org/officeDocument/2006/relationships/tags" Target="../tags/tag25.xml"/><Relationship Id="rId21" Type="http://schemas.openxmlformats.org/officeDocument/2006/relationships/oleObject" Target="../embeddings/oleObject13.bin"/><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5" Type="http://schemas.openxmlformats.org/officeDocument/2006/relationships/chart" Target="../charts/chart1.xml"/><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notesSlide" Target="../notesSlides/notesSlide3.xml"/><Relationship Id="rId29" Type="http://schemas.openxmlformats.org/officeDocument/2006/relationships/image" Target="../media/image21.png"/><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24" Type="http://schemas.openxmlformats.org/officeDocument/2006/relationships/image" Target="../media/image20.svg"/><Relationship Id="rId5" Type="http://schemas.openxmlformats.org/officeDocument/2006/relationships/tags" Target="../tags/tag27.xml"/><Relationship Id="rId15" Type="http://schemas.openxmlformats.org/officeDocument/2006/relationships/tags" Target="../tags/tag37.xml"/><Relationship Id="rId23" Type="http://schemas.openxmlformats.org/officeDocument/2006/relationships/image" Target="../media/image19.png"/><Relationship Id="rId28" Type="http://schemas.openxmlformats.org/officeDocument/2006/relationships/slide" Target="slide3.xml"/><Relationship Id="rId10" Type="http://schemas.openxmlformats.org/officeDocument/2006/relationships/tags" Target="../tags/tag32.xml"/><Relationship Id="rId19" Type="http://schemas.openxmlformats.org/officeDocument/2006/relationships/slideLayout" Target="../slideLayouts/slideLayout78.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 Id="rId22" Type="http://schemas.openxmlformats.org/officeDocument/2006/relationships/image" Target="../media/image18.emf"/><Relationship Id="rId27" Type="http://schemas.openxmlformats.org/officeDocument/2006/relationships/chart" Target="../charts/chart3.xml"/><Relationship Id="rId30" Type="http://schemas.openxmlformats.org/officeDocument/2006/relationships/slide" Target="slide4.xml"/></Relationships>
</file>

<file path=ppt/slides/_rels/slide6.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slideLayout" Target="../slideLayouts/slideLayout79.xml"/><Relationship Id="rId3" Type="http://schemas.openxmlformats.org/officeDocument/2006/relationships/tags" Target="../tags/tag43.xml"/><Relationship Id="rId21" Type="http://schemas.openxmlformats.org/officeDocument/2006/relationships/image" Target="../media/image4.emf"/><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5" Type="http://schemas.openxmlformats.org/officeDocument/2006/relationships/slide" Target="slide4.xml"/><Relationship Id="rId2" Type="http://schemas.openxmlformats.org/officeDocument/2006/relationships/tags" Target="../tags/tag42.xml"/><Relationship Id="rId16" Type="http://schemas.openxmlformats.org/officeDocument/2006/relationships/tags" Target="../tags/tag56.xml"/><Relationship Id="rId20" Type="http://schemas.openxmlformats.org/officeDocument/2006/relationships/oleObject" Target="../embeddings/oleObject14.bin"/><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image" Target="../media/image21.png"/><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slide" Target="slide3.xml"/><Relationship Id="rId10" Type="http://schemas.openxmlformats.org/officeDocument/2006/relationships/tags" Target="../tags/tag50.xml"/><Relationship Id="rId19" Type="http://schemas.openxmlformats.org/officeDocument/2006/relationships/notesSlide" Target="../notesSlides/notesSlide4.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chart" Target="../charts/chart4.xml"/></Relationships>
</file>

<file path=ppt/slides/_rels/slide7.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18" Type="http://schemas.openxmlformats.org/officeDocument/2006/relationships/chart" Target="../charts/chart5.xml"/><Relationship Id="rId3" Type="http://schemas.openxmlformats.org/officeDocument/2006/relationships/tags" Target="../tags/tag60.xml"/><Relationship Id="rId21" Type="http://schemas.openxmlformats.org/officeDocument/2006/relationships/slide" Target="slide4.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image" Target="../media/image18.emf"/><Relationship Id="rId2" Type="http://schemas.openxmlformats.org/officeDocument/2006/relationships/tags" Target="../tags/tag59.xml"/><Relationship Id="rId16" Type="http://schemas.openxmlformats.org/officeDocument/2006/relationships/oleObject" Target="../embeddings/oleObject15.bin"/><Relationship Id="rId20" Type="http://schemas.openxmlformats.org/officeDocument/2006/relationships/image" Target="../media/image21.png"/><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notesSlide" Target="../notesSlides/notesSlide5.xml"/><Relationship Id="rId10" Type="http://schemas.openxmlformats.org/officeDocument/2006/relationships/tags" Target="../tags/tag67.xml"/><Relationship Id="rId19" Type="http://schemas.openxmlformats.org/officeDocument/2006/relationships/slide" Target="slide3.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notesSlide" Target="../notesSlides/notesSlide6.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71.xml"/><Relationship Id="rId6" Type="http://schemas.openxmlformats.org/officeDocument/2006/relationships/slide" Target="slide3.xml"/><Relationship Id="rId5" Type="http://schemas.openxmlformats.org/officeDocument/2006/relationships/image" Target="../media/image18.emf"/><Relationship Id="rId4" Type="http://schemas.openxmlformats.org/officeDocument/2006/relationships/oleObject" Target="../embeddings/oleObject16.bin"/><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notesSlide" Target="../notesSlides/notesSlide7.xml"/><Relationship Id="rId7" Type="http://schemas.openxmlformats.org/officeDocument/2006/relationships/slide" Target="slide4.xml"/><Relationship Id="rId2" Type="http://schemas.openxmlformats.org/officeDocument/2006/relationships/slideLayout" Target="../slideLayouts/slideLayout2.xml"/><Relationship Id="rId1" Type="http://schemas.openxmlformats.org/officeDocument/2006/relationships/tags" Target="../tags/tag72.xml"/><Relationship Id="rId6" Type="http://schemas.openxmlformats.org/officeDocument/2006/relationships/image" Target="../media/image23.png"/><Relationship Id="rId5" Type="http://schemas.openxmlformats.org/officeDocument/2006/relationships/image" Target="../media/image18.emf"/><Relationship Id="rId4" Type="http://schemas.openxmlformats.org/officeDocument/2006/relationships/oleObject" Target="../embeddings/oleObject17.bin"/><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22.xml"/><Relationship Id="rId3" Type="http://schemas.openxmlformats.org/officeDocument/2006/relationships/notesSlide" Target="../notesSlides/notesSlide8.xml"/><Relationship Id="rId7" Type="http://schemas.openxmlformats.org/officeDocument/2006/relationships/image" Target="../media/image21.png"/><Relationship Id="rId12" Type="http://schemas.openxmlformats.org/officeDocument/2006/relationships/slide" Target="slide13.xml"/><Relationship Id="rId2" Type="http://schemas.openxmlformats.org/officeDocument/2006/relationships/slideLayout" Target="../slideLayouts/slideLayout80.xml"/><Relationship Id="rId1" Type="http://schemas.openxmlformats.org/officeDocument/2006/relationships/tags" Target="../tags/tag73.xml"/><Relationship Id="rId6" Type="http://schemas.openxmlformats.org/officeDocument/2006/relationships/slide" Target="slide3.xml"/><Relationship Id="rId11" Type="http://schemas.openxmlformats.org/officeDocument/2006/relationships/slide" Target="slide20.xml"/><Relationship Id="rId5" Type="http://schemas.openxmlformats.org/officeDocument/2006/relationships/image" Target="../media/image18.emf"/><Relationship Id="rId10" Type="http://schemas.openxmlformats.org/officeDocument/2006/relationships/slide" Target="slide11.xml"/><Relationship Id="rId4" Type="http://schemas.openxmlformats.org/officeDocument/2006/relationships/oleObject" Target="../embeddings/oleObject18.bin"/><Relationship Id="rId9" Type="http://schemas.openxmlformats.org/officeDocument/2006/relationships/slide" Target="slide18.xml"/></Relationships>
</file>

<file path=ppt/slides/_rels/slide12.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image" Target="../media/image21.png"/><Relationship Id="rId7" Type="http://schemas.openxmlformats.org/officeDocument/2006/relationships/slide" Target="slide20.xml"/><Relationship Id="rId2" Type="http://schemas.openxmlformats.org/officeDocument/2006/relationships/slide" Target="slide3.xml"/><Relationship Id="rId1" Type="http://schemas.openxmlformats.org/officeDocument/2006/relationships/slideLayout" Target="../slideLayouts/slideLayout80.xml"/><Relationship Id="rId6" Type="http://schemas.openxmlformats.org/officeDocument/2006/relationships/slide" Target="slide11.xml"/><Relationship Id="rId5" Type="http://schemas.openxmlformats.org/officeDocument/2006/relationships/slide" Target="slide18.xml"/><Relationship Id="rId4" Type="http://schemas.openxmlformats.org/officeDocument/2006/relationships/slide" Target="slide10.xml"/></Relationships>
</file>

<file path=ppt/slides/_rels/slide13.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21.png"/><Relationship Id="rId7"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80.xml"/><Relationship Id="rId6" Type="http://schemas.openxmlformats.org/officeDocument/2006/relationships/slide" Target="slide32.xml"/><Relationship Id="rId5" Type="http://schemas.openxmlformats.org/officeDocument/2006/relationships/slide" Target="slide18.xml"/><Relationship Id="rId10" Type="http://schemas.openxmlformats.org/officeDocument/2006/relationships/slide" Target="slide22.xml"/><Relationship Id="rId4" Type="http://schemas.openxmlformats.org/officeDocument/2006/relationships/slide" Target="slide10.xml"/><Relationship Id="rId9" Type="http://schemas.openxmlformats.org/officeDocument/2006/relationships/slide" Target="slide13.xml"/></Relationships>
</file>

<file path=ppt/slides/_rels/slide14.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image" Target="../media/image37.svg"/><Relationship Id="rId26" Type="http://schemas.openxmlformats.org/officeDocument/2006/relationships/image" Target="../media/image21.png"/><Relationship Id="rId3" Type="http://schemas.openxmlformats.org/officeDocument/2006/relationships/oleObject" Target="../embeddings/oleObject18.bin"/><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svg"/><Relationship Id="rId17" Type="http://schemas.openxmlformats.org/officeDocument/2006/relationships/image" Target="../media/image36.png"/><Relationship Id="rId25" Type="http://schemas.openxmlformats.org/officeDocument/2006/relationships/slide" Target="slide3.xml"/><Relationship Id="rId33" Type="http://schemas.openxmlformats.org/officeDocument/2006/relationships/slide" Target="slide22.xml"/><Relationship Id="rId2" Type="http://schemas.openxmlformats.org/officeDocument/2006/relationships/slideLayout" Target="../slideLayouts/slideLayout80.xml"/><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slide" Target="slide31.xml"/><Relationship Id="rId1" Type="http://schemas.openxmlformats.org/officeDocument/2006/relationships/tags" Target="../tags/tag74.xml"/><Relationship Id="rId6" Type="http://schemas.openxmlformats.org/officeDocument/2006/relationships/image" Target="../media/image25.svg"/><Relationship Id="rId11" Type="http://schemas.openxmlformats.org/officeDocument/2006/relationships/image" Target="../media/image30.png"/><Relationship Id="rId24" Type="http://schemas.openxmlformats.org/officeDocument/2006/relationships/image" Target="../media/image43.svg"/><Relationship Id="rId32" Type="http://schemas.openxmlformats.org/officeDocument/2006/relationships/slide" Target="slide13.xml"/><Relationship Id="rId5" Type="http://schemas.openxmlformats.org/officeDocument/2006/relationships/image" Target="../media/image24.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slide" Target="slide18.xml"/><Relationship Id="rId10" Type="http://schemas.openxmlformats.org/officeDocument/2006/relationships/image" Target="../media/image29.svg"/><Relationship Id="rId19" Type="http://schemas.openxmlformats.org/officeDocument/2006/relationships/image" Target="../media/image38.png"/><Relationship Id="rId31" Type="http://schemas.openxmlformats.org/officeDocument/2006/relationships/slide" Target="slide20.xml"/><Relationship Id="rId4" Type="http://schemas.openxmlformats.org/officeDocument/2006/relationships/image" Target="../media/image18.emf"/><Relationship Id="rId9" Type="http://schemas.openxmlformats.org/officeDocument/2006/relationships/image" Target="../media/image28.pn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slide" Target="slide10.xml"/><Relationship Id="rId30" Type="http://schemas.openxmlformats.org/officeDocument/2006/relationships/slide" Target="slide11.xml"/><Relationship Id="rId8" Type="http://schemas.openxmlformats.org/officeDocument/2006/relationships/image" Target="../media/image27.svg"/></Relationships>
</file>

<file path=ppt/slides/_rels/slide15.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21.png"/><Relationship Id="rId7"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80.xml"/><Relationship Id="rId6" Type="http://schemas.openxmlformats.org/officeDocument/2006/relationships/slide" Target="slide28.xml"/><Relationship Id="rId5" Type="http://schemas.openxmlformats.org/officeDocument/2006/relationships/slide" Target="slide18.xml"/><Relationship Id="rId10" Type="http://schemas.openxmlformats.org/officeDocument/2006/relationships/slide" Target="slide22.xml"/><Relationship Id="rId4" Type="http://schemas.openxmlformats.org/officeDocument/2006/relationships/slide" Target="slide10.xml"/><Relationship Id="rId9" Type="http://schemas.openxmlformats.org/officeDocument/2006/relationships/slide" Target="slide13.xml"/></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20.xml"/><Relationship Id="rId3" Type="http://schemas.openxmlformats.org/officeDocument/2006/relationships/image" Target="../media/image45.jpg"/><Relationship Id="rId7" Type="http://schemas.openxmlformats.org/officeDocument/2006/relationships/slide" Target="slide3.xml"/><Relationship Id="rId12" Type="http://schemas.openxmlformats.org/officeDocument/2006/relationships/slide" Target="slide11.xml"/><Relationship Id="rId2" Type="http://schemas.openxmlformats.org/officeDocument/2006/relationships/image" Target="../media/image44.png"/><Relationship Id="rId1" Type="http://schemas.openxmlformats.org/officeDocument/2006/relationships/slideLayout" Target="../slideLayouts/slideLayout80.xml"/><Relationship Id="rId6" Type="http://schemas.openxmlformats.org/officeDocument/2006/relationships/image" Target="../media/image48.svg"/><Relationship Id="rId11" Type="http://schemas.openxmlformats.org/officeDocument/2006/relationships/slide" Target="slide27.xml"/><Relationship Id="rId5" Type="http://schemas.openxmlformats.org/officeDocument/2006/relationships/image" Target="../media/image47.png"/><Relationship Id="rId15" Type="http://schemas.openxmlformats.org/officeDocument/2006/relationships/slide" Target="slide22.xml"/><Relationship Id="rId10" Type="http://schemas.openxmlformats.org/officeDocument/2006/relationships/slide" Target="slide18.xml"/><Relationship Id="rId4" Type="http://schemas.openxmlformats.org/officeDocument/2006/relationships/image" Target="../media/image46.jpg"/><Relationship Id="rId9" Type="http://schemas.openxmlformats.org/officeDocument/2006/relationships/slide" Target="slide10.xml"/><Relationship Id="rId14" Type="http://schemas.openxmlformats.org/officeDocument/2006/relationships/slide" Target="slide13.xml"/></Relationships>
</file>

<file path=ppt/slides/_rels/slide17.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13.xml"/><Relationship Id="rId3" Type="http://schemas.openxmlformats.org/officeDocument/2006/relationships/oleObject" Target="../embeddings/oleObject18.bin"/><Relationship Id="rId7" Type="http://schemas.openxmlformats.org/officeDocument/2006/relationships/image" Target="../media/image21.png"/><Relationship Id="rId12" Type="http://schemas.openxmlformats.org/officeDocument/2006/relationships/slide" Target="slide20.xml"/><Relationship Id="rId2" Type="http://schemas.openxmlformats.org/officeDocument/2006/relationships/slideLayout" Target="../slideLayouts/slideLayout80.xml"/><Relationship Id="rId1" Type="http://schemas.openxmlformats.org/officeDocument/2006/relationships/tags" Target="../tags/tag75.xml"/><Relationship Id="rId6" Type="http://schemas.openxmlformats.org/officeDocument/2006/relationships/slide" Target="slide3.xml"/><Relationship Id="rId11" Type="http://schemas.openxmlformats.org/officeDocument/2006/relationships/slide" Target="slide11.xml"/><Relationship Id="rId5" Type="http://schemas.openxmlformats.org/officeDocument/2006/relationships/image" Target="../media/image49.emf"/><Relationship Id="rId10" Type="http://schemas.openxmlformats.org/officeDocument/2006/relationships/slide" Target="slide26.xml"/><Relationship Id="rId4" Type="http://schemas.openxmlformats.org/officeDocument/2006/relationships/image" Target="../media/image18.emf"/><Relationship Id="rId9" Type="http://schemas.openxmlformats.org/officeDocument/2006/relationships/slide" Target="slide18.xml"/><Relationship Id="rId14" Type="http://schemas.openxmlformats.org/officeDocument/2006/relationships/slide" Target="slide22.xml"/></Relationships>
</file>

<file path=ppt/slides/_rels/slide18.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11.xml"/><Relationship Id="rId3" Type="http://schemas.openxmlformats.org/officeDocument/2006/relationships/notesSlide" Target="../notesSlides/notesSlide9.xml"/><Relationship Id="rId7" Type="http://schemas.openxmlformats.org/officeDocument/2006/relationships/hyperlink" Target="https://jserc.org/pdf/tariff_order/dvc2024a.pdf" TargetMode="External"/><Relationship Id="rId12" Type="http://schemas.openxmlformats.org/officeDocument/2006/relationships/slide" Target="slide24.xml"/><Relationship Id="rId2" Type="http://schemas.openxmlformats.org/officeDocument/2006/relationships/slideLayout" Target="../slideLayouts/slideLayout2.xml"/><Relationship Id="rId16" Type="http://schemas.openxmlformats.org/officeDocument/2006/relationships/slide" Target="slide22.xml"/><Relationship Id="rId1" Type="http://schemas.openxmlformats.org/officeDocument/2006/relationships/tags" Target="../tags/tag76.xml"/><Relationship Id="rId6" Type="http://schemas.openxmlformats.org/officeDocument/2006/relationships/image" Target="../media/image22.png"/><Relationship Id="rId11" Type="http://schemas.openxmlformats.org/officeDocument/2006/relationships/slide" Target="slide18.xml"/><Relationship Id="rId5" Type="http://schemas.openxmlformats.org/officeDocument/2006/relationships/image" Target="../media/image50.emf"/><Relationship Id="rId15" Type="http://schemas.openxmlformats.org/officeDocument/2006/relationships/slide" Target="slide13.xml"/><Relationship Id="rId10" Type="http://schemas.openxmlformats.org/officeDocument/2006/relationships/slide" Target="slide10.xml"/><Relationship Id="rId4" Type="http://schemas.openxmlformats.org/officeDocument/2006/relationships/oleObject" Target="../embeddings/oleObject19.bin"/><Relationship Id="rId9" Type="http://schemas.openxmlformats.org/officeDocument/2006/relationships/image" Target="../media/image21.png"/><Relationship Id="rId14" Type="http://schemas.openxmlformats.org/officeDocument/2006/relationships/slide" Target="slide20.xml"/></Relationships>
</file>

<file path=ppt/slides/_rels/slide19.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21.png"/><Relationship Id="rId18" Type="http://schemas.openxmlformats.org/officeDocument/2006/relationships/slide" Target="slide20.xml"/><Relationship Id="rId3" Type="http://schemas.openxmlformats.org/officeDocument/2006/relationships/notesSlide" Target="../notesSlides/notesSlide10.xml"/><Relationship Id="rId21" Type="http://schemas.openxmlformats.org/officeDocument/2006/relationships/image" Target="../media/image56.png"/><Relationship Id="rId7" Type="http://schemas.openxmlformats.org/officeDocument/2006/relationships/image" Target="../media/image51.png"/><Relationship Id="rId12" Type="http://schemas.openxmlformats.org/officeDocument/2006/relationships/slide" Target="slide3.xml"/><Relationship Id="rId17" Type="http://schemas.openxmlformats.org/officeDocument/2006/relationships/slide" Target="slide11.xml"/><Relationship Id="rId2" Type="http://schemas.openxmlformats.org/officeDocument/2006/relationships/slideLayout" Target="../slideLayouts/slideLayout2.xml"/><Relationship Id="rId16" Type="http://schemas.openxmlformats.org/officeDocument/2006/relationships/slide" Target="slide24.xml"/><Relationship Id="rId20" Type="http://schemas.openxmlformats.org/officeDocument/2006/relationships/slide" Target="slide22.xml"/><Relationship Id="rId1" Type="http://schemas.openxmlformats.org/officeDocument/2006/relationships/tags" Target="../tags/tag77.xml"/><Relationship Id="rId6" Type="http://schemas.openxmlformats.org/officeDocument/2006/relationships/image" Target="../media/image22.png"/><Relationship Id="rId11" Type="http://schemas.openxmlformats.org/officeDocument/2006/relationships/image" Target="../media/image55.png"/><Relationship Id="rId5" Type="http://schemas.openxmlformats.org/officeDocument/2006/relationships/image" Target="../media/image50.emf"/><Relationship Id="rId15" Type="http://schemas.openxmlformats.org/officeDocument/2006/relationships/slide" Target="slide18.xml"/><Relationship Id="rId10" Type="http://schemas.openxmlformats.org/officeDocument/2006/relationships/image" Target="../media/image54.png"/><Relationship Id="rId19" Type="http://schemas.openxmlformats.org/officeDocument/2006/relationships/slide" Target="slide13.xml"/><Relationship Id="rId4" Type="http://schemas.openxmlformats.org/officeDocument/2006/relationships/oleObject" Target="../embeddings/oleObject18.bin"/><Relationship Id="rId9" Type="http://schemas.openxmlformats.org/officeDocument/2006/relationships/image" Target="../media/image53.png"/><Relationship Id="rId14" Type="http://schemas.openxmlformats.org/officeDocument/2006/relationships/slide" Target="slide10.xml"/><Relationship Id="rId22" Type="http://schemas.openxmlformats.org/officeDocument/2006/relationships/image" Target="../media/image57.pn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20.xml"/><Relationship Id="rId3" Type="http://schemas.openxmlformats.org/officeDocument/2006/relationships/notesSlide" Target="../notesSlides/notesSlide11.xml"/><Relationship Id="rId7" Type="http://schemas.openxmlformats.org/officeDocument/2006/relationships/slide" Target="slide3.xml"/><Relationship Id="rId12" Type="http://schemas.openxmlformats.org/officeDocument/2006/relationships/slide" Target="slide11.xml"/><Relationship Id="rId2" Type="http://schemas.openxmlformats.org/officeDocument/2006/relationships/slideLayout" Target="../slideLayouts/slideLayout2.xml"/><Relationship Id="rId1" Type="http://schemas.openxmlformats.org/officeDocument/2006/relationships/tags" Target="../tags/tag78.xml"/><Relationship Id="rId6" Type="http://schemas.openxmlformats.org/officeDocument/2006/relationships/image" Target="../media/image22.png"/><Relationship Id="rId11" Type="http://schemas.openxmlformats.org/officeDocument/2006/relationships/slide" Target="slide24.xml"/><Relationship Id="rId5" Type="http://schemas.openxmlformats.org/officeDocument/2006/relationships/image" Target="../media/image50.emf"/><Relationship Id="rId15" Type="http://schemas.openxmlformats.org/officeDocument/2006/relationships/slide" Target="slide22.xml"/><Relationship Id="rId10" Type="http://schemas.openxmlformats.org/officeDocument/2006/relationships/slide" Target="slide18.xml"/><Relationship Id="rId4" Type="http://schemas.openxmlformats.org/officeDocument/2006/relationships/oleObject" Target="../embeddings/oleObject18.bin"/><Relationship Id="rId9" Type="http://schemas.openxmlformats.org/officeDocument/2006/relationships/slide" Target="slide10.xml"/><Relationship Id="rId14" Type="http://schemas.openxmlformats.org/officeDocument/2006/relationships/slide" Target="slide13.xml"/></Relationships>
</file>

<file path=ppt/slides/_rels/slide21.xml.rels><?xml version="1.0" encoding="UTF-8" standalone="yes"?>
<Relationships xmlns="http://schemas.openxmlformats.org/package/2006/relationships"><Relationship Id="rId8" Type="http://schemas.openxmlformats.org/officeDocument/2006/relationships/image" Target="../media/image60.jpeg"/><Relationship Id="rId13" Type="http://schemas.openxmlformats.org/officeDocument/2006/relationships/slide" Target="slide10.xml"/><Relationship Id="rId18" Type="http://schemas.openxmlformats.org/officeDocument/2006/relationships/slide" Target="slide13.xml"/><Relationship Id="rId3" Type="http://schemas.openxmlformats.org/officeDocument/2006/relationships/notesSlide" Target="../notesSlides/notesSlide12.xml"/><Relationship Id="rId7" Type="http://schemas.openxmlformats.org/officeDocument/2006/relationships/image" Target="../media/image59.jpeg"/><Relationship Id="rId12" Type="http://schemas.openxmlformats.org/officeDocument/2006/relationships/image" Target="../media/image21.png"/><Relationship Id="rId17" Type="http://schemas.openxmlformats.org/officeDocument/2006/relationships/slide" Target="slide20.xml"/><Relationship Id="rId2" Type="http://schemas.openxmlformats.org/officeDocument/2006/relationships/slideLayout" Target="../slideLayouts/slideLayout2.xml"/><Relationship Id="rId16" Type="http://schemas.openxmlformats.org/officeDocument/2006/relationships/slide" Target="slide15.xml"/><Relationship Id="rId1" Type="http://schemas.openxmlformats.org/officeDocument/2006/relationships/tags" Target="../tags/tag79.xml"/><Relationship Id="rId6" Type="http://schemas.openxmlformats.org/officeDocument/2006/relationships/image" Target="../media/image58.png"/><Relationship Id="rId11" Type="http://schemas.openxmlformats.org/officeDocument/2006/relationships/slide" Target="slide3.xml"/><Relationship Id="rId5" Type="http://schemas.openxmlformats.org/officeDocument/2006/relationships/image" Target="../media/image18.emf"/><Relationship Id="rId15" Type="http://schemas.openxmlformats.org/officeDocument/2006/relationships/slide" Target="slide24.xml"/><Relationship Id="rId10" Type="http://schemas.openxmlformats.org/officeDocument/2006/relationships/image" Target="../media/image62.jpeg"/><Relationship Id="rId19" Type="http://schemas.openxmlformats.org/officeDocument/2006/relationships/slide" Target="slide22.xml"/><Relationship Id="rId4" Type="http://schemas.openxmlformats.org/officeDocument/2006/relationships/oleObject" Target="../embeddings/oleObject18.bin"/><Relationship Id="rId9" Type="http://schemas.openxmlformats.org/officeDocument/2006/relationships/image" Target="../media/image61.jpeg"/><Relationship Id="rId14" Type="http://schemas.openxmlformats.org/officeDocument/2006/relationships/slide" Target="slide18.xml"/></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20.xml"/><Relationship Id="rId3" Type="http://schemas.openxmlformats.org/officeDocument/2006/relationships/notesSlide" Target="../notesSlides/notesSlide13.xml"/><Relationship Id="rId7" Type="http://schemas.openxmlformats.org/officeDocument/2006/relationships/slide" Target="slide3.xml"/><Relationship Id="rId12" Type="http://schemas.openxmlformats.org/officeDocument/2006/relationships/slide" Target="slide11.xml"/><Relationship Id="rId2" Type="http://schemas.openxmlformats.org/officeDocument/2006/relationships/slideLayout" Target="../slideLayouts/slideLayout2.xml"/><Relationship Id="rId1" Type="http://schemas.openxmlformats.org/officeDocument/2006/relationships/tags" Target="../tags/tag80.xml"/><Relationship Id="rId6" Type="http://schemas.openxmlformats.org/officeDocument/2006/relationships/image" Target="../media/image22.png"/><Relationship Id="rId11" Type="http://schemas.openxmlformats.org/officeDocument/2006/relationships/slide" Target="slide24.xml"/><Relationship Id="rId5" Type="http://schemas.openxmlformats.org/officeDocument/2006/relationships/image" Target="../media/image50.emf"/><Relationship Id="rId15" Type="http://schemas.openxmlformats.org/officeDocument/2006/relationships/slide" Target="slide22.xml"/><Relationship Id="rId10" Type="http://schemas.openxmlformats.org/officeDocument/2006/relationships/slide" Target="slide18.xml"/><Relationship Id="rId4" Type="http://schemas.openxmlformats.org/officeDocument/2006/relationships/oleObject" Target="../embeddings/oleObject18.bin"/><Relationship Id="rId9" Type="http://schemas.openxmlformats.org/officeDocument/2006/relationships/slide" Target="slide10.xml"/><Relationship Id="rId14" Type="http://schemas.openxmlformats.org/officeDocument/2006/relationships/slide" Target="slide13.xml"/></Relationships>
</file>

<file path=ppt/slides/_rels/slide23.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slide" Target="slide24.xml"/><Relationship Id="rId18" Type="http://schemas.openxmlformats.org/officeDocument/2006/relationships/image" Target="../media/image56.png"/><Relationship Id="rId3" Type="http://schemas.openxmlformats.org/officeDocument/2006/relationships/notesSlide" Target="../notesSlides/notesSlide14.xml"/><Relationship Id="rId21" Type="http://schemas.openxmlformats.org/officeDocument/2006/relationships/image" Target="../media/image68.jpeg"/><Relationship Id="rId7" Type="http://schemas.openxmlformats.org/officeDocument/2006/relationships/image" Target="../media/image64.png"/><Relationship Id="rId12" Type="http://schemas.openxmlformats.org/officeDocument/2006/relationships/slide" Target="slide18.xml"/><Relationship Id="rId17" Type="http://schemas.openxmlformats.org/officeDocument/2006/relationships/slide" Target="slide22.xml"/><Relationship Id="rId2" Type="http://schemas.openxmlformats.org/officeDocument/2006/relationships/slideLayout" Target="../slideLayouts/slideLayout2.xml"/><Relationship Id="rId16" Type="http://schemas.openxmlformats.org/officeDocument/2006/relationships/slide" Target="slide13.xml"/><Relationship Id="rId20" Type="http://schemas.openxmlformats.org/officeDocument/2006/relationships/image" Target="../media/image67.png"/><Relationship Id="rId1" Type="http://schemas.openxmlformats.org/officeDocument/2006/relationships/tags" Target="../tags/tag81.xml"/><Relationship Id="rId6" Type="http://schemas.openxmlformats.org/officeDocument/2006/relationships/image" Target="../media/image63.png"/><Relationship Id="rId11" Type="http://schemas.openxmlformats.org/officeDocument/2006/relationships/slide" Target="slide10.xml"/><Relationship Id="rId5" Type="http://schemas.openxmlformats.org/officeDocument/2006/relationships/image" Target="../media/image18.emf"/><Relationship Id="rId15" Type="http://schemas.openxmlformats.org/officeDocument/2006/relationships/slide" Target="slide20.xml"/><Relationship Id="rId10" Type="http://schemas.openxmlformats.org/officeDocument/2006/relationships/image" Target="../media/image21.png"/><Relationship Id="rId19" Type="http://schemas.openxmlformats.org/officeDocument/2006/relationships/image" Target="../media/image66.png"/><Relationship Id="rId4" Type="http://schemas.openxmlformats.org/officeDocument/2006/relationships/oleObject" Target="../embeddings/oleObject18.bin"/><Relationship Id="rId9" Type="http://schemas.openxmlformats.org/officeDocument/2006/relationships/slide" Target="slide3.xml"/><Relationship Id="rId14" Type="http://schemas.openxmlformats.org/officeDocument/2006/relationships/slide" Target="slide11.xml"/><Relationship Id="rId22" Type="http://schemas.openxmlformats.org/officeDocument/2006/relationships/image" Target="../media/image69.jpeg"/></Relationships>
</file>

<file path=ppt/slides/_rels/slide24.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13.xml"/><Relationship Id="rId3" Type="http://schemas.openxmlformats.org/officeDocument/2006/relationships/oleObject" Target="../embeddings/oleObject18.bin"/><Relationship Id="rId7" Type="http://schemas.openxmlformats.org/officeDocument/2006/relationships/image" Target="../media/image21.png"/><Relationship Id="rId12" Type="http://schemas.openxmlformats.org/officeDocument/2006/relationships/slide" Target="slide20.xml"/><Relationship Id="rId2" Type="http://schemas.openxmlformats.org/officeDocument/2006/relationships/slideLayout" Target="../slideLayouts/slideLayout2.xml"/><Relationship Id="rId1" Type="http://schemas.openxmlformats.org/officeDocument/2006/relationships/tags" Target="../tags/tag82.xml"/><Relationship Id="rId6" Type="http://schemas.openxmlformats.org/officeDocument/2006/relationships/slide" Target="slide3.xml"/><Relationship Id="rId11" Type="http://schemas.openxmlformats.org/officeDocument/2006/relationships/slide" Target="slide11.xml"/><Relationship Id="rId5" Type="http://schemas.openxmlformats.org/officeDocument/2006/relationships/image" Target="../media/image22.png"/><Relationship Id="rId10" Type="http://schemas.openxmlformats.org/officeDocument/2006/relationships/slide" Target="slide10.xml"/><Relationship Id="rId4" Type="http://schemas.openxmlformats.org/officeDocument/2006/relationships/image" Target="../media/image50.emf"/><Relationship Id="rId9" Type="http://schemas.openxmlformats.org/officeDocument/2006/relationships/slide" Target="slide24.xml"/><Relationship Id="rId14" Type="http://schemas.openxmlformats.org/officeDocument/2006/relationships/slide" Target="slide22.xml"/></Relationships>
</file>

<file path=ppt/slides/_rels/slide25.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slide" Target="slide18.xml"/><Relationship Id="rId18" Type="http://schemas.openxmlformats.org/officeDocument/2006/relationships/slide" Target="slide13.xml"/><Relationship Id="rId3" Type="http://schemas.openxmlformats.org/officeDocument/2006/relationships/notesSlide" Target="../notesSlides/notesSlide15.xml"/><Relationship Id="rId7" Type="http://schemas.openxmlformats.org/officeDocument/2006/relationships/diagramLayout" Target="../diagrams/layout1.xml"/><Relationship Id="rId12" Type="http://schemas.openxmlformats.org/officeDocument/2006/relationships/image" Target="../media/image21.png"/><Relationship Id="rId17" Type="http://schemas.openxmlformats.org/officeDocument/2006/relationships/slide" Target="slide20.xml"/><Relationship Id="rId2" Type="http://schemas.openxmlformats.org/officeDocument/2006/relationships/slideLayout" Target="../slideLayouts/slideLayout1.xml"/><Relationship Id="rId16" Type="http://schemas.openxmlformats.org/officeDocument/2006/relationships/slide" Target="slide11.xml"/><Relationship Id="rId1" Type="http://schemas.openxmlformats.org/officeDocument/2006/relationships/tags" Target="../tags/tag83.xml"/><Relationship Id="rId6" Type="http://schemas.openxmlformats.org/officeDocument/2006/relationships/diagramData" Target="../diagrams/data1.xml"/><Relationship Id="rId11" Type="http://schemas.openxmlformats.org/officeDocument/2006/relationships/slide" Target="slide3.xml"/><Relationship Id="rId5" Type="http://schemas.openxmlformats.org/officeDocument/2006/relationships/image" Target="../media/image18.emf"/><Relationship Id="rId15" Type="http://schemas.openxmlformats.org/officeDocument/2006/relationships/slide" Target="slide10.xml"/><Relationship Id="rId10" Type="http://schemas.microsoft.com/office/2007/relationships/diagramDrawing" Target="../diagrams/drawing1.xml"/><Relationship Id="rId19" Type="http://schemas.openxmlformats.org/officeDocument/2006/relationships/slide" Target="slide22.xml"/><Relationship Id="rId4" Type="http://schemas.openxmlformats.org/officeDocument/2006/relationships/oleObject" Target="../embeddings/oleObject20.bin"/><Relationship Id="rId9" Type="http://schemas.openxmlformats.org/officeDocument/2006/relationships/diagramColors" Target="../diagrams/colors1.xml"/><Relationship Id="rId14" Type="http://schemas.openxmlformats.org/officeDocument/2006/relationships/slide" Target="slide24.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69.xml"/></Relationships>
</file>

<file path=ppt/slides/_rels/slide27.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notesSlide" Target="../notesSlides/notesSlide16.xml"/><Relationship Id="rId7" Type="http://schemas.openxmlformats.org/officeDocument/2006/relationships/slide" Target="slide26.xml"/><Relationship Id="rId2" Type="http://schemas.openxmlformats.org/officeDocument/2006/relationships/slideLayout" Target="../slideLayouts/slideLayout1.xml"/><Relationship Id="rId1" Type="http://schemas.openxmlformats.org/officeDocument/2006/relationships/tags" Target="../tags/tag84.xml"/><Relationship Id="rId6" Type="http://schemas.openxmlformats.org/officeDocument/2006/relationships/chart" Target="../charts/chart6.xml"/><Relationship Id="rId5" Type="http://schemas.openxmlformats.org/officeDocument/2006/relationships/image" Target="../media/image18.emf"/><Relationship Id="rId4" Type="http://schemas.openxmlformats.org/officeDocument/2006/relationships/oleObject" Target="../embeddings/oleObject18.bin"/><Relationship Id="rId9" Type="http://schemas.openxmlformats.org/officeDocument/2006/relationships/image" Target="../media/image21.png"/></Relationships>
</file>

<file path=ppt/slides/_rels/slide28.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notesSlide" Target="../notesSlides/notesSlide17.xml"/><Relationship Id="rId7" Type="http://schemas.openxmlformats.org/officeDocument/2006/relationships/image" Target="../media/image71.svg"/><Relationship Id="rId2" Type="http://schemas.openxmlformats.org/officeDocument/2006/relationships/slideLayout" Target="../slideLayouts/slideLayout1.xml"/><Relationship Id="rId1" Type="http://schemas.openxmlformats.org/officeDocument/2006/relationships/tags" Target="../tags/tag85.xml"/><Relationship Id="rId6" Type="http://schemas.openxmlformats.org/officeDocument/2006/relationships/image" Target="../media/image70.png"/><Relationship Id="rId5" Type="http://schemas.openxmlformats.org/officeDocument/2006/relationships/image" Target="../media/image18.emf"/><Relationship Id="rId10" Type="http://schemas.openxmlformats.org/officeDocument/2006/relationships/image" Target="../media/image21.png"/><Relationship Id="rId4" Type="http://schemas.openxmlformats.org/officeDocument/2006/relationships/oleObject" Target="../embeddings/oleObject18.bin"/><Relationship Id="rId9" Type="http://schemas.openxmlformats.org/officeDocument/2006/relationships/slide" Target="slide3.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69.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tags" Target="../tags/tag86.xml"/><Relationship Id="rId5" Type="http://schemas.openxmlformats.org/officeDocument/2006/relationships/image" Target="../media/image5.emf"/><Relationship Id="rId4" Type="http://schemas.openxmlformats.org/officeDocument/2006/relationships/image" Target="../media/image9.emf"/></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72.xml"/></Relationships>
</file>

<file path=ppt/slides/_rels/slide32.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7.png"/><Relationship Id="rId18" Type="http://schemas.openxmlformats.org/officeDocument/2006/relationships/image" Target="../media/image82.png"/><Relationship Id="rId26" Type="http://schemas.openxmlformats.org/officeDocument/2006/relationships/image" Target="../media/image88.png"/><Relationship Id="rId3" Type="http://schemas.openxmlformats.org/officeDocument/2006/relationships/notesSlide" Target="../notesSlides/notesSlide18.xml"/><Relationship Id="rId21" Type="http://schemas.openxmlformats.org/officeDocument/2006/relationships/image" Target="../media/image83.png"/><Relationship Id="rId7" Type="http://schemas.openxmlformats.org/officeDocument/2006/relationships/image" Target="../media/image73.svg"/><Relationship Id="rId12" Type="http://schemas.openxmlformats.org/officeDocument/2006/relationships/image" Target="../media/image76.png"/><Relationship Id="rId17" Type="http://schemas.openxmlformats.org/officeDocument/2006/relationships/image" Target="../media/image81.png"/><Relationship Id="rId25" Type="http://schemas.openxmlformats.org/officeDocument/2006/relationships/image" Target="../media/image87.png"/><Relationship Id="rId2" Type="http://schemas.openxmlformats.org/officeDocument/2006/relationships/slideLayout" Target="../slideLayouts/slideLayout1.xml"/><Relationship Id="rId16" Type="http://schemas.openxmlformats.org/officeDocument/2006/relationships/image" Target="../media/image80.png"/><Relationship Id="rId20" Type="http://schemas.openxmlformats.org/officeDocument/2006/relationships/image" Target="../media/image56.png"/><Relationship Id="rId29" Type="http://schemas.openxmlformats.org/officeDocument/2006/relationships/image" Target="../media/image21.png"/><Relationship Id="rId1" Type="http://schemas.openxmlformats.org/officeDocument/2006/relationships/tags" Target="../tags/tag87.xml"/><Relationship Id="rId6" Type="http://schemas.openxmlformats.org/officeDocument/2006/relationships/image" Target="../media/image72.png"/><Relationship Id="rId11" Type="http://schemas.openxmlformats.org/officeDocument/2006/relationships/image" Target="../media/image75.jpeg"/><Relationship Id="rId24" Type="http://schemas.openxmlformats.org/officeDocument/2006/relationships/image" Target="../media/image86.png"/><Relationship Id="rId5" Type="http://schemas.openxmlformats.org/officeDocument/2006/relationships/image" Target="../media/image18.emf"/><Relationship Id="rId15" Type="http://schemas.openxmlformats.org/officeDocument/2006/relationships/image" Target="../media/image79.png"/><Relationship Id="rId23" Type="http://schemas.openxmlformats.org/officeDocument/2006/relationships/image" Target="../media/image85.png"/><Relationship Id="rId28" Type="http://schemas.openxmlformats.org/officeDocument/2006/relationships/slide" Target="slide3.xml"/><Relationship Id="rId10" Type="http://schemas.openxmlformats.org/officeDocument/2006/relationships/image" Target="../media/image58.png"/><Relationship Id="rId19" Type="http://schemas.openxmlformats.org/officeDocument/2006/relationships/image" Target="../media/image57.png"/><Relationship Id="rId4" Type="http://schemas.openxmlformats.org/officeDocument/2006/relationships/oleObject" Target="../embeddings/oleObject18.bin"/><Relationship Id="rId9" Type="http://schemas.openxmlformats.org/officeDocument/2006/relationships/image" Target="../media/image63.png"/><Relationship Id="rId14" Type="http://schemas.openxmlformats.org/officeDocument/2006/relationships/image" Target="../media/image78.jpeg"/><Relationship Id="rId22" Type="http://schemas.openxmlformats.org/officeDocument/2006/relationships/image" Target="../media/image84.jpeg"/><Relationship Id="rId27" Type="http://schemas.openxmlformats.org/officeDocument/2006/relationships/image" Target="../media/image89.jpeg"/><Relationship Id="rId30"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tags" Target="../tags/tag88.xml"/><Relationship Id="rId4" Type="http://schemas.openxmlformats.org/officeDocument/2006/relationships/image" Target="../media/image1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98CC22C-EFE1-2138-84C1-15593B07804A}"/>
              </a:ext>
            </a:extLst>
          </p:cNvPr>
          <p:cNvGraphicFramePr>
            <a:graphicFrameLocks noChangeAspect="1"/>
          </p:cNvGraphicFramePr>
          <p:nvPr>
            <p:custDataLst>
              <p:tags r:id="rId1"/>
            </p:custDataLst>
            <p:extLst>
              <p:ext uri="{D42A27DB-BD31-4B8C-83A1-F6EECF244321}">
                <p14:modId xmlns:p14="http://schemas.microsoft.com/office/powerpoint/2010/main" val="27816493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3" name="think-cell data - do not delete" hidden="1">
                        <a:extLst>
                          <a:ext uri="{FF2B5EF4-FFF2-40B4-BE49-F238E27FC236}">
                            <a16:creationId xmlns:a16="http://schemas.microsoft.com/office/drawing/2014/main" id="{698CC22C-EFE1-2138-84C1-15593B07804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312D0E7E-CDA6-46B3-8516-DFE679F8E0E8}"/>
              </a:ext>
            </a:extLst>
          </p:cNvPr>
          <p:cNvSpPr>
            <a:spLocks noGrp="1"/>
          </p:cNvSpPr>
          <p:nvPr>
            <p:ph type="ctrTitle"/>
          </p:nvPr>
        </p:nvSpPr>
        <p:spPr>
          <a:xfrm>
            <a:off x="501651" y="1799247"/>
            <a:ext cx="5910035" cy="3259505"/>
          </a:xfrm>
        </p:spPr>
        <p:txBody>
          <a:bodyPr vert="horz"/>
          <a:lstStyle/>
          <a:p>
            <a:pPr>
              <a:lnSpc>
                <a:spcPct val="100000"/>
              </a:lnSpc>
            </a:pPr>
            <a:r>
              <a:rPr lang="en-US" sz="2800">
                <a:solidFill>
                  <a:srgbClr val="86BC25"/>
                </a:solidFill>
              </a:rPr>
              <a:t>Transformation Management Office (TMO) for Financial &amp; Business Transformation of Damodar Valley Corporation (DVC)</a:t>
            </a:r>
            <a:br>
              <a:rPr lang="en-US" sz="2800">
                <a:solidFill>
                  <a:srgbClr val="86BC25"/>
                </a:solidFill>
              </a:rPr>
            </a:br>
            <a:br>
              <a:rPr lang="en-US" sz="2800">
                <a:solidFill>
                  <a:srgbClr val="86BC25"/>
                </a:solidFill>
              </a:rPr>
            </a:br>
            <a:r>
              <a:rPr lang="de-DE" sz="2100">
                <a:solidFill>
                  <a:schemeClr val="accent2"/>
                </a:solidFill>
              </a:rPr>
              <a:t>GEM ID: GEM/2024/B/5386233</a:t>
            </a:r>
            <a:br>
              <a:rPr lang="de-DE" sz="2100">
                <a:solidFill>
                  <a:schemeClr val="accent2"/>
                </a:solidFill>
              </a:rPr>
            </a:br>
            <a:br>
              <a:rPr lang="de-DE" sz="2100">
                <a:solidFill>
                  <a:schemeClr val="bg1"/>
                </a:solidFill>
              </a:rPr>
            </a:br>
            <a:r>
              <a:rPr lang="en-US" sz="2100" b="1">
                <a:solidFill>
                  <a:schemeClr val="bg1"/>
                </a:solidFill>
              </a:rPr>
              <a:t>Approach &amp; Methodology  - Technical Presentation</a:t>
            </a:r>
          </a:p>
        </p:txBody>
      </p:sp>
      <p:sp>
        <p:nvSpPr>
          <p:cNvPr id="14" name="Text Placeholder 13">
            <a:extLst>
              <a:ext uri="{FF2B5EF4-FFF2-40B4-BE49-F238E27FC236}">
                <a16:creationId xmlns:a16="http://schemas.microsoft.com/office/drawing/2014/main" id="{5488BDA3-EB31-445F-9D29-8D5F7FDC47AE}"/>
              </a:ext>
            </a:extLst>
          </p:cNvPr>
          <p:cNvSpPr>
            <a:spLocks noGrp="1"/>
          </p:cNvSpPr>
          <p:nvPr>
            <p:ph type="body" sz="quarter" idx="10"/>
          </p:nvPr>
        </p:nvSpPr>
        <p:spPr/>
        <p:txBody>
          <a:bodyPr/>
          <a:lstStyle/>
          <a:p>
            <a:r>
              <a:rPr lang="en-IN" b="0">
                <a:latin typeface="Arial" panose="020B0604020202020204" pitchFamily="34" charset="0"/>
                <a:cs typeface="Arial" panose="020B0604020202020204" pitchFamily="34" charset="0"/>
              </a:rPr>
              <a:t>Private and Confidential</a:t>
            </a:r>
            <a:br>
              <a:rPr lang="en-IN" b="0">
                <a:latin typeface="Arial" panose="020B0604020202020204" pitchFamily="34" charset="0"/>
                <a:cs typeface="Arial" panose="020B0604020202020204" pitchFamily="34" charset="0"/>
              </a:rPr>
            </a:br>
            <a:r>
              <a:rPr lang="en-IN" b="0">
                <a:latin typeface="Arial" panose="020B0604020202020204" pitchFamily="34" charset="0"/>
                <a:cs typeface="Arial" panose="020B0604020202020204" pitchFamily="34" charset="0"/>
              </a:rPr>
              <a:t>May 2025</a:t>
            </a:r>
          </a:p>
        </p:txBody>
      </p:sp>
      <p:sp>
        <p:nvSpPr>
          <p:cNvPr id="16" name="Text Placeholder 4">
            <a:extLst>
              <a:ext uri="{FF2B5EF4-FFF2-40B4-BE49-F238E27FC236}">
                <a16:creationId xmlns:a16="http://schemas.microsoft.com/office/drawing/2014/main" id="{D6E64133-AD9A-E948-E356-93D04AEF03F2}"/>
              </a:ext>
            </a:extLst>
          </p:cNvPr>
          <p:cNvSpPr txBox="1">
            <a:spLocks/>
          </p:cNvSpPr>
          <p:nvPr/>
        </p:nvSpPr>
        <p:spPr>
          <a:xfrm>
            <a:off x="9076266" y="6598964"/>
            <a:ext cx="2993813" cy="169277"/>
          </a:xfrm>
          <a:prstGeom prst="rect">
            <a:avLst/>
          </a:prstGeom>
        </p:spPr>
        <p:txBody>
          <a:bodyPr vert="horz" wrap="square" lIns="0" tIns="0" rIns="0" bIns="0" rtlCol="0" anchor="ctr" anchorCtr="0">
            <a:spAutoFit/>
          </a:bodyPr>
          <a:lstStyle>
            <a:lvl1pPr marL="0" indent="0" algn="l" defTabSz="1219231" rtl="0" eaLnBrk="1" latinLnBrk="0" hangingPunct="1">
              <a:spcBef>
                <a:spcPts val="0"/>
              </a:spcBef>
              <a:spcAft>
                <a:spcPts val="0"/>
              </a:spcAft>
              <a:buSzPct val="100000"/>
              <a:buFont typeface="Arial" panose="020B0604020202020204" pitchFamily="34" charset="0"/>
              <a:buNone/>
              <a:defRPr sz="1059" b="0" kern="1200">
                <a:solidFill>
                  <a:schemeClr val="bg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a:solidFill>
                  <a:schemeClr val="bg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a:solidFill>
                  <a:schemeClr val="bg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a:solidFill>
                  <a:schemeClr val="bg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a:solidFill>
                  <a:schemeClr val="bg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sz="1100">
                <a:solidFill>
                  <a:schemeClr val="accent1"/>
                </a:solidFill>
                <a:latin typeface="Arial" panose="020B0604020202020204" pitchFamily="34" charset="0"/>
                <a:cs typeface="Arial" panose="020B0604020202020204" pitchFamily="34" charset="0"/>
              </a:rPr>
              <a:t>© Deloitte Touche Tohmatsu India LLP</a:t>
            </a:r>
            <a:endParaRPr lang="en-US" sz="1050">
              <a:solidFill>
                <a:schemeClr val="accent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29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7E2F9C-4B0F-61AF-8DDE-9DEE99FFB8D3}"/>
              </a:ext>
            </a:extLst>
          </p:cNvPr>
          <p:cNvSpPr>
            <a:spLocks noGrp="1"/>
          </p:cNvSpPr>
          <p:nvPr>
            <p:ph type="title"/>
          </p:nvPr>
        </p:nvSpPr>
        <p:spPr/>
        <p:txBody>
          <a:bodyPr/>
          <a:lstStyle/>
          <a:p>
            <a:r>
              <a:rPr lang="en-GB"/>
              <a:t>With You Today!</a:t>
            </a:r>
          </a:p>
        </p:txBody>
      </p:sp>
      <p:sp>
        <p:nvSpPr>
          <p:cNvPr id="21" name="Trapezoid 91">
            <a:extLst>
              <a:ext uri="{FF2B5EF4-FFF2-40B4-BE49-F238E27FC236}">
                <a16:creationId xmlns:a16="http://schemas.microsoft.com/office/drawing/2014/main" id="{A6B202BE-D5EA-A959-CEDC-402882568B95}"/>
              </a:ext>
            </a:extLst>
          </p:cNvPr>
          <p:cNvSpPr/>
          <p:nvPr/>
        </p:nvSpPr>
        <p:spPr bwMode="gray">
          <a:xfrm>
            <a:off x="4596590" y="1192534"/>
            <a:ext cx="3265944" cy="182876"/>
          </a:xfrm>
          <a:prstGeom prst="trapezoid">
            <a:avLst>
              <a:gd name="adj" fmla="val 99638"/>
            </a:avLst>
          </a:prstGeom>
          <a:solidFill>
            <a:srgbClr val="00768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00" i="0" u="none" strike="noStrike" kern="1200" cap="none" spc="0" normalizeH="0" baseline="0" noProof="0">
              <a:ln>
                <a:noFill/>
              </a:ln>
              <a:solidFill>
                <a:prstClr val="white"/>
              </a:solidFill>
              <a:effectLst/>
              <a:uLnTx/>
              <a:uFillTx/>
              <a:ea typeface="+mn-ea"/>
              <a:cs typeface="+mn-cs"/>
            </a:endParaRPr>
          </a:p>
        </p:txBody>
      </p:sp>
      <p:sp>
        <p:nvSpPr>
          <p:cNvPr id="23" name="Rectangle: Rounded Corners 22">
            <a:extLst>
              <a:ext uri="{FF2B5EF4-FFF2-40B4-BE49-F238E27FC236}">
                <a16:creationId xmlns:a16="http://schemas.microsoft.com/office/drawing/2014/main" id="{7AD5ADDF-DEF8-C9D8-CD5F-69297E28286E}"/>
              </a:ext>
            </a:extLst>
          </p:cNvPr>
          <p:cNvSpPr>
            <a:spLocks/>
          </p:cNvSpPr>
          <p:nvPr/>
        </p:nvSpPr>
        <p:spPr bwMode="gray">
          <a:xfrm>
            <a:off x="1655128" y="1365812"/>
            <a:ext cx="8967473" cy="4849793"/>
          </a:xfrm>
          <a:prstGeom prst="roundRect">
            <a:avLst>
              <a:gd name="adj" fmla="val 2104"/>
            </a:avLst>
          </a:prstGeom>
          <a:solidFill>
            <a:srgbClr val="132F40"/>
          </a:solidFill>
          <a:ln w="3175" algn="ctr">
            <a:solidFill>
              <a:srgbClr val="00A5B8"/>
            </a:solidFill>
            <a:miter lim="800000"/>
            <a:headEnd/>
            <a:tailEnd/>
          </a:ln>
          <a:effectLst>
            <a:outerShdw blurRad="50800" dist="12700" dir="8100000" algn="tr" rotWithShape="0">
              <a:prstClr val="black">
                <a:alpha val="40000"/>
              </a:prstClr>
            </a:outerShdw>
          </a:effectLst>
        </p:spPr>
        <p:txBody>
          <a:bodyPr wrap="square" lIns="88900" tIns="88900" rIns="88900" bIns="88900" rtlCol="0" anchor="ctr"/>
          <a:lstStyle/>
          <a:p>
            <a:pPr algn="ctr" defTabSz="1219170">
              <a:lnSpc>
                <a:spcPct val="106000"/>
              </a:lnSpc>
            </a:pPr>
            <a:endParaRPr lang="en-GB" sz="1600">
              <a:solidFill>
                <a:prstClr val="white"/>
              </a:solidFill>
            </a:endParaRPr>
          </a:p>
        </p:txBody>
      </p:sp>
      <p:sp>
        <p:nvSpPr>
          <p:cNvPr id="83" name="object 10">
            <a:extLst>
              <a:ext uri="{FF2B5EF4-FFF2-40B4-BE49-F238E27FC236}">
                <a16:creationId xmlns:a16="http://schemas.microsoft.com/office/drawing/2014/main" id="{B39C10A5-6D7B-BE13-8230-69CAE0E3F361}"/>
              </a:ext>
            </a:extLst>
          </p:cNvPr>
          <p:cNvSpPr txBox="1">
            <a:spLocks/>
          </p:cNvSpPr>
          <p:nvPr/>
        </p:nvSpPr>
        <p:spPr>
          <a:xfrm>
            <a:off x="8300194" y="3976881"/>
            <a:ext cx="1463040" cy="335989"/>
          </a:xfrm>
          <a:prstGeom prst="rect">
            <a:avLst/>
          </a:prstGeom>
        </p:spPr>
        <p:txBody>
          <a:bodyPr vert="horz" wrap="square" lIns="0" tIns="0" rIns="0" bIns="0" rtlCol="0">
            <a:spAutoFit/>
          </a:bodyPr>
          <a:lstStyle/>
          <a:p>
            <a:pPr algn="ctr">
              <a:buSzPct val="100000"/>
            </a:pPr>
            <a:r>
              <a:rPr lang="en-US" sz="1100" b="1">
                <a:solidFill>
                  <a:srgbClr val="9DD4CF"/>
                </a:solidFill>
                <a:cs typeface="Calibri" panose="020F0502020204030204" pitchFamily="34" charset="0"/>
              </a:rPr>
              <a:t>Siddharth Mani</a:t>
            </a:r>
          </a:p>
          <a:p>
            <a:pPr algn="ctr">
              <a:buSzPct val="100000"/>
            </a:pPr>
            <a:r>
              <a:rPr lang="en-US" sz="1000">
                <a:solidFill>
                  <a:schemeClr val="bg1"/>
                </a:solidFill>
                <a:cs typeface="Calibri" panose="020F0502020204030204" pitchFamily="34" charset="0"/>
              </a:rPr>
              <a:t>PPP Expert</a:t>
            </a:r>
          </a:p>
        </p:txBody>
      </p:sp>
      <p:sp>
        <p:nvSpPr>
          <p:cNvPr id="86" name="object 10">
            <a:extLst>
              <a:ext uri="{FF2B5EF4-FFF2-40B4-BE49-F238E27FC236}">
                <a16:creationId xmlns:a16="http://schemas.microsoft.com/office/drawing/2014/main" id="{3D103185-C6F1-07DE-0377-8B82B071E68D}"/>
              </a:ext>
            </a:extLst>
          </p:cNvPr>
          <p:cNvSpPr txBox="1">
            <a:spLocks/>
          </p:cNvSpPr>
          <p:nvPr/>
        </p:nvSpPr>
        <p:spPr>
          <a:xfrm>
            <a:off x="6533503" y="3948971"/>
            <a:ext cx="1463040" cy="489878"/>
          </a:xfrm>
          <a:prstGeom prst="rect">
            <a:avLst/>
          </a:prstGeom>
        </p:spPr>
        <p:txBody>
          <a:bodyPr vert="horz" wrap="square" lIns="0" tIns="0" rIns="0" bIns="0" rtlCol="0">
            <a:spAutoFit/>
          </a:bodyPr>
          <a:lstStyle/>
          <a:p>
            <a:pPr algn="ctr">
              <a:spcBef>
                <a:spcPts val="95"/>
              </a:spcBef>
              <a:buSzPct val="100000"/>
            </a:pPr>
            <a:r>
              <a:rPr lang="en-GB" sz="1100" b="1">
                <a:solidFill>
                  <a:srgbClr val="9DD4CF"/>
                </a:solidFill>
                <a:cs typeface="Calibri" panose="020F0502020204030204" pitchFamily="34" charset="0"/>
              </a:rPr>
              <a:t>Shib Sankar Saha</a:t>
            </a:r>
          </a:p>
          <a:p>
            <a:pPr algn="ctr">
              <a:spcBef>
                <a:spcPts val="95"/>
              </a:spcBef>
              <a:buSzPct val="100000"/>
            </a:pPr>
            <a:r>
              <a:rPr lang="en-GB" sz="1000">
                <a:solidFill>
                  <a:schemeClr val="bg1"/>
                </a:solidFill>
                <a:cs typeface="Calibri" panose="020F0502020204030204" pitchFamily="34" charset="0"/>
              </a:rPr>
              <a:t>Finance Specialist/ Valuation Expert</a:t>
            </a:r>
          </a:p>
        </p:txBody>
      </p:sp>
      <p:pic>
        <p:nvPicPr>
          <p:cNvPr id="110" name="Picture 109">
            <a:extLst>
              <a:ext uri="{FF2B5EF4-FFF2-40B4-BE49-F238E27FC236}">
                <a16:creationId xmlns:a16="http://schemas.microsoft.com/office/drawing/2014/main" id="{53240DED-C31C-373C-CFA6-8B46AD1B3FB8}"/>
              </a:ext>
            </a:extLst>
          </p:cNvPr>
          <p:cNvPicPr preferRelativeResize="0">
            <a:picLocks/>
          </p:cNvPicPr>
          <p:nvPr/>
        </p:nvPicPr>
        <p:blipFill>
          <a:blip r:embed="rId3">
            <a:extLst>
              <a:ext uri="{28A0092B-C50C-407E-A947-70E740481C1C}">
                <a14:useLocalDpi xmlns:a14="http://schemas.microsoft.com/office/drawing/2010/main" val="0"/>
              </a:ext>
            </a:extLst>
          </a:blip>
          <a:srcRect t="8582" b="8582"/>
          <a:stretch/>
        </p:blipFill>
        <p:spPr>
          <a:xfrm>
            <a:off x="8779584" y="3377377"/>
            <a:ext cx="504260" cy="504260"/>
          </a:xfrm>
          <a:prstGeom prst="ellipse">
            <a:avLst/>
          </a:prstGeom>
          <a:ln w="3175">
            <a:solidFill>
              <a:schemeClr val="tx2">
                <a:lumMod val="60000"/>
                <a:lumOff val="40000"/>
              </a:schemeClr>
            </a:solidFill>
          </a:ln>
        </p:spPr>
      </p:pic>
      <p:pic>
        <p:nvPicPr>
          <p:cNvPr id="117" name="Picture 116">
            <a:extLst>
              <a:ext uri="{FF2B5EF4-FFF2-40B4-BE49-F238E27FC236}">
                <a16:creationId xmlns:a16="http://schemas.microsoft.com/office/drawing/2014/main" id="{B109B5A1-9548-8ECD-C7E5-5431B5F80759}"/>
              </a:ext>
            </a:extLst>
          </p:cNvPr>
          <p:cNvPicPr preferRelativeResize="0">
            <a:picLocks/>
          </p:cNvPicPr>
          <p:nvPr/>
        </p:nvPicPr>
        <p:blipFill>
          <a:blip r:embed="rId4">
            <a:extLst>
              <a:ext uri="{28A0092B-C50C-407E-A947-70E740481C1C}">
                <a14:useLocalDpi xmlns:a14="http://schemas.microsoft.com/office/drawing/2010/main" val="0"/>
              </a:ext>
            </a:extLst>
          </a:blip>
          <a:srcRect t="7222" b="7222"/>
          <a:stretch/>
        </p:blipFill>
        <p:spPr>
          <a:xfrm>
            <a:off x="7012893" y="3349467"/>
            <a:ext cx="504260" cy="504260"/>
          </a:xfrm>
          <a:prstGeom prst="ellipse">
            <a:avLst/>
          </a:prstGeom>
          <a:ln w="3175">
            <a:solidFill>
              <a:schemeClr val="tx2">
                <a:lumMod val="60000"/>
                <a:lumOff val="40000"/>
              </a:schemeClr>
            </a:solidFill>
          </a:ln>
        </p:spPr>
      </p:pic>
      <p:sp>
        <p:nvSpPr>
          <p:cNvPr id="121" name="object 10">
            <a:extLst>
              <a:ext uri="{FF2B5EF4-FFF2-40B4-BE49-F238E27FC236}">
                <a16:creationId xmlns:a16="http://schemas.microsoft.com/office/drawing/2014/main" id="{CFE67D5F-07BD-E54E-B349-05100A49F6BF}"/>
              </a:ext>
            </a:extLst>
          </p:cNvPr>
          <p:cNvSpPr txBox="1">
            <a:spLocks/>
          </p:cNvSpPr>
          <p:nvPr/>
        </p:nvSpPr>
        <p:spPr>
          <a:xfrm>
            <a:off x="4745555" y="3948971"/>
            <a:ext cx="1463040" cy="477054"/>
          </a:xfrm>
          <a:prstGeom prst="rect">
            <a:avLst/>
          </a:prstGeom>
        </p:spPr>
        <p:txBody>
          <a:bodyPr vert="horz" wrap="square" lIns="0" tIns="0" rIns="0" bIns="0" rtlCol="0">
            <a:spAutoFit/>
          </a:bodyPr>
          <a:lstStyle/>
          <a:p>
            <a:pPr algn="ctr">
              <a:buSzPct val="100000"/>
            </a:pPr>
            <a:r>
              <a:rPr lang="en-US" sz="1100" b="1">
                <a:solidFill>
                  <a:srgbClr val="9DD4CF"/>
                </a:solidFill>
                <a:cs typeface="Calibri" panose="020F0502020204030204" pitchFamily="34" charset="0"/>
              </a:rPr>
              <a:t>Shouvik Mukherjee</a:t>
            </a:r>
          </a:p>
          <a:p>
            <a:pPr algn="ctr">
              <a:buSzPct val="100000"/>
            </a:pPr>
            <a:r>
              <a:rPr lang="en-US" sz="1000">
                <a:solidFill>
                  <a:schemeClr val="bg1"/>
                </a:solidFill>
                <a:cs typeface="Calibri" panose="020F0502020204030204" pitchFamily="34" charset="0"/>
              </a:rPr>
              <a:t>Business Plan and Financial Modelling Expert</a:t>
            </a:r>
          </a:p>
        </p:txBody>
      </p:sp>
      <p:pic>
        <p:nvPicPr>
          <p:cNvPr id="27" name="Picture 26">
            <a:extLst>
              <a:ext uri="{FF2B5EF4-FFF2-40B4-BE49-F238E27FC236}">
                <a16:creationId xmlns:a16="http://schemas.microsoft.com/office/drawing/2014/main" id="{6BB6AAF4-B729-3BF4-FEA3-B617A49C3E05}"/>
              </a:ext>
            </a:extLst>
          </p:cNvPr>
          <p:cNvPicPr>
            <a:picLocks/>
          </p:cNvPicPr>
          <p:nvPr/>
        </p:nvPicPr>
        <p:blipFill rotWithShape="1">
          <a:blip r:embed="rId5">
            <a:extLst>
              <a:ext uri="{28A0092B-C50C-407E-A947-70E740481C1C}">
                <a14:useLocalDpi xmlns:a14="http://schemas.microsoft.com/office/drawing/2010/main" val="0"/>
              </a:ext>
            </a:extLst>
          </a:blip>
          <a:srcRect t="16687" b="16687"/>
          <a:stretch/>
        </p:blipFill>
        <p:spPr>
          <a:xfrm>
            <a:off x="5224945" y="3349467"/>
            <a:ext cx="504260" cy="504260"/>
          </a:xfrm>
          <a:prstGeom prst="ellipse">
            <a:avLst/>
          </a:prstGeom>
          <a:ln w="3175">
            <a:solidFill>
              <a:schemeClr val="tx2">
                <a:lumMod val="60000"/>
                <a:lumOff val="40000"/>
              </a:schemeClr>
            </a:solidFill>
          </a:ln>
        </p:spPr>
      </p:pic>
      <p:sp>
        <p:nvSpPr>
          <p:cNvPr id="45" name="object 10">
            <a:extLst>
              <a:ext uri="{FF2B5EF4-FFF2-40B4-BE49-F238E27FC236}">
                <a16:creationId xmlns:a16="http://schemas.microsoft.com/office/drawing/2014/main" id="{03662724-5F7B-4AA2-47D0-B7FD3AD428D8}"/>
              </a:ext>
            </a:extLst>
          </p:cNvPr>
          <p:cNvSpPr txBox="1">
            <a:spLocks/>
          </p:cNvSpPr>
          <p:nvPr/>
        </p:nvSpPr>
        <p:spPr>
          <a:xfrm>
            <a:off x="4750829" y="2189070"/>
            <a:ext cx="1463040" cy="323165"/>
          </a:xfrm>
          <a:prstGeom prst="rect">
            <a:avLst/>
          </a:prstGeom>
        </p:spPr>
        <p:txBody>
          <a:bodyPr vert="horz" wrap="square" lIns="0" tIns="0" rIns="0" bIns="0" rtlCol="0">
            <a:spAutoFit/>
          </a:bodyPr>
          <a:lstStyle/>
          <a:p>
            <a:pPr algn="ctr">
              <a:buSzPct val="100000"/>
            </a:pPr>
            <a:r>
              <a:rPr lang="en-US" sz="1100" b="1">
                <a:solidFill>
                  <a:srgbClr val="00ABAB"/>
                </a:solidFill>
                <a:cs typeface="Calibri" panose="020F0502020204030204" pitchFamily="34" charset="0"/>
              </a:rPr>
              <a:t>Kushal Kumar Singh</a:t>
            </a:r>
          </a:p>
          <a:p>
            <a:pPr lvl="0" indent="0" algn="ctr">
              <a:spcBef>
                <a:spcPts val="5"/>
              </a:spcBef>
              <a:spcAft>
                <a:spcPts val="600"/>
              </a:spcAft>
              <a:buNone/>
            </a:pPr>
            <a:r>
              <a:rPr lang="en-ZA" sz="1000">
                <a:solidFill>
                  <a:schemeClr val="bg1"/>
                </a:solidFill>
                <a:cs typeface="Open Sans Light"/>
              </a:rPr>
              <a:t>Transaction and PPP leader</a:t>
            </a:r>
          </a:p>
        </p:txBody>
      </p:sp>
      <p:pic>
        <p:nvPicPr>
          <p:cNvPr id="61" name="Picture 3">
            <a:extLst>
              <a:ext uri="{FF2B5EF4-FFF2-40B4-BE49-F238E27FC236}">
                <a16:creationId xmlns:a16="http://schemas.microsoft.com/office/drawing/2014/main" id="{7F20AA15-8277-6D7A-27CE-B7A81B183EDD}"/>
              </a:ext>
            </a:extLst>
          </p:cNvPr>
          <p:cNvPicPr preferRelativeResize="0">
            <a:picLocks noChangeArrowheads="1"/>
          </p:cNvPicPr>
          <p:nvPr/>
        </p:nvPicPr>
        <p:blipFill>
          <a:blip r:embed="rId6">
            <a:extLst>
              <a:ext uri="{28A0092B-C50C-407E-A947-70E740481C1C}">
                <a14:useLocalDpi xmlns:a14="http://schemas.microsoft.com/office/drawing/2010/main" val="0"/>
              </a:ext>
            </a:extLst>
          </a:blip>
          <a:srcRect t="8023" b="8023"/>
          <a:stretch/>
        </p:blipFill>
        <p:spPr bwMode="auto">
          <a:xfrm>
            <a:off x="5230219" y="1629524"/>
            <a:ext cx="504260" cy="504260"/>
          </a:xfrm>
          <a:prstGeom prst="ellipse">
            <a:avLst/>
          </a:prstGeom>
          <a:ln w="3175">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sp>
        <p:nvSpPr>
          <p:cNvPr id="47" name="object 10">
            <a:extLst>
              <a:ext uri="{FF2B5EF4-FFF2-40B4-BE49-F238E27FC236}">
                <a16:creationId xmlns:a16="http://schemas.microsoft.com/office/drawing/2014/main" id="{5176DEF7-5A29-273F-EC8D-12CA0A5B8191}"/>
              </a:ext>
            </a:extLst>
          </p:cNvPr>
          <p:cNvSpPr txBox="1">
            <a:spLocks/>
          </p:cNvSpPr>
          <p:nvPr/>
        </p:nvSpPr>
        <p:spPr>
          <a:xfrm>
            <a:off x="8300194" y="2189070"/>
            <a:ext cx="1463040" cy="477054"/>
          </a:xfrm>
          <a:prstGeom prst="rect">
            <a:avLst/>
          </a:prstGeom>
        </p:spPr>
        <p:txBody>
          <a:bodyPr vert="horz" wrap="square" lIns="0" tIns="0" rIns="0" bIns="0" rtlCol="0">
            <a:spAutoFit/>
          </a:bodyPr>
          <a:lstStyle/>
          <a:p>
            <a:pPr algn="ctr">
              <a:spcBef>
                <a:spcPts val="95"/>
              </a:spcBef>
              <a:buSzPct val="100000"/>
            </a:pPr>
            <a:r>
              <a:rPr lang="en-GB" sz="1100" b="1">
                <a:solidFill>
                  <a:srgbClr val="00ABAB"/>
                </a:solidFill>
                <a:cs typeface="Calibri" panose="020F0502020204030204" pitchFamily="34" charset="0"/>
              </a:rPr>
              <a:t>P. Hariharan</a:t>
            </a:r>
          </a:p>
          <a:p>
            <a:pPr lvl="0" indent="0" algn="ctr">
              <a:spcBef>
                <a:spcPts val="5"/>
              </a:spcBef>
              <a:spcAft>
                <a:spcPts val="600"/>
              </a:spcAft>
              <a:buNone/>
            </a:pPr>
            <a:r>
              <a:rPr lang="en-ZA" sz="1000">
                <a:solidFill>
                  <a:schemeClr val="bg1"/>
                </a:solidFill>
                <a:cs typeface="Open Sans Light"/>
              </a:rPr>
              <a:t>Financial Management Specialist</a:t>
            </a:r>
          </a:p>
        </p:txBody>
      </p:sp>
      <p:pic>
        <p:nvPicPr>
          <p:cNvPr id="70" name="Picture 18">
            <a:extLst>
              <a:ext uri="{FF2B5EF4-FFF2-40B4-BE49-F238E27FC236}">
                <a16:creationId xmlns:a16="http://schemas.microsoft.com/office/drawing/2014/main" id="{1EFE57FF-5E01-BB0A-87A6-7EEADDC0D259}"/>
              </a:ext>
            </a:extLst>
          </p:cNvPr>
          <p:cNvPicPr preferRelativeResize="0">
            <a:picLocks noChangeArrowheads="1"/>
          </p:cNvPicPr>
          <p:nvPr/>
        </p:nvPicPr>
        <p:blipFill>
          <a:blip r:embed="rId7">
            <a:extLst>
              <a:ext uri="{28A0092B-C50C-407E-A947-70E740481C1C}">
                <a14:useLocalDpi xmlns:a14="http://schemas.microsoft.com/office/drawing/2010/main" val="0"/>
              </a:ext>
            </a:extLst>
          </a:blip>
          <a:srcRect t="3516" b="3516"/>
          <a:stretch/>
        </p:blipFill>
        <p:spPr bwMode="auto">
          <a:xfrm>
            <a:off x="8779584" y="1629524"/>
            <a:ext cx="504260" cy="504260"/>
          </a:xfrm>
          <a:prstGeom prst="ellipse">
            <a:avLst/>
          </a:prstGeom>
          <a:ln w="3175">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sp>
        <p:nvSpPr>
          <p:cNvPr id="85" name="object 10">
            <a:extLst>
              <a:ext uri="{FF2B5EF4-FFF2-40B4-BE49-F238E27FC236}">
                <a16:creationId xmlns:a16="http://schemas.microsoft.com/office/drawing/2014/main" id="{54283875-3053-150B-0BB5-E6A99FBB44DE}"/>
              </a:ext>
            </a:extLst>
          </p:cNvPr>
          <p:cNvSpPr txBox="1">
            <a:spLocks/>
          </p:cNvSpPr>
          <p:nvPr/>
        </p:nvSpPr>
        <p:spPr>
          <a:xfrm>
            <a:off x="6484062" y="2176246"/>
            <a:ext cx="1463040" cy="489878"/>
          </a:xfrm>
          <a:prstGeom prst="rect">
            <a:avLst/>
          </a:prstGeom>
        </p:spPr>
        <p:txBody>
          <a:bodyPr vert="horz" wrap="square" lIns="0" tIns="0" rIns="0" bIns="0" rtlCol="0">
            <a:spAutoFit/>
          </a:bodyPr>
          <a:lstStyle/>
          <a:p>
            <a:pPr algn="ctr">
              <a:spcBef>
                <a:spcPts val="95"/>
              </a:spcBef>
              <a:buSzPct val="100000"/>
            </a:pPr>
            <a:r>
              <a:rPr lang="en-GB" sz="1100" b="1">
                <a:solidFill>
                  <a:srgbClr val="00ABAB"/>
                </a:solidFill>
                <a:cs typeface="Calibri" panose="020F0502020204030204" pitchFamily="34" charset="0"/>
              </a:rPr>
              <a:t>Samrat Roy</a:t>
            </a:r>
          </a:p>
          <a:p>
            <a:pPr algn="ctr">
              <a:spcBef>
                <a:spcPts val="95"/>
              </a:spcBef>
              <a:buSzPct val="100000"/>
            </a:pPr>
            <a:r>
              <a:rPr lang="en-GB" sz="1000">
                <a:solidFill>
                  <a:schemeClr val="bg1"/>
                </a:solidFill>
                <a:cs typeface="Calibri" panose="020F0502020204030204" pitchFamily="34" charset="0"/>
              </a:rPr>
              <a:t>Financial Restructuring Plan Specialist</a:t>
            </a:r>
          </a:p>
        </p:txBody>
      </p:sp>
      <p:pic>
        <p:nvPicPr>
          <p:cNvPr id="9" name="Picture 8">
            <a:extLst>
              <a:ext uri="{FF2B5EF4-FFF2-40B4-BE49-F238E27FC236}">
                <a16:creationId xmlns:a16="http://schemas.microsoft.com/office/drawing/2014/main" id="{232C5387-4562-DAC4-EF34-91F1D4D71A35}"/>
              </a:ext>
            </a:extLst>
          </p:cNvPr>
          <p:cNvPicPr>
            <a:picLocks/>
          </p:cNvPicPr>
          <p:nvPr/>
        </p:nvPicPr>
        <p:blipFill rotWithShape="1">
          <a:blip r:embed="rId8">
            <a:extLst>
              <a:ext uri="{28A0092B-C50C-407E-A947-70E740481C1C}">
                <a14:useLocalDpi xmlns:a14="http://schemas.microsoft.com/office/drawing/2010/main" val="0"/>
              </a:ext>
            </a:extLst>
          </a:blip>
          <a:srcRect l="725" r="725"/>
          <a:stretch/>
        </p:blipFill>
        <p:spPr>
          <a:xfrm>
            <a:off x="6963452" y="1615946"/>
            <a:ext cx="504260" cy="504260"/>
          </a:xfrm>
          <a:prstGeom prst="ellipse">
            <a:avLst/>
          </a:prstGeom>
          <a:ln w="3175">
            <a:solidFill>
              <a:schemeClr val="tx2">
                <a:lumMod val="60000"/>
                <a:lumOff val="40000"/>
              </a:schemeClr>
            </a:solidFill>
          </a:ln>
        </p:spPr>
      </p:pic>
      <p:sp>
        <p:nvSpPr>
          <p:cNvPr id="84" name="object 10">
            <a:extLst>
              <a:ext uri="{FF2B5EF4-FFF2-40B4-BE49-F238E27FC236}">
                <a16:creationId xmlns:a16="http://schemas.microsoft.com/office/drawing/2014/main" id="{E5E2890D-8256-DB0C-A905-C13EEF6E4150}"/>
              </a:ext>
            </a:extLst>
          </p:cNvPr>
          <p:cNvSpPr txBox="1">
            <a:spLocks/>
          </p:cNvSpPr>
          <p:nvPr/>
        </p:nvSpPr>
        <p:spPr>
          <a:xfrm>
            <a:off x="2812815" y="2189070"/>
            <a:ext cx="1463040" cy="323165"/>
          </a:xfrm>
          <a:prstGeom prst="rect">
            <a:avLst/>
          </a:prstGeom>
        </p:spPr>
        <p:txBody>
          <a:bodyPr vert="horz" wrap="square" lIns="0" tIns="0" rIns="0" bIns="0" rtlCol="0">
            <a:spAutoFit/>
          </a:bodyPr>
          <a:lstStyle/>
          <a:p>
            <a:pPr algn="ctr">
              <a:buSzPct val="100000"/>
            </a:pPr>
            <a:r>
              <a:rPr lang="en-US" sz="1100" b="1">
                <a:solidFill>
                  <a:srgbClr val="00ABAB"/>
                </a:solidFill>
                <a:cs typeface="Calibri" panose="020F0502020204030204" pitchFamily="34" charset="0"/>
              </a:rPr>
              <a:t>Shubhranshu Patnaik</a:t>
            </a:r>
          </a:p>
          <a:p>
            <a:pPr algn="ctr">
              <a:buSzPct val="100000"/>
            </a:pPr>
            <a:r>
              <a:rPr lang="en-US" sz="1000">
                <a:solidFill>
                  <a:schemeClr val="bg1"/>
                </a:solidFill>
                <a:cs typeface="Calibri" panose="020F0502020204030204" pitchFamily="34" charset="0"/>
              </a:rPr>
              <a:t>GPS Leader</a:t>
            </a:r>
          </a:p>
        </p:txBody>
      </p:sp>
      <p:pic>
        <p:nvPicPr>
          <p:cNvPr id="39" name="Picture 38">
            <a:extLst>
              <a:ext uri="{FF2B5EF4-FFF2-40B4-BE49-F238E27FC236}">
                <a16:creationId xmlns:a16="http://schemas.microsoft.com/office/drawing/2014/main" id="{00DD84EA-B4A1-55B2-F539-64B57D75A0E9}"/>
              </a:ext>
            </a:extLst>
          </p:cNvPr>
          <p:cNvPicPr>
            <a:picLocks/>
          </p:cNvPicPr>
          <p:nvPr/>
        </p:nvPicPr>
        <p:blipFill rotWithShape="1">
          <a:blip r:embed="rId9">
            <a:extLst>
              <a:ext uri="{28A0092B-C50C-407E-A947-70E740481C1C}">
                <a14:useLocalDpi xmlns:a14="http://schemas.microsoft.com/office/drawing/2010/main" val="0"/>
              </a:ext>
            </a:extLst>
          </a:blip>
          <a:srcRect t="588" b="588"/>
          <a:stretch/>
        </p:blipFill>
        <p:spPr>
          <a:xfrm>
            <a:off x="3292205" y="1647309"/>
            <a:ext cx="504260" cy="504260"/>
          </a:xfrm>
          <a:prstGeom prst="ellipse">
            <a:avLst/>
          </a:prstGeom>
          <a:ln w="3175">
            <a:solidFill>
              <a:schemeClr val="tx2">
                <a:lumMod val="60000"/>
                <a:lumOff val="40000"/>
              </a:schemeClr>
            </a:solidFill>
          </a:ln>
        </p:spPr>
      </p:pic>
      <p:sp>
        <p:nvSpPr>
          <p:cNvPr id="22" name="Rectangle: Rounded Corners 92">
            <a:extLst>
              <a:ext uri="{FF2B5EF4-FFF2-40B4-BE49-F238E27FC236}">
                <a16:creationId xmlns:a16="http://schemas.microsoft.com/office/drawing/2014/main" id="{8F3D9D7E-3A1E-D208-12AB-710D6B83BA59}"/>
              </a:ext>
            </a:extLst>
          </p:cNvPr>
          <p:cNvSpPr/>
          <p:nvPr/>
        </p:nvSpPr>
        <p:spPr bwMode="gray">
          <a:xfrm>
            <a:off x="4778171" y="1191264"/>
            <a:ext cx="2902782" cy="259939"/>
          </a:xfrm>
          <a:prstGeom prst="roundRect">
            <a:avLst>
              <a:gd name="adj" fmla="val 0"/>
            </a:avLst>
          </a:prstGeom>
          <a:solidFill>
            <a:srgbClr val="00A5B8">
              <a:alpha val="90000"/>
            </a:srgbClr>
          </a:solidFill>
          <a:ln w="19050" algn="ctr">
            <a:noFill/>
            <a:miter lim="800000"/>
            <a:headEnd/>
            <a:tailEnd/>
          </a:ln>
        </p:spPr>
        <p:txBody>
          <a:bodyPr wrap="square" lIns="88900" tIns="88900" rIns="88900" bIns="88900" rtlCol="0" anchor="ctr"/>
          <a:lstStyle/>
          <a:p>
            <a:pPr algn="ctr">
              <a:lnSpc>
                <a:spcPct val="106000"/>
              </a:lnSpc>
            </a:pPr>
            <a:r>
              <a:rPr lang="en-GB" altLang="zh-CN" sz="1200">
                <a:solidFill>
                  <a:schemeClr val="bg1"/>
                </a:solidFill>
              </a:rPr>
              <a:t>Project Leadership</a:t>
            </a:r>
          </a:p>
        </p:txBody>
      </p:sp>
      <p:cxnSp>
        <p:nvCxnSpPr>
          <p:cNvPr id="79" name="Straight Connector 78">
            <a:extLst>
              <a:ext uri="{FF2B5EF4-FFF2-40B4-BE49-F238E27FC236}">
                <a16:creationId xmlns:a16="http://schemas.microsoft.com/office/drawing/2014/main" id="{13778224-3612-2429-273C-9BC85DB25038}"/>
              </a:ext>
            </a:extLst>
          </p:cNvPr>
          <p:cNvCxnSpPr>
            <a:cxnSpLocks/>
          </p:cNvCxnSpPr>
          <p:nvPr/>
        </p:nvCxnSpPr>
        <p:spPr>
          <a:xfrm>
            <a:off x="1969625" y="2748177"/>
            <a:ext cx="8252750" cy="0"/>
          </a:xfrm>
          <a:prstGeom prst="line">
            <a:avLst/>
          </a:prstGeom>
          <a:ln w="3175">
            <a:solidFill>
              <a:srgbClr val="32E2E6">
                <a:alpha val="47843"/>
              </a:srgb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B1FD5BEF-B4C7-B1E9-3AA3-06CEC6E6C8A6}"/>
              </a:ext>
            </a:extLst>
          </p:cNvPr>
          <p:cNvSpPr/>
          <p:nvPr/>
        </p:nvSpPr>
        <p:spPr bwMode="gray">
          <a:xfrm>
            <a:off x="1819992" y="5111280"/>
            <a:ext cx="8637521" cy="1031966"/>
          </a:xfrm>
          <a:prstGeom prst="rect">
            <a:avLst/>
          </a:prstGeom>
          <a:noFill/>
          <a:ln w="12700" algn="ctr">
            <a:solidFill>
              <a:srgbClr val="0C5667"/>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mj-lt"/>
              <a:ea typeface="+mn-ea"/>
              <a:cs typeface="Arial" panose="020B0604020202020204" pitchFamily="34" charset="0"/>
            </a:endParaRPr>
          </a:p>
        </p:txBody>
      </p:sp>
      <p:sp>
        <p:nvSpPr>
          <p:cNvPr id="6" name="Rectangle 5">
            <a:extLst>
              <a:ext uri="{FF2B5EF4-FFF2-40B4-BE49-F238E27FC236}">
                <a16:creationId xmlns:a16="http://schemas.microsoft.com/office/drawing/2014/main" id="{915B9551-E163-BBFC-A370-CE19252C3389}"/>
              </a:ext>
            </a:extLst>
          </p:cNvPr>
          <p:cNvSpPr/>
          <p:nvPr/>
        </p:nvSpPr>
        <p:spPr bwMode="gray">
          <a:xfrm>
            <a:off x="2346759" y="5517418"/>
            <a:ext cx="1554480" cy="401406"/>
          </a:xfrm>
          <a:prstGeom prst="rect">
            <a:avLst/>
          </a:prstGeom>
          <a:solidFill>
            <a:srgbClr val="00A0B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AU" sz="1200" i="0" u="none" strike="noStrike" kern="1200" cap="none" spc="0" normalizeH="0" baseline="0" noProof="0">
                <a:ln>
                  <a:noFill/>
                </a:ln>
                <a:solidFill>
                  <a:prstClr val="white"/>
                </a:solidFill>
                <a:effectLst/>
                <a:uLnTx/>
                <a:uFillTx/>
                <a:latin typeface="+mj-lt"/>
                <a:ea typeface="+mn-ea"/>
                <a:cs typeface="Arial" panose="020B0604020202020204" pitchFamily="34" charset="0"/>
              </a:rPr>
              <a:t>Project Monitoring and Evaluation</a:t>
            </a:r>
          </a:p>
        </p:txBody>
      </p:sp>
      <p:sp>
        <p:nvSpPr>
          <p:cNvPr id="7" name="Rectangle 6">
            <a:extLst>
              <a:ext uri="{FF2B5EF4-FFF2-40B4-BE49-F238E27FC236}">
                <a16:creationId xmlns:a16="http://schemas.microsoft.com/office/drawing/2014/main" id="{67107566-441F-4E16-A66D-1331546A71FB}"/>
              </a:ext>
            </a:extLst>
          </p:cNvPr>
          <p:cNvSpPr/>
          <p:nvPr/>
        </p:nvSpPr>
        <p:spPr bwMode="gray">
          <a:xfrm>
            <a:off x="4454479" y="4970215"/>
            <a:ext cx="3650340" cy="279536"/>
          </a:xfrm>
          <a:prstGeom prst="rect">
            <a:avLst/>
          </a:prstGeom>
          <a:solidFill>
            <a:srgbClr val="00A0B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i="0" u="none" strike="noStrike" kern="0" cap="none" spc="0" normalizeH="0" baseline="0" noProof="0">
                <a:ln>
                  <a:noFill/>
                </a:ln>
                <a:solidFill>
                  <a:prstClr val="white"/>
                </a:solidFill>
                <a:effectLst/>
                <a:uLnTx/>
                <a:uFillTx/>
                <a:latin typeface="+mj-lt"/>
                <a:ea typeface="+mn-ea"/>
                <a:cs typeface="Arial" panose="020B0604020202020204" pitchFamily="34" charset="0"/>
              </a:rPr>
              <a:t>Home Office Support to the Key Experts</a:t>
            </a:r>
          </a:p>
        </p:txBody>
      </p:sp>
      <p:sp>
        <p:nvSpPr>
          <p:cNvPr id="8" name="Rectangle 7">
            <a:extLst>
              <a:ext uri="{FF2B5EF4-FFF2-40B4-BE49-F238E27FC236}">
                <a16:creationId xmlns:a16="http://schemas.microsoft.com/office/drawing/2014/main" id="{EE0FB193-4065-8AC5-44D6-EB34CBE9BD3F}"/>
              </a:ext>
            </a:extLst>
          </p:cNvPr>
          <p:cNvSpPr/>
          <p:nvPr/>
        </p:nvSpPr>
        <p:spPr bwMode="gray">
          <a:xfrm>
            <a:off x="4374757" y="5517418"/>
            <a:ext cx="1554480" cy="401406"/>
          </a:xfrm>
          <a:prstGeom prst="rect">
            <a:avLst/>
          </a:prstGeom>
          <a:solidFill>
            <a:srgbClr val="00A0B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AU" sz="1200" i="0" u="none" strike="noStrike" kern="1200" cap="none" spc="0" normalizeH="0" baseline="0" noProof="0">
                <a:ln>
                  <a:noFill/>
                </a:ln>
                <a:solidFill>
                  <a:prstClr val="white"/>
                </a:solidFill>
                <a:effectLst/>
                <a:uLnTx/>
                <a:uFillTx/>
                <a:latin typeface="+mj-lt"/>
                <a:ea typeface="+mn-ea"/>
                <a:cs typeface="Arial" panose="020B0604020202020204" pitchFamily="34" charset="0"/>
              </a:rPr>
              <a:t>Project Quality Assurance</a:t>
            </a:r>
          </a:p>
        </p:txBody>
      </p:sp>
      <p:sp>
        <p:nvSpPr>
          <p:cNvPr id="12" name="Rectangle 11">
            <a:extLst>
              <a:ext uri="{FF2B5EF4-FFF2-40B4-BE49-F238E27FC236}">
                <a16:creationId xmlns:a16="http://schemas.microsoft.com/office/drawing/2014/main" id="{04B66577-C994-03FA-CD69-8BE1D61A6634}"/>
              </a:ext>
            </a:extLst>
          </p:cNvPr>
          <p:cNvSpPr/>
          <p:nvPr/>
        </p:nvSpPr>
        <p:spPr bwMode="gray">
          <a:xfrm>
            <a:off x="6402755" y="5517418"/>
            <a:ext cx="1554480" cy="401406"/>
          </a:xfrm>
          <a:prstGeom prst="rect">
            <a:avLst/>
          </a:prstGeom>
          <a:solidFill>
            <a:srgbClr val="00A0B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AU" sz="1200" i="0" u="none" strike="noStrike" kern="1200" cap="none" spc="0" normalizeH="0" baseline="0" noProof="0">
                <a:ln>
                  <a:noFill/>
                </a:ln>
                <a:solidFill>
                  <a:prstClr val="white"/>
                </a:solidFill>
                <a:effectLst/>
                <a:uLnTx/>
                <a:uFillTx/>
                <a:latin typeface="+mj-lt"/>
                <a:ea typeface="+mn-ea"/>
                <a:cs typeface="Arial" panose="020B0604020202020204" pitchFamily="34" charset="0"/>
              </a:rPr>
              <a:t>Contract Management</a:t>
            </a:r>
          </a:p>
        </p:txBody>
      </p:sp>
      <p:sp>
        <p:nvSpPr>
          <p:cNvPr id="13" name="Rectangle 12">
            <a:extLst>
              <a:ext uri="{FF2B5EF4-FFF2-40B4-BE49-F238E27FC236}">
                <a16:creationId xmlns:a16="http://schemas.microsoft.com/office/drawing/2014/main" id="{4DDD525C-47F0-90DC-B986-75DD7F92B32F}"/>
              </a:ext>
            </a:extLst>
          </p:cNvPr>
          <p:cNvSpPr/>
          <p:nvPr/>
        </p:nvSpPr>
        <p:spPr bwMode="gray">
          <a:xfrm>
            <a:off x="8430752" y="5517418"/>
            <a:ext cx="1554480" cy="401406"/>
          </a:xfrm>
          <a:prstGeom prst="rect">
            <a:avLst/>
          </a:prstGeom>
          <a:solidFill>
            <a:srgbClr val="00A0B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AU" sz="1200" i="0" u="none" strike="noStrike" kern="1200" cap="none" spc="0" normalizeH="0" baseline="0" noProof="0">
                <a:ln>
                  <a:noFill/>
                </a:ln>
                <a:solidFill>
                  <a:prstClr val="white"/>
                </a:solidFill>
                <a:effectLst/>
                <a:uLnTx/>
                <a:uFillTx/>
                <a:latin typeface="+mj-lt"/>
                <a:ea typeface="+mn-ea"/>
                <a:cs typeface="Arial" panose="020B0604020202020204" pitchFamily="34" charset="0"/>
              </a:rPr>
              <a:t>Admin and Logistics</a:t>
            </a:r>
          </a:p>
        </p:txBody>
      </p:sp>
      <p:sp>
        <p:nvSpPr>
          <p:cNvPr id="16" name="Isosceles Triangle 15">
            <a:extLst>
              <a:ext uri="{FF2B5EF4-FFF2-40B4-BE49-F238E27FC236}">
                <a16:creationId xmlns:a16="http://schemas.microsoft.com/office/drawing/2014/main" id="{8C744A62-15E2-D420-73B2-C2CDD9FD11D1}"/>
              </a:ext>
            </a:extLst>
          </p:cNvPr>
          <p:cNvSpPr/>
          <p:nvPr/>
        </p:nvSpPr>
        <p:spPr bwMode="gray">
          <a:xfrm>
            <a:off x="4977543" y="4668438"/>
            <a:ext cx="2555839" cy="171471"/>
          </a:xfrm>
          <a:prstGeom prst="triangle">
            <a:avLst>
              <a:gd name="adj" fmla="val 51488"/>
            </a:avLst>
          </a:prstGeom>
          <a:solidFill>
            <a:srgbClr val="00A0B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7" name="object 10">
            <a:extLst>
              <a:ext uri="{FF2B5EF4-FFF2-40B4-BE49-F238E27FC236}">
                <a16:creationId xmlns:a16="http://schemas.microsoft.com/office/drawing/2014/main" id="{C5A8D456-6D9C-1A7D-4DC5-39C0522921B8}"/>
              </a:ext>
            </a:extLst>
          </p:cNvPr>
          <p:cNvSpPr txBox="1">
            <a:spLocks/>
          </p:cNvSpPr>
          <p:nvPr/>
        </p:nvSpPr>
        <p:spPr>
          <a:xfrm>
            <a:off x="2828978" y="3910682"/>
            <a:ext cx="1463040" cy="489878"/>
          </a:xfrm>
          <a:prstGeom prst="rect">
            <a:avLst/>
          </a:prstGeom>
        </p:spPr>
        <p:txBody>
          <a:bodyPr vert="horz" wrap="square" lIns="0" tIns="0" rIns="0" bIns="0" rtlCol="0">
            <a:spAutoFit/>
          </a:bodyPr>
          <a:lstStyle/>
          <a:p>
            <a:pPr algn="ctr">
              <a:spcBef>
                <a:spcPts val="95"/>
              </a:spcBef>
              <a:buSzPct val="100000"/>
            </a:pPr>
            <a:r>
              <a:rPr lang="en-GB" sz="1100" b="1">
                <a:solidFill>
                  <a:srgbClr val="00ABAB"/>
                </a:solidFill>
                <a:cs typeface="Calibri" panose="020F0502020204030204" pitchFamily="34" charset="0"/>
              </a:rPr>
              <a:t>Samrat Roy</a:t>
            </a:r>
          </a:p>
          <a:p>
            <a:pPr algn="ctr">
              <a:spcBef>
                <a:spcPts val="95"/>
              </a:spcBef>
              <a:buSzPct val="100000"/>
            </a:pPr>
            <a:r>
              <a:rPr lang="en-GB" sz="1000">
                <a:solidFill>
                  <a:schemeClr val="bg1"/>
                </a:solidFill>
                <a:cs typeface="Calibri" panose="020F0502020204030204" pitchFamily="34" charset="0"/>
              </a:rPr>
              <a:t>Team Leader and Financial Expert</a:t>
            </a:r>
          </a:p>
        </p:txBody>
      </p:sp>
      <p:pic>
        <p:nvPicPr>
          <p:cNvPr id="18" name="Picture 17">
            <a:extLst>
              <a:ext uri="{FF2B5EF4-FFF2-40B4-BE49-F238E27FC236}">
                <a16:creationId xmlns:a16="http://schemas.microsoft.com/office/drawing/2014/main" id="{D327B68F-F242-4C24-7BAE-1F7A2690ACD6}"/>
              </a:ext>
            </a:extLst>
          </p:cNvPr>
          <p:cNvPicPr>
            <a:picLocks/>
          </p:cNvPicPr>
          <p:nvPr/>
        </p:nvPicPr>
        <p:blipFill rotWithShape="1">
          <a:blip r:embed="rId8">
            <a:extLst>
              <a:ext uri="{28A0092B-C50C-407E-A947-70E740481C1C}">
                <a14:useLocalDpi xmlns:a14="http://schemas.microsoft.com/office/drawing/2010/main" val="0"/>
              </a:ext>
            </a:extLst>
          </a:blip>
          <a:srcRect l="725" r="725"/>
          <a:stretch/>
        </p:blipFill>
        <p:spPr>
          <a:xfrm>
            <a:off x="3308368" y="3350382"/>
            <a:ext cx="504260" cy="504260"/>
          </a:xfrm>
          <a:prstGeom prst="ellipse">
            <a:avLst/>
          </a:prstGeom>
          <a:ln w="3175">
            <a:solidFill>
              <a:schemeClr val="tx2">
                <a:lumMod val="60000"/>
                <a:lumOff val="40000"/>
              </a:schemeClr>
            </a:solidFill>
          </a:ln>
        </p:spPr>
      </p:pic>
      <p:sp>
        <p:nvSpPr>
          <p:cNvPr id="25" name="Rectangle: Rounded Corners 92">
            <a:extLst>
              <a:ext uri="{FF2B5EF4-FFF2-40B4-BE49-F238E27FC236}">
                <a16:creationId xmlns:a16="http://schemas.microsoft.com/office/drawing/2014/main" id="{328F1ADB-8A93-1EBE-B1B8-9B37C73EC2DC}"/>
              </a:ext>
            </a:extLst>
          </p:cNvPr>
          <p:cNvSpPr/>
          <p:nvPr/>
        </p:nvSpPr>
        <p:spPr bwMode="gray">
          <a:xfrm>
            <a:off x="4778171" y="2772626"/>
            <a:ext cx="2902782" cy="259939"/>
          </a:xfrm>
          <a:prstGeom prst="roundRect">
            <a:avLst>
              <a:gd name="adj" fmla="val 0"/>
            </a:avLst>
          </a:prstGeom>
          <a:solidFill>
            <a:schemeClr val="accent6">
              <a:lumMod val="75000"/>
              <a:alpha val="90000"/>
            </a:schemeClr>
          </a:solidFill>
          <a:ln w="19050" algn="ctr">
            <a:noFill/>
            <a:miter lim="800000"/>
            <a:headEnd/>
            <a:tailEnd/>
          </a:ln>
        </p:spPr>
        <p:txBody>
          <a:bodyPr wrap="square" lIns="88900" tIns="88900" rIns="88900" bIns="88900" rtlCol="0" anchor="ctr"/>
          <a:lstStyle/>
          <a:p>
            <a:pPr algn="ctr">
              <a:lnSpc>
                <a:spcPct val="106000"/>
              </a:lnSpc>
            </a:pPr>
            <a:r>
              <a:rPr lang="en-GB" altLang="zh-CN" sz="1200">
                <a:solidFill>
                  <a:schemeClr val="bg1"/>
                </a:solidFill>
              </a:rPr>
              <a:t>Project Team</a:t>
            </a:r>
          </a:p>
        </p:txBody>
      </p:sp>
    </p:spTree>
    <p:extLst>
      <p:ext uri="{BB962C8B-B14F-4D97-AF65-F5344CB8AC3E}">
        <p14:creationId xmlns:p14="http://schemas.microsoft.com/office/powerpoint/2010/main" val="270902199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Diagonal Corners Rounded 4">
            <a:extLst>
              <a:ext uri="{FF2B5EF4-FFF2-40B4-BE49-F238E27FC236}">
                <a16:creationId xmlns:a16="http://schemas.microsoft.com/office/drawing/2014/main" id="{0C1261DB-E991-3194-6E5D-8B26B61E4EFD}"/>
              </a:ext>
            </a:extLst>
          </p:cNvPr>
          <p:cNvSpPr/>
          <p:nvPr/>
        </p:nvSpPr>
        <p:spPr>
          <a:xfrm>
            <a:off x="495300" y="-13897"/>
            <a:ext cx="2631358" cy="855715"/>
          </a:xfrm>
          <a:prstGeom prst="round2DiagRect">
            <a:avLst>
              <a:gd name="adj1" fmla="val 0"/>
              <a:gd name="adj2" fmla="val 0"/>
            </a:avLst>
          </a:prstGeom>
          <a:noFill/>
          <a:effectLst>
            <a:outerShdw blurRad="279400" dist="50800" dir="5400000" algn="t" rotWithShape="0">
              <a:prstClr val="black">
                <a:alpha val="40000"/>
              </a:prstClr>
            </a:outerShdw>
          </a:effectLst>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Calibri Light" panose="020F0302020204030204" pitchFamily="34" charset="0"/>
              </a:rPr>
              <a:t>Content</a:t>
            </a:r>
          </a:p>
        </p:txBody>
      </p:sp>
      <p:graphicFrame>
        <p:nvGraphicFramePr>
          <p:cNvPr id="2" name="Table 1">
            <a:extLst>
              <a:ext uri="{FF2B5EF4-FFF2-40B4-BE49-F238E27FC236}">
                <a16:creationId xmlns:a16="http://schemas.microsoft.com/office/drawing/2014/main" id="{9B5BE29F-0520-AD19-F67E-555558BAB8B0}"/>
              </a:ext>
            </a:extLst>
          </p:cNvPr>
          <p:cNvGraphicFramePr>
            <a:graphicFrameLocks noGrp="1"/>
          </p:cNvGraphicFramePr>
          <p:nvPr>
            <p:extLst>
              <p:ext uri="{D42A27DB-BD31-4B8C-83A1-F6EECF244321}">
                <p14:modId xmlns:p14="http://schemas.microsoft.com/office/powerpoint/2010/main" val="1589905285"/>
              </p:ext>
            </p:extLst>
          </p:nvPr>
        </p:nvGraphicFramePr>
        <p:xfrm>
          <a:off x="495300" y="1019618"/>
          <a:ext cx="5456767" cy="1792941"/>
        </p:xfrm>
        <a:graphic>
          <a:graphicData uri="http://schemas.openxmlformats.org/drawingml/2006/table">
            <a:tbl>
              <a:tblPr firstRow="1" bandRow="1">
                <a:tableStyleId>{5C22544A-7EE6-4342-B048-85BDC9FD1C3A}</a:tableStyleId>
              </a:tblPr>
              <a:tblGrid>
                <a:gridCol w="5456767">
                  <a:extLst>
                    <a:ext uri="{9D8B030D-6E8A-4147-A177-3AD203B41FA5}">
                      <a16:colId xmlns:a16="http://schemas.microsoft.com/office/drawing/2014/main" val="1760634304"/>
                    </a:ext>
                  </a:extLst>
                </a:gridCol>
              </a:tblGrid>
              <a:tr h="56645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latin typeface="Aptos" panose="020B0004020202020204" pitchFamily="34" charset="0"/>
                          <a:ea typeface="Verdana" panose="020B0604030504040204" pitchFamily="34" charset="0"/>
                        </a:rPr>
                        <a:t>Understanding of the Objectives</a:t>
                      </a:r>
                    </a:p>
                  </a:txBody>
                  <a:tcPr anchor="ctr">
                    <a:lnL w="9525" cap="flat" cmpd="sng" algn="ctr">
                      <a:noFill/>
                      <a:prstDash val="solid"/>
                      <a:round/>
                      <a:headEnd type="none" w="med" len="med"/>
                      <a:tailEnd type="none" w="med" len="med"/>
                    </a:lnL>
                    <a:lnR w="12700" cmpd="sng">
                      <a:noFill/>
                    </a:lnR>
                    <a:lnT w="12700" cmpd="sng">
                      <a:noFill/>
                    </a:lnT>
                    <a:lnB w="9525"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2081739"/>
                  </a:ext>
                </a:extLst>
              </a:tr>
              <a:tr h="660035">
                <a:tc>
                  <a:txBody>
                    <a:bodyPr/>
                    <a:lstStyle/>
                    <a:p>
                      <a:pPr algn="just"/>
                      <a:r>
                        <a:rPr lang="en-US" sz="1600" b="0">
                          <a:solidFill>
                            <a:schemeClr val="bg1"/>
                          </a:solidFill>
                          <a:latin typeface="Aptos" panose="020B0004020202020204" pitchFamily="34" charset="0"/>
                          <a:ea typeface="Verdana" panose="020B0604030504040204" pitchFamily="34" charset="0"/>
                          <a:cs typeface="Arial" panose="020B0604020202020204" pitchFamily="34" charset="0"/>
                        </a:rPr>
                        <a:t>Approach and Methodology </a:t>
                      </a:r>
                    </a:p>
                  </a:txBody>
                  <a:tcPr anchor="ctr">
                    <a:lnL w="9525" cap="flat" cmpd="sng" algn="ctr">
                      <a:noFill/>
                      <a:prstDash val="solid"/>
                      <a:round/>
                      <a:headEnd type="none" w="med" len="med"/>
                      <a:tailEnd type="none" w="med" len="med"/>
                    </a:lnL>
                    <a:lnR w="12700" cmpd="sng">
                      <a:noFill/>
                    </a:lnR>
                    <a:lnT w="9525" cap="flat" cmpd="sng" algn="ctr">
                      <a:solidFill>
                        <a:schemeClr val="accent6">
                          <a:lumMod val="60000"/>
                          <a:lumOff val="40000"/>
                        </a:schemeClr>
                      </a:solidFill>
                      <a:prstDash val="solid"/>
                      <a:round/>
                      <a:headEnd type="none" w="med" len="med"/>
                      <a:tailEnd type="none" w="med" len="med"/>
                    </a:lnT>
                    <a:lnB w="9525"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7793342"/>
                  </a:ext>
                </a:extLst>
              </a:tr>
              <a:tr h="56645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latin typeface="Aptos" panose="020B0004020202020204" pitchFamily="34" charset="0"/>
                          <a:ea typeface="Verdana" panose="020B0604030504040204" pitchFamily="34" charset="0"/>
                          <a:cs typeface="Arial" panose="020B0604020202020204" pitchFamily="34" charset="0"/>
                        </a:rPr>
                        <a:t>Work Plan</a:t>
                      </a:r>
                    </a:p>
                  </a:txBody>
                  <a:tcPr anchor="ctr">
                    <a:lnL w="9525" cap="flat" cmpd="sng" algn="ctr">
                      <a:noFill/>
                      <a:prstDash val="solid"/>
                      <a:round/>
                      <a:headEnd type="none" w="med" len="med"/>
                      <a:tailEnd type="none" w="med" len="med"/>
                    </a:lnL>
                    <a:lnR w="12700" cmpd="sng">
                      <a:noFill/>
                    </a:lnR>
                    <a:lnT w="9525" cap="flat" cmpd="sng" algn="ctr">
                      <a:solidFill>
                        <a:schemeClr val="accent6">
                          <a:lumMod val="60000"/>
                          <a:lumOff val="40000"/>
                        </a:schemeClr>
                      </a:solidFill>
                      <a:prstDash val="solid"/>
                      <a:round/>
                      <a:headEnd type="none" w="med" len="med"/>
                      <a:tailEnd type="none" w="med" len="med"/>
                    </a:lnT>
                    <a:lnB w="9525"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283144"/>
                  </a:ext>
                </a:extLst>
              </a:tr>
            </a:tbl>
          </a:graphicData>
        </a:graphic>
      </p:graphicFrame>
    </p:spTree>
    <p:extLst>
      <p:ext uri="{BB962C8B-B14F-4D97-AF65-F5344CB8AC3E}">
        <p14:creationId xmlns:p14="http://schemas.microsoft.com/office/powerpoint/2010/main" val="359605640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purple background&#10;&#10;Description automatically generated">
            <a:extLst>
              <a:ext uri="{FF2B5EF4-FFF2-40B4-BE49-F238E27FC236}">
                <a16:creationId xmlns:a16="http://schemas.microsoft.com/office/drawing/2014/main" id="{DF1C830F-F668-0BE3-F2B3-88244BA254A9}"/>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tretch>
            <a:fillRect/>
          </a:stretch>
        </p:blipFill>
        <p:spPr>
          <a:xfrm>
            <a:off x="0" y="1371283"/>
            <a:ext cx="12192000" cy="5486717"/>
          </a:xfrm>
          <a:prstGeom prst="rect">
            <a:avLst/>
          </a:prstGeom>
        </p:spPr>
      </p:pic>
      <p:sp>
        <p:nvSpPr>
          <p:cNvPr id="4" name="Rectangle 3">
            <a:extLst>
              <a:ext uri="{FF2B5EF4-FFF2-40B4-BE49-F238E27FC236}">
                <a16:creationId xmlns:a16="http://schemas.microsoft.com/office/drawing/2014/main" id="{54107920-CD4A-0519-6177-A5798464AD44}"/>
              </a:ext>
            </a:extLst>
          </p:cNvPr>
          <p:cNvSpPr/>
          <p:nvPr/>
        </p:nvSpPr>
        <p:spPr bwMode="gray">
          <a:xfrm>
            <a:off x="0" y="0"/>
            <a:ext cx="12192000" cy="6858000"/>
          </a:xfrm>
          <a:prstGeom prst="rect">
            <a:avLst/>
          </a:prstGeom>
          <a:gradFill>
            <a:gsLst>
              <a:gs pos="26000">
                <a:srgbClr val="0E2742"/>
              </a:gs>
              <a:gs pos="100000">
                <a:srgbClr val="0E2742">
                  <a:alpha val="0"/>
                </a:srgbClr>
              </a:gs>
            </a:gsLst>
            <a:lin ang="540000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970D5ED6-9E31-9DC7-D688-8CAB05DA4842}"/>
              </a:ext>
            </a:extLst>
          </p:cNvPr>
          <p:cNvGrpSpPr/>
          <p:nvPr/>
        </p:nvGrpSpPr>
        <p:grpSpPr>
          <a:xfrm>
            <a:off x="600404" y="282670"/>
            <a:ext cx="5733020" cy="3122157"/>
            <a:chOff x="495300" y="1189181"/>
            <a:chExt cx="5733020" cy="3122157"/>
          </a:xfrm>
        </p:grpSpPr>
        <p:sp>
          <p:nvSpPr>
            <p:cNvPr id="2" name="TextBox 6">
              <a:extLst>
                <a:ext uri="{FF2B5EF4-FFF2-40B4-BE49-F238E27FC236}">
                  <a16:creationId xmlns:a16="http://schemas.microsoft.com/office/drawing/2014/main" id="{BFFBE392-AF08-36D4-7BC7-0618502EBEAE}"/>
                </a:ext>
              </a:extLst>
            </p:cNvPr>
            <p:cNvSpPr txBox="1"/>
            <p:nvPr/>
          </p:nvSpPr>
          <p:spPr>
            <a:xfrm>
              <a:off x="734988" y="1189181"/>
              <a:ext cx="2281481" cy="2139688"/>
            </a:xfrm>
            <a:prstGeom prst="rect">
              <a:avLst/>
            </a:prstGeom>
          </p:spPr>
          <p:txBody>
            <a:bodyPr wrap="square" lIns="0" tIns="0" rIns="0" bIns="0" rtlCol="0" anchor="t">
              <a:spAutoFit/>
            </a:bodyPr>
            <a:lstStyle/>
            <a:p>
              <a:pPr marL="0" marR="0" lvl="0" indent="0" algn="l" defTabSz="914400" rtl="0" eaLnBrk="1" fontAlgn="auto" latinLnBrk="0" hangingPunct="1">
                <a:lnSpc>
                  <a:spcPts val="17980"/>
                </a:lnSpc>
                <a:spcBef>
                  <a:spcPts val="0"/>
                </a:spcBef>
                <a:spcAft>
                  <a:spcPts val="0"/>
                </a:spcAft>
                <a:buClrTx/>
                <a:buSzTx/>
                <a:buFontTx/>
                <a:buNone/>
                <a:tabLst/>
                <a:defRPr/>
              </a:pPr>
              <a:r>
                <a:rPr kumimoji="0" lang="en-US" sz="11500" b="0" i="0" u="none" strike="noStrike" kern="1200" cap="none" spc="12" normalizeH="0" baseline="0" noProof="0">
                  <a:ln>
                    <a:noFill/>
                  </a:ln>
                  <a:solidFill>
                    <a:srgbClr val="32E9FF"/>
                  </a:solidFill>
                  <a:effectLst/>
                  <a:uLnTx/>
                  <a:uFillTx/>
                  <a:latin typeface="Aptos" panose="020B0004020202020204" pitchFamily="34" charset="0"/>
                </a:rPr>
                <a:t>01</a:t>
              </a:r>
            </a:p>
          </p:txBody>
        </p:sp>
        <p:grpSp>
          <p:nvGrpSpPr>
            <p:cNvPr id="5" name="Group 4">
              <a:extLst>
                <a:ext uri="{FF2B5EF4-FFF2-40B4-BE49-F238E27FC236}">
                  <a16:creationId xmlns:a16="http://schemas.microsoft.com/office/drawing/2014/main" id="{A2D0C634-E158-36CC-D7BD-49608E447B1F}"/>
                </a:ext>
              </a:extLst>
            </p:cNvPr>
            <p:cNvGrpSpPr/>
            <p:nvPr/>
          </p:nvGrpSpPr>
          <p:grpSpPr>
            <a:xfrm>
              <a:off x="495300" y="2610854"/>
              <a:ext cx="5733020" cy="1700484"/>
              <a:chOff x="495300" y="2610854"/>
              <a:chExt cx="5733020" cy="1700484"/>
            </a:xfrm>
          </p:grpSpPr>
          <p:sp>
            <p:nvSpPr>
              <p:cNvPr id="9" name="Freeform 682">
                <a:extLst>
                  <a:ext uri="{FF2B5EF4-FFF2-40B4-BE49-F238E27FC236}">
                    <a16:creationId xmlns:a16="http://schemas.microsoft.com/office/drawing/2014/main" id="{C967D441-DD59-12E6-9EFA-09EF94E2C4EA}"/>
                  </a:ext>
                </a:extLst>
              </p:cNvPr>
              <p:cNvSpPr>
                <a:spLocks noEditPoints="1"/>
              </p:cNvSpPr>
              <p:nvPr/>
            </p:nvSpPr>
            <p:spPr bwMode="auto">
              <a:xfrm rot="5400000">
                <a:off x="5410174" y="2610854"/>
                <a:ext cx="818146" cy="818146"/>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adFill>
                <a:gsLst>
                  <a:gs pos="0">
                    <a:srgbClr val="00ABAB"/>
                  </a:gs>
                  <a:gs pos="53000">
                    <a:srgbClr val="0097A9"/>
                  </a:gs>
                  <a:gs pos="100000">
                    <a:srgbClr val="040D21"/>
                  </a:gs>
                </a:gsLst>
                <a:lin ang="8100000" scaled="1"/>
              </a:gradFill>
              <a:ln w="3175" algn="ctr">
                <a:noFill/>
                <a:miter lim="800000"/>
                <a:headEnd/>
                <a:tailEnd/>
              </a:ln>
              <a:extLst>
                <a:ext uri="{91240B29-F687-4f45-9708-019B960494DF}">
                  <a14:hiddenLine xmlns="" xmlns:a14="http://schemas.microsoft.com/office/drawing/2010/main" w="9525">
                    <a:solidFill>
                      <a:srgbClr val="000000"/>
                    </a:solidFill>
                    <a:round/>
                    <a:headEnd/>
                    <a:tailEnd/>
                  </a14:hiddenLine>
                </a:ext>
              </a:extLst>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3D5B8B0-BF51-EF43-C5CA-87BFBB9C2108}"/>
                  </a:ext>
                </a:extLst>
              </p:cNvPr>
              <p:cNvGrpSpPr/>
              <p:nvPr/>
            </p:nvGrpSpPr>
            <p:grpSpPr>
              <a:xfrm>
                <a:off x="495300" y="3019927"/>
                <a:ext cx="4937760" cy="167148"/>
                <a:chOff x="0" y="2794883"/>
                <a:chExt cx="6776832" cy="167148"/>
              </a:xfrm>
            </p:grpSpPr>
            <p:cxnSp>
              <p:nvCxnSpPr>
                <p:cNvPr id="8" name="Straight Connector 7">
                  <a:extLst>
                    <a:ext uri="{FF2B5EF4-FFF2-40B4-BE49-F238E27FC236}">
                      <a16:creationId xmlns:a16="http://schemas.microsoft.com/office/drawing/2014/main" id="{EDA7E85C-A518-E5DF-0039-51F8638AD094}"/>
                    </a:ext>
                  </a:extLst>
                </p:cNvPr>
                <p:cNvCxnSpPr>
                  <a:cxnSpLocks/>
                </p:cNvCxnSpPr>
                <p:nvPr/>
              </p:nvCxnSpPr>
              <p:spPr>
                <a:xfrm>
                  <a:off x="0" y="2794883"/>
                  <a:ext cx="6776832" cy="0"/>
                </a:xfrm>
                <a:prstGeom prst="line">
                  <a:avLst/>
                </a:prstGeom>
                <a:ln w="38100">
                  <a:solidFill>
                    <a:srgbClr val="02536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54A6F95-74DE-380C-B70E-2657245960F2}"/>
                    </a:ext>
                  </a:extLst>
                </p:cNvPr>
                <p:cNvCxnSpPr>
                  <a:cxnSpLocks/>
                </p:cNvCxnSpPr>
                <p:nvPr/>
              </p:nvCxnSpPr>
              <p:spPr>
                <a:xfrm>
                  <a:off x="0" y="2962031"/>
                  <a:ext cx="3695700" cy="0"/>
                </a:xfrm>
                <a:prstGeom prst="line">
                  <a:avLst/>
                </a:prstGeom>
                <a:ln w="6350">
                  <a:solidFill>
                    <a:srgbClr val="9DD4CF"/>
                  </a:solidFill>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9F1B1092-B9F5-FCFA-D290-979B5B556687}"/>
                  </a:ext>
                </a:extLst>
              </p:cNvPr>
              <p:cNvGrpSpPr/>
              <p:nvPr/>
            </p:nvGrpSpPr>
            <p:grpSpPr>
              <a:xfrm>
                <a:off x="5499154" y="2699891"/>
                <a:ext cx="640078" cy="640081"/>
                <a:chOff x="8258262" y="1230401"/>
                <a:chExt cx="313568" cy="313273"/>
              </a:xfrm>
            </p:grpSpPr>
            <p:sp>
              <p:nvSpPr>
                <p:cNvPr id="38" name="Graphic 4">
                  <a:extLst>
                    <a:ext uri="{FF2B5EF4-FFF2-40B4-BE49-F238E27FC236}">
                      <a16:creationId xmlns:a16="http://schemas.microsoft.com/office/drawing/2014/main" id="{7938B1C2-1166-A8D0-E2E6-1BF88CA88F55}"/>
                    </a:ext>
                  </a:extLst>
                </p:cNvPr>
                <p:cNvSpPr/>
                <p:nvPr/>
              </p:nvSpPr>
              <p:spPr>
                <a:xfrm>
                  <a:off x="8391457" y="1330385"/>
                  <a:ext cx="48749" cy="59692"/>
                </a:xfrm>
                <a:custGeom>
                  <a:avLst/>
                  <a:gdLst>
                    <a:gd name="connsiteX0" fmla="*/ 16710 w 56327"/>
                    <a:gd name="connsiteY0" fmla="*/ 68971 h 68971"/>
                    <a:gd name="connsiteX1" fmla="*/ 39075 w 56327"/>
                    <a:gd name="connsiteY1" fmla="*/ 68971 h 68971"/>
                    <a:gd name="connsiteX2" fmla="*/ 49299 w 56327"/>
                    <a:gd name="connsiteY2" fmla="*/ 45989 h 68971"/>
                    <a:gd name="connsiteX3" fmla="*/ 56328 w 56327"/>
                    <a:gd name="connsiteY3" fmla="*/ 26837 h 68971"/>
                    <a:gd name="connsiteX4" fmla="*/ 26934 w 56327"/>
                    <a:gd name="connsiteY4" fmla="*/ 24 h 68971"/>
                    <a:gd name="connsiteX5" fmla="*/ 97 w 56327"/>
                    <a:gd name="connsiteY5" fmla="*/ 26837 h 68971"/>
                    <a:gd name="connsiteX6" fmla="*/ 7125 w 56327"/>
                    <a:gd name="connsiteY6" fmla="*/ 45989 h 68971"/>
                    <a:gd name="connsiteX7" fmla="*/ 16710 w 56327"/>
                    <a:gd name="connsiteY7" fmla="*/ 68971 h 6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27" h="68971">
                      <a:moveTo>
                        <a:pt x="16710" y="68971"/>
                      </a:moveTo>
                      <a:lnTo>
                        <a:pt x="39075" y="68971"/>
                      </a:lnTo>
                      <a:cubicBezTo>
                        <a:pt x="39714" y="60672"/>
                        <a:pt x="43548" y="52373"/>
                        <a:pt x="49299" y="45989"/>
                      </a:cubicBezTo>
                      <a:cubicBezTo>
                        <a:pt x="53772" y="40882"/>
                        <a:pt x="56328" y="33859"/>
                        <a:pt x="56328" y="26837"/>
                      </a:cubicBezTo>
                      <a:cubicBezTo>
                        <a:pt x="55689" y="11516"/>
                        <a:pt x="42270" y="-614"/>
                        <a:pt x="26934" y="24"/>
                      </a:cubicBezTo>
                      <a:cubicBezTo>
                        <a:pt x="12237" y="663"/>
                        <a:pt x="736" y="12154"/>
                        <a:pt x="97" y="26837"/>
                      </a:cubicBezTo>
                      <a:cubicBezTo>
                        <a:pt x="-543" y="33859"/>
                        <a:pt x="2013" y="40882"/>
                        <a:pt x="7125" y="45989"/>
                      </a:cubicBezTo>
                      <a:cubicBezTo>
                        <a:pt x="12237" y="52373"/>
                        <a:pt x="16071" y="60672"/>
                        <a:pt x="16710" y="68971"/>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Graphic 4">
                  <a:extLst>
                    <a:ext uri="{FF2B5EF4-FFF2-40B4-BE49-F238E27FC236}">
                      <a16:creationId xmlns:a16="http://schemas.microsoft.com/office/drawing/2014/main" id="{120C6DB6-1EBE-D024-5339-5593FE2B84F0}"/>
                    </a:ext>
                  </a:extLst>
                </p:cNvPr>
                <p:cNvSpPr/>
                <p:nvPr/>
              </p:nvSpPr>
              <p:spPr>
                <a:xfrm>
                  <a:off x="8258262" y="1230401"/>
                  <a:ext cx="313568" cy="313273"/>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24926 w 362313"/>
                    <a:gd name="connsiteY6" fmla="*/ 101505 h 361971"/>
                    <a:gd name="connsiteX7" fmla="*/ 237706 w 362313"/>
                    <a:gd name="connsiteY7" fmla="*/ 93206 h 361971"/>
                    <a:gd name="connsiteX8" fmla="*/ 246652 w 362313"/>
                    <a:gd name="connsiteY8" fmla="*/ 95121 h 361971"/>
                    <a:gd name="connsiteX9" fmla="*/ 244735 w 362313"/>
                    <a:gd name="connsiteY9" fmla="*/ 104059 h 361971"/>
                    <a:gd name="connsiteX10" fmla="*/ 231955 w 362313"/>
                    <a:gd name="connsiteY10" fmla="*/ 112358 h 361971"/>
                    <a:gd name="connsiteX11" fmla="*/ 223009 w 362313"/>
                    <a:gd name="connsiteY11" fmla="*/ 110443 h 361971"/>
                    <a:gd name="connsiteX12" fmla="*/ 224926 w 362313"/>
                    <a:gd name="connsiteY12" fmla="*/ 101505 h 361971"/>
                    <a:gd name="connsiteX13" fmla="*/ 175084 w 362313"/>
                    <a:gd name="connsiteY13" fmla="*/ 66394 h 361971"/>
                    <a:gd name="connsiteX14" fmla="*/ 181474 w 362313"/>
                    <a:gd name="connsiteY14" fmla="*/ 60010 h 361971"/>
                    <a:gd name="connsiteX15" fmla="*/ 187864 w 362313"/>
                    <a:gd name="connsiteY15" fmla="*/ 66394 h 361971"/>
                    <a:gd name="connsiteX16" fmla="*/ 187864 w 362313"/>
                    <a:gd name="connsiteY16" fmla="*/ 80438 h 361971"/>
                    <a:gd name="connsiteX17" fmla="*/ 181474 w 362313"/>
                    <a:gd name="connsiteY17" fmla="*/ 86822 h 361971"/>
                    <a:gd name="connsiteX18" fmla="*/ 175084 w 362313"/>
                    <a:gd name="connsiteY18" fmla="*/ 80438 h 361971"/>
                    <a:gd name="connsiteX19" fmla="*/ 175084 w 362313"/>
                    <a:gd name="connsiteY19" fmla="*/ 66394 h 361971"/>
                    <a:gd name="connsiteX20" fmla="*/ 181474 w 362313"/>
                    <a:gd name="connsiteY20" fmla="*/ 102144 h 361971"/>
                    <a:gd name="connsiteX21" fmla="*/ 222370 w 362313"/>
                    <a:gd name="connsiteY21" fmla="*/ 141086 h 361971"/>
                    <a:gd name="connsiteX22" fmla="*/ 222370 w 362313"/>
                    <a:gd name="connsiteY22" fmla="*/ 141724 h 361971"/>
                    <a:gd name="connsiteX23" fmla="*/ 212785 w 362313"/>
                    <a:gd name="connsiteY23" fmla="*/ 168537 h 361971"/>
                    <a:gd name="connsiteX24" fmla="*/ 205117 w 362313"/>
                    <a:gd name="connsiteY24" fmla="*/ 190243 h 361971"/>
                    <a:gd name="connsiteX25" fmla="*/ 198727 w 362313"/>
                    <a:gd name="connsiteY25" fmla="*/ 196627 h 361971"/>
                    <a:gd name="connsiteX26" fmla="*/ 164221 w 362313"/>
                    <a:gd name="connsiteY26" fmla="*/ 196627 h 361971"/>
                    <a:gd name="connsiteX27" fmla="*/ 157832 w 362313"/>
                    <a:gd name="connsiteY27" fmla="*/ 190243 h 361971"/>
                    <a:gd name="connsiteX28" fmla="*/ 150164 w 362313"/>
                    <a:gd name="connsiteY28" fmla="*/ 168537 h 361971"/>
                    <a:gd name="connsiteX29" fmla="*/ 140579 w 362313"/>
                    <a:gd name="connsiteY29" fmla="*/ 141724 h 361971"/>
                    <a:gd name="connsiteX30" fmla="*/ 180835 w 362313"/>
                    <a:gd name="connsiteY30" fmla="*/ 102144 h 361971"/>
                    <a:gd name="connsiteX31" fmla="*/ 181474 w 362313"/>
                    <a:gd name="connsiteY31" fmla="*/ 102144 h 361971"/>
                    <a:gd name="connsiteX32" fmla="*/ 181474 w 362313"/>
                    <a:gd name="connsiteY32" fmla="*/ 102144 h 361971"/>
                    <a:gd name="connsiteX33" fmla="*/ 204478 w 362313"/>
                    <a:gd name="connsiteY33" fmla="*/ 209395 h 361971"/>
                    <a:gd name="connsiteX34" fmla="*/ 198088 w 362313"/>
                    <a:gd name="connsiteY34" fmla="*/ 215779 h 361971"/>
                    <a:gd name="connsiteX35" fmla="*/ 165499 w 362313"/>
                    <a:gd name="connsiteY35" fmla="*/ 215779 h 361971"/>
                    <a:gd name="connsiteX36" fmla="*/ 159109 w 362313"/>
                    <a:gd name="connsiteY36" fmla="*/ 209395 h 361971"/>
                    <a:gd name="connsiteX37" fmla="*/ 165499 w 362313"/>
                    <a:gd name="connsiteY37" fmla="*/ 203011 h 361971"/>
                    <a:gd name="connsiteX38" fmla="*/ 198088 w 362313"/>
                    <a:gd name="connsiteY38" fmla="*/ 203011 h 361971"/>
                    <a:gd name="connsiteX39" fmla="*/ 204478 w 362313"/>
                    <a:gd name="connsiteY39" fmla="*/ 209395 h 361971"/>
                    <a:gd name="connsiteX40" fmla="*/ 116936 w 362313"/>
                    <a:gd name="connsiteY40" fmla="*/ 95121 h 361971"/>
                    <a:gd name="connsiteX41" fmla="*/ 125882 w 362313"/>
                    <a:gd name="connsiteY41" fmla="*/ 93206 h 361971"/>
                    <a:gd name="connsiteX42" fmla="*/ 138662 w 362313"/>
                    <a:gd name="connsiteY42" fmla="*/ 101505 h 361971"/>
                    <a:gd name="connsiteX43" fmla="*/ 140579 w 362313"/>
                    <a:gd name="connsiteY43" fmla="*/ 110443 h 361971"/>
                    <a:gd name="connsiteX44" fmla="*/ 135467 w 362313"/>
                    <a:gd name="connsiteY44" fmla="*/ 113635 h 361971"/>
                    <a:gd name="connsiteX45" fmla="*/ 131633 w 362313"/>
                    <a:gd name="connsiteY45" fmla="*/ 112358 h 361971"/>
                    <a:gd name="connsiteX46" fmla="*/ 118853 w 362313"/>
                    <a:gd name="connsiteY46" fmla="*/ 104059 h 361971"/>
                    <a:gd name="connsiteX47" fmla="*/ 116936 w 362313"/>
                    <a:gd name="connsiteY47" fmla="*/ 95121 h 361971"/>
                    <a:gd name="connsiteX48" fmla="*/ 116936 w 362313"/>
                    <a:gd name="connsiteY48" fmla="*/ 95121 h 361971"/>
                    <a:gd name="connsiteX49" fmla="*/ 104156 w 362313"/>
                    <a:gd name="connsiteY49" fmla="*/ 157684 h 361971"/>
                    <a:gd name="connsiteX50" fmla="*/ 110546 w 362313"/>
                    <a:gd name="connsiteY50" fmla="*/ 151300 h 361971"/>
                    <a:gd name="connsiteX51" fmla="*/ 125882 w 362313"/>
                    <a:gd name="connsiteY51" fmla="*/ 151300 h 361971"/>
                    <a:gd name="connsiteX52" fmla="*/ 132272 w 362313"/>
                    <a:gd name="connsiteY52" fmla="*/ 157684 h 361971"/>
                    <a:gd name="connsiteX53" fmla="*/ 125882 w 362313"/>
                    <a:gd name="connsiteY53" fmla="*/ 164068 h 361971"/>
                    <a:gd name="connsiteX54" fmla="*/ 110546 w 362313"/>
                    <a:gd name="connsiteY54" fmla="*/ 164068 h 361971"/>
                    <a:gd name="connsiteX55" fmla="*/ 104156 w 362313"/>
                    <a:gd name="connsiteY55" fmla="*/ 157684 h 361971"/>
                    <a:gd name="connsiteX56" fmla="*/ 104156 w 362313"/>
                    <a:gd name="connsiteY56" fmla="*/ 157684 h 361971"/>
                    <a:gd name="connsiteX57" fmla="*/ 256876 w 362313"/>
                    <a:gd name="connsiteY57" fmla="*/ 295578 h 361971"/>
                    <a:gd name="connsiteX58" fmla="*/ 250486 w 362313"/>
                    <a:gd name="connsiteY58" fmla="*/ 301962 h 361971"/>
                    <a:gd name="connsiteX59" fmla="*/ 244096 w 362313"/>
                    <a:gd name="connsiteY59" fmla="*/ 295578 h 361971"/>
                    <a:gd name="connsiteX60" fmla="*/ 244096 w 362313"/>
                    <a:gd name="connsiteY60" fmla="*/ 284087 h 361971"/>
                    <a:gd name="connsiteX61" fmla="*/ 200644 w 362313"/>
                    <a:gd name="connsiteY61" fmla="*/ 236846 h 361971"/>
                    <a:gd name="connsiteX62" fmla="*/ 162304 w 362313"/>
                    <a:gd name="connsiteY62" fmla="*/ 236846 h 361971"/>
                    <a:gd name="connsiteX63" fmla="*/ 118853 w 362313"/>
                    <a:gd name="connsiteY63" fmla="*/ 284087 h 361971"/>
                    <a:gd name="connsiteX64" fmla="*/ 118853 w 362313"/>
                    <a:gd name="connsiteY64" fmla="*/ 295578 h 361971"/>
                    <a:gd name="connsiteX65" fmla="*/ 112463 w 362313"/>
                    <a:gd name="connsiteY65" fmla="*/ 301962 h 361971"/>
                    <a:gd name="connsiteX66" fmla="*/ 106073 w 362313"/>
                    <a:gd name="connsiteY66" fmla="*/ 295578 h 361971"/>
                    <a:gd name="connsiteX67" fmla="*/ 106073 w 362313"/>
                    <a:gd name="connsiteY67" fmla="*/ 284087 h 361971"/>
                    <a:gd name="connsiteX68" fmla="*/ 162304 w 362313"/>
                    <a:gd name="connsiteY68" fmla="*/ 224078 h 361971"/>
                    <a:gd name="connsiteX69" fmla="*/ 200644 w 362313"/>
                    <a:gd name="connsiteY69" fmla="*/ 224078 h 361971"/>
                    <a:gd name="connsiteX70" fmla="*/ 256876 w 362313"/>
                    <a:gd name="connsiteY70" fmla="*/ 284087 h 361971"/>
                    <a:gd name="connsiteX71" fmla="*/ 256876 w 362313"/>
                    <a:gd name="connsiteY71" fmla="*/ 295578 h 361971"/>
                    <a:gd name="connsiteX72" fmla="*/ 253042 w 362313"/>
                    <a:gd name="connsiteY72" fmla="*/ 164068 h 361971"/>
                    <a:gd name="connsiteX73" fmla="*/ 237706 w 362313"/>
                    <a:gd name="connsiteY73" fmla="*/ 164068 h 361971"/>
                    <a:gd name="connsiteX74" fmla="*/ 231316 w 362313"/>
                    <a:gd name="connsiteY74" fmla="*/ 157684 h 361971"/>
                    <a:gd name="connsiteX75" fmla="*/ 237706 w 362313"/>
                    <a:gd name="connsiteY75" fmla="*/ 151300 h 361971"/>
                    <a:gd name="connsiteX76" fmla="*/ 253042 w 362313"/>
                    <a:gd name="connsiteY76" fmla="*/ 151300 h 361971"/>
                    <a:gd name="connsiteX77" fmla="*/ 259431 w 362313"/>
                    <a:gd name="connsiteY77" fmla="*/ 157684 h 361971"/>
                    <a:gd name="connsiteX78" fmla="*/ 253042 w 362313"/>
                    <a:gd name="connsiteY78" fmla="*/ 16406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224926" y="101505"/>
                      </a:moveTo>
                      <a:lnTo>
                        <a:pt x="237706" y="93206"/>
                      </a:lnTo>
                      <a:cubicBezTo>
                        <a:pt x="240901" y="91291"/>
                        <a:pt x="244735" y="91930"/>
                        <a:pt x="246652" y="95121"/>
                      </a:cubicBezTo>
                      <a:cubicBezTo>
                        <a:pt x="248569" y="98313"/>
                        <a:pt x="247929" y="102144"/>
                        <a:pt x="244735" y="104059"/>
                      </a:cubicBezTo>
                      <a:lnTo>
                        <a:pt x="231955" y="112358"/>
                      </a:lnTo>
                      <a:cubicBezTo>
                        <a:pt x="228760" y="114273"/>
                        <a:pt x="224926" y="113635"/>
                        <a:pt x="223009" y="110443"/>
                      </a:cubicBezTo>
                      <a:cubicBezTo>
                        <a:pt x="221092" y="107889"/>
                        <a:pt x="221731" y="103421"/>
                        <a:pt x="224926" y="101505"/>
                      </a:cubicBezTo>
                      <a:close/>
                      <a:moveTo>
                        <a:pt x="175084" y="66394"/>
                      </a:moveTo>
                      <a:cubicBezTo>
                        <a:pt x="175084" y="62563"/>
                        <a:pt x="177640" y="60010"/>
                        <a:pt x="181474" y="60010"/>
                      </a:cubicBezTo>
                      <a:cubicBezTo>
                        <a:pt x="185308" y="60010"/>
                        <a:pt x="187864" y="62563"/>
                        <a:pt x="187864" y="66394"/>
                      </a:cubicBezTo>
                      <a:lnTo>
                        <a:pt x="187864" y="80438"/>
                      </a:lnTo>
                      <a:cubicBezTo>
                        <a:pt x="187864" y="84269"/>
                        <a:pt x="185308" y="86822"/>
                        <a:pt x="181474" y="86822"/>
                      </a:cubicBezTo>
                      <a:cubicBezTo>
                        <a:pt x="177640" y="86822"/>
                        <a:pt x="175084" y="84269"/>
                        <a:pt x="175084" y="80438"/>
                      </a:cubicBezTo>
                      <a:lnTo>
                        <a:pt x="175084" y="66394"/>
                      </a:lnTo>
                      <a:close/>
                      <a:moveTo>
                        <a:pt x="181474" y="102144"/>
                      </a:moveTo>
                      <a:cubicBezTo>
                        <a:pt x="203839" y="101505"/>
                        <a:pt x="221731" y="119381"/>
                        <a:pt x="222370" y="141086"/>
                      </a:cubicBezTo>
                      <a:cubicBezTo>
                        <a:pt x="222370" y="141086"/>
                        <a:pt x="222370" y="141724"/>
                        <a:pt x="222370" y="141724"/>
                      </a:cubicBezTo>
                      <a:cubicBezTo>
                        <a:pt x="223009" y="151939"/>
                        <a:pt x="219175" y="161515"/>
                        <a:pt x="212785" y="168537"/>
                      </a:cubicBezTo>
                      <a:cubicBezTo>
                        <a:pt x="207673" y="174283"/>
                        <a:pt x="204478" y="182582"/>
                        <a:pt x="205117" y="190243"/>
                      </a:cubicBezTo>
                      <a:cubicBezTo>
                        <a:pt x="205117" y="194073"/>
                        <a:pt x="202561" y="196627"/>
                        <a:pt x="198727" y="196627"/>
                      </a:cubicBezTo>
                      <a:lnTo>
                        <a:pt x="164221" y="196627"/>
                      </a:lnTo>
                      <a:cubicBezTo>
                        <a:pt x="160387" y="196627"/>
                        <a:pt x="157832" y="194073"/>
                        <a:pt x="157832" y="190243"/>
                      </a:cubicBezTo>
                      <a:cubicBezTo>
                        <a:pt x="158470" y="181944"/>
                        <a:pt x="155275" y="174283"/>
                        <a:pt x="150164" y="168537"/>
                      </a:cubicBezTo>
                      <a:cubicBezTo>
                        <a:pt x="143774" y="160876"/>
                        <a:pt x="139940" y="151300"/>
                        <a:pt x="140579" y="141724"/>
                      </a:cubicBezTo>
                      <a:cubicBezTo>
                        <a:pt x="140579" y="119381"/>
                        <a:pt x="158470" y="101505"/>
                        <a:pt x="180835" y="102144"/>
                      </a:cubicBezTo>
                      <a:cubicBezTo>
                        <a:pt x="181474" y="102144"/>
                        <a:pt x="181474" y="102144"/>
                        <a:pt x="181474" y="102144"/>
                      </a:cubicBezTo>
                      <a:lnTo>
                        <a:pt x="181474" y="102144"/>
                      </a:lnTo>
                      <a:close/>
                      <a:moveTo>
                        <a:pt x="204478" y="209395"/>
                      </a:moveTo>
                      <a:cubicBezTo>
                        <a:pt x="204478" y="213225"/>
                        <a:pt x="201922" y="215779"/>
                        <a:pt x="198088" y="215779"/>
                      </a:cubicBezTo>
                      <a:lnTo>
                        <a:pt x="165499" y="215779"/>
                      </a:lnTo>
                      <a:cubicBezTo>
                        <a:pt x="161665" y="215779"/>
                        <a:pt x="159109" y="213225"/>
                        <a:pt x="159109" y="209395"/>
                      </a:cubicBezTo>
                      <a:cubicBezTo>
                        <a:pt x="159109" y="205564"/>
                        <a:pt x="161665" y="203011"/>
                        <a:pt x="165499" y="203011"/>
                      </a:cubicBezTo>
                      <a:lnTo>
                        <a:pt x="198088" y="203011"/>
                      </a:lnTo>
                      <a:cubicBezTo>
                        <a:pt x="201283" y="203011"/>
                        <a:pt x="204478" y="205564"/>
                        <a:pt x="204478" y="209395"/>
                      </a:cubicBezTo>
                      <a:close/>
                      <a:moveTo>
                        <a:pt x="116936" y="95121"/>
                      </a:moveTo>
                      <a:cubicBezTo>
                        <a:pt x="118853" y="91930"/>
                        <a:pt x="122687" y="91291"/>
                        <a:pt x="125882" y="93206"/>
                      </a:cubicBezTo>
                      <a:lnTo>
                        <a:pt x="138662" y="101505"/>
                      </a:lnTo>
                      <a:cubicBezTo>
                        <a:pt x="141857" y="103421"/>
                        <a:pt x="142496" y="107251"/>
                        <a:pt x="140579" y="110443"/>
                      </a:cubicBezTo>
                      <a:cubicBezTo>
                        <a:pt x="139301" y="112358"/>
                        <a:pt x="137384" y="113635"/>
                        <a:pt x="135467" y="113635"/>
                      </a:cubicBezTo>
                      <a:cubicBezTo>
                        <a:pt x="134189" y="113635"/>
                        <a:pt x="132911" y="112997"/>
                        <a:pt x="131633" y="112358"/>
                      </a:cubicBezTo>
                      <a:lnTo>
                        <a:pt x="118853" y="104059"/>
                      </a:lnTo>
                      <a:cubicBezTo>
                        <a:pt x="115658" y="102144"/>
                        <a:pt x="115019" y="97675"/>
                        <a:pt x="116936" y="95121"/>
                      </a:cubicBezTo>
                      <a:cubicBezTo>
                        <a:pt x="116936" y="95121"/>
                        <a:pt x="116936" y="95121"/>
                        <a:pt x="116936" y="95121"/>
                      </a:cubicBezTo>
                      <a:close/>
                      <a:moveTo>
                        <a:pt x="104156" y="157684"/>
                      </a:moveTo>
                      <a:cubicBezTo>
                        <a:pt x="104156" y="153854"/>
                        <a:pt x="106712" y="151300"/>
                        <a:pt x="110546" y="151300"/>
                      </a:cubicBezTo>
                      <a:lnTo>
                        <a:pt x="125882" y="151300"/>
                      </a:lnTo>
                      <a:cubicBezTo>
                        <a:pt x="129716" y="151300"/>
                        <a:pt x="132272" y="153854"/>
                        <a:pt x="132272" y="157684"/>
                      </a:cubicBezTo>
                      <a:cubicBezTo>
                        <a:pt x="132272" y="161515"/>
                        <a:pt x="129716" y="164068"/>
                        <a:pt x="125882" y="164068"/>
                      </a:cubicBezTo>
                      <a:lnTo>
                        <a:pt x="110546" y="164068"/>
                      </a:lnTo>
                      <a:cubicBezTo>
                        <a:pt x="106712" y="164068"/>
                        <a:pt x="104156" y="160876"/>
                        <a:pt x="104156" y="157684"/>
                      </a:cubicBezTo>
                      <a:lnTo>
                        <a:pt x="104156" y="157684"/>
                      </a:lnTo>
                      <a:close/>
                      <a:moveTo>
                        <a:pt x="256876" y="295578"/>
                      </a:moveTo>
                      <a:cubicBezTo>
                        <a:pt x="256876" y="299409"/>
                        <a:pt x="254319" y="301962"/>
                        <a:pt x="250486" y="301962"/>
                      </a:cubicBezTo>
                      <a:cubicBezTo>
                        <a:pt x="246652" y="301962"/>
                        <a:pt x="244096" y="299409"/>
                        <a:pt x="244096" y="295578"/>
                      </a:cubicBezTo>
                      <a:lnTo>
                        <a:pt x="244096" y="284087"/>
                      </a:lnTo>
                      <a:cubicBezTo>
                        <a:pt x="244096" y="257913"/>
                        <a:pt x="224287" y="236846"/>
                        <a:pt x="200644" y="236846"/>
                      </a:cubicBezTo>
                      <a:lnTo>
                        <a:pt x="162304" y="236846"/>
                      </a:lnTo>
                      <a:cubicBezTo>
                        <a:pt x="138023" y="236846"/>
                        <a:pt x="118853" y="257913"/>
                        <a:pt x="118853" y="284087"/>
                      </a:cubicBezTo>
                      <a:lnTo>
                        <a:pt x="118853" y="295578"/>
                      </a:lnTo>
                      <a:cubicBezTo>
                        <a:pt x="118853" y="299409"/>
                        <a:pt x="116297" y="301962"/>
                        <a:pt x="112463" y="301962"/>
                      </a:cubicBezTo>
                      <a:cubicBezTo>
                        <a:pt x="108629" y="301962"/>
                        <a:pt x="106073" y="299409"/>
                        <a:pt x="106073" y="295578"/>
                      </a:cubicBezTo>
                      <a:lnTo>
                        <a:pt x="106073" y="284087"/>
                      </a:lnTo>
                      <a:cubicBezTo>
                        <a:pt x="106073" y="250890"/>
                        <a:pt x="131633" y="224078"/>
                        <a:pt x="162304" y="224078"/>
                      </a:cubicBezTo>
                      <a:lnTo>
                        <a:pt x="200644" y="224078"/>
                      </a:lnTo>
                      <a:cubicBezTo>
                        <a:pt x="231955" y="224078"/>
                        <a:pt x="256876" y="250890"/>
                        <a:pt x="256876" y="284087"/>
                      </a:cubicBezTo>
                      <a:lnTo>
                        <a:pt x="256876" y="295578"/>
                      </a:lnTo>
                      <a:close/>
                      <a:moveTo>
                        <a:pt x="253042" y="164068"/>
                      </a:moveTo>
                      <a:lnTo>
                        <a:pt x="237706" y="164068"/>
                      </a:lnTo>
                      <a:cubicBezTo>
                        <a:pt x="233872" y="164068"/>
                        <a:pt x="231316" y="161515"/>
                        <a:pt x="231316" y="157684"/>
                      </a:cubicBezTo>
                      <a:cubicBezTo>
                        <a:pt x="231316" y="153854"/>
                        <a:pt x="233872" y="151300"/>
                        <a:pt x="237706" y="151300"/>
                      </a:cubicBezTo>
                      <a:lnTo>
                        <a:pt x="253042" y="151300"/>
                      </a:lnTo>
                      <a:cubicBezTo>
                        <a:pt x="256876" y="151300"/>
                        <a:pt x="259431" y="153854"/>
                        <a:pt x="259431" y="157684"/>
                      </a:cubicBezTo>
                      <a:cubicBezTo>
                        <a:pt x="259431" y="161515"/>
                        <a:pt x="256237" y="164068"/>
                        <a:pt x="253042" y="164068"/>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7">
                <a:extLst>
                  <a:ext uri="{FF2B5EF4-FFF2-40B4-BE49-F238E27FC236}">
                    <a16:creationId xmlns:a16="http://schemas.microsoft.com/office/drawing/2014/main" id="{5598FCFA-826B-E31C-D81E-37D1EC8731A7}"/>
                  </a:ext>
                </a:extLst>
              </p:cNvPr>
              <p:cNvSpPr txBox="1"/>
              <p:nvPr/>
            </p:nvSpPr>
            <p:spPr>
              <a:xfrm>
                <a:off x="495300" y="3232645"/>
                <a:ext cx="5529272" cy="1078693"/>
              </a:xfrm>
              <a:prstGeom prst="rect">
                <a:avLst/>
              </a:prstGeom>
            </p:spPr>
            <p:txBody>
              <a:bodyPr lIns="0" tIns="0" rIns="0" bIns="0" rtlCol="0" anchor="t">
                <a:spAutoFit/>
              </a:bodyPr>
              <a:lstStyle/>
              <a:p>
                <a:pPr marL="0" marR="0" lvl="0" indent="0" algn="l" defTabSz="914400" rtl="0" eaLnBrk="1" fontAlgn="auto" latinLnBrk="0" hangingPunct="1">
                  <a:lnSpc>
                    <a:spcPts val="4279"/>
                  </a:lnSpc>
                  <a:spcBef>
                    <a:spcPts val="0"/>
                  </a:spcBef>
                  <a:spcAft>
                    <a:spcPts val="0"/>
                  </a:spcAft>
                  <a:buClrTx/>
                  <a:buSzTx/>
                  <a:buFontTx/>
                  <a:buNone/>
                  <a:tabLst/>
                  <a:defRPr/>
                </a:pPr>
                <a:r>
                  <a:rPr kumimoji="0" lang="en-US" sz="3200" b="1" i="0" u="none" strike="noStrike" kern="1200" cap="none" spc="0" normalizeH="0" baseline="0" noProof="0">
                    <a:ln>
                      <a:noFill/>
                    </a:ln>
                    <a:solidFill>
                      <a:srgbClr val="FFFFFF"/>
                    </a:solidFill>
                    <a:effectLst/>
                    <a:uLnTx/>
                    <a:uFillTx/>
                    <a:latin typeface="Aptos" panose="020B0004020202020204" pitchFamily="34" charset="0"/>
                  </a:rPr>
                  <a:t>Understanding of the Objectives</a:t>
                </a:r>
              </a:p>
            </p:txBody>
          </p:sp>
        </p:grpSp>
      </p:grpSp>
    </p:spTree>
    <p:extLst>
      <p:ext uri="{BB962C8B-B14F-4D97-AF65-F5344CB8AC3E}">
        <p14:creationId xmlns:p14="http://schemas.microsoft.com/office/powerpoint/2010/main" val="176414870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17647116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15" imgH="416" progId="TCLayout.ActiveDocument.1">
                  <p:embed/>
                </p:oleObj>
              </mc:Choice>
              <mc:Fallback>
                <p:oleObj name="think-cell Slide" r:id="rId21"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a:xfrm>
            <a:off x="501650" y="327106"/>
            <a:ext cx="11188700" cy="334099"/>
          </a:xfrm>
        </p:spPr>
        <p:txBody>
          <a:bodyPr vert="horz"/>
          <a:lstStyle/>
          <a:p>
            <a:r>
              <a:rPr lang="en-US" sz="1800" b="1" dirty="0">
                <a:latin typeface="Verdana" panose="020B0604030504040204" pitchFamily="34" charset="0"/>
                <a:ea typeface="Verdana" panose="020B0604030504040204" pitchFamily="34" charset="0"/>
                <a:cs typeface="Arial" panose="020B0604020202020204" pitchFamily="34" charset="0"/>
              </a:rPr>
              <a:t>Damodar Valley Corporation (DVC) — a towering legacy!</a:t>
            </a:r>
            <a:endParaRPr lang="en-GB" sz="1800" b="1" dirty="0">
              <a:latin typeface="Verdana" panose="020B0604030504040204" pitchFamily="34" charset="0"/>
              <a:ea typeface="Verdana" panose="020B060403050404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Rectangle: Diagonal Corners Rounded 26">
            <a:extLst>
              <a:ext uri="{FF2B5EF4-FFF2-40B4-BE49-F238E27FC236}">
                <a16:creationId xmlns:a16="http://schemas.microsoft.com/office/drawing/2014/main" id="{C56413D3-D841-B8B4-C898-F61046DCFCBC}"/>
              </a:ext>
            </a:extLst>
          </p:cNvPr>
          <p:cNvSpPr/>
          <p:nvPr/>
        </p:nvSpPr>
        <p:spPr>
          <a:xfrm>
            <a:off x="501650" y="976918"/>
            <a:ext cx="11209014" cy="666961"/>
          </a:xfrm>
          <a:prstGeom prst="round2Diag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lvl="1" algn="just"/>
            <a:r>
              <a:rPr lang="en-US" sz="1200" dirty="0">
                <a:latin typeface="Verdana" panose="020B0604030504040204" pitchFamily="34" charset="0"/>
                <a:ea typeface="Verdana" panose="020B0604030504040204" pitchFamily="34" charset="0"/>
                <a:cs typeface="Arial" panose="020B0604020202020204" pitchFamily="34" charset="0"/>
              </a:rPr>
              <a:t>DVC is a key power sector player in Eastern India - driving growth, transforming lives &amp; communities. Its remarkable turnaround over past few years offers an opportunity to drive growth, strategic transformation, operational efficiency, resilience and sustainability. </a:t>
            </a:r>
          </a:p>
        </p:txBody>
      </p:sp>
      <p:grpSp>
        <p:nvGrpSpPr>
          <p:cNvPr id="37" name="Graphic 4">
            <a:extLst>
              <a:ext uri="{FF2B5EF4-FFF2-40B4-BE49-F238E27FC236}">
                <a16:creationId xmlns:a16="http://schemas.microsoft.com/office/drawing/2014/main" id="{785CC141-B081-C936-7A91-62A545DEBABD}"/>
              </a:ext>
            </a:extLst>
          </p:cNvPr>
          <p:cNvGrpSpPr/>
          <p:nvPr/>
        </p:nvGrpSpPr>
        <p:grpSpPr>
          <a:xfrm>
            <a:off x="647201" y="1082254"/>
            <a:ext cx="457202" cy="457203"/>
            <a:chOff x="2998797" y="918179"/>
            <a:chExt cx="362309" cy="361971"/>
          </a:xfrm>
          <a:solidFill>
            <a:schemeClr val="bg1"/>
          </a:solidFill>
        </p:grpSpPr>
        <p:sp>
          <p:nvSpPr>
            <p:cNvPr id="38" name="Graphic 4">
              <a:extLst>
                <a:ext uri="{FF2B5EF4-FFF2-40B4-BE49-F238E27FC236}">
                  <a16:creationId xmlns:a16="http://schemas.microsoft.com/office/drawing/2014/main" id="{748D926E-3EAD-8F08-7C58-CE810464A898}"/>
                </a:ext>
              </a:extLst>
            </p:cNvPr>
            <p:cNvSpPr/>
            <p:nvPr/>
          </p:nvSpPr>
          <p:spPr>
            <a:xfrm>
              <a:off x="3134264" y="1036282"/>
              <a:ext cx="88820" cy="29366"/>
            </a:xfrm>
            <a:custGeom>
              <a:avLst/>
              <a:gdLst>
                <a:gd name="connsiteX0" fmla="*/ 44730 w 88820"/>
                <a:gd name="connsiteY0" fmla="*/ 0 h 29366"/>
                <a:gd name="connsiteX1" fmla="*/ 0 w 88820"/>
                <a:gd name="connsiteY1" fmla="*/ 29366 h 29366"/>
                <a:gd name="connsiteX2" fmla="*/ 88820 w 88820"/>
                <a:gd name="connsiteY2" fmla="*/ 29366 h 29366"/>
                <a:gd name="connsiteX3" fmla="*/ 44730 w 88820"/>
                <a:gd name="connsiteY3" fmla="*/ 0 h 29366"/>
              </a:gdLst>
              <a:ahLst/>
              <a:cxnLst>
                <a:cxn ang="0">
                  <a:pos x="connsiteX0" y="connsiteY0"/>
                </a:cxn>
                <a:cxn ang="0">
                  <a:pos x="connsiteX1" y="connsiteY1"/>
                </a:cxn>
                <a:cxn ang="0">
                  <a:pos x="connsiteX2" y="connsiteY2"/>
                </a:cxn>
                <a:cxn ang="0">
                  <a:pos x="connsiteX3" y="connsiteY3"/>
                </a:cxn>
              </a:cxnLst>
              <a:rect l="l" t="t" r="r" b="b"/>
              <a:pathLst>
                <a:path w="88820" h="29366">
                  <a:moveTo>
                    <a:pt x="44730" y="0"/>
                  </a:moveTo>
                  <a:cubicBezTo>
                    <a:pt x="25560" y="0"/>
                    <a:pt x="7668" y="12130"/>
                    <a:pt x="0" y="29366"/>
                  </a:cubicBezTo>
                  <a:lnTo>
                    <a:pt x="88820" y="29366"/>
                  </a:lnTo>
                  <a:cubicBezTo>
                    <a:pt x="81791" y="11491"/>
                    <a:pt x="64538" y="0"/>
                    <a:pt x="44730" y="0"/>
                  </a:cubicBezTo>
                  <a:close/>
                </a:path>
              </a:pathLst>
            </a:custGeom>
            <a:grpFill/>
            <a:ln w="6390" cap="flat">
              <a:noFill/>
              <a:prstDash val="solid"/>
              <a:miter/>
            </a:ln>
          </p:spPr>
          <p:txBody>
            <a:bodyPr rtlCol="0" anchor="ctr"/>
            <a:lstStyle/>
            <a:p>
              <a:endParaRPr lang="en-US" sz="1600">
                <a:latin typeface="Verdana" panose="020B0604030504040204" pitchFamily="34" charset="0"/>
                <a:ea typeface="Verdana" panose="020B0604030504040204" pitchFamily="34" charset="0"/>
                <a:cs typeface="Arial" panose="020B0604020202020204" pitchFamily="34" charset="0"/>
              </a:endParaRPr>
            </a:p>
          </p:txBody>
        </p:sp>
        <p:sp>
          <p:nvSpPr>
            <p:cNvPr id="40" name="Graphic 4">
              <a:extLst>
                <a:ext uri="{FF2B5EF4-FFF2-40B4-BE49-F238E27FC236}">
                  <a16:creationId xmlns:a16="http://schemas.microsoft.com/office/drawing/2014/main" id="{DE0042CA-790C-D349-4BED-008D8447B135}"/>
                </a:ext>
              </a:extLst>
            </p:cNvPr>
            <p:cNvSpPr/>
            <p:nvPr/>
          </p:nvSpPr>
          <p:spPr>
            <a:xfrm>
              <a:off x="2998797" y="918179"/>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1305 h 361971"/>
                <a:gd name="connsiteX4" fmla="*/ 180835 w 362309"/>
                <a:gd name="connsiteY4" fmla="*/ 0 h 361971"/>
                <a:gd name="connsiteX5" fmla="*/ 180835 w 362309"/>
                <a:gd name="connsiteY5" fmla="*/ 0 h 361971"/>
                <a:gd name="connsiteX6" fmla="*/ 113741 w 362309"/>
                <a:gd name="connsiteY6" fmla="*/ 147470 h 361971"/>
                <a:gd name="connsiteX7" fmla="*/ 122048 w 362309"/>
                <a:gd name="connsiteY7" fmla="*/ 147470 h 361971"/>
                <a:gd name="connsiteX8" fmla="*/ 173806 w 362309"/>
                <a:gd name="connsiteY8" fmla="*/ 105336 h 361971"/>
                <a:gd name="connsiteX9" fmla="*/ 173806 w 362309"/>
                <a:gd name="connsiteY9" fmla="*/ 84907 h 361971"/>
                <a:gd name="connsiteX10" fmla="*/ 180196 w 362309"/>
                <a:gd name="connsiteY10" fmla="*/ 78523 h 361971"/>
                <a:gd name="connsiteX11" fmla="*/ 186586 w 362309"/>
                <a:gd name="connsiteY11" fmla="*/ 84907 h 361971"/>
                <a:gd name="connsiteX12" fmla="*/ 186586 w 362309"/>
                <a:gd name="connsiteY12" fmla="*/ 105336 h 361971"/>
                <a:gd name="connsiteX13" fmla="*/ 238345 w 362309"/>
                <a:gd name="connsiteY13" fmla="*/ 147470 h 361971"/>
                <a:gd name="connsiteX14" fmla="*/ 247291 w 362309"/>
                <a:gd name="connsiteY14" fmla="*/ 147470 h 361971"/>
                <a:gd name="connsiteX15" fmla="*/ 253681 w 362309"/>
                <a:gd name="connsiteY15" fmla="*/ 153854 h 361971"/>
                <a:gd name="connsiteX16" fmla="*/ 247291 w 362309"/>
                <a:gd name="connsiteY16" fmla="*/ 160238 h 361971"/>
                <a:gd name="connsiteX17" fmla="*/ 113741 w 362309"/>
                <a:gd name="connsiteY17" fmla="*/ 160238 h 361971"/>
                <a:gd name="connsiteX18" fmla="*/ 107351 w 362309"/>
                <a:gd name="connsiteY18" fmla="*/ 153854 h 361971"/>
                <a:gd name="connsiteX19" fmla="*/ 113741 w 362309"/>
                <a:gd name="connsiteY19" fmla="*/ 147470 h 361971"/>
                <a:gd name="connsiteX20" fmla="*/ 93293 w 362309"/>
                <a:gd name="connsiteY20" fmla="*/ 193435 h 361971"/>
                <a:gd name="connsiteX21" fmla="*/ 121409 w 362309"/>
                <a:gd name="connsiteY21" fmla="*/ 193435 h 361971"/>
                <a:gd name="connsiteX22" fmla="*/ 121409 w 362309"/>
                <a:gd name="connsiteY22" fmla="*/ 173006 h 361971"/>
                <a:gd name="connsiteX23" fmla="*/ 127799 w 362309"/>
                <a:gd name="connsiteY23" fmla="*/ 166622 h 361971"/>
                <a:gd name="connsiteX24" fmla="*/ 134189 w 362309"/>
                <a:gd name="connsiteY24" fmla="*/ 173006 h 361971"/>
                <a:gd name="connsiteX25" fmla="*/ 134189 w 362309"/>
                <a:gd name="connsiteY25" fmla="*/ 193435 h 361971"/>
                <a:gd name="connsiteX26" fmla="*/ 156553 w 362309"/>
                <a:gd name="connsiteY26" fmla="*/ 193435 h 361971"/>
                <a:gd name="connsiteX27" fmla="*/ 156553 w 362309"/>
                <a:gd name="connsiteY27" fmla="*/ 173006 h 361971"/>
                <a:gd name="connsiteX28" fmla="*/ 162943 w 362309"/>
                <a:gd name="connsiteY28" fmla="*/ 166622 h 361971"/>
                <a:gd name="connsiteX29" fmla="*/ 169333 w 362309"/>
                <a:gd name="connsiteY29" fmla="*/ 173006 h 361971"/>
                <a:gd name="connsiteX30" fmla="*/ 169333 w 362309"/>
                <a:gd name="connsiteY30" fmla="*/ 193435 h 361971"/>
                <a:gd name="connsiteX31" fmla="*/ 191698 w 362309"/>
                <a:gd name="connsiteY31" fmla="*/ 193435 h 361971"/>
                <a:gd name="connsiteX32" fmla="*/ 191698 w 362309"/>
                <a:gd name="connsiteY32" fmla="*/ 173006 h 361971"/>
                <a:gd name="connsiteX33" fmla="*/ 198088 w 362309"/>
                <a:gd name="connsiteY33" fmla="*/ 166622 h 361971"/>
                <a:gd name="connsiteX34" fmla="*/ 204478 w 362309"/>
                <a:gd name="connsiteY34" fmla="*/ 173006 h 361971"/>
                <a:gd name="connsiteX35" fmla="*/ 204478 w 362309"/>
                <a:gd name="connsiteY35" fmla="*/ 193435 h 361971"/>
                <a:gd name="connsiteX36" fmla="*/ 226843 w 362309"/>
                <a:gd name="connsiteY36" fmla="*/ 193435 h 361971"/>
                <a:gd name="connsiteX37" fmla="*/ 226843 w 362309"/>
                <a:gd name="connsiteY37" fmla="*/ 173006 h 361971"/>
                <a:gd name="connsiteX38" fmla="*/ 233233 w 362309"/>
                <a:gd name="connsiteY38" fmla="*/ 166622 h 361971"/>
                <a:gd name="connsiteX39" fmla="*/ 239623 w 362309"/>
                <a:gd name="connsiteY39" fmla="*/ 173006 h 361971"/>
                <a:gd name="connsiteX40" fmla="*/ 239623 w 362309"/>
                <a:gd name="connsiteY40" fmla="*/ 193435 h 361971"/>
                <a:gd name="connsiteX41" fmla="*/ 267739 w 362309"/>
                <a:gd name="connsiteY41" fmla="*/ 193435 h 361971"/>
                <a:gd name="connsiteX42" fmla="*/ 274128 w 362309"/>
                <a:gd name="connsiteY42" fmla="*/ 199819 h 361971"/>
                <a:gd name="connsiteX43" fmla="*/ 267739 w 362309"/>
                <a:gd name="connsiteY43" fmla="*/ 206203 h 361971"/>
                <a:gd name="connsiteX44" fmla="*/ 92654 w 362309"/>
                <a:gd name="connsiteY44" fmla="*/ 206203 h 361971"/>
                <a:gd name="connsiteX45" fmla="*/ 86264 w 362309"/>
                <a:gd name="connsiteY45" fmla="*/ 199819 h 361971"/>
                <a:gd name="connsiteX46" fmla="*/ 93293 w 362309"/>
                <a:gd name="connsiteY46" fmla="*/ 193435 h 361971"/>
                <a:gd name="connsiteX47" fmla="*/ 93293 w 362309"/>
                <a:gd name="connsiteY47" fmla="*/ 193435 h 361971"/>
                <a:gd name="connsiteX48" fmla="*/ 278602 w 362309"/>
                <a:gd name="connsiteY48" fmla="*/ 282810 h 361971"/>
                <a:gd name="connsiteX49" fmla="*/ 83708 w 362309"/>
                <a:gd name="connsiteY49" fmla="*/ 282810 h 361971"/>
                <a:gd name="connsiteX50" fmla="*/ 77318 w 362309"/>
                <a:gd name="connsiteY50" fmla="*/ 276426 h 361971"/>
                <a:gd name="connsiteX51" fmla="*/ 83708 w 362309"/>
                <a:gd name="connsiteY51" fmla="*/ 270042 h 361971"/>
                <a:gd name="connsiteX52" fmla="*/ 99044 w 362309"/>
                <a:gd name="connsiteY52" fmla="*/ 270042 h 361971"/>
                <a:gd name="connsiteX53" fmla="*/ 99044 w 362309"/>
                <a:gd name="connsiteY53" fmla="*/ 219609 h 361971"/>
                <a:gd name="connsiteX54" fmla="*/ 105434 w 362309"/>
                <a:gd name="connsiteY54" fmla="*/ 213225 h 361971"/>
                <a:gd name="connsiteX55" fmla="*/ 111824 w 362309"/>
                <a:gd name="connsiteY55" fmla="*/ 219609 h 361971"/>
                <a:gd name="connsiteX56" fmla="*/ 111824 w 362309"/>
                <a:gd name="connsiteY56" fmla="*/ 270042 h 361971"/>
                <a:gd name="connsiteX57" fmla="*/ 136745 w 362309"/>
                <a:gd name="connsiteY57" fmla="*/ 270042 h 361971"/>
                <a:gd name="connsiteX58" fmla="*/ 136745 w 362309"/>
                <a:gd name="connsiteY58" fmla="*/ 219609 h 361971"/>
                <a:gd name="connsiteX59" fmla="*/ 143135 w 362309"/>
                <a:gd name="connsiteY59" fmla="*/ 213225 h 361971"/>
                <a:gd name="connsiteX60" fmla="*/ 149525 w 362309"/>
                <a:gd name="connsiteY60" fmla="*/ 219609 h 361971"/>
                <a:gd name="connsiteX61" fmla="*/ 149525 w 362309"/>
                <a:gd name="connsiteY61" fmla="*/ 270042 h 361971"/>
                <a:gd name="connsiteX62" fmla="*/ 174445 w 362309"/>
                <a:gd name="connsiteY62" fmla="*/ 270042 h 361971"/>
                <a:gd name="connsiteX63" fmla="*/ 174445 w 362309"/>
                <a:gd name="connsiteY63" fmla="*/ 219609 h 361971"/>
                <a:gd name="connsiteX64" fmla="*/ 180835 w 362309"/>
                <a:gd name="connsiteY64" fmla="*/ 213225 h 361971"/>
                <a:gd name="connsiteX65" fmla="*/ 187225 w 362309"/>
                <a:gd name="connsiteY65" fmla="*/ 219609 h 361971"/>
                <a:gd name="connsiteX66" fmla="*/ 187225 w 362309"/>
                <a:gd name="connsiteY66" fmla="*/ 270042 h 361971"/>
                <a:gd name="connsiteX67" fmla="*/ 212146 w 362309"/>
                <a:gd name="connsiteY67" fmla="*/ 270042 h 361971"/>
                <a:gd name="connsiteX68" fmla="*/ 212146 w 362309"/>
                <a:gd name="connsiteY68" fmla="*/ 219609 h 361971"/>
                <a:gd name="connsiteX69" fmla="*/ 218536 w 362309"/>
                <a:gd name="connsiteY69" fmla="*/ 213225 h 361971"/>
                <a:gd name="connsiteX70" fmla="*/ 224926 w 362309"/>
                <a:gd name="connsiteY70" fmla="*/ 219609 h 361971"/>
                <a:gd name="connsiteX71" fmla="*/ 224926 w 362309"/>
                <a:gd name="connsiteY71" fmla="*/ 270042 h 361971"/>
                <a:gd name="connsiteX72" fmla="*/ 249847 w 362309"/>
                <a:gd name="connsiteY72" fmla="*/ 270042 h 361971"/>
                <a:gd name="connsiteX73" fmla="*/ 249847 w 362309"/>
                <a:gd name="connsiteY73" fmla="*/ 219609 h 361971"/>
                <a:gd name="connsiteX74" fmla="*/ 256237 w 362309"/>
                <a:gd name="connsiteY74" fmla="*/ 213225 h 361971"/>
                <a:gd name="connsiteX75" fmla="*/ 262626 w 362309"/>
                <a:gd name="connsiteY75" fmla="*/ 219609 h 361971"/>
                <a:gd name="connsiteX76" fmla="*/ 262626 w 362309"/>
                <a:gd name="connsiteY76" fmla="*/ 270042 h 361971"/>
                <a:gd name="connsiteX77" fmla="*/ 279240 w 362309"/>
                <a:gd name="connsiteY77" fmla="*/ 270042 h 361971"/>
                <a:gd name="connsiteX78" fmla="*/ 285630 w 362309"/>
                <a:gd name="connsiteY78" fmla="*/ 276426 h 361971"/>
                <a:gd name="connsiteX79" fmla="*/ 278602 w 362309"/>
                <a:gd name="connsiteY79" fmla="*/ 282810 h 361971"/>
                <a:gd name="connsiteX80" fmla="*/ 278602 w 362309"/>
                <a:gd name="connsiteY80" fmla="*/ 28281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1305"/>
                  </a:cubicBezTo>
                  <a:cubicBezTo>
                    <a:pt x="362310" y="81077"/>
                    <a:pt x="281157" y="0"/>
                    <a:pt x="180835" y="0"/>
                  </a:cubicBezTo>
                  <a:cubicBezTo>
                    <a:pt x="180835" y="0"/>
                    <a:pt x="180835" y="0"/>
                    <a:pt x="180835" y="0"/>
                  </a:cubicBezTo>
                  <a:close/>
                  <a:moveTo>
                    <a:pt x="113741" y="147470"/>
                  </a:moveTo>
                  <a:lnTo>
                    <a:pt x="122048" y="147470"/>
                  </a:lnTo>
                  <a:cubicBezTo>
                    <a:pt x="129716" y="124488"/>
                    <a:pt x="149525" y="107889"/>
                    <a:pt x="173806" y="105336"/>
                  </a:cubicBezTo>
                  <a:lnTo>
                    <a:pt x="173806" y="84907"/>
                  </a:lnTo>
                  <a:cubicBezTo>
                    <a:pt x="173806" y="81077"/>
                    <a:pt x="176362" y="78523"/>
                    <a:pt x="180196" y="78523"/>
                  </a:cubicBezTo>
                  <a:cubicBezTo>
                    <a:pt x="184030" y="78523"/>
                    <a:pt x="186586" y="81077"/>
                    <a:pt x="186586" y="84907"/>
                  </a:cubicBezTo>
                  <a:lnTo>
                    <a:pt x="186586" y="105336"/>
                  </a:lnTo>
                  <a:cubicBezTo>
                    <a:pt x="210868" y="107889"/>
                    <a:pt x="230677" y="124488"/>
                    <a:pt x="238345" y="147470"/>
                  </a:cubicBezTo>
                  <a:lnTo>
                    <a:pt x="247291" y="147470"/>
                  </a:lnTo>
                  <a:cubicBezTo>
                    <a:pt x="251125" y="147470"/>
                    <a:pt x="253681" y="150024"/>
                    <a:pt x="253681" y="153854"/>
                  </a:cubicBezTo>
                  <a:cubicBezTo>
                    <a:pt x="253681" y="157684"/>
                    <a:pt x="251125" y="160238"/>
                    <a:pt x="247291" y="160238"/>
                  </a:cubicBezTo>
                  <a:lnTo>
                    <a:pt x="113741" y="160238"/>
                  </a:lnTo>
                  <a:cubicBezTo>
                    <a:pt x="109907" y="160238"/>
                    <a:pt x="107351" y="157684"/>
                    <a:pt x="107351" y="153854"/>
                  </a:cubicBezTo>
                  <a:cubicBezTo>
                    <a:pt x="107351" y="150024"/>
                    <a:pt x="110546" y="147470"/>
                    <a:pt x="113741" y="147470"/>
                  </a:cubicBezTo>
                  <a:close/>
                  <a:moveTo>
                    <a:pt x="93293" y="193435"/>
                  </a:moveTo>
                  <a:lnTo>
                    <a:pt x="121409" y="193435"/>
                  </a:lnTo>
                  <a:lnTo>
                    <a:pt x="121409" y="173006"/>
                  </a:lnTo>
                  <a:cubicBezTo>
                    <a:pt x="121409" y="169176"/>
                    <a:pt x="123965" y="166622"/>
                    <a:pt x="127799" y="166622"/>
                  </a:cubicBezTo>
                  <a:cubicBezTo>
                    <a:pt x="131633" y="166622"/>
                    <a:pt x="134189" y="169176"/>
                    <a:pt x="134189" y="173006"/>
                  </a:cubicBezTo>
                  <a:lnTo>
                    <a:pt x="134189" y="193435"/>
                  </a:lnTo>
                  <a:lnTo>
                    <a:pt x="156553" y="193435"/>
                  </a:lnTo>
                  <a:lnTo>
                    <a:pt x="156553" y="173006"/>
                  </a:lnTo>
                  <a:cubicBezTo>
                    <a:pt x="156553" y="169176"/>
                    <a:pt x="159110" y="166622"/>
                    <a:pt x="162943" y="166622"/>
                  </a:cubicBezTo>
                  <a:cubicBezTo>
                    <a:pt x="166777" y="166622"/>
                    <a:pt x="169333" y="169176"/>
                    <a:pt x="169333" y="173006"/>
                  </a:cubicBezTo>
                  <a:lnTo>
                    <a:pt x="169333" y="193435"/>
                  </a:lnTo>
                  <a:lnTo>
                    <a:pt x="191698" y="193435"/>
                  </a:lnTo>
                  <a:lnTo>
                    <a:pt x="191698" y="173006"/>
                  </a:lnTo>
                  <a:cubicBezTo>
                    <a:pt x="191698" y="169176"/>
                    <a:pt x="194254" y="166622"/>
                    <a:pt x="198088" y="166622"/>
                  </a:cubicBezTo>
                  <a:cubicBezTo>
                    <a:pt x="201922" y="166622"/>
                    <a:pt x="204478" y="169176"/>
                    <a:pt x="204478" y="173006"/>
                  </a:cubicBezTo>
                  <a:lnTo>
                    <a:pt x="204478" y="193435"/>
                  </a:lnTo>
                  <a:lnTo>
                    <a:pt x="226843" y="193435"/>
                  </a:lnTo>
                  <a:lnTo>
                    <a:pt x="226843" y="173006"/>
                  </a:lnTo>
                  <a:cubicBezTo>
                    <a:pt x="226843" y="169176"/>
                    <a:pt x="229399" y="166622"/>
                    <a:pt x="233233" y="166622"/>
                  </a:cubicBezTo>
                  <a:cubicBezTo>
                    <a:pt x="237067" y="166622"/>
                    <a:pt x="239623" y="169176"/>
                    <a:pt x="239623" y="173006"/>
                  </a:cubicBezTo>
                  <a:lnTo>
                    <a:pt x="239623" y="193435"/>
                  </a:lnTo>
                  <a:lnTo>
                    <a:pt x="267739" y="193435"/>
                  </a:lnTo>
                  <a:cubicBezTo>
                    <a:pt x="271572" y="193435"/>
                    <a:pt x="274128" y="195988"/>
                    <a:pt x="274128" y="199819"/>
                  </a:cubicBezTo>
                  <a:cubicBezTo>
                    <a:pt x="274128" y="203649"/>
                    <a:pt x="271572" y="206203"/>
                    <a:pt x="267739" y="206203"/>
                  </a:cubicBezTo>
                  <a:lnTo>
                    <a:pt x="92654" y="206203"/>
                  </a:lnTo>
                  <a:cubicBezTo>
                    <a:pt x="88820" y="206203"/>
                    <a:pt x="86264" y="203649"/>
                    <a:pt x="86264" y="199819"/>
                  </a:cubicBezTo>
                  <a:cubicBezTo>
                    <a:pt x="86264" y="195988"/>
                    <a:pt x="89459" y="193435"/>
                    <a:pt x="93293" y="193435"/>
                  </a:cubicBezTo>
                  <a:lnTo>
                    <a:pt x="93293" y="193435"/>
                  </a:lnTo>
                  <a:close/>
                  <a:moveTo>
                    <a:pt x="278602" y="282810"/>
                  </a:moveTo>
                  <a:lnTo>
                    <a:pt x="83708" y="282810"/>
                  </a:lnTo>
                  <a:cubicBezTo>
                    <a:pt x="79874" y="282810"/>
                    <a:pt x="77318" y="280257"/>
                    <a:pt x="77318" y="276426"/>
                  </a:cubicBezTo>
                  <a:cubicBezTo>
                    <a:pt x="77318" y="272596"/>
                    <a:pt x="79874" y="270042"/>
                    <a:pt x="83708" y="270042"/>
                  </a:cubicBezTo>
                  <a:lnTo>
                    <a:pt x="99044" y="270042"/>
                  </a:lnTo>
                  <a:lnTo>
                    <a:pt x="99044" y="219609"/>
                  </a:lnTo>
                  <a:cubicBezTo>
                    <a:pt x="99044" y="215779"/>
                    <a:pt x="101600" y="213225"/>
                    <a:pt x="105434" y="213225"/>
                  </a:cubicBezTo>
                  <a:cubicBezTo>
                    <a:pt x="109268" y="213225"/>
                    <a:pt x="111824" y="215779"/>
                    <a:pt x="111824" y="219609"/>
                  </a:cubicBezTo>
                  <a:lnTo>
                    <a:pt x="111824" y="270042"/>
                  </a:lnTo>
                  <a:lnTo>
                    <a:pt x="136745" y="270042"/>
                  </a:lnTo>
                  <a:lnTo>
                    <a:pt x="136745" y="219609"/>
                  </a:lnTo>
                  <a:cubicBezTo>
                    <a:pt x="136745" y="215779"/>
                    <a:pt x="139301" y="213225"/>
                    <a:pt x="143135" y="213225"/>
                  </a:cubicBezTo>
                  <a:cubicBezTo>
                    <a:pt x="146969" y="213225"/>
                    <a:pt x="149525" y="215779"/>
                    <a:pt x="149525" y="219609"/>
                  </a:cubicBezTo>
                  <a:lnTo>
                    <a:pt x="149525" y="270042"/>
                  </a:lnTo>
                  <a:lnTo>
                    <a:pt x="174445" y="270042"/>
                  </a:lnTo>
                  <a:lnTo>
                    <a:pt x="174445" y="219609"/>
                  </a:lnTo>
                  <a:cubicBezTo>
                    <a:pt x="174445" y="215779"/>
                    <a:pt x="177001" y="213225"/>
                    <a:pt x="180835" y="213225"/>
                  </a:cubicBezTo>
                  <a:cubicBezTo>
                    <a:pt x="184669" y="213225"/>
                    <a:pt x="187225" y="215779"/>
                    <a:pt x="187225" y="219609"/>
                  </a:cubicBezTo>
                  <a:lnTo>
                    <a:pt x="187225" y="270042"/>
                  </a:lnTo>
                  <a:lnTo>
                    <a:pt x="212146" y="270042"/>
                  </a:lnTo>
                  <a:lnTo>
                    <a:pt x="212146" y="219609"/>
                  </a:lnTo>
                  <a:cubicBezTo>
                    <a:pt x="212146" y="215779"/>
                    <a:pt x="214702" y="213225"/>
                    <a:pt x="218536" y="213225"/>
                  </a:cubicBezTo>
                  <a:cubicBezTo>
                    <a:pt x="222370" y="213225"/>
                    <a:pt x="224926" y="215779"/>
                    <a:pt x="224926" y="219609"/>
                  </a:cubicBezTo>
                  <a:lnTo>
                    <a:pt x="224926" y="270042"/>
                  </a:lnTo>
                  <a:lnTo>
                    <a:pt x="249847" y="270042"/>
                  </a:lnTo>
                  <a:lnTo>
                    <a:pt x="249847" y="219609"/>
                  </a:lnTo>
                  <a:cubicBezTo>
                    <a:pt x="249847" y="215779"/>
                    <a:pt x="252403" y="213225"/>
                    <a:pt x="256237" y="213225"/>
                  </a:cubicBezTo>
                  <a:cubicBezTo>
                    <a:pt x="260071" y="213225"/>
                    <a:pt x="262626" y="215779"/>
                    <a:pt x="262626" y="219609"/>
                  </a:cubicBezTo>
                  <a:lnTo>
                    <a:pt x="262626" y="270042"/>
                  </a:lnTo>
                  <a:lnTo>
                    <a:pt x="279240" y="270042"/>
                  </a:lnTo>
                  <a:cubicBezTo>
                    <a:pt x="283074" y="270042"/>
                    <a:pt x="285630" y="272596"/>
                    <a:pt x="285630" y="276426"/>
                  </a:cubicBezTo>
                  <a:cubicBezTo>
                    <a:pt x="285630" y="280257"/>
                    <a:pt x="281796" y="282810"/>
                    <a:pt x="278602" y="282810"/>
                  </a:cubicBezTo>
                  <a:lnTo>
                    <a:pt x="278602" y="282810"/>
                  </a:lnTo>
                  <a:close/>
                </a:path>
              </a:pathLst>
            </a:custGeom>
            <a:grpFill/>
            <a:ln w="6390" cap="flat">
              <a:noFill/>
              <a:prstDash val="solid"/>
              <a:miter/>
            </a:ln>
          </p:spPr>
          <p:txBody>
            <a:bodyPr rtlCol="0" anchor="ctr"/>
            <a:lstStyle/>
            <a:p>
              <a:endParaRPr lang="en-US" sz="1600">
                <a:latin typeface="Verdana" panose="020B0604030504040204" pitchFamily="34" charset="0"/>
                <a:ea typeface="Verdana" panose="020B0604030504040204" pitchFamily="34" charset="0"/>
                <a:cs typeface="Arial" panose="020B0604020202020204" pitchFamily="34" charset="0"/>
              </a:endParaRPr>
            </a:p>
          </p:txBody>
        </p:sp>
      </p:grpSp>
      <p:sp>
        <p:nvSpPr>
          <p:cNvPr id="57" name="Rectangle 56">
            <a:extLst>
              <a:ext uri="{FF2B5EF4-FFF2-40B4-BE49-F238E27FC236}">
                <a16:creationId xmlns:a16="http://schemas.microsoft.com/office/drawing/2014/main" id="{DBE63DB3-2398-403E-190B-57A9ABCBBE6F}"/>
              </a:ext>
            </a:extLst>
          </p:cNvPr>
          <p:cNvSpPr/>
          <p:nvPr/>
        </p:nvSpPr>
        <p:spPr bwMode="gray">
          <a:xfrm>
            <a:off x="514664" y="1818159"/>
            <a:ext cx="1692000" cy="283824"/>
          </a:xfrm>
          <a:prstGeom prst="rect">
            <a:avLst/>
          </a:prstGeom>
          <a:solidFill>
            <a:schemeClr val="accent5"/>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100" b="1">
                <a:solidFill>
                  <a:schemeClr val="bg1"/>
                </a:solidFill>
                <a:latin typeface="Verdana" panose="020B0604030504040204" pitchFamily="34" charset="0"/>
                <a:ea typeface="Verdana" panose="020B0604030504040204" pitchFamily="34" charset="0"/>
                <a:cs typeface="Arial" panose="020B0604020202020204" pitchFamily="34" charset="0"/>
              </a:rPr>
              <a:t> </a:t>
            </a:r>
            <a:r>
              <a:rPr lang="en-US" sz="1200" b="1">
                <a:solidFill>
                  <a:schemeClr val="bg1"/>
                </a:solidFill>
                <a:latin typeface="Verdana" panose="020B0604030504040204" pitchFamily="34" charset="0"/>
                <a:ea typeface="Verdana" panose="020B0604030504040204" pitchFamily="34" charset="0"/>
                <a:cs typeface="Arial" panose="020B0604020202020204" pitchFamily="34" charset="0"/>
              </a:rPr>
              <a:t>DVC at a Glance</a:t>
            </a:r>
            <a:endParaRPr lang="en-US" sz="1100" b="1">
              <a:solidFill>
                <a:schemeClr val="bg1"/>
              </a:solidFill>
              <a:latin typeface="Verdana" panose="020B0604030504040204" pitchFamily="34" charset="0"/>
              <a:ea typeface="Verdana" panose="020B0604030504040204" pitchFamily="34" charset="0"/>
              <a:cs typeface="Arial" panose="020B0604020202020204" pitchFamily="34" charset="0"/>
            </a:endParaRPr>
          </a:p>
        </p:txBody>
      </p:sp>
      <p:cxnSp>
        <p:nvCxnSpPr>
          <p:cNvPr id="66" name="Straight Connector 65">
            <a:extLst>
              <a:ext uri="{FF2B5EF4-FFF2-40B4-BE49-F238E27FC236}">
                <a16:creationId xmlns:a16="http://schemas.microsoft.com/office/drawing/2014/main" id="{2456F238-6CB3-D91B-9041-CD789A6DF881}"/>
              </a:ext>
            </a:extLst>
          </p:cNvPr>
          <p:cNvCxnSpPr>
            <a:cxnSpLocks/>
          </p:cNvCxnSpPr>
          <p:nvPr/>
        </p:nvCxnSpPr>
        <p:spPr>
          <a:xfrm>
            <a:off x="514663" y="2101981"/>
            <a:ext cx="11155680" cy="0"/>
          </a:xfrm>
          <a:prstGeom prst="line">
            <a:avLst/>
          </a:prstGeom>
          <a:ln w="12700">
            <a:solidFill>
              <a:srgbClr val="26890D"/>
            </a:solidFill>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2F6C846C-C219-9ABF-11D7-D829F1B8BB76}"/>
              </a:ext>
            </a:extLst>
          </p:cNvPr>
          <p:cNvSpPr/>
          <p:nvPr/>
        </p:nvSpPr>
        <p:spPr bwMode="gray">
          <a:xfrm>
            <a:off x="4224811" y="2256490"/>
            <a:ext cx="3177471" cy="4262934"/>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128588" lvl="0" indent="-102870" algn="just">
              <a:lnSpc>
                <a:spcPct val="114000"/>
              </a:lnSpc>
              <a:spcBef>
                <a:spcPts val="300"/>
              </a:spcBef>
              <a:spcAft>
                <a:spcPts val="800"/>
              </a:spcAft>
              <a:buFont typeface="Arial" panose="020B0604020202020204" pitchFamily="34" charset="0"/>
              <a:buChar char="•"/>
              <a:defRPr/>
            </a:pPr>
            <a:r>
              <a:rPr lang="en-US" sz="1200" b="1">
                <a:solidFill>
                  <a:prstClr val="black"/>
                </a:solidFill>
                <a:latin typeface="Verdana" panose="020B0604030504040204" pitchFamily="34" charset="0"/>
                <a:ea typeface="Verdana" panose="020B0604030504040204" pitchFamily="34" charset="0"/>
              </a:rPr>
              <a:t>Highest generation of 44.31 BUs</a:t>
            </a:r>
            <a:r>
              <a:rPr lang="en-US" sz="1200">
                <a:solidFill>
                  <a:prstClr val="black"/>
                </a:solidFill>
                <a:latin typeface="Verdana" panose="020B0604030504040204" pitchFamily="34" charset="0"/>
                <a:ea typeface="Verdana" panose="020B0604030504040204" pitchFamily="34" charset="0"/>
              </a:rPr>
              <a:t> &amp; </a:t>
            </a:r>
            <a:r>
              <a:rPr lang="en-US" sz="1200" b="1">
                <a:solidFill>
                  <a:prstClr val="black"/>
                </a:solidFill>
                <a:latin typeface="Verdana" panose="020B0604030504040204" pitchFamily="34" charset="0"/>
                <a:ea typeface="Verdana" panose="020B0604030504040204" pitchFamily="34" charset="0"/>
              </a:rPr>
              <a:t>highest PLF of 76.81% </a:t>
            </a:r>
            <a:r>
              <a:rPr lang="en-US" sz="1200">
                <a:solidFill>
                  <a:prstClr val="black"/>
                </a:solidFill>
                <a:latin typeface="Verdana" panose="020B0604030504040204" pitchFamily="34" charset="0"/>
                <a:ea typeface="Verdana" panose="020B0604030504040204" pitchFamily="34" charset="0"/>
              </a:rPr>
              <a:t>in</a:t>
            </a:r>
            <a:r>
              <a:rPr lang="en-US" sz="1200" b="1">
                <a:solidFill>
                  <a:prstClr val="black"/>
                </a:solidFill>
                <a:latin typeface="Verdana" panose="020B0604030504040204" pitchFamily="34" charset="0"/>
                <a:ea typeface="Verdana" panose="020B0604030504040204" pitchFamily="34" charset="0"/>
              </a:rPr>
              <a:t> </a:t>
            </a:r>
            <a:r>
              <a:rPr lang="en-US" sz="1200">
                <a:solidFill>
                  <a:prstClr val="black"/>
                </a:solidFill>
                <a:latin typeface="Verdana" panose="020B0604030504040204" pitchFamily="34" charset="0"/>
                <a:ea typeface="Verdana" panose="020B0604030504040204" pitchFamily="34" charset="0"/>
              </a:rPr>
              <a:t>FY 24.</a:t>
            </a:r>
          </a:p>
          <a:p>
            <a:pPr marL="128588" lvl="0" indent="-102870" algn="just">
              <a:lnSpc>
                <a:spcPct val="114000"/>
              </a:lnSpc>
              <a:spcBef>
                <a:spcPts val="300"/>
              </a:spcBef>
              <a:spcAft>
                <a:spcPts val="800"/>
              </a:spcAft>
              <a:buFont typeface="Arial" panose="020B0604020202020204" pitchFamily="34" charset="0"/>
              <a:buChar char="•"/>
              <a:defRPr/>
            </a:pPr>
            <a:r>
              <a:rPr lang="en-US" sz="1200" b="1">
                <a:solidFill>
                  <a:prstClr val="black"/>
                </a:solidFill>
                <a:latin typeface="Verdana" panose="020B0604030504040204" pitchFamily="34" charset="0"/>
                <a:ea typeface="Verdana" panose="020B0604030504040204" pitchFamily="34" charset="0"/>
              </a:rPr>
              <a:t>99.8%</a:t>
            </a:r>
            <a:r>
              <a:rPr lang="en-US" sz="1200">
                <a:solidFill>
                  <a:prstClr val="black"/>
                </a:solidFill>
                <a:latin typeface="Verdana" panose="020B0604030504040204" pitchFamily="34" charset="0"/>
                <a:ea typeface="Verdana" panose="020B0604030504040204" pitchFamily="34" charset="0"/>
              </a:rPr>
              <a:t> </a:t>
            </a:r>
            <a:r>
              <a:rPr lang="en-US" sz="1200" b="1">
                <a:solidFill>
                  <a:prstClr val="black"/>
                </a:solidFill>
                <a:latin typeface="Verdana" panose="020B0604030504040204" pitchFamily="34" charset="0"/>
                <a:ea typeface="Verdana" panose="020B0604030504040204" pitchFamily="34" charset="0"/>
              </a:rPr>
              <a:t>system availability </a:t>
            </a:r>
            <a:r>
              <a:rPr lang="en-US" sz="1200">
                <a:solidFill>
                  <a:prstClr val="black"/>
                </a:solidFill>
                <a:latin typeface="Verdana" panose="020B0604030504040204" pitchFamily="34" charset="0"/>
                <a:ea typeface="Verdana" panose="020B0604030504040204" pitchFamily="34" charset="0"/>
              </a:rPr>
              <a:t>in FY 24.</a:t>
            </a:r>
          </a:p>
          <a:p>
            <a:pPr marL="128588" lvl="0" indent="-102870" algn="just">
              <a:lnSpc>
                <a:spcPct val="114000"/>
              </a:lnSpc>
              <a:spcBef>
                <a:spcPts val="300"/>
              </a:spcBef>
              <a:spcAft>
                <a:spcPts val="8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DVC Bonds are rated </a:t>
            </a:r>
            <a:r>
              <a:rPr lang="en-US" sz="1200" b="1">
                <a:solidFill>
                  <a:prstClr val="black"/>
                </a:solidFill>
                <a:latin typeface="Verdana" panose="020B0604030504040204" pitchFamily="34" charset="0"/>
                <a:ea typeface="Verdana" panose="020B0604030504040204" pitchFamily="34" charset="0"/>
              </a:rPr>
              <a:t>AAA</a:t>
            </a:r>
            <a:r>
              <a:rPr lang="en-US" sz="1200">
                <a:solidFill>
                  <a:prstClr val="black"/>
                </a:solidFill>
                <a:latin typeface="Verdana" panose="020B0604030504040204" pitchFamily="34" charset="0"/>
                <a:ea typeface="Verdana" panose="020B0604030504040204" pitchFamily="34" charset="0"/>
              </a:rPr>
              <a:t> – Highest rating by agencies</a:t>
            </a:r>
          </a:p>
          <a:p>
            <a:pPr marL="128588" indent="-102870" algn="just">
              <a:lnSpc>
                <a:spcPct val="114000"/>
              </a:lnSpc>
              <a:spcBef>
                <a:spcPts val="300"/>
              </a:spcBef>
              <a:spcAft>
                <a:spcPts val="8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Consistently amongst </a:t>
            </a:r>
            <a:r>
              <a:rPr lang="en-US" sz="1200" b="1">
                <a:solidFill>
                  <a:prstClr val="black"/>
                </a:solidFill>
                <a:latin typeface="Verdana" panose="020B0604030504040204" pitchFamily="34" charset="0"/>
                <a:ea typeface="Verdana" panose="020B0604030504040204" pitchFamily="34" charset="0"/>
              </a:rPr>
              <a:t>top 10 Central Sector TPSs</a:t>
            </a:r>
            <a:r>
              <a:rPr lang="en-US" sz="1200">
                <a:solidFill>
                  <a:prstClr val="black"/>
                </a:solidFill>
                <a:latin typeface="Verdana" panose="020B0604030504040204" pitchFamily="34" charset="0"/>
                <a:ea typeface="Verdana" panose="020B0604030504040204" pitchFamily="34" charset="0"/>
              </a:rPr>
              <a:t> based on monthly PLF</a:t>
            </a:r>
          </a:p>
          <a:p>
            <a:pPr marL="128588" lvl="0" indent="-102870" algn="just">
              <a:lnSpc>
                <a:spcPct val="114000"/>
              </a:lnSpc>
              <a:spcBef>
                <a:spcPts val="300"/>
              </a:spcBef>
              <a:spcAft>
                <a:spcPts val="8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a:t>
            </a:r>
            <a:r>
              <a:rPr lang="en-US" sz="1200" b="1">
                <a:solidFill>
                  <a:prstClr val="black"/>
                </a:solidFill>
                <a:latin typeface="Verdana" panose="020B0604030504040204" pitchFamily="34" charset="0"/>
                <a:ea typeface="Verdana" panose="020B0604030504040204" pitchFamily="34" charset="0"/>
              </a:rPr>
              <a:t>Future- Ready Inclusive Organization</a:t>
            </a:r>
            <a:r>
              <a:rPr lang="en-US" sz="1200">
                <a:solidFill>
                  <a:prstClr val="black"/>
                </a:solidFill>
                <a:latin typeface="Verdana" panose="020B0604030504040204" pitchFamily="34" charset="0"/>
                <a:ea typeface="Verdana" panose="020B0604030504040204" pitchFamily="34" charset="0"/>
              </a:rPr>
              <a:t>” amongst PSUs.</a:t>
            </a:r>
          </a:p>
          <a:p>
            <a:pPr marL="128588" lvl="0" indent="-102870" algn="just">
              <a:lnSpc>
                <a:spcPct val="114000"/>
              </a:lnSpc>
              <a:spcBef>
                <a:spcPts val="300"/>
              </a:spcBef>
              <a:spcAft>
                <a:spcPts val="8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Awards for Excellence in </a:t>
            </a:r>
            <a:r>
              <a:rPr lang="en-US" sz="1200" b="1">
                <a:solidFill>
                  <a:prstClr val="black"/>
                </a:solidFill>
                <a:latin typeface="Verdana" panose="020B0604030504040204" pitchFamily="34" charset="0"/>
                <a:ea typeface="Verdana" panose="020B0604030504040204" pitchFamily="34" charset="0"/>
              </a:rPr>
              <a:t>Energy Management </a:t>
            </a:r>
            <a:r>
              <a:rPr lang="en-US" sz="1200">
                <a:solidFill>
                  <a:prstClr val="black"/>
                </a:solidFill>
                <a:latin typeface="Verdana" panose="020B0604030504040204" pitchFamily="34" charset="0"/>
                <a:ea typeface="Verdana" panose="020B0604030504040204" pitchFamily="34" charset="0"/>
              </a:rPr>
              <a:t>and </a:t>
            </a:r>
            <a:r>
              <a:rPr lang="en-US" sz="1200" b="1">
                <a:solidFill>
                  <a:prstClr val="black"/>
                </a:solidFill>
                <a:latin typeface="Verdana" panose="020B0604030504040204" pitchFamily="34" charset="0"/>
                <a:ea typeface="Verdana" panose="020B0604030504040204" pitchFamily="34" charset="0"/>
              </a:rPr>
              <a:t>Ash Handling</a:t>
            </a:r>
            <a:r>
              <a:rPr lang="en-US" sz="1200">
                <a:solidFill>
                  <a:prstClr val="black"/>
                </a:solidFill>
                <a:latin typeface="Verdana" panose="020B0604030504040204" pitchFamily="34" charset="0"/>
                <a:ea typeface="Verdana" panose="020B0604030504040204" pitchFamily="34" charset="0"/>
              </a:rPr>
              <a:t>.</a:t>
            </a:r>
          </a:p>
          <a:p>
            <a:pPr marL="128588" lvl="0" indent="-102870" algn="just">
              <a:lnSpc>
                <a:spcPct val="114000"/>
              </a:lnSpc>
              <a:spcBef>
                <a:spcPts val="300"/>
              </a:spcBef>
              <a:spcAft>
                <a:spcPts val="8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Best Performing CPSU in </a:t>
            </a:r>
            <a:r>
              <a:rPr lang="en-US" sz="1200" b="1">
                <a:solidFill>
                  <a:prstClr val="black"/>
                </a:solidFill>
                <a:latin typeface="Verdana" panose="020B0604030504040204" pitchFamily="34" charset="0"/>
                <a:ea typeface="Verdana" panose="020B0604030504040204" pitchFamily="34" charset="0"/>
              </a:rPr>
              <a:t>Electronic Procurement.</a:t>
            </a:r>
          </a:p>
          <a:p>
            <a:pPr marL="128588" lvl="0" indent="-102870" algn="just">
              <a:lnSpc>
                <a:spcPct val="114000"/>
              </a:lnSpc>
              <a:spcAft>
                <a:spcPts val="800"/>
              </a:spcAft>
              <a:buFont typeface="Arial" panose="020B0604020202020204" pitchFamily="34" charset="0"/>
              <a:buChar char="•"/>
              <a:defRPr/>
            </a:pPr>
            <a:r>
              <a:rPr lang="en-US" sz="1200">
                <a:solidFill>
                  <a:prstClr val="black"/>
                </a:solidFill>
                <a:latin typeface="Verdana" panose="020B0604030504040204" pitchFamily="34" charset="0"/>
                <a:ea typeface="Verdana" panose="020B0604030504040204" pitchFamily="34" charset="0"/>
              </a:rPr>
              <a:t>Attained globally acclaimed </a:t>
            </a:r>
            <a:r>
              <a:rPr lang="en-US" sz="1200" b="1">
                <a:solidFill>
                  <a:prstClr val="black"/>
                </a:solidFill>
                <a:latin typeface="Verdana" panose="020B0604030504040204" pitchFamily="34" charset="0"/>
                <a:ea typeface="Verdana" panose="020B0604030504040204" pitchFamily="34" charset="0"/>
              </a:rPr>
              <a:t>ISO/IEC 27001:2022</a:t>
            </a:r>
            <a:r>
              <a:rPr lang="en-US" sz="1200">
                <a:solidFill>
                  <a:prstClr val="black"/>
                </a:solidFill>
                <a:latin typeface="Verdana" panose="020B0604030504040204" pitchFamily="34" charset="0"/>
                <a:ea typeface="Verdana" panose="020B0604030504040204" pitchFamily="34" charset="0"/>
              </a:rPr>
              <a:t> certification.</a:t>
            </a:r>
          </a:p>
          <a:p>
            <a:pPr marL="128588" lvl="0" indent="-102870" algn="just">
              <a:lnSpc>
                <a:spcPct val="114000"/>
              </a:lnSpc>
              <a:spcAft>
                <a:spcPts val="800"/>
              </a:spcAft>
              <a:buFont typeface="Arial" panose="020B0604020202020204" pitchFamily="34" charset="0"/>
              <a:buChar char="•"/>
              <a:defRPr/>
            </a:pPr>
            <a:endParaRPr lang="en-US" sz="1200">
              <a:solidFill>
                <a:prstClr val="black"/>
              </a:solidFill>
              <a:latin typeface="Verdana" panose="020B0604030504040204" pitchFamily="34" charset="0"/>
              <a:ea typeface="Verdana" panose="020B0604030504040204" pitchFamily="34" charset="0"/>
            </a:endParaRPr>
          </a:p>
          <a:p>
            <a:pPr marL="128588" lvl="0" indent="-102870" algn="just">
              <a:lnSpc>
                <a:spcPct val="114000"/>
              </a:lnSpc>
              <a:spcAft>
                <a:spcPts val="800"/>
              </a:spcAft>
              <a:buFont typeface="Arial" panose="020B0604020202020204" pitchFamily="34" charset="0"/>
              <a:buChar char="•"/>
              <a:defRPr/>
            </a:pPr>
            <a:endParaRPr lang="en-US" sz="1200">
              <a:solidFill>
                <a:prstClr val="black"/>
              </a:solidFill>
              <a:latin typeface="Verdana" panose="020B0604030504040204" pitchFamily="34" charset="0"/>
              <a:ea typeface="Verdana" panose="020B0604030504040204" pitchFamily="34" charset="0"/>
            </a:endParaRPr>
          </a:p>
          <a:p>
            <a:pPr marL="128588" lvl="0" indent="-102870" algn="just">
              <a:lnSpc>
                <a:spcPct val="114000"/>
              </a:lnSpc>
              <a:spcAft>
                <a:spcPts val="800"/>
              </a:spcAft>
              <a:buFont typeface="Arial" panose="020B0604020202020204" pitchFamily="34" charset="0"/>
              <a:buChar char="•"/>
              <a:defRPr/>
            </a:pPr>
            <a:endParaRPr lang="en-US" sz="1200">
              <a:solidFill>
                <a:prstClr val="black"/>
              </a:solidFill>
              <a:latin typeface="Verdana" panose="020B0604030504040204" pitchFamily="34" charset="0"/>
              <a:ea typeface="Verdana" panose="020B0604030504040204" pitchFamily="34" charset="0"/>
            </a:endParaRPr>
          </a:p>
          <a:p>
            <a:pPr marL="128588" lvl="0" indent="-102870" algn="just">
              <a:lnSpc>
                <a:spcPct val="114000"/>
              </a:lnSpc>
              <a:spcAft>
                <a:spcPts val="800"/>
              </a:spcAft>
              <a:buFont typeface="Arial" panose="020B0604020202020204" pitchFamily="34" charset="0"/>
              <a:buChar char="•"/>
              <a:defRPr/>
            </a:pPr>
            <a:endParaRPr lang="en-US" sz="1200">
              <a:solidFill>
                <a:prstClr val="black"/>
              </a:solidFill>
              <a:latin typeface="Verdana" panose="020B0604030504040204" pitchFamily="34" charset="0"/>
              <a:ea typeface="Verdana" panose="020B0604030504040204" pitchFamily="34" charset="0"/>
            </a:endParaRPr>
          </a:p>
          <a:p>
            <a:pPr marL="128588" lvl="0" indent="-102870" algn="just">
              <a:lnSpc>
                <a:spcPct val="114000"/>
              </a:lnSpc>
              <a:spcAft>
                <a:spcPts val="800"/>
              </a:spcAft>
              <a:buFont typeface="Arial" panose="020B0604020202020204" pitchFamily="34" charset="0"/>
              <a:buChar char="•"/>
              <a:defRPr/>
            </a:pPr>
            <a:endParaRPr lang="en-US" sz="1200">
              <a:solidFill>
                <a:prstClr val="black"/>
              </a:solidFill>
              <a:latin typeface="Verdana" panose="020B0604030504040204" pitchFamily="34" charset="0"/>
              <a:ea typeface="Verdana" panose="020B0604030504040204" pitchFamily="34" charset="0"/>
            </a:endParaRPr>
          </a:p>
          <a:p>
            <a:pPr marL="128588" lvl="0" indent="-102870" algn="just">
              <a:lnSpc>
                <a:spcPct val="114000"/>
              </a:lnSpc>
              <a:spcAft>
                <a:spcPts val="800"/>
              </a:spcAft>
              <a:buFont typeface="Arial" panose="020B0604020202020204" pitchFamily="34" charset="0"/>
              <a:buChar char="•"/>
              <a:defRPr/>
            </a:pPr>
            <a:endParaRPr lang="en-US" sz="1100">
              <a:solidFill>
                <a:prstClr val="black"/>
              </a:solidFill>
              <a:latin typeface="Verdana" panose="020B0604030504040204" pitchFamily="34" charset="0"/>
              <a:ea typeface="Verdana" panose="020B0604030504040204" pitchFamily="34" charset="0"/>
            </a:endParaRPr>
          </a:p>
        </p:txBody>
      </p:sp>
      <p:grpSp>
        <p:nvGrpSpPr>
          <p:cNvPr id="19" name="Group 18">
            <a:extLst>
              <a:ext uri="{FF2B5EF4-FFF2-40B4-BE49-F238E27FC236}">
                <a16:creationId xmlns:a16="http://schemas.microsoft.com/office/drawing/2014/main" id="{BE2F29A7-E9AD-EF67-08F2-CC34DB6F0807}"/>
              </a:ext>
            </a:extLst>
          </p:cNvPr>
          <p:cNvGrpSpPr/>
          <p:nvPr/>
        </p:nvGrpSpPr>
        <p:grpSpPr>
          <a:xfrm>
            <a:off x="509296" y="2199833"/>
            <a:ext cx="3589302" cy="700192"/>
            <a:chOff x="501650" y="2243922"/>
            <a:chExt cx="3589302" cy="700192"/>
          </a:xfrm>
        </p:grpSpPr>
        <p:sp>
          <p:nvSpPr>
            <p:cNvPr id="3" name="Freeform 547">
              <a:extLst>
                <a:ext uri="{FF2B5EF4-FFF2-40B4-BE49-F238E27FC236}">
                  <a16:creationId xmlns:a16="http://schemas.microsoft.com/office/drawing/2014/main" id="{C6EF4652-2C0D-AAB4-5B2B-2B7AF4C7B41F}"/>
                </a:ext>
              </a:extLst>
            </p:cNvPr>
            <p:cNvSpPr>
              <a:spLocks noChangeAspect="1" noEditPoints="1"/>
            </p:cNvSpPr>
            <p:nvPr/>
          </p:nvSpPr>
          <p:spPr bwMode="auto">
            <a:xfrm>
              <a:off x="501650" y="2327854"/>
              <a:ext cx="582076" cy="583787"/>
            </a:xfrm>
            <a:custGeom>
              <a:avLst/>
              <a:gdLst>
                <a:gd name="T0" fmla="*/ 282 w 512"/>
                <a:gd name="T1" fmla="*/ 215 h 512"/>
                <a:gd name="T2" fmla="*/ 221 w 512"/>
                <a:gd name="T3" fmla="*/ 275 h 512"/>
                <a:gd name="T4" fmla="*/ 233 w 512"/>
                <a:gd name="T5" fmla="*/ 192 h 512"/>
                <a:gd name="T6" fmla="*/ 278 w 512"/>
                <a:gd name="T7" fmla="*/ 192 h 512"/>
                <a:gd name="T8" fmla="*/ 282 w 512"/>
                <a:gd name="T9" fmla="*/ 215 h 512"/>
                <a:gd name="T10" fmla="*/ 277 w 512"/>
                <a:gd name="T11" fmla="*/ 133 h 512"/>
                <a:gd name="T12" fmla="*/ 256 w 512"/>
                <a:gd name="T13" fmla="*/ 119 h 512"/>
                <a:gd name="T14" fmla="*/ 234 w 512"/>
                <a:gd name="T15" fmla="*/ 133 h 512"/>
                <a:gd name="T16" fmla="*/ 234 w 512"/>
                <a:gd name="T17" fmla="*/ 170 h 512"/>
                <a:gd name="T18" fmla="*/ 277 w 512"/>
                <a:gd name="T19" fmla="*/ 170 h 512"/>
                <a:gd name="T20" fmla="*/ 277 w 512"/>
                <a:gd name="T21" fmla="*/ 133 h 512"/>
                <a:gd name="T22" fmla="*/ 285 w 512"/>
                <a:gd name="T23" fmla="*/ 241 h 512"/>
                <a:gd name="T24" fmla="*/ 216 w 512"/>
                <a:gd name="T25" fmla="*/ 310 h 512"/>
                <a:gd name="T26" fmla="*/ 204 w 512"/>
                <a:gd name="T27" fmla="*/ 394 h 512"/>
                <a:gd name="T28" fmla="*/ 209 w 512"/>
                <a:gd name="T29" fmla="*/ 394 h 512"/>
                <a:gd name="T30" fmla="*/ 295 w 512"/>
                <a:gd name="T31" fmla="*/ 308 h 512"/>
                <a:gd name="T32" fmla="*/ 285 w 512"/>
                <a:gd name="T33" fmla="*/ 241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373 w 512"/>
                <a:gd name="T45" fmla="*/ 405 h 512"/>
                <a:gd name="T46" fmla="*/ 362 w 512"/>
                <a:gd name="T47" fmla="*/ 394 h 512"/>
                <a:gd name="T48" fmla="*/ 329 w 512"/>
                <a:gd name="T49" fmla="*/ 394 h 512"/>
                <a:gd name="T50" fmla="*/ 300 w 512"/>
                <a:gd name="T51" fmla="*/ 192 h 512"/>
                <a:gd name="T52" fmla="*/ 330 w 512"/>
                <a:gd name="T53" fmla="*/ 192 h 512"/>
                <a:gd name="T54" fmla="*/ 341 w 512"/>
                <a:gd name="T55" fmla="*/ 181 h 512"/>
                <a:gd name="T56" fmla="*/ 341 w 512"/>
                <a:gd name="T57" fmla="*/ 160 h 512"/>
                <a:gd name="T58" fmla="*/ 330 w 512"/>
                <a:gd name="T59" fmla="*/ 149 h 512"/>
                <a:gd name="T60" fmla="*/ 320 w 512"/>
                <a:gd name="T61" fmla="*/ 160 h 512"/>
                <a:gd name="T62" fmla="*/ 320 w 512"/>
                <a:gd name="T63" fmla="*/ 170 h 512"/>
                <a:gd name="T64" fmla="*/ 298 w 512"/>
                <a:gd name="T65" fmla="*/ 170 h 512"/>
                <a:gd name="T66" fmla="*/ 298 w 512"/>
                <a:gd name="T67" fmla="*/ 128 h 512"/>
                <a:gd name="T68" fmla="*/ 294 w 512"/>
                <a:gd name="T69" fmla="*/ 119 h 512"/>
                <a:gd name="T70" fmla="*/ 262 w 512"/>
                <a:gd name="T71" fmla="*/ 97 h 512"/>
                <a:gd name="T72" fmla="*/ 250 w 512"/>
                <a:gd name="T73" fmla="*/ 97 h 512"/>
                <a:gd name="T74" fmla="*/ 218 w 512"/>
                <a:gd name="T75" fmla="*/ 119 h 512"/>
                <a:gd name="T76" fmla="*/ 213 w 512"/>
                <a:gd name="T77" fmla="*/ 128 h 512"/>
                <a:gd name="T78" fmla="*/ 213 w 512"/>
                <a:gd name="T79" fmla="*/ 170 h 512"/>
                <a:gd name="T80" fmla="*/ 192 w 512"/>
                <a:gd name="T81" fmla="*/ 170 h 512"/>
                <a:gd name="T82" fmla="*/ 192 w 512"/>
                <a:gd name="T83" fmla="*/ 160 h 512"/>
                <a:gd name="T84" fmla="*/ 181 w 512"/>
                <a:gd name="T85" fmla="*/ 149 h 512"/>
                <a:gd name="T86" fmla="*/ 170 w 512"/>
                <a:gd name="T87" fmla="*/ 160 h 512"/>
                <a:gd name="T88" fmla="*/ 170 w 512"/>
                <a:gd name="T89" fmla="*/ 181 h 512"/>
                <a:gd name="T90" fmla="*/ 181 w 512"/>
                <a:gd name="T91" fmla="*/ 192 h 512"/>
                <a:gd name="T92" fmla="*/ 211 w 512"/>
                <a:gd name="T93" fmla="*/ 192 h 512"/>
                <a:gd name="T94" fmla="*/ 182 w 512"/>
                <a:gd name="T95" fmla="*/ 394 h 512"/>
                <a:gd name="T96" fmla="*/ 149 w 512"/>
                <a:gd name="T97" fmla="*/ 394 h 512"/>
                <a:gd name="T98" fmla="*/ 138 w 512"/>
                <a:gd name="T99" fmla="*/ 405 h 512"/>
                <a:gd name="T100" fmla="*/ 149 w 512"/>
                <a:gd name="T101" fmla="*/ 416 h 512"/>
                <a:gd name="T102" fmla="*/ 362 w 512"/>
                <a:gd name="T103" fmla="*/ 416 h 512"/>
                <a:gd name="T104" fmla="*/ 373 w 512"/>
                <a:gd name="T105" fmla="*/ 405 h 512"/>
                <a:gd name="T106" fmla="*/ 239 w 512"/>
                <a:gd name="T107" fmla="*/ 394 h 512"/>
                <a:gd name="T108" fmla="*/ 307 w 512"/>
                <a:gd name="T109" fmla="*/ 394 h 512"/>
                <a:gd name="T110" fmla="*/ 299 w 512"/>
                <a:gd name="T111" fmla="*/ 334 h 512"/>
                <a:gd name="T112" fmla="*/ 239 w 512"/>
                <a:gd name="T11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82" y="215"/>
                  </a:moveTo>
                  <a:cubicBezTo>
                    <a:pt x="221" y="275"/>
                    <a:pt x="221" y="275"/>
                    <a:pt x="221" y="275"/>
                  </a:cubicBezTo>
                  <a:cubicBezTo>
                    <a:pt x="233" y="192"/>
                    <a:pt x="233" y="192"/>
                    <a:pt x="233" y="192"/>
                  </a:cubicBezTo>
                  <a:cubicBezTo>
                    <a:pt x="278" y="192"/>
                    <a:pt x="278" y="192"/>
                    <a:pt x="278" y="192"/>
                  </a:cubicBezTo>
                  <a:lnTo>
                    <a:pt x="282" y="215"/>
                  </a:lnTo>
                  <a:close/>
                  <a:moveTo>
                    <a:pt x="277" y="133"/>
                  </a:moveTo>
                  <a:cubicBezTo>
                    <a:pt x="256" y="119"/>
                    <a:pt x="256" y="119"/>
                    <a:pt x="256" y="119"/>
                  </a:cubicBezTo>
                  <a:cubicBezTo>
                    <a:pt x="234" y="133"/>
                    <a:pt x="234" y="133"/>
                    <a:pt x="234" y="133"/>
                  </a:cubicBezTo>
                  <a:cubicBezTo>
                    <a:pt x="234" y="170"/>
                    <a:pt x="234" y="170"/>
                    <a:pt x="234" y="170"/>
                  </a:cubicBezTo>
                  <a:cubicBezTo>
                    <a:pt x="277" y="170"/>
                    <a:pt x="277" y="170"/>
                    <a:pt x="277" y="170"/>
                  </a:cubicBezTo>
                  <a:lnTo>
                    <a:pt x="277" y="133"/>
                  </a:lnTo>
                  <a:close/>
                  <a:moveTo>
                    <a:pt x="285" y="241"/>
                  </a:moveTo>
                  <a:cubicBezTo>
                    <a:pt x="216" y="310"/>
                    <a:pt x="216" y="310"/>
                    <a:pt x="216" y="310"/>
                  </a:cubicBezTo>
                  <a:cubicBezTo>
                    <a:pt x="204" y="394"/>
                    <a:pt x="204" y="394"/>
                    <a:pt x="204" y="394"/>
                  </a:cubicBezTo>
                  <a:cubicBezTo>
                    <a:pt x="209" y="394"/>
                    <a:pt x="209" y="394"/>
                    <a:pt x="209" y="394"/>
                  </a:cubicBezTo>
                  <a:cubicBezTo>
                    <a:pt x="295" y="308"/>
                    <a:pt x="295" y="308"/>
                    <a:pt x="295" y="308"/>
                  </a:cubicBezTo>
                  <a:lnTo>
                    <a:pt x="285" y="241"/>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405"/>
                  </a:moveTo>
                  <a:cubicBezTo>
                    <a:pt x="373" y="399"/>
                    <a:pt x="368" y="394"/>
                    <a:pt x="362" y="394"/>
                  </a:cubicBezTo>
                  <a:cubicBezTo>
                    <a:pt x="329" y="394"/>
                    <a:pt x="329" y="394"/>
                    <a:pt x="329" y="394"/>
                  </a:cubicBezTo>
                  <a:cubicBezTo>
                    <a:pt x="300" y="192"/>
                    <a:pt x="300" y="192"/>
                    <a:pt x="300" y="192"/>
                  </a:cubicBezTo>
                  <a:cubicBezTo>
                    <a:pt x="330" y="192"/>
                    <a:pt x="330" y="192"/>
                    <a:pt x="330" y="192"/>
                  </a:cubicBezTo>
                  <a:cubicBezTo>
                    <a:pt x="336" y="192"/>
                    <a:pt x="341" y="187"/>
                    <a:pt x="341" y="181"/>
                  </a:cubicBezTo>
                  <a:cubicBezTo>
                    <a:pt x="341" y="160"/>
                    <a:pt x="341" y="160"/>
                    <a:pt x="341" y="160"/>
                  </a:cubicBezTo>
                  <a:cubicBezTo>
                    <a:pt x="341" y="154"/>
                    <a:pt x="336" y="149"/>
                    <a:pt x="330" y="149"/>
                  </a:cubicBezTo>
                  <a:cubicBezTo>
                    <a:pt x="324" y="149"/>
                    <a:pt x="320" y="154"/>
                    <a:pt x="320" y="160"/>
                  </a:cubicBezTo>
                  <a:cubicBezTo>
                    <a:pt x="320" y="170"/>
                    <a:pt x="320" y="170"/>
                    <a:pt x="320" y="170"/>
                  </a:cubicBezTo>
                  <a:cubicBezTo>
                    <a:pt x="298" y="170"/>
                    <a:pt x="298" y="170"/>
                    <a:pt x="298" y="170"/>
                  </a:cubicBezTo>
                  <a:cubicBezTo>
                    <a:pt x="298" y="128"/>
                    <a:pt x="298" y="128"/>
                    <a:pt x="298" y="128"/>
                  </a:cubicBezTo>
                  <a:cubicBezTo>
                    <a:pt x="298" y="124"/>
                    <a:pt x="297" y="121"/>
                    <a:pt x="294" y="119"/>
                  </a:cubicBezTo>
                  <a:cubicBezTo>
                    <a:pt x="262" y="97"/>
                    <a:pt x="262" y="97"/>
                    <a:pt x="262" y="97"/>
                  </a:cubicBezTo>
                  <a:cubicBezTo>
                    <a:pt x="258" y="95"/>
                    <a:pt x="253" y="95"/>
                    <a:pt x="250" y="97"/>
                  </a:cubicBezTo>
                  <a:cubicBezTo>
                    <a:pt x="218" y="119"/>
                    <a:pt x="218" y="119"/>
                    <a:pt x="218" y="119"/>
                  </a:cubicBezTo>
                  <a:cubicBezTo>
                    <a:pt x="215" y="121"/>
                    <a:pt x="213" y="124"/>
                    <a:pt x="213" y="128"/>
                  </a:cubicBezTo>
                  <a:cubicBezTo>
                    <a:pt x="213" y="170"/>
                    <a:pt x="213" y="170"/>
                    <a:pt x="213" y="170"/>
                  </a:cubicBezTo>
                  <a:cubicBezTo>
                    <a:pt x="192" y="170"/>
                    <a:pt x="192" y="170"/>
                    <a:pt x="192" y="170"/>
                  </a:cubicBezTo>
                  <a:cubicBezTo>
                    <a:pt x="192" y="160"/>
                    <a:pt x="192" y="160"/>
                    <a:pt x="192" y="160"/>
                  </a:cubicBezTo>
                  <a:cubicBezTo>
                    <a:pt x="192" y="154"/>
                    <a:pt x="187" y="149"/>
                    <a:pt x="181" y="149"/>
                  </a:cubicBezTo>
                  <a:cubicBezTo>
                    <a:pt x="175" y="149"/>
                    <a:pt x="170" y="154"/>
                    <a:pt x="170" y="160"/>
                  </a:cubicBezTo>
                  <a:cubicBezTo>
                    <a:pt x="170" y="181"/>
                    <a:pt x="170" y="181"/>
                    <a:pt x="170" y="181"/>
                  </a:cubicBezTo>
                  <a:cubicBezTo>
                    <a:pt x="170" y="187"/>
                    <a:pt x="175" y="192"/>
                    <a:pt x="181" y="192"/>
                  </a:cubicBezTo>
                  <a:cubicBezTo>
                    <a:pt x="211" y="192"/>
                    <a:pt x="211" y="192"/>
                    <a:pt x="211" y="192"/>
                  </a:cubicBezTo>
                  <a:cubicBezTo>
                    <a:pt x="182" y="394"/>
                    <a:pt x="182" y="394"/>
                    <a:pt x="182" y="394"/>
                  </a:cubicBezTo>
                  <a:cubicBezTo>
                    <a:pt x="149" y="394"/>
                    <a:pt x="149" y="394"/>
                    <a:pt x="149" y="394"/>
                  </a:cubicBezTo>
                  <a:cubicBezTo>
                    <a:pt x="143" y="394"/>
                    <a:pt x="138" y="399"/>
                    <a:pt x="138" y="405"/>
                  </a:cubicBezTo>
                  <a:cubicBezTo>
                    <a:pt x="138" y="411"/>
                    <a:pt x="143" y="416"/>
                    <a:pt x="149" y="416"/>
                  </a:cubicBezTo>
                  <a:cubicBezTo>
                    <a:pt x="362" y="416"/>
                    <a:pt x="362" y="416"/>
                    <a:pt x="362" y="416"/>
                  </a:cubicBezTo>
                  <a:cubicBezTo>
                    <a:pt x="368" y="416"/>
                    <a:pt x="373" y="411"/>
                    <a:pt x="373" y="405"/>
                  </a:cubicBezTo>
                  <a:close/>
                  <a:moveTo>
                    <a:pt x="239" y="394"/>
                  </a:moveTo>
                  <a:cubicBezTo>
                    <a:pt x="307" y="394"/>
                    <a:pt x="307" y="394"/>
                    <a:pt x="307" y="394"/>
                  </a:cubicBezTo>
                  <a:cubicBezTo>
                    <a:pt x="299" y="334"/>
                    <a:pt x="299" y="334"/>
                    <a:pt x="299" y="334"/>
                  </a:cubicBezTo>
                  <a:lnTo>
                    <a:pt x="239" y="39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F9373E3C-EDD2-6931-3B4A-E603636CAEBF}"/>
                </a:ext>
              </a:extLst>
            </p:cNvPr>
            <p:cNvSpPr txBox="1"/>
            <p:nvPr/>
          </p:nvSpPr>
          <p:spPr>
            <a:xfrm>
              <a:off x="1083947" y="2243922"/>
              <a:ext cx="3007005" cy="700192"/>
            </a:xfrm>
            <a:prstGeom prst="rect">
              <a:avLst/>
            </a:prstGeom>
            <a:noFill/>
          </p:spPr>
          <p:txBody>
            <a:bodyPr wrap="square" rtlCol="0">
              <a:spAutoFit/>
            </a:bodyPr>
            <a:lstStyle/>
            <a:p>
              <a:r>
                <a:rPr lang="en-US" sz="1300" b="1">
                  <a:solidFill>
                    <a:schemeClr val="accent1"/>
                  </a:solidFill>
                  <a:latin typeface="Verdana" panose="020B0604030504040204" pitchFamily="34" charset="0"/>
                  <a:ea typeface="Verdana" panose="020B0604030504040204" pitchFamily="34" charset="0"/>
                </a:rPr>
                <a:t>Powerhouse of Eastern India </a:t>
              </a:r>
            </a:p>
            <a:p>
              <a:pPr algn="just">
                <a:spcBef>
                  <a:spcPts val="300"/>
                </a:spcBef>
                <a:spcAft>
                  <a:spcPts val="300"/>
                </a:spcAft>
              </a:pPr>
              <a:r>
                <a:rPr lang="en-US" sz="1200">
                  <a:latin typeface="Verdana" panose="020B0604030504040204" pitchFamily="34" charset="0"/>
                  <a:ea typeface="Verdana" panose="020B0604030504040204" pitchFamily="34" charset="0"/>
                </a:rPr>
                <a:t>6,701 MW generation capacity with an expansive Transmission network</a:t>
              </a:r>
            </a:p>
          </p:txBody>
        </p:sp>
      </p:grpSp>
      <p:grpSp>
        <p:nvGrpSpPr>
          <p:cNvPr id="20" name="Group 19">
            <a:extLst>
              <a:ext uri="{FF2B5EF4-FFF2-40B4-BE49-F238E27FC236}">
                <a16:creationId xmlns:a16="http://schemas.microsoft.com/office/drawing/2014/main" id="{C2F7A1EC-2840-54B2-1D88-4309FBC70B3F}"/>
              </a:ext>
            </a:extLst>
          </p:cNvPr>
          <p:cNvGrpSpPr/>
          <p:nvPr/>
        </p:nvGrpSpPr>
        <p:grpSpPr>
          <a:xfrm>
            <a:off x="475589" y="3159269"/>
            <a:ext cx="3595433" cy="700192"/>
            <a:chOff x="465251" y="3155557"/>
            <a:chExt cx="3595433" cy="700192"/>
          </a:xfrm>
        </p:grpSpPr>
        <p:sp>
          <p:nvSpPr>
            <p:cNvPr id="11" name="TextBox 10">
              <a:extLst>
                <a:ext uri="{FF2B5EF4-FFF2-40B4-BE49-F238E27FC236}">
                  <a16:creationId xmlns:a16="http://schemas.microsoft.com/office/drawing/2014/main" id="{B08E6B8E-191A-C1DF-092B-1FFBEA9DD4E6}"/>
                </a:ext>
              </a:extLst>
            </p:cNvPr>
            <p:cNvSpPr txBox="1"/>
            <p:nvPr/>
          </p:nvSpPr>
          <p:spPr>
            <a:xfrm>
              <a:off x="1053679" y="3155557"/>
              <a:ext cx="3007005" cy="700192"/>
            </a:xfrm>
            <a:prstGeom prst="rect">
              <a:avLst/>
            </a:prstGeom>
            <a:noFill/>
          </p:spPr>
          <p:txBody>
            <a:bodyPr wrap="square" rtlCol="0">
              <a:spAutoFit/>
            </a:bodyPr>
            <a:lstStyle/>
            <a:p>
              <a:r>
                <a:rPr lang="en-US" sz="1300" b="1">
                  <a:solidFill>
                    <a:srgbClr val="046A38"/>
                  </a:solidFill>
                  <a:latin typeface="Verdana" panose="020B0604030504040204" pitchFamily="34" charset="0"/>
                  <a:ea typeface="Verdana" panose="020B0604030504040204" pitchFamily="34" charset="0"/>
                </a:rPr>
                <a:t>Economic Catalyst</a:t>
              </a:r>
            </a:p>
            <a:p>
              <a:pPr algn="just">
                <a:spcBef>
                  <a:spcPts val="300"/>
                </a:spcBef>
                <a:spcAft>
                  <a:spcPts val="300"/>
                </a:spcAft>
              </a:pPr>
              <a:r>
                <a:rPr lang="en-US" sz="1200">
                  <a:latin typeface="Verdana" panose="020B0604030504040204" pitchFamily="34" charset="0"/>
                  <a:ea typeface="Verdana" panose="020B0604030504040204" pitchFamily="34" charset="0"/>
                </a:rPr>
                <a:t>Amongst the largest power sector entities in the country</a:t>
              </a:r>
            </a:p>
          </p:txBody>
        </p:sp>
        <p:sp>
          <p:nvSpPr>
            <p:cNvPr id="12" name="Freeform 141">
              <a:extLst>
                <a:ext uri="{FF2B5EF4-FFF2-40B4-BE49-F238E27FC236}">
                  <a16:creationId xmlns:a16="http://schemas.microsoft.com/office/drawing/2014/main" id="{910AFCA3-58B8-2957-4EAE-185C7044F573}"/>
                </a:ext>
              </a:extLst>
            </p:cNvPr>
            <p:cNvSpPr>
              <a:spLocks noChangeAspect="1" noEditPoints="1"/>
            </p:cNvSpPr>
            <p:nvPr/>
          </p:nvSpPr>
          <p:spPr bwMode="auto">
            <a:xfrm>
              <a:off x="465251" y="3172956"/>
              <a:ext cx="579600" cy="579465"/>
            </a:xfrm>
            <a:custGeom>
              <a:avLst/>
              <a:gdLst>
                <a:gd name="T0" fmla="*/ 0 w 512"/>
                <a:gd name="T1" fmla="*/ 256 h 512"/>
                <a:gd name="T2" fmla="*/ 512 w 512"/>
                <a:gd name="T3" fmla="*/ 256 h 512"/>
                <a:gd name="T4" fmla="*/ 192 w 512"/>
                <a:gd name="T5" fmla="*/ 160 h 512"/>
                <a:gd name="T6" fmla="*/ 216 w 512"/>
                <a:gd name="T7" fmla="*/ 170 h 512"/>
                <a:gd name="T8" fmla="*/ 253 w 512"/>
                <a:gd name="T9" fmla="*/ 170 h 512"/>
                <a:gd name="T10" fmla="*/ 320 w 512"/>
                <a:gd name="T11" fmla="*/ 160 h 512"/>
                <a:gd name="T12" fmla="*/ 320 w 512"/>
                <a:gd name="T13" fmla="*/ 202 h 512"/>
                <a:gd name="T14" fmla="*/ 253 w 512"/>
                <a:gd name="T15" fmla="*/ 192 h 512"/>
                <a:gd name="T16" fmla="*/ 216 w 512"/>
                <a:gd name="T17" fmla="*/ 192 h 512"/>
                <a:gd name="T18" fmla="*/ 192 w 512"/>
                <a:gd name="T19" fmla="*/ 202 h 512"/>
                <a:gd name="T20" fmla="*/ 192 w 512"/>
                <a:gd name="T21" fmla="*/ 160 h 512"/>
                <a:gd name="T22" fmla="*/ 210 w 512"/>
                <a:gd name="T23" fmla="*/ 245 h 512"/>
                <a:gd name="T24" fmla="*/ 277 w 512"/>
                <a:gd name="T25" fmla="*/ 234 h 512"/>
                <a:gd name="T26" fmla="*/ 301 w 512"/>
                <a:gd name="T27" fmla="*/ 245 h 512"/>
                <a:gd name="T28" fmla="*/ 341 w 512"/>
                <a:gd name="T29" fmla="*/ 256 h 512"/>
                <a:gd name="T30" fmla="*/ 301 w 512"/>
                <a:gd name="T31" fmla="*/ 266 h 512"/>
                <a:gd name="T32" fmla="*/ 277 w 512"/>
                <a:gd name="T33" fmla="*/ 277 h 512"/>
                <a:gd name="T34" fmla="*/ 210 w 512"/>
                <a:gd name="T35" fmla="*/ 266 h 512"/>
                <a:gd name="T36" fmla="*/ 170 w 512"/>
                <a:gd name="T37" fmla="*/ 256 h 512"/>
                <a:gd name="T38" fmla="*/ 192 w 512"/>
                <a:gd name="T39" fmla="*/ 309 h 512"/>
                <a:gd name="T40" fmla="*/ 237 w 512"/>
                <a:gd name="T41" fmla="*/ 320 h 512"/>
                <a:gd name="T42" fmla="*/ 274 w 512"/>
                <a:gd name="T43" fmla="*/ 320 h 512"/>
                <a:gd name="T44" fmla="*/ 320 w 512"/>
                <a:gd name="T45" fmla="*/ 309 h 512"/>
                <a:gd name="T46" fmla="*/ 320 w 512"/>
                <a:gd name="T47" fmla="*/ 352 h 512"/>
                <a:gd name="T48" fmla="*/ 274 w 512"/>
                <a:gd name="T49" fmla="*/ 341 h 512"/>
                <a:gd name="T50" fmla="*/ 237 w 512"/>
                <a:gd name="T51" fmla="*/ 341 h 512"/>
                <a:gd name="T52" fmla="*/ 192 w 512"/>
                <a:gd name="T53" fmla="*/ 352 h 512"/>
                <a:gd name="T54" fmla="*/ 192 w 512"/>
                <a:gd name="T55" fmla="*/ 309 h 512"/>
                <a:gd name="T56" fmla="*/ 128 w 512"/>
                <a:gd name="T57" fmla="*/ 394 h 512"/>
                <a:gd name="T58" fmla="*/ 128 w 512"/>
                <a:gd name="T59" fmla="*/ 373 h 512"/>
                <a:gd name="T60" fmla="*/ 138 w 512"/>
                <a:gd name="T61" fmla="*/ 117 h 512"/>
                <a:gd name="T62" fmla="*/ 149 w 512"/>
                <a:gd name="T63" fmla="*/ 373 h 512"/>
                <a:gd name="T64" fmla="*/ 362 w 512"/>
                <a:gd name="T65" fmla="*/ 128 h 512"/>
                <a:gd name="T66" fmla="*/ 384 w 512"/>
                <a:gd name="T67" fmla="*/ 128 h 512"/>
                <a:gd name="T68" fmla="*/ 394 w 512"/>
                <a:gd name="T69"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92" y="160"/>
                  </a:moveTo>
                  <a:cubicBezTo>
                    <a:pt x="200" y="160"/>
                    <a:pt x="206" y="164"/>
                    <a:pt x="210" y="170"/>
                  </a:cubicBezTo>
                  <a:cubicBezTo>
                    <a:pt x="216" y="170"/>
                    <a:pt x="216" y="170"/>
                    <a:pt x="216" y="170"/>
                  </a:cubicBezTo>
                  <a:cubicBezTo>
                    <a:pt x="220" y="164"/>
                    <a:pt x="226" y="160"/>
                    <a:pt x="234" y="160"/>
                  </a:cubicBezTo>
                  <a:cubicBezTo>
                    <a:pt x="242" y="160"/>
                    <a:pt x="249" y="164"/>
                    <a:pt x="253" y="170"/>
                  </a:cubicBezTo>
                  <a:cubicBezTo>
                    <a:pt x="301" y="170"/>
                    <a:pt x="301" y="170"/>
                    <a:pt x="301" y="170"/>
                  </a:cubicBezTo>
                  <a:cubicBezTo>
                    <a:pt x="305" y="164"/>
                    <a:pt x="312" y="160"/>
                    <a:pt x="320" y="160"/>
                  </a:cubicBezTo>
                  <a:cubicBezTo>
                    <a:pt x="331" y="160"/>
                    <a:pt x="341" y="169"/>
                    <a:pt x="341" y="181"/>
                  </a:cubicBezTo>
                  <a:cubicBezTo>
                    <a:pt x="341" y="193"/>
                    <a:pt x="331" y="202"/>
                    <a:pt x="320" y="202"/>
                  </a:cubicBezTo>
                  <a:cubicBezTo>
                    <a:pt x="312" y="202"/>
                    <a:pt x="305" y="198"/>
                    <a:pt x="301" y="192"/>
                  </a:cubicBezTo>
                  <a:cubicBezTo>
                    <a:pt x="253" y="192"/>
                    <a:pt x="253" y="192"/>
                    <a:pt x="253" y="192"/>
                  </a:cubicBezTo>
                  <a:cubicBezTo>
                    <a:pt x="249" y="198"/>
                    <a:pt x="242" y="202"/>
                    <a:pt x="234" y="202"/>
                  </a:cubicBezTo>
                  <a:cubicBezTo>
                    <a:pt x="226" y="202"/>
                    <a:pt x="220" y="198"/>
                    <a:pt x="216" y="192"/>
                  </a:cubicBezTo>
                  <a:cubicBezTo>
                    <a:pt x="210" y="192"/>
                    <a:pt x="210" y="192"/>
                    <a:pt x="210" y="192"/>
                  </a:cubicBezTo>
                  <a:cubicBezTo>
                    <a:pt x="206" y="198"/>
                    <a:pt x="200" y="202"/>
                    <a:pt x="192" y="202"/>
                  </a:cubicBezTo>
                  <a:cubicBezTo>
                    <a:pt x="180" y="202"/>
                    <a:pt x="170" y="193"/>
                    <a:pt x="170" y="181"/>
                  </a:cubicBezTo>
                  <a:cubicBezTo>
                    <a:pt x="170" y="169"/>
                    <a:pt x="180" y="160"/>
                    <a:pt x="192" y="160"/>
                  </a:cubicBezTo>
                  <a:close/>
                  <a:moveTo>
                    <a:pt x="192" y="234"/>
                  </a:moveTo>
                  <a:cubicBezTo>
                    <a:pt x="200" y="234"/>
                    <a:pt x="206" y="239"/>
                    <a:pt x="210" y="245"/>
                  </a:cubicBezTo>
                  <a:cubicBezTo>
                    <a:pt x="259" y="245"/>
                    <a:pt x="259" y="245"/>
                    <a:pt x="259" y="245"/>
                  </a:cubicBezTo>
                  <a:cubicBezTo>
                    <a:pt x="262" y="239"/>
                    <a:pt x="269" y="234"/>
                    <a:pt x="277" y="234"/>
                  </a:cubicBezTo>
                  <a:cubicBezTo>
                    <a:pt x="285" y="234"/>
                    <a:pt x="292" y="239"/>
                    <a:pt x="295" y="245"/>
                  </a:cubicBezTo>
                  <a:cubicBezTo>
                    <a:pt x="301" y="245"/>
                    <a:pt x="301" y="245"/>
                    <a:pt x="301" y="245"/>
                  </a:cubicBezTo>
                  <a:cubicBezTo>
                    <a:pt x="305" y="239"/>
                    <a:pt x="312" y="234"/>
                    <a:pt x="320" y="234"/>
                  </a:cubicBezTo>
                  <a:cubicBezTo>
                    <a:pt x="331" y="234"/>
                    <a:pt x="341" y="244"/>
                    <a:pt x="341" y="256"/>
                  </a:cubicBezTo>
                  <a:cubicBezTo>
                    <a:pt x="341" y="267"/>
                    <a:pt x="331" y="277"/>
                    <a:pt x="320" y="277"/>
                  </a:cubicBezTo>
                  <a:cubicBezTo>
                    <a:pt x="312" y="277"/>
                    <a:pt x="305" y="273"/>
                    <a:pt x="301" y="266"/>
                  </a:cubicBezTo>
                  <a:cubicBezTo>
                    <a:pt x="295" y="266"/>
                    <a:pt x="295" y="266"/>
                    <a:pt x="295" y="266"/>
                  </a:cubicBezTo>
                  <a:cubicBezTo>
                    <a:pt x="292" y="273"/>
                    <a:pt x="285" y="277"/>
                    <a:pt x="277" y="277"/>
                  </a:cubicBezTo>
                  <a:cubicBezTo>
                    <a:pt x="269" y="277"/>
                    <a:pt x="262" y="273"/>
                    <a:pt x="259" y="266"/>
                  </a:cubicBezTo>
                  <a:cubicBezTo>
                    <a:pt x="210" y="266"/>
                    <a:pt x="210" y="266"/>
                    <a:pt x="210" y="266"/>
                  </a:cubicBezTo>
                  <a:cubicBezTo>
                    <a:pt x="206" y="273"/>
                    <a:pt x="200" y="277"/>
                    <a:pt x="192" y="277"/>
                  </a:cubicBezTo>
                  <a:cubicBezTo>
                    <a:pt x="180" y="277"/>
                    <a:pt x="170" y="267"/>
                    <a:pt x="170" y="256"/>
                  </a:cubicBezTo>
                  <a:cubicBezTo>
                    <a:pt x="170" y="244"/>
                    <a:pt x="180" y="234"/>
                    <a:pt x="192" y="234"/>
                  </a:cubicBezTo>
                  <a:close/>
                  <a:moveTo>
                    <a:pt x="192" y="309"/>
                  </a:moveTo>
                  <a:cubicBezTo>
                    <a:pt x="200" y="309"/>
                    <a:pt x="206" y="313"/>
                    <a:pt x="210" y="320"/>
                  </a:cubicBezTo>
                  <a:cubicBezTo>
                    <a:pt x="237" y="320"/>
                    <a:pt x="237" y="320"/>
                    <a:pt x="237" y="320"/>
                  </a:cubicBezTo>
                  <a:cubicBezTo>
                    <a:pt x="241" y="313"/>
                    <a:pt x="248" y="309"/>
                    <a:pt x="256" y="309"/>
                  </a:cubicBezTo>
                  <a:cubicBezTo>
                    <a:pt x="264" y="309"/>
                    <a:pt x="270" y="313"/>
                    <a:pt x="274" y="320"/>
                  </a:cubicBezTo>
                  <a:cubicBezTo>
                    <a:pt x="301" y="320"/>
                    <a:pt x="301" y="320"/>
                    <a:pt x="301" y="320"/>
                  </a:cubicBezTo>
                  <a:cubicBezTo>
                    <a:pt x="305" y="313"/>
                    <a:pt x="312" y="309"/>
                    <a:pt x="320" y="309"/>
                  </a:cubicBezTo>
                  <a:cubicBezTo>
                    <a:pt x="331" y="309"/>
                    <a:pt x="341" y="319"/>
                    <a:pt x="341" y="330"/>
                  </a:cubicBezTo>
                  <a:cubicBezTo>
                    <a:pt x="341" y="342"/>
                    <a:pt x="331" y="352"/>
                    <a:pt x="320" y="352"/>
                  </a:cubicBezTo>
                  <a:cubicBezTo>
                    <a:pt x="312" y="352"/>
                    <a:pt x="305" y="347"/>
                    <a:pt x="301" y="341"/>
                  </a:cubicBezTo>
                  <a:cubicBezTo>
                    <a:pt x="274" y="341"/>
                    <a:pt x="274" y="341"/>
                    <a:pt x="274" y="341"/>
                  </a:cubicBezTo>
                  <a:cubicBezTo>
                    <a:pt x="270" y="347"/>
                    <a:pt x="264" y="352"/>
                    <a:pt x="256" y="352"/>
                  </a:cubicBezTo>
                  <a:cubicBezTo>
                    <a:pt x="248" y="352"/>
                    <a:pt x="241" y="347"/>
                    <a:pt x="237" y="341"/>
                  </a:cubicBezTo>
                  <a:cubicBezTo>
                    <a:pt x="210" y="341"/>
                    <a:pt x="210" y="341"/>
                    <a:pt x="210" y="341"/>
                  </a:cubicBezTo>
                  <a:cubicBezTo>
                    <a:pt x="206" y="347"/>
                    <a:pt x="200" y="352"/>
                    <a:pt x="192" y="352"/>
                  </a:cubicBezTo>
                  <a:cubicBezTo>
                    <a:pt x="180" y="352"/>
                    <a:pt x="170" y="342"/>
                    <a:pt x="170" y="330"/>
                  </a:cubicBezTo>
                  <a:cubicBezTo>
                    <a:pt x="170" y="319"/>
                    <a:pt x="180" y="309"/>
                    <a:pt x="192" y="309"/>
                  </a:cubicBezTo>
                  <a:close/>
                  <a:moveTo>
                    <a:pt x="384" y="394"/>
                  </a:moveTo>
                  <a:cubicBezTo>
                    <a:pt x="128" y="394"/>
                    <a:pt x="128" y="394"/>
                    <a:pt x="128" y="394"/>
                  </a:cubicBezTo>
                  <a:cubicBezTo>
                    <a:pt x="122" y="394"/>
                    <a:pt x="117" y="390"/>
                    <a:pt x="117" y="384"/>
                  </a:cubicBezTo>
                  <a:cubicBezTo>
                    <a:pt x="117" y="378"/>
                    <a:pt x="122" y="373"/>
                    <a:pt x="128" y="373"/>
                  </a:cubicBezTo>
                  <a:cubicBezTo>
                    <a:pt x="128" y="128"/>
                    <a:pt x="128" y="128"/>
                    <a:pt x="128" y="128"/>
                  </a:cubicBezTo>
                  <a:cubicBezTo>
                    <a:pt x="128" y="122"/>
                    <a:pt x="132" y="117"/>
                    <a:pt x="138" y="117"/>
                  </a:cubicBezTo>
                  <a:cubicBezTo>
                    <a:pt x="144" y="117"/>
                    <a:pt x="149" y="122"/>
                    <a:pt x="149" y="128"/>
                  </a:cubicBezTo>
                  <a:cubicBezTo>
                    <a:pt x="149" y="373"/>
                    <a:pt x="149" y="373"/>
                    <a:pt x="149" y="373"/>
                  </a:cubicBezTo>
                  <a:cubicBezTo>
                    <a:pt x="362" y="373"/>
                    <a:pt x="362" y="373"/>
                    <a:pt x="362" y="373"/>
                  </a:cubicBezTo>
                  <a:cubicBezTo>
                    <a:pt x="362" y="128"/>
                    <a:pt x="362" y="128"/>
                    <a:pt x="362" y="128"/>
                  </a:cubicBezTo>
                  <a:cubicBezTo>
                    <a:pt x="362" y="122"/>
                    <a:pt x="367" y="117"/>
                    <a:pt x="373" y="117"/>
                  </a:cubicBezTo>
                  <a:cubicBezTo>
                    <a:pt x="379" y="117"/>
                    <a:pt x="384" y="122"/>
                    <a:pt x="384" y="128"/>
                  </a:cubicBezTo>
                  <a:cubicBezTo>
                    <a:pt x="384" y="373"/>
                    <a:pt x="384" y="373"/>
                    <a:pt x="384" y="373"/>
                  </a:cubicBezTo>
                  <a:cubicBezTo>
                    <a:pt x="390" y="373"/>
                    <a:pt x="394" y="378"/>
                    <a:pt x="394" y="384"/>
                  </a:cubicBezTo>
                  <a:cubicBezTo>
                    <a:pt x="394" y="390"/>
                    <a:pt x="390" y="394"/>
                    <a:pt x="384" y="394"/>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a:p>
          </p:txBody>
        </p:sp>
      </p:grpSp>
      <p:cxnSp>
        <p:nvCxnSpPr>
          <p:cNvPr id="17" name="Straight Connector 16">
            <a:extLst>
              <a:ext uri="{FF2B5EF4-FFF2-40B4-BE49-F238E27FC236}">
                <a16:creationId xmlns:a16="http://schemas.microsoft.com/office/drawing/2014/main" id="{5C3F2339-8CF0-5400-5DA7-CD13467262FE}"/>
              </a:ext>
            </a:extLst>
          </p:cNvPr>
          <p:cNvCxnSpPr>
            <a:cxnSpLocks/>
          </p:cNvCxnSpPr>
          <p:nvPr/>
        </p:nvCxnSpPr>
        <p:spPr>
          <a:xfrm flipV="1">
            <a:off x="4097862" y="2224966"/>
            <a:ext cx="0" cy="4294458"/>
          </a:xfrm>
          <a:prstGeom prst="line">
            <a:avLst/>
          </a:prstGeom>
          <a:ln w="19050">
            <a:gradFill flip="none" rotWithShape="1">
              <a:gsLst>
                <a:gs pos="1000">
                  <a:schemeClr val="accent6">
                    <a:lumMod val="40000"/>
                    <a:lumOff val="60000"/>
                  </a:schemeClr>
                </a:gs>
                <a:gs pos="46000">
                  <a:schemeClr val="accent6">
                    <a:lumMod val="40000"/>
                    <a:lumOff val="60000"/>
                  </a:schemeClr>
                </a:gs>
                <a:gs pos="100000">
                  <a:schemeClr val="accent4">
                    <a:lumMod val="60000"/>
                  </a:schemeClr>
                </a:gs>
              </a:gsLst>
              <a:path path="circle">
                <a:fillToRect l="50000" t="50000" r="50000" b="50000"/>
              </a:path>
              <a:tileRect/>
            </a:gradFill>
            <a:tailEnd w="lg" len="med"/>
          </a:ln>
        </p:spPr>
        <p:style>
          <a:lnRef idx="3">
            <a:schemeClr val="accent3"/>
          </a:lnRef>
          <a:fillRef idx="0">
            <a:schemeClr val="accent3"/>
          </a:fillRef>
          <a:effectRef idx="2">
            <a:schemeClr val="accent3"/>
          </a:effectRef>
          <a:fontRef idx="minor">
            <a:schemeClr val="tx1"/>
          </a:fontRef>
        </p:style>
      </p:cxnSp>
      <p:cxnSp>
        <p:nvCxnSpPr>
          <p:cNvPr id="73" name="Straight Connector 72">
            <a:extLst>
              <a:ext uri="{FF2B5EF4-FFF2-40B4-BE49-F238E27FC236}">
                <a16:creationId xmlns:a16="http://schemas.microsoft.com/office/drawing/2014/main" id="{9C82799B-B97A-1792-E25A-06794D4148F9}"/>
              </a:ext>
            </a:extLst>
          </p:cNvPr>
          <p:cNvCxnSpPr>
            <a:cxnSpLocks/>
          </p:cNvCxnSpPr>
          <p:nvPr/>
        </p:nvCxnSpPr>
        <p:spPr>
          <a:xfrm flipV="1">
            <a:off x="7627699" y="2234896"/>
            <a:ext cx="0" cy="4294458"/>
          </a:xfrm>
          <a:prstGeom prst="line">
            <a:avLst/>
          </a:prstGeom>
          <a:ln w="19050">
            <a:gradFill flip="none" rotWithShape="1">
              <a:gsLst>
                <a:gs pos="1000">
                  <a:schemeClr val="accent6">
                    <a:lumMod val="40000"/>
                    <a:lumOff val="60000"/>
                  </a:schemeClr>
                </a:gs>
                <a:gs pos="46000">
                  <a:schemeClr val="accent6">
                    <a:lumMod val="40000"/>
                    <a:lumOff val="60000"/>
                  </a:schemeClr>
                </a:gs>
                <a:gs pos="100000">
                  <a:schemeClr val="accent4">
                    <a:lumMod val="60000"/>
                  </a:schemeClr>
                </a:gs>
              </a:gsLst>
              <a:path path="circle">
                <a:fillToRect l="50000" t="50000" r="50000" b="50000"/>
              </a:path>
              <a:tileRect/>
            </a:gradFill>
            <a:tailEnd w="lg" len="med"/>
          </a:ln>
        </p:spPr>
        <p:style>
          <a:lnRef idx="3">
            <a:schemeClr val="accent3"/>
          </a:lnRef>
          <a:fillRef idx="0">
            <a:schemeClr val="accent3"/>
          </a:fillRef>
          <a:effectRef idx="2">
            <a:schemeClr val="accent3"/>
          </a:effectRef>
          <a:fontRef idx="minor">
            <a:schemeClr val="tx1"/>
          </a:fontRef>
        </p:style>
      </p:cxnSp>
      <p:sp>
        <p:nvSpPr>
          <p:cNvPr id="540" name="Rectangle 539">
            <a:extLst>
              <a:ext uri="{FF2B5EF4-FFF2-40B4-BE49-F238E27FC236}">
                <a16:creationId xmlns:a16="http://schemas.microsoft.com/office/drawing/2014/main" id="{8AB26016-9BB4-D27A-E106-255B902B6247}"/>
              </a:ext>
            </a:extLst>
          </p:cNvPr>
          <p:cNvSpPr/>
          <p:nvPr/>
        </p:nvSpPr>
        <p:spPr bwMode="gray">
          <a:xfrm>
            <a:off x="8661847" y="1822524"/>
            <a:ext cx="1872119" cy="265480"/>
          </a:xfrm>
          <a:prstGeom prst="rect">
            <a:avLst/>
          </a:prstGeom>
          <a:solidFill>
            <a:schemeClr val="accent5"/>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100" b="1">
                <a:solidFill>
                  <a:schemeClr val="bg1"/>
                </a:solidFill>
                <a:latin typeface="Verdana" panose="020B0604030504040204" pitchFamily="34" charset="0"/>
                <a:ea typeface="Verdana" panose="020B0604030504040204" pitchFamily="34" charset="0"/>
                <a:cs typeface="Arial" panose="020B0604020202020204" pitchFamily="34" charset="0"/>
              </a:rPr>
              <a:t>Turnaround Story</a:t>
            </a:r>
          </a:p>
        </p:txBody>
      </p:sp>
      <p:sp>
        <p:nvSpPr>
          <p:cNvPr id="541" name="Rectangle 540">
            <a:extLst>
              <a:ext uri="{FF2B5EF4-FFF2-40B4-BE49-F238E27FC236}">
                <a16:creationId xmlns:a16="http://schemas.microsoft.com/office/drawing/2014/main" id="{E3DDBD8A-6CEC-FD10-7864-C51CCFD4B431}"/>
              </a:ext>
            </a:extLst>
          </p:cNvPr>
          <p:cNvSpPr/>
          <p:nvPr/>
        </p:nvSpPr>
        <p:spPr bwMode="gray">
          <a:xfrm>
            <a:off x="4108601" y="1825662"/>
            <a:ext cx="2280668" cy="291548"/>
          </a:xfrm>
          <a:prstGeom prst="rect">
            <a:avLst/>
          </a:prstGeom>
          <a:solidFill>
            <a:schemeClr val="accent5"/>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100" b="1">
                <a:solidFill>
                  <a:schemeClr val="bg1"/>
                </a:solidFill>
                <a:latin typeface="Verdana" panose="020B0604030504040204" pitchFamily="34" charset="0"/>
                <a:ea typeface="Verdana" panose="020B0604030504040204" pitchFamily="34" charset="0"/>
                <a:cs typeface="Arial" panose="020B0604020202020204" pitchFamily="34" charset="0"/>
              </a:rPr>
              <a:t>Achievements &amp; Accolades</a:t>
            </a:r>
          </a:p>
        </p:txBody>
      </p:sp>
      <p:grpSp>
        <p:nvGrpSpPr>
          <p:cNvPr id="451" name="Group 450">
            <a:extLst>
              <a:ext uri="{FF2B5EF4-FFF2-40B4-BE49-F238E27FC236}">
                <a16:creationId xmlns:a16="http://schemas.microsoft.com/office/drawing/2014/main" id="{38EEB758-0C1F-D26E-24C5-06BBC3AEBDD3}"/>
              </a:ext>
            </a:extLst>
          </p:cNvPr>
          <p:cNvGrpSpPr/>
          <p:nvPr/>
        </p:nvGrpSpPr>
        <p:grpSpPr>
          <a:xfrm>
            <a:off x="475589" y="3976004"/>
            <a:ext cx="3603216" cy="706673"/>
            <a:chOff x="507638" y="4351657"/>
            <a:chExt cx="3603216" cy="706673"/>
          </a:xfrm>
        </p:grpSpPr>
        <p:sp>
          <p:nvSpPr>
            <p:cNvPr id="13" name="TextBox 12">
              <a:extLst>
                <a:ext uri="{FF2B5EF4-FFF2-40B4-BE49-F238E27FC236}">
                  <a16:creationId xmlns:a16="http://schemas.microsoft.com/office/drawing/2014/main" id="{62266D77-29F3-A5D5-B64E-2DEAAC82DE85}"/>
                </a:ext>
              </a:extLst>
            </p:cNvPr>
            <p:cNvSpPr txBox="1"/>
            <p:nvPr/>
          </p:nvSpPr>
          <p:spPr>
            <a:xfrm>
              <a:off x="1103849" y="4358138"/>
              <a:ext cx="3007005" cy="700192"/>
            </a:xfrm>
            <a:prstGeom prst="rect">
              <a:avLst/>
            </a:prstGeom>
            <a:noFill/>
          </p:spPr>
          <p:txBody>
            <a:bodyPr wrap="square" rtlCol="0">
              <a:spAutoFit/>
            </a:bodyPr>
            <a:lstStyle/>
            <a:p>
              <a:r>
                <a:rPr lang="en-US" sz="1300" b="1">
                  <a:solidFill>
                    <a:schemeClr val="accent3"/>
                  </a:solidFill>
                  <a:latin typeface="Verdana" panose="020B0604030504040204" pitchFamily="34" charset="0"/>
                  <a:ea typeface="Verdana" panose="020B0604030504040204" pitchFamily="34" charset="0"/>
                </a:rPr>
                <a:t>Social Capital</a:t>
              </a:r>
            </a:p>
            <a:p>
              <a:pPr>
                <a:spcBef>
                  <a:spcPts val="300"/>
                </a:spcBef>
                <a:spcAft>
                  <a:spcPts val="300"/>
                </a:spcAft>
              </a:pPr>
              <a:r>
                <a:rPr lang="en-US" sz="1200">
                  <a:latin typeface="Verdana" panose="020B0604030504040204" pitchFamily="34" charset="0"/>
                  <a:ea typeface="Verdana" panose="020B0604030504040204" pitchFamily="34" charset="0"/>
                </a:rPr>
                <a:t>5000+ Direct and 20000+ Indirect employment</a:t>
              </a:r>
            </a:p>
          </p:txBody>
        </p:sp>
        <p:grpSp>
          <p:nvGrpSpPr>
            <p:cNvPr id="26" name="Graphic 4">
              <a:extLst>
                <a:ext uri="{FF2B5EF4-FFF2-40B4-BE49-F238E27FC236}">
                  <a16:creationId xmlns:a16="http://schemas.microsoft.com/office/drawing/2014/main" id="{C2AA6199-86AC-1070-B2EE-10A81D111B25}"/>
                </a:ext>
              </a:extLst>
            </p:cNvPr>
            <p:cNvGrpSpPr/>
            <p:nvPr/>
          </p:nvGrpSpPr>
          <p:grpSpPr>
            <a:xfrm>
              <a:off x="507638" y="4351657"/>
              <a:ext cx="583199" cy="583200"/>
              <a:chOff x="7192513" y="2365146"/>
              <a:chExt cx="361670" cy="361333"/>
            </a:xfrm>
            <a:solidFill>
              <a:schemeClr val="accent3"/>
            </a:solidFill>
          </p:grpSpPr>
          <p:sp>
            <p:nvSpPr>
              <p:cNvPr id="28" name="Graphic 4">
                <a:extLst>
                  <a:ext uri="{FF2B5EF4-FFF2-40B4-BE49-F238E27FC236}">
                    <a16:creationId xmlns:a16="http://schemas.microsoft.com/office/drawing/2014/main" id="{EEE50A61-595B-26D9-5D96-29ADBD11FAA9}"/>
                  </a:ext>
                </a:extLst>
              </p:cNvPr>
              <p:cNvSpPr/>
              <p:nvPr/>
            </p:nvSpPr>
            <p:spPr>
              <a:xfrm>
                <a:off x="7347149" y="2460549"/>
                <a:ext cx="53675" cy="53625"/>
              </a:xfrm>
              <a:custGeom>
                <a:avLst/>
                <a:gdLst>
                  <a:gd name="connsiteX0" fmla="*/ 53675 w 53675"/>
                  <a:gd name="connsiteY0" fmla="*/ 26813 h 53625"/>
                  <a:gd name="connsiteX1" fmla="*/ 26838 w 53675"/>
                  <a:gd name="connsiteY1" fmla="*/ 53626 h 53625"/>
                  <a:gd name="connsiteX2" fmla="*/ 0 w 53675"/>
                  <a:gd name="connsiteY2" fmla="*/ 26813 h 53625"/>
                  <a:gd name="connsiteX3" fmla="*/ 26838 w 53675"/>
                  <a:gd name="connsiteY3" fmla="*/ 0 h 53625"/>
                  <a:gd name="connsiteX4" fmla="*/ 53675 w 53675"/>
                  <a:gd name="connsiteY4" fmla="*/ 26813 h 53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75" h="53625">
                    <a:moveTo>
                      <a:pt x="53675" y="26813"/>
                    </a:moveTo>
                    <a:cubicBezTo>
                      <a:pt x="53675" y="41621"/>
                      <a:pt x="41660" y="53626"/>
                      <a:pt x="26838" y="53626"/>
                    </a:cubicBezTo>
                    <a:cubicBezTo>
                      <a:pt x="12016" y="53626"/>
                      <a:pt x="0" y="41621"/>
                      <a:pt x="0" y="26813"/>
                    </a:cubicBezTo>
                    <a:cubicBezTo>
                      <a:pt x="0" y="12004"/>
                      <a:pt x="12016" y="0"/>
                      <a:pt x="26838" y="0"/>
                    </a:cubicBezTo>
                    <a:cubicBezTo>
                      <a:pt x="41660" y="0"/>
                      <a:pt x="53675" y="12004"/>
                      <a:pt x="53675" y="26813"/>
                    </a:cubicBezTo>
                    <a:close/>
                  </a:path>
                </a:pathLst>
              </a:custGeom>
              <a:grpFill/>
              <a:ln w="6390" cap="flat">
                <a:noFill/>
                <a:prstDash val="solid"/>
                <a:miter/>
              </a:ln>
            </p:spPr>
            <p:txBody>
              <a:bodyPr rtlCol="0" anchor="ctr"/>
              <a:lstStyle/>
              <a:p>
                <a:endParaRPr lang="en-US"/>
              </a:p>
            </p:txBody>
          </p:sp>
          <p:sp>
            <p:nvSpPr>
              <p:cNvPr id="29" name="Graphic 4">
                <a:extLst>
                  <a:ext uri="{FF2B5EF4-FFF2-40B4-BE49-F238E27FC236}">
                    <a16:creationId xmlns:a16="http://schemas.microsoft.com/office/drawing/2014/main" id="{9164BFA0-41CB-ACBC-9169-FEA25AE532B4}"/>
                  </a:ext>
                </a:extLst>
              </p:cNvPr>
              <p:cNvSpPr/>
              <p:nvPr/>
            </p:nvSpPr>
            <p:spPr>
              <a:xfrm>
                <a:off x="7432135" y="2482255"/>
                <a:ext cx="39618" cy="39580"/>
              </a:xfrm>
              <a:custGeom>
                <a:avLst/>
                <a:gdLst>
                  <a:gd name="connsiteX0" fmla="*/ 19809 w 39618"/>
                  <a:gd name="connsiteY0" fmla="*/ 39581 h 39580"/>
                  <a:gd name="connsiteX1" fmla="*/ 39618 w 39618"/>
                  <a:gd name="connsiteY1" fmla="*/ 19790 h 39580"/>
                  <a:gd name="connsiteX2" fmla="*/ 19809 w 39618"/>
                  <a:gd name="connsiteY2" fmla="*/ 0 h 39580"/>
                  <a:gd name="connsiteX3" fmla="*/ 0 w 39618"/>
                  <a:gd name="connsiteY3" fmla="*/ 19790 h 39580"/>
                  <a:gd name="connsiteX4" fmla="*/ 19809 w 39618"/>
                  <a:gd name="connsiteY4" fmla="*/ 39581 h 39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18" h="39580">
                    <a:moveTo>
                      <a:pt x="19809" y="39581"/>
                    </a:moveTo>
                    <a:cubicBezTo>
                      <a:pt x="30672" y="39581"/>
                      <a:pt x="39618" y="30643"/>
                      <a:pt x="39618" y="19790"/>
                    </a:cubicBezTo>
                    <a:cubicBezTo>
                      <a:pt x="39618" y="8938"/>
                      <a:pt x="30672" y="0"/>
                      <a:pt x="19809" y="0"/>
                    </a:cubicBezTo>
                    <a:cubicBezTo>
                      <a:pt x="8946" y="0"/>
                      <a:pt x="0" y="8938"/>
                      <a:pt x="0" y="19790"/>
                    </a:cubicBezTo>
                    <a:cubicBezTo>
                      <a:pt x="0" y="30643"/>
                      <a:pt x="8307" y="39581"/>
                      <a:pt x="19809" y="39581"/>
                    </a:cubicBezTo>
                    <a:close/>
                  </a:path>
                </a:pathLst>
              </a:custGeom>
              <a:grpFill/>
              <a:ln w="6390" cap="flat">
                <a:noFill/>
                <a:prstDash val="solid"/>
                <a:miter/>
              </a:ln>
            </p:spPr>
            <p:txBody>
              <a:bodyPr rtlCol="0" anchor="ctr"/>
              <a:lstStyle/>
              <a:p>
                <a:endParaRPr lang="en-US"/>
              </a:p>
            </p:txBody>
          </p:sp>
          <p:sp>
            <p:nvSpPr>
              <p:cNvPr id="30" name="Graphic 4">
                <a:extLst>
                  <a:ext uri="{FF2B5EF4-FFF2-40B4-BE49-F238E27FC236}">
                    <a16:creationId xmlns:a16="http://schemas.microsoft.com/office/drawing/2014/main" id="{782E4D2F-FA2D-1A93-700F-84DD58FA00AD}"/>
                  </a:ext>
                </a:extLst>
              </p:cNvPr>
              <p:cNvSpPr/>
              <p:nvPr/>
            </p:nvSpPr>
            <p:spPr>
              <a:xfrm>
                <a:off x="7276860" y="2482255"/>
                <a:ext cx="39617" cy="39580"/>
              </a:xfrm>
              <a:custGeom>
                <a:avLst/>
                <a:gdLst>
                  <a:gd name="connsiteX0" fmla="*/ 19809 w 39617"/>
                  <a:gd name="connsiteY0" fmla="*/ 39581 h 39580"/>
                  <a:gd name="connsiteX1" fmla="*/ 39617 w 39617"/>
                  <a:gd name="connsiteY1" fmla="*/ 19790 h 39580"/>
                  <a:gd name="connsiteX2" fmla="*/ 19809 w 39617"/>
                  <a:gd name="connsiteY2" fmla="*/ 0 h 39580"/>
                  <a:gd name="connsiteX3" fmla="*/ 0 w 39617"/>
                  <a:gd name="connsiteY3" fmla="*/ 19790 h 39580"/>
                  <a:gd name="connsiteX4" fmla="*/ 19809 w 39617"/>
                  <a:gd name="connsiteY4" fmla="*/ 39581 h 39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17" h="39580">
                    <a:moveTo>
                      <a:pt x="19809" y="39581"/>
                    </a:moveTo>
                    <a:cubicBezTo>
                      <a:pt x="30671" y="39581"/>
                      <a:pt x="39617" y="30643"/>
                      <a:pt x="39617" y="19790"/>
                    </a:cubicBezTo>
                    <a:cubicBezTo>
                      <a:pt x="39617" y="8938"/>
                      <a:pt x="30671" y="0"/>
                      <a:pt x="19809" y="0"/>
                    </a:cubicBezTo>
                    <a:cubicBezTo>
                      <a:pt x="8945" y="0"/>
                      <a:pt x="0" y="8938"/>
                      <a:pt x="0" y="19790"/>
                    </a:cubicBezTo>
                    <a:cubicBezTo>
                      <a:pt x="0" y="30643"/>
                      <a:pt x="8945" y="39581"/>
                      <a:pt x="19809" y="39581"/>
                    </a:cubicBezTo>
                    <a:close/>
                  </a:path>
                </a:pathLst>
              </a:custGeom>
              <a:grpFill/>
              <a:ln w="6390" cap="flat">
                <a:noFill/>
                <a:prstDash val="solid"/>
                <a:miter/>
              </a:ln>
            </p:spPr>
            <p:txBody>
              <a:bodyPr rtlCol="0" anchor="ctr"/>
              <a:lstStyle/>
              <a:p>
                <a:endParaRPr lang="en-US"/>
              </a:p>
            </p:txBody>
          </p:sp>
          <p:sp>
            <p:nvSpPr>
              <p:cNvPr id="31" name="Graphic 4">
                <a:extLst>
                  <a:ext uri="{FF2B5EF4-FFF2-40B4-BE49-F238E27FC236}">
                    <a16:creationId xmlns:a16="http://schemas.microsoft.com/office/drawing/2014/main" id="{BBC31DBB-DAEF-3A9C-F99D-350EF863DB47}"/>
                  </a:ext>
                </a:extLst>
              </p:cNvPr>
              <p:cNvSpPr/>
              <p:nvPr/>
            </p:nvSpPr>
            <p:spPr>
              <a:xfrm>
                <a:off x="7192513" y="2365146"/>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0 w 361670"/>
                  <a:gd name="connsiteY3" fmla="*/ 180667 h 361333"/>
                  <a:gd name="connsiteX4" fmla="*/ 180836 w 361670"/>
                  <a:gd name="connsiteY4" fmla="*/ 0 h 361333"/>
                  <a:gd name="connsiteX5" fmla="*/ 259431 w 361670"/>
                  <a:gd name="connsiteY5" fmla="*/ 98313 h 361333"/>
                  <a:gd name="connsiteX6" fmla="*/ 292021 w 361670"/>
                  <a:gd name="connsiteY6" fmla="*/ 130872 h 361333"/>
                  <a:gd name="connsiteX7" fmla="*/ 259431 w 361670"/>
                  <a:gd name="connsiteY7" fmla="*/ 163430 h 361333"/>
                  <a:gd name="connsiteX8" fmla="*/ 226843 w 361670"/>
                  <a:gd name="connsiteY8" fmla="*/ 130872 h 361333"/>
                  <a:gd name="connsiteX9" fmla="*/ 259431 w 361670"/>
                  <a:gd name="connsiteY9" fmla="*/ 98313 h 361333"/>
                  <a:gd name="connsiteX10" fmla="*/ 181474 w 361670"/>
                  <a:gd name="connsiteY10" fmla="*/ 75970 h 361333"/>
                  <a:gd name="connsiteX11" fmla="*/ 221092 w 361670"/>
                  <a:gd name="connsiteY11" fmla="*/ 115550 h 361333"/>
                  <a:gd name="connsiteX12" fmla="*/ 181474 w 361670"/>
                  <a:gd name="connsiteY12" fmla="*/ 155131 h 361333"/>
                  <a:gd name="connsiteX13" fmla="*/ 141857 w 361670"/>
                  <a:gd name="connsiteY13" fmla="*/ 115550 h 361333"/>
                  <a:gd name="connsiteX14" fmla="*/ 181474 w 361670"/>
                  <a:gd name="connsiteY14" fmla="*/ 75970 h 361333"/>
                  <a:gd name="connsiteX15" fmla="*/ 104156 w 361670"/>
                  <a:gd name="connsiteY15" fmla="*/ 98313 h 361333"/>
                  <a:gd name="connsiteX16" fmla="*/ 136745 w 361670"/>
                  <a:gd name="connsiteY16" fmla="*/ 130872 h 361333"/>
                  <a:gd name="connsiteX17" fmla="*/ 104156 w 361670"/>
                  <a:gd name="connsiteY17" fmla="*/ 163430 h 361333"/>
                  <a:gd name="connsiteX18" fmla="*/ 71568 w 361670"/>
                  <a:gd name="connsiteY18" fmla="*/ 130872 h 361333"/>
                  <a:gd name="connsiteX19" fmla="*/ 104156 w 361670"/>
                  <a:gd name="connsiteY19" fmla="*/ 98313 h 361333"/>
                  <a:gd name="connsiteX20" fmla="*/ 70289 w 361670"/>
                  <a:gd name="connsiteY20" fmla="*/ 209395 h 361333"/>
                  <a:gd name="connsiteX21" fmla="*/ 70289 w 361670"/>
                  <a:gd name="connsiteY21" fmla="*/ 260467 h 361333"/>
                  <a:gd name="connsiteX22" fmla="*/ 63899 w 361670"/>
                  <a:gd name="connsiteY22" fmla="*/ 266851 h 361333"/>
                  <a:gd name="connsiteX23" fmla="*/ 57509 w 361670"/>
                  <a:gd name="connsiteY23" fmla="*/ 260467 h 361333"/>
                  <a:gd name="connsiteX24" fmla="*/ 57509 w 361670"/>
                  <a:gd name="connsiteY24" fmla="*/ 209395 h 361333"/>
                  <a:gd name="connsiteX25" fmla="*/ 115019 w 361670"/>
                  <a:gd name="connsiteY25" fmla="*/ 172368 h 361333"/>
                  <a:gd name="connsiteX26" fmla="*/ 120131 w 361670"/>
                  <a:gd name="connsiteY26" fmla="*/ 172368 h 361333"/>
                  <a:gd name="connsiteX27" fmla="*/ 126521 w 361670"/>
                  <a:gd name="connsiteY27" fmla="*/ 178752 h 361333"/>
                  <a:gd name="connsiteX28" fmla="*/ 120131 w 361670"/>
                  <a:gd name="connsiteY28" fmla="*/ 185135 h 361333"/>
                  <a:gd name="connsiteX29" fmla="*/ 115019 w 361670"/>
                  <a:gd name="connsiteY29" fmla="*/ 185135 h 361333"/>
                  <a:gd name="connsiteX30" fmla="*/ 70289 w 361670"/>
                  <a:gd name="connsiteY30" fmla="*/ 209395 h 361333"/>
                  <a:gd name="connsiteX31" fmla="*/ 244096 w 361670"/>
                  <a:gd name="connsiteY31" fmla="*/ 265574 h 361333"/>
                  <a:gd name="connsiteX32" fmla="*/ 237706 w 361670"/>
                  <a:gd name="connsiteY32" fmla="*/ 271958 h 361333"/>
                  <a:gd name="connsiteX33" fmla="*/ 231316 w 361670"/>
                  <a:gd name="connsiteY33" fmla="*/ 265574 h 361333"/>
                  <a:gd name="connsiteX34" fmla="*/ 231316 w 361670"/>
                  <a:gd name="connsiteY34" fmla="*/ 199180 h 361333"/>
                  <a:gd name="connsiteX35" fmla="*/ 181474 w 361670"/>
                  <a:gd name="connsiteY35" fmla="*/ 174921 h 361333"/>
                  <a:gd name="connsiteX36" fmla="*/ 131633 w 361670"/>
                  <a:gd name="connsiteY36" fmla="*/ 199180 h 361333"/>
                  <a:gd name="connsiteX37" fmla="*/ 131633 w 361670"/>
                  <a:gd name="connsiteY37" fmla="*/ 265574 h 361333"/>
                  <a:gd name="connsiteX38" fmla="*/ 125243 w 361670"/>
                  <a:gd name="connsiteY38" fmla="*/ 271958 h 361333"/>
                  <a:gd name="connsiteX39" fmla="*/ 118853 w 361670"/>
                  <a:gd name="connsiteY39" fmla="*/ 265574 h 361333"/>
                  <a:gd name="connsiteX40" fmla="*/ 118853 w 361670"/>
                  <a:gd name="connsiteY40" fmla="*/ 199180 h 361333"/>
                  <a:gd name="connsiteX41" fmla="*/ 181474 w 361670"/>
                  <a:gd name="connsiteY41" fmla="*/ 162153 h 361333"/>
                  <a:gd name="connsiteX42" fmla="*/ 244096 w 361670"/>
                  <a:gd name="connsiteY42" fmla="*/ 199180 h 361333"/>
                  <a:gd name="connsiteX43" fmla="*/ 244096 w 361670"/>
                  <a:gd name="connsiteY43" fmla="*/ 265574 h 361333"/>
                  <a:gd name="connsiteX44" fmla="*/ 305439 w 361670"/>
                  <a:gd name="connsiteY44" fmla="*/ 260467 h 361333"/>
                  <a:gd name="connsiteX45" fmla="*/ 299049 w 361670"/>
                  <a:gd name="connsiteY45" fmla="*/ 266851 h 361333"/>
                  <a:gd name="connsiteX46" fmla="*/ 292659 w 361670"/>
                  <a:gd name="connsiteY46" fmla="*/ 260467 h 361333"/>
                  <a:gd name="connsiteX47" fmla="*/ 292659 w 361670"/>
                  <a:gd name="connsiteY47" fmla="*/ 209395 h 361333"/>
                  <a:gd name="connsiteX48" fmla="*/ 247930 w 361670"/>
                  <a:gd name="connsiteY48" fmla="*/ 185135 h 361333"/>
                  <a:gd name="connsiteX49" fmla="*/ 242818 w 361670"/>
                  <a:gd name="connsiteY49" fmla="*/ 185135 h 361333"/>
                  <a:gd name="connsiteX50" fmla="*/ 236428 w 361670"/>
                  <a:gd name="connsiteY50" fmla="*/ 178752 h 361333"/>
                  <a:gd name="connsiteX51" fmla="*/ 242818 w 361670"/>
                  <a:gd name="connsiteY51" fmla="*/ 172368 h 361333"/>
                  <a:gd name="connsiteX52" fmla="*/ 247930 w 361670"/>
                  <a:gd name="connsiteY52" fmla="*/ 172368 h 361333"/>
                  <a:gd name="connsiteX53" fmla="*/ 305439 w 361670"/>
                  <a:gd name="connsiteY53" fmla="*/ 209395 h 361333"/>
                  <a:gd name="connsiteX54" fmla="*/ 305439 w 361670"/>
                  <a:gd name="connsiteY54" fmla="*/ 26046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61670" h="361333">
                    <a:moveTo>
                      <a:pt x="180836" y="0"/>
                    </a:moveTo>
                    <a:cubicBezTo>
                      <a:pt x="80513" y="0"/>
                      <a:pt x="0" y="81077"/>
                      <a:pt x="0" y="180667"/>
                    </a:cubicBezTo>
                    <a:cubicBezTo>
                      <a:pt x="0" y="280257"/>
                      <a:pt x="81153" y="361333"/>
                      <a:pt x="180836" y="361333"/>
                    </a:cubicBezTo>
                    <a:cubicBezTo>
                      <a:pt x="280518" y="361333"/>
                      <a:pt x="361670" y="280257"/>
                      <a:pt x="361670" y="180667"/>
                    </a:cubicBezTo>
                    <a:cubicBezTo>
                      <a:pt x="361670" y="81077"/>
                      <a:pt x="281157" y="0"/>
                      <a:pt x="180836" y="0"/>
                    </a:cubicBezTo>
                    <a:close/>
                    <a:moveTo>
                      <a:pt x="259431" y="98313"/>
                    </a:moveTo>
                    <a:cubicBezTo>
                      <a:pt x="277323" y="98313"/>
                      <a:pt x="292021" y="112997"/>
                      <a:pt x="292021" y="130872"/>
                    </a:cubicBezTo>
                    <a:cubicBezTo>
                      <a:pt x="292021" y="148747"/>
                      <a:pt x="277323" y="163430"/>
                      <a:pt x="259431" y="163430"/>
                    </a:cubicBezTo>
                    <a:cubicBezTo>
                      <a:pt x="241540" y="163430"/>
                      <a:pt x="226843" y="148747"/>
                      <a:pt x="226843" y="130872"/>
                    </a:cubicBezTo>
                    <a:cubicBezTo>
                      <a:pt x="226204" y="112997"/>
                      <a:pt x="240901" y="98313"/>
                      <a:pt x="259431" y="98313"/>
                    </a:cubicBezTo>
                    <a:close/>
                    <a:moveTo>
                      <a:pt x="181474" y="75970"/>
                    </a:moveTo>
                    <a:cubicBezTo>
                      <a:pt x="203200" y="75970"/>
                      <a:pt x="221092" y="93845"/>
                      <a:pt x="221092" y="115550"/>
                    </a:cubicBezTo>
                    <a:cubicBezTo>
                      <a:pt x="221092" y="137256"/>
                      <a:pt x="203200" y="155131"/>
                      <a:pt x="181474" y="155131"/>
                    </a:cubicBezTo>
                    <a:cubicBezTo>
                      <a:pt x="159748" y="155131"/>
                      <a:pt x="141857" y="137256"/>
                      <a:pt x="141857" y="115550"/>
                    </a:cubicBezTo>
                    <a:cubicBezTo>
                      <a:pt x="141857" y="93845"/>
                      <a:pt x="159748" y="75970"/>
                      <a:pt x="181474" y="75970"/>
                    </a:cubicBezTo>
                    <a:close/>
                    <a:moveTo>
                      <a:pt x="104156" y="98313"/>
                    </a:moveTo>
                    <a:cubicBezTo>
                      <a:pt x="122048" y="98313"/>
                      <a:pt x="136745" y="112997"/>
                      <a:pt x="136745" y="130872"/>
                    </a:cubicBezTo>
                    <a:cubicBezTo>
                      <a:pt x="136745" y="148747"/>
                      <a:pt x="122048" y="163430"/>
                      <a:pt x="104156" y="163430"/>
                    </a:cubicBezTo>
                    <a:cubicBezTo>
                      <a:pt x="86264" y="163430"/>
                      <a:pt x="71568" y="148747"/>
                      <a:pt x="71568" y="130872"/>
                    </a:cubicBezTo>
                    <a:cubicBezTo>
                      <a:pt x="71568" y="112997"/>
                      <a:pt x="86264" y="98313"/>
                      <a:pt x="104156" y="98313"/>
                    </a:cubicBezTo>
                    <a:close/>
                    <a:moveTo>
                      <a:pt x="70289" y="209395"/>
                    </a:moveTo>
                    <a:lnTo>
                      <a:pt x="70289" y="260467"/>
                    </a:lnTo>
                    <a:cubicBezTo>
                      <a:pt x="70289" y="264297"/>
                      <a:pt x="67733" y="266851"/>
                      <a:pt x="63899" y="266851"/>
                    </a:cubicBezTo>
                    <a:cubicBezTo>
                      <a:pt x="60066" y="266851"/>
                      <a:pt x="57509" y="264297"/>
                      <a:pt x="57509" y="260467"/>
                    </a:cubicBezTo>
                    <a:lnTo>
                      <a:pt x="57509" y="209395"/>
                    </a:lnTo>
                    <a:cubicBezTo>
                      <a:pt x="57509" y="187689"/>
                      <a:pt x="94571" y="172368"/>
                      <a:pt x="115019" y="172368"/>
                    </a:cubicBezTo>
                    <a:lnTo>
                      <a:pt x="120131" y="172368"/>
                    </a:lnTo>
                    <a:cubicBezTo>
                      <a:pt x="123965" y="172368"/>
                      <a:pt x="126521" y="174921"/>
                      <a:pt x="126521" y="178752"/>
                    </a:cubicBezTo>
                    <a:cubicBezTo>
                      <a:pt x="126521" y="182582"/>
                      <a:pt x="123965" y="185135"/>
                      <a:pt x="120131" y="185135"/>
                    </a:cubicBezTo>
                    <a:lnTo>
                      <a:pt x="115019" y="185135"/>
                    </a:lnTo>
                    <a:cubicBezTo>
                      <a:pt x="97766" y="185135"/>
                      <a:pt x="70289" y="198542"/>
                      <a:pt x="70289" y="209395"/>
                    </a:cubicBezTo>
                    <a:close/>
                    <a:moveTo>
                      <a:pt x="244096" y="265574"/>
                    </a:moveTo>
                    <a:cubicBezTo>
                      <a:pt x="244096" y="269404"/>
                      <a:pt x="241540" y="271958"/>
                      <a:pt x="237706" y="271958"/>
                    </a:cubicBezTo>
                    <a:cubicBezTo>
                      <a:pt x="233872" y="271958"/>
                      <a:pt x="231316" y="269404"/>
                      <a:pt x="231316" y="265574"/>
                    </a:cubicBezTo>
                    <a:lnTo>
                      <a:pt x="231316" y="199180"/>
                    </a:lnTo>
                    <a:cubicBezTo>
                      <a:pt x="231316" y="187051"/>
                      <a:pt x="200005" y="174921"/>
                      <a:pt x="181474" y="174921"/>
                    </a:cubicBezTo>
                    <a:cubicBezTo>
                      <a:pt x="162943" y="174921"/>
                      <a:pt x="131633" y="187051"/>
                      <a:pt x="131633" y="199180"/>
                    </a:cubicBezTo>
                    <a:lnTo>
                      <a:pt x="131633" y="265574"/>
                    </a:lnTo>
                    <a:cubicBezTo>
                      <a:pt x="131633" y="269404"/>
                      <a:pt x="129077" y="271958"/>
                      <a:pt x="125243" y="271958"/>
                    </a:cubicBezTo>
                    <a:cubicBezTo>
                      <a:pt x="121409" y="271958"/>
                      <a:pt x="118853" y="269404"/>
                      <a:pt x="118853" y="265574"/>
                    </a:cubicBezTo>
                    <a:lnTo>
                      <a:pt x="118853" y="199180"/>
                    </a:lnTo>
                    <a:cubicBezTo>
                      <a:pt x="118853" y="176198"/>
                      <a:pt x="159110" y="162153"/>
                      <a:pt x="181474" y="162153"/>
                    </a:cubicBezTo>
                    <a:cubicBezTo>
                      <a:pt x="203839" y="162153"/>
                      <a:pt x="244096" y="176198"/>
                      <a:pt x="244096" y="199180"/>
                    </a:cubicBezTo>
                    <a:lnTo>
                      <a:pt x="244096" y="265574"/>
                    </a:lnTo>
                    <a:close/>
                    <a:moveTo>
                      <a:pt x="305439" y="260467"/>
                    </a:moveTo>
                    <a:cubicBezTo>
                      <a:pt x="305439" y="264297"/>
                      <a:pt x="302883" y="266851"/>
                      <a:pt x="299049" y="266851"/>
                    </a:cubicBezTo>
                    <a:cubicBezTo>
                      <a:pt x="295216" y="266851"/>
                      <a:pt x="292659" y="264297"/>
                      <a:pt x="292659" y="260467"/>
                    </a:cubicBezTo>
                    <a:lnTo>
                      <a:pt x="292659" y="209395"/>
                    </a:lnTo>
                    <a:cubicBezTo>
                      <a:pt x="292659" y="198542"/>
                      <a:pt x="265182" y="185135"/>
                      <a:pt x="247930" y="185135"/>
                    </a:cubicBezTo>
                    <a:lnTo>
                      <a:pt x="242818" y="185135"/>
                    </a:lnTo>
                    <a:cubicBezTo>
                      <a:pt x="238984" y="185135"/>
                      <a:pt x="236428" y="182582"/>
                      <a:pt x="236428" y="178752"/>
                    </a:cubicBezTo>
                    <a:cubicBezTo>
                      <a:pt x="236428" y="174921"/>
                      <a:pt x="238984" y="172368"/>
                      <a:pt x="242818" y="172368"/>
                    </a:cubicBezTo>
                    <a:lnTo>
                      <a:pt x="247930" y="172368"/>
                    </a:lnTo>
                    <a:cubicBezTo>
                      <a:pt x="268377" y="172368"/>
                      <a:pt x="305439" y="187689"/>
                      <a:pt x="305439" y="209395"/>
                    </a:cubicBezTo>
                    <a:lnTo>
                      <a:pt x="305439" y="260467"/>
                    </a:lnTo>
                    <a:close/>
                  </a:path>
                </a:pathLst>
              </a:custGeom>
              <a:grpFill/>
              <a:ln w="6390" cap="flat">
                <a:noFill/>
                <a:prstDash val="solid"/>
                <a:miter/>
              </a:ln>
            </p:spPr>
            <p:txBody>
              <a:bodyPr rtlCol="0" anchor="ctr"/>
              <a:lstStyle/>
              <a:p>
                <a:endParaRPr lang="en-US"/>
              </a:p>
            </p:txBody>
          </p:sp>
        </p:grpSp>
      </p:grpSp>
      <p:grpSp>
        <p:nvGrpSpPr>
          <p:cNvPr id="452" name="Group 451">
            <a:extLst>
              <a:ext uri="{FF2B5EF4-FFF2-40B4-BE49-F238E27FC236}">
                <a16:creationId xmlns:a16="http://schemas.microsoft.com/office/drawing/2014/main" id="{AC8F2A81-73AB-0705-24AB-AA3714CDFA2B}"/>
              </a:ext>
            </a:extLst>
          </p:cNvPr>
          <p:cNvGrpSpPr/>
          <p:nvPr/>
        </p:nvGrpSpPr>
        <p:grpSpPr>
          <a:xfrm>
            <a:off x="501726" y="4776912"/>
            <a:ext cx="3606875" cy="652699"/>
            <a:chOff x="504533" y="5055578"/>
            <a:chExt cx="3606875" cy="652699"/>
          </a:xfrm>
        </p:grpSpPr>
        <p:sp>
          <p:nvSpPr>
            <p:cNvPr id="15" name="TextBox 14">
              <a:extLst>
                <a:ext uri="{FF2B5EF4-FFF2-40B4-BE49-F238E27FC236}">
                  <a16:creationId xmlns:a16="http://schemas.microsoft.com/office/drawing/2014/main" id="{2BBCE349-4E01-0664-1555-960DD86418BC}"/>
                </a:ext>
              </a:extLst>
            </p:cNvPr>
            <p:cNvSpPr txBox="1"/>
            <p:nvPr/>
          </p:nvSpPr>
          <p:spPr>
            <a:xfrm>
              <a:off x="1104403" y="5055578"/>
              <a:ext cx="3007005" cy="515526"/>
            </a:xfrm>
            <a:prstGeom prst="rect">
              <a:avLst/>
            </a:prstGeom>
            <a:noFill/>
          </p:spPr>
          <p:txBody>
            <a:bodyPr wrap="square" rtlCol="0">
              <a:spAutoFit/>
            </a:bodyPr>
            <a:lstStyle/>
            <a:p>
              <a:r>
                <a:rPr lang="en-US" sz="1300" b="1">
                  <a:solidFill>
                    <a:srgbClr val="002060"/>
                  </a:solidFill>
                  <a:latin typeface="Verdana" panose="020B0604030504040204" pitchFamily="34" charset="0"/>
                  <a:ea typeface="Verdana" panose="020B0604030504040204" pitchFamily="34" charset="0"/>
                </a:rPr>
                <a:t>Driving Agriculture</a:t>
              </a:r>
            </a:p>
            <a:p>
              <a:pPr algn="just">
                <a:spcBef>
                  <a:spcPts val="300"/>
                </a:spcBef>
                <a:spcAft>
                  <a:spcPts val="300"/>
                </a:spcAft>
              </a:pPr>
              <a:r>
                <a:rPr lang="en-US" sz="1200">
                  <a:latin typeface="Verdana" panose="020B0604030504040204" pitchFamily="34" charset="0"/>
                  <a:ea typeface="Verdana" panose="020B0604030504040204" pitchFamily="34" charset="0"/>
                </a:rPr>
                <a:t>Irrigating ~4,16,000 Hectares </a:t>
              </a:r>
            </a:p>
          </p:txBody>
        </p:sp>
        <p:grpSp>
          <p:nvGrpSpPr>
            <p:cNvPr id="32" name="Graphic 6">
              <a:extLst>
                <a:ext uri="{FF2B5EF4-FFF2-40B4-BE49-F238E27FC236}">
                  <a16:creationId xmlns:a16="http://schemas.microsoft.com/office/drawing/2014/main" id="{CCF32FE4-233B-0541-0955-2B818F458879}"/>
                </a:ext>
              </a:extLst>
            </p:cNvPr>
            <p:cNvGrpSpPr/>
            <p:nvPr/>
          </p:nvGrpSpPr>
          <p:grpSpPr>
            <a:xfrm>
              <a:off x="504533" y="5125083"/>
              <a:ext cx="583204" cy="583194"/>
              <a:chOff x="7193151" y="955045"/>
              <a:chExt cx="362309" cy="361971"/>
            </a:xfrm>
            <a:solidFill>
              <a:srgbClr val="002060"/>
            </a:solidFill>
          </p:grpSpPr>
          <p:sp>
            <p:nvSpPr>
              <p:cNvPr id="33" name="Graphic 6">
                <a:extLst>
                  <a:ext uri="{FF2B5EF4-FFF2-40B4-BE49-F238E27FC236}">
                    <a16:creationId xmlns:a16="http://schemas.microsoft.com/office/drawing/2014/main" id="{15FB7D23-F85D-CFCF-010F-FB63D4D0645E}"/>
                  </a:ext>
                </a:extLst>
              </p:cNvPr>
              <p:cNvSpPr/>
              <p:nvPr/>
            </p:nvSpPr>
            <p:spPr>
              <a:xfrm>
                <a:off x="7365429" y="1008831"/>
                <a:ext cx="18050" cy="25535"/>
              </a:xfrm>
              <a:custGeom>
                <a:avLst/>
                <a:gdLst>
                  <a:gd name="connsiteX0" fmla="*/ 9197 w 18050"/>
                  <a:gd name="connsiteY0" fmla="*/ 24259 h 25535"/>
                  <a:gd name="connsiteX1" fmla="*/ 16865 w 18050"/>
                  <a:gd name="connsiteY1" fmla="*/ 25536 h 25535"/>
                  <a:gd name="connsiteX2" fmla="*/ 17504 w 18050"/>
                  <a:gd name="connsiteY2" fmla="*/ 9576 h 25535"/>
                  <a:gd name="connsiteX3" fmla="*/ 9197 w 18050"/>
                  <a:gd name="connsiteY3" fmla="*/ 0 h 25535"/>
                  <a:gd name="connsiteX4" fmla="*/ 251 w 18050"/>
                  <a:gd name="connsiteY4" fmla="*/ 10853 h 25535"/>
                  <a:gd name="connsiteX5" fmla="*/ 1529 w 18050"/>
                  <a:gd name="connsiteY5" fmla="*/ 25536 h 25535"/>
                  <a:gd name="connsiteX6" fmla="*/ 9197 w 18050"/>
                  <a:gd name="connsiteY6" fmla="*/ 24259 h 25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50" h="25535">
                    <a:moveTo>
                      <a:pt x="9197" y="24259"/>
                    </a:moveTo>
                    <a:cubicBezTo>
                      <a:pt x="11753" y="24259"/>
                      <a:pt x="14309" y="24898"/>
                      <a:pt x="16865" y="25536"/>
                    </a:cubicBezTo>
                    <a:cubicBezTo>
                      <a:pt x="17504" y="22344"/>
                      <a:pt x="18782" y="17237"/>
                      <a:pt x="17504" y="9576"/>
                    </a:cubicBezTo>
                    <a:cubicBezTo>
                      <a:pt x="16865" y="3192"/>
                      <a:pt x="11753" y="638"/>
                      <a:pt x="9197" y="0"/>
                    </a:cubicBezTo>
                    <a:cubicBezTo>
                      <a:pt x="6641" y="638"/>
                      <a:pt x="1529" y="3830"/>
                      <a:pt x="251" y="10853"/>
                    </a:cubicBezTo>
                    <a:cubicBezTo>
                      <a:pt x="-388" y="17237"/>
                      <a:pt x="251" y="22344"/>
                      <a:pt x="1529" y="25536"/>
                    </a:cubicBezTo>
                    <a:cubicBezTo>
                      <a:pt x="4085" y="24259"/>
                      <a:pt x="6641" y="24259"/>
                      <a:pt x="9197" y="24259"/>
                    </a:cubicBezTo>
                  </a:path>
                </a:pathLst>
              </a:custGeom>
              <a:grpFill/>
              <a:ln w="6390" cap="flat">
                <a:noFill/>
                <a:prstDash val="solid"/>
                <a:miter/>
              </a:ln>
            </p:spPr>
            <p:txBody>
              <a:bodyPr rtlCol="0" anchor="ctr"/>
              <a:lstStyle/>
              <a:p>
                <a:endParaRPr lang="en-US"/>
              </a:p>
            </p:txBody>
          </p:sp>
          <p:sp>
            <p:nvSpPr>
              <p:cNvPr id="34" name="Graphic 6">
                <a:extLst>
                  <a:ext uri="{FF2B5EF4-FFF2-40B4-BE49-F238E27FC236}">
                    <a16:creationId xmlns:a16="http://schemas.microsoft.com/office/drawing/2014/main" id="{E332B681-8B9A-796D-DBA5-D588F0C0E64D}"/>
                  </a:ext>
                </a:extLst>
              </p:cNvPr>
              <p:cNvSpPr/>
              <p:nvPr/>
            </p:nvSpPr>
            <p:spPr>
              <a:xfrm>
                <a:off x="7355456" y="1045220"/>
                <a:ext cx="38339" cy="38303"/>
              </a:xfrm>
              <a:custGeom>
                <a:avLst/>
                <a:gdLst>
                  <a:gd name="connsiteX0" fmla="*/ 19170 w 38339"/>
                  <a:gd name="connsiteY0" fmla="*/ 38304 h 38303"/>
                  <a:gd name="connsiteX1" fmla="*/ 38340 w 38339"/>
                  <a:gd name="connsiteY1" fmla="*/ 19152 h 38303"/>
                  <a:gd name="connsiteX2" fmla="*/ 19170 w 38339"/>
                  <a:gd name="connsiteY2" fmla="*/ 0 h 38303"/>
                  <a:gd name="connsiteX3" fmla="*/ 0 w 38339"/>
                  <a:gd name="connsiteY3" fmla="*/ 19152 h 38303"/>
                  <a:gd name="connsiteX4" fmla="*/ 19170 w 38339"/>
                  <a:gd name="connsiteY4" fmla="*/ 38304 h 38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339" h="38303">
                    <a:moveTo>
                      <a:pt x="19170" y="38304"/>
                    </a:moveTo>
                    <a:cubicBezTo>
                      <a:pt x="29394" y="38304"/>
                      <a:pt x="38340" y="30005"/>
                      <a:pt x="38340" y="19152"/>
                    </a:cubicBezTo>
                    <a:cubicBezTo>
                      <a:pt x="38340" y="8938"/>
                      <a:pt x="30033" y="0"/>
                      <a:pt x="19170" y="0"/>
                    </a:cubicBezTo>
                    <a:cubicBezTo>
                      <a:pt x="8946" y="0"/>
                      <a:pt x="0" y="8299"/>
                      <a:pt x="0" y="19152"/>
                    </a:cubicBezTo>
                    <a:cubicBezTo>
                      <a:pt x="0" y="30005"/>
                      <a:pt x="8946" y="38304"/>
                      <a:pt x="19170" y="38304"/>
                    </a:cubicBezTo>
                  </a:path>
                </a:pathLst>
              </a:custGeom>
              <a:grpFill/>
              <a:ln w="6390" cap="flat">
                <a:noFill/>
                <a:prstDash val="solid"/>
                <a:miter/>
              </a:ln>
            </p:spPr>
            <p:txBody>
              <a:bodyPr rtlCol="0" anchor="ctr"/>
              <a:lstStyle/>
              <a:p>
                <a:endParaRPr lang="en-US"/>
              </a:p>
            </p:txBody>
          </p:sp>
          <p:sp>
            <p:nvSpPr>
              <p:cNvPr id="35" name="Graphic 6">
                <a:extLst>
                  <a:ext uri="{FF2B5EF4-FFF2-40B4-BE49-F238E27FC236}">
                    <a16:creationId xmlns:a16="http://schemas.microsoft.com/office/drawing/2014/main" id="{71930D66-D951-8A4B-F85E-EFFC7C33B70E}"/>
                  </a:ext>
                </a:extLst>
              </p:cNvPr>
              <p:cNvSpPr/>
              <p:nvPr/>
            </p:nvSpPr>
            <p:spPr>
              <a:xfrm>
                <a:off x="7387406" y="1084801"/>
                <a:ext cx="23390" cy="25838"/>
              </a:xfrm>
              <a:custGeom>
                <a:avLst/>
                <a:gdLst>
                  <a:gd name="connsiteX0" fmla="*/ 11502 w 23390"/>
                  <a:gd name="connsiteY0" fmla="*/ 0 h 25838"/>
                  <a:gd name="connsiteX1" fmla="*/ 0 w 23390"/>
                  <a:gd name="connsiteY1" fmla="*/ 8938 h 25838"/>
                  <a:gd name="connsiteX2" fmla="*/ 8946 w 23390"/>
                  <a:gd name="connsiteY2" fmla="*/ 22344 h 25838"/>
                  <a:gd name="connsiteX3" fmla="*/ 21087 w 23390"/>
                  <a:gd name="connsiteY3" fmla="*/ 24897 h 25838"/>
                  <a:gd name="connsiteX4" fmla="*/ 21087 w 23390"/>
                  <a:gd name="connsiteY4" fmla="*/ 10853 h 25838"/>
                  <a:gd name="connsiteX5" fmla="*/ 11502 w 23390"/>
                  <a:gd name="connsiteY5" fmla="*/ 0 h 25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90" h="25838">
                    <a:moveTo>
                      <a:pt x="11502" y="0"/>
                    </a:moveTo>
                    <a:cubicBezTo>
                      <a:pt x="8307" y="3830"/>
                      <a:pt x="4473" y="7022"/>
                      <a:pt x="0" y="8938"/>
                    </a:cubicBezTo>
                    <a:cubicBezTo>
                      <a:pt x="1278" y="12130"/>
                      <a:pt x="3834" y="16598"/>
                      <a:pt x="8946" y="22344"/>
                    </a:cubicBezTo>
                    <a:cubicBezTo>
                      <a:pt x="13419" y="26813"/>
                      <a:pt x="18531" y="26174"/>
                      <a:pt x="21087" y="24897"/>
                    </a:cubicBezTo>
                    <a:cubicBezTo>
                      <a:pt x="22365" y="22982"/>
                      <a:pt x="25560" y="17237"/>
                      <a:pt x="21087" y="10853"/>
                    </a:cubicBezTo>
                    <a:cubicBezTo>
                      <a:pt x="17892" y="5107"/>
                      <a:pt x="14058" y="1915"/>
                      <a:pt x="11502" y="0"/>
                    </a:cubicBezTo>
                  </a:path>
                </a:pathLst>
              </a:custGeom>
              <a:grpFill/>
              <a:ln w="6390" cap="flat">
                <a:noFill/>
                <a:prstDash val="solid"/>
                <a:miter/>
              </a:ln>
            </p:spPr>
            <p:txBody>
              <a:bodyPr rtlCol="0" anchor="ctr"/>
              <a:lstStyle/>
              <a:p>
                <a:endParaRPr lang="en-US"/>
              </a:p>
            </p:txBody>
          </p:sp>
          <p:sp>
            <p:nvSpPr>
              <p:cNvPr id="36" name="Graphic 6">
                <a:extLst>
                  <a:ext uri="{FF2B5EF4-FFF2-40B4-BE49-F238E27FC236}">
                    <a16:creationId xmlns:a16="http://schemas.microsoft.com/office/drawing/2014/main" id="{FEFB6873-564B-9825-BA26-CDCB7559A1FA}"/>
                  </a:ext>
                </a:extLst>
              </p:cNvPr>
              <p:cNvSpPr/>
              <p:nvPr/>
            </p:nvSpPr>
            <p:spPr>
              <a:xfrm>
                <a:off x="7321590" y="1042411"/>
                <a:ext cx="26198" cy="19629"/>
              </a:xfrm>
              <a:custGeom>
                <a:avLst/>
                <a:gdLst>
                  <a:gd name="connsiteX0" fmla="*/ 26199 w 26198"/>
                  <a:gd name="connsiteY0" fmla="*/ 6001 h 19629"/>
                  <a:gd name="connsiteX1" fmla="*/ 11501 w 26198"/>
                  <a:gd name="connsiteY1" fmla="*/ 255 h 19629"/>
                  <a:gd name="connsiteX2" fmla="*/ 0 w 26198"/>
                  <a:gd name="connsiteY2" fmla="*/ 4724 h 19629"/>
                  <a:gd name="connsiteX3" fmla="*/ 7668 w 26198"/>
                  <a:gd name="connsiteY3" fmla="*/ 16215 h 19629"/>
                  <a:gd name="connsiteX4" fmla="*/ 21725 w 26198"/>
                  <a:gd name="connsiteY4" fmla="*/ 19407 h 19629"/>
                  <a:gd name="connsiteX5" fmla="*/ 26199 w 26198"/>
                  <a:gd name="connsiteY5" fmla="*/ 6001 h 19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8" h="19629">
                    <a:moveTo>
                      <a:pt x="26199" y="6001"/>
                    </a:moveTo>
                    <a:cubicBezTo>
                      <a:pt x="24281" y="4724"/>
                      <a:pt x="19809" y="2170"/>
                      <a:pt x="11501" y="255"/>
                    </a:cubicBezTo>
                    <a:cubicBezTo>
                      <a:pt x="5111" y="-1022"/>
                      <a:pt x="1278" y="2809"/>
                      <a:pt x="0" y="4724"/>
                    </a:cubicBezTo>
                    <a:cubicBezTo>
                      <a:pt x="0" y="7278"/>
                      <a:pt x="639" y="13662"/>
                      <a:pt x="7668" y="16215"/>
                    </a:cubicBezTo>
                    <a:cubicBezTo>
                      <a:pt x="15335" y="19407"/>
                      <a:pt x="19809" y="20046"/>
                      <a:pt x="21725" y="19407"/>
                    </a:cubicBezTo>
                    <a:cubicBezTo>
                      <a:pt x="21725" y="14938"/>
                      <a:pt x="23642" y="10470"/>
                      <a:pt x="26199" y="6001"/>
                    </a:cubicBezTo>
                  </a:path>
                </a:pathLst>
              </a:custGeom>
              <a:grpFill/>
              <a:ln w="6390" cap="flat">
                <a:noFill/>
                <a:prstDash val="solid"/>
                <a:miter/>
              </a:ln>
            </p:spPr>
            <p:txBody>
              <a:bodyPr rtlCol="0" anchor="ctr"/>
              <a:lstStyle/>
              <a:p>
                <a:endParaRPr lang="en-US"/>
              </a:p>
            </p:txBody>
          </p:sp>
          <p:sp>
            <p:nvSpPr>
              <p:cNvPr id="39" name="Graphic 6">
                <a:extLst>
                  <a:ext uri="{FF2B5EF4-FFF2-40B4-BE49-F238E27FC236}">
                    <a16:creationId xmlns:a16="http://schemas.microsoft.com/office/drawing/2014/main" id="{322868F9-EFEC-9E12-CC29-54558ACB83F6}"/>
                  </a:ext>
                </a:extLst>
              </p:cNvPr>
              <p:cNvSpPr/>
              <p:nvPr/>
            </p:nvSpPr>
            <p:spPr>
              <a:xfrm>
                <a:off x="7400824" y="1041561"/>
                <a:ext cx="26838" cy="20257"/>
              </a:xfrm>
              <a:custGeom>
                <a:avLst/>
                <a:gdLst>
                  <a:gd name="connsiteX0" fmla="*/ 5112 w 26838"/>
                  <a:gd name="connsiteY0" fmla="*/ 20257 h 20257"/>
                  <a:gd name="connsiteX1" fmla="*/ 20448 w 26838"/>
                  <a:gd name="connsiteY1" fmla="*/ 15789 h 20257"/>
                  <a:gd name="connsiteX2" fmla="*/ 26838 w 26838"/>
                  <a:gd name="connsiteY2" fmla="*/ 4936 h 20257"/>
                  <a:gd name="connsiteX3" fmla="*/ 13419 w 26838"/>
                  <a:gd name="connsiteY3" fmla="*/ 467 h 20257"/>
                  <a:gd name="connsiteX4" fmla="*/ 0 w 26838"/>
                  <a:gd name="connsiteY4" fmla="*/ 6213 h 20257"/>
                  <a:gd name="connsiteX5" fmla="*/ 5112 w 26838"/>
                  <a:gd name="connsiteY5" fmla="*/ 20257 h 2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38" h="20257">
                    <a:moveTo>
                      <a:pt x="5112" y="20257"/>
                    </a:moveTo>
                    <a:cubicBezTo>
                      <a:pt x="8307" y="20257"/>
                      <a:pt x="14058" y="18981"/>
                      <a:pt x="20448" y="15789"/>
                    </a:cubicBezTo>
                    <a:cubicBezTo>
                      <a:pt x="26199" y="12597"/>
                      <a:pt x="26838" y="7490"/>
                      <a:pt x="26838" y="4936"/>
                    </a:cubicBezTo>
                    <a:cubicBezTo>
                      <a:pt x="25560" y="3021"/>
                      <a:pt x="21087" y="-1448"/>
                      <a:pt x="13419" y="467"/>
                    </a:cubicBezTo>
                    <a:cubicBezTo>
                      <a:pt x="7030" y="1744"/>
                      <a:pt x="2556" y="4298"/>
                      <a:pt x="0" y="6213"/>
                    </a:cubicBezTo>
                    <a:cubicBezTo>
                      <a:pt x="3195" y="10681"/>
                      <a:pt x="5112" y="15150"/>
                      <a:pt x="5112" y="20257"/>
                    </a:cubicBezTo>
                  </a:path>
                </a:pathLst>
              </a:custGeom>
              <a:grpFill/>
              <a:ln w="6390" cap="flat">
                <a:noFill/>
                <a:prstDash val="solid"/>
                <a:miter/>
              </a:ln>
            </p:spPr>
            <p:txBody>
              <a:bodyPr rtlCol="0" anchor="ctr"/>
              <a:lstStyle/>
              <a:p>
                <a:endParaRPr lang="en-US"/>
              </a:p>
            </p:txBody>
          </p:sp>
          <p:sp>
            <p:nvSpPr>
              <p:cNvPr id="41" name="Graphic 6">
                <a:extLst>
                  <a:ext uri="{FF2B5EF4-FFF2-40B4-BE49-F238E27FC236}">
                    <a16:creationId xmlns:a16="http://schemas.microsoft.com/office/drawing/2014/main" id="{45731B19-80A4-A6BD-531F-0D4060DA4608}"/>
                  </a:ext>
                </a:extLst>
              </p:cNvPr>
              <p:cNvSpPr/>
              <p:nvPr/>
            </p:nvSpPr>
            <p:spPr>
              <a:xfrm>
                <a:off x="7381016" y="1148641"/>
                <a:ext cx="49202" cy="42194"/>
              </a:xfrm>
              <a:custGeom>
                <a:avLst/>
                <a:gdLst>
                  <a:gd name="connsiteX0" fmla="*/ 0 w 49202"/>
                  <a:gd name="connsiteY0" fmla="*/ 42134 h 42194"/>
                  <a:gd name="connsiteX1" fmla="*/ 38340 w 49202"/>
                  <a:gd name="connsiteY1" fmla="*/ 29366 h 42194"/>
                  <a:gd name="connsiteX2" fmla="*/ 49203 w 49202"/>
                  <a:gd name="connsiteY2" fmla="*/ 0 h 42194"/>
                  <a:gd name="connsiteX3" fmla="*/ 10863 w 49202"/>
                  <a:gd name="connsiteY3" fmla="*/ 14045 h 42194"/>
                  <a:gd name="connsiteX4" fmla="*/ 0 w 49202"/>
                  <a:gd name="connsiteY4" fmla="*/ 42134 h 42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02" h="42194">
                    <a:moveTo>
                      <a:pt x="0" y="42134"/>
                    </a:moveTo>
                    <a:cubicBezTo>
                      <a:pt x="17253" y="42773"/>
                      <a:pt x="30033" y="38304"/>
                      <a:pt x="38340" y="29366"/>
                    </a:cubicBezTo>
                    <a:cubicBezTo>
                      <a:pt x="47286" y="19790"/>
                      <a:pt x="48563" y="7022"/>
                      <a:pt x="49203" y="0"/>
                    </a:cubicBezTo>
                    <a:cubicBezTo>
                      <a:pt x="31950" y="638"/>
                      <a:pt x="19170" y="5107"/>
                      <a:pt x="10863" y="14045"/>
                    </a:cubicBezTo>
                    <a:cubicBezTo>
                      <a:pt x="1917" y="23621"/>
                      <a:pt x="0" y="35750"/>
                      <a:pt x="0" y="42134"/>
                    </a:cubicBezTo>
                  </a:path>
                </a:pathLst>
              </a:custGeom>
              <a:grpFill/>
              <a:ln w="6390" cap="flat">
                <a:noFill/>
                <a:prstDash val="solid"/>
                <a:miter/>
              </a:ln>
            </p:spPr>
            <p:txBody>
              <a:bodyPr rtlCol="0" anchor="ctr"/>
              <a:lstStyle/>
              <a:p>
                <a:endParaRPr lang="en-US"/>
              </a:p>
            </p:txBody>
          </p:sp>
          <p:sp>
            <p:nvSpPr>
              <p:cNvPr id="44" name="Graphic 6">
                <a:extLst>
                  <a:ext uri="{FF2B5EF4-FFF2-40B4-BE49-F238E27FC236}">
                    <a16:creationId xmlns:a16="http://schemas.microsoft.com/office/drawing/2014/main" id="{C9BCCE81-34A7-82BF-2EED-349A43C132FD}"/>
                  </a:ext>
                </a:extLst>
              </p:cNvPr>
              <p:cNvSpPr/>
              <p:nvPr/>
            </p:nvSpPr>
            <p:spPr>
              <a:xfrm>
                <a:off x="7193151" y="955045"/>
                <a:ext cx="362309" cy="361971"/>
              </a:xfrm>
              <a:custGeom>
                <a:avLst/>
                <a:gdLst>
                  <a:gd name="connsiteX0" fmla="*/ 235150 w 362309"/>
                  <a:gd name="connsiteY0" fmla="*/ 268127 h 361971"/>
                  <a:gd name="connsiteX1" fmla="*/ 189143 w 362309"/>
                  <a:gd name="connsiteY1" fmla="*/ 284726 h 361971"/>
                  <a:gd name="connsiteX2" fmla="*/ 180836 w 362309"/>
                  <a:gd name="connsiteY2" fmla="*/ 284726 h 361971"/>
                  <a:gd name="connsiteX3" fmla="*/ 180836 w 362309"/>
                  <a:gd name="connsiteY3" fmla="*/ 284726 h 361971"/>
                  <a:gd name="connsiteX4" fmla="*/ 180836 w 362309"/>
                  <a:gd name="connsiteY4" fmla="*/ 284726 h 361971"/>
                  <a:gd name="connsiteX5" fmla="*/ 172528 w 362309"/>
                  <a:gd name="connsiteY5" fmla="*/ 284726 h 361971"/>
                  <a:gd name="connsiteX6" fmla="*/ 126521 w 362309"/>
                  <a:gd name="connsiteY6" fmla="*/ 268127 h 361971"/>
                  <a:gd name="connsiteX7" fmla="*/ 112464 w 362309"/>
                  <a:gd name="connsiteY7" fmla="*/ 222801 h 361971"/>
                  <a:gd name="connsiteX8" fmla="*/ 118853 w 362309"/>
                  <a:gd name="connsiteY8" fmla="*/ 217055 h 361971"/>
                  <a:gd name="connsiteX9" fmla="*/ 173168 w 362309"/>
                  <a:gd name="connsiteY9" fmla="*/ 235569 h 361971"/>
                  <a:gd name="connsiteX10" fmla="*/ 175084 w 362309"/>
                  <a:gd name="connsiteY10" fmla="*/ 237484 h 361971"/>
                  <a:gd name="connsiteX11" fmla="*/ 175084 w 362309"/>
                  <a:gd name="connsiteY11" fmla="*/ 190881 h 361971"/>
                  <a:gd name="connsiteX12" fmla="*/ 170612 w 362309"/>
                  <a:gd name="connsiteY12" fmla="*/ 195988 h 361971"/>
                  <a:gd name="connsiteX13" fmla="*/ 152081 w 362309"/>
                  <a:gd name="connsiteY13" fmla="*/ 204287 h 361971"/>
                  <a:gd name="connsiteX14" fmla="*/ 141218 w 362309"/>
                  <a:gd name="connsiteY14" fmla="*/ 201734 h 361971"/>
                  <a:gd name="connsiteX15" fmla="*/ 139301 w 362309"/>
                  <a:gd name="connsiteY15" fmla="*/ 200457 h 361971"/>
                  <a:gd name="connsiteX16" fmla="*/ 136106 w 362309"/>
                  <a:gd name="connsiteY16" fmla="*/ 172368 h 361971"/>
                  <a:gd name="connsiteX17" fmla="*/ 150164 w 362309"/>
                  <a:gd name="connsiteY17" fmla="*/ 155769 h 361971"/>
                  <a:gd name="connsiteX18" fmla="*/ 149525 w 362309"/>
                  <a:gd name="connsiteY18" fmla="*/ 155769 h 361971"/>
                  <a:gd name="connsiteX19" fmla="*/ 130994 w 362309"/>
                  <a:gd name="connsiteY19" fmla="*/ 151300 h 361971"/>
                  <a:gd name="connsiteX20" fmla="*/ 115658 w 362309"/>
                  <a:gd name="connsiteY20" fmla="*/ 124488 h 361971"/>
                  <a:gd name="connsiteX21" fmla="*/ 116297 w 362309"/>
                  <a:gd name="connsiteY21" fmla="*/ 122572 h 361971"/>
                  <a:gd name="connsiteX22" fmla="*/ 142496 w 362309"/>
                  <a:gd name="connsiteY22" fmla="*/ 110443 h 361971"/>
                  <a:gd name="connsiteX23" fmla="*/ 162305 w 362309"/>
                  <a:gd name="connsiteY23" fmla="*/ 118104 h 361971"/>
                  <a:gd name="connsiteX24" fmla="*/ 160388 w 362309"/>
                  <a:gd name="connsiteY24" fmla="*/ 98313 h 361971"/>
                  <a:gd name="connsiteX25" fmla="*/ 180197 w 362309"/>
                  <a:gd name="connsiteY25" fmla="*/ 75331 h 361971"/>
                  <a:gd name="connsiteX26" fmla="*/ 182113 w 362309"/>
                  <a:gd name="connsiteY26" fmla="*/ 75331 h 361971"/>
                  <a:gd name="connsiteX27" fmla="*/ 201923 w 362309"/>
                  <a:gd name="connsiteY27" fmla="*/ 95760 h 361971"/>
                  <a:gd name="connsiteX28" fmla="*/ 200644 w 362309"/>
                  <a:gd name="connsiteY28" fmla="*/ 116827 h 361971"/>
                  <a:gd name="connsiteX29" fmla="*/ 218536 w 362309"/>
                  <a:gd name="connsiteY29" fmla="*/ 109166 h 361971"/>
                  <a:gd name="connsiteX30" fmla="*/ 246652 w 362309"/>
                  <a:gd name="connsiteY30" fmla="*/ 121296 h 361971"/>
                  <a:gd name="connsiteX31" fmla="*/ 247291 w 362309"/>
                  <a:gd name="connsiteY31" fmla="*/ 123211 h 361971"/>
                  <a:gd name="connsiteX32" fmla="*/ 233872 w 362309"/>
                  <a:gd name="connsiteY32" fmla="*/ 148747 h 361971"/>
                  <a:gd name="connsiteX33" fmla="*/ 213424 w 362309"/>
                  <a:gd name="connsiteY33" fmla="*/ 154492 h 361971"/>
                  <a:gd name="connsiteX34" fmla="*/ 226204 w 362309"/>
                  <a:gd name="connsiteY34" fmla="*/ 168537 h 361971"/>
                  <a:gd name="connsiteX35" fmla="*/ 223648 w 362309"/>
                  <a:gd name="connsiteY35" fmla="*/ 198542 h 361971"/>
                  <a:gd name="connsiteX36" fmla="*/ 221731 w 362309"/>
                  <a:gd name="connsiteY36" fmla="*/ 199819 h 361971"/>
                  <a:gd name="connsiteX37" fmla="*/ 210229 w 362309"/>
                  <a:gd name="connsiteY37" fmla="*/ 202372 h 361971"/>
                  <a:gd name="connsiteX38" fmla="*/ 192977 w 362309"/>
                  <a:gd name="connsiteY38" fmla="*/ 195350 h 361971"/>
                  <a:gd name="connsiteX39" fmla="*/ 187225 w 362309"/>
                  <a:gd name="connsiteY39" fmla="*/ 188327 h 361971"/>
                  <a:gd name="connsiteX40" fmla="*/ 187225 w 362309"/>
                  <a:gd name="connsiteY40" fmla="*/ 234292 h 361971"/>
                  <a:gd name="connsiteX41" fmla="*/ 187225 w 362309"/>
                  <a:gd name="connsiteY41" fmla="*/ 233654 h 361971"/>
                  <a:gd name="connsiteX42" fmla="*/ 241540 w 362309"/>
                  <a:gd name="connsiteY42" fmla="*/ 215779 h 361971"/>
                  <a:gd name="connsiteX43" fmla="*/ 247930 w 362309"/>
                  <a:gd name="connsiteY43" fmla="*/ 221524 h 361971"/>
                  <a:gd name="connsiteX44" fmla="*/ 235150 w 362309"/>
                  <a:gd name="connsiteY44" fmla="*/ 268127 h 361971"/>
                  <a:gd name="connsiteX45" fmla="*/ 181474 w 362309"/>
                  <a:gd name="connsiteY45" fmla="*/ 0 h 361971"/>
                  <a:gd name="connsiteX46" fmla="*/ 0 w 362309"/>
                  <a:gd name="connsiteY46" fmla="*/ 180667 h 361971"/>
                  <a:gd name="connsiteX47" fmla="*/ 180836 w 362309"/>
                  <a:gd name="connsiteY47" fmla="*/ 361972 h 361971"/>
                  <a:gd name="connsiteX48" fmla="*/ 362310 w 362309"/>
                  <a:gd name="connsiteY48" fmla="*/ 181305 h 361971"/>
                  <a:gd name="connsiteX49" fmla="*/ 181474 w 362309"/>
                  <a:gd name="connsiteY49" fmla="*/ 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2309" h="361971">
                    <a:moveTo>
                      <a:pt x="235150" y="268127"/>
                    </a:moveTo>
                    <a:cubicBezTo>
                      <a:pt x="224926" y="278980"/>
                      <a:pt x="208951" y="284726"/>
                      <a:pt x="189143" y="284726"/>
                    </a:cubicBezTo>
                    <a:cubicBezTo>
                      <a:pt x="186587" y="284726"/>
                      <a:pt x="184031" y="284726"/>
                      <a:pt x="180836" y="284726"/>
                    </a:cubicBezTo>
                    <a:lnTo>
                      <a:pt x="180836" y="284726"/>
                    </a:lnTo>
                    <a:lnTo>
                      <a:pt x="180836" y="284726"/>
                    </a:lnTo>
                    <a:cubicBezTo>
                      <a:pt x="178279" y="284726"/>
                      <a:pt x="175084" y="284726"/>
                      <a:pt x="172528" y="284726"/>
                    </a:cubicBezTo>
                    <a:cubicBezTo>
                      <a:pt x="152720" y="284726"/>
                      <a:pt x="136745" y="278980"/>
                      <a:pt x="126521" y="268127"/>
                    </a:cubicBezTo>
                    <a:cubicBezTo>
                      <a:pt x="109269" y="250252"/>
                      <a:pt x="112464" y="224078"/>
                      <a:pt x="112464" y="222801"/>
                    </a:cubicBezTo>
                    <a:cubicBezTo>
                      <a:pt x="113102" y="219609"/>
                      <a:pt x="115658" y="217055"/>
                      <a:pt x="118853" y="217055"/>
                    </a:cubicBezTo>
                    <a:cubicBezTo>
                      <a:pt x="143135" y="216417"/>
                      <a:pt x="161666" y="222163"/>
                      <a:pt x="173168" y="235569"/>
                    </a:cubicBezTo>
                    <a:cubicBezTo>
                      <a:pt x="173807" y="236207"/>
                      <a:pt x="174446" y="236846"/>
                      <a:pt x="175084" y="237484"/>
                    </a:cubicBezTo>
                    <a:lnTo>
                      <a:pt x="175084" y="190881"/>
                    </a:lnTo>
                    <a:cubicBezTo>
                      <a:pt x="173807" y="192158"/>
                      <a:pt x="172528" y="194073"/>
                      <a:pt x="170612" y="195988"/>
                    </a:cubicBezTo>
                    <a:cubicBezTo>
                      <a:pt x="164861" y="202372"/>
                      <a:pt x="157832" y="204287"/>
                      <a:pt x="152081" y="204287"/>
                    </a:cubicBezTo>
                    <a:cubicBezTo>
                      <a:pt x="147608" y="204287"/>
                      <a:pt x="143774" y="203011"/>
                      <a:pt x="141218" y="201734"/>
                    </a:cubicBezTo>
                    <a:cubicBezTo>
                      <a:pt x="140579" y="201095"/>
                      <a:pt x="139940" y="201095"/>
                      <a:pt x="139301" y="200457"/>
                    </a:cubicBezTo>
                    <a:cubicBezTo>
                      <a:pt x="134828" y="195988"/>
                      <a:pt x="129077" y="184497"/>
                      <a:pt x="136106" y="172368"/>
                    </a:cubicBezTo>
                    <a:cubicBezTo>
                      <a:pt x="141218" y="164068"/>
                      <a:pt x="146330" y="158961"/>
                      <a:pt x="150164" y="155769"/>
                    </a:cubicBezTo>
                    <a:lnTo>
                      <a:pt x="149525" y="155769"/>
                    </a:lnTo>
                    <a:cubicBezTo>
                      <a:pt x="145052" y="155769"/>
                      <a:pt x="139301" y="155131"/>
                      <a:pt x="130994" y="151300"/>
                    </a:cubicBezTo>
                    <a:cubicBezTo>
                      <a:pt x="116936" y="144916"/>
                      <a:pt x="115019" y="131510"/>
                      <a:pt x="115658" y="124488"/>
                    </a:cubicBezTo>
                    <a:cubicBezTo>
                      <a:pt x="115658" y="123849"/>
                      <a:pt x="116297" y="123211"/>
                      <a:pt x="116297" y="122572"/>
                    </a:cubicBezTo>
                    <a:cubicBezTo>
                      <a:pt x="118853" y="117465"/>
                      <a:pt x="128438" y="107889"/>
                      <a:pt x="142496" y="110443"/>
                    </a:cubicBezTo>
                    <a:cubicBezTo>
                      <a:pt x="152720" y="112358"/>
                      <a:pt x="159110" y="115550"/>
                      <a:pt x="162305" y="118104"/>
                    </a:cubicBezTo>
                    <a:cubicBezTo>
                      <a:pt x="161027" y="113635"/>
                      <a:pt x="159748" y="107251"/>
                      <a:pt x="160388" y="98313"/>
                    </a:cubicBezTo>
                    <a:cubicBezTo>
                      <a:pt x="161666" y="82992"/>
                      <a:pt x="174446" y="76608"/>
                      <a:pt x="180197" y="75331"/>
                    </a:cubicBezTo>
                    <a:cubicBezTo>
                      <a:pt x="180836" y="75331"/>
                      <a:pt x="181474" y="75331"/>
                      <a:pt x="182113" y="75331"/>
                    </a:cubicBezTo>
                    <a:cubicBezTo>
                      <a:pt x="187864" y="75969"/>
                      <a:pt x="200005" y="81715"/>
                      <a:pt x="201923" y="95760"/>
                    </a:cubicBezTo>
                    <a:cubicBezTo>
                      <a:pt x="203200" y="105336"/>
                      <a:pt x="201923" y="112358"/>
                      <a:pt x="200644" y="116827"/>
                    </a:cubicBezTo>
                    <a:cubicBezTo>
                      <a:pt x="204478" y="114273"/>
                      <a:pt x="210229" y="111081"/>
                      <a:pt x="218536" y="109166"/>
                    </a:cubicBezTo>
                    <a:cubicBezTo>
                      <a:pt x="233233" y="105974"/>
                      <a:pt x="243457" y="115550"/>
                      <a:pt x="246652" y="121296"/>
                    </a:cubicBezTo>
                    <a:cubicBezTo>
                      <a:pt x="247291" y="121934"/>
                      <a:pt x="247291" y="122572"/>
                      <a:pt x="247291" y="123211"/>
                    </a:cubicBezTo>
                    <a:cubicBezTo>
                      <a:pt x="248569" y="128956"/>
                      <a:pt x="246652" y="142363"/>
                      <a:pt x="233872" y="148747"/>
                    </a:cubicBezTo>
                    <a:cubicBezTo>
                      <a:pt x="225565" y="153216"/>
                      <a:pt x="217897" y="154492"/>
                      <a:pt x="213424" y="154492"/>
                    </a:cubicBezTo>
                    <a:cubicBezTo>
                      <a:pt x="217258" y="157046"/>
                      <a:pt x="221731" y="161515"/>
                      <a:pt x="226204" y="168537"/>
                    </a:cubicBezTo>
                    <a:cubicBezTo>
                      <a:pt x="234511" y="181944"/>
                      <a:pt x="228121" y="194073"/>
                      <a:pt x="223648" y="198542"/>
                    </a:cubicBezTo>
                    <a:cubicBezTo>
                      <a:pt x="223009" y="199180"/>
                      <a:pt x="222370" y="199819"/>
                      <a:pt x="221731" y="199819"/>
                    </a:cubicBezTo>
                    <a:cubicBezTo>
                      <a:pt x="219175" y="201095"/>
                      <a:pt x="215341" y="202372"/>
                      <a:pt x="210229" y="202372"/>
                    </a:cubicBezTo>
                    <a:cubicBezTo>
                      <a:pt x="205118" y="202372"/>
                      <a:pt x="198728" y="200457"/>
                      <a:pt x="192977" y="195350"/>
                    </a:cubicBezTo>
                    <a:cubicBezTo>
                      <a:pt x="190420" y="192796"/>
                      <a:pt x="188503" y="190881"/>
                      <a:pt x="187225" y="188327"/>
                    </a:cubicBezTo>
                    <a:lnTo>
                      <a:pt x="187225" y="234292"/>
                    </a:lnTo>
                    <a:cubicBezTo>
                      <a:pt x="187225" y="234292"/>
                      <a:pt x="187225" y="234292"/>
                      <a:pt x="187225" y="233654"/>
                    </a:cubicBezTo>
                    <a:cubicBezTo>
                      <a:pt x="198728" y="220886"/>
                      <a:pt x="217258" y="214502"/>
                      <a:pt x="241540" y="215779"/>
                    </a:cubicBezTo>
                    <a:cubicBezTo>
                      <a:pt x="244735" y="215779"/>
                      <a:pt x="247291" y="218332"/>
                      <a:pt x="247930" y="221524"/>
                    </a:cubicBezTo>
                    <a:cubicBezTo>
                      <a:pt x="249208" y="224078"/>
                      <a:pt x="252403" y="250252"/>
                      <a:pt x="235150" y="268127"/>
                    </a:cubicBezTo>
                    <a:moveTo>
                      <a:pt x="181474" y="0"/>
                    </a:moveTo>
                    <a:cubicBezTo>
                      <a:pt x="81153" y="0"/>
                      <a:pt x="0" y="81077"/>
                      <a:pt x="0" y="180667"/>
                    </a:cubicBezTo>
                    <a:cubicBezTo>
                      <a:pt x="0" y="280895"/>
                      <a:pt x="81153" y="361972"/>
                      <a:pt x="180836" y="361972"/>
                    </a:cubicBezTo>
                    <a:cubicBezTo>
                      <a:pt x="281157" y="361972"/>
                      <a:pt x="362310" y="280895"/>
                      <a:pt x="362310" y="181305"/>
                    </a:cubicBezTo>
                    <a:cubicBezTo>
                      <a:pt x="362310" y="81077"/>
                      <a:pt x="281157" y="0"/>
                      <a:pt x="181474" y="0"/>
                    </a:cubicBezTo>
                  </a:path>
                </a:pathLst>
              </a:custGeom>
              <a:grpFill/>
              <a:ln w="6390" cap="flat">
                <a:noFill/>
                <a:prstDash val="solid"/>
                <a:miter/>
              </a:ln>
            </p:spPr>
            <p:txBody>
              <a:bodyPr rtlCol="0" anchor="ctr"/>
              <a:lstStyle/>
              <a:p>
                <a:endParaRPr lang="en-US"/>
              </a:p>
            </p:txBody>
          </p:sp>
          <p:sp>
            <p:nvSpPr>
              <p:cNvPr id="46" name="Graphic 6">
                <a:extLst>
                  <a:ext uri="{FF2B5EF4-FFF2-40B4-BE49-F238E27FC236}">
                    <a16:creationId xmlns:a16="http://schemas.microsoft.com/office/drawing/2014/main" id="{05AE2AA2-3965-6BAC-6459-C8D0FC3D8B3E}"/>
                  </a:ext>
                </a:extLst>
              </p:cNvPr>
              <p:cNvSpPr/>
              <p:nvPr/>
            </p:nvSpPr>
            <p:spPr>
              <a:xfrm>
                <a:off x="7339217" y="1085439"/>
                <a:ext cx="23907" cy="24843"/>
              </a:xfrm>
              <a:custGeom>
                <a:avLst/>
                <a:gdLst>
                  <a:gd name="connsiteX0" fmla="*/ 11767 w 23907"/>
                  <a:gd name="connsiteY0" fmla="*/ 0 h 24843"/>
                  <a:gd name="connsiteX1" fmla="*/ 1543 w 23907"/>
                  <a:gd name="connsiteY1" fmla="*/ 12130 h 24843"/>
                  <a:gd name="connsiteX2" fmla="*/ 2182 w 23907"/>
                  <a:gd name="connsiteY2" fmla="*/ 24259 h 24843"/>
                  <a:gd name="connsiteX3" fmla="*/ 15601 w 23907"/>
                  <a:gd name="connsiteY3" fmla="*/ 20429 h 24843"/>
                  <a:gd name="connsiteX4" fmla="*/ 23908 w 23907"/>
                  <a:gd name="connsiteY4" fmla="*/ 7661 h 24843"/>
                  <a:gd name="connsiteX5" fmla="*/ 11767 w 23907"/>
                  <a:gd name="connsiteY5" fmla="*/ 0 h 2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07" h="24843">
                    <a:moveTo>
                      <a:pt x="11767" y="0"/>
                    </a:moveTo>
                    <a:cubicBezTo>
                      <a:pt x="9211" y="1915"/>
                      <a:pt x="5377" y="5746"/>
                      <a:pt x="1543" y="12130"/>
                    </a:cubicBezTo>
                    <a:cubicBezTo>
                      <a:pt x="-1652" y="17875"/>
                      <a:pt x="903" y="22344"/>
                      <a:pt x="2182" y="24259"/>
                    </a:cubicBezTo>
                    <a:cubicBezTo>
                      <a:pt x="4738" y="24898"/>
                      <a:pt x="10488" y="26174"/>
                      <a:pt x="15601" y="20429"/>
                    </a:cubicBezTo>
                    <a:cubicBezTo>
                      <a:pt x="20713" y="14683"/>
                      <a:pt x="23268" y="10214"/>
                      <a:pt x="23908" y="7661"/>
                    </a:cubicBezTo>
                    <a:cubicBezTo>
                      <a:pt x="19434" y="7022"/>
                      <a:pt x="14962" y="3830"/>
                      <a:pt x="11767" y="0"/>
                    </a:cubicBezTo>
                  </a:path>
                </a:pathLst>
              </a:custGeom>
              <a:grpFill/>
              <a:ln w="6390" cap="flat">
                <a:noFill/>
                <a:prstDash val="solid"/>
                <a:miter/>
              </a:ln>
            </p:spPr>
            <p:txBody>
              <a:bodyPr rtlCol="0" anchor="ctr"/>
              <a:lstStyle/>
              <a:p>
                <a:endParaRPr lang="en-US"/>
              </a:p>
            </p:txBody>
          </p:sp>
          <p:sp>
            <p:nvSpPr>
              <p:cNvPr id="49" name="Graphic 6">
                <a:extLst>
                  <a:ext uri="{FF2B5EF4-FFF2-40B4-BE49-F238E27FC236}">
                    <a16:creationId xmlns:a16="http://schemas.microsoft.com/office/drawing/2014/main" id="{8919CF0A-0804-FD3C-F3B6-F5BB90E6F9A3}"/>
                  </a:ext>
                </a:extLst>
              </p:cNvPr>
              <p:cNvSpPr/>
              <p:nvPr/>
            </p:nvSpPr>
            <p:spPr>
              <a:xfrm>
                <a:off x="7319034" y="1149279"/>
                <a:ext cx="49202" cy="42134"/>
              </a:xfrm>
              <a:custGeom>
                <a:avLst/>
                <a:gdLst>
                  <a:gd name="connsiteX0" fmla="*/ 0 w 49202"/>
                  <a:gd name="connsiteY0" fmla="*/ 0 h 42134"/>
                  <a:gd name="connsiteX1" fmla="*/ 10863 w 49202"/>
                  <a:gd name="connsiteY1" fmla="*/ 29366 h 42134"/>
                  <a:gd name="connsiteX2" fmla="*/ 49202 w 49202"/>
                  <a:gd name="connsiteY2" fmla="*/ 42134 h 42134"/>
                  <a:gd name="connsiteX3" fmla="*/ 38978 w 49202"/>
                  <a:gd name="connsiteY3" fmla="*/ 14045 h 42134"/>
                  <a:gd name="connsiteX4" fmla="*/ 0 w 49202"/>
                  <a:gd name="connsiteY4" fmla="*/ 0 h 42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02" h="42134">
                    <a:moveTo>
                      <a:pt x="0" y="0"/>
                    </a:moveTo>
                    <a:cubicBezTo>
                      <a:pt x="0" y="7022"/>
                      <a:pt x="1917" y="19790"/>
                      <a:pt x="10863" y="29366"/>
                    </a:cubicBezTo>
                    <a:cubicBezTo>
                      <a:pt x="19170" y="38304"/>
                      <a:pt x="31950" y="42134"/>
                      <a:pt x="49202" y="42134"/>
                    </a:cubicBezTo>
                    <a:cubicBezTo>
                      <a:pt x="49202" y="35112"/>
                      <a:pt x="47286" y="23621"/>
                      <a:pt x="38978" y="14045"/>
                    </a:cubicBezTo>
                    <a:cubicBezTo>
                      <a:pt x="30032" y="5107"/>
                      <a:pt x="17253" y="0"/>
                      <a:pt x="0" y="0"/>
                    </a:cubicBezTo>
                  </a:path>
                </a:pathLst>
              </a:custGeom>
              <a:grpFill/>
              <a:ln w="6390" cap="flat">
                <a:noFill/>
                <a:prstDash val="solid"/>
                <a:miter/>
              </a:ln>
            </p:spPr>
            <p:txBody>
              <a:bodyPr rtlCol="0" anchor="ctr"/>
              <a:lstStyle/>
              <a:p>
                <a:endParaRPr lang="en-US"/>
              </a:p>
            </p:txBody>
          </p:sp>
        </p:grpSp>
      </p:grpSp>
      <p:grpSp>
        <p:nvGrpSpPr>
          <p:cNvPr id="453" name="Group 452">
            <a:extLst>
              <a:ext uri="{FF2B5EF4-FFF2-40B4-BE49-F238E27FC236}">
                <a16:creationId xmlns:a16="http://schemas.microsoft.com/office/drawing/2014/main" id="{DE0399A7-2A0F-3699-74E0-4A44137B9A0D}"/>
              </a:ext>
            </a:extLst>
          </p:cNvPr>
          <p:cNvGrpSpPr/>
          <p:nvPr/>
        </p:nvGrpSpPr>
        <p:grpSpPr>
          <a:xfrm>
            <a:off x="519536" y="5514636"/>
            <a:ext cx="3568601" cy="700521"/>
            <a:chOff x="531442" y="5769828"/>
            <a:chExt cx="3568601" cy="700521"/>
          </a:xfrm>
        </p:grpSpPr>
        <p:sp>
          <p:nvSpPr>
            <p:cNvPr id="8" name="TextBox 7">
              <a:extLst>
                <a:ext uri="{FF2B5EF4-FFF2-40B4-BE49-F238E27FC236}">
                  <a16:creationId xmlns:a16="http://schemas.microsoft.com/office/drawing/2014/main" id="{BD4FFB10-D050-2F0F-5D9E-3F341A8678B7}"/>
                </a:ext>
              </a:extLst>
            </p:cNvPr>
            <p:cNvSpPr txBox="1"/>
            <p:nvPr/>
          </p:nvSpPr>
          <p:spPr>
            <a:xfrm>
              <a:off x="1093038" y="5769828"/>
              <a:ext cx="3007005" cy="700192"/>
            </a:xfrm>
            <a:prstGeom prst="rect">
              <a:avLst/>
            </a:prstGeom>
            <a:noFill/>
          </p:spPr>
          <p:txBody>
            <a:bodyPr wrap="square" rtlCol="0">
              <a:spAutoFit/>
            </a:bodyPr>
            <a:lstStyle/>
            <a:p>
              <a:r>
                <a:rPr lang="en-US" sz="1300" b="1">
                  <a:solidFill>
                    <a:srgbClr val="007CB0"/>
                  </a:solidFill>
                  <a:latin typeface="Verdana" panose="020B0604030504040204" pitchFamily="34" charset="0"/>
                  <a:ea typeface="Verdana" panose="020B0604030504040204" pitchFamily="34" charset="0"/>
                </a:rPr>
                <a:t>Flood Control</a:t>
              </a:r>
            </a:p>
            <a:p>
              <a:pPr algn="just">
                <a:spcBef>
                  <a:spcPts val="300"/>
                </a:spcBef>
                <a:spcAft>
                  <a:spcPts val="300"/>
                </a:spcAft>
              </a:pPr>
              <a:r>
                <a:rPr lang="en-US" sz="1200">
                  <a:latin typeface="Verdana" panose="020B0604030504040204" pitchFamily="34" charset="0"/>
                  <a:ea typeface="Verdana" panose="020B0604030504040204" pitchFamily="34" charset="0"/>
                </a:rPr>
                <a:t>Enables Flood Control for Jharkhand and West Bengal</a:t>
              </a:r>
            </a:p>
          </p:txBody>
        </p:sp>
        <p:grpSp>
          <p:nvGrpSpPr>
            <p:cNvPr id="448" name="Group 447">
              <a:extLst>
                <a:ext uri="{FF2B5EF4-FFF2-40B4-BE49-F238E27FC236}">
                  <a16:creationId xmlns:a16="http://schemas.microsoft.com/office/drawing/2014/main" id="{52947A08-2A63-972F-C6F7-D1A3D987827F}"/>
                </a:ext>
              </a:extLst>
            </p:cNvPr>
            <p:cNvGrpSpPr/>
            <p:nvPr/>
          </p:nvGrpSpPr>
          <p:grpSpPr>
            <a:xfrm>
              <a:off x="531442" y="5887149"/>
              <a:ext cx="583200" cy="583200"/>
              <a:chOff x="10073926" y="3653755"/>
              <a:chExt cx="444862" cy="408795"/>
            </a:xfrm>
          </p:grpSpPr>
          <p:sp>
            <p:nvSpPr>
              <p:cNvPr id="449" name="Oval 448">
                <a:extLst>
                  <a:ext uri="{FF2B5EF4-FFF2-40B4-BE49-F238E27FC236}">
                    <a16:creationId xmlns:a16="http://schemas.microsoft.com/office/drawing/2014/main" id="{A445B075-F9B2-304A-AA80-4F4FDBD0F300}"/>
                  </a:ext>
                </a:extLst>
              </p:cNvPr>
              <p:cNvSpPr/>
              <p:nvPr/>
            </p:nvSpPr>
            <p:spPr bwMode="gray">
              <a:xfrm>
                <a:off x="10073926" y="3653755"/>
                <a:ext cx="444862" cy="408795"/>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a:solidFill>
                    <a:schemeClr val="bg1"/>
                  </a:solidFill>
                  <a:latin typeface="Verdana" panose="020B0604030504040204" pitchFamily="34" charset="0"/>
                  <a:ea typeface="Verdana" panose="020B0604030504040204" pitchFamily="34" charset="0"/>
                </a:endParaRPr>
              </a:p>
            </p:txBody>
          </p:sp>
          <p:pic>
            <p:nvPicPr>
              <p:cNvPr id="450" name="Graphic 449" descr="Wave with solid fill">
                <a:extLst>
                  <a:ext uri="{FF2B5EF4-FFF2-40B4-BE49-F238E27FC236}">
                    <a16:creationId xmlns:a16="http://schemas.microsoft.com/office/drawing/2014/main" id="{D3C7D326-A492-21D1-DAFF-FB2E2F20D4A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126365" y="3701942"/>
                <a:ext cx="339985" cy="312421"/>
              </a:xfrm>
              <a:prstGeom prst="rect">
                <a:avLst/>
              </a:prstGeom>
            </p:spPr>
          </p:pic>
        </p:grpSp>
      </p:grpSp>
      <p:sp>
        <p:nvSpPr>
          <p:cNvPr id="47" name="TextBox 46">
            <a:extLst>
              <a:ext uri="{FF2B5EF4-FFF2-40B4-BE49-F238E27FC236}">
                <a16:creationId xmlns:a16="http://schemas.microsoft.com/office/drawing/2014/main" id="{7A7E8F89-E81B-61A6-C619-62C6E50DE274}"/>
              </a:ext>
            </a:extLst>
          </p:cNvPr>
          <p:cNvSpPr txBox="1"/>
          <p:nvPr/>
        </p:nvSpPr>
        <p:spPr>
          <a:xfrm>
            <a:off x="7783511" y="2223353"/>
            <a:ext cx="3906839" cy="276999"/>
          </a:xfrm>
          <a:prstGeom prst="rect">
            <a:avLst/>
          </a:prstGeom>
          <a:noFill/>
        </p:spPr>
        <p:txBody>
          <a:bodyPr wrap="none" rtlCol="0">
            <a:spAutoFit/>
          </a:bodyPr>
          <a:lstStyle/>
          <a:p>
            <a:r>
              <a:rPr lang="en-IN" sz="1200" b="1" i="1">
                <a:latin typeface="Verdana" panose="020B0604030504040204" pitchFamily="34" charset="0"/>
                <a:ea typeface="Verdana" panose="020B0604030504040204" pitchFamily="34" charset="0"/>
              </a:rPr>
              <a:t>Decade of growth and financial turnaround</a:t>
            </a:r>
          </a:p>
        </p:txBody>
      </p:sp>
      <p:graphicFrame>
        <p:nvGraphicFramePr>
          <p:cNvPr id="621" name="Chart 620">
            <a:extLst>
              <a:ext uri="{FF2B5EF4-FFF2-40B4-BE49-F238E27FC236}">
                <a16:creationId xmlns:a16="http://schemas.microsoft.com/office/drawing/2014/main" id="{8E6852D0-5A5E-E0FD-F248-BDDC732CC268}"/>
              </a:ext>
            </a:extLst>
          </p:cNvPr>
          <p:cNvGraphicFramePr/>
          <p:nvPr>
            <p:custDataLst>
              <p:tags r:id="rId2"/>
            </p:custDataLst>
            <p:extLst>
              <p:ext uri="{D42A27DB-BD31-4B8C-83A1-F6EECF244321}">
                <p14:modId xmlns:p14="http://schemas.microsoft.com/office/powerpoint/2010/main" val="1800482169"/>
              </p:ext>
            </p:extLst>
          </p:nvPr>
        </p:nvGraphicFramePr>
        <p:xfrm>
          <a:off x="7700963" y="2322513"/>
          <a:ext cx="4092575" cy="1279525"/>
        </p:xfrm>
        <a:graphic>
          <a:graphicData uri="http://schemas.openxmlformats.org/drawingml/2006/chart">
            <c:chart xmlns:c="http://schemas.openxmlformats.org/drawingml/2006/chart" xmlns:r="http://schemas.openxmlformats.org/officeDocument/2006/relationships" r:id="rId25"/>
          </a:graphicData>
        </a:graphic>
      </p:graphicFrame>
      <p:sp>
        <p:nvSpPr>
          <p:cNvPr id="547" name="Text Placeholder 18">
            <a:extLst>
              <a:ext uri="{FF2B5EF4-FFF2-40B4-BE49-F238E27FC236}">
                <a16:creationId xmlns:a16="http://schemas.microsoft.com/office/drawing/2014/main" id="{2D354D46-3EDA-5888-E9EB-CA5140E2BF22}"/>
              </a:ext>
            </a:extLst>
          </p:cNvPr>
          <p:cNvSpPr>
            <a:spLocks noGrp="1"/>
          </p:cNvSpPr>
          <p:nvPr>
            <p:custDataLst>
              <p:tags r:id="rId3"/>
            </p:custDataLst>
          </p:nvPr>
        </p:nvSpPr>
        <p:spPr bwMode="gray">
          <a:xfrm>
            <a:off x="8642350" y="3360738"/>
            <a:ext cx="8064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t">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ABEF1DBC-7CF0-41B4-821B-B9C1BB35A58A}" type="datetime'''''''''''''''-''9''''9''''''''''''''''''''5'''''''">
              <a:rPr lang="en-US" altLang="en-US" sz="1200" smtClean="0">
                <a:solidFill>
                  <a:srgbClr val="DA291C"/>
                </a:solidFill>
                <a:effectLst/>
              </a:rPr>
              <a:pPr lvl="0" algn="ctr">
                <a:spcBef>
                  <a:spcPct val="0"/>
                </a:spcBef>
                <a:spcAft>
                  <a:spcPct val="0"/>
                </a:spcAft>
              </a:pPr>
              <a:t>-995</a:t>
            </a:fld>
            <a:r>
              <a:rPr lang="en-US" altLang="en-US" sz="1200">
                <a:solidFill>
                  <a:srgbClr val="DA291C"/>
                </a:solidFill>
                <a:effectLst/>
              </a:rPr>
              <a:t> (-8.1%)</a:t>
            </a:r>
            <a:endParaRPr lang="en-US" sz="1200" noProof="0">
              <a:solidFill>
                <a:srgbClr val="DA291C"/>
              </a:solidFill>
            </a:endParaRPr>
          </a:p>
        </p:txBody>
      </p:sp>
      <p:sp>
        <p:nvSpPr>
          <p:cNvPr id="561" name="Text Placeholder 18">
            <a:extLst>
              <a:ext uri="{FF2B5EF4-FFF2-40B4-BE49-F238E27FC236}">
                <a16:creationId xmlns:a16="http://schemas.microsoft.com/office/drawing/2014/main" id="{817A5D58-D2E9-7ABC-9569-4B3CEA9C3FFA}"/>
              </a:ext>
            </a:extLst>
          </p:cNvPr>
          <p:cNvSpPr>
            <a:spLocks noGrp="1"/>
          </p:cNvSpPr>
          <p:nvPr>
            <p:custDataLst>
              <p:tags r:id="rId4"/>
            </p:custDataLst>
          </p:nvPr>
        </p:nvSpPr>
        <p:spPr bwMode="gray">
          <a:xfrm>
            <a:off x="10729913" y="3084513"/>
            <a:ext cx="7143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600FA97E-E6F1-4D7D-BCD2-35F5012557D6}" type="datetime'''''''''''''81''''''''''''1'''''''''''''''''''''''">
              <a:rPr lang="en-US" altLang="en-US" sz="1200" smtClean="0">
                <a:effectLst/>
              </a:rPr>
              <a:pPr lvl="0" algn="ctr">
                <a:spcBef>
                  <a:spcPct val="0"/>
                </a:spcBef>
                <a:spcAft>
                  <a:spcPct val="0"/>
                </a:spcAft>
              </a:pPr>
              <a:t>811</a:t>
            </a:fld>
            <a:r>
              <a:rPr lang="en-US" altLang="en-US" sz="1200">
                <a:effectLst/>
              </a:rPr>
              <a:t> (3.2%)</a:t>
            </a:r>
            <a:endParaRPr lang="en-US" sz="1200" noProof="0"/>
          </a:p>
        </p:txBody>
      </p:sp>
      <p:sp>
        <p:nvSpPr>
          <p:cNvPr id="107" name="Rectangle 106">
            <a:extLst>
              <a:ext uri="{FF2B5EF4-FFF2-40B4-BE49-F238E27FC236}">
                <a16:creationId xmlns:a16="http://schemas.microsoft.com/office/drawing/2014/main" id="{B1F27E4D-C955-274E-437F-ABEFF0011EBE}"/>
              </a:ext>
            </a:extLst>
          </p:cNvPr>
          <p:cNvSpPr/>
          <p:nvPr>
            <p:custDataLst>
              <p:tags r:id="rId5"/>
            </p:custDataLst>
          </p:nvPr>
        </p:nvSpPr>
        <p:spPr bwMode="auto">
          <a:xfrm>
            <a:off x="8364538" y="3741738"/>
            <a:ext cx="214313" cy="160338"/>
          </a:xfrm>
          <a:prstGeom prst="rect">
            <a:avLst/>
          </a:prstGeom>
          <a:solidFill>
            <a:srgbClr val="86BC25"/>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3" name="Rectangle 102">
            <a:extLst>
              <a:ext uri="{FF2B5EF4-FFF2-40B4-BE49-F238E27FC236}">
                <a16:creationId xmlns:a16="http://schemas.microsoft.com/office/drawing/2014/main" id="{E9BE02E9-9B9F-EED2-9284-62D111144092}"/>
              </a:ext>
            </a:extLst>
          </p:cNvPr>
          <p:cNvSpPr/>
          <p:nvPr>
            <p:custDataLst>
              <p:tags r:id="rId6"/>
            </p:custDataLst>
          </p:nvPr>
        </p:nvSpPr>
        <p:spPr bwMode="auto">
          <a:xfrm>
            <a:off x="9598025" y="3741738"/>
            <a:ext cx="214313" cy="160338"/>
          </a:xfrm>
          <a:prstGeom prst="rect">
            <a:avLst/>
          </a:prstGeom>
          <a:solidFill>
            <a:srgbClr val="046A38"/>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4" name="Text Placeholder 18">
            <a:extLst>
              <a:ext uri="{FF2B5EF4-FFF2-40B4-BE49-F238E27FC236}">
                <a16:creationId xmlns:a16="http://schemas.microsoft.com/office/drawing/2014/main" id="{152A3B3D-B0FD-819C-D1C2-5070053040F6}"/>
              </a:ext>
            </a:extLst>
          </p:cNvPr>
          <p:cNvSpPr>
            <a:spLocks noGrp="1"/>
          </p:cNvSpPr>
          <p:nvPr>
            <p:custDataLst>
              <p:tags r:id="rId7"/>
            </p:custDataLst>
          </p:nvPr>
        </p:nvSpPr>
        <p:spPr bwMode="auto">
          <a:xfrm>
            <a:off x="8629650" y="3736975"/>
            <a:ext cx="866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spcBef>
                <a:spcPct val="0"/>
              </a:spcBef>
              <a:spcAft>
                <a:spcPct val="0"/>
              </a:spcAft>
            </a:pPr>
            <a:fld id="{CDE2D23A-5DDF-4A47-90F7-0A603DE8CEAB}" type="datetime'T''o''ta''l'''''''''''''''''''' Reven''''''''''''ue'''''''''''">
              <a:rPr lang="en-US" altLang="en-US" sz="1200" smtClean="0"/>
              <a:pPr lvl="0">
                <a:spcBef>
                  <a:spcPct val="0"/>
                </a:spcBef>
                <a:spcAft>
                  <a:spcPct val="0"/>
                </a:spcAft>
              </a:pPr>
              <a:t>Total Revenue</a:t>
            </a:fld>
            <a:endParaRPr lang="en-US" sz="1200" noProof="0"/>
          </a:p>
        </p:txBody>
      </p:sp>
      <p:sp>
        <p:nvSpPr>
          <p:cNvPr id="100" name="Text Placeholder 18">
            <a:extLst>
              <a:ext uri="{FF2B5EF4-FFF2-40B4-BE49-F238E27FC236}">
                <a16:creationId xmlns:a16="http://schemas.microsoft.com/office/drawing/2014/main" id="{F53FA58D-14DD-7B9F-00A6-F0C5044F2CA6}"/>
              </a:ext>
            </a:extLst>
          </p:cNvPr>
          <p:cNvSpPr>
            <a:spLocks noGrp="1"/>
          </p:cNvSpPr>
          <p:nvPr>
            <p:custDataLst>
              <p:tags r:id="rId8"/>
            </p:custDataLst>
          </p:nvPr>
        </p:nvSpPr>
        <p:spPr bwMode="auto">
          <a:xfrm>
            <a:off x="9863138" y="3736975"/>
            <a:ext cx="17462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spcBef>
                <a:spcPct val="0"/>
              </a:spcBef>
              <a:spcAft>
                <a:spcPct val="0"/>
              </a:spcAft>
            </a:pPr>
            <a:fld id="{7A7AD1FC-D96F-4CFB-8D61-2463ACCA6445}" type="datetime'Pr''''of''i''t'' ''''Af''''''t''''''''''''''e''r'' Ta''x'''">
              <a:rPr lang="en-US" altLang="en-US" sz="1200" smtClean="0"/>
              <a:pPr lvl="0">
                <a:spcBef>
                  <a:spcPct val="0"/>
                </a:spcBef>
                <a:spcAft>
                  <a:spcPct val="0"/>
                </a:spcAft>
              </a:pPr>
              <a:t>Profit After Tax</a:t>
            </a:fld>
            <a:r>
              <a:rPr lang="en-US" altLang="en-US" sz="1200"/>
              <a:t> (PAT Margin)</a:t>
            </a:r>
            <a:endParaRPr lang="en-US" sz="1200" noProof="0"/>
          </a:p>
        </p:txBody>
      </p:sp>
      <p:sp>
        <p:nvSpPr>
          <p:cNvPr id="83" name="TextBox 82">
            <a:extLst>
              <a:ext uri="{FF2B5EF4-FFF2-40B4-BE49-F238E27FC236}">
                <a16:creationId xmlns:a16="http://schemas.microsoft.com/office/drawing/2014/main" id="{E13E2F84-2B2F-54FC-3EC7-3C325EAC1471}"/>
              </a:ext>
            </a:extLst>
          </p:cNvPr>
          <p:cNvSpPr txBox="1"/>
          <p:nvPr/>
        </p:nvSpPr>
        <p:spPr>
          <a:xfrm>
            <a:off x="11029721" y="1944502"/>
            <a:ext cx="654852" cy="161583"/>
          </a:xfrm>
          <a:prstGeom prst="rect">
            <a:avLst/>
          </a:prstGeom>
          <a:noFill/>
        </p:spPr>
        <p:txBody>
          <a:bodyPr wrap="square" lIns="0" tIns="0" rIns="0" bIns="0" rtlCol="0">
            <a:spAutoFit/>
          </a:bodyPr>
          <a:lstStyle/>
          <a:p>
            <a:pPr algn="r">
              <a:spcBef>
                <a:spcPts val="600"/>
              </a:spcBef>
              <a:buSzPct val="100000"/>
            </a:pPr>
            <a:r>
              <a:rPr lang="en-US" sz="1050">
                <a:solidFill>
                  <a:srgbClr val="313131"/>
                </a:solidFill>
              </a:rPr>
              <a:t>In INR Cr.</a:t>
            </a:r>
          </a:p>
        </p:txBody>
      </p:sp>
      <p:sp>
        <p:nvSpPr>
          <p:cNvPr id="125" name="TextBox 124">
            <a:extLst>
              <a:ext uri="{FF2B5EF4-FFF2-40B4-BE49-F238E27FC236}">
                <a16:creationId xmlns:a16="http://schemas.microsoft.com/office/drawing/2014/main" id="{622D7B90-8602-0787-A3F8-EB18B0E85AF2}"/>
              </a:ext>
            </a:extLst>
          </p:cNvPr>
          <p:cNvSpPr txBox="1"/>
          <p:nvPr/>
        </p:nvSpPr>
        <p:spPr>
          <a:xfrm>
            <a:off x="8057912" y="6087103"/>
            <a:ext cx="654852" cy="161583"/>
          </a:xfrm>
          <a:prstGeom prst="rect">
            <a:avLst/>
          </a:prstGeom>
          <a:noFill/>
        </p:spPr>
        <p:txBody>
          <a:bodyPr wrap="square" lIns="0" tIns="0" rIns="0" bIns="0" rtlCol="0">
            <a:spAutoFit/>
          </a:bodyPr>
          <a:lstStyle/>
          <a:p>
            <a:pPr algn="r">
              <a:spcBef>
                <a:spcPts val="600"/>
              </a:spcBef>
              <a:buSzPct val="100000"/>
            </a:pPr>
            <a:r>
              <a:rPr lang="en-US" sz="1050">
                <a:solidFill>
                  <a:srgbClr val="313131"/>
                </a:solidFill>
                <a:latin typeface="Verdana" panose="020B0604030504040204" pitchFamily="34" charset="0"/>
                <a:ea typeface="Verdana" panose="020B0604030504040204" pitchFamily="34" charset="0"/>
              </a:rPr>
              <a:t>FY14</a:t>
            </a:r>
          </a:p>
        </p:txBody>
      </p:sp>
      <p:sp>
        <p:nvSpPr>
          <p:cNvPr id="126" name="TextBox 125">
            <a:extLst>
              <a:ext uri="{FF2B5EF4-FFF2-40B4-BE49-F238E27FC236}">
                <a16:creationId xmlns:a16="http://schemas.microsoft.com/office/drawing/2014/main" id="{39778812-C1A3-E441-7640-690E8BBFD6A8}"/>
              </a:ext>
            </a:extLst>
          </p:cNvPr>
          <p:cNvSpPr txBox="1"/>
          <p:nvPr/>
        </p:nvSpPr>
        <p:spPr>
          <a:xfrm>
            <a:off x="10374869" y="6102537"/>
            <a:ext cx="654852" cy="161583"/>
          </a:xfrm>
          <a:prstGeom prst="rect">
            <a:avLst/>
          </a:prstGeom>
          <a:noFill/>
        </p:spPr>
        <p:txBody>
          <a:bodyPr wrap="square" lIns="0" tIns="0" rIns="0" bIns="0" rtlCol="0">
            <a:spAutoFit/>
          </a:bodyPr>
          <a:lstStyle/>
          <a:p>
            <a:pPr algn="r">
              <a:spcBef>
                <a:spcPts val="600"/>
              </a:spcBef>
              <a:buSzPct val="100000"/>
            </a:pPr>
            <a:r>
              <a:rPr lang="en-US" sz="1050">
                <a:solidFill>
                  <a:srgbClr val="313131"/>
                </a:solidFill>
                <a:latin typeface="Verdana" panose="020B0604030504040204" pitchFamily="34" charset="0"/>
                <a:ea typeface="Verdana" panose="020B0604030504040204" pitchFamily="34" charset="0"/>
              </a:rPr>
              <a:t>FY24</a:t>
            </a:r>
          </a:p>
        </p:txBody>
      </p:sp>
      <p:graphicFrame>
        <p:nvGraphicFramePr>
          <p:cNvPr id="630" name="Chart 629">
            <a:extLst>
              <a:ext uri="{FF2B5EF4-FFF2-40B4-BE49-F238E27FC236}">
                <a16:creationId xmlns:a16="http://schemas.microsoft.com/office/drawing/2014/main" id="{080773A6-11BE-5AAD-8768-BF585ED62F66}"/>
              </a:ext>
            </a:extLst>
          </p:cNvPr>
          <p:cNvGraphicFramePr/>
          <p:nvPr>
            <p:custDataLst>
              <p:tags r:id="rId9"/>
            </p:custDataLst>
            <p:extLst>
              <p:ext uri="{D42A27DB-BD31-4B8C-83A1-F6EECF244321}">
                <p14:modId xmlns:p14="http://schemas.microsoft.com/office/powerpoint/2010/main" val="1205557206"/>
              </p:ext>
            </p:extLst>
          </p:nvPr>
        </p:nvGraphicFramePr>
        <p:xfrm>
          <a:off x="7732713" y="4103688"/>
          <a:ext cx="4092575" cy="1254125"/>
        </p:xfrm>
        <a:graphic>
          <a:graphicData uri="http://schemas.openxmlformats.org/drawingml/2006/chart">
            <c:chart xmlns:c="http://schemas.openxmlformats.org/drawingml/2006/chart" xmlns:r="http://schemas.openxmlformats.org/officeDocument/2006/relationships" r:id="rId26"/>
          </a:graphicData>
        </a:graphic>
      </p:graphicFrame>
      <p:sp>
        <p:nvSpPr>
          <p:cNvPr id="516" name="TextBox 515">
            <a:extLst>
              <a:ext uri="{FF2B5EF4-FFF2-40B4-BE49-F238E27FC236}">
                <a16:creationId xmlns:a16="http://schemas.microsoft.com/office/drawing/2014/main" id="{E6A456EB-1C78-317B-E40E-E1EA6BCB1E9C}"/>
              </a:ext>
            </a:extLst>
          </p:cNvPr>
          <p:cNvSpPr txBox="1"/>
          <p:nvPr/>
        </p:nvSpPr>
        <p:spPr>
          <a:xfrm>
            <a:off x="8268673" y="4376816"/>
            <a:ext cx="654050" cy="161925"/>
          </a:xfrm>
          <a:prstGeom prst="rect">
            <a:avLst/>
          </a:prstGeom>
          <a:noFill/>
        </p:spPr>
        <p:txBody>
          <a:bodyPr wrap="square" lIns="0" tIns="0" rIns="0" bIns="0" rtlCol="0">
            <a:spAutoFit/>
          </a:bodyPr>
          <a:lstStyle/>
          <a:p>
            <a:pPr algn="r">
              <a:spcBef>
                <a:spcPts val="600"/>
              </a:spcBef>
              <a:buSzPct val="100000"/>
            </a:pPr>
            <a:r>
              <a:rPr lang="en-US" sz="1050">
                <a:solidFill>
                  <a:srgbClr val="313131"/>
                </a:solidFill>
                <a:latin typeface="Verdana" panose="020B0604030504040204" pitchFamily="34" charset="0"/>
                <a:ea typeface="Verdana" panose="020B0604030504040204" pitchFamily="34" charset="0"/>
              </a:rPr>
              <a:t>FY14</a:t>
            </a:r>
          </a:p>
        </p:txBody>
      </p:sp>
      <p:sp>
        <p:nvSpPr>
          <p:cNvPr id="517" name="TextBox 516">
            <a:extLst>
              <a:ext uri="{FF2B5EF4-FFF2-40B4-BE49-F238E27FC236}">
                <a16:creationId xmlns:a16="http://schemas.microsoft.com/office/drawing/2014/main" id="{B1949747-E8D7-CBD1-0AAE-DA16BCE18355}"/>
              </a:ext>
            </a:extLst>
          </p:cNvPr>
          <p:cNvSpPr txBox="1"/>
          <p:nvPr/>
        </p:nvSpPr>
        <p:spPr>
          <a:xfrm>
            <a:off x="10275745" y="4649787"/>
            <a:ext cx="655638" cy="161925"/>
          </a:xfrm>
          <a:prstGeom prst="rect">
            <a:avLst/>
          </a:prstGeom>
          <a:noFill/>
        </p:spPr>
        <p:txBody>
          <a:bodyPr wrap="square" lIns="0" tIns="0" rIns="0" bIns="0" rtlCol="0">
            <a:spAutoFit/>
          </a:bodyPr>
          <a:lstStyle/>
          <a:p>
            <a:pPr algn="r">
              <a:spcBef>
                <a:spcPts val="600"/>
              </a:spcBef>
              <a:buSzPct val="100000"/>
            </a:pPr>
            <a:r>
              <a:rPr lang="en-US" sz="1050">
                <a:solidFill>
                  <a:srgbClr val="313131"/>
                </a:solidFill>
                <a:latin typeface="Verdana" panose="020B0604030504040204" pitchFamily="34" charset="0"/>
                <a:ea typeface="Verdana" panose="020B0604030504040204" pitchFamily="34" charset="0"/>
              </a:rPr>
              <a:t>FY24</a:t>
            </a:r>
          </a:p>
        </p:txBody>
      </p:sp>
      <p:sp>
        <p:nvSpPr>
          <p:cNvPr id="523" name="TextBox 522">
            <a:extLst>
              <a:ext uri="{FF2B5EF4-FFF2-40B4-BE49-F238E27FC236}">
                <a16:creationId xmlns:a16="http://schemas.microsoft.com/office/drawing/2014/main" id="{525C4A9E-C258-CD63-DF46-DA4EED1A4608}"/>
              </a:ext>
            </a:extLst>
          </p:cNvPr>
          <p:cNvSpPr txBox="1"/>
          <p:nvPr/>
        </p:nvSpPr>
        <p:spPr>
          <a:xfrm>
            <a:off x="8020821" y="3996186"/>
            <a:ext cx="3583033" cy="254000"/>
          </a:xfrm>
          <a:prstGeom prst="rect">
            <a:avLst/>
          </a:prstGeom>
          <a:noFill/>
        </p:spPr>
        <p:txBody>
          <a:bodyPr wrap="none" rtlCol="0">
            <a:spAutoFit/>
          </a:bodyPr>
          <a:lstStyle/>
          <a:p>
            <a:pPr algn="ctr"/>
            <a:r>
              <a:rPr lang="en-IN" sz="1050" b="1" i="1">
                <a:latin typeface="Verdana" panose="020B0604030504040204" pitchFamily="34" charset="0"/>
                <a:ea typeface="Verdana" panose="020B0604030504040204" pitchFamily="34" charset="0"/>
              </a:rPr>
              <a:t>Net Increase/(Decrease) in Cash Generation</a:t>
            </a:r>
          </a:p>
        </p:txBody>
      </p:sp>
      <p:graphicFrame>
        <p:nvGraphicFramePr>
          <p:cNvPr id="626" name="Chart 625">
            <a:extLst>
              <a:ext uri="{FF2B5EF4-FFF2-40B4-BE49-F238E27FC236}">
                <a16:creationId xmlns:a16="http://schemas.microsoft.com/office/drawing/2014/main" id="{46F02502-DF8A-8F73-B254-93507E221FE7}"/>
              </a:ext>
            </a:extLst>
          </p:cNvPr>
          <p:cNvGraphicFramePr/>
          <p:nvPr>
            <p:custDataLst>
              <p:tags r:id="rId10"/>
            </p:custDataLst>
            <p:extLst>
              <p:ext uri="{D42A27DB-BD31-4B8C-83A1-F6EECF244321}">
                <p14:modId xmlns:p14="http://schemas.microsoft.com/office/powerpoint/2010/main" val="3063756490"/>
              </p:ext>
            </p:extLst>
          </p:nvPr>
        </p:nvGraphicFramePr>
        <p:xfrm>
          <a:off x="7732713" y="5586413"/>
          <a:ext cx="4092575" cy="555625"/>
        </p:xfrm>
        <a:graphic>
          <a:graphicData uri="http://schemas.openxmlformats.org/drawingml/2006/chart">
            <c:chart xmlns:c="http://schemas.openxmlformats.org/drawingml/2006/chart" xmlns:r="http://schemas.openxmlformats.org/officeDocument/2006/relationships" r:id="rId27"/>
          </a:graphicData>
        </a:graphic>
      </p:graphicFrame>
      <p:sp>
        <p:nvSpPr>
          <p:cNvPr id="613" name="Text Placeholder 18">
            <a:extLst>
              <a:ext uri="{FF2B5EF4-FFF2-40B4-BE49-F238E27FC236}">
                <a16:creationId xmlns:a16="http://schemas.microsoft.com/office/drawing/2014/main" id="{5CACFE0F-9360-7664-B6A0-C912160F28AB}"/>
              </a:ext>
            </a:extLst>
          </p:cNvPr>
          <p:cNvSpPr>
            <a:spLocks noGrp="1"/>
          </p:cNvSpPr>
          <p:nvPr>
            <p:custDataLst>
              <p:tags r:id="rId11"/>
            </p:custDataLst>
          </p:nvPr>
        </p:nvSpPr>
        <p:spPr bwMode="gray">
          <a:xfrm>
            <a:off x="8301038" y="5675313"/>
            <a:ext cx="4318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1241B1BB-75D5-4CBD-B101-A3A7DCA31FD9}" type="datetime'''''''''''''2''3''''''''''''''.''''''''''''''''''9''''''%'">
              <a:rPr lang="en-US" altLang="en-US" sz="1200" smtClean="0"/>
              <a:pPr lvl="0" algn="ctr">
                <a:spcBef>
                  <a:spcPct val="0"/>
                </a:spcBef>
                <a:spcAft>
                  <a:spcPct val="0"/>
                </a:spcAft>
              </a:pPr>
              <a:t>23.9%</a:t>
            </a:fld>
            <a:endParaRPr lang="en-US" sz="1200" noProof="0"/>
          </a:p>
        </p:txBody>
      </p:sp>
      <p:sp>
        <p:nvSpPr>
          <p:cNvPr id="614" name="Text Placeholder 18">
            <a:extLst>
              <a:ext uri="{FF2B5EF4-FFF2-40B4-BE49-F238E27FC236}">
                <a16:creationId xmlns:a16="http://schemas.microsoft.com/office/drawing/2014/main" id="{0BAF41D4-7ABB-E8F0-434E-09CD04F4CF6F}"/>
              </a:ext>
            </a:extLst>
          </p:cNvPr>
          <p:cNvSpPr>
            <a:spLocks noGrp="1"/>
          </p:cNvSpPr>
          <p:nvPr>
            <p:custDataLst>
              <p:tags r:id="rId12"/>
            </p:custDataLst>
          </p:nvPr>
        </p:nvSpPr>
        <p:spPr bwMode="gray">
          <a:xfrm>
            <a:off x="8901113" y="5829300"/>
            <a:ext cx="35401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B0DA9120-E274-41DD-8369-CC98AF2164C7}" type="datetime'''3''''''''''''''.''''''''''''''''''''''''1''''''''%'''">
              <a:rPr lang="en-US" altLang="en-US" sz="1200" smtClean="0"/>
              <a:pPr lvl="0" algn="ctr">
                <a:spcBef>
                  <a:spcPct val="0"/>
                </a:spcBef>
                <a:spcAft>
                  <a:spcPct val="0"/>
                </a:spcAft>
              </a:pPr>
              <a:t>3.1%</a:t>
            </a:fld>
            <a:endParaRPr lang="en-US" sz="1200" noProof="0"/>
          </a:p>
        </p:txBody>
      </p:sp>
      <p:sp>
        <p:nvSpPr>
          <p:cNvPr id="615" name="Text Placeholder 18">
            <a:extLst>
              <a:ext uri="{FF2B5EF4-FFF2-40B4-BE49-F238E27FC236}">
                <a16:creationId xmlns:a16="http://schemas.microsoft.com/office/drawing/2014/main" id="{B297B2EE-7645-B41E-1537-8846CFE469EF}"/>
              </a:ext>
            </a:extLst>
          </p:cNvPr>
          <p:cNvSpPr>
            <a:spLocks noGrp="1"/>
          </p:cNvSpPr>
          <p:nvPr>
            <p:custDataLst>
              <p:tags r:id="rId13"/>
            </p:custDataLst>
          </p:nvPr>
        </p:nvSpPr>
        <p:spPr bwMode="gray">
          <a:xfrm>
            <a:off x="10264775" y="5461000"/>
            <a:ext cx="4318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D7898C0F-D806-4DD7-B852-E0FD29A859FD}" type="datetime'''5''2''''''''''''''''''''.''''''''''8''''''''''''%'''''''''''">
              <a:rPr lang="en-US" altLang="en-US" sz="1200" smtClean="0"/>
              <a:pPr lvl="0" algn="ctr">
                <a:spcBef>
                  <a:spcPct val="0"/>
                </a:spcBef>
                <a:spcAft>
                  <a:spcPct val="0"/>
                </a:spcAft>
              </a:pPr>
              <a:t>52.8%</a:t>
            </a:fld>
            <a:endParaRPr lang="en-US" sz="1200" noProof="0"/>
          </a:p>
        </p:txBody>
      </p:sp>
      <p:sp>
        <p:nvSpPr>
          <p:cNvPr id="616" name="Text Placeholder 18">
            <a:extLst>
              <a:ext uri="{FF2B5EF4-FFF2-40B4-BE49-F238E27FC236}">
                <a16:creationId xmlns:a16="http://schemas.microsoft.com/office/drawing/2014/main" id="{23978AFD-CF2A-6E1A-AA8B-322BF26109EB}"/>
              </a:ext>
            </a:extLst>
          </p:cNvPr>
          <p:cNvSpPr>
            <a:spLocks noGrp="1"/>
          </p:cNvSpPr>
          <p:nvPr>
            <p:custDataLst>
              <p:tags r:id="rId14"/>
            </p:custDataLst>
          </p:nvPr>
        </p:nvSpPr>
        <p:spPr bwMode="gray">
          <a:xfrm>
            <a:off x="10864850" y="5778500"/>
            <a:ext cx="35401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EE1C33BF-7A29-486A-97A8-6CE13D31C812}" type="datetime'''''''''''''9''''''''''.''''''''''''9''''''''''''''%'''''">
              <a:rPr lang="en-US" altLang="en-US" sz="1200" smtClean="0"/>
              <a:pPr lvl="0" algn="ctr">
                <a:spcBef>
                  <a:spcPct val="0"/>
                </a:spcBef>
                <a:spcAft>
                  <a:spcPct val="0"/>
                </a:spcAft>
              </a:pPr>
              <a:t>9.9%</a:t>
            </a:fld>
            <a:endParaRPr lang="en-US" sz="1200" noProof="0"/>
          </a:p>
        </p:txBody>
      </p:sp>
      <p:sp>
        <p:nvSpPr>
          <p:cNvPr id="580" name="TextBox 579">
            <a:extLst>
              <a:ext uri="{FF2B5EF4-FFF2-40B4-BE49-F238E27FC236}">
                <a16:creationId xmlns:a16="http://schemas.microsoft.com/office/drawing/2014/main" id="{C37465E5-1888-55DC-82EB-00A56EA52536}"/>
              </a:ext>
            </a:extLst>
          </p:cNvPr>
          <p:cNvSpPr txBox="1"/>
          <p:nvPr/>
        </p:nvSpPr>
        <p:spPr>
          <a:xfrm>
            <a:off x="8335016" y="5173752"/>
            <a:ext cx="2954655" cy="253916"/>
          </a:xfrm>
          <a:prstGeom prst="rect">
            <a:avLst/>
          </a:prstGeom>
          <a:noFill/>
        </p:spPr>
        <p:txBody>
          <a:bodyPr wrap="none" rtlCol="0">
            <a:spAutoFit/>
          </a:bodyPr>
          <a:lstStyle/>
          <a:p>
            <a:pPr algn="ctr"/>
            <a:r>
              <a:rPr lang="en-IN" sz="1050" b="1" i="1">
                <a:latin typeface="Verdana" panose="020B0604030504040204" pitchFamily="34" charset="0"/>
                <a:ea typeface="Verdana" panose="020B0604030504040204" pitchFamily="34" charset="0"/>
              </a:rPr>
              <a:t>Asset Utilization &amp; Return on Capital</a:t>
            </a:r>
          </a:p>
        </p:txBody>
      </p:sp>
      <p:sp>
        <p:nvSpPr>
          <p:cNvPr id="599" name="Rectangle 598">
            <a:extLst>
              <a:ext uri="{FF2B5EF4-FFF2-40B4-BE49-F238E27FC236}">
                <a16:creationId xmlns:a16="http://schemas.microsoft.com/office/drawing/2014/main" id="{EC89C366-F632-DD82-4275-8FA4D7B52D2B}"/>
              </a:ext>
            </a:extLst>
          </p:cNvPr>
          <p:cNvSpPr/>
          <p:nvPr>
            <p:custDataLst>
              <p:tags r:id="rId15"/>
            </p:custDataLst>
          </p:nvPr>
        </p:nvSpPr>
        <p:spPr bwMode="auto">
          <a:xfrm>
            <a:off x="7978775" y="6313488"/>
            <a:ext cx="214313" cy="160338"/>
          </a:xfrm>
          <a:prstGeom prst="rect">
            <a:avLst/>
          </a:prstGeom>
          <a:solidFill>
            <a:srgbClr val="86BC25"/>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05" name="Rectangle 604">
            <a:extLst>
              <a:ext uri="{FF2B5EF4-FFF2-40B4-BE49-F238E27FC236}">
                <a16:creationId xmlns:a16="http://schemas.microsoft.com/office/drawing/2014/main" id="{57E0E068-B360-485F-EC97-19F547E7EBD0}"/>
              </a:ext>
            </a:extLst>
          </p:cNvPr>
          <p:cNvSpPr/>
          <p:nvPr>
            <p:custDataLst>
              <p:tags r:id="rId16"/>
            </p:custDataLst>
          </p:nvPr>
        </p:nvSpPr>
        <p:spPr bwMode="auto">
          <a:xfrm>
            <a:off x="9623425" y="6313488"/>
            <a:ext cx="214313" cy="160338"/>
          </a:xfrm>
          <a:prstGeom prst="rect">
            <a:avLst/>
          </a:prstGeom>
          <a:solidFill>
            <a:srgbClr val="046A38"/>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96" name="Text Placeholder 18">
            <a:extLst>
              <a:ext uri="{FF2B5EF4-FFF2-40B4-BE49-F238E27FC236}">
                <a16:creationId xmlns:a16="http://schemas.microsoft.com/office/drawing/2014/main" id="{88D9369E-7BCE-D9E9-F5E5-78C567380309}"/>
              </a:ext>
            </a:extLst>
          </p:cNvPr>
          <p:cNvSpPr>
            <a:spLocks noGrp="1"/>
          </p:cNvSpPr>
          <p:nvPr>
            <p:custDataLst>
              <p:tags r:id="rId17"/>
            </p:custDataLst>
          </p:nvPr>
        </p:nvSpPr>
        <p:spPr bwMode="auto">
          <a:xfrm>
            <a:off x="8243888" y="6308725"/>
            <a:ext cx="12779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spcBef>
                <a:spcPct val="0"/>
              </a:spcBef>
              <a:spcAft>
                <a:spcPct val="0"/>
              </a:spcAft>
            </a:pPr>
            <a:fld id="{96141599-33D6-41D1-8D49-2D733B2087B0}" type="datetime'A''''''s''''se''t ''''T''''u''''''rnover R''''''a''ti''o'">
              <a:rPr lang="en-US" altLang="en-US" sz="1200" smtClean="0"/>
              <a:pPr lvl="0">
                <a:spcBef>
                  <a:spcPct val="0"/>
                </a:spcBef>
                <a:spcAft>
                  <a:spcPct val="0"/>
                </a:spcAft>
              </a:pPr>
              <a:t>Asset Turnover Ratio</a:t>
            </a:fld>
            <a:endParaRPr lang="en-US" sz="1200" noProof="0"/>
          </a:p>
        </p:txBody>
      </p:sp>
      <p:sp>
        <p:nvSpPr>
          <p:cNvPr id="602" name="Text Placeholder 18">
            <a:extLst>
              <a:ext uri="{FF2B5EF4-FFF2-40B4-BE49-F238E27FC236}">
                <a16:creationId xmlns:a16="http://schemas.microsoft.com/office/drawing/2014/main" id="{61E0FD15-2183-BB93-6281-25160F059FAA}"/>
              </a:ext>
            </a:extLst>
          </p:cNvPr>
          <p:cNvSpPr>
            <a:spLocks noGrp="1"/>
          </p:cNvSpPr>
          <p:nvPr>
            <p:custDataLst>
              <p:tags r:id="rId18"/>
            </p:custDataLst>
          </p:nvPr>
        </p:nvSpPr>
        <p:spPr bwMode="auto">
          <a:xfrm>
            <a:off x="9888538" y="6308725"/>
            <a:ext cx="17208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spcBef>
                <a:spcPct val="0"/>
              </a:spcBef>
              <a:spcAft>
                <a:spcPct val="0"/>
              </a:spcAft>
            </a:pPr>
            <a:fld id="{AE7D81CA-CDED-466B-8B5C-A16714E7A24E}" type="datetime'R''e''t''urn'' ''''on C''''ap''it''a''''l ''E''mp''loy''ed'''">
              <a:rPr lang="en-US" altLang="en-US" sz="1200" smtClean="0"/>
              <a:pPr lvl="0">
                <a:spcBef>
                  <a:spcPct val="0"/>
                </a:spcBef>
                <a:spcAft>
                  <a:spcPct val="0"/>
                </a:spcAft>
              </a:pPr>
              <a:t>Return on Capital Employed</a:t>
            </a:fld>
            <a:endParaRPr lang="en-US" sz="1200" noProof="0"/>
          </a:p>
        </p:txBody>
      </p:sp>
      <p:sp>
        <p:nvSpPr>
          <p:cNvPr id="4" name="TextBox 3">
            <a:extLst>
              <a:ext uri="{FF2B5EF4-FFF2-40B4-BE49-F238E27FC236}">
                <a16:creationId xmlns:a16="http://schemas.microsoft.com/office/drawing/2014/main" id="{9DCD592D-96AC-2033-F878-8EA07D7BF0FB}"/>
              </a:ext>
            </a:extLst>
          </p:cNvPr>
          <p:cNvSpPr txBox="1"/>
          <p:nvPr/>
        </p:nvSpPr>
        <p:spPr>
          <a:xfrm>
            <a:off x="7855132" y="3358484"/>
            <a:ext cx="654050" cy="161925"/>
          </a:xfrm>
          <a:prstGeom prst="rect">
            <a:avLst/>
          </a:prstGeom>
          <a:noFill/>
        </p:spPr>
        <p:txBody>
          <a:bodyPr wrap="square" lIns="0" tIns="0" rIns="0" bIns="0" rtlCol="0">
            <a:spAutoFit/>
          </a:bodyPr>
          <a:lstStyle/>
          <a:p>
            <a:pPr algn="r">
              <a:spcBef>
                <a:spcPts val="600"/>
              </a:spcBef>
              <a:buSzPct val="100000"/>
            </a:pPr>
            <a:r>
              <a:rPr lang="en-US" sz="1050">
                <a:solidFill>
                  <a:srgbClr val="313131"/>
                </a:solidFill>
                <a:latin typeface="Verdana" panose="020B0604030504040204" pitchFamily="34" charset="0"/>
                <a:ea typeface="Verdana" panose="020B0604030504040204" pitchFamily="34" charset="0"/>
              </a:rPr>
              <a:t>FY14</a:t>
            </a:r>
          </a:p>
        </p:txBody>
      </p:sp>
      <p:sp>
        <p:nvSpPr>
          <p:cNvPr id="7" name="TextBox 6">
            <a:extLst>
              <a:ext uri="{FF2B5EF4-FFF2-40B4-BE49-F238E27FC236}">
                <a16:creationId xmlns:a16="http://schemas.microsoft.com/office/drawing/2014/main" id="{F5A3A497-99B9-A7C7-8B81-5B4E3FFB7187}"/>
              </a:ext>
            </a:extLst>
          </p:cNvPr>
          <p:cNvSpPr txBox="1"/>
          <p:nvPr/>
        </p:nvSpPr>
        <p:spPr>
          <a:xfrm>
            <a:off x="10243037" y="3358484"/>
            <a:ext cx="655638" cy="161925"/>
          </a:xfrm>
          <a:prstGeom prst="rect">
            <a:avLst/>
          </a:prstGeom>
          <a:noFill/>
        </p:spPr>
        <p:txBody>
          <a:bodyPr wrap="square" lIns="0" tIns="0" rIns="0" bIns="0" rtlCol="0">
            <a:spAutoFit/>
          </a:bodyPr>
          <a:lstStyle/>
          <a:p>
            <a:pPr algn="r">
              <a:spcBef>
                <a:spcPts val="600"/>
              </a:spcBef>
              <a:buSzPct val="100000"/>
            </a:pPr>
            <a:r>
              <a:rPr lang="en-US" sz="1050">
                <a:solidFill>
                  <a:srgbClr val="313131"/>
                </a:solidFill>
                <a:latin typeface="Verdana" panose="020B0604030504040204" pitchFamily="34" charset="0"/>
                <a:ea typeface="Verdana" panose="020B0604030504040204" pitchFamily="34" charset="0"/>
              </a:rPr>
              <a:t>FY24</a:t>
            </a:r>
          </a:p>
        </p:txBody>
      </p:sp>
      <p:pic>
        <p:nvPicPr>
          <p:cNvPr id="470" name="Picture 469">
            <a:hlinkClick r:id="rId28" action="ppaction://hlinksldjump"/>
            <a:extLst>
              <a:ext uri="{FF2B5EF4-FFF2-40B4-BE49-F238E27FC236}">
                <a16:creationId xmlns:a16="http://schemas.microsoft.com/office/drawing/2014/main" id="{4334DE20-62A2-E3DE-E357-7D6768D106DB}"/>
              </a:ext>
            </a:extLst>
          </p:cNvPr>
          <p:cNvPicPr>
            <a:picLocks noChangeAspect="1"/>
          </p:cNvPicPr>
          <p:nvPr/>
        </p:nvPicPr>
        <p:blipFill>
          <a:blip r:embed="rId29"/>
          <a:stretch>
            <a:fillRect/>
          </a:stretch>
        </p:blipFill>
        <p:spPr>
          <a:xfrm>
            <a:off x="11726283" y="113485"/>
            <a:ext cx="359695" cy="365792"/>
          </a:xfrm>
          <a:prstGeom prst="rect">
            <a:avLst/>
          </a:prstGeom>
        </p:spPr>
      </p:pic>
      <p:sp>
        <p:nvSpPr>
          <p:cNvPr id="471" name="Rectangle 24">
            <a:hlinkClick r:id="rId30" action="ppaction://hlinksldjump"/>
            <a:extLst>
              <a:ext uri="{FF2B5EF4-FFF2-40B4-BE49-F238E27FC236}">
                <a16:creationId xmlns:a16="http://schemas.microsoft.com/office/drawing/2014/main" id="{C5710E6A-E18B-5B11-5325-4772A4E52EFB}"/>
              </a:ext>
            </a:extLst>
          </p:cNvPr>
          <p:cNvSpPr/>
          <p:nvPr/>
        </p:nvSpPr>
        <p:spPr bwMode="gray">
          <a:xfrm>
            <a:off x="637402" y="-1277"/>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Objective and Strategic Context</a:t>
            </a:r>
          </a:p>
        </p:txBody>
      </p:sp>
      <p:sp>
        <p:nvSpPr>
          <p:cNvPr id="472" name="Freeform 15">
            <a:extLst>
              <a:ext uri="{FF2B5EF4-FFF2-40B4-BE49-F238E27FC236}">
                <a16:creationId xmlns:a16="http://schemas.microsoft.com/office/drawing/2014/main" id="{C1FC9590-A506-74EA-04BC-9192EB2123A4}"/>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473" name="Freeform 16">
            <a:extLst>
              <a:ext uri="{FF2B5EF4-FFF2-40B4-BE49-F238E27FC236}">
                <a16:creationId xmlns:a16="http://schemas.microsoft.com/office/drawing/2014/main" id="{44C4BD42-144D-6F7F-B0FB-C4416EA3157C}"/>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accent1"/>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474" name="Freeform 6">
            <a:extLst>
              <a:ext uri="{FF2B5EF4-FFF2-40B4-BE49-F238E27FC236}">
                <a16:creationId xmlns:a16="http://schemas.microsoft.com/office/drawing/2014/main" id="{57E82BAA-6486-FEFB-797D-B674B911EB5C}"/>
              </a:ext>
            </a:extLst>
          </p:cNvPr>
          <p:cNvSpPr>
            <a:spLocks/>
          </p:cNvSpPr>
          <p:nvPr/>
        </p:nvSpPr>
        <p:spPr bwMode="gray">
          <a:xfrm>
            <a:off x="2012347"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Tree>
    <p:extLst>
      <p:ext uri="{BB962C8B-B14F-4D97-AF65-F5344CB8AC3E}">
        <p14:creationId xmlns:p14="http://schemas.microsoft.com/office/powerpoint/2010/main" val="355817842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3584281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530" imgH="531" progId="TCLayout.ActiveDocument.1">
                  <p:embed/>
                </p:oleObj>
              </mc:Choice>
              <mc:Fallback>
                <p:oleObj name="think-cell Slide" r:id="rId20" imgW="530" imgH="531" progId="TCLayout.ActiveDocument.1">
                  <p:embed/>
                  <p:pic>
                    <p:nvPicPr>
                      <p:cNvPr id="6" name="Object 5" hidden="1"/>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00" b="0" i="0" u="none" strike="noStrike" kern="1200" cap="none" spc="0" normalizeH="0" baseline="0" noProof="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43" name="Title 5">
            <a:extLst>
              <a:ext uri="{FF2B5EF4-FFF2-40B4-BE49-F238E27FC236}">
                <a16:creationId xmlns:a16="http://schemas.microsoft.com/office/drawing/2014/main" id="{EFE826C8-2641-09F4-17BF-8684ABAC9A40}"/>
              </a:ext>
            </a:extLst>
          </p:cNvPr>
          <p:cNvSpPr>
            <a:spLocks noGrp="1"/>
          </p:cNvSpPr>
          <p:nvPr>
            <p:ph type="title"/>
          </p:nvPr>
        </p:nvSpPr>
        <p:spPr>
          <a:xfrm>
            <a:off x="490633" y="317500"/>
            <a:ext cx="11188700" cy="334099"/>
          </a:xfrm>
        </p:spPr>
        <p:txBody>
          <a:bodyPr vert="horz"/>
          <a:lstStyle/>
          <a:p>
            <a:r>
              <a:rPr lang="en-US" sz="1800" b="1">
                <a:latin typeface="Verdana" panose="020B0604030504040204" pitchFamily="34" charset="0"/>
                <a:ea typeface="Verdana" panose="020B0604030504040204" pitchFamily="34" charset="0"/>
                <a:cs typeface="Arial" panose="020B0604020202020204" pitchFamily="34" charset="0"/>
              </a:rPr>
              <a:t>Future Agenda: Plan to double capacity by 2030 with modernized &amp; sustainable Ops</a:t>
            </a:r>
            <a:endParaRPr lang="en-GB" sz="1800" b="1">
              <a:latin typeface="Verdana" panose="020B0604030504040204" pitchFamily="34" charset="0"/>
              <a:ea typeface="Verdana" panose="020B0604030504040204" pitchFamily="34" charset="0"/>
              <a:cs typeface="Arial" panose="020B0604020202020204" pitchFamily="34" charset="0"/>
            </a:endParaRPr>
          </a:p>
        </p:txBody>
      </p:sp>
      <p:cxnSp>
        <p:nvCxnSpPr>
          <p:cNvPr id="44" name="Straight Connector 43">
            <a:extLst>
              <a:ext uri="{FF2B5EF4-FFF2-40B4-BE49-F238E27FC236}">
                <a16:creationId xmlns:a16="http://schemas.microsoft.com/office/drawing/2014/main" id="{6BE5D843-3E75-31A9-694E-9022D65DFB2E}"/>
              </a:ext>
            </a:extLst>
          </p:cNvPr>
          <p:cNvCxnSpPr/>
          <p:nvPr/>
        </p:nvCxnSpPr>
        <p:spPr>
          <a:xfrm flipV="1">
            <a:off x="514664" y="684922"/>
            <a:ext cx="1119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5" name="Rectangle: Diagonal Corners Rounded 44">
            <a:extLst>
              <a:ext uri="{FF2B5EF4-FFF2-40B4-BE49-F238E27FC236}">
                <a16:creationId xmlns:a16="http://schemas.microsoft.com/office/drawing/2014/main" id="{956F4A3A-8BE0-7ACE-D4B1-8D637D63F9D7}"/>
              </a:ext>
            </a:extLst>
          </p:cNvPr>
          <p:cNvSpPr/>
          <p:nvPr/>
        </p:nvSpPr>
        <p:spPr>
          <a:xfrm>
            <a:off x="501650" y="853631"/>
            <a:ext cx="11209014" cy="585084"/>
          </a:xfrm>
          <a:prstGeom prst="round2Diag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lvl="1" algn="just"/>
            <a:r>
              <a:rPr lang="en-US" sz="1300">
                <a:latin typeface="Verdana" panose="020B0604030504040204" pitchFamily="34" charset="0"/>
                <a:ea typeface="Verdana" panose="020B0604030504040204" pitchFamily="34" charset="0"/>
                <a:cs typeface="Arial" panose="020B0604020202020204" pitchFamily="34" charset="0"/>
              </a:rPr>
              <a:t>With an aspiration of 15GW installed base by 2030, requiring ~₹60,000 Cr. in investments, DVC’s focus is on driving Future of Energy, operational excellence, financial resilience and a sought-after work environment.</a:t>
            </a:r>
          </a:p>
        </p:txBody>
      </p:sp>
      <p:grpSp>
        <p:nvGrpSpPr>
          <p:cNvPr id="46" name="Graphic 4">
            <a:extLst>
              <a:ext uri="{FF2B5EF4-FFF2-40B4-BE49-F238E27FC236}">
                <a16:creationId xmlns:a16="http://schemas.microsoft.com/office/drawing/2014/main" id="{969E5D23-8EC1-EC2D-6025-7AA30BB7BA1F}"/>
              </a:ext>
            </a:extLst>
          </p:cNvPr>
          <p:cNvGrpSpPr>
            <a:grpSpLocks noChangeAspect="1"/>
          </p:cNvGrpSpPr>
          <p:nvPr/>
        </p:nvGrpSpPr>
        <p:grpSpPr>
          <a:xfrm>
            <a:off x="638675" y="895748"/>
            <a:ext cx="467615" cy="468000"/>
            <a:chOff x="7191874" y="918179"/>
            <a:chExt cx="361674" cy="361971"/>
          </a:xfrm>
          <a:solidFill>
            <a:schemeClr val="bg1"/>
          </a:solidFill>
        </p:grpSpPr>
        <p:sp>
          <p:nvSpPr>
            <p:cNvPr id="47" name="Graphic 4">
              <a:extLst>
                <a:ext uri="{FF2B5EF4-FFF2-40B4-BE49-F238E27FC236}">
                  <a16:creationId xmlns:a16="http://schemas.microsoft.com/office/drawing/2014/main" id="{511D99FF-7A80-61B2-9760-4C8D7F539720}"/>
                </a:ext>
              </a:extLst>
            </p:cNvPr>
            <p:cNvSpPr/>
            <p:nvPr/>
          </p:nvSpPr>
          <p:spPr>
            <a:xfrm>
              <a:off x="7346797" y="1094377"/>
              <a:ext cx="63611" cy="57455"/>
            </a:xfrm>
            <a:custGeom>
              <a:avLst/>
              <a:gdLst>
                <a:gd name="connsiteX0" fmla="*/ 2269 w 63611"/>
                <a:gd name="connsiteY0" fmla="*/ 45326 h 57455"/>
                <a:gd name="connsiteX1" fmla="*/ 36136 w 63611"/>
                <a:gd name="connsiteY1" fmla="*/ 7022 h 57455"/>
                <a:gd name="connsiteX2" fmla="*/ 45082 w 63611"/>
                <a:gd name="connsiteY2" fmla="*/ 9576 h 57455"/>
                <a:gd name="connsiteX3" fmla="*/ 42526 w 63611"/>
                <a:gd name="connsiteY3" fmla="*/ 18514 h 57455"/>
                <a:gd name="connsiteX4" fmla="*/ 25912 w 63611"/>
                <a:gd name="connsiteY4" fmla="*/ 33197 h 57455"/>
                <a:gd name="connsiteX5" fmla="*/ 39969 w 63611"/>
                <a:gd name="connsiteY5" fmla="*/ 33835 h 57455"/>
                <a:gd name="connsiteX6" fmla="*/ 44442 w 63611"/>
                <a:gd name="connsiteY6" fmla="*/ 41496 h 57455"/>
                <a:gd name="connsiteX7" fmla="*/ 36774 w 63611"/>
                <a:gd name="connsiteY7" fmla="*/ 45965 h 57455"/>
                <a:gd name="connsiteX8" fmla="*/ 36774 w 63611"/>
                <a:gd name="connsiteY8" fmla="*/ 45965 h 57455"/>
                <a:gd name="connsiteX9" fmla="*/ 16966 w 63611"/>
                <a:gd name="connsiteY9" fmla="*/ 47241 h 57455"/>
                <a:gd name="connsiteX10" fmla="*/ 13132 w 63611"/>
                <a:gd name="connsiteY10" fmla="*/ 54902 h 57455"/>
                <a:gd name="connsiteX11" fmla="*/ 25272 w 63611"/>
                <a:gd name="connsiteY11" fmla="*/ 57456 h 57455"/>
                <a:gd name="connsiteX12" fmla="*/ 46998 w 63611"/>
                <a:gd name="connsiteY12" fmla="*/ 50433 h 57455"/>
                <a:gd name="connsiteX13" fmla="*/ 57222 w 63611"/>
                <a:gd name="connsiteY13" fmla="*/ 23621 h 57455"/>
                <a:gd name="connsiteX14" fmla="*/ 63612 w 63611"/>
                <a:gd name="connsiteY14" fmla="*/ 638 h 57455"/>
                <a:gd name="connsiteX15" fmla="*/ 51472 w 63611"/>
                <a:gd name="connsiteY15" fmla="*/ 0 h 57455"/>
                <a:gd name="connsiteX16" fmla="*/ 13132 w 63611"/>
                <a:gd name="connsiteY16" fmla="*/ 9576 h 57455"/>
                <a:gd name="connsiteX17" fmla="*/ 2269 w 63611"/>
                <a:gd name="connsiteY17" fmla="*/ 45326 h 5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611" h="57455">
                  <a:moveTo>
                    <a:pt x="2269" y="45326"/>
                  </a:moveTo>
                  <a:cubicBezTo>
                    <a:pt x="9297" y="29366"/>
                    <a:pt x="21438" y="15960"/>
                    <a:pt x="36136" y="7022"/>
                  </a:cubicBezTo>
                  <a:cubicBezTo>
                    <a:pt x="39331" y="5107"/>
                    <a:pt x="43164" y="6384"/>
                    <a:pt x="45082" y="9576"/>
                  </a:cubicBezTo>
                  <a:cubicBezTo>
                    <a:pt x="46998" y="12768"/>
                    <a:pt x="45721" y="16598"/>
                    <a:pt x="42526" y="18514"/>
                  </a:cubicBezTo>
                  <a:cubicBezTo>
                    <a:pt x="36136" y="22344"/>
                    <a:pt x="30385" y="27451"/>
                    <a:pt x="25912" y="33197"/>
                  </a:cubicBezTo>
                  <a:cubicBezTo>
                    <a:pt x="30385" y="32558"/>
                    <a:pt x="35497" y="33197"/>
                    <a:pt x="39969" y="33835"/>
                  </a:cubicBezTo>
                  <a:cubicBezTo>
                    <a:pt x="43164" y="35112"/>
                    <a:pt x="45082" y="38304"/>
                    <a:pt x="44442" y="41496"/>
                  </a:cubicBezTo>
                  <a:cubicBezTo>
                    <a:pt x="43803" y="44688"/>
                    <a:pt x="39969" y="46603"/>
                    <a:pt x="36774" y="45965"/>
                  </a:cubicBezTo>
                  <a:cubicBezTo>
                    <a:pt x="36774" y="45965"/>
                    <a:pt x="36774" y="45965"/>
                    <a:pt x="36774" y="45965"/>
                  </a:cubicBezTo>
                  <a:cubicBezTo>
                    <a:pt x="30385" y="45326"/>
                    <a:pt x="23356" y="45326"/>
                    <a:pt x="16966" y="47241"/>
                  </a:cubicBezTo>
                  <a:cubicBezTo>
                    <a:pt x="15687" y="49795"/>
                    <a:pt x="14410" y="52349"/>
                    <a:pt x="13132" y="54902"/>
                  </a:cubicBezTo>
                  <a:cubicBezTo>
                    <a:pt x="16966" y="56817"/>
                    <a:pt x="20800" y="57456"/>
                    <a:pt x="25272" y="57456"/>
                  </a:cubicBezTo>
                  <a:cubicBezTo>
                    <a:pt x="32941" y="57456"/>
                    <a:pt x="40608" y="54902"/>
                    <a:pt x="46998" y="50433"/>
                  </a:cubicBezTo>
                  <a:cubicBezTo>
                    <a:pt x="52749" y="45965"/>
                    <a:pt x="55305" y="35112"/>
                    <a:pt x="57222" y="23621"/>
                  </a:cubicBezTo>
                  <a:cubicBezTo>
                    <a:pt x="58500" y="15960"/>
                    <a:pt x="61057" y="7661"/>
                    <a:pt x="63612" y="638"/>
                  </a:cubicBezTo>
                  <a:cubicBezTo>
                    <a:pt x="59139" y="638"/>
                    <a:pt x="55305" y="0"/>
                    <a:pt x="51472" y="0"/>
                  </a:cubicBezTo>
                  <a:cubicBezTo>
                    <a:pt x="32941" y="0"/>
                    <a:pt x="21438" y="3192"/>
                    <a:pt x="13132" y="9576"/>
                  </a:cubicBezTo>
                  <a:cubicBezTo>
                    <a:pt x="2269" y="17875"/>
                    <a:pt x="-3482" y="33835"/>
                    <a:pt x="2269" y="45326"/>
                  </a:cubicBezTo>
                  <a:close/>
                </a:path>
              </a:pathLst>
            </a:custGeom>
            <a:grpFill/>
            <a:ln w="6390" cap="flat">
              <a:noFill/>
              <a:prstDash val="solid"/>
              <a:miter/>
            </a:ln>
          </p:spPr>
          <p:txBody>
            <a:bodyPr rtlCol="0" anchor="ctr"/>
            <a:lstStyle/>
            <a:p>
              <a:endParaRPr lang="en-US"/>
            </a:p>
          </p:txBody>
        </p:sp>
        <p:sp>
          <p:nvSpPr>
            <p:cNvPr id="53" name="Graphic 4">
              <a:extLst>
                <a:ext uri="{FF2B5EF4-FFF2-40B4-BE49-F238E27FC236}">
                  <a16:creationId xmlns:a16="http://schemas.microsoft.com/office/drawing/2014/main" id="{A2B8A924-AAA1-1BC6-CE7F-976BE781FBDC}"/>
                </a:ext>
              </a:extLst>
            </p:cNvPr>
            <p:cNvSpPr/>
            <p:nvPr/>
          </p:nvSpPr>
          <p:spPr>
            <a:xfrm>
              <a:off x="7313921" y="1024791"/>
              <a:ext cx="12141" cy="27451"/>
            </a:xfrm>
            <a:custGeom>
              <a:avLst/>
              <a:gdLst>
                <a:gd name="connsiteX0" fmla="*/ 12141 w 12141"/>
                <a:gd name="connsiteY0" fmla="*/ 0 h 27451"/>
                <a:gd name="connsiteX1" fmla="*/ 0 w 12141"/>
                <a:gd name="connsiteY1" fmla="*/ 0 h 27451"/>
                <a:gd name="connsiteX2" fmla="*/ 0 w 12141"/>
                <a:gd name="connsiteY2" fmla="*/ 27451 h 27451"/>
                <a:gd name="connsiteX3" fmla="*/ 12141 w 12141"/>
                <a:gd name="connsiteY3" fmla="*/ 15960 h 27451"/>
              </a:gdLst>
              <a:ahLst/>
              <a:cxnLst>
                <a:cxn ang="0">
                  <a:pos x="connsiteX0" y="connsiteY0"/>
                </a:cxn>
                <a:cxn ang="0">
                  <a:pos x="connsiteX1" y="connsiteY1"/>
                </a:cxn>
                <a:cxn ang="0">
                  <a:pos x="connsiteX2" y="connsiteY2"/>
                </a:cxn>
                <a:cxn ang="0">
                  <a:pos x="connsiteX3" y="connsiteY3"/>
                </a:cxn>
              </a:cxnLst>
              <a:rect l="l" t="t" r="r" b="b"/>
              <a:pathLst>
                <a:path w="12141" h="27451">
                  <a:moveTo>
                    <a:pt x="12141" y="0"/>
                  </a:moveTo>
                  <a:lnTo>
                    <a:pt x="0" y="0"/>
                  </a:lnTo>
                  <a:lnTo>
                    <a:pt x="0" y="27451"/>
                  </a:lnTo>
                  <a:lnTo>
                    <a:pt x="12141" y="15960"/>
                  </a:lnTo>
                  <a:close/>
                </a:path>
              </a:pathLst>
            </a:custGeom>
            <a:grpFill/>
            <a:ln w="6390" cap="flat">
              <a:noFill/>
              <a:prstDash val="solid"/>
              <a:miter/>
            </a:ln>
          </p:spPr>
          <p:txBody>
            <a:bodyPr rtlCol="0" anchor="ctr"/>
            <a:lstStyle/>
            <a:p>
              <a:endParaRPr lang="en-US"/>
            </a:p>
          </p:txBody>
        </p:sp>
        <p:sp>
          <p:nvSpPr>
            <p:cNvPr id="54" name="Graphic 4">
              <a:extLst>
                <a:ext uri="{FF2B5EF4-FFF2-40B4-BE49-F238E27FC236}">
                  <a16:creationId xmlns:a16="http://schemas.microsoft.com/office/drawing/2014/main" id="{CC5CBF15-A1EB-3C7F-46CE-3E42132D878B}"/>
                </a:ext>
              </a:extLst>
            </p:cNvPr>
            <p:cNvSpPr/>
            <p:nvPr/>
          </p:nvSpPr>
          <p:spPr>
            <a:xfrm>
              <a:off x="7304975" y="1012662"/>
              <a:ext cx="136744" cy="175559"/>
            </a:xfrm>
            <a:custGeom>
              <a:avLst/>
              <a:gdLst>
                <a:gd name="connsiteX0" fmla="*/ 31950 w 136744"/>
                <a:gd name="connsiteY0" fmla="*/ 35750 h 175559"/>
                <a:gd name="connsiteX1" fmla="*/ 31950 w 136744"/>
                <a:gd name="connsiteY1" fmla="*/ 35750 h 175559"/>
                <a:gd name="connsiteX2" fmla="*/ 0 w 136744"/>
                <a:gd name="connsiteY2" fmla="*/ 66393 h 175559"/>
                <a:gd name="connsiteX3" fmla="*/ 0 w 136744"/>
                <a:gd name="connsiteY3" fmla="*/ 175560 h 175559"/>
                <a:gd name="connsiteX4" fmla="*/ 136745 w 136744"/>
                <a:gd name="connsiteY4" fmla="*/ 175560 h 175559"/>
                <a:gd name="connsiteX5" fmla="*/ 136745 w 136744"/>
                <a:gd name="connsiteY5" fmla="*/ 69585 h 175559"/>
                <a:gd name="connsiteX6" fmla="*/ 69012 w 136744"/>
                <a:gd name="connsiteY6" fmla="*/ 0 h 175559"/>
                <a:gd name="connsiteX7" fmla="*/ 31950 w 136744"/>
                <a:gd name="connsiteY7" fmla="*/ 35750 h 175559"/>
                <a:gd name="connsiteX8" fmla="*/ 115019 w 136744"/>
                <a:gd name="connsiteY8" fmla="*/ 70224 h 175559"/>
                <a:gd name="connsiteX9" fmla="*/ 120131 w 136744"/>
                <a:gd name="connsiteY9" fmla="*/ 74054 h 175559"/>
                <a:gd name="connsiteX10" fmla="*/ 119492 w 136744"/>
                <a:gd name="connsiteY10" fmla="*/ 80438 h 175559"/>
                <a:gd name="connsiteX11" fmla="*/ 110546 w 136744"/>
                <a:gd name="connsiteY11" fmla="*/ 108528 h 175559"/>
                <a:gd name="connsiteX12" fmla="*/ 95849 w 136744"/>
                <a:gd name="connsiteY12" fmla="*/ 143001 h 175559"/>
                <a:gd name="connsiteX13" fmla="*/ 66456 w 136744"/>
                <a:gd name="connsiteY13" fmla="*/ 153216 h 175559"/>
                <a:gd name="connsiteX14" fmla="*/ 65817 w 136744"/>
                <a:gd name="connsiteY14" fmla="*/ 153216 h 175559"/>
                <a:gd name="connsiteX15" fmla="*/ 49203 w 136744"/>
                <a:gd name="connsiteY15" fmla="*/ 149385 h 175559"/>
                <a:gd name="connsiteX16" fmla="*/ 45369 w 136744"/>
                <a:gd name="connsiteY16" fmla="*/ 162792 h 175559"/>
                <a:gd name="connsiteX17" fmla="*/ 38979 w 136744"/>
                <a:gd name="connsiteY17" fmla="*/ 167899 h 175559"/>
                <a:gd name="connsiteX18" fmla="*/ 37701 w 136744"/>
                <a:gd name="connsiteY18" fmla="*/ 167899 h 175559"/>
                <a:gd name="connsiteX19" fmla="*/ 32589 w 136744"/>
                <a:gd name="connsiteY19" fmla="*/ 160238 h 175559"/>
                <a:gd name="connsiteX20" fmla="*/ 32589 w 136744"/>
                <a:gd name="connsiteY20" fmla="*/ 160238 h 175559"/>
                <a:gd name="connsiteX21" fmla="*/ 38340 w 136744"/>
                <a:gd name="connsiteY21" fmla="*/ 141724 h 175559"/>
                <a:gd name="connsiteX22" fmla="*/ 37062 w 136744"/>
                <a:gd name="connsiteY22" fmla="*/ 140448 h 175559"/>
                <a:gd name="connsiteX23" fmla="*/ 46647 w 136744"/>
                <a:gd name="connsiteY23" fmla="*/ 82992 h 175559"/>
                <a:gd name="connsiteX24" fmla="*/ 115019 w 136744"/>
                <a:gd name="connsiteY24" fmla="*/ 70224 h 175559"/>
                <a:gd name="connsiteX25" fmla="*/ 115019 w 136744"/>
                <a:gd name="connsiteY25" fmla="*/ 70224 h 175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6744" h="175559">
                  <a:moveTo>
                    <a:pt x="31950" y="35750"/>
                  </a:moveTo>
                  <a:lnTo>
                    <a:pt x="31950" y="35750"/>
                  </a:lnTo>
                  <a:lnTo>
                    <a:pt x="0" y="66393"/>
                  </a:lnTo>
                  <a:lnTo>
                    <a:pt x="0" y="175560"/>
                  </a:lnTo>
                  <a:lnTo>
                    <a:pt x="136745" y="175560"/>
                  </a:lnTo>
                  <a:lnTo>
                    <a:pt x="136745" y="69585"/>
                  </a:lnTo>
                  <a:lnTo>
                    <a:pt x="69012" y="0"/>
                  </a:lnTo>
                  <a:lnTo>
                    <a:pt x="31950" y="35750"/>
                  </a:lnTo>
                  <a:close/>
                  <a:moveTo>
                    <a:pt x="115019" y="70224"/>
                  </a:moveTo>
                  <a:cubicBezTo>
                    <a:pt x="117575" y="70224"/>
                    <a:pt x="119492" y="71501"/>
                    <a:pt x="120131" y="74054"/>
                  </a:cubicBezTo>
                  <a:cubicBezTo>
                    <a:pt x="121409" y="75969"/>
                    <a:pt x="120770" y="78523"/>
                    <a:pt x="119492" y="80438"/>
                  </a:cubicBezTo>
                  <a:cubicBezTo>
                    <a:pt x="115019" y="89376"/>
                    <a:pt x="111824" y="98313"/>
                    <a:pt x="110546" y="108528"/>
                  </a:cubicBezTo>
                  <a:cubicBezTo>
                    <a:pt x="107990" y="121934"/>
                    <a:pt x="104795" y="135340"/>
                    <a:pt x="95849" y="143001"/>
                  </a:cubicBezTo>
                  <a:cubicBezTo>
                    <a:pt x="87543" y="149385"/>
                    <a:pt x="77319" y="153216"/>
                    <a:pt x="66456" y="153216"/>
                  </a:cubicBezTo>
                  <a:lnTo>
                    <a:pt x="65817" y="153216"/>
                  </a:lnTo>
                  <a:cubicBezTo>
                    <a:pt x="60066" y="153216"/>
                    <a:pt x="54314" y="151939"/>
                    <a:pt x="49203" y="149385"/>
                  </a:cubicBezTo>
                  <a:cubicBezTo>
                    <a:pt x="47925" y="153854"/>
                    <a:pt x="46647" y="158323"/>
                    <a:pt x="45369" y="162792"/>
                  </a:cubicBezTo>
                  <a:cubicBezTo>
                    <a:pt x="44730" y="165984"/>
                    <a:pt x="42174" y="167899"/>
                    <a:pt x="38979" y="167899"/>
                  </a:cubicBezTo>
                  <a:cubicBezTo>
                    <a:pt x="38340" y="167899"/>
                    <a:pt x="38340" y="167899"/>
                    <a:pt x="37701" y="167899"/>
                  </a:cubicBezTo>
                  <a:cubicBezTo>
                    <a:pt x="34506" y="167260"/>
                    <a:pt x="31950" y="164068"/>
                    <a:pt x="32589" y="160238"/>
                  </a:cubicBezTo>
                  <a:cubicBezTo>
                    <a:pt x="32589" y="160238"/>
                    <a:pt x="32589" y="160238"/>
                    <a:pt x="32589" y="160238"/>
                  </a:cubicBezTo>
                  <a:cubicBezTo>
                    <a:pt x="33867" y="153854"/>
                    <a:pt x="35784" y="147470"/>
                    <a:pt x="38340" y="141724"/>
                  </a:cubicBezTo>
                  <a:cubicBezTo>
                    <a:pt x="37701" y="141086"/>
                    <a:pt x="37062" y="141086"/>
                    <a:pt x="37062" y="140448"/>
                  </a:cubicBezTo>
                  <a:cubicBezTo>
                    <a:pt x="23004" y="123211"/>
                    <a:pt x="30672" y="95760"/>
                    <a:pt x="46647" y="82992"/>
                  </a:cubicBezTo>
                  <a:cubicBezTo>
                    <a:pt x="62622" y="70224"/>
                    <a:pt x="84986" y="67670"/>
                    <a:pt x="115019" y="70224"/>
                  </a:cubicBezTo>
                  <a:lnTo>
                    <a:pt x="115019" y="70224"/>
                  </a:lnTo>
                  <a:close/>
                </a:path>
              </a:pathLst>
            </a:custGeom>
            <a:grpFill/>
            <a:ln w="6390" cap="flat">
              <a:noFill/>
              <a:prstDash val="solid"/>
              <a:miter/>
            </a:ln>
          </p:spPr>
          <p:txBody>
            <a:bodyPr rtlCol="0" anchor="ctr"/>
            <a:lstStyle/>
            <a:p>
              <a:endParaRPr lang="en-US"/>
            </a:p>
          </p:txBody>
        </p:sp>
        <p:sp>
          <p:nvSpPr>
            <p:cNvPr id="55" name="Graphic 4">
              <a:extLst>
                <a:ext uri="{FF2B5EF4-FFF2-40B4-BE49-F238E27FC236}">
                  <a16:creationId xmlns:a16="http://schemas.microsoft.com/office/drawing/2014/main" id="{EED5D05C-0C5F-0CB1-9B35-103EC02F6B50}"/>
                </a:ext>
              </a:extLst>
            </p:cNvPr>
            <p:cNvSpPr/>
            <p:nvPr/>
          </p:nvSpPr>
          <p:spPr>
            <a:xfrm>
              <a:off x="7191874" y="918179"/>
              <a:ext cx="361674" cy="361971"/>
            </a:xfrm>
            <a:custGeom>
              <a:avLst/>
              <a:gdLst>
                <a:gd name="connsiteX0" fmla="*/ 180836 w 361674"/>
                <a:gd name="connsiteY0" fmla="*/ 0 h 361971"/>
                <a:gd name="connsiteX1" fmla="*/ 0 w 361674"/>
                <a:gd name="connsiteY1" fmla="*/ 180667 h 361971"/>
                <a:gd name="connsiteX2" fmla="*/ 180836 w 361674"/>
                <a:gd name="connsiteY2" fmla="*/ 361972 h 361971"/>
                <a:gd name="connsiteX3" fmla="*/ 361670 w 361674"/>
                <a:gd name="connsiteY3" fmla="*/ 181305 h 361971"/>
                <a:gd name="connsiteX4" fmla="*/ 361670 w 361674"/>
                <a:gd name="connsiteY4" fmla="*/ 181305 h 361971"/>
                <a:gd name="connsiteX5" fmla="*/ 180836 w 361674"/>
                <a:gd name="connsiteY5" fmla="*/ 0 h 361971"/>
                <a:gd name="connsiteX6" fmla="*/ 285630 w 361674"/>
                <a:gd name="connsiteY6" fmla="*/ 192158 h 361971"/>
                <a:gd name="connsiteX7" fmla="*/ 281157 w 361674"/>
                <a:gd name="connsiteY7" fmla="*/ 194073 h 361971"/>
                <a:gd name="connsiteX8" fmla="*/ 276685 w 361674"/>
                <a:gd name="connsiteY8" fmla="*/ 192158 h 361971"/>
                <a:gd name="connsiteX9" fmla="*/ 261987 w 361674"/>
                <a:gd name="connsiteY9" fmla="*/ 176836 h 361971"/>
                <a:gd name="connsiteX10" fmla="*/ 261987 w 361674"/>
                <a:gd name="connsiteY10" fmla="*/ 276426 h 361971"/>
                <a:gd name="connsiteX11" fmla="*/ 255597 w 361674"/>
                <a:gd name="connsiteY11" fmla="*/ 282810 h 361971"/>
                <a:gd name="connsiteX12" fmla="*/ 106073 w 361674"/>
                <a:gd name="connsiteY12" fmla="*/ 282810 h 361971"/>
                <a:gd name="connsiteX13" fmla="*/ 99683 w 361674"/>
                <a:gd name="connsiteY13" fmla="*/ 276426 h 361971"/>
                <a:gd name="connsiteX14" fmla="*/ 99683 w 361674"/>
                <a:gd name="connsiteY14" fmla="*/ 173006 h 361971"/>
                <a:gd name="connsiteX15" fmla="*/ 84347 w 361674"/>
                <a:gd name="connsiteY15" fmla="*/ 187689 h 361971"/>
                <a:gd name="connsiteX16" fmla="*/ 75402 w 361674"/>
                <a:gd name="connsiteY16" fmla="*/ 187689 h 361971"/>
                <a:gd name="connsiteX17" fmla="*/ 75402 w 361674"/>
                <a:gd name="connsiteY17" fmla="*/ 178752 h 361971"/>
                <a:gd name="connsiteX18" fmla="*/ 75402 w 361674"/>
                <a:gd name="connsiteY18" fmla="*/ 178752 h 361971"/>
                <a:gd name="connsiteX19" fmla="*/ 108629 w 361674"/>
                <a:gd name="connsiteY19" fmla="*/ 146832 h 361971"/>
                <a:gd name="connsiteX20" fmla="*/ 107990 w 361674"/>
                <a:gd name="connsiteY20" fmla="*/ 144916 h 361971"/>
                <a:gd name="connsiteX21" fmla="*/ 107990 w 361674"/>
                <a:gd name="connsiteY21" fmla="*/ 100867 h 361971"/>
                <a:gd name="connsiteX22" fmla="*/ 114380 w 361674"/>
                <a:gd name="connsiteY22" fmla="*/ 94483 h 361971"/>
                <a:gd name="connsiteX23" fmla="*/ 139301 w 361674"/>
                <a:gd name="connsiteY23" fmla="*/ 94483 h 361971"/>
                <a:gd name="connsiteX24" fmla="*/ 145691 w 361674"/>
                <a:gd name="connsiteY24" fmla="*/ 100867 h 361971"/>
                <a:gd name="connsiteX25" fmla="*/ 145691 w 361674"/>
                <a:gd name="connsiteY25" fmla="*/ 111720 h 361971"/>
                <a:gd name="connsiteX26" fmla="*/ 177001 w 361674"/>
                <a:gd name="connsiteY26" fmla="*/ 81715 h 361971"/>
                <a:gd name="connsiteX27" fmla="*/ 185947 w 361674"/>
                <a:gd name="connsiteY27" fmla="*/ 81715 h 361971"/>
                <a:gd name="connsiteX28" fmla="*/ 284352 w 361674"/>
                <a:gd name="connsiteY28" fmla="*/ 184497 h 361971"/>
                <a:gd name="connsiteX29" fmla="*/ 285630 w 361674"/>
                <a:gd name="connsiteY29" fmla="*/ 192158 h 361971"/>
                <a:gd name="connsiteX30" fmla="*/ 285630 w 361674"/>
                <a:gd name="connsiteY30" fmla="*/ 19215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1674" h="361971">
                  <a:moveTo>
                    <a:pt x="180836" y="0"/>
                  </a:moveTo>
                  <a:cubicBezTo>
                    <a:pt x="80513" y="0"/>
                    <a:pt x="0" y="81077"/>
                    <a:pt x="0" y="180667"/>
                  </a:cubicBezTo>
                  <a:cubicBezTo>
                    <a:pt x="0" y="280895"/>
                    <a:pt x="81152" y="361972"/>
                    <a:pt x="180836" y="361972"/>
                  </a:cubicBezTo>
                  <a:cubicBezTo>
                    <a:pt x="281157" y="361972"/>
                    <a:pt x="361670" y="280895"/>
                    <a:pt x="361670" y="181305"/>
                  </a:cubicBezTo>
                  <a:lnTo>
                    <a:pt x="361670" y="181305"/>
                  </a:lnTo>
                  <a:cubicBezTo>
                    <a:pt x="362309" y="81077"/>
                    <a:pt x="281157" y="0"/>
                    <a:pt x="180836" y="0"/>
                  </a:cubicBezTo>
                  <a:close/>
                  <a:moveTo>
                    <a:pt x="285630" y="192158"/>
                  </a:moveTo>
                  <a:cubicBezTo>
                    <a:pt x="284352" y="193435"/>
                    <a:pt x="283075" y="194073"/>
                    <a:pt x="281157" y="194073"/>
                  </a:cubicBezTo>
                  <a:cubicBezTo>
                    <a:pt x="279240" y="194073"/>
                    <a:pt x="277962" y="193435"/>
                    <a:pt x="276685" y="192158"/>
                  </a:cubicBezTo>
                  <a:lnTo>
                    <a:pt x="261987" y="176836"/>
                  </a:lnTo>
                  <a:lnTo>
                    <a:pt x="261987" y="276426"/>
                  </a:lnTo>
                  <a:cubicBezTo>
                    <a:pt x="261987" y="280257"/>
                    <a:pt x="259431" y="282810"/>
                    <a:pt x="255597" y="282810"/>
                  </a:cubicBezTo>
                  <a:lnTo>
                    <a:pt x="106073" y="282810"/>
                  </a:lnTo>
                  <a:cubicBezTo>
                    <a:pt x="102239" y="282810"/>
                    <a:pt x="99683" y="280257"/>
                    <a:pt x="99683" y="276426"/>
                  </a:cubicBezTo>
                  <a:lnTo>
                    <a:pt x="99683" y="173006"/>
                  </a:lnTo>
                  <a:lnTo>
                    <a:pt x="84347" y="187689"/>
                  </a:lnTo>
                  <a:cubicBezTo>
                    <a:pt x="81792" y="190243"/>
                    <a:pt x="77957" y="190243"/>
                    <a:pt x="75402" y="187689"/>
                  </a:cubicBezTo>
                  <a:cubicBezTo>
                    <a:pt x="72845" y="185135"/>
                    <a:pt x="72845" y="181305"/>
                    <a:pt x="75402" y="178752"/>
                  </a:cubicBezTo>
                  <a:cubicBezTo>
                    <a:pt x="75402" y="178752"/>
                    <a:pt x="75402" y="178752"/>
                    <a:pt x="75402" y="178752"/>
                  </a:cubicBezTo>
                  <a:lnTo>
                    <a:pt x="108629" y="146832"/>
                  </a:lnTo>
                  <a:cubicBezTo>
                    <a:pt x="108629" y="146193"/>
                    <a:pt x="107990" y="145555"/>
                    <a:pt x="107990" y="144916"/>
                  </a:cubicBezTo>
                  <a:lnTo>
                    <a:pt x="107990" y="100867"/>
                  </a:lnTo>
                  <a:cubicBezTo>
                    <a:pt x="107990" y="97037"/>
                    <a:pt x="110546" y="94483"/>
                    <a:pt x="114380" y="94483"/>
                  </a:cubicBezTo>
                  <a:lnTo>
                    <a:pt x="139301" y="94483"/>
                  </a:lnTo>
                  <a:cubicBezTo>
                    <a:pt x="143135" y="94483"/>
                    <a:pt x="145691" y="97037"/>
                    <a:pt x="145691" y="100867"/>
                  </a:cubicBezTo>
                  <a:lnTo>
                    <a:pt x="145691" y="111720"/>
                  </a:lnTo>
                  <a:lnTo>
                    <a:pt x="177001" y="81715"/>
                  </a:lnTo>
                  <a:cubicBezTo>
                    <a:pt x="179557" y="79161"/>
                    <a:pt x="183391" y="79161"/>
                    <a:pt x="185947" y="81715"/>
                  </a:cubicBezTo>
                  <a:lnTo>
                    <a:pt x="284352" y="184497"/>
                  </a:lnTo>
                  <a:cubicBezTo>
                    <a:pt x="288186" y="185774"/>
                    <a:pt x="288186" y="189604"/>
                    <a:pt x="285630" y="192158"/>
                  </a:cubicBezTo>
                  <a:lnTo>
                    <a:pt x="285630" y="192158"/>
                  </a:lnTo>
                  <a:close/>
                </a:path>
              </a:pathLst>
            </a:custGeom>
            <a:grpFill/>
            <a:ln w="6390" cap="flat">
              <a:noFill/>
              <a:prstDash val="solid"/>
              <a:miter/>
            </a:ln>
          </p:spPr>
          <p:txBody>
            <a:bodyPr rtlCol="0" anchor="ctr"/>
            <a:lstStyle/>
            <a:p>
              <a:endParaRPr lang="en-US"/>
            </a:p>
          </p:txBody>
        </p:sp>
      </p:grpSp>
      <p:sp>
        <p:nvSpPr>
          <p:cNvPr id="11" name="Snip Single Corner Rectangle 23">
            <a:extLst>
              <a:ext uri="{FF2B5EF4-FFF2-40B4-BE49-F238E27FC236}">
                <a16:creationId xmlns:a16="http://schemas.microsoft.com/office/drawing/2014/main" id="{487CB8EA-2635-12FA-41FC-81A7BA7DA72C}"/>
              </a:ext>
            </a:extLst>
          </p:cNvPr>
          <p:cNvSpPr/>
          <p:nvPr/>
        </p:nvSpPr>
        <p:spPr bwMode="gray">
          <a:xfrm>
            <a:off x="6335592" y="5450041"/>
            <a:ext cx="5375073" cy="982340"/>
          </a:xfrm>
          <a:prstGeom prst="snip1Rect">
            <a:avLst>
              <a:gd name="adj" fmla="val 50000"/>
            </a:avLst>
          </a:prstGeom>
          <a:solidFill>
            <a:srgbClr val="002060">
              <a:alpha val="74902"/>
            </a:srgbClr>
          </a:solidFill>
          <a:ln w="19050" algn="ctr">
            <a:noFill/>
            <a:miter lim="800000"/>
            <a:headEnd/>
            <a:tailEnd/>
          </a:ln>
        </p:spPr>
        <p:txBody>
          <a:bodyPr wrap="square" lIns="640080" tIns="0" rIns="108000" bIns="0" rtlCol="0" anchor="t"/>
          <a:lstStyle/>
          <a:p>
            <a:r>
              <a:rPr lang="en-US" sz="1300" noProof="0">
                <a:solidFill>
                  <a:schemeClr val="bg1"/>
                </a:solidFill>
                <a:latin typeface="Aptos" panose="020B0004020202020204" pitchFamily="34" charset="0"/>
              </a:rPr>
              <a:t> </a:t>
            </a:r>
          </a:p>
        </p:txBody>
      </p:sp>
      <p:sp>
        <p:nvSpPr>
          <p:cNvPr id="12" name="Snip Single Corner Rectangle 24">
            <a:extLst>
              <a:ext uri="{FF2B5EF4-FFF2-40B4-BE49-F238E27FC236}">
                <a16:creationId xmlns:a16="http://schemas.microsoft.com/office/drawing/2014/main" id="{C5C380EE-0E57-072E-3011-E2B0B8F775B8}"/>
              </a:ext>
            </a:extLst>
          </p:cNvPr>
          <p:cNvSpPr/>
          <p:nvPr/>
        </p:nvSpPr>
        <p:spPr bwMode="gray">
          <a:xfrm>
            <a:off x="6335592" y="4211425"/>
            <a:ext cx="5375073" cy="982340"/>
          </a:xfrm>
          <a:prstGeom prst="snip1Rect">
            <a:avLst>
              <a:gd name="adj" fmla="val 50000"/>
            </a:avLst>
          </a:prstGeom>
          <a:solidFill>
            <a:schemeClr val="accent5">
              <a:alpha val="74902"/>
            </a:schemeClr>
          </a:solidFill>
          <a:ln w="19050" algn="ctr">
            <a:noFill/>
            <a:miter lim="800000"/>
            <a:headEnd/>
            <a:tailEnd/>
          </a:ln>
        </p:spPr>
        <p:txBody>
          <a:bodyPr wrap="square" lIns="640080" tIns="0" rIns="108000" bIns="0" rtlCol="0" anchor="t"/>
          <a:lstStyle/>
          <a:p>
            <a:endParaRPr lang="en-US" sz="1300" noProof="0">
              <a:solidFill>
                <a:schemeClr val="bg1"/>
              </a:solidFill>
              <a:latin typeface="Aptos" panose="020B0004020202020204" pitchFamily="34" charset="0"/>
            </a:endParaRPr>
          </a:p>
        </p:txBody>
      </p:sp>
      <p:sp>
        <p:nvSpPr>
          <p:cNvPr id="13" name="Snip Single Corner Rectangle 25">
            <a:extLst>
              <a:ext uri="{FF2B5EF4-FFF2-40B4-BE49-F238E27FC236}">
                <a16:creationId xmlns:a16="http://schemas.microsoft.com/office/drawing/2014/main" id="{5D9DC3A3-0715-EE94-757B-97CDB4B2F644}"/>
              </a:ext>
            </a:extLst>
          </p:cNvPr>
          <p:cNvSpPr/>
          <p:nvPr/>
        </p:nvSpPr>
        <p:spPr bwMode="gray">
          <a:xfrm>
            <a:off x="6335592" y="1723132"/>
            <a:ext cx="5375073" cy="982340"/>
          </a:xfrm>
          <a:prstGeom prst="snip1Rect">
            <a:avLst>
              <a:gd name="adj" fmla="val 50000"/>
            </a:avLst>
          </a:prstGeom>
          <a:solidFill>
            <a:srgbClr val="86BC25">
              <a:alpha val="74902"/>
            </a:srgbClr>
          </a:solidFill>
          <a:ln w="19050" algn="ctr">
            <a:noFill/>
            <a:miter lim="800000"/>
            <a:headEnd/>
            <a:tailEnd/>
          </a:ln>
        </p:spPr>
        <p:txBody>
          <a:bodyPr wrap="square" lIns="612000" tIns="0" rIns="36000" bIns="0" rtlCol="0" anchor="t"/>
          <a:lstStyle/>
          <a:p>
            <a:pPr marL="285750" indent="-285750">
              <a:buFont typeface="Arial" panose="020B0604020202020204" pitchFamily="34" charset="0"/>
              <a:buChar char="•"/>
            </a:pPr>
            <a:endParaRPr lang="en-US" sz="1300" noProof="0">
              <a:latin typeface="Aptos" panose="020B0004020202020204" pitchFamily="34" charset="0"/>
            </a:endParaRPr>
          </a:p>
        </p:txBody>
      </p:sp>
      <p:sp>
        <p:nvSpPr>
          <p:cNvPr id="16" name="Oval 15">
            <a:extLst>
              <a:ext uri="{FF2B5EF4-FFF2-40B4-BE49-F238E27FC236}">
                <a16:creationId xmlns:a16="http://schemas.microsoft.com/office/drawing/2014/main" id="{7FE62E4E-AC25-7C7A-63B3-8D7647518DEE}"/>
              </a:ext>
            </a:extLst>
          </p:cNvPr>
          <p:cNvSpPr/>
          <p:nvPr/>
        </p:nvSpPr>
        <p:spPr bwMode="gray">
          <a:xfrm>
            <a:off x="5867401" y="1659871"/>
            <a:ext cx="1037053" cy="1108858"/>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latin typeface="Aptos" panose="020B0004020202020204" pitchFamily="34" charset="0"/>
            </a:endParaRPr>
          </a:p>
        </p:txBody>
      </p:sp>
      <p:sp>
        <p:nvSpPr>
          <p:cNvPr id="17" name="Oval 16">
            <a:extLst>
              <a:ext uri="{FF2B5EF4-FFF2-40B4-BE49-F238E27FC236}">
                <a16:creationId xmlns:a16="http://schemas.microsoft.com/office/drawing/2014/main" id="{CC89B5FE-E2AE-5E17-7C27-F5DDC364440D}"/>
              </a:ext>
            </a:extLst>
          </p:cNvPr>
          <p:cNvSpPr/>
          <p:nvPr/>
        </p:nvSpPr>
        <p:spPr bwMode="gray">
          <a:xfrm>
            <a:off x="5867401" y="4148164"/>
            <a:ext cx="1037053" cy="1108858"/>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latin typeface="Aptos" panose="020B0004020202020204" pitchFamily="34" charset="0"/>
            </a:endParaRPr>
          </a:p>
        </p:txBody>
      </p:sp>
      <p:sp>
        <p:nvSpPr>
          <p:cNvPr id="18" name="Oval 17">
            <a:extLst>
              <a:ext uri="{FF2B5EF4-FFF2-40B4-BE49-F238E27FC236}">
                <a16:creationId xmlns:a16="http://schemas.microsoft.com/office/drawing/2014/main" id="{E3AD80F3-CDDB-BE8C-4E72-EF11C3E09A48}"/>
              </a:ext>
            </a:extLst>
          </p:cNvPr>
          <p:cNvSpPr/>
          <p:nvPr/>
        </p:nvSpPr>
        <p:spPr bwMode="gray">
          <a:xfrm>
            <a:off x="5867401" y="5386780"/>
            <a:ext cx="1037053" cy="1108858"/>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latin typeface="Aptos" panose="020B0004020202020204" pitchFamily="34" charset="0"/>
            </a:endParaRPr>
          </a:p>
        </p:txBody>
      </p:sp>
      <p:sp>
        <p:nvSpPr>
          <p:cNvPr id="19" name="Snip Single Corner Rectangle 31">
            <a:extLst>
              <a:ext uri="{FF2B5EF4-FFF2-40B4-BE49-F238E27FC236}">
                <a16:creationId xmlns:a16="http://schemas.microsoft.com/office/drawing/2014/main" id="{221C2D2E-6EAB-A606-8A99-E47E15E433C3}"/>
              </a:ext>
            </a:extLst>
          </p:cNvPr>
          <p:cNvSpPr/>
          <p:nvPr/>
        </p:nvSpPr>
        <p:spPr bwMode="gray">
          <a:xfrm>
            <a:off x="6335592" y="2956219"/>
            <a:ext cx="5375073" cy="982340"/>
          </a:xfrm>
          <a:prstGeom prst="snip1Rect">
            <a:avLst>
              <a:gd name="adj" fmla="val 50000"/>
            </a:avLst>
          </a:prstGeom>
          <a:solidFill>
            <a:srgbClr val="43B02A">
              <a:alpha val="74902"/>
            </a:srgbClr>
          </a:solidFill>
          <a:ln w="19050" algn="ctr">
            <a:noFill/>
            <a:miter lim="800000"/>
            <a:headEnd/>
            <a:tailEnd/>
          </a:ln>
        </p:spPr>
        <p:txBody>
          <a:bodyPr wrap="square" lIns="640080" tIns="0" rIns="108000" bIns="0" rtlCol="0" anchor="t"/>
          <a:lstStyle/>
          <a:p>
            <a:endParaRPr lang="en-US" sz="1300" noProof="0">
              <a:solidFill>
                <a:schemeClr val="bg1"/>
              </a:solidFill>
              <a:latin typeface="Aptos" panose="020B0004020202020204" pitchFamily="34" charset="0"/>
            </a:endParaRPr>
          </a:p>
        </p:txBody>
      </p:sp>
      <p:sp>
        <p:nvSpPr>
          <p:cNvPr id="21" name="Oval 20">
            <a:extLst>
              <a:ext uri="{FF2B5EF4-FFF2-40B4-BE49-F238E27FC236}">
                <a16:creationId xmlns:a16="http://schemas.microsoft.com/office/drawing/2014/main" id="{4CFE2A14-230B-4047-9D7C-63C34B858556}"/>
              </a:ext>
            </a:extLst>
          </p:cNvPr>
          <p:cNvSpPr/>
          <p:nvPr/>
        </p:nvSpPr>
        <p:spPr bwMode="gray">
          <a:xfrm>
            <a:off x="5867401" y="2892958"/>
            <a:ext cx="1037053" cy="1108858"/>
          </a:xfrm>
          <a:prstGeom prst="ellipse">
            <a:avLst/>
          </a:prstGeom>
          <a:solidFill>
            <a:schemeClr val="bg1"/>
          </a:solidFill>
          <a:ln w="3810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latin typeface="Aptos" panose="020B0004020202020204" pitchFamily="34" charset="0"/>
            </a:endParaRPr>
          </a:p>
        </p:txBody>
      </p:sp>
      <p:sp>
        <p:nvSpPr>
          <p:cNvPr id="34" name="Freeform 141">
            <a:extLst>
              <a:ext uri="{FF2B5EF4-FFF2-40B4-BE49-F238E27FC236}">
                <a16:creationId xmlns:a16="http://schemas.microsoft.com/office/drawing/2014/main" id="{39F4D1DB-B155-98F7-455D-A35E9CA83677}"/>
              </a:ext>
            </a:extLst>
          </p:cNvPr>
          <p:cNvSpPr>
            <a:spLocks noChangeAspect="1" noEditPoints="1"/>
          </p:cNvSpPr>
          <p:nvPr/>
        </p:nvSpPr>
        <p:spPr bwMode="auto">
          <a:xfrm>
            <a:off x="5987724" y="3021613"/>
            <a:ext cx="796407" cy="851550"/>
          </a:xfrm>
          <a:custGeom>
            <a:avLst/>
            <a:gdLst>
              <a:gd name="T0" fmla="*/ 341 w 512"/>
              <a:gd name="T1" fmla="*/ 330 h 512"/>
              <a:gd name="T2" fmla="*/ 138 w 512"/>
              <a:gd name="T3" fmla="*/ 224 h 512"/>
              <a:gd name="T4" fmla="*/ 224 w 512"/>
              <a:gd name="T5" fmla="*/ 248 h 512"/>
              <a:gd name="T6" fmla="*/ 240 w 512"/>
              <a:gd name="T7" fmla="*/ 234 h 512"/>
              <a:gd name="T8" fmla="*/ 247 w 512"/>
              <a:gd name="T9" fmla="*/ 242 h 512"/>
              <a:gd name="T10" fmla="*/ 264 w 512"/>
              <a:gd name="T11" fmla="*/ 259 h 512"/>
              <a:gd name="T12" fmla="*/ 244 w 512"/>
              <a:gd name="T13" fmla="*/ 254 h 512"/>
              <a:gd name="T14" fmla="*/ 234 w 512"/>
              <a:gd name="T15" fmla="*/ 260 h 512"/>
              <a:gd name="T16" fmla="*/ 240 w 512"/>
              <a:gd name="T17" fmla="*/ 267 h 512"/>
              <a:gd name="T18" fmla="*/ 261 w 512"/>
              <a:gd name="T19" fmla="*/ 276 h 512"/>
              <a:gd name="T20" fmla="*/ 269 w 512"/>
              <a:gd name="T21" fmla="*/ 290 h 512"/>
              <a:gd name="T22" fmla="*/ 247 w 512"/>
              <a:gd name="T23" fmla="*/ 309 h 512"/>
              <a:gd name="T24" fmla="*/ 240 w 512"/>
              <a:gd name="T25" fmla="*/ 320 h 512"/>
              <a:gd name="T26" fmla="*/ 218 w 512"/>
              <a:gd name="T27" fmla="*/ 305 h 512"/>
              <a:gd name="T28" fmla="*/ 229 w 512"/>
              <a:gd name="T29" fmla="*/ 295 h 512"/>
              <a:gd name="T30" fmla="*/ 244 w 512"/>
              <a:gd name="T31" fmla="*/ 297 h 512"/>
              <a:gd name="T32" fmla="*/ 254 w 512"/>
              <a:gd name="T33" fmla="*/ 291 h 512"/>
              <a:gd name="T34" fmla="*/ 247 w 512"/>
              <a:gd name="T35" fmla="*/ 284 h 512"/>
              <a:gd name="T36" fmla="*/ 237 w 512"/>
              <a:gd name="T37" fmla="*/ 280 h 512"/>
              <a:gd name="T38" fmla="*/ 218 w 512"/>
              <a:gd name="T39" fmla="*/ 260 h 512"/>
              <a:gd name="T40" fmla="*/ 181 w 512"/>
              <a:gd name="T41" fmla="*/ 181 h 512"/>
              <a:gd name="T42" fmla="*/ 384 w 512"/>
              <a:gd name="T43" fmla="*/ 288 h 512"/>
              <a:gd name="T44" fmla="*/ 362 w 512"/>
              <a:gd name="T45" fmla="*/ 213 h 512"/>
              <a:gd name="T46" fmla="*/ 181 w 512"/>
              <a:gd name="T47" fmla="*/ 202 h 512"/>
              <a:gd name="T48" fmla="*/ 256 w 512"/>
              <a:gd name="T49" fmla="*/ 0 h 512"/>
              <a:gd name="T50" fmla="*/ 256 w 512"/>
              <a:gd name="T51" fmla="*/ 512 h 512"/>
              <a:gd name="T52" fmla="*/ 256 w 512"/>
              <a:gd name="T53" fmla="*/ 0 h 512"/>
              <a:gd name="T54" fmla="*/ 394 w 512"/>
              <a:gd name="T55" fmla="*/ 309 h 512"/>
              <a:gd name="T56" fmla="*/ 362 w 512"/>
              <a:gd name="T57" fmla="*/ 341 h 512"/>
              <a:gd name="T58" fmla="*/ 128 w 512"/>
              <a:gd name="T59" fmla="*/ 352 h 512"/>
              <a:gd name="T60" fmla="*/ 117 w 512"/>
              <a:gd name="T61" fmla="*/ 213 h 512"/>
              <a:gd name="T62" fmla="*/ 160 w 512"/>
              <a:gd name="T63" fmla="*/ 202 h 512"/>
              <a:gd name="T64" fmla="*/ 170 w 512"/>
              <a:gd name="T65" fmla="*/ 160 h 512"/>
              <a:gd name="T66" fmla="*/ 405 w 512"/>
              <a:gd name="T67"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330"/>
                </a:moveTo>
                <a:cubicBezTo>
                  <a:pt x="341" y="330"/>
                  <a:pt x="341" y="330"/>
                  <a:pt x="341" y="330"/>
                </a:cubicBezTo>
                <a:cubicBezTo>
                  <a:pt x="341" y="224"/>
                  <a:pt x="341" y="224"/>
                  <a:pt x="341" y="224"/>
                </a:cubicBezTo>
                <a:cubicBezTo>
                  <a:pt x="138" y="224"/>
                  <a:pt x="138" y="224"/>
                  <a:pt x="138" y="224"/>
                </a:cubicBezTo>
                <a:lnTo>
                  <a:pt x="138" y="330"/>
                </a:lnTo>
                <a:close/>
                <a:moveTo>
                  <a:pt x="224" y="248"/>
                </a:moveTo>
                <a:cubicBezTo>
                  <a:pt x="228" y="245"/>
                  <a:pt x="233" y="243"/>
                  <a:pt x="240" y="242"/>
                </a:cubicBezTo>
                <a:cubicBezTo>
                  <a:pt x="240" y="234"/>
                  <a:pt x="240" y="234"/>
                  <a:pt x="240" y="234"/>
                </a:cubicBezTo>
                <a:cubicBezTo>
                  <a:pt x="247" y="234"/>
                  <a:pt x="247" y="234"/>
                  <a:pt x="247" y="234"/>
                </a:cubicBezTo>
                <a:cubicBezTo>
                  <a:pt x="247" y="242"/>
                  <a:pt x="247" y="242"/>
                  <a:pt x="247" y="242"/>
                </a:cubicBezTo>
                <a:cubicBezTo>
                  <a:pt x="255" y="242"/>
                  <a:pt x="262" y="244"/>
                  <a:pt x="268" y="247"/>
                </a:cubicBezTo>
                <a:cubicBezTo>
                  <a:pt x="264" y="259"/>
                  <a:pt x="264" y="259"/>
                  <a:pt x="264" y="259"/>
                </a:cubicBezTo>
                <a:cubicBezTo>
                  <a:pt x="258" y="256"/>
                  <a:pt x="253" y="255"/>
                  <a:pt x="247" y="255"/>
                </a:cubicBezTo>
                <a:cubicBezTo>
                  <a:pt x="247" y="255"/>
                  <a:pt x="246" y="254"/>
                  <a:pt x="244" y="254"/>
                </a:cubicBezTo>
                <a:cubicBezTo>
                  <a:pt x="242" y="254"/>
                  <a:pt x="240" y="255"/>
                  <a:pt x="240" y="255"/>
                </a:cubicBezTo>
                <a:cubicBezTo>
                  <a:pt x="236" y="255"/>
                  <a:pt x="234" y="257"/>
                  <a:pt x="234" y="260"/>
                </a:cubicBezTo>
                <a:cubicBezTo>
                  <a:pt x="234" y="262"/>
                  <a:pt x="234" y="263"/>
                  <a:pt x="235" y="264"/>
                </a:cubicBezTo>
                <a:cubicBezTo>
                  <a:pt x="236" y="265"/>
                  <a:pt x="238" y="266"/>
                  <a:pt x="240" y="267"/>
                </a:cubicBezTo>
                <a:cubicBezTo>
                  <a:pt x="247" y="270"/>
                  <a:pt x="247" y="270"/>
                  <a:pt x="247" y="270"/>
                </a:cubicBezTo>
                <a:cubicBezTo>
                  <a:pt x="254" y="272"/>
                  <a:pt x="259" y="274"/>
                  <a:pt x="261" y="276"/>
                </a:cubicBezTo>
                <a:cubicBezTo>
                  <a:pt x="264" y="278"/>
                  <a:pt x="266" y="280"/>
                  <a:pt x="268" y="282"/>
                </a:cubicBezTo>
                <a:cubicBezTo>
                  <a:pt x="269" y="285"/>
                  <a:pt x="269" y="287"/>
                  <a:pt x="269" y="290"/>
                </a:cubicBezTo>
                <a:cubicBezTo>
                  <a:pt x="269" y="296"/>
                  <a:pt x="268" y="300"/>
                  <a:pt x="264" y="303"/>
                </a:cubicBezTo>
                <a:cubicBezTo>
                  <a:pt x="260" y="307"/>
                  <a:pt x="254" y="309"/>
                  <a:pt x="247" y="309"/>
                </a:cubicBezTo>
                <a:cubicBezTo>
                  <a:pt x="247" y="320"/>
                  <a:pt x="247" y="320"/>
                  <a:pt x="247" y="320"/>
                </a:cubicBezTo>
                <a:cubicBezTo>
                  <a:pt x="240" y="320"/>
                  <a:pt x="240" y="320"/>
                  <a:pt x="240" y="320"/>
                </a:cubicBezTo>
                <a:cubicBezTo>
                  <a:pt x="240" y="309"/>
                  <a:pt x="240" y="309"/>
                  <a:pt x="240" y="309"/>
                </a:cubicBezTo>
                <a:cubicBezTo>
                  <a:pt x="232" y="309"/>
                  <a:pt x="225" y="308"/>
                  <a:pt x="218" y="305"/>
                </a:cubicBezTo>
                <a:cubicBezTo>
                  <a:pt x="218" y="292"/>
                  <a:pt x="218" y="292"/>
                  <a:pt x="218" y="292"/>
                </a:cubicBezTo>
                <a:cubicBezTo>
                  <a:pt x="221" y="293"/>
                  <a:pt x="225" y="294"/>
                  <a:pt x="229" y="295"/>
                </a:cubicBezTo>
                <a:cubicBezTo>
                  <a:pt x="233" y="297"/>
                  <a:pt x="237" y="297"/>
                  <a:pt x="240" y="297"/>
                </a:cubicBezTo>
                <a:cubicBezTo>
                  <a:pt x="240" y="297"/>
                  <a:pt x="242" y="297"/>
                  <a:pt x="244" y="297"/>
                </a:cubicBezTo>
                <a:cubicBezTo>
                  <a:pt x="246" y="297"/>
                  <a:pt x="247" y="297"/>
                  <a:pt x="247" y="297"/>
                </a:cubicBezTo>
                <a:cubicBezTo>
                  <a:pt x="252" y="296"/>
                  <a:pt x="254" y="294"/>
                  <a:pt x="254" y="291"/>
                </a:cubicBezTo>
                <a:cubicBezTo>
                  <a:pt x="254" y="290"/>
                  <a:pt x="254" y="288"/>
                  <a:pt x="252" y="287"/>
                </a:cubicBezTo>
                <a:cubicBezTo>
                  <a:pt x="251" y="286"/>
                  <a:pt x="250" y="285"/>
                  <a:pt x="247" y="284"/>
                </a:cubicBezTo>
                <a:cubicBezTo>
                  <a:pt x="240" y="282"/>
                  <a:pt x="240" y="282"/>
                  <a:pt x="240" y="282"/>
                </a:cubicBezTo>
                <a:cubicBezTo>
                  <a:pt x="237" y="280"/>
                  <a:pt x="237" y="280"/>
                  <a:pt x="237" y="280"/>
                </a:cubicBezTo>
                <a:cubicBezTo>
                  <a:pt x="230" y="278"/>
                  <a:pt x="225" y="275"/>
                  <a:pt x="222" y="272"/>
                </a:cubicBezTo>
                <a:cubicBezTo>
                  <a:pt x="220" y="269"/>
                  <a:pt x="218" y="265"/>
                  <a:pt x="218" y="260"/>
                </a:cubicBezTo>
                <a:cubicBezTo>
                  <a:pt x="218" y="255"/>
                  <a:pt x="220" y="251"/>
                  <a:pt x="224" y="248"/>
                </a:cubicBezTo>
                <a:close/>
                <a:moveTo>
                  <a:pt x="181" y="181"/>
                </a:moveTo>
                <a:cubicBezTo>
                  <a:pt x="384" y="181"/>
                  <a:pt x="384" y="181"/>
                  <a:pt x="384" y="181"/>
                </a:cubicBezTo>
                <a:cubicBezTo>
                  <a:pt x="384" y="288"/>
                  <a:pt x="384" y="288"/>
                  <a:pt x="384" y="288"/>
                </a:cubicBezTo>
                <a:cubicBezTo>
                  <a:pt x="362" y="288"/>
                  <a:pt x="362" y="288"/>
                  <a:pt x="362" y="288"/>
                </a:cubicBezTo>
                <a:cubicBezTo>
                  <a:pt x="362" y="213"/>
                  <a:pt x="362" y="213"/>
                  <a:pt x="362" y="213"/>
                </a:cubicBezTo>
                <a:cubicBezTo>
                  <a:pt x="362" y="207"/>
                  <a:pt x="358" y="202"/>
                  <a:pt x="352" y="202"/>
                </a:cubicBezTo>
                <a:cubicBezTo>
                  <a:pt x="181" y="202"/>
                  <a:pt x="181" y="202"/>
                  <a:pt x="181" y="202"/>
                </a:cubicBezTo>
                <a:lnTo>
                  <a:pt x="181" y="181"/>
                </a:ln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98"/>
                </a:moveTo>
                <a:cubicBezTo>
                  <a:pt x="405" y="304"/>
                  <a:pt x="400" y="309"/>
                  <a:pt x="394" y="309"/>
                </a:cubicBezTo>
                <a:cubicBezTo>
                  <a:pt x="362" y="309"/>
                  <a:pt x="362" y="309"/>
                  <a:pt x="362" y="309"/>
                </a:cubicBezTo>
                <a:cubicBezTo>
                  <a:pt x="362" y="341"/>
                  <a:pt x="362" y="341"/>
                  <a:pt x="362" y="341"/>
                </a:cubicBezTo>
                <a:cubicBezTo>
                  <a:pt x="362" y="347"/>
                  <a:pt x="358" y="352"/>
                  <a:pt x="352" y="352"/>
                </a:cubicBezTo>
                <a:cubicBezTo>
                  <a:pt x="128" y="352"/>
                  <a:pt x="128" y="352"/>
                  <a:pt x="128" y="352"/>
                </a:cubicBezTo>
                <a:cubicBezTo>
                  <a:pt x="122" y="352"/>
                  <a:pt x="117" y="347"/>
                  <a:pt x="117" y="341"/>
                </a:cubicBezTo>
                <a:cubicBezTo>
                  <a:pt x="117" y="213"/>
                  <a:pt x="117" y="213"/>
                  <a:pt x="117" y="213"/>
                </a:cubicBezTo>
                <a:cubicBezTo>
                  <a:pt x="117" y="207"/>
                  <a:pt x="122" y="202"/>
                  <a:pt x="128" y="202"/>
                </a:cubicBezTo>
                <a:cubicBezTo>
                  <a:pt x="160" y="202"/>
                  <a:pt x="160" y="202"/>
                  <a:pt x="160" y="202"/>
                </a:cubicBezTo>
                <a:cubicBezTo>
                  <a:pt x="160" y="170"/>
                  <a:pt x="160" y="170"/>
                  <a:pt x="160" y="170"/>
                </a:cubicBezTo>
                <a:cubicBezTo>
                  <a:pt x="160" y="164"/>
                  <a:pt x="164" y="160"/>
                  <a:pt x="170" y="160"/>
                </a:cubicBezTo>
                <a:cubicBezTo>
                  <a:pt x="394" y="160"/>
                  <a:pt x="394" y="160"/>
                  <a:pt x="394" y="160"/>
                </a:cubicBezTo>
                <a:cubicBezTo>
                  <a:pt x="400" y="160"/>
                  <a:pt x="405" y="164"/>
                  <a:pt x="405" y="170"/>
                </a:cubicBezTo>
                <a:lnTo>
                  <a:pt x="405" y="298"/>
                </a:ln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a:latin typeface="Aptos" panose="020B0004020202020204" pitchFamily="34" charset="0"/>
            </a:endParaRPr>
          </a:p>
        </p:txBody>
      </p:sp>
      <p:grpSp>
        <p:nvGrpSpPr>
          <p:cNvPr id="35" name="Group 331">
            <a:extLst>
              <a:ext uri="{FF2B5EF4-FFF2-40B4-BE49-F238E27FC236}">
                <a16:creationId xmlns:a16="http://schemas.microsoft.com/office/drawing/2014/main" id="{7CEB96E7-B153-61B8-7160-7ADDAA04F7AD}"/>
              </a:ext>
            </a:extLst>
          </p:cNvPr>
          <p:cNvGrpSpPr>
            <a:grpSpLocks noChangeAspect="1"/>
          </p:cNvGrpSpPr>
          <p:nvPr/>
        </p:nvGrpSpPr>
        <p:grpSpPr bwMode="auto">
          <a:xfrm>
            <a:off x="5987724" y="4276818"/>
            <a:ext cx="796407" cy="851550"/>
            <a:chOff x="3832" y="1197"/>
            <a:chExt cx="340" cy="340"/>
          </a:xfrm>
          <a:solidFill>
            <a:srgbClr val="009A44"/>
          </a:solidFill>
        </p:grpSpPr>
        <p:sp>
          <p:nvSpPr>
            <p:cNvPr id="36" name="Freeform 332">
              <a:extLst>
                <a:ext uri="{FF2B5EF4-FFF2-40B4-BE49-F238E27FC236}">
                  <a16:creationId xmlns:a16="http://schemas.microsoft.com/office/drawing/2014/main" id="{A416B08D-2524-2C63-C089-5C8C66ABD8BC}"/>
                </a:ext>
              </a:extLst>
            </p:cNvPr>
            <p:cNvSpPr>
              <a:spLocks noEditPoints="1"/>
            </p:cNvSpPr>
            <p:nvPr/>
          </p:nvSpPr>
          <p:spPr bwMode="auto">
            <a:xfrm>
              <a:off x="3832" y="1197"/>
              <a:ext cx="340" cy="340"/>
            </a:xfrm>
            <a:custGeom>
              <a:avLst/>
              <a:gdLst>
                <a:gd name="T0" fmla="*/ 337 w 512"/>
                <a:gd name="T1" fmla="*/ 171 h 512"/>
                <a:gd name="T2" fmla="*/ 299 w 512"/>
                <a:gd name="T3" fmla="*/ 171 h 512"/>
                <a:gd name="T4" fmla="*/ 299 w 512"/>
                <a:gd name="T5" fmla="*/ 133 h 512"/>
                <a:gd name="T6" fmla="*/ 337 w 512"/>
                <a:gd name="T7" fmla="*/ 171 h 512"/>
                <a:gd name="T8" fmla="*/ 288 w 512"/>
                <a:gd name="T9" fmla="*/ 192 h 512"/>
                <a:gd name="T10" fmla="*/ 352 w 512"/>
                <a:gd name="T11" fmla="*/ 192 h 512"/>
                <a:gd name="T12" fmla="*/ 352 w 512"/>
                <a:gd name="T13" fmla="*/ 395 h 512"/>
                <a:gd name="T14" fmla="*/ 160 w 512"/>
                <a:gd name="T15" fmla="*/ 395 h 512"/>
                <a:gd name="T16" fmla="*/ 160 w 512"/>
                <a:gd name="T17" fmla="*/ 118 h 512"/>
                <a:gd name="T18" fmla="*/ 277 w 512"/>
                <a:gd name="T19" fmla="*/ 118 h 512"/>
                <a:gd name="T20" fmla="*/ 277 w 512"/>
                <a:gd name="T21" fmla="*/ 182 h 512"/>
                <a:gd name="T22" fmla="*/ 288 w 512"/>
                <a:gd name="T23" fmla="*/ 192 h 512"/>
                <a:gd name="T24" fmla="*/ 331 w 512"/>
                <a:gd name="T25" fmla="*/ 363 h 512"/>
                <a:gd name="T26" fmla="*/ 320 w 512"/>
                <a:gd name="T27" fmla="*/ 352 h 512"/>
                <a:gd name="T28" fmla="*/ 192 w 512"/>
                <a:gd name="T29" fmla="*/ 352 h 512"/>
                <a:gd name="T30" fmla="*/ 181 w 512"/>
                <a:gd name="T31" fmla="*/ 363 h 512"/>
                <a:gd name="T32" fmla="*/ 192 w 512"/>
                <a:gd name="T33" fmla="*/ 374 h 512"/>
                <a:gd name="T34" fmla="*/ 320 w 512"/>
                <a:gd name="T35" fmla="*/ 374 h 512"/>
                <a:gd name="T36" fmla="*/ 331 w 512"/>
                <a:gd name="T37" fmla="*/ 363 h 512"/>
                <a:gd name="T38" fmla="*/ 331 w 512"/>
                <a:gd name="T39" fmla="*/ 320 h 512"/>
                <a:gd name="T40" fmla="*/ 320 w 512"/>
                <a:gd name="T41" fmla="*/ 310 h 512"/>
                <a:gd name="T42" fmla="*/ 192 w 512"/>
                <a:gd name="T43" fmla="*/ 310 h 512"/>
                <a:gd name="T44" fmla="*/ 181 w 512"/>
                <a:gd name="T45" fmla="*/ 320 h 512"/>
                <a:gd name="T46" fmla="*/ 192 w 512"/>
                <a:gd name="T47" fmla="*/ 331 h 512"/>
                <a:gd name="T48" fmla="*/ 320 w 512"/>
                <a:gd name="T49" fmla="*/ 331 h 512"/>
                <a:gd name="T50" fmla="*/ 331 w 512"/>
                <a:gd name="T51" fmla="*/ 320 h 512"/>
                <a:gd name="T52" fmla="*/ 331 w 512"/>
                <a:gd name="T53" fmla="*/ 278 h 512"/>
                <a:gd name="T54" fmla="*/ 320 w 512"/>
                <a:gd name="T55" fmla="*/ 267 h 512"/>
                <a:gd name="T56" fmla="*/ 192 w 512"/>
                <a:gd name="T57" fmla="*/ 267 h 512"/>
                <a:gd name="T58" fmla="*/ 181 w 512"/>
                <a:gd name="T59" fmla="*/ 278 h 512"/>
                <a:gd name="T60" fmla="*/ 192 w 512"/>
                <a:gd name="T61" fmla="*/ 288 h 512"/>
                <a:gd name="T62" fmla="*/ 320 w 512"/>
                <a:gd name="T63" fmla="*/ 288 h 512"/>
                <a:gd name="T64" fmla="*/ 331 w 512"/>
                <a:gd name="T65" fmla="*/ 278 h 512"/>
                <a:gd name="T66" fmla="*/ 320 w 512"/>
                <a:gd name="T67" fmla="*/ 224 h 512"/>
                <a:gd name="T68" fmla="*/ 192 w 512"/>
                <a:gd name="T69" fmla="*/ 224 h 512"/>
                <a:gd name="T70" fmla="*/ 181 w 512"/>
                <a:gd name="T71" fmla="*/ 235 h 512"/>
                <a:gd name="T72" fmla="*/ 192 w 512"/>
                <a:gd name="T73" fmla="*/ 246 h 512"/>
                <a:gd name="T74" fmla="*/ 320 w 512"/>
                <a:gd name="T75" fmla="*/ 246 h 512"/>
                <a:gd name="T76" fmla="*/ 331 w 512"/>
                <a:gd name="T77" fmla="*/ 235 h 512"/>
                <a:gd name="T78" fmla="*/ 320 w 512"/>
                <a:gd name="T79" fmla="*/ 224 h 512"/>
                <a:gd name="T80" fmla="*/ 512 w 512"/>
                <a:gd name="T81" fmla="*/ 256 h 512"/>
                <a:gd name="T82" fmla="*/ 256 w 512"/>
                <a:gd name="T83" fmla="*/ 512 h 512"/>
                <a:gd name="T84" fmla="*/ 0 w 512"/>
                <a:gd name="T85" fmla="*/ 256 h 512"/>
                <a:gd name="T86" fmla="*/ 256 w 512"/>
                <a:gd name="T87" fmla="*/ 0 h 512"/>
                <a:gd name="T88" fmla="*/ 512 w 512"/>
                <a:gd name="T89" fmla="*/ 256 h 512"/>
                <a:gd name="T90" fmla="*/ 373 w 512"/>
                <a:gd name="T91" fmla="*/ 182 h 512"/>
                <a:gd name="T92" fmla="*/ 373 w 512"/>
                <a:gd name="T93" fmla="*/ 178 h 512"/>
                <a:gd name="T94" fmla="*/ 370 w 512"/>
                <a:gd name="T95" fmla="*/ 174 h 512"/>
                <a:gd name="T96" fmla="*/ 296 w 512"/>
                <a:gd name="T97" fmla="*/ 99 h 512"/>
                <a:gd name="T98" fmla="*/ 292 w 512"/>
                <a:gd name="T99" fmla="*/ 97 h 512"/>
                <a:gd name="T100" fmla="*/ 288 w 512"/>
                <a:gd name="T101" fmla="*/ 96 h 512"/>
                <a:gd name="T102" fmla="*/ 149 w 512"/>
                <a:gd name="T103" fmla="*/ 96 h 512"/>
                <a:gd name="T104" fmla="*/ 139 w 512"/>
                <a:gd name="T105" fmla="*/ 107 h 512"/>
                <a:gd name="T106" fmla="*/ 139 w 512"/>
                <a:gd name="T107" fmla="*/ 406 h 512"/>
                <a:gd name="T108" fmla="*/ 149 w 512"/>
                <a:gd name="T109" fmla="*/ 416 h 512"/>
                <a:gd name="T110" fmla="*/ 363 w 512"/>
                <a:gd name="T111" fmla="*/ 416 h 512"/>
                <a:gd name="T112" fmla="*/ 373 w 512"/>
                <a:gd name="T113" fmla="*/ 406 h 512"/>
                <a:gd name="T114" fmla="*/ 373 w 512"/>
                <a:gd name="T11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512">
                  <a:moveTo>
                    <a:pt x="337" y="171"/>
                  </a:moveTo>
                  <a:cubicBezTo>
                    <a:pt x="299" y="171"/>
                    <a:pt x="299" y="171"/>
                    <a:pt x="299" y="171"/>
                  </a:cubicBezTo>
                  <a:cubicBezTo>
                    <a:pt x="299" y="133"/>
                    <a:pt x="299" y="133"/>
                    <a:pt x="299" y="133"/>
                  </a:cubicBezTo>
                  <a:lnTo>
                    <a:pt x="337" y="171"/>
                  </a:lnTo>
                  <a:close/>
                  <a:moveTo>
                    <a:pt x="288" y="192"/>
                  </a:moveTo>
                  <a:cubicBezTo>
                    <a:pt x="352" y="192"/>
                    <a:pt x="352" y="192"/>
                    <a:pt x="352" y="192"/>
                  </a:cubicBezTo>
                  <a:cubicBezTo>
                    <a:pt x="352" y="395"/>
                    <a:pt x="352" y="395"/>
                    <a:pt x="352" y="395"/>
                  </a:cubicBezTo>
                  <a:cubicBezTo>
                    <a:pt x="160" y="395"/>
                    <a:pt x="160" y="395"/>
                    <a:pt x="160" y="395"/>
                  </a:cubicBezTo>
                  <a:cubicBezTo>
                    <a:pt x="160" y="118"/>
                    <a:pt x="160" y="118"/>
                    <a:pt x="160" y="118"/>
                  </a:cubicBezTo>
                  <a:cubicBezTo>
                    <a:pt x="277" y="118"/>
                    <a:pt x="277" y="118"/>
                    <a:pt x="277" y="118"/>
                  </a:cubicBezTo>
                  <a:cubicBezTo>
                    <a:pt x="277" y="182"/>
                    <a:pt x="277" y="182"/>
                    <a:pt x="277" y="182"/>
                  </a:cubicBezTo>
                  <a:cubicBezTo>
                    <a:pt x="277" y="188"/>
                    <a:pt x="282" y="192"/>
                    <a:pt x="288" y="192"/>
                  </a:cubicBezTo>
                  <a:close/>
                  <a:moveTo>
                    <a:pt x="331" y="363"/>
                  </a:moveTo>
                  <a:cubicBezTo>
                    <a:pt x="331" y="357"/>
                    <a:pt x="326" y="352"/>
                    <a:pt x="320" y="352"/>
                  </a:cubicBezTo>
                  <a:cubicBezTo>
                    <a:pt x="192" y="352"/>
                    <a:pt x="192" y="352"/>
                    <a:pt x="192" y="352"/>
                  </a:cubicBezTo>
                  <a:cubicBezTo>
                    <a:pt x="186" y="352"/>
                    <a:pt x="181" y="357"/>
                    <a:pt x="181" y="363"/>
                  </a:cubicBezTo>
                  <a:cubicBezTo>
                    <a:pt x="181" y="369"/>
                    <a:pt x="186" y="374"/>
                    <a:pt x="192" y="374"/>
                  </a:cubicBezTo>
                  <a:cubicBezTo>
                    <a:pt x="320" y="374"/>
                    <a:pt x="320" y="374"/>
                    <a:pt x="320" y="374"/>
                  </a:cubicBezTo>
                  <a:cubicBezTo>
                    <a:pt x="326" y="374"/>
                    <a:pt x="331" y="369"/>
                    <a:pt x="331" y="363"/>
                  </a:cubicBezTo>
                  <a:close/>
                  <a:moveTo>
                    <a:pt x="331" y="320"/>
                  </a:moveTo>
                  <a:cubicBezTo>
                    <a:pt x="331" y="314"/>
                    <a:pt x="326" y="310"/>
                    <a:pt x="320" y="310"/>
                  </a:cubicBezTo>
                  <a:cubicBezTo>
                    <a:pt x="192" y="310"/>
                    <a:pt x="192" y="310"/>
                    <a:pt x="192" y="310"/>
                  </a:cubicBezTo>
                  <a:cubicBezTo>
                    <a:pt x="186" y="310"/>
                    <a:pt x="181" y="314"/>
                    <a:pt x="181" y="320"/>
                  </a:cubicBezTo>
                  <a:cubicBezTo>
                    <a:pt x="181" y="326"/>
                    <a:pt x="186" y="331"/>
                    <a:pt x="192" y="331"/>
                  </a:cubicBezTo>
                  <a:cubicBezTo>
                    <a:pt x="320" y="331"/>
                    <a:pt x="320" y="331"/>
                    <a:pt x="320" y="331"/>
                  </a:cubicBezTo>
                  <a:cubicBezTo>
                    <a:pt x="326" y="331"/>
                    <a:pt x="331" y="326"/>
                    <a:pt x="331" y="320"/>
                  </a:cubicBezTo>
                  <a:close/>
                  <a:moveTo>
                    <a:pt x="331" y="278"/>
                  </a:moveTo>
                  <a:cubicBezTo>
                    <a:pt x="331" y="272"/>
                    <a:pt x="326" y="267"/>
                    <a:pt x="320" y="267"/>
                  </a:cubicBezTo>
                  <a:cubicBezTo>
                    <a:pt x="192" y="267"/>
                    <a:pt x="192" y="267"/>
                    <a:pt x="192" y="267"/>
                  </a:cubicBezTo>
                  <a:cubicBezTo>
                    <a:pt x="186" y="267"/>
                    <a:pt x="181" y="272"/>
                    <a:pt x="181" y="278"/>
                  </a:cubicBezTo>
                  <a:cubicBezTo>
                    <a:pt x="181" y="284"/>
                    <a:pt x="186" y="288"/>
                    <a:pt x="192" y="288"/>
                  </a:cubicBezTo>
                  <a:cubicBezTo>
                    <a:pt x="320" y="288"/>
                    <a:pt x="320" y="288"/>
                    <a:pt x="320" y="288"/>
                  </a:cubicBezTo>
                  <a:cubicBezTo>
                    <a:pt x="326" y="288"/>
                    <a:pt x="331" y="284"/>
                    <a:pt x="331" y="278"/>
                  </a:cubicBezTo>
                  <a:close/>
                  <a:moveTo>
                    <a:pt x="320" y="224"/>
                  </a:moveTo>
                  <a:cubicBezTo>
                    <a:pt x="192" y="224"/>
                    <a:pt x="192" y="224"/>
                    <a:pt x="192" y="224"/>
                  </a:cubicBezTo>
                  <a:cubicBezTo>
                    <a:pt x="186" y="224"/>
                    <a:pt x="181" y="229"/>
                    <a:pt x="181" y="235"/>
                  </a:cubicBezTo>
                  <a:cubicBezTo>
                    <a:pt x="181" y="241"/>
                    <a:pt x="186" y="246"/>
                    <a:pt x="192" y="246"/>
                  </a:cubicBezTo>
                  <a:cubicBezTo>
                    <a:pt x="320" y="246"/>
                    <a:pt x="320" y="246"/>
                    <a:pt x="320" y="246"/>
                  </a:cubicBezTo>
                  <a:cubicBezTo>
                    <a:pt x="326" y="246"/>
                    <a:pt x="331" y="241"/>
                    <a:pt x="331" y="235"/>
                  </a:cubicBezTo>
                  <a:cubicBezTo>
                    <a:pt x="331" y="229"/>
                    <a:pt x="326" y="224"/>
                    <a:pt x="320" y="224"/>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73" y="182"/>
                  </a:moveTo>
                  <a:cubicBezTo>
                    <a:pt x="373" y="180"/>
                    <a:pt x="373" y="179"/>
                    <a:pt x="373" y="178"/>
                  </a:cubicBezTo>
                  <a:cubicBezTo>
                    <a:pt x="372" y="176"/>
                    <a:pt x="371" y="175"/>
                    <a:pt x="370" y="174"/>
                  </a:cubicBezTo>
                  <a:cubicBezTo>
                    <a:pt x="296" y="99"/>
                    <a:pt x="296" y="99"/>
                    <a:pt x="296" y="99"/>
                  </a:cubicBezTo>
                  <a:cubicBezTo>
                    <a:pt x="295" y="98"/>
                    <a:pt x="293" y="98"/>
                    <a:pt x="292" y="97"/>
                  </a:cubicBezTo>
                  <a:cubicBezTo>
                    <a:pt x="291" y="97"/>
                    <a:pt x="289" y="96"/>
                    <a:pt x="288" y="96"/>
                  </a:cubicBezTo>
                  <a:cubicBezTo>
                    <a:pt x="149" y="96"/>
                    <a:pt x="149" y="96"/>
                    <a:pt x="149" y="96"/>
                  </a:cubicBezTo>
                  <a:cubicBezTo>
                    <a:pt x="143" y="96"/>
                    <a:pt x="139" y="101"/>
                    <a:pt x="139" y="107"/>
                  </a:cubicBezTo>
                  <a:cubicBezTo>
                    <a:pt x="139" y="406"/>
                    <a:pt x="139" y="406"/>
                    <a:pt x="139" y="406"/>
                  </a:cubicBezTo>
                  <a:cubicBezTo>
                    <a:pt x="139" y="412"/>
                    <a:pt x="143" y="416"/>
                    <a:pt x="149" y="416"/>
                  </a:cubicBezTo>
                  <a:cubicBezTo>
                    <a:pt x="363" y="416"/>
                    <a:pt x="363" y="416"/>
                    <a:pt x="363" y="416"/>
                  </a:cubicBezTo>
                  <a:cubicBezTo>
                    <a:pt x="369" y="416"/>
                    <a:pt x="373" y="412"/>
                    <a:pt x="373" y="406"/>
                  </a:cubicBezTo>
                  <a:lnTo>
                    <a:pt x="373" y="1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Aptos" panose="020B0004020202020204" pitchFamily="34" charset="0"/>
              </a:endParaRPr>
            </a:p>
          </p:txBody>
        </p:sp>
        <p:sp>
          <p:nvSpPr>
            <p:cNvPr id="37" name="Freeform 333">
              <a:extLst>
                <a:ext uri="{FF2B5EF4-FFF2-40B4-BE49-F238E27FC236}">
                  <a16:creationId xmlns:a16="http://schemas.microsoft.com/office/drawing/2014/main" id="{6E4B30F2-3BC1-8CEE-2C72-958E6158D9F6}"/>
                </a:ext>
              </a:extLst>
            </p:cNvPr>
            <p:cNvSpPr>
              <a:spLocks noEditPoints="1"/>
            </p:cNvSpPr>
            <p:nvPr/>
          </p:nvSpPr>
          <p:spPr bwMode="auto">
            <a:xfrm>
              <a:off x="3832" y="1197"/>
              <a:ext cx="340" cy="340"/>
            </a:xfrm>
            <a:custGeom>
              <a:avLst/>
              <a:gdLst>
                <a:gd name="T0" fmla="*/ 337 w 512"/>
                <a:gd name="T1" fmla="*/ 171 h 512"/>
                <a:gd name="T2" fmla="*/ 299 w 512"/>
                <a:gd name="T3" fmla="*/ 171 h 512"/>
                <a:gd name="T4" fmla="*/ 299 w 512"/>
                <a:gd name="T5" fmla="*/ 133 h 512"/>
                <a:gd name="T6" fmla="*/ 337 w 512"/>
                <a:gd name="T7" fmla="*/ 171 h 512"/>
                <a:gd name="T8" fmla="*/ 288 w 512"/>
                <a:gd name="T9" fmla="*/ 192 h 512"/>
                <a:gd name="T10" fmla="*/ 352 w 512"/>
                <a:gd name="T11" fmla="*/ 192 h 512"/>
                <a:gd name="T12" fmla="*/ 352 w 512"/>
                <a:gd name="T13" fmla="*/ 395 h 512"/>
                <a:gd name="T14" fmla="*/ 160 w 512"/>
                <a:gd name="T15" fmla="*/ 395 h 512"/>
                <a:gd name="T16" fmla="*/ 160 w 512"/>
                <a:gd name="T17" fmla="*/ 118 h 512"/>
                <a:gd name="T18" fmla="*/ 277 w 512"/>
                <a:gd name="T19" fmla="*/ 118 h 512"/>
                <a:gd name="T20" fmla="*/ 277 w 512"/>
                <a:gd name="T21" fmla="*/ 182 h 512"/>
                <a:gd name="T22" fmla="*/ 288 w 512"/>
                <a:gd name="T23" fmla="*/ 192 h 512"/>
                <a:gd name="T24" fmla="*/ 331 w 512"/>
                <a:gd name="T25" fmla="*/ 363 h 512"/>
                <a:gd name="T26" fmla="*/ 320 w 512"/>
                <a:gd name="T27" fmla="*/ 352 h 512"/>
                <a:gd name="T28" fmla="*/ 192 w 512"/>
                <a:gd name="T29" fmla="*/ 352 h 512"/>
                <a:gd name="T30" fmla="*/ 181 w 512"/>
                <a:gd name="T31" fmla="*/ 363 h 512"/>
                <a:gd name="T32" fmla="*/ 192 w 512"/>
                <a:gd name="T33" fmla="*/ 374 h 512"/>
                <a:gd name="T34" fmla="*/ 320 w 512"/>
                <a:gd name="T35" fmla="*/ 374 h 512"/>
                <a:gd name="T36" fmla="*/ 331 w 512"/>
                <a:gd name="T37" fmla="*/ 363 h 512"/>
                <a:gd name="T38" fmla="*/ 331 w 512"/>
                <a:gd name="T39" fmla="*/ 320 h 512"/>
                <a:gd name="T40" fmla="*/ 320 w 512"/>
                <a:gd name="T41" fmla="*/ 310 h 512"/>
                <a:gd name="T42" fmla="*/ 192 w 512"/>
                <a:gd name="T43" fmla="*/ 310 h 512"/>
                <a:gd name="T44" fmla="*/ 181 w 512"/>
                <a:gd name="T45" fmla="*/ 320 h 512"/>
                <a:gd name="T46" fmla="*/ 192 w 512"/>
                <a:gd name="T47" fmla="*/ 331 h 512"/>
                <a:gd name="T48" fmla="*/ 320 w 512"/>
                <a:gd name="T49" fmla="*/ 331 h 512"/>
                <a:gd name="T50" fmla="*/ 331 w 512"/>
                <a:gd name="T51" fmla="*/ 320 h 512"/>
                <a:gd name="T52" fmla="*/ 331 w 512"/>
                <a:gd name="T53" fmla="*/ 278 h 512"/>
                <a:gd name="T54" fmla="*/ 320 w 512"/>
                <a:gd name="T55" fmla="*/ 267 h 512"/>
                <a:gd name="T56" fmla="*/ 192 w 512"/>
                <a:gd name="T57" fmla="*/ 267 h 512"/>
                <a:gd name="T58" fmla="*/ 181 w 512"/>
                <a:gd name="T59" fmla="*/ 278 h 512"/>
                <a:gd name="T60" fmla="*/ 192 w 512"/>
                <a:gd name="T61" fmla="*/ 288 h 512"/>
                <a:gd name="T62" fmla="*/ 320 w 512"/>
                <a:gd name="T63" fmla="*/ 288 h 512"/>
                <a:gd name="T64" fmla="*/ 331 w 512"/>
                <a:gd name="T65" fmla="*/ 278 h 512"/>
                <a:gd name="T66" fmla="*/ 320 w 512"/>
                <a:gd name="T67" fmla="*/ 224 h 512"/>
                <a:gd name="T68" fmla="*/ 192 w 512"/>
                <a:gd name="T69" fmla="*/ 224 h 512"/>
                <a:gd name="T70" fmla="*/ 181 w 512"/>
                <a:gd name="T71" fmla="*/ 235 h 512"/>
                <a:gd name="T72" fmla="*/ 192 w 512"/>
                <a:gd name="T73" fmla="*/ 246 h 512"/>
                <a:gd name="T74" fmla="*/ 320 w 512"/>
                <a:gd name="T75" fmla="*/ 246 h 512"/>
                <a:gd name="T76" fmla="*/ 331 w 512"/>
                <a:gd name="T77" fmla="*/ 235 h 512"/>
                <a:gd name="T78" fmla="*/ 320 w 512"/>
                <a:gd name="T79" fmla="*/ 224 h 512"/>
                <a:gd name="T80" fmla="*/ 512 w 512"/>
                <a:gd name="T81" fmla="*/ 256 h 512"/>
                <a:gd name="T82" fmla="*/ 256 w 512"/>
                <a:gd name="T83" fmla="*/ 512 h 512"/>
                <a:gd name="T84" fmla="*/ 0 w 512"/>
                <a:gd name="T85" fmla="*/ 256 h 512"/>
                <a:gd name="T86" fmla="*/ 256 w 512"/>
                <a:gd name="T87" fmla="*/ 0 h 512"/>
                <a:gd name="T88" fmla="*/ 512 w 512"/>
                <a:gd name="T89" fmla="*/ 256 h 512"/>
                <a:gd name="T90" fmla="*/ 373 w 512"/>
                <a:gd name="T91" fmla="*/ 182 h 512"/>
                <a:gd name="T92" fmla="*/ 373 w 512"/>
                <a:gd name="T93" fmla="*/ 178 h 512"/>
                <a:gd name="T94" fmla="*/ 370 w 512"/>
                <a:gd name="T95" fmla="*/ 174 h 512"/>
                <a:gd name="T96" fmla="*/ 296 w 512"/>
                <a:gd name="T97" fmla="*/ 99 h 512"/>
                <a:gd name="T98" fmla="*/ 292 w 512"/>
                <a:gd name="T99" fmla="*/ 97 h 512"/>
                <a:gd name="T100" fmla="*/ 288 w 512"/>
                <a:gd name="T101" fmla="*/ 96 h 512"/>
                <a:gd name="T102" fmla="*/ 149 w 512"/>
                <a:gd name="T103" fmla="*/ 96 h 512"/>
                <a:gd name="T104" fmla="*/ 139 w 512"/>
                <a:gd name="T105" fmla="*/ 107 h 512"/>
                <a:gd name="T106" fmla="*/ 139 w 512"/>
                <a:gd name="T107" fmla="*/ 406 h 512"/>
                <a:gd name="T108" fmla="*/ 149 w 512"/>
                <a:gd name="T109" fmla="*/ 416 h 512"/>
                <a:gd name="T110" fmla="*/ 363 w 512"/>
                <a:gd name="T111" fmla="*/ 416 h 512"/>
                <a:gd name="T112" fmla="*/ 373 w 512"/>
                <a:gd name="T113" fmla="*/ 406 h 512"/>
                <a:gd name="T114" fmla="*/ 373 w 512"/>
                <a:gd name="T11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12" h="512">
                  <a:moveTo>
                    <a:pt x="337" y="171"/>
                  </a:moveTo>
                  <a:cubicBezTo>
                    <a:pt x="299" y="171"/>
                    <a:pt x="299" y="171"/>
                    <a:pt x="299" y="171"/>
                  </a:cubicBezTo>
                  <a:cubicBezTo>
                    <a:pt x="299" y="133"/>
                    <a:pt x="299" y="133"/>
                    <a:pt x="299" y="133"/>
                  </a:cubicBezTo>
                  <a:lnTo>
                    <a:pt x="337" y="171"/>
                  </a:lnTo>
                  <a:close/>
                  <a:moveTo>
                    <a:pt x="288" y="192"/>
                  </a:moveTo>
                  <a:cubicBezTo>
                    <a:pt x="352" y="192"/>
                    <a:pt x="352" y="192"/>
                    <a:pt x="352" y="192"/>
                  </a:cubicBezTo>
                  <a:cubicBezTo>
                    <a:pt x="352" y="395"/>
                    <a:pt x="352" y="395"/>
                    <a:pt x="352" y="395"/>
                  </a:cubicBezTo>
                  <a:cubicBezTo>
                    <a:pt x="160" y="395"/>
                    <a:pt x="160" y="395"/>
                    <a:pt x="160" y="395"/>
                  </a:cubicBezTo>
                  <a:cubicBezTo>
                    <a:pt x="160" y="118"/>
                    <a:pt x="160" y="118"/>
                    <a:pt x="160" y="118"/>
                  </a:cubicBezTo>
                  <a:cubicBezTo>
                    <a:pt x="277" y="118"/>
                    <a:pt x="277" y="118"/>
                    <a:pt x="277" y="118"/>
                  </a:cubicBezTo>
                  <a:cubicBezTo>
                    <a:pt x="277" y="182"/>
                    <a:pt x="277" y="182"/>
                    <a:pt x="277" y="182"/>
                  </a:cubicBezTo>
                  <a:cubicBezTo>
                    <a:pt x="277" y="188"/>
                    <a:pt x="282" y="192"/>
                    <a:pt x="288" y="192"/>
                  </a:cubicBezTo>
                  <a:close/>
                  <a:moveTo>
                    <a:pt x="331" y="363"/>
                  </a:moveTo>
                  <a:cubicBezTo>
                    <a:pt x="331" y="357"/>
                    <a:pt x="326" y="352"/>
                    <a:pt x="320" y="352"/>
                  </a:cubicBezTo>
                  <a:cubicBezTo>
                    <a:pt x="192" y="352"/>
                    <a:pt x="192" y="352"/>
                    <a:pt x="192" y="352"/>
                  </a:cubicBezTo>
                  <a:cubicBezTo>
                    <a:pt x="186" y="352"/>
                    <a:pt x="181" y="357"/>
                    <a:pt x="181" y="363"/>
                  </a:cubicBezTo>
                  <a:cubicBezTo>
                    <a:pt x="181" y="369"/>
                    <a:pt x="186" y="374"/>
                    <a:pt x="192" y="374"/>
                  </a:cubicBezTo>
                  <a:cubicBezTo>
                    <a:pt x="320" y="374"/>
                    <a:pt x="320" y="374"/>
                    <a:pt x="320" y="374"/>
                  </a:cubicBezTo>
                  <a:cubicBezTo>
                    <a:pt x="326" y="374"/>
                    <a:pt x="331" y="369"/>
                    <a:pt x="331" y="363"/>
                  </a:cubicBezTo>
                  <a:close/>
                  <a:moveTo>
                    <a:pt x="331" y="320"/>
                  </a:moveTo>
                  <a:cubicBezTo>
                    <a:pt x="331" y="314"/>
                    <a:pt x="326" y="310"/>
                    <a:pt x="320" y="310"/>
                  </a:cubicBezTo>
                  <a:cubicBezTo>
                    <a:pt x="192" y="310"/>
                    <a:pt x="192" y="310"/>
                    <a:pt x="192" y="310"/>
                  </a:cubicBezTo>
                  <a:cubicBezTo>
                    <a:pt x="186" y="310"/>
                    <a:pt x="181" y="314"/>
                    <a:pt x="181" y="320"/>
                  </a:cubicBezTo>
                  <a:cubicBezTo>
                    <a:pt x="181" y="326"/>
                    <a:pt x="186" y="331"/>
                    <a:pt x="192" y="331"/>
                  </a:cubicBezTo>
                  <a:cubicBezTo>
                    <a:pt x="320" y="331"/>
                    <a:pt x="320" y="331"/>
                    <a:pt x="320" y="331"/>
                  </a:cubicBezTo>
                  <a:cubicBezTo>
                    <a:pt x="326" y="331"/>
                    <a:pt x="331" y="326"/>
                    <a:pt x="331" y="320"/>
                  </a:cubicBezTo>
                  <a:close/>
                  <a:moveTo>
                    <a:pt x="331" y="278"/>
                  </a:moveTo>
                  <a:cubicBezTo>
                    <a:pt x="331" y="272"/>
                    <a:pt x="326" y="267"/>
                    <a:pt x="320" y="267"/>
                  </a:cubicBezTo>
                  <a:cubicBezTo>
                    <a:pt x="192" y="267"/>
                    <a:pt x="192" y="267"/>
                    <a:pt x="192" y="267"/>
                  </a:cubicBezTo>
                  <a:cubicBezTo>
                    <a:pt x="186" y="267"/>
                    <a:pt x="181" y="272"/>
                    <a:pt x="181" y="278"/>
                  </a:cubicBezTo>
                  <a:cubicBezTo>
                    <a:pt x="181" y="284"/>
                    <a:pt x="186" y="288"/>
                    <a:pt x="192" y="288"/>
                  </a:cubicBezTo>
                  <a:cubicBezTo>
                    <a:pt x="320" y="288"/>
                    <a:pt x="320" y="288"/>
                    <a:pt x="320" y="288"/>
                  </a:cubicBezTo>
                  <a:cubicBezTo>
                    <a:pt x="326" y="288"/>
                    <a:pt x="331" y="284"/>
                    <a:pt x="331" y="278"/>
                  </a:cubicBezTo>
                  <a:close/>
                  <a:moveTo>
                    <a:pt x="320" y="224"/>
                  </a:moveTo>
                  <a:cubicBezTo>
                    <a:pt x="192" y="224"/>
                    <a:pt x="192" y="224"/>
                    <a:pt x="192" y="224"/>
                  </a:cubicBezTo>
                  <a:cubicBezTo>
                    <a:pt x="186" y="224"/>
                    <a:pt x="181" y="229"/>
                    <a:pt x="181" y="235"/>
                  </a:cubicBezTo>
                  <a:cubicBezTo>
                    <a:pt x="181" y="241"/>
                    <a:pt x="186" y="246"/>
                    <a:pt x="192" y="246"/>
                  </a:cubicBezTo>
                  <a:cubicBezTo>
                    <a:pt x="320" y="246"/>
                    <a:pt x="320" y="246"/>
                    <a:pt x="320" y="246"/>
                  </a:cubicBezTo>
                  <a:cubicBezTo>
                    <a:pt x="326" y="246"/>
                    <a:pt x="331" y="241"/>
                    <a:pt x="331" y="235"/>
                  </a:cubicBezTo>
                  <a:cubicBezTo>
                    <a:pt x="331" y="229"/>
                    <a:pt x="326" y="224"/>
                    <a:pt x="320" y="224"/>
                  </a:cubicBezTo>
                  <a:close/>
                  <a:moveTo>
                    <a:pt x="512" y="256"/>
                  </a:moveTo>
                  <a:cubicBezTo>
                    <a:pt x="512" y="398"/>
                    <a:pt x="397" y="512"/>
                    <a:pt x="256" y="512"/>
                  </a:cubicBezTo>
                  <a:cubicBezTo>
                    <a:pt x="115" y="512"/>
                    <a:pt x="0" y="398"/>
                    <a:pt x="0" y="256"/>
                  </a:cubicBezTo>
                  <a:cubicBezTo>
                    <a:pt x="0" y="115"/>
                    <a:pt x="115" y="0"/>
                    <a:pt x="256" y="0"/>
                  </a:cubicBezTo>
                  <a:cubicBezTo>
                    <a:pt x="397" y="0"/>
                    <a:pt x="512" y="115"/>
                    <a:pt x="512" y="256"/>
                  </a:cubicBezTo>
                  <a:close/>
                  <a:moveTo>
                    <a:pt x="373" y="182"/>
                  </a:moveTo>
                  <a:cubicBezTo>
                    <a:pt x="373" y="180"/>
                    <a:pt x="373" y="179"/>
                    <a:pt x="373" y="178"/>
                  </a:cubicBezTo>
                  <a:cubicBezTo>
                    <a:pt x="372" y="176"/>
                    <a:pt x="371" y="175"/>
                    <a:pt x="370" y="174"/>
                  </a:cubicBezTo>
                  <a:cubicBezTo>
                    <a:pt x="296" y="99"/>
                    <a:pt x="296" y="99"/>
                    <a:pt x="296" y="99"/>
                  </a:cubicBezTo>
                  <a:cubicBezTo>
                    <a:pt x="295" y="98"/>
                    <a:pt x="293" y="98"/>
                    <a:pt x="292" y="97"/>
                  </a:cubicBezTo>
                  <a:cubicBezTo>
                    <a:pt x="291" y="97"/>
                    <a:pt x="289" y="96"/>
                    <a:pt x="288" y="96"/>
                  </a:cubicBezTo>
                  <a:cubicBezTo>
                    <a:pt x="149" y="96"/>
                    <a:pt x="149" y="96"/>
                    <a:pt x="149" y="96"/>
                  </a:cubicBezTo>
                  <a:cubicBezTo>
                    <a:pt x="143" y="96"/>
                    <a:pt x="139" y="101"/>
                    <a:pt x="139" y="107"/>
                  </a:cubicBezTo>
                  <a:cubicBezTo>
                    <a:pt x="139" y="406"/>
                    <a:pt x="139" y="406"/>
                    <a:pt x="139" y="406"/>
                  </a:cubicBezTo>
                  <a:cubicBezTo>
                    <a:pt x="139" y="412"/>
                    <a:pt x="143" y="416"/>
                    <a:pt x="149" y="416"/>
                  </a:cubicBezTo>
                  <a:cubicBezTo>
                    <a:pt x="363" y="416"/>
                    <a:pt x="363" y="416"/>
                    <a:pt x="363" y="416"/>
                  </a:cubicBezTo>
                  <a:cubicBezTo>
                    <a:pt x="369" y="416"/>
                    <a:pt x="373" y="412"/>
                    <a:pt x="373" y="406"/>
                  </a:cubicBezTo>
                  <a:lnTo>
                    <a:pt x="373" y="182"/>
                  </a:ln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latin typeface="Aptos" panose="020B0004020202020204" pitchFamily="34" charset="0"/>
              </a:endParaRPr>
            </a:p>
          </p:txBody>
        </p:sp>
      </p:grpSp>
      <p:sp>
        <p:nvSpPr>
          <p:cNvPr id="26" name="Rectangle 25"/>
          <p:cNvSpPr/>
          <p:nvPr/>
        </p:nvSpPr>
        <p:spPr bwMode="gray">
          <a:xfrm>
            <a:off x="6860622" y="2303628"/>
            <a:ext cx="4906219" cy="133186"/>
          </a:xfrm>
          <a:prstGeom prst="rect">
            <a:avLst/>
          </a:prstGeom>
          <a:noFill/>
          <a:ln w="19050" algn="ctr">
            <a:noFill/>
            <a:miter lim="800000"/>
            <a:headEnd/>
            <a:tailEnd/>
          </a:ln>
        </p:spPr>
        <p:txBody>
          <a:bodyPr wrap="square" lIns="88900" tIns="88900" rIns="88900" bIns="88900" rtlCol="0" anchor="ctr"/>
          <a:lstStyle/>
          <a:p>
            <a:pPr marL="171450" indent="-171450">
              <a:spcBef>
                <a:spcPts val="200"/>
              </a:spcBef>
              <a:spcAft>
                <a:spcPts val="200"/>
              </a:spcAft>
              <a:buFont typeface="Arial" panose="020B0604020202020204" pitchFamily="34" charset="0"/>
              <a:buChar char="•"/>
              <a:defRPr/>
            </a:pPr>
            <a:r>
              <a:rPr lang="en-US" sz="1300">
                <a:latin typeface="Verdana"/>
              </a:rPr>
              <a:t>Capacity Augmentation </a:t>
            </a:r>
          </a:p>
          <a:p>
            <a:pPr marL="171450" indent="-171450">
              <a:spcBef>
                <a:spcPts val="200"/>
              </a:spcBef>
              <a:spcAft>
                <a:spcPts val="200"/>
              </a:spcAft>
              <a:buFont typeface="Arial" panose="020B0604020202020204" pitchFamily="34" charset="0"/>
              <a:buChar char="•"/>
              <a:defRPr/>
            </a:pPr>
            <a:r>
              <a:rPr kumimoji="0" lang="en-US" sz="1300" i="0" u="none" strike="noStrike" kern="1200" cap="none" spc="0" normalizeH="0" baseline="0" noProof="0">
                <a:ln>
                  <a:noFill/>
                </a:ln>
                <a:effectLst/>
                <a:uLnTx/>
                <a:uFillTx/>
                <a:latin typeface="Verdana"/>
                <a:ea typeface="+mn-ea"/>
                <a:cs typeface="+mn-cs"/>
              </a:rPr>
              <a:t>Value Enhancement and Improved Profitability</a:t>
            </a:r>
          </a:p>
          <a:p>
            <a:pPr marL="171450" indent="-171450">
              <a:spcBef>
                <a:spcPts val="200"/>
              </a:spcBef>
              <a:spcAft>
                <a:spcPts val="200"/>
              </a:spcAft>
              <a:buFont typeface="Arial" panose="020B0604020202020204" pitchFamily="34" charset="0"/>
              <a:buChar char="•"/>
              <a:defRPr/>
            </a:pPr>
            <a:r>
              <a:rPr kumimoji="0" lang="en-US" sz="1300" i="0" u="none" strike="noStrike" kern="1200" cap="none" spc="0" normalizeH="0" baseline="0" noProof="0">
                <a:ln>
                  <a:noFill/>
                </a:ln>
                <a:effectLst/>
                <a:uLnTx/>
                <a:uFillTx/>
                <a:latin typeface="Verdana"/>
                <a:ea typeface="+mn-ea"/>
                <a:cs typeface="+mn-cs"/>
              </a:rPr>
              <a:t>Decarbonization &amp; Alignment with Future of Energy</a:t>
            </a:r>
          </a:p>
          <a:p>
            <a:pPr marL="171450" marR="0" lvl="0" indent="-171450" defTabSz="914400" rtl="0" eaLnBrk="1" fontAlgn="auto" latinLnBrk="0" hangingPunct="1">
              <a:spcBef>
                <a:spcPts val="600"/>
              </a:spcBef>
              <a:spcAft>
                <a:spcPts val="600"/>
              </a:spcAft>
              <a:buClrTx/>
              <a:buSzTx/>
              <a:buFont typeface="Arial" panose="020B0604020202020204" pitchFamily="34" charset="0"/>
              <a:buChar char="•"/>
              <a:tabLst/>
              <a:defRPr/>
            </a:pPr>
            <a:endParaRPr kumimoji="0" lang="en-US" sz="1300" i="0" u="none" strike="noStrike" kern="1200" cap="none" spc="0" normalizeH="0" baseline="0" noProof="0">
              <a:ln>
                <a:noFill/>
              </a:ln>
              <a:effectLst/>
              <a:uLnTx/>
              <a:uFillTx/>
              <a:latin typeface="Verdana"/>
              <a:ea typeface="+mn-ea"/>
              <a:cs typeface="+mn-cs"/>
            </a:endParaRPr>
          </a:p>
        </p:txBody>
      </p:sp>
      <p:sp>
        <p:nvSpPr>
          <p:cNvPr id="56" name="Rectangle 55">
            <a:extLst>
              <a:ext uri="{FF2B5EF4-FFF2-40B4-BE49-F238E27FC236}">
                <a16:creationId xmlns:a16="http://schemas.microsoft.com/office/drawing/2014/main" id="{1C769C6C-02F5-7573-B5E1-E5FBB712E649}"/>
              </a:ext>
            </a:extLst>
          </p:cNvPr>
          <p:cNvSpPr/>
          <p:nvPr/>
        </p:nvSpPr>
        <p:spPr bwMode="gray">
          <a:xfrm>
            <a:off x="6860622" y="3418269"/>
            <a:ext cx="4586160" cy="47183"/>
          </a:xfrm>
          <a:prstGeom prst="rect">
            <a:avLst/>
          </a:prstGeom>
          <a:noFill/>
          <a:ln w="19050" algn="ctr">
            <a:noFill/>
            <a:miter lim="800000"/>
            <a:headEnd/>
            <a:tailEnd/>
          </a:ln>
        </p:spPr>
        <p:txBody>
          <a:bodyPr wrap="square" lIns="88900" tIns="88900" rIns="88900" bIns="88900" rtlCol="0" anchor="ctr"/>
          <a:lstStyle/>
          <a:p>
            <a:pPr marL="171450" marR="0" lvl="0" indent="-171450" defTabSz="914400" rtl="0" eaLnBrk="1" fontAlgn="auto" latinLnBrk="0" hangingPunct="1">
              <a:spcBef>
                <a:spcPts val="200"/>
              </a:spcBef>
              <a:spcAft>
                <a:spcPts val="200"/>
              </a:spcAft>
              <a:buClrTx/>
              <a:buSzTx/>
              <a:buFont typeface="Arial" panose="020B0604020202020204" pitchFamily="34" charset="0"/>
              <a:buChar char="•"/>
              <a:tabLst/>
              <a:defRPr/>
            </a:pPr>
            <a:r>
              <a:rPr lang="en-US" sz="1300">
                <a:latin typeface="Verdana"/>
              </a:rPr>
              <a:t>Unlock Value through PPPs &amp; Monetization</a:t>
            </a:r>
          </a:p>
          <a:p>
            <a:pPr marL="171450" marR="0" lvl="0" indent="-171450" defTabSz="914400" rtl="0" eaLnBrk="1" fontAlgn="auto" latinLnBrk="0" hangingPunct="1">
              <a:spcBef>
                <a:spcPts val="200"/>
              </a:spcBef>
              <a:spcAft>
                <a:spcPts val="200"/>
              </a:spcAft>
              <a:buClrTx/>
              <a:buSzTx/>
              <a:buFont typeface="Arial" panose="020B0604020202020204" pitchFamily="34" charset="0"/>
              <a:buChar char="•"/>
              <a:tabLst/>
              <a:defRPr/>
            </a:pPr>
            <a:r>
              <a:rPr lang="en-US" sz="1300">
                <a:latin typeface="Verdana"/>
              </a:rPr>
              <a:t>Efficient Resource Mobilization – Debt and Equity</a:t>
            </a:r>
          </a:p>
          <a:p>
            <a:pPr marL="171450" marR="0" lvl="0" indent="-171450" defTabSz="914400" rtl="0" eaLnBrk="1" fontAlgn="auto" latinLnBrk="0" hangingPunct="1">
              <a:spcBef>
                <a:spcPts val="200"/>
              </a:spcBef>
              <a:spcAft>
                <a:spcPts val="200"/>
              </a:spcAft>
              <a:buClrTx/>
              <a:buSzTx/>
              <a:buFont typeface="Arial" panose="020B0604020202020204" pitchFamily="34" charset="0"/>
              <a:buChar char="•"/>
              <a:tabLst/>
              <a:defRPr/>
            </a:pPr>
            <a:r>
              <a:rPr lang="en-US" sz="1300">
                <a:latin typeface="Verdana"/>
              </a:rPr>
              <a:t>Optimize capital costs and RoCE</a:t>
            </a:r>
          </a:p>
        </p:txBody>
      </p:sp>
      <p:sp>
        <p:nvSpPr>
          <p:cNvPr id="57" name="Rectangle 56">
            <a:extLst>
              <a:ext uri="{FF2B5EF4-FFF2-40B4-BE49-F238E27FC236}">
                <a16:creationId xmlns:a16="http://schemas.microsoft.com/office/drawing/2014/main" id="{0400381F-B300-3CE9-E194-20D561CA58D5}"/>
              </a:ext>
            </a:extLst>
          </p:cNvPr>
          <p:cNvSpPr/>
          <p:nvPr/>
        </p:nvSpPr>
        <p:spPr bwMode="gray">
          <a:xfrm>
            <a:off x="6860622" y="4904191"/>
            <a:ext cx="4906219" cy="133186"/>
          </a:xfrm>
          <a:prstGeom prst="rect">
            <a:avLst/>
          </a:prstGeom>
          <a:noFill/>
          <a:ln w="19050" algn="ctr">
            <a:noFill/>
            <a:miter lim="800000"/>
            <a:headEnd/>
            <a:tailEnd/>
          </a:ln>
        </p:spPr>
        <p:txBody>
          <a:bodyPr wrap="square" lIns="88900" tIns="88900" rIns="88900" bIns="88900" rtlCol="0" anchor="ctr"/>
          <a:lstStyle/>
          <a:p>
            <a:pPr marL="171450" marR="0" lvl="0" indent="-171450" defTabSz="914400" rtl="0" eaLnBrk="1" fontAlgn="auto" latinLnBrk="0" hangingPunct="1">
              <a:spcBef>
                <a:spcPts val="200"/>
              </a:spcBef>
              <a:spcAft>
                <a:spcPts val="200"/>
              </a:spcAft>
              <a:buClrTx/>
              <a:buSzTx/>
              <a:buFont typeface="Arial" panose="020B0604020202020204" pitchFamily="34" charset="0"/>
              <a:buChar char="•"/>
              <a:tabLst/>
              <a:defRPr/>
            </a:pPr>
            <a:r>
              <a:rPr lang="en-US" sz="1300" dirty="0">
                <a:solidFill>
                  <a:schemeClr val="bg1"/>
                </a:solidFill>
                <a:latin typeface="Verdana"/>
              </a:rPr>
              <a:t>Technology Diversification  and Modernization</a:t>
            </a:r>
          </a:p>
          <a:p>
            <a:pPr marL="171450" marR="0" lvl="0" indent="-171450" defTabSz="914400" rtl="0" eaLnBrk="1" fontAlgn="auto" latinLnBrk="0" hangingPunct="1">
              <a:spcBef>
                <a:spcPts val="200"/>
              </a:spcBef>
              <a:spcAft>
                <a:spcPts val="200"/>
              </a:spcAft>
              <a:buClrTx/>
              <a:buSzTx/>
              <a:buFont typeface="Arial" panose="020B0604020202020204" pitchFamily="34" charset="0"/>
              <a:buChar char="•"/>
              <a:tabLst/>
              <a:defRPr/>
            </a:pPr>
            <a:r>
              <a:rPr lang="en-US" sz="1300" dirty="0">
                <a:solidFill>
                  <a:schemeClr val="bg1"/>
                </a:solidFill>
                <a:latin typeface="Verdana"/>
              </a:rPr>
              <a:t>Operational Excellence through Transformation</a:t>
            </a:r>
          </a:p>
          <a:p>
            <a:pPr marL="171450" marR="0" lvl="0" indent="-171450" defTabSz="914400" rtl="0" eaLnBrk="1" fontAlgn="auto" latinLnBrk="0" hangingPunct="1">
              <a:spcBef>
                <a:spcPts val="200"/>
              </a:spcBef>
              <a:spcAft>
                <a:spcPts val="200"/>
              </a:spcAft>
              <a:buClrTx/>
              <a:buSzTx/>
              <a:buFont typeface="Arial" panose="020B0604020202020204" pitchFamily="34" charset="0"/>
              <a:buChar char="•"/>
              <a:tabLst/>
              <a:defRPr/>
            </a:pPr>
            <a:r>
              <a:rPr lang="en-US" sz="1300" dirty="0">
                <a:solidFill>
                  <a:schemeClr val="bg1"/>
                </a:solidFill>
                <a:latin typeface="Verdana"/>
              </a:rPr>
              <a:t>Adopt best practice in Risk Management and Controls</a:t>
            </a:r>
          </a:p>
          <a:p>
            <a:pPr marR="0" lvl="0" defTabSz="914400" rtl="0" eaLnBrk="1" fontAlgn="auto" latinLnBrk="0" hangingPunct="1">
              <a:spcBef>
                <a:spcPts val="300"/>
              </a:spcBef>
              <a:spcAft>
                <a:spcPts val="300"/>
              </a:spcAft>
              <a:buClrTx/>
              <a:buSzTx/>
              <a:tabLst/>
              <a:defRPr/>
            </a:pPr>
            <a:endParaRPr lang="en-US" sz="1300" dirty="0">
              <a:solidFill>
                <a:schemeClr val="bg1"/>
              </a:solidFill>
              <a:latin typeface="Verdana"/>
            </a:endParaRPr>
          </a:p>
          <a:p>
            <a:pPr marR="0" lvl="0" defTabSz="914400" rtl="0" eaLnBrk="1" fontAlgn="auto" latinLnBrk="0" hangingPunct="1">
              <a:spcBef>
                <a:spcPts val="300"/>
              </a:spcBef>
              <a:spcAft>
                <a:spcPts val="300"/>
              </a:spcAft>
              <a:buClrTx/>
              <a:buSzTx/>
              <a:tabLst/>
              <a:defRPr/>
            </a:pPr>
            <a:endParaRPr kumimoji="0" lang="en-US" sz="1300" i="0" u="none" strike="noStrike" kern="1200" cap="none" spc="0" normalizeH="0" baseline="0" noProof="0" dirty="0">
              <a:ln>
                <a:noFill/>
              </a:ln>
              <a:solidFill>
                <a:schemeClr val="bg1"/>
              </a:solidFill>
              <a:effectLst/>
              <a:uLnTx/>
              <a:uFillTx/>
              <a:latin typeface="Verdana"/>
              <a:ea typeface="+mn-ea"/>
              <a:cs typeface="+mn-cs"/>
            </a:endParaRPr>
          </a:p>
        </p:txBody>
      </p:sp>
      <p:sp>
        <p:nvSpPr>
          <p:cNvPr id="62" name="Rectangle 61">
            <a:extLst>
              <a:ext uri="{FF2B5EF4-FFF2-40B4-BE49-F238E27FC236}">
                <a16:creationId xmlns:a16="http://schemas.microsoft.com/office/drawing/2014/main" id="{6DBAD2A6-A29B-BF9F-9E4E-372F650B326F}"/>
              </a:ext>
            </a:extLst>
          </p:cNvPr>
          <p:cNvSpPr/>
          <p:nvPr/>
        </p:nvSpPr>
        <p:spPr bwMode="gray">
          <a:xfrm>
            <a:off x="6860622" y="6420951"/>
            <a:ext cx="5157206" cy="133185"/>
          </a:xfrm>
          <a:prstGeom prst="rect">
            <a:avLst/>
          </a:prstGeom>
          <a:noFill/>
          <a:ln w="19050" algn="ctr">
            <a:noFill/>
            <a:miter lim="800000"/>
            <a:headEnd/>
            <a:tailEnd/>
          </a:ln>
        </p:spPr>
        <p:txBody>
          <a:bodyPr wrap="square" lIns="88900" tIns="88900" rIns="88900" bIns="88900" rtlCol="0" anchor="ctr"/>
          <a:lstStyle/>
          <a:p>
            <a:pPr marL="171450" marR="0" lvl="0" indent="-171450" defTabSz="914400" rtl="0" eaLnBrk="1" fontAlgn="auto" latinLnBrk="0" hangingPunct="1">
              <a:spcBef>
                <a:spcPts val="200"/>
              </a:spcBef>
              <a:spcAft>
                <a:spcPts val="200"/>
              </a:spcAft>
              <a:buClrTx/>
              <a:buSzTx/>
              <a:buFont typeface="Arial" panose="020B0604020202020204" pitchFamily="34" charset="0"/>
              <a:buChar char="•"/>
              <a:tabLst/>
              <a:defRPr/>
            </a:pPr>
            <a:r>
              <a:rPr lang="en-US" sz="1300" dirty="0">
                <a:solidFill>
                  <a:schemeClr val="bg1"/>
                </a:solidFill>
                <a:latin typeface="Verdana"/>
              </a:rPr>
              <a:t>Foundational Asset Management practices</a:t>
            </a:r>
          </a:p>
          <a:p>
            <a:pPr marL="171450" marR="0" lvl="0" indent="-171450" defTabSz="914400" rtl="0" eaLnBrk="1" fontAlgn="auto" latinLnBrk="0" hangingPunct="1">
              <a:spcBef>
                <a:spcPts val="200"/>
              </a:spcBef>
              <a:spcAft>
                <a:spcPts val="200"/>
              </a:spcAft>
              <a:buClrTx/>
              <a:buSzTx/>
              <a:buFont typeface="Arial" panose="020B0604020202020204" pitchFamily="34" charset="0"/>
              <a:buChar char="•"/>
              <a:tabLst/>
              <a:defRPr/>
            </a:pPr>
            <a:r>
              <a:rPr lang="en-US" sz="1300" dirty="0">
                <a:solidFill>
                  <a:schemeClr val="bg1"/>
                </a:solidFill>
                <a:latin typeface="Verdana"/>
              </a:rPr>
              <a:t>Efficient project management and monitoring </a:t>
            </a:r>
          </a:p>
          <a:p>
            <a:pPr marL="171450" marR="0" lvl="0" indent="-171450" defTabSz="914400" rtl="0" eaLnBrk="1" fontAlgn="auto" latinLnBrk="0" hangingPunct="1">
              <a:spcBef>
                <a:spcPts val="200"/>
              </a:spcBef>
              <a:spcAft>
                <a:spcPts val="200"/>
              </a:spcAft>
              <a:buClrTx/>
              <a:buSzTx/>
              <a:buFont typeface="Arial" panose="020B0604020202020204" pitchFamily="34" charset="0"/>
              <a:buChar char="•"/>
              <a:tabLst/>
              <a:defRPr/>
            </a:pPr>
            <a:r>
              <a:rPr lang="en-US" sz="1300" dirty="0">
                <a:solidFill>
                  <a:schemeClr val="bg1"/>
                </a:solidFill>
                <a:latin typeface="Verdana"/>
              </a:rPr>
              <a:t>Capacity Building of staff on areas outlined</a:t>
            </a:r>
          </a:p>
          <a:p>
            <a:pPr marR="0" lvl="0" defTabSz="914400" rtl="0" eaLnBrk="1" fontAlgn="auto" latinLnBrk="0" hangingPunct="1">
              <a:spcBef>
                <a:spcPts val="300"/>
              </a:spcBef>
              <a:spcAft>
                <a:spcPts val="300"/>
              </a:spcAft>
              <a:buClrTx/>
              <a:buSzTx/>
              <a:tabLst/>
              <a:defRPr/>
            </a:pPr>
            <a:endParaRPr lang="en-US" sz="1300" dirty="0">
              <a:solidFill>
                <a:schemeClr val="bg1"/>
              </a:solidFill>
              <a:latin typeface="Verdana"/>
            </a:endParaRPr>
          </a:p>
          <a:p>
            <a:pPr marL="171450" marR="0" lvl="0" indent="-171450" defTabSz="914400" rtl="0" eaLnBrk="1" fontAlgn="auto" latinLnBrk="0" hangingPunct="1">
              <a:spcBef>
                <a:spcPts val="300"/>
              </a:spcBef>
              <a:spcAft>
                <a:spcPts val="300"/>
              </a:spcAft>
              <a:buClrTx/>
              <a:buSzTx/>
              <a:buFont typeface="Arial" panose="020B0604020202020204" pitchFamily="34" charset="0"/>
              <a:buChar char="•"/>
              <a:tabLst/>
              <a:defRPr/>
            </a:pPr>
            <a:endParaRPr lang="en-US" sz="1300" dirty="0">
              <a:solidFill>
                <a:schemeClr val="bg1"/>
              </a:solidFill>
              <a:latin typeface="Verdana"/>
            </a:endParaRPr>
          </a:p>
          <a:p>
            <a:pPr marL="171450" marR="0" lvl="0" indent="-171450" defTabSz="914400" rtl="0" eaLnBrk="1" fontAlgn="auto" latinLnBrk="0" hangingPunct="1">
              <a:spcBef>
                <a:spcPts val="300"/>
              </a:spcBef>
              <a:spcAft>
                <a:spcPts val="300"/>
              </a:spcAft>
              <a:buClrTx/>
              <a:buSzTx/>
              <a:buFont typeface="Arial" panose="020B0604020202020204" pitchFamily="34" charset="0"/>
              <a:buChar char="•"/>
              <a:tabLst/>
              <a:defRPr/>
            </a:pPr>
            <a:endParaRPr lang="en-US" sz="1300" dirty="0">
              <a:solidFill>
                <a:schemeClr val="bg1"/>
              </a:solidFill>
              <a:latin typeface="Verdana"/>
            </a:endParaRPr>
          </a:p>
          <a:p>
            <a:pPr marR="0" lvl="0" defTabSz="914400" rtl="0" eaLnBrk="1" fontAlgn="auto" latinLnBrk="0" hangingPunct="1">
              <a:spcBef>
                <a:spcPts val="300"/>
              </a:spcBef>
              <a:spcAft>
                <a:spcPts val="300"/>
              </a:spcAft>
              <a:buClrTx/>
              <a:buSzTx/>
              <a:tabLst/>
              <a:defRPr/>
            </a:pPr>
            <a:endParaRPr kumimoji="0" lang="en-US" sz="1300" i="0" u="none" strike="noStrike" kern="1200" cap="none" spc="0" normalizeH="0" baseline="0" noProof="0" dirty="0">
              <a:ln>
                <a:noFill/>
              </a:ln>
              <a:solidFill>
                <a:schemeClr val="bg1"/>
              </a:solidFill>
              <a:effectLst/>
              <a:uLnTx/>
              <a:uFillTx/>
              <a:latin typeface="Verdana"/>
              <a:ea typeface="+mn-ea"/>
              <a:cs typeface="+mn-cs"/>
            </a:endParaRPr>
          </a:p>
        </p:txBody>
      </p:sp>
      <p:sp>
        <p:nvSpPr>
          <p:cNvPr id="3" name="Graphic 4">
            <a:extLst>
              <a:ext uri="{FF2B5EF4-FFF2-40B4-BE49-F238E27FC236}">
                <a16:creationId xmlns:a16="http://schemas.microsoft.com/office/drawing/2014/main" id="{0664430C-989D-2A9D-64F3-36EEE957EF1C}"/>
              </a:ext>
            </a:extLst>
          </p:cNvPr>
          <p:cNvSpPr/>
          <p:nvPr/>
        </p:nvSpPr>
        <p:spPr>
          <a:xfrm>
            <a:off x="5988531" y="5515811"/>
            <a:ext cx="795600" cy="850795"/>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251764 w 362309"/>
              <a:gd name="connsiteY6" fmla="*/ 195350 h 361971"/>
              <a:gd name="connsiteX7" fmla="*/ 272850 w 362309"/>
              <a:gd name="connsiteY7" fmla="*/ 216417 h 361971"/>
              <a:gd name="connsiteX8" fmla="*/ 251764 w 362309"/>
              <a:gd name="connsiteY8" fmla="*/ 237484 h 361971"/>
              <a:gd name="connsiteX9" fmla="*/ 230677 w 362309"/>
              <a:gd name="connsiteY9" fmla="*/ 216417 h 361971"/>
              <a:gd name="connsiteX10" fmla="*/ 230677 w 362309"/>
              <a:gd name="connsiteY10" fmla="*/ 216417 h 361971"/>
              <a:gd name="connsiteX11" fmla="*/ 251764 w 362309"/>
              <a:gd name="connsiteY11" fmla="*/ 195350 h 361971"/>
              <a:gd name="connsiteX12" fmla="*/ 251764 w 362309"/>
              <a:gd name="connsiteY12" fmla="*/ 195350 h 361971"/>
              <a:gd name="connsiteX13" fmla="*/ 251764 w 362309"/>
              <a:gd name="connsiteY13" fmla="*/ 195350 h 361971"/>
              <a:gd name="connsiteX14" fmla="*/ 181474 w 362309"/>
              <a:gd name="connsiteY14" fmla="*/ 65755 h 361971"/>
              <a:gd name="connsiteX15" fmla="*/ 202561 w 362309"/>
              <a:gd name="connsiteY15" fmla="*/ 86822 h 361971"/>
              <a:gd name="connsiteX16" fmla="*/ 181474 w 362309"/>
              <a:gd name="connsiteY16" fmla="*/ 107889 h 361971"/>
              <a:gd name="connsiteX17" fmla="*/ 160388 w 362309"/>
              <a:gd name="connsiteY17" fmla="*/ 86822 h 361971"/>
              <a:gd name="connsiteX18" fmla="*/ 160388 w 362309"/>
              <a:gd name="connsiteY18" fmla="*/ 86822 h 361971"/>
              <a:gd name="connsiteX19" fmla="*/ 181474 w 362309"/>
              <a:gd name="connsiteY19" fmla="*/ 65755 h 361971"/>
              <a:gd name="connsiteX20" fmla="*/ 147608 w 362309"/>
              <a:gd name="connsiteY20" fmla="*/ 142363 h 361971"/>
              <a:gd name="connsiteX21" fmla="*/ 173806 w 362309"/>
              <a:gd name="connsiteY21" fmla="*/ 114273 h 361971"/>
              <a:gd name="connsiteX22" fmla="*/ 189142 w 362309"/>
              <a:gd name="connsiteY22" fmla="*/ 114273 h 361971"/>
              <a:gd name="connsiteX23" fmla="*/ 215341 w 362309"/>
              <a:gd name="connsiteY23" fmla="*/ 142363 h 361971"/>
              <a:gd name="connsiteX24" fmla="*/ 215341 w 362309"/>
              <a:gd name="connsiteY24" fmla="*/ 146832 h 361971"/>
              <a:gd name="connsiteX25" fmla="*/ 208951 w 362309"/>
              <a:gd name="connsiteY25" fmla="*/ 153216 h 361971"/>
              <a:gd name="connsiteX26" fmla="*/ 202561 w 362309"/>
              <a:gd name="connsiteY26" fmla="*/ 146832 h 361971"/>
              <a:gd name="connsiteX27" fmla="*/ 202561 w 362309"/>
              <a:gd name="connsiteY27" fmla="*/ 142363 h 361971"/>
              <a:gd name="connsiteX28" fmla="*/ 189142 w 362309"/>
              <a:gd name="connsiteY28" fmla="*/ 127041 h 361971"/>
              <a:gd name="connsiteX29" fmla="*/ 173806 w 362309"/>
              <a:gd name="connsiteY29" fmla="*/ 127041 h 361971"/>
              <a:gd name="connsiteX30" fmla="*/ 160388 w 362309"/>
              <a:gd name="connsiteY30" fmla="*/ 142363 h 361971"/>
              <a:gd name="connsiteX31" fmla="*/ 160388 w 362309"/>
              <a:gd name="connsiteY31" fmla="*/ 146832 h 361971"/>
              <a:gd name="connsiteX32" fmla="*/ 153998 w 362309"/>
              <a:gd name="connsiteY32" fmla="*/ 153216 h 361971"/>
              <a:gd name="connsiteX33" fmla="*/ 147608 w 362309"/>
              <a:gd name="connsiteY33" fmla="*/ 146832 h 361971"/>
              <a:gd name="connsiteX34" fmla="*/ 147608 w 362309"/>
              <a:gd name="connsiteY34" fmla="*/ 142363 h 361971"/>
              <a:gd name="connsiteX35" fmla="*/ 111185 w 362309"/>
              <a:gd name="connsiteY35" fmla="*/ 195350 h 361971"/>
              <a:gd name="connsiteX36" fmla="*/ 132272 w 362309"/>
              <a:gd name="connsiteY36" fmla="*/ 216417 h 361971"/>
              <a:gd name="connsiteX37" fmla="*/ 111185 w 362309"/>
              <a:gd name="connsiteY37" fmla="*/ 237484 h 361971"/>
              <a:gd name="connsiteX38" fmla="*/ 90098 w 362309"/>
              <a:gd name="connsiteY38" fmla="*/ 216417 h 361971"/>
              <a:gd name="connsiteX39" fmla="*/ 90098 w 362309"/>
              <a:gd name="connsiteY39" fmla="*/ 216417 h 361971"/>
              <a:gd name="connsiteX40" fmla="*/ 111185 w 362309"/>
              <a:gd name="connsiteY40" fmla="*/ 195350 h 361971"/>
              <a:gd name="connsiteX41" fmla="*/ 145052 w 362309"/>
              <a:gd name="connsiteY41" fmla="*/ 276426 h 361971"/>
              <a:gd name="connsiteX42" fmla="*/ 138662 w 362309"/>
              <a:gd name="connsiteY42" fmla="*/ 282810 h 361971"/>
              <a:gd name="connsiteX43" fmla="*/ 132272 w 362309"/>
              <a:gd name="connsiteY43" fmla="*/ 276426 h 361971"/>
              <a:gd name="connsiteX44" fmla="*/ 132272 w 362309"/>
              <a:gd name="connsiteY44" fmla="*/ 271958 h 361971"/>
              <a:gd name="connsiteX45" fmla="*/ 118853 w 362309"/>
              <a:gd name="connsiteY45" fmla="*/ 256636 h 361971"/>
              <a:gd name="connsiteX46" fmla="*/ 103517 w 362309"/>
              <a:gd name="connsiteY46" fmla="*/ 256636 h 361971"/>
              <a:gd name="connsiteX47" fmla="*/ 90098 w 362309"/>
              <a:gd name="connsiteY47" fmla="*/ 271958 h 361971"/>
              <a:gd name="connsiteX48" fmla="*/ 90098 w 362309"/>
              <a:gd name="connsiteY48" fmla="*/ 276426 h 361971"/>
              <a:gd name="connsiteX49" fmla="*/ 83708 w 362309"/>
              <a:gd name="connsiteY49" fmla="*/ 282810 h 361971"/>
              <a:gd name="connsiteX50" fmla="*/ 77318 w 362309"/>
              <a:gd name="connsiteY50" fmla="*/ 276426 h 361971"/>
              <a:gd name="connsiteX51" fmla="*/ 77318 w 362309"/>
              <a:gd name="connsiteY51" fmla="*/ 271958 h 361971"/>
              <a:gd name="connsiteX52" fmla="*/ 103517 w 362309"/>
              <a:gd name="connsiteY52" fmla="*/ 243868 h 361971"/>
              <a:gd name="connsiteX53" fmla="*/ 118853 w 362309"/>
              <a:gd name="connsiteY53" fmla="*/ 243868 h 361971"/>
              <a:gd name="connsiteX54" fmla="*/ 145052 w 362309"/>
              <a:gd name="connsiteY54" fmla="*/ 271958 h 361971"/>
              <a:gd name="connsiteX55" fmla="*/ 145052 w 362309"/>
              <a:gd name="connsiteY55" fmla="*/ 276426 h 361971"/>
              <a:gd name="connsiteX56" fmla="*/ 212785 w 362309"/>
              <a:gd name="connsiteY56" fmla="*/ 230462 h 361971"/>
              <a:gd name="connsiteX57" fmla="*/ 208951 w 362309"/>
              <a:gd name="connsiteY57" fmla="*/ 229185 h 361971"/>
              <a:gd name="connsiteX58" fmla="*/ 182113 w 362309"/>
              <a:gd name="connsiteY58" fmla="*/ 206841 h 361971"/>
              <a:gd name="connsiteX59" fmla="*/ 154637 w 362309"/>
              <a:gd name="connsiteY59" fmla="*/ 227908 h 361971"/>
              <a:gd name="connsiteX60" fmla="*/ 150803 w 362309"/>
              <a:gd name="connsiteY60" fmla="*/ 229185 h 361971"/>
              <a:gd name="connsiteX61" fmla="*/ 145691 w 362309"/>
              <a:gd name="connsiteY61" fmla="*/ 226631 h 361971"/>
              <a:gd name="connsiteX62" fmla="*/ 146969 w 362309"/>
              <a:gd name="connsiteY62" fmla="*/ 217694 h 361971"/>
              <a:gd name="connsiteX63" fmla="*/ 175723 w 362309"/>
              <a:gd name="connsiteY63" fmla="*/ 195350 h 361971"/>
              <a:gd name="connsiteX64" fmla="*/ 175723 w 362309"/>
              <a:gd name="connsiteY64" fmla="*/ 168537 h 361971"/>
              <a:gd name="connsiteX65" fmla="*/ 182113 w 362309"/>
              <a:gd name="connsiteY65" fmla="*/ 162153 h 361971"/>
              <a:gd name="connsiteX66" fmla="*/ 188503 w 362309"/>
              <a:gd name="connsiteY66" fmla="*/ 168537 h 361971"/>
              <a:gd name="connsiteX67" fmla="*/ 188503 w 362309"/>
              <a:gd name="connsiteY67" fmla="*/ 195350 h 361971"/>
              <a:gd name="connsiteX68" fmla="*/ 217258 w 362309"/>
              <a:gd name="connsiteY68" fmla="*/ 218971 h 361971"/>
              <a:gd name="connsiteX69" fmla="*/ 217897 w 362309"/>
              <a:gd name="connsiteY69" fmla="*/ 227908 h 361971"/>
              <a:gd name="connsiteX70" fmla="*/ 217897 w 362309"/>
              <a:gd name="connsiteY70" fmla="*/ 227908 h 361971"/>
              <a:gd name="connsiteX71" fmla="*/ 212785 w 362309"/>
              <a:gd name="connsiteY71" fmla="*/ 230462 h 361971"/>
              <a:gd name="connsiteX72" fmla="*/ 212785 w 362309"/>
              <a:gd name="connsiteY72" fmla="*/ 230462 h 361971"/>
              <a:gd name="connsiteX73" fmla="*/ 286270 w 362309"/>
              <a:gd name="connsiteY73" fmla="*/ 276426 h 361971"/>
              <a:gd name="connsiteX74" fmla="*/ 279880 w 362309"/>
              <a:gd name="connsiteY74" fmla="*/ 282810 h 361971"/>
              <a:gd name="connsiteX75" fmla="*/ 273490 w 362309"/>
              <a:gd name="connsiteY75" fmla="*/ 276426 h 361971"/>
              <a:gd name="connsiteX76" fmla="*/ 273490 w 362309"/>
              <a:gd name="connsiteY76" fmla="*/ 271958 h 361971"/>
              <a:gd name="connsiteX77" fmla="*/ 260071 w 362309"/>
              <a:gd name="connsiteY77" fmla="*/ 256636 h 361971"/>
              <a:gd name="connsiteX78" fmla="*/ 244735 w 362309"/>
              <a:gd name="connsiteY78" fmla="*/ 256636 h 361971"/>
              <a:gd name="connsiteX79" fmla="*/ 231316 w 362309"/>
              <a:gd name="connsiteY79" fmla="*/ 271958 h 361971"/>
              <a:gd name="connsiteX80" fmla="*/ 231316 w 362309"/>
              <a:gd name="connsiteY80" fmla="*/ 276426 h 361971"/>
              <a:gd name="connsiteX81" fmla="*/ 224926 w 362309"/>
              <a:gd name="connsiteY81" fmla="*/ 282810 h 361971"/>
              <a:gd name="connsiteX82" fmla="*/ 218536 w 362309"/>
              <a:gd name="connsiteY82" fmla="*/ 276426 h 361971"/>
              <a:gd name="connsiteX83" fmla="*/ 218536 w 362309"/>
              <a:gd name="connsiteY83" fmla="*/ 271958 h 361971"/>
              <a:gd name="connsiteX84" fmla="*/ 244735 w 362309"/>
              <a:gd name="connsiteY84" fmla="*/ 243868 h 361971"/>
              <a:gd name="connsiteX85" fmla="*/ 260071 w 362309"/>
              <a:gd name="connsiteY85" fmla="*/ 243868 h 361971"/>
              <a:gd name="connsiteX86" fmla="*/ 286270 w 362309"/>
              <a:gd name="connsiteY86" fmla="*/ 271958 h 361971"/>
              <a:gd name="connsiteX87" fmla="*/ 286270 w 362309"/>
              <a:gd name="connsiteY87" fmla="*/ 27642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62309" h="361971">
                <a:moveTo>
                  <a:pt x="181474" y="0"/>
                </a:moveTo>
                <a:cubicBezTo>
                  <a:pt x="81152" y="0"/>
                  <a:pt x="0" y="81077"/>
                  <a:pt x="0" y="180667"/>
                </a:cubicBezTo>
                <a:cubicBezTo>
                  <a:pt x="0" y="280257"/>
                  <a:pt x="81152" y="361972"/>
                  <a:pt x="180836" y="361972"/>
                </a:cubicBezTo>
                <a:cubicBezTo>
                  <a:pt x="280518" y="361972"/>
                  <a:pt x="362310" y="280895"/>
                  <a:pt x="362310" y="181305"/>
                </a:cubicBezTo>
                <a:lnTo>
                  <a:pt x="362310" y="181305"/>
                </a:lnTo>
                <a:cubicBezTo>
                  <a:pt x="362310" y="81077"/>
                  <a:pt x="281796" y="0"/>
                  <a:pt x="181474" y="0"/>
                </a:cubicBezTo>
                <a:close/>
                <a:moveTo>
                  <a:pt x="251764" y="195350"/>
                </a:moveTo>
                <a:cubicBezTo>
                  <a:pt x="263266" y="195350"/>
                  <a:pt x="272850" y="204926"/>
                  <a:pt x="272850" y="216417"/>
                </a:cubicBezTo>
                <a:cubicBezTo>
                  <a:pt x="272850" y="227908"/>
                  <a:pt x="263266" y="237484"/>
                  <a:pt x="251764" y="237484"/>
                </a:cubicBezTo>
                <a:cubicBezTo>
                  <a:pt x="240262" y="237484"/>
                  <a:pt x="230677" y="227908"/>
                  <a:pt x="230677" y="216417"/>
                </a:cubicBezTo>
                <a:cubicBezTo>
                  <a:pt x="230677" y="216417"/>
                  <a:pt x="230677" y="216417"/>
                  <a:pt x="230677" y="216417"/>
                </a:cubicBezTo>
                <a:cubicBezTo>
                  <a:pt x="230677" y="204926"/>
                  <a:pt x="240262" y="195350"/>
                  <a:pt x="251764" y="195350"/>
                </a:cubicBezTo>
                <a:cubicBezTo>
                  <a:pt x="251764" y="195350"/>
                  <a:pt x="251764" y="195350"/>
                  <a:pt x="251764" y="195350"/>
                </a:cubicBezTo>
                <a:lnTo>
                  <a:pt x="251764" y="195350"/>
                </a:lnTo>
                <a:close/>
                <a:moveTo>
                  <a:pt x="181474" y="65755"/>
                </a:moveTo>
                <a:cubicBezTo>
                  <a:pt x="192976" y="65755"/>
                  <a:pt x="202561" y="75331"/>
                  <a:pt x="202561" y="86822"/>
                </a:cubicBezTo>
                <a:cubicBezTo>
                  <a:pt x="202561" y="98313"/>
                  <a:pt x="192976" y="107889"/>
                  <a:pt x="181474" y="107889"/>
                </a:cubicBezTo>
                <a:cubicBezTo>
                  <a:pt x="169973" y="107889"/>
                  <a:pt x="160388" y="98313"/>
                  <a:pt x="160388" y="86822"/>
                </a:cubicBezTo>
                <a:cubicBezTo>
                  <a:pt x="160388" y="86822"/>
                  <a:pt x="160388" y="86822"/>
                  <a:pt x="160388" y="86822"/>
                </a:cubicBezTo>
                <a:cubicBezTo>
                  <a:pt x="160388" y="75331"/>
                  <a:pt x="169973" y="65755"/>
                  <a:pt x="181474" y="65755"/>
                </a:cubicBezTo>
                <a:close/>
                <a:moveTo>
                  <a:pt x="147608" y="142363"/>
                </a:moveTo>
                <a:cubicBezTo>
                  <a:pt x="146969" y="127041"/>
                  <a:pt x="159110" y="114912"/>
                  <a:pt x="173806" y="114273"/>
                </a:cubicBezTo>
                <a:lnTo>
                  <a:pt x="189142" y="114273"/>
                </a:lnTo>
                <a:cubicBezTo>
                  <a:pt x="204478" y="114912"/>
                  <a:pt x="215980" y="127041"/>
                  <a:pt x="215341" y="142363"/>
                </a:cubicBezTo>
                <a:lnTo>
                  <a:pt x="215341" y="146832"/>
                </a:lnTo>
                <a:cubicBezTo>
                  <a:pt x="215341" y="150662"/>
                  <a:pt x="212785" y="153216"/>
                  <a:pt x="208951" y="153216"/>
                </a:cubicBezTo>
                <a:cubicBezTo>
                  <a:pt x="205117" y="153216"/>
                  <a:pt x="202561" y="150662"/>
                  <a:pt x="202561" y="146832"/>
                </a:cubicBezTo>
                <a:lnTo>
                  <a:pt x="202561" y="142363"/>
                </a:lnTo>
                <a:cubicBezTo>
                  <a:pt x="203200" y="134702"/>
                  <a:pt x="196810" y="127680"/>
                  <a:pt x="189142" y="127041"/>
                </a:cubicBezTo>
                <a:lnTo>
                  <a:pt x="173806" y="127041"/>
                </a:lnTo>
                <a:cubicBezTo>
                  <a:pt x="166138" y="127680"/>
                  <a:pt x="159748" y="134064"/>
                  <a:pt x="160388" y="142363"/>
                </a:cubicBezTo>
                <a:lnTo>
                  <a:pt x="160388" y="146832"/>
                </a:lnTo>
                <a:cubicBezTo>
                  <a:pt x="160388" y="150662"/>
                  <a:pt x="157832" y="153216"/>
                  <a:pt x="153998" y="153216"/>
                </a:cubicBezTo>
                <a:cubicBezTo>
                  <a:pt x="150164" y="153216"/>
                  <a:pt x="147608" y="150662"/>
                  <a:pt x="147608" y="146832"/>
                </a:cubicBezTo>
                <a:lnTo>
                  <a:pt x="147608" y="142363"/>
                </a:lnTo>
                <a:close/>
                <a:moveTo>
                  <a:pt x="111185" y="195350"/>
                </a:moveTo>
                <a:cubicBezTo>
                  <a:pt x="122687" y="195350"/>
                  <a:pt x="132272" y="204926"/>
                  <a:pt x="132272" y="216417"/>
                </a:cubicBezTo>
                <a:cubicBezTo>
                  <a:pt x="132272" y="227908"/>
                  <a:pt x="122687" y="237484"/>
                  <a:pt x="111185" y="237484"/>
                </a:cubicBezTo>
                <a:cubicBezTo>
                  <a:pt x="99683" y="237484"/>
                  <a:pt x="90098" y="227908"/>
                  <a:pt x="90098" y="216417"/>
                </a:cubicBezTo>
                <a:cubicBezTo>
                  <a:pt x="90098" y="216417"/>
                  <a:pt x="90098" y="216417"/>
                  <a:pt x="90098" y="216417"/>
                </a:cubicBezTo>
                <a:cubicBezTo>
                  <a:pt x="90098" y="204926"/>
                  <a:pt x="99683" y="195350"/>
                  <a:pt x="111185" y="195350"/>
                </a:cubicBezTo>
                <a:close/>
                <a:moveTo>
                  <a:pt x="145052" y="276426"/>
                </a:moveTo>
                <a:cubicBezTo>
                  <a:pt x="145052" y="280257"/>
                  <a:pt x="142496" y="282810"/>
                  <a:pt x="138662" y="282810"/>
                </a:cubicBezTo>
                <a:cubicBezTo>
                  <a:pt x="134828" y="282810"/>
                  <a:pt x="132272" y="280257"/>
                  <a:pt x="132272" y="276426"/>
                </a:cubicBezTo>
                <a:lnTo>
                  <a:pt x="132272" y="271958"/>
                </a:lnTo>
                <a:cubicBezTo>
                  <a:pt x="132911" y="264297"/>
                  <a:pt x="126521" y="257275"/>
                  <a:pt x="118853" y="256636"/>
                </a:cubicBezTo>
                <a:lnTo>
                  <a:pt x="103517" y="256636"/>
                </a:lnTo>
                <a:cubicBezTo>
                  <a:pt x="95849" y="257275"/>
                  <a:pt x="89459" y="263659"/>
                  <a:pt x="90098" y="271958"/>
                </a:cubicBezTo>
                <a:lnTo>
                  <a:pt x="90098" y="276426"/>
                </a:lnTo>
                <a:cubicBezTo>
                  <a:pt x="90098" y="280257"/>
                  <a:pt x="87542" y="282810"/>
                  <a:pt x="83708" y="282810"/>
                </a:cubicBezTo>
                <a:cubicBezTo>
                  <a:pt x="79874" y="282810"/>
                  <a:pt x="77318" y="280257"/>
                  <a:pt x="77318" y="276426"/>
                </a:cubicBezTo>
                <a:lnTo>
                  <a:pt x="77318" y="271958"/>
                </a:lnTo>
                <a:cubicBezTo>
                  <a:pt x="76679" y="256636"/>
                  <a:pt x="88820" y="244507"/>
                  <a:pt x="103517" y="243868"/>
                </a:cubicBezTo>
                <a:lnTo>
                  <a:pt x="118853" y="243868"/>
                </a:lnTo>
                <a:cubicBezTo>
                  <a:pt x="134189" y="244507"/>
                  <a:pt x="145691" y="256636"/>
                  <a:pt x="145052" y="271958"/>
                </a:cubicBezTo>
                <a:lnTo>
                  <a:pt x="145052" y="276426"/>
                </a:lnTo>
                <a:close/>
                <a:moveTo>
                  <a:pt x="212785" y="230462"/>
                </a:moveTo>
                <a:cubicBezTo>
                  <a:pt x="211507" y="230462"/>
                  <a:pt x="209590" y="229823"/>
                  <a:pt x="208951" y="229185"/>
                </a:cubicBezTo>
                <a:lnTo>
                  <a:pt x="182113" y="206841"/>
                </a:lnTo>
                <a:lnTo>
                  <a:pt x="154637" y="227908"/>
                </a:lnTo>
                <a:cubicBezTo>
                  <a:pt x="153358" y="228547"/>
                  <a:pt x="152081" y="229185"/>
                  <a:pt x="150803" y="229185"/>
                </a:cubicBezTo>
                <a:cubicBezTo>
                  <a:pt x="148886" y="229185"/>
                  <a:pt x="146969" y="228547"/>
                  <a:pt x="145691" y="226631"/>
                </a:cubicBezTo>
                <a:cubicBezTo>
                  <a:pt x="143774" y="224078"/>
                  <a:pt x="143774" y="219609"/>
                  <a:pt x="146969" y="217694"/>
                </a:cubicBezTo>
                <a:lnTo>
                  <a:pt x="175723" y="195350"/>
                </a:lnTo>
                <a:lnTo>
                  <a:pt x="175723" y="168537"/>
                </a:lnTo>
                <a:cubicBezTo>
                  <a:pt x="175723" y="164707"/>
                  <a:pt x="178279" y="162153"/>
                  <a:pt x="182113" y="162153"/>
                </a:cubicBezTo>
                <a:cubicBezTo>
                  <a:pt x="185947" y="162153"/>
                  <a:pt x="188503" y="164707"/>
                  <a:pt x="188503" y="168537"/>
                </a:cubicBezTo>
                <a:lnTo>
                  <a:pt x="188503" y="195350"/>
                </a:lnTo>
                <a:lnTo>
                  <a:pt x="217258" y="218971"/>
                </a:lnTo>
                <a:cubicBezTo>
                  <a:pt x="219814" y="221524"/>
                  <a:pt x="220453" y="225355"/>
                  <a:pt x="217897" y="227908"/>
                </a:cubicBezTo>
                <a:cubicBezTo>
                  <a:pt x="217897" y="227908"/>
                  <a:pt x="217897" y="227908"/>
                  <a:pt x="217897" y="227908"/>
                </a:cubicBezTo>
                <a:cubicBezTo>
                  <a:pt x="215980" y="229823"/>
                  <a:pt x="214702" y="230462"/>
                  <a:pt x="212785" y="230462"/>
                </a:cubicBezTo>
                <a:lnTo>
                  <a:pt x="212785" y="230462"/>
                </a:lnTo>
                <a:close/>
                <a:moveTo>
                  <a:pt x="286270" y="276426"/>
                </a:moveTo>
                <a:cubicBezTo>
                  <a:pt x="286270" y="280257"/>
                  <a:pt x="283713" y="282810"/>
                  <a:pt x="279880" y="282810"/>
                </a:cubicBezTo>
                <a:cubicBezTo>
                  <a:pt x="276045" y="282810"/>
                  <a:pt x="273490" y="280257"/>
                  <a:pt x="273490" y="276426"/>
                </a:cubicBezTo>
                <a:lnTo>
                  <a:pt x="273490" y="271958"/>
                </a:lnTo>
                <a:cubicBezTo>
                  <a:pt x="274128" y="264297"/>
                  <a:pt x="267739" y="257275"/>
                  <a:pt x="260071" y="256636"/>
                </a:cubicBezTo>
                <a:lnTo>
                  <a:pt x="244735" y="256636"/>
                </a:lnTo>
                <a:cubicBezTo>
                  <a:pt x="237067" y="257275"/>
                  <a:pt x="230677" y="263659"/>
                  <a:pt x="231316" y="271958"/>
                </a:cubicBezTo>
                <a:lnTo>
                  <a:pt x="231316" y="276426"/>
                </a:lnTo>
                <a:cubicBezTo>
                  <a:pt x="231316" y="280257"/>
                  <a:pt x="228760" y="282810"/>
                  <a:pt x="224926" y="282810"/>
                </a:cubicBezTo>
                <a:cubicBezTo>
                  <a:pt x="221092" y="282810"/>
                  <a:pt x="218536" y="280257"/>
                  <a:pt x="218536" y="276426"/>
                </a:cubicBezTo>
                <a:lnTo>
                  <a:pt x="218536" y="271958"/>
                </a:lnTo>
                <a:cubicBezTo>
                  <a:pt x="217897" y="256636"/>
                  <a:pt x="230038" y="244507"/>
                  <a:pt x="244735" y="243868"/>
                </a:cubicBezTo>
                <a:lnTo>
                  <a:pt x="260071" y="243868"/>
                </a:lnTo>
                <a:cubicBezTo>
                  <a:pt x="275407" y="244507"/>
                  <a:pt x="286908" y="256636"/>
                  <a:pt x="286270" y="271958"/>
                </a:cubicBezTo>
                <a:lnTo>
                  <a:pt x="286270" y="276426"/>
                </a:lnTo>
                <a:close/>
              </a:path>
            </a:pathLst>
          </a:custGeom>
          <a:solidFill>
            <a:srgbClr val="002060"/>
          </a:solidFill>
          <a:ln w="6390" cap="flat">
            <a:noFill/>
            <a:prstDash val="solid"/>
            <a:miter/>
          </a:ln>
        </p:spPr>
        <p:txBody>
          <a:bodyPr rtlCol="0" anchor="ctr"/>
          <a:lstStyle/>
          <a:p>
            <a:endParaRPr lang="en-US"/>
          </a:p>
        </p:txBody>
      </p:sp>
      <p:sp>
        <p:nvSpPr>
          <p:cNvPr id="4" name="Graphic 4">
            <a:extLst>
              <a:ext uri="{FF2B5EF4-FFF2-40B4-BE49-F238E27FC236}">
                <a16:creationId xmlns:a16="http://schemas.microsoft.com/office/drawing/2014/main" id="{0B21DFF6-F98A-E005-EC5C-0EDA2E8DE682}"/>
              </a:ext>
            </a:extLst>
          </p:cNvPr>
          <p:cNvSpPr/>
          <p:nvPr/>
        </p:nvSpPr>
        <p:spPr>
          <a:xfrm>
            <a:off x="5988531" y="1785887"/>
            <a:ext cx="795600" cy="850795"/>
          </a:xfrm>
          <a:custGeom>
            <a:avLst/>
            <a:gdLst>
              <a:gd name="connsiteX0" fmla="*/ 113102 w 226203"/>
              <a:gd name="connsiteY0" fmla="*/ 0 h 225993"/>
              <a:gd name="connsiteX1" fmla="*/ 0 w 226203"/>
              <a:gd name="connsiteY1" fmla="*/ 112997 h 225993"/>
              <a:gd name="connsiteX2" fmla="*/ 113102 w 226203"/>
              <a:gd name="connsiteY2" fmla="*/ 225993 h 225993"/>
              <a:gd name="connsiteX3" fmla="*/ 226204 w 226203"/>
              <a:gd name="connsiteY3" fmla="*/ 112997 h 225993"/>
              <a:gd name="connsiteX4" fmla="*/ 113102 w 226203"/>
              <a:gd name="connsiteY4" fmla="*/ 0 h 225993"/>
              <a:gd name="connsiteX5" fmla="*/ 65177 w 226203"/>
              <a:gd name="connsiteY5" fmla="*/ 112997 h 225993"/>
              <a:gd name="connsiteX6" fmla="*/ 58787 w 226203"/>
              <a:gd name="connsiteY6" fmla="*/ 119381 h 225993"/>
              <a:gd name="connsiteX7" fmla="*/ 20448 w 226203"/>
              <a:gd name="connsiteY7" fmla="*/ 119381 h 225993"/>
              <a:gd name="connsiteX8" fmla="*/ 14058 w 226203"/>
              <a:gd name="connsiteY8" fmla="*/ 112997 h 225993"/>
              <a:gd name="connsiteX9" fmla="*/ 20448 w 226203"/>
              <a:gd name="connsiteY9" fmla="*/ 106613 h 225993"/>
              <a:gd name="connsiteX10" fmla="*/ 52397 w 226203"/>
              <a:gd name="connsiteY10" fmla="*/ 106613 h 225993"/>
              <a:gd name="connsiteX11" fmla="*/ 54314 w 226203"/>
              <a:gd name="connsiteY11" fmla="*/ 95760 h 225993"/>
              <a:gd name="connsiteX12" fmla="*/ 38340 w 226203"/>
              <a:gd name="connsiteY12" fmla="*/ 89376 h 225993"/>
              <a:gd name="connsiteX13" fmla="*/ 35145 w 226203"/>
              <a:gd name="connsiteY13" fmla="*/ 81077 h 225993"/>
              <a:gd name="connsiteX14" fmla="*/ 43452 w 226203"/>
              <a:gd name="connsiteY14" fmla="*/ 77885 h 225993"/>
              <a:gd name="connsiteX15" fmla="*/ 43452 w 226203"/>
              <a:gd name="connsiteY15" fmla="*/ 77885 h 225993"/>
              <a:gd name="connsiteX16" fmla="*/ 59426 w 226203"/>
              <a:gd name="connsiteY16" fmla="*/ 84269 h 225993"/>
              <a:gd name="connsiteX17" fmla="*/ 65816 w 226203"/>
              <a:gd name="connsiteY17" fmla="*/ 75331 h 225993"/>
              <a:gd name="connsiteX18" fmla="*/ 42813 w 226203"/>
              <a:gd name="connsiteY18" fmla="*/ 52349 h 225993"/>
              <a:gd name="connsiteX19" fmla="*/ 42813 w 226203"/>
              <a:gd name="connsiteY19" fmla="*/ 43411 h 225993"/>
              <a:gd name="connsiteX20" fmla="*/ 51758 w 226203"/>
              <a:gd name="connsiteY20" fmla="*/ 43411 h 225993"/>
              <a:gd name="connsiteX21" fmla="*/ 51758 w 226203"/>
              <a:gd name="connsiteY21" fmla="*/ 43411 h 225993"/>
              <a:gd name="connsiteX22" fmla="*/ 74762 w 226203"/>
              <a:gd name="connsiteY22" fmla="*/ 66394 h 225993"/>
              <a:gd name="connsiteX23" fmla="*/ 83708 w 226203"/>
              <a:gd name="connsiteY23" fmla="*/ 60010 h 225993"/>
              <a:gd name="connsiteX24" fmla="*/ 77318 w 226203"/>
              <a:gd name="connsiteY24" fmla="*/ 44050 h 225993"/>
              <a:gd name="connsiteX25" fmla="*/ 80513 w 226203"/>
              <a:gd name="connsiteY25" fmla="*/ 35750 h 225993"/>
              <a:gd name="connsiteX26" fmla="*/ 88820 w 226203"/>
              <a:gd name="connsiteY26" fmla="*/ 38942 h 225993"/>
              <a:gd name="connsiteX27" fmla="*/ 95210 w 226203"/>
              <a:gd name="connsiteY27" fmla="*/ 54902 h 225993"/>
              <a:gd name="connsiteX28" fmla="*/ 106073 w 226203"/>
              <a:gd name="connsiteY28" fmla="*/ 52987 h 225993"/>
              <a:gd name="connsiteX29" fmla="*/ 106073 w 226203"/>
              <a:gd name="connsiteY29" fmla="*/ 21067 h 225993"/>
              <a:gd name="connsiteX30" fmla="*/ 112463 w 226203"/>
              <a:gd name="connsiteY30" fmla="*/ 14683 h 225993"/>
              <a:gd name="connsiteX31" fmla="*/ 118853 w 226203"/>
              <a:gd name="connsiteY31" fmla="*/ 21067 h 225993"/>
              <a:gd name="connsiteX32" fmla="*/ 118853 w 226203"/>
              <a:gd name="connsiteY32" fmla="*/ 52987 h 225993"/>
              <a:gd name="connsiteX33" fmla="*/ 129716 w 226203"/>
              <a:gd name="connsiteY33" fmla="*/ 55541 h 225993"/>
              <a:gd name="connsiteX34" fmla="*/ 136745 w 226203"/>
              <a:gd name="connsiteY34" fmla="*/ 39581 h 225993"/>
              <a:gd name="connsiteX35" fmla="*/ 144413 w 226203"/>
              <a:gd name="connsiteY35" fmla="*/ 35112 h 225993"/>
              <a:gd name="connsiteX36" fmla="*/ 148886 w 226203"/>
              <a:gd name="connsiteY36" fmla="*/ 42773 h 225993"/>
              <a:gd name="connsiteX37" fmla="*/ 148247 w 226203"/>
              <a:gd name="connsiteY37" fmla="*/ 44050 h 225993"/>
              <a:gd name="connsiteX38" fmla="*/ 141857 w 226203"/>
              <a:gd name="connsiteY38" fmla="*/ 60010 h 225993"/>
              <a:gd name="connsiteX39" fmla="*/ 150802 w 226203"/>
              <a:gd name="connsiteY39" fmla="*/ 66394 h 225993"/>
              <a:gd name="connsiteX40" fmla="*/ 173806 w 226203"/>
              <a:gd name="connsiteY40" fmla="*/ 43411 h 225993"/>
              <a:gd name="connsiteX41" fmla="*/ 182752 w 226203"/>
              <a:gd name="connsiteY41" fmla="*/ 43411 h 225993"/>
              <a:gd name="connsiteX42" fmla="*/ 182752 w 226203"/>
              <a:gd name="connsiteY42" fmla="*/ 43411 h 225993"/>
              <a:gd name="connsiteX43" fmla="*/ 182752 w 226203"/>
              <a:gd name="connsiteY43" fmla="*/ 52349 h 225993"/>
              <a:gd name="connsiteX44" fmla="*/ 155914 w 226203"/>
              <a:gd name="connsiteY44" fmla="*/ 79162 h 225993"/>
              <a:gd name="connsiteX45" fmla="*/ 154636 w 226203"/>
              <a:gd name="connsiteY45" fmla="*/ 79800 h 225993"/>
              <a:gd name="connsiteX46" fmla="*/ 153997 w 226203"/>
              <a:gd name="connsiteY46" fmla="*/ 80438 h 225993"/>
              <a:gd name="connsiteX47" fmla="*/ 152719 w 226203"/>
              <a:gd name="connsiteY47" fmla="*/ 80438 h 225993"/>
              <a:gd name="connsiteX48" fmla="*/ 151441 w 226203"/>
              <a:gd name="connsiteY48" fmla="*/ 80438 h 225993"/>
              <a:gd name="connsiteX49" fmla="*/ 151441 w 226203"/>
              <a:gd name="connsiteY49" fmla="*/ 80438 h 225993"/>
              <a:gd name="connsiteX50" fmla="*/ 150164 w 226203"/>
              <a:gd name="connsiteY50" fmla="*/ 80438 h 225993"/>
              <a:gd name="connsiteX51" fmla="*/ 148886 w 226203"/>
              <a:gd name="connsiteY51" fmla="*/ 80438 h 225993"/>
              <a:gd name="connsiteX52" fmla="*/ 148247 w 226203"/>
              <a:gd name="connsiteY52" fmla="*/ 79800 h 225993"/>
              <a:gd name="connsiteX53" fmla="*/ 146969 w 226203"/>
              <a:gd name="connsiteY53" fmla="*/ 79162 h 225993"/>
              <a:gd name="connsiteX54" fmla="*/ 113102 w 226203"/>
              <a:gd name="connsiteY54" fmla="*/ 65117 h 225993"/>
              <a:gd name="connsiteX55" fmla="*/ 65177 w 226203"/>
              <a:gd name="connsiteY55" fmla="*/ 112997 h 225993"/>
              <a:gd name="connsiteX56" fmla="*/ 65177 w 226203"/>
              <a:gd name="connsiteY56" fmla="*/ 112997 h 225993"/>
              <a:gd name="connsiteX57" fmla="*/ 141857 w 226203"/>
              <a:gd name="connsiteY57" fmla="*/ 185135 h 225993"/>
              <a:gd name="connsiteX58" fmla="*/ 83708 w 226203"/>
              <a:gd name="connsiteY58" fmla="*/ 185135 h 225993"/>
              <a:gd name="connsiteX59" fmla="*/ 77318 w 226203"/>
              <a:gd name="connsiteY59" fmla="*/ 178752 h 225993"/>
              <a:gd name="connsiteX60" fmla="*/ 83708 w 226203"/>
              <a:gd name="connsiteY60" fmla="*/ 172368 h 225993"/>
              <a:gd name="connsiteX61" fmla="*/ 141857 w 226203"/>
              <a:gd name="connsiteY61" fmla="*/ 172368 h 225993"/>
              <a:gd name="connsiteX62" fmla="*/ 148247 w 226203"/>
              <a:gd name="connsiteY62" fmla="*/ 178752 h 225993"/>
              <a:gd name="connsiteX63" fmla="*/ 141857 w 226203"/>
              <a:gd name="connsiteY63" fmla="*/ 185135 h 225993"/>
              <a:gd name="connsiteX64" fmla="*/ 200005 w 226203"/>
              <a:gd name="connsiteY64" fmla="*/ 79800 h 225993"/>
              <a:gd name="connsiteX65" fmla="*/ 196171 w 226203"/>
              <a:gd name="connsiteY65" fmla="*/ 88099 h 225993"/>
              <a:gd name="connsiteX66" fmla="*/ 171889 w 226203"/>
              <a:gd name="connsiteY66" fmla="*/ 97675 h 225993"/>
              <a:gd name="connsiteX67" fmla="*/ 173167 w 226203"/>
              <a:gd name="connsiteY67" fmla="*/ 106613 h 225993"/>
              <a:gd name="connsiteX68" fmla="*/ 205117 w 226203"/>
              <a:gd name="connsiteY68" fmla="*/ 106613 h 225993"/>
              <a:gd name="connsiteX69" fmla="*/ 211507 w 226203"/>
              <a:gd name="connsiteY69" fmla="*/ 112997 h 225993"/>
              <a:gd name="connsiteX70" fmla="*/ 205117 w 226203"/>
              <a:gd name="connsiteY70" fmla="*/ 119381 h 225993"/>
              <a:gd name="connsiteX71" fmla="*/ 166777 w 226203"/>
              <a:gd name="connsiteY71" fmla="*/ 119381 h 225993"/>
              <a:gd name="connsiteX72" fmla="*/ 160387 w 226203"/>
              <a:gd name="connsiteY72" fmla="*/ 112997 h 225993"/>
              <a:gd name="connsiteX73" fmla="*/ 160387 w 226203"/>
              <a:gd name="connsiteY73" fmla="*/ 112997 h 225993"/>
              <a:gd name="connsiteX74" fmla="*/ 159109 w 226203"/>
              <a:gd name="connsiteY74" fmla="*/ 102144 h 225993"/>
              <a:gd name="connsiteX75" fmla="*/ 136106 w 226203"/>
              <a:gd name="connsiteY75" fmla="*/ 111081 h 225993"/>
              <a:gd name="connsiteX76" fmla="*/ 136106 w 226203"/>
              <a:gd name="connsiteY76" fmla="*/ 112997 h 225993"/>
              <a:gd name="connsiteX77" fmla="*/ 112463 w 226203"/>
              <a:gd name="connsiteY77" fmla="*/ 137256 h 225993"/>
              <a:gd name="connsiteX78" fmla="*/ 88181 w 226203"/>
              <a:gd name="connsiteY78" fmla="*/ 113635 h 225993"/>
              <a:gd name="connsiteX79" fmla="*/ 111824 w 226203"/>
              <a:gd name="connsiteY79" fmla="*/ 89376 h 225993"/>
              <a:gd name="connsiteX80" fmla="*/ 131633 w 226203"/>
              <a:gd name="connsiteY80" fmla="*/ 98952 h 225993"/>
              <a:gd name="connsiteX81" fmla="*/ 191059 w 226203"/>
              <a:gd name="connsiteY81" fmla="*/ 75970 h 225993"/>
              <a:gd name="connsiteX82" fmla="*/ 200005 w 226203"/>
              <a:gd name="connsiteY82" fmla="*/ 78523 h 225993"/>
              <a:gd name="connsiteX83" fmla="*/ 200005 w 226203"/>
              <a:gd name="connsiteY83" fmla="*/ 79800 h 225993"/>
              <a:gd name="connsiteX84" fmla="*/ 200005 w 226203"/>
              <a:gd name="connsiteY84" fmla="*/ 79800 h 225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26203" h="225993">
                <a:moveTo>
                  <a:pt x="113102" y="0"/>
                </a:moveTo>
                <a:cubicBezTo>
                  <a:pt x="50480" y="0"/>
                  <a:pt x="0" y="50434"/>
                  <a:pt x="0" y="112997"/>
                </a:cubicBezTo>
                <a:cubicBezTo>
                  <a:pt x="0" y="175560"/>
                  <a:pt x="50480" y="225993"/>
                  <a:pt x="113102" y="225993"/>
                </a:cubicBezTo>
                <a:cubicBezTo>
                  <a:pt x="175723" y="225993"/>
                  <a:pt x="226204" y="175560"/>
                  <a:pt x="226204" y="112997"/>
                </a:cubicBezTo>
                <a:cubicBezTo>
                  <a:pt x="226204" y="50434"/>
                  <a:pt x="175723" y="0"/>
                  <a:pt x="113102" y="0"/>
                </a:cubicBezTo>
                <a:close/>
                <a:moveTo>
                  <a:pt x="65177" y="112997"/>
                </a:moveTo>
                <a:cubicBezTo>
                  <a:pt x="65177" y="116827"/>
                  <a:pt x="62621" y="119381"/>
                  <a:pt x="58787" y="119381"/>
                </a:cubicBezTo>
                <a:lnTo>
                  <a:pt x="20448" y="119381"/>
                </a:lnTo>
                <a:cubicBezTo>
                  <a:pt x="16614" y="119381"/>
                  <a:pt x="14058" y="116827"/>
                  <a:pt x="14058" y="112997"/>
                </a:cubicBezTo>
                <a:cubicBezTo>
                  <a:pt x="14058" y="109166"/>
                  <a:pt x="16614" y="106613"/>
                  <a:pt x="20448" y="106613"/>
                </a:cubicBezTo>
                <a:lnTo>
                  <a:pt x="52397" y="106613"/>
                </a:lnTo>
                <a:cubicBezTo>
                  <a:pt x="53036" y="102782"/>
                  <a:pt x="53675" y="99590"/>
                  <a:pt x="54314" y="95760"/>
                </a:cubicBezTo>
                <a:lnTo>
                  <a:pt x="38340" y="89376"/>
                </a:lnTo>
                <a:cubicBezTo>
                  <a:pt x="35145" y="88099"/>
                  <a:pt x="33228" y="84269"/>
                  <a:pt x="35145" y="81077"/>
                </a:cubicBezTo>
                <a:cubicBezTo>
                  <a:pt x="36423" y="77885"/>
                  <a:pt x="40257" y="75970"/>
                  <a:pt x="43452" y="77885"/>
                </a:cubicBezTo>
                <a:lnTo>
                  <a:pt x="43452" y="77885"/>
                </a:lnTo>
                <a:lnTo>
                  <a:pt x="59426" y="84269"/>
                </a:lnTo>
                <a:cubicBezTo>
                  <a:pt x="61343" y="81077"/>
                  <a:pt x="63260" y="77885"/>
                  <a:pt x="65816" y="75331"/>
                </a:cubicBezTo>
                <a:lnTo>
                  <a:pt x="42813" y="52349"/>
                </a:lnTo>
                <a:cubicBezTo>
                  <a:pt x="40257" y="49795"/>
                  <a:pt x="40257" y="45965"/>
                  <a:pt x="42813" y="43411"/>
                </a:cubicBezTo>
                <a:cubicBezTo>
                  <a:pt x="45368" y="40858"/>
                  <a:pt x="49202" y="40858"/>
                  <a:pt x="51758" y="43411"/>
                </a:cubicBezTo>
                <a:cubicBezTo>
                  <a:pt x="51758" y="43411"/>
                  <a:pt x="51758" y="43411"/>
                  <a:pt x="51758" y="43411"/>
                </a:cubicBezTo>
                <a:lnTo>
                  <a:pt x="74762" y="66394"/>
                </a:lnTo>
                <a:cubicBezTo>
                  <a:pt x="77957" y="63840"/>
                  <a:pt x="80513" y="61925"/>
                  <a:pt x="83708" y="60010"/>
                </a:cubicBezTo>
                <a:lnTo>
                  <a:pt x="77318" y="44050"/>
                </a:lnTo>
                <a:cubicBezTo>
                  <a:pt x="76040" y="40858"/>
                  <a:pt x="77318" y="37027"/>
                  <a:pt x="80513" y="35750"/>
                </a:cubicBezTo>
                <a:cubicBezTo>
                  <a:pt x="83708" y="34474"/>
                  <a:pt x="87542" y="35750"/>
                  <a:pt x="88820" y="38942"/>
                </a:cubicBezTo>
                <a:lnTo>
                  <a:pt x="95210" y="54902"/>
                </a:lnTo>
                <a:cubicBezTo>
                  <a:pt x="99044" y="53626"/>
                  <a:pt x="102239" y="52987"/>
                  <a:pt x="106073" y="52987"/>
                </a:cubicBezTo>
                <a:lnTo>
                  <a:pt x="106073" y="21067"/>
                </a:lnTo>
                <a:cubicBezTo>
                  <a:pt x="106073" y="17237"/>
                  <a:pt x="108629" y="14683"/>
                  <a:pt x="112463" y="14683"/>
                </a:cubicBezTo>
                <a:cubicBezTo>
                  <a:pt x="116297" y="14683"/>
                  <a:pt x="118853" y="17237"/>
                  <a:pt x="118853" y="21067"/>
                </a:cubicBezTo>
                <a:lnTo>
                  <a:pt x="118853" y="52987"/>
                </a:lnTo>
                <a:cubicBezTo>
                  <a:pt x="122687" y="53626"/>
                  <a:pt x="125882" y="54264"/>
                  <a:pt x="129716" y="55541"/>
                </a:cubicBezTo>
                <a:lnTo>
                  <a:pt x="136745" y="39581"/>
                </a:lnTo>
                <a:cubicBezTo>
                  <a:pt x="138023" y="36389"/>
                  <a:pt x="141218" y="34474"/>
                  <a:pt x="144413" y="35112"/>
                </a:cubicBezTo>
                <a:cubicBezTo>
                  <a:pt x="147607" y="36389"/>
                  <a:pt x="149524" y="39581"/>
                  <a:pt x="148886" y="42773"/>
                </a:cubicBezTo>
                <a:cubicBezTo>
                  <a:pt x="148886" y="43411"/>
                  <a:pt x="148886" y="43411"/>
                  <a:pt x="148247" y="44050"/>
                </a:cubicBezTo>
                <a:lnTo>
                  <a:pt x="141857" y="60010"/>
                </a:lnTo>
                <a:cubicBezTo>
                  <a:pt x="145052" y="61925"/>
                  <a:pt x="148247" y="63840"/>
                  <a:pt x="150802" y="66394"/>
                </a:cubicBezTo>
                <a:lnTo>
                  <a:pt x="173806" y="43411"/>
                </a:lnTo>
                <a:cubicBezTo>
                  <a:pt x="176362" y="40858"/>
                  <a:pt x="180196" y="40858"/>
                  <a:pt x="182752" y="43411"/>
                </a:cubicBezTo>
                <a:cubicBezTo>
                  <a:pt x="182752" y="43411"/>
                  <a:pt x="182752" y="43411"/>
                  <a:pt x="182752" y="43411"/>
                </a:cubicBezTo>
                <a:cubicBezTo>
                  <a:pt x="185308" y="45965"/>
                  <a:pt x="185308" y="49795"/>
                  <a:pt x="182752" y="52349"/>
                </a:cubicBezTo>
                <a:lnTo>
                  <a:pt x="155914" y="79162"/>
                </a:lnTo>
                <a:cubicBezTo>
                  <a:pt x="155275" y="79800"/>
                  <a:pt x="155275" y="79800"/>
                  <a:pt x="154636" y="79800"/>
                </a:cubicBezTo>
                <a:cubicBezTo>
                  <a:pt x="154636" y="79800"/>
                  <a:pt x="153997" y="80438"/>
                  <a:pt x="153997" y="80438"/>
                </a:cubicBezTo>
                <a:lnTo>
                  <a:pt x="152719" y="80438"/>
                </a:lnTo>
                <a:cubicBezTo>
                  <a:pt x="152081" y="80438"/>
                  <a:pt x="152081" y="80438"/>
                  <a:pt x="151441" y="80438"/>
                </a:cubicBezTo>
                <a:lnTo>
                  <a:pt x="151441" y="80438"/>
                </a:lnTo>
                <a:lnTo>
                  <a:pt x="150164" y="80438"/>
                </a:lnTo>
                <a:lnTo>
                  <a:pt x="148886" y="80438"/>
                </a:lnTo>
                <a:lnTo>
                  <a:pt x="148247" y="79800"/>
                </a:lnTo>
                <a:cubicBezTo>
                  <a:pt x="147607" y="79800"/>
                  <a:pt x="147607" y="79162"/>
                  <a:pt x="146969" y="79162"/>
                </a:cubicBezTo>
                <a:cubicBezTo>
                  <a:pt x="138023" y="70224"/>
                  <a:pt x="125882" y="65117"/>
                  <a:pt x="113102" y="65117"/>
                </a:cubicBezTo>
                <a:cubicBezTo>
                  <a:pt x="86903" y="65117"/>
                  <a:pt x="65816" y="86184"/>
                  <a:pt x="65177" y="112997"/>
                </a:cubicBezTo>
                <a:lnTo>
                  <a:pt x="65177" y="112997"/>
                </a:lnTo>
                <a:close/>
                <a:moveTo>
                  <a:pt x="141857" y="185135"/>
                </a:moveTo>
                <a:lnTo>
                  <a:pt x="83708" y="185135"/>
                </a:lnTo>
                <a:cubicBezTo>
                  <a:pt x="79874" y="185135"/>
                  <a:pt x="77318" y="182582"/>
                  <a:pt x="77318" y="178752"/>
                </a:cubicBezTo>
                <a:cubicBezTo>
                  <a:pt x="77318" y="174921"/>
                  <a:pt x="79874" y="172368"/>
                  <a:pt x="83708" y="172368"/>
                </a:cubicBezTo>
                <a:lnTo>
                  <a:pt x="141857" y="172368"/>
                </a:lnTo>
                <a:cubicBezTo>
                  <a:pt x="145691" y="172368"/>
                  <a:pt x="148247" y="174921"/>
                  <a:pt x="148247" y="178752"/>
                </a:cubicBezTo>
                <a:cubicBezTo>
                  <a:pt x="148247" y="182582"/>
                  <a:pt x="145691" y="185135"/>
                  <a:pt x="141857" y="185135"/>
                </a:cubicBezTo>
                <a:close/>
                <a:moveTo>
                  <a:pt x="200005" y="79800"/>
                </a:moveTo>
                <a:cubicBezTo>
                  <a:pt x="201283" y="82992"/>
                  <a:pt x="199366" y="86822"/>
                  <a:pt x="196171" y="88099"/>
                </a:cubicBezTo>
                <a:lnTo>
                  <a:pt x="171889" y="97675"/>
                </a:lnTo>
                <a:cubicBezTo>
                  <a:pt x="172528" y="100867"/>
                  <a:pt x="173167" y="103421"/>
                  <a:pt x="173167" y="106613"/>
                </a:cubicBezTo>
                <a:lnTo>
                  <a:pt x="205117" y="106613"/>
                </a:lnTo>
                <a:cubicBezTo>
                  <a:pt x="208951" y="106613"/>
                  <a:pt x="211507" y="109166"/>
                  <a:pt x="211507" y="112997"/>
                </a:cubicBezTo>
                <a:cubicBezTo>
                  <a:pt x="211507" y="116827"/>
                  <a:pt x="208951" y="119381"/>
                  <a:pt x="205117" y="119381"/>
                </a:cubicBezTo>
                <a:lnTo>
                  <a:pt x="166777" y="119381"/>
                </a:lnTo>
                <a:cubicBezTo>
                  <a:pt x="162943" y="119381"/>
                  <a:pt x="160387" y="116827"/>
                  <a:pt x="160387" y="112997"/>
                </a:cubicBezTo>
                <a:lnTo>
                  <a:pt x="160387" y="112997"/>
                </a:lnTo>
                <a:cubicBezTo>
                  <a:pt x="160387" y="109166"/>
                  <a:pt x="159748" y="105974"/>
                  <a:pt x="159109" y="102144"/>
                </a:cubicBezTo>
                <a:lnTo>
                  <a:pt x="136106" y="111081"/>
                </a:lnTo>
                <a:cubicBezTo>
                  <a:pt x="136106" y="111720"/>
                  <a:pt x="136106" y="112358"/>
                  <a:pt x="136106" y="112997"/>
                </a:cubicBezTo>
                <a:cubicBezTo>
                  <a:pt x="136106" y="126403"/>
                  <a:pt x="125882" y="136617"/>
                  <a:pt x="112463" y="137256"/>
                </a:cubicBezTo>
                <a:cubicBezTo>
                  <a:pt x="99044" y="137256"/>
                  <a:pt x="88820" y="127041"/>
                  <a:pt x="88181" y="113635"/>
                </a:cubicBezTo>
                <a:cubicBezTo>
                  <a:pt x="87542" y="100229"/>
                  <a:pt x="98405" y="90014"/>
                  <a:pt x="111824" y="89376"/>
                </a:cubicBezTo>
                <a:cubicBezTo>
                  <a:pt x="119492" y="89376"/>
                  <a:pt x="126521" y="93206"/>
                  <a:pt x="131633" y="98952"/>
                </a:cubicBezTo>
                <a:lnTo>
                  <a:pt x="191059" y="75970"/>
                </a:lnTo>
                <a:cubicBezTo>
                  <a:pt x="194254" y="74054"/>
                  <a:pt x="198088" y="75331"/>
                  <a:pt x="200005" y="78523"/>
                </a:cubicBezTo>
                <a:cubicBezTo>
                  <a:pt x="200005" y="79162"/>
                  <a:pt x="200005" y="79162"/>
                  <a:pt x="200005" y="79800"/>
                </a:cubicBezTo>
                <a:lnTo>
                  <a:pt x="200005" y="79800"/>
                </a:lnTo>
                <a:close/>
              </a:path>
            </a:pathLst>
          </a:custGeom>
          <a:solidFill>
            <a:srgbClr val="86BC25"/>
          </a:solidFill>
          <a:ln w="6390" cap="flat">
            <a:noFill/>
            <a:prstDash val="solid"/>
            <a:miter/>
          </a:ln>
        </p:spPr>
        <p:txBody>
          <a:bodyPr rtlCol="0" anchor="ctr"/>
          <a:lstStyle/>
          <a:p>
            <a:endParaRPr lang="en-US"/>
          </a:p>
        </p:txBody>
      </p:sp>
      <p:grpSp>
        <p:nvGrpSpPr>
          <p:cNvPr id="103" name="Group 102">
            <a:extLst>
              <a:ext uri="{FF2B5EF4-FFF2-40B4-BE49-F238E27FC236}">
                <a16:creationId xmlns:a16="http://schemas.microsoft.com/office/drawing/2014/main" id="{7D9E4E8A-8B28-FB7D-087E-9F3EA6EECEC4}"/>
              </a:ext>
            </a:extLst>
          </p:cNvPr>
          <p:cNvGrpSpPr/>
          <p:nvPr/>
        </p:nvGrpSpPr>
        <p:grpSpPr>
          <a:xfrm>
            <a:off x="748314" y="4601849"/>
            <a:ext cx="4662367" cy="1952290"/>
            <a:chOff x="748314" y="4623115"/>
            <a:chExt cx="4662367" cy="1952290"/>
          </a:xfrm>
        </p:grpSpPr>
        <p:sp>
          <p:nvSpPr>
            <p:cNvPr id="80" name="Freeform 26">
              <a:extLst>
                <a:ext uri="{FF2B5EF4-FFF2-40B4-BE49-F238E27FC236}">
                  <a16:creationId xmlns:a16="http://schemas.microsoft.com/office/drawing/2014/main" id="{FDC45588-F918-582B-E20A-D72B82A06BEE}"/>
                </a:ext>
              </a:extLst>
            </p:cNvPr>
            <p:cNvSpPr>
              <a:spLocks noEditPoints="1"/>
            </p:cNvSpPr>
            <p:nvPr/>
          </p:nvSpPr>
          <p:spPr bwMode="auto">
            <a:xfrm>
              <a:off x="748314" y="4693044"/>
              <a:ext cx="2165713"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a:p>
              <a:pPr algn="ctr" defTabSz="913686" fontAlgn="base">
                <a:spcBef>
                  <a:spcPct val="0"/>
                </a:spcBef>
                <a:spcAft>
                  <a:spcPct val="0"/>
                </a:spcAft>
              </a:pPr>
              <a:r>
                <a:rPr lang="en-US" sz="1200" b="1">
                  <a:latin typeface="Verdana" panose="020B0604030504040204" pitchFamily="34" charset="0"/>
                  <a:ea typeface="Verdana" panose="020B0604030504040204" pitchFamily="34" charset="0"/>
                </a:rPr>
                <a:t>Energy Transition</a:t>
              </a:r>
            </a:p>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a:p>
              <a:pPr algn="ctr" defTabSz="913686" fontAlgn="base">
                <a:spcBef>
                  <a:spcPct val="0"/>
                </a:spcBef>
                <a:spcAft>
                  <a:spcPct val="0"/>
                </a:spcAft>
              </a:pPr>
              <a:r>
                <a:rPr lang="en-US" sz="1000" i="1">
                  <a:latin typeface="Verdana" panose="020B0604030504040204" pitchFamily="34" charset="0"/>
                  <a:ea typeface="Verdana" panose="020B0604030504040204" pitchFamily="34" charset="0"/>
                </a:rPr>
                <a:t>(1500 MW Solar, 2500 MW PSP and 500 MWh BESS capacity addition underway)</a:t>
              </a:r>
            </a:p>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p:txBody>
        </p:sp>
        <p:sp>
          <p:nvSpPr>
            <p:cNvPr id="81" name="Graphic 4">
              <a:extLst>
                <a:ext uri="{FF2B5EF4-FFF2-40B4-BE49-F238E27FC236}">
                  <a16:creationId xmlns:a16="http://schemas.microsoft.com/office/drawing/2014/main" id="{4203D40B-663C-4053-F499-9B8F4E66715F}"/>
                </a:ext>
              </a:extLst>
            </p:cNvPr>
            <p:cNvSpPr/>
            <p:nvPr/>
          </p:nvSpPr>
          <p:spPr>
            <a:xfrm>
              <a:off x="2590682" y="4627359"/>
              <a:ext cx="396000" cy="396000"/>
            </a:xfrm>
            <a:custGeom>
              <a:avLst/>
              <a:gdLst>
                <a:gd name="connsiteX0" fmla="*/ 180836 w 361674"/>
                <a:gd name="connsiteY0" fmla="*/ 0 h 361971"/>
                <a:gd name="connsiteX1" fmla="*/ 0 w 361674"/>
                <a:gd name="connsiteY1" fmla="*/ 180667 h 361971"/>
                <a:gd name="connsiteX2" fmla="*/ 180836 w 361674"/>
                <a:gd name="connsiteY2" fmla="*/ 361972 h 361971"/>
                <a:gd name="connsiteX3" fmla="*/ 361670 w 361674"/>
                <a:gd name="connsiteY3" fmla="*/ 181305 h 361971"/>
                <a:gd name="connsiteX4" fmla="*/ 361670 w 361674"/>
                <a:gd name="connsiteY4" fmla="*/ 181305 h 361971"/>
                <a:gd name="connsiteX5" fmla="*/ 180836 w 361674"/>
                <a:gd name="connsiteY5" fmla="*/ 0 h 361971"/>
                <a:gd name="connsiteX6" fmla="*/ 180836 w 361674"/>
                <a:gd name="connsiteY6" fmla="*/ 0 h 361971"/>
                <a:gd name="connsiteX7" fmla="*/ 257515 w 361674"/>
                <a:gd name="connsiteY7" fmla="*/ 233654 h 361971"/>
                <a:gd name="connsiteX8" fmla="*/ 245374 w 361674"/>
                <a:gd name="connsiteY8" fmla="*/ 235569 h 361971"/>
                <a:gd name="connsiteX9" fmla="*/ 217258 w 361674"/>
                <a:gd name="connsiteY9" fmla="*/ 224078 h 361971"/>
                <a:gd name="connsiteX10" fmla="*/ 215980 w 361674"/>
                <a:gd name="connsiteY10" fmla="*/ 215779 h 361971"/>
                <a:gd name="connsiteX11" fmla="*/ 192976 w 361674"/>
                <a:gd name="connsiteY11" fmla="*/ 237484 h 361971"/>
                <a:gd name="connsiteX12" fmla="*/ 192976 w 361674"/>
                <a:gd name="connsiteY12" fmla="*/ 301324 h 361971"/>
                <a:gd name="connsiteX13" fmla="*/ 186586 w 361674"/>
                <a:gd name="connsiteY13" fmla="*/ 307708 h 361971"/>
                <a:gd name="connsiteX14" fmla="*/ 180196 w 361674"/>
                <a:gd name="connsiteY14" fmla="*/ 301324 h 361971"/>
                <a:gd name="connsiteX15" fmla="*/ 180196 w 361674"/>
                <a:gd name="connsiteY15" fmla="*/ 273234 h 361971"/>
                <a:gd name="connsiteX16" fmla="*/ 103517 w 361674"/>
                <a:gd name="connsiteY16" fmla="*/ 220247 h 361971"/>
                <a:gd name="connsiteX17" fmla="*/ 93932 w 361674"/>
                <a:gd name="connsiteY17" fmla="*/ 217055 h 361971"/>
                <a:gd name="connsiteX18" fmla="*/ 90098 w 361674"/>
                <a:gd name="connsiteY18" fmla="*/ 208756 h 361971"/>
                <a:gd name="connsiteX19" fmla="*/ 90098 w 361674"/>
                <a:gd name="connsiteY19" fmla="*/ 208756 h 361971"/>
                <a:gd name="connsiteX20" fmla="*/ 98405 w 361674"/>
                <a:gd name="connsiteY20" fmla="*/ 204926 h 361971"/>
                <a:gd name="connsiteX21" fmla="*/ 107990 w 361674"/>
                <a:gd name="connsiteY21" fmla="*/ 208118 h 361971"/>
                <a:gd name="connsiteX22" fmla="*/ 156553 w 361674"/>
                <a:gd name="connsiteY22" fmla="*/ 229185 h 361971"/>
                <a:gd name="connsiteX23" fmla="*/ 143774 w 361674"/>
                <a:gd name="connsiteY23" fmla="*/ 200457 h 361971"/>
                <a:gd name="connsiteX24" fmla="*/ 102239 w 361674"/>
                <a:gd name="connsiteY24" fmla="*/ 197265 h 361971"/>
                <a:gd name="connsiteX25" fmla="*/ 75402 w 361674"/>
                <a:gd name="connsiteY25" fmla="*/ 199819 h 361971"/>
                <a:gd name="connsiteX26" fmla="*/ 110546 w 361674"/>
                <a:gd name="connsiteY26" fmla="*/ 247698 h 361971"/>
                <a:gd name="connsiteX27" fmla="*/ 144412 w 361674"/>
                <a:gd name="connsiteY27" fmla="*/ 242591 h 361971"/>
                <a:gd name="connsiteX28" fmla="*/ 153358 w 361674"/>
                <a:gd name="connsiteY28" fmla="*/ 243868 h 361971"/>
                <a:gd name="connsiteX29" fmla="*/ 152081 w 361674"/>
                <a:gd name="connsiteY29" fmla="*/ 252806 h 361971"/>
                <a:gd name="connsiteX30" fmla="*/ 152081 w 361674"/>
                <a:gd name="connsiteY30" fmla="*/ 252806 h 361971"/>
                <a:gd name="connsiteX31" fmla="*/ 122686 w 361674"/>
                <a:gd name="connsiteY31" fmla="*/ 262382 h 361971"/>
                <a:gd name="connsiteX32" fmla="*/ 105434 w 361674"/>
                <a:gd name="connsiteY32" fmla="*/ 258551 h 361971"/>
                <a:gd name="connsiteX33" fmla="*/ 63261 w 361674"/>
                <a:gd name="connsiteY33" fmla="*/ 190881 h 361971"/>
                <a:gd name="connsiteX34" fmla="*/ 65817 w 361674"/>
                <a:gd name="connsiteY34" fmla="*/ 186412 h 361971"/>
                <a:gd name="connsiteX35" fmla="*/ 70928 w 361674"/>
                <a:gd name="connsiteY35" fmla="*/ 185774 h 361971"/>
                <a:gd name="connsiteX36" fmla="*/ 99683 w 361674"/>
                <a:gd name="connsiteY36" fmla="*/ 184497 h 361971"/>
                <a:gd name="connsiteX37" fmla="*/ 149525 w 361674"/>
                <a:gd name="connsiteY37" fmla="*/ 188966 h 361971"/>
                <a:gd name="connsiteX38" fmla="*/ 167416 w 361674"/>
                <a:gd name="connsiteY38" fmla="*/ 237484 h 361971"/>
                <a:gd name="connsiteX39" fmla="*/ 180196 w 361674"/>
                <a:gd name="connsiteY39" fmla="*/ 250252 h 361971"/>
                <a:gd name="connsiteX40" fmla="*/ 180196 w 361674"/>
                <a:gd name="connsiteY40" fmla="*/ 237484 h 361971"/>
                <a:gd name="connsiteX41" fmla="*/ 180196 w 361674"/>
                <a:gd name="connsiteY41" fmla="*/ 234292 h 361971"/>
                <a:gd name="connsiteX42" fmla="*/ 180196 w 361674"/>
                <a:gd name="connsiteY42" fmla="*/ 171729 h 361971"/>
                <a:gd name="connsiteX43" fmla="*/ 150164 w 361674"/>
                <a:gd name="connsiteY43" fmla="*/ 140448 h 361971"/>
                <a:gd name="connsiteX44" fmla="*/ 150164 w 361674"/>
                <a:gd name="connsiteY44" fmla="*/ 123211 h 361971"/>
                <a:gd name="connsiteX45" fmla="*/ 139940 w 361674"/>
                <a:gd name="connsiteY45" fmla="*/ 104697 h 361971"/>
                <a:gd name="connsiteX46" fmla="*/ 139940 w 361674"/>
                <a:gd name="connsiteY46" fmla="*/ 94483 h 361971"/>
                <a:gd name="connsiteX47" fmla="*/ 146330 w 361674"/>
                <a:gd name="connsiteY47" fmla="*/ 88099 h 361971"/>
                <a:gd name="connsiteX48" fmla="*/ 160387 w 361674"/>
                <a:gd name="connsiteY48" fmla="*/ 88099 h 361971"/>
                <a:gd name="connsiteX49" fmla="*/ 160387 w 361674"/>
                <a:gd name="connsiteY49" fmla="*/ 59371 h 361971"/>
                <a:gd name="connsiteX50" fmla="*/ 166777 w 361674"/>
                <a:gd name="connsiteY50" fmla="*/ 52987 h 361971"/>
                <a:gd name="connsiteX51" fmla="*/ 173167 w 361674"/>
                <a:gd name="connsiteY51" fmla="*/ 59371 h 361971"/>
                <a:gd name="connsiteX52" fmla="*/ 173167 w 361674"/>
                <a:gd name="connsiteY52" fmla="*/ 88099 h 361971"/>
                <a:gd name="connsiteX53" fmla="*/ 200644 w 361674"/>
                <a:gd name="connsiteY53" fmla="*/ 88099 h 361971"/>
                <a:gd name="connsiteX54" fmla="*/ 200644 w 361674"/>
                <a:gd name="connsiteY54" fmla="*/ 59371 h 361971"/>
                <a:gd name="connsiteX55" fmla="*/ 207034 w 361674"/>
                <a:gd name="connsiteY55" fmla="*/ 52987 h 361971"/>
                <a:gd name="connsiteX56" fmla="*/ 213424 w 361674"/>
                <a:gd name="connsiteY56" fmla="*/ 59371 h 361971"/>
                <a:gd name="connsiteX57" fmla="*/ 213424 w 361674"/>
                <a:gd name="connsiteY57" fmla="*/ 88099 h 361971"/>
                <a:gd name="connsiteX58" fmla="*/ 227482 w 361674"/>
                <a:gd name="connsiteY58" fmla="*/ 88099 h 361971"/>
                <a:gd name="connsiteX59" fmla="*/ 233872 w 361674"/>
                <a:gd name="connsiteY59" fmla="*/ 94483 h 361971"/>
                <a:gd name="connsiteX60" fmla="*/ 233872 w 361674"/>
                <a:gd name="connsiteY60" fmla="*/ 104697 h 361971"/>
                <a:gd name="connsiteX61" fmla="*/ 223648 w 361674"/>
                <a:gd name="connsiteY61" fmla="*/ 123211 h 361971"/>
                <a:gd name="connsiteX62" fmla="*/ 223648 w 361674"/>
                <a:gd name="connsiteY62" fmla="*/ 140448 h 361971"/>
                <a:gd name="connsiteX63" fmla="*/ 193615 w 361674"/>
                <a:gd name="connsiteY63" fmla="*/ 171729 h 361971"/>
                <a:gd name="connsiteX64" fmla="*/ 193615 w 361674"/>
                <a:gd name="connsiteY64" fmla="*/ 217694 h 361971"/>
                <a:gd name="connsiteX65" fmla="*/ 205117 w 361674"/>
                <a:gd name="connsiteY65" fmla="*/ 208118 h 361971"/>
                <a:gd name="connsiteX66" fmla="*/ 225565 w 361674"/>
                <a:gd name="connsiteY66" fmla="*/ 167899 h 361971"/>
                <a:gd name="connsiteX67" fmla="*/ 269655 w 361674"/>
                <a:gd name="connsiteY67" fmla="*/ 168537 h 361971"/>
                <a:gd name="connsiteX68" fmla="*/ 293937 w 361674"/>
                <a:gd name="connsiteY68" fmla="*/ 172368 h 361971"/>
                <a:gd name="connsiteX69" fmla="*/ 300966 w 361674"/>
                <a:gd name="connsiteY69" fmla="*/ 178113 h 361971"/>
                <a:gd name="connsiteX70" fmla="*/ 300966 w 361674"/>
                <a:gd name="connsiteY70" fmla="*/ 178752 h 361971"/>
                <a:gd name="connsiteX71" fmla="*/ 257515 w 361674"/>
                <a:gd name="connsiteY71" fmla="*/ 233654 h 361971"/>
                <a:gd name="connsiteX72" fmla="*/ 257515 w 361674"/>
                <a:gd name="connsiteY72" fmla="*/ 23365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61674" h="361971">
                  <a:moveTo>
                    <a:pt x="180836" y="0"/>
                  </a:moveTo>
                  <a:cubicBezTo>
                    <a:pt x="80513" y="0"/>
                    <a:pt x="0" y="81077"/>
                    <a:pt x="0" y="180667"/>
                  </a:cubicBezTo>
                  <a:cubicBezTo>
                    <a:pt x="0" y="280257"/>
                    <a:pt x="81152" y="361972"/>
                    <a:pt x="180836" y="361972"/>
                  </a:cubicBezTo>
                  <a:cubicBezTo>
                    <a:pt x="281157" y="361972"/>
                    <a:pt x="361670" y="280895"/>
                    <a:pt x="361670" y="181305"/>
                  </a:cubicBezTo>
                  <a:cubicBezTo>
                    <a:pt x="361670" y="181305"/>
                    <a:pt x="361670" y="181305"/>
                    <a:pt x="361670" y="181305"/>
                  </a:cubicBezTo>
                  <a:cubicBezTo>
                    <a:pt x="362309" y="81077"/>
                    <a:pt x="281157" y="0"/>
                    <a:pt x="180836" y="0"/>
                  </a:cubicBezTo>
                  <a:cubicBezTo>
                    <a:pt x="180836" y="0"/>
                    <a:pt x="180836" y="0"/>
                    <a:pt x="180836" y="0"/>
                  </a:cubicBezTo>
                  <a:close/>
                  <a:moveTo>
                    <a:pt x="257515" y="233654"/>
                  </a:moveTo>
                  <a:cubicBezTo>
                    <a:pt x="253680" y="234930"/>
                    <a:pt x="249846" y="235569"/>
                    <a:pt x="245374" y="235569"/>
                  </a:cubicBezTo>
                  <a:cubicBezTo>
                    <a:pt x="235150" y="234930"/>
                    <a:pt x="224925" y="231100"/>
                    <a:pt x="217258" y="224078"/>
                  </a:cubicBezTo>
                  <a:cubicBezTo>
                    <a:pt x="214702" y="222163"/>
                    <a:pt x="214063" y="218971"/>
                    <a:pt x="215980" y="215779"/>
                  </a:cubicBezTo>
                  <a:cubicBezTo>
                    <a:pt x="207034" y="221524"/>
                    <a:pt x="198727" y="228546"/>
                    <a:pt x="192976" y="237484"/>
                  </a:cubicBezTo>
                  <a:lnTo>
                    <a:pt x="192976" y="301324"/>
                  </a:lnTo>
                  <a:cubicBezTo>
                    <a:pt x="192976" y="305154"/>
                    <a:pt x="190420" y="307708"/>
                    <a:pt x="186586" y="307708"/>
                  </a:cubicBezTo>
                  <a:cubicBezTo>
                    <a:pt x="182752" y="307708"/>
                    <a:pt x="180196" y="305154"/>
                    <a:pt x="180196" y="301324"/>
                  </a:cubicBezTo>
                  <a:lnTo>
                    <a:pt x="180196" y="273234"/>
                  </a:lnTo>
                  <a:cubicBezTo>
                    <a:pt x="161666" y="238761"/>
                    <a:pt x="127799" y="227908"/>
                    <a:pt x="103517" y="220247"/>
                  </a:cubicBezTo>
                  <a:lnTo>
                    <a:pt x="93932" y="217055"/>
                  </a:lnTo>
                  <a:cubicBezTo>
                    <a:pt x="90737" y="215779"/>
                    <a:pt x="88820" y="211948"/>
                    <a:pt x="90098" y="208756"/>
                  </a:cubicBezTo>
                  <a:cubicBezTo>
                    <a:pt x="90098" y="208756"/>
                    <a:pt x="90098" y="208756"/>
                    <a:pt x="90098" y="208756"/>
                  </a:cubicBezTo>
                  <a:cubicBezTo>
                    <a:pt x="91376" y="205564"/>
                    <a:pt x="95210" y="203649"/>
                    <a:pt x="98405" y="204926"/>
                  </a:cubicBezTo>
                  <a:lnTo>
                    <a:pt x="107990" y="208118"/>
                  </a:lnTo>
                  <a:cubicBezTo>
                    <a:pt x="125243" y="213225"/>
                    <a:pt x="141217" y="220247"/>
                    <a:pt x="156553" y="229185"/>
                  </a:cubicBezTo>
                  <a:cubicBezTo>
                    <a:pt x="157192" y="218332"/>
                    <a:pt x="152720" y="207479"/>
                    <a:pt x="143774" y="200457"/>
                  </a:cubicBezTo>
                  <a:cubicBezTo>
                    <a:pt x="129076" y="192158"/>
                    <a:pt x="116297" y="194711"/>
                    <a:pt x="102239" y="197265"/>
                  </a:cubicBezTo>
                  <a:cubicBezTo>
                    <a:pt x="93293" y="199180"/>
                    <a:pt x="84347" y="199819"/>
                    <a:pt x="75402" y="199819"/>
                  </a:cubicBezTo>
                  <a:cubicBezTo>
                    <a:pt x="77318" y="220886"/>
                    <a:pt x="91376" y="239399"/>
                    <a:pt x="110546" y="247698"/>
                  </a:cubicBezTo>
                  <a:cubicBezTo>
                    <a:pt x="122048" y="252167"/>
                    <a:pt x="134828" y="250252"/>
                    <a:pt x="144412" y="242591"/>
                  </a:cubicBezTo>
                  <a:cubicBezTo>
                    <a:pt x="147607" y="240676"/>
                    <a:pt x="151441" y="241314"/>
                    <a:pt x="153358" y="243868"/>
                  </a:cubicBezTo>
                  <a:cubicBezTo>
                    <a:pt x="155276" y="247060"/>
                    <a:pt x="154636" y="250890"/>
                    <a:pt x="152081" y="252806"/>
                  </a:cubicBezTo>
                  <a:cubicBezTo>
                    <a:pt x="152081" y="252806"/>
                    <a:pt x="152081" y="252806"/>
                    <a:pt x="152081" y="252806"/>
                  </a:cubicBezTo>
                  <a:cubicBezTo>
                    <a:pt x="143774" y="259190"/>
                    <a:pt x="133550" y="262382"/>
                    <a:pt x="122686" y="262382"/>
                  </a:cubicBezTo>
                  <a:cubicBezTo>
                    <a:pt x="116936" y="262382"/>
                    <a:pt x="110546" y="261105"/>
                    <a:pt x="105434" y="258551"/>
                  </a:cubicBezTo>
                  <a:cubicBezTo>
                    <a:pt x="77957" y="245783"/>
                    <a:pt x="60066" y="217055"/>
                    <a:pt x="63261" y="190881"/>
                  </a:cubicBezTo>
                  <a:cubicBezTo>
                    <a:pt x="63261" y="188966"/>
                    <a:pt x="64538" y="187689"/>
                    <a:pt x="65817" y="186412"/>
                  </a:cubicBezTo>
                  <a:cubicBezTo>
                    <a:pt x="67094" y="185135"/>
                    <a:pt x="69012" y="185135"/>
                    <a:pt x="70928" y="185774"/>
                  </a:cubicBezTo>
                  <a:cubicBezTo>
                    <a:pt x="80513" y="187689"/>
                    <a:pt x="90098" y="187051"/>
                    <a:pt x="99683" y="184497"/>
                  </a:cubicBezTo>
                  <a:cubicBezTo>
                    <a:pt x="114380" y="181944"/>
                    <a:pt x="130994" y="178752"/>
                    <a:pt x="149525" y="188966"/>
                  </a:cubicBezTo>
                  <a:cubicBezTo>
                    <a:pt x="164861" y="199819"/>
                    <a:pt x="171889" y="218971"/>
                    <a:pt x="167416" y="237484"/>
                  </a:cubicBezTo>
                  <a:cubicBezTo>
                    <a:pt x="171889" y="241314"/>
                    <a:pt x="176362" y="245783"/>
                    <a:pt x="180196" y="250252"/>
                  </a:cubicBezTo>
                  <a:lnTo>
                    <a:pt x="180196" y="237484"/>
                  </a:lnTo>
                  <a:cubicBezTo>
                    <a:pt x="180196" y="236207"/>
                    <a:pt x="180196" y="235569"/>
                    <a:pt x="180196" y="234292"/>
                  </a:cubicBezTo>
                  <a:lnTo>
                    <a:pt x="180196" y="171729"/>
                  </a:lnTo>
                  <a:cubicBezTo>
                    <a:pt x="163582" y="171091"/>
                    <a:pt x="150164" y="157046"/>
                    <a:pt x="150164" y="140448"/>
                  </a:cubicBezTo>
                  <a:lnTo>
                    <a:pt x="150164" y="123211"/>
                  </a:lnTo>
                  <a:cubicBezTo>
                    <a:pt x="144412" y="118742"/>
                    <a:pt x="140579" y="112358"/>
                    <a:pt x="139940" y="104697"/>
                  </a:cubicBezTo>
                  <a:lnTo>
                    <a:pt x="139940" y="94483"/>
                  </a:lnTo>
                  <a:cubicBezTo>
                    <a:pt x="139940" y="90653"/>
                    <a:pt x="142496" y="88099"/>
                    <a:pt x="146330" y="88099"/>
                  </a:cubicBezTo>
                  <a:lnTo>
                    <a:pt x="160387" y="88099"/>
                  </a:lnTo>
                  <a:lnTo>
                    <a:pt x="160387" y="59371"/>
                  </a:lnTo>
                  <a:cubicBezTo>
                    <a:pt x="160387" y="55541"/>
                    <a:pt x="162943" y="52987"/>
                    <a:pt x="166777" y="52987"/>
                  </a:cubicBezTo>
                  <a:cubicBezTo>
                    <a:pt x="170611" y="52987"/>
                    <a:pt x="173167" y="55541"/>
                    <a:pt x="173167" y="59371"/>
                  </a:cubicBezTo>
                  <a:lnTo>
                    <a:pt x="173167" y="88099"/>
                  </a:lnTo>
                  <a:lnTo>
                    <a:pt x="200644" y="88099"/>
                  </a:lnTo>
                  <a:lnTo>
                    <a:pt x="200644" y="59371"/>
                  </a:lnTo>
                  <a:cubicBezTo>
                    <a:pt x="200644" y="55541"/>
                    <a:pt x="203200" y="52987"/>
                    <a:pt x="207034" y="52987"/>
                  </a:cubicBezTo>
                  <a:cubicBezTo>
                    <a:pt x="210868" y="52987"/>
                    <a:pt x="213424" y="55541"/>
                    <a:pt x="213424" y="59371"/>
                  </a:cubicBezTo>
                  <a:lnTo>
                    <a:pt x="213424" y="88099"/>
                  </a:lnTo>
                  <a:lnTo>
                    <a:pt x="227482" y="88099"/>
                  </a:lnTo>
                  <a:cubicBezTo>
                    <a:pt x="231315" y="88099"/>
                    <a:pt x="233872" y="90653"/>
                    <a:pt x="233872" y="94483"/>
                  </a:cubicBezTo>
                  <a:lnTo>
                    <a:pt x="233872" y="104697"/>
                  </a:lnTo>
                  <a:cubicBezTo>
                    <a:pt x="233233" y="111720"/>
                    <a:pt x="229399" y="118742"/>
                    <a:pt x="223648" y="123211"/>
                  </a:cubicBezTo>
                  <a:lnTo>
                    <a:pt x="223648" y="140448"/>
                  </a:lnTo>
                  <a:cubicBezTo>
                    <a:pt x="223648" y="157046"/>
                    <a:pt x="210229" y="171091"/>
                    <a:pt x="193615" y="171729"/>
                  </a:cubicBezTo>
                  <a:lnTo>
                    <a:pt x="193615" y="217694"/>
                  </a:lnTo>
                  <a:cubicBezTo>
                    <a:pt x="197449" y="213863"/>
                    <a:pt x="201283" y="210671"/>
                    <a:pt x="205117" y="208118"/>
                  </a:cubicBezTo>
                  <a:cubicBezTo>
                    <a:pt x="203200" y="191519"/>
                    <a:pt x="210868" y="176198"/>
                    <a:pt x="225565" y="167899"/>
                  </a:cubicBezTo>
                  <a:cubicBezTo>
                    <a:pt x="242818" y="160238"/>
                    <a:pt x="256875" y="164707"/>
                    <a:pt x="269655" y="168537"/>
                  </a:cubicBezTo>
                  <a:cubicBezTo>
                    <a:pt x="277323" y="171729"/>
                    <a:pt x="285630" y="173006"/>
                    <a:pt x="293937" y="172368"/>
                  </a:cubicBezTo>
                  <a:cubicBezTo>
                    <a:pt x="297132" y="171729"/>
                    <a:pt x="300966" y="174283"/>
                    <a:pt x="300966" y="178113"/>
                  </a:cubicBezTo>
                  <a:cubicBezTo>
                    <a:pt x="300966" y="178113"/>
                    <a:pt x="300966" y="178752"/>
                    <a:pt x="300966" y="178752"/>
                  </a:cubicBezTo>
                  <a:cubicBezTo>
                    <a:pt x="300327" y="201734"/>
                    <a:pt x="282435" y="224716"/>
                    <a:pt x="257515" y="233654"/>
                  </a:cubicBezTo>
                  <a:lnTo>
                    <a:pt x="257515" y="233654"/>
                  </a:lnTo>
                  <a:close/>
                </a:path>
              </a:pathLst>
            </a:custGeom>
            <a:solidFill>
              <a:srgbClr val="007680"/>
            </a:solidFill>
            <a:ln w="6390" cap="flat">
              <a:noFill/>
              <a:prstDash val="solid"/>
              <a:miter/>
            </a:ln>
          </p:spPr>
          <p:txBody>
            <a:bodyPr rtlCol="0" anchor="ctr"/>
            <a:lstStyle/>
            <a:p>
              <a:endParaRPr lang="en-US"/>
            </a:p>
          </p:txBody>
        </p:sp>
        <p:sp>
          <p:nvSpPr>
            <p:cNvPr id="83" name="Freeform 26">
              <a:extLst>
                <a:ext uri="{FF2B5EF4-FFF2-40B4-BE49-F238E27FC236}">
                  <a16:creationId xmlns:a16="http://schemas.microsoft.com/office/drawing/2014/main" id="{1FCB6722-51AE-84FF-C2BF-47EF9567EDAC}"/>
                </a:ext>
              </a:extLst>
            </p:cNvPr>
            <p:cNvSpPr>
              <a:spLocks noEditPoints="1"/>
            </p:cNvSpPr>
            <p:nvPr/>
          </p:nvSpPr>
          <p:spPr bwMode="auto">
            <a:xfrm>
              <a:off x="3207983" y="4707219"/>
              <a:ext cx="2165713"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a:p>
              <a:pPr algn="ctr" defTabSz="913686" fontAlgn="base">
                <a:spcBef>
                  <a:spcPct val="0"/>
                </a:spcBef>
                <a:spcAft>
                  <a:spcPct val="0"/>
                </a:spcAft>
              </a:pPr>
              <a:r>
                <a:rPr lang="en-US" sz="1200" b="1">
                  <a:latin typeface="Verdana" panose="020B0604030504040204" pitchFamily="34" charset="0"/>
                  <a:ea typeface="Verdana" panose="020B0604030504040204" pitchFamily="34" charset="0"/>
                </a:rPr>
                <a:t>Sustainable </a:t>
              </a:r>
            </a:p>
            <a:p>
              <a:pPr algn="ctr" defTabSz="913686" fontAlgn="base">
                <a:spcBef>
                  <a:spcPct val="0"/>
                </a:spcBef>
                <a:spcAft>
                  <a:spcPct val="0"/>
                </a:spcAft>
              </a:pPr>
              <a:r>
                <a:rPr lang="en-US" sz="1200" b="1">
                  <a:latin typeface="Verdana" panose="020B0604030504040204" pitchFamily="34" charset="0"/>
                  <a:ea typeface="Verdana" panose="020B0604030504040204" pitchFamily="34" charset="0"/>
                </a:rPr>
                <a:t>Growth</a:t>
              </a:r>
            </a:p>
            <a:p>
              <a:pPr algn="ctr" defTabSz="913686" fontAlgn="base">
                <a:spcBef>
                  <a:spcPct val="0"/>
                </a:spcBef>
                <a:spcAft>
                  <a:spcPct val="0"/>
                </a:spcAft>
              </a:pPr>
              <a:endParaRPr lang="en-US" sz="1000" i="1">
                <a:latin typeface="Verdana" panose="020B0604030504040204" pitchFamily="34" charset="0"/>
                <a:ea typeface="Verdana" panose="020B0604030504040204" pitchFamily="34" charset="0"/>
              </a:endParaRPr>
            </a:p>
            <a:p>
              <a:pPr algn="ctr" defTabSz="913686" fontAlgn="base">
                <a:spcBef>
                  <a:spcPct val="0"/>
                </a:spcBef>
                <a:spcAft>
                  <a:spcPct val="0"/>
                </a:spcAft>
              </a:pPr>
              <a:r>
                <a:rPr lang="en-US" sz="1000" i="1">
                  <a:latin typeface="Verdana" panose="020B0604030504040204" pitchFamily="34" charset="0"/>
                  <a:ea typeface="Verdana" panose="020B0604030504040204" pitchFamily="34" charset="0"/>
                </a:rPr>
                <a:t>(3,720 MW of thermal capacity, New Mines)</a:t>
              </a:r>
            </a:p>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p:txBody>
        </p:sp>
        <p:sp>
          <p:nvSpPr>
            <p:cNvPr id="85" name="Graphic 4">
              <a:extLst>
                <a:ext uri="{FF2B5EF4-FFF2-40B4-BE49-F238E27FC236}">
                  <a16:creationId xmlns:a16="http://schemas.microsoft.com/office/drawing/2014/main" id="{5391A690-9F98-216A-8824-CE8BA76B6D59}"/>
                </a:ext>
              </a:extLst>
            </p:cNvPr>
            <p:cNvSpPr/>
            <p:nvPr/>
          </p:nvSpPr>
          <p:spPr>
            <a:xfrm>
              <a:off x="5014672" y="4623115"/>
              <a:ext cx="396000" cy="396000"/>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92654 w 361670"/>
                <a:gd name="connsiteY5" fmla="*/ 261105 h 361333"/>
                <a:gd name="connsiteX6" fmla="*/ 86264 w 361670"/>
                <a:gd name="connsiteY6" fmla="*/ 267489 h 361333"/>
                <a:gd name="connsiteX7" fmla="*/ 79874 w 361670"/>
                <a:gd name="connsiteY7" fmla="*/ 261105 h 361333"/>
                <a:gd name="connsiteX8" fmla="*/ 79874 w 361670"/>
                <a:gd name="connsiteY8" fmla="*/ 246422 h 361333"/>
                <a:gd name="connsiteX9" fmla="*/ 86264 w 361670"/>
                <a:gd name="connsiteY9" fmla="*/ 240038 h 361333"/>
                <a:gd name="connsiteX10" fmla="*/ 92654 w 361670"/>
                <a:gd name="connsiteY10" fmla="*/ 246422 h 361333"/>
                <a:gd name="connsiteX11" fmla="*/ 92654 w 361670"/>
                <a:gd name="connsiteY11" fmla="*/ 261105 h 361333"/>
                <a:gd name="connsiteX12" fmla="*/ 122048 w 361670"/>
                <a:gd name="connsiteY12" fmla="*/ 261105 h 361333"/>
                <a:gd name="connsiteX13" fmla="*/ 115658 w 361670"/>
                <a:gd name="connsiteY13" fmla="*/ 267489 h 361333"/>
                <a:gd name="connsiteX14" fmla="*/ 109268 w 361670"/>
                <a:gd name="connsiteY14" fmla="*/ 261105 h 361333"/>
                <a:gd name="connsiteX15" fmla="*/ 109268 w 361670"/>
                <a:gd name="connsiteY15" fmla="*/ 231739 h 361333"/>
                <a:gd name="connsiteX16" fmla="*/ 115658 w 361670"/>
                <a:gd name="connsiteY16" fmla="*/ 225355 h 361333"/>
                <a:gd name="connsiteX17" fmla="*/ 122048 w 361670"/>
                <a:gd name="connsiteY17" fmla="*/ 231739 h 361333"/>
                <a:gd name="connsiteX18" fmla="*/ 122048 w 361670"/>
                <a:gd name="connsiteY18" fmla="*/ 261105 h 361333"/>
                <a:gd name="connsiteX19" fmla="*/ 150802 w 361670"/>
                <a:gd name="connsiteY19" fmla="*/ 261105 h 361333"/>
                <a:gd name="connsiteX20" fmla="*/ 144412 w 361670"/>
                <a:gd name="connsiteY20" fmla="*/ 267489 h 361333"/>
                <a:gd name="connsiteX21" fmla="*/ 138022 w 361670"/>
                <a:gd name="connsiteY21" fmla="*/ 261105 h 361333"/>
                <a:gd name="connsiteX22" fmla="*/ 138022 w 361670"/>
                <a:gd name="connsiteY22" fmla="*/ 210033 h 361333"/>
                <a:gd name="connsiteX23" fmla="*/ 144412 w 361670"/>
                <a:gd name="connsiteY23" fmla="*/ 203649 h 361333"/>
                <a:gd name="connsiteX24" fmla="*/ 150802 w 361670"/>
                <a:gd name="connsiteY24" fmla="*/ 210033 h 361333"/>
                <a:gd name="connsiteX25" fmla="*/ 150802 w 361670"/>
                <a:gd name="connsiteY25" fmla="*/ 261105 h 361333"/>
                <a:gd name="connsiteX26" fmla="*/ 180196 w 361670"/>
                <a:gd name="connsiteY26" fmla="*/ 261105 h 361333"/>
                <a:gd name="connsiteX27" fmla="*/ 173806 w 361670"/>
                <a:gd name="connsiteY27" fmla="*/ 267489 h 361333"/>
                <a:gd name="connsiteX28" fmla="*/ 167416 w 361670"/>
                <a:gd name="connsiteY28" fmla="*/ 261105 h 361333"/>
                <a:gd name="connsiteX29" fmla="*/ 167416 w 361670"/>
                <a:gd name="connsiteY29" fmla="*/ 203011 h 361333"/>
                <a:gd name="connsiteX30" fmla="*/ 173806 w 361670"/>
                <a:gd name="connsiteY30" fmla="*/ 196627 h 361333"/>
                <a:gd name="connsiteX31" fmla="*/ 180196 w 361670"/>
                <a:gd name="connsiteY31" fmla="*/ 203011 h 361333"/>
                <a:gd name="connsiteX32" fmla="*/ 180196 w 361670"/>
                <a:gd name="connsiteY32" fmla="*/ 261105 h 361333"/>
                <a:gd name="connsiteX33" fmla="*/ 208951 w 361670"/>
                <a:gd name="connsiteY33" fmla="*/ 261105 h 361333"/>
                <a:gd name="connsiteX34" fmla="*/ 202561 w 361670"/>
                <a:gd name="connsiteY34" fmla="*/ 267489 h 361333"/>
                <a:gd name="connsiteX35" fmla="*/ 196171 w 361670"/>
                <a:gd name="connsiteY35" fmla="*/ 261105 h 361333"/>
                <a:gd name="connsiteX36" fmla="*/ 196171 w 361670"/>
                <a:gd name="connsiteY36" fmla="*/ 203011 h 361333"/>
                <a:gd name="connsiteX37" fmla="*/ 202561 w 361670"/>
                <a:gd name="connsiteY37" fmla="*/ 196627 h 361333"/>
                <a:gd name="connsiteX38" fmla="*/ 208951 w 361670"/>
                <a:gd name="connsiteY38" fmla="*/ 203011 h 361333"/>
                <a:gd name="connsiteX39" fmla="*/ 208951 w 361670"/>
                <a:gd name="connsiteY39" fmla="*/ 261105 h 361333"/>
                <a:gd name="connsiteX40" fmla="*/ 238345 w 361670"/>
                <a:gd name="connsiteY40" fmla="*/ 261105 h 361333"/>
                <a:gd name="connsiteX41" fmla="*/ 231955 w 361670"/>
                <a:gd name="connsiteY41" fmla="*/ 267489 h 361333"/>
                <a:gd name="connsiteX42" fmla="*/ 225565 w 361670"/>
                <a:gd name="connsiteY42" fmla="*/ 261105 h 361333"/>
                <a:gd name="connsiteX43" fmla="*/ 225565 w 361670"/>
                <a:gd name="connsiteY43" fmla="*/ 181305 h 361333"/>
                <a:gd name="connsiteX44" fmla="*/ 231955 w 361670"/>
                <a:gd name="connsiteY44" fmla="*/ 174921 h 361333"/>
                <a:gd name="connsiteX45" fmla="*/ 238345 w 361670"/>
                <a:gd name="connsiteY45" fmla="*/ 181305 h 361333"/>
                <a:gd name="connsiteX46" fmla="*/ 238345 w 361670"/>
                <a:gd name="connsiteY46" fmla="*/ 261105 h 361333"/>
                <a:gd name="connsiteX47" fmla="*/ 267099 w 361670"/>
                <a:gd name="connsiteY47" fmla="*/ 261105 h 361333"/>
                <a:gd name="connsiteX48" fmla="*/ 260709 w 361670"/>
                <a:gd name="connsiteY48" fmla="*/ 267489 h 361333"/>
                <a:gd name="connsiteX49" fmla="*/ 254319 w 361670"/>
                <a:gd name="connsiteY49" fmla="*/ 261105 h 361333"/>
                <a:gd name="connsiteX50" fmla="*/ 254319 w 361670"/>
                <a:gd name="connsiteY50" fmla="*/ 159600 h 361333"/>
                <a:gd name="connsiteX51" fmla="*/ 260709 w 361670"/>
                <a:gd name="connsiteY51" fmla="*/ 153216 h 361333"/>
                <a:gd name="connsiteX52" fmla="*/ 267099 w 361670"/>
                <a:gd name="connsiteY52" fmla="*/ 159600 h 361333"/>
                <a:gd name="connsiteX53" fmla="*/ 267099 w 361670"/>
                <a:gd name="connsiteY53" fmla="*/ 261105 h 361333"/>
                <a:gd name="connsiteX54" fmla="*/ 281796 w 361670"/>
                <a:gd name="connsiteY54" fmla="*/ 130233 h 361333"/>
                <a:gd name="connsiteX55" fmla="*/ 275406 w 361670"/>
                <a:gd name="connsiteY55" fmla="*/ 136617 h 361333"/>
                <a:gd name="connsiteX56" fmla="*/ 269016 w 361670"/>
                <a:gd name="connsiteY56" fmla="*/ 130233 h 361333"/>
                <a:gd name="connsiteX57" fmla="*/ 269016 w 361670"/>
                <a:gd name="connsiteY57" fmla="*/ 116827 h 361333"/>
                <a:gd name="connsiteX58" fmla="*/ 207034 w 361670"/>
                <a:gd name="connsiteY58" fmla="*/ 178752 h 361333"/>
                <a:gd name="connsiteX59" fmla="*/ 202561 w 361670"/>
                <a:gd name="connsiteY59" fmla="*/ 180667 h 361333"/>
                <a:gd name="connsiteX60" fmla="*/ 146329 w 361670"/>
                <a:gd name="connsiteY60" fmla="*/ 180667 h 361333"/>
                <a:gd name="connsiteX61" fmla="*/ 90098 w 361670"/>
                <a:gd name="connsiteY61" fmla="*/ 222801 h 361333"/>
                <a:gd name="connsiteX62" fmla="*/ 86264 w 361670"/>
                <a:gd name="connsiteY62" fmla="*/ 224078 h 361333"/>
                <a:gd name="connsiteX63" fmla="*/ 81152 w 361670"/>
                <a:gd name="connsiteY63" fmla="*/ 221524 h 361333"/>
                <a:gd name="connsiteX64" fmla="*/ 82430 w 361670"/>
                <a:gd name="connsiteY64" fmla="*/ 212587 h 361333"/>
                <a:gd name="connsiteX65" fmla="*/ 140579 w 361670"/>
                <a:gd name="connsiteY65" fmla="*/ 169176 h 361333"/>
                <a:gd name="connsiteX66" fmla="*/ 144412 w 361670"/>
                <a:gd name="connsiteY66" fmla="*/ 167899 h 361333"/>
                <a:gd name="connsiteX67" fmla="*/ 200005 w 361670"/>
                <a:gd name="connsiteY67" fmla="*/ 167899 h 361333"/>
                <a:gd name="connsiteX68" fmla="*/ 260071 w 361670"/>
                <a:gd name="connsiteY68" fmla="*/ 107889 h 361333"/>
                <a:gd name="connsiteX69" fmla="*/ 246651 w 361670"/>
                <a:gd name="connsiteY69" fmla="*/ 107889 h 361333"/>
                <a:gd name="connsiteX70" fmla="*/ 240261 w 361670"/>
                <a:gd name="connsiteY70" fmla="*/ 101505 h 361333"/>
                <a:gd name="connsiteX71" fmla="*/ 246651 w 361670"/>
                <a:gd name="connsiteY71" fmla="*/ 95121 h 361333"/>
                <a:gd name="connsiteX72" fmla="*/ 276045 w 361670"/>
                <a:gd name="connsiteY72" fmla="*/ 95121 h 361333"/>
                <a:gd name="connsiteX73" fmla="*/ 278601 w 361670"/>
                <a:gd name="connsiteY73" fmla="*/ 95760 h 361333"/>
                <a:gd name="connsiteX74" fmla="*/ 281796 w 361670"/>
                <a:gd name="connsiteY74" fmla="*/ 98952 h 361333"/>
                <a:gd name="connsiteX75" fmla="*/ 282435 w 361670"/>
                <a:gd name="connsiteY75" fmla="*/ 101505 h 361333"/>
                <a:gd name="connsiteX76" fmla="*/ 282435 w 361670"/>
                <a:gd name="connsiteY76" fmla="*/ 13023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61670"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1670" y="81077"/>
                    <a:pt x="280518" y="0"/>
                    <a:pt x="180835" y="0"/>
                  </a:cubicBezTo>
                  <a:close/>
                  <a:moveTo>
                    <a:pt x="92654" y="261105"/>
                  </a:moveTo>
                  <a:cubicBezTo>
                    <a:pt x="92654" y="264935"/>
                    <a:pt x="90098" y="267489"/>
                    <a:pt x="86264" y="267489"/>
                  </a:cubicBezTo>
                  <a:cubicBezTo>
                    <a:pt x="82430" y="267489"/>
                    <a:pt x="79874" y="264935"/>
                    <a:pt x="79874" y="261105"/>
                  </a:cubicBezTo>
                  <a:lnTo>
                    <a:pt x="79874" y="246422"/>
                  </a:lnTo>
                  <a:cubicBezTo>
                    <a:pt x="79874" y="242591"/>
                    <a:pt x="82430" y="240038"/>
                    <a:pt x="86264" y="240038"/>
                  </a:cubicBezTo>
                  <a:cubicBezTo>
                    <a:pt x="90098" y="240038"/>
                    <a:pt x="92654" y="242591"/>
                    <a:pt x="92654" y="246422"/>
                  </a:cubicBezTo>
                  <a:lnTo>
                    <a:pt x="92654" y="261105"/>
                  </a:lnTo>
                  <a:close/>
                  <a:moveTo>
                    <a:pt x="122048" y="261105"/>
                  </a:moveTo>
                  <a:cubicBezTo>
                    <a:pt x="122048" y="264935"/>
                    <a:pt x="119492" y="267489"/>
                    <a:pt x="115658" y="267489"/>
                  </a:cubicBezTo>
                  <a:cubicBezTo>
                    <a:pt x="111824" y="267489"/>
                    <a:pt x="109268" y="264935"/>
                    <a:pt x="109268" y="261105"/>
                  </a:cubicBezTo>
                  <a:lnTo>
                    <a:pt x="109268" y="231739"/>
                  </a:lnTo>
                  <a:cubicBezTo>
                    <a:pt x="109268" y="227908"/>
                    <a:pt x="111824" y="225355"/>
                    <a:pt x="115658" y="225355"/>
                  </a:cubicBezTo>
                  <a:cubicBezTo>
                    <a:pt x="119492" y="225355"/>
                    <a:pt x="122048" y="227908"/>
                    <a:pt x="122048" y="231739"/>
                  </a:cubicBezTo>
                  <a:lnTo>
                    <a:pt x="122048" y="261105"/>
                  </a:lnTo>
                  <a:close/>
                  <a:moveTo>
                    <a:pt x="150802" y="261105"/>
                  </a:moveTo>
                  <a:cubicBezTo>
                    <a:pt x="150802" y="264935"/>
                    <a:pt x="148247" y="267489"/>
                    <a:pt x="144412" y="267489"/>
                  </a:cubicBezTo>
                  <a:cubicBezTo>
                    <a:pt x="140579" y="267489"/>
                    <a:pt x="138022" y="264935"/>
                    <a:pt x="138022" y="261105"/>
                  </a:cubicBezTo>
                  <a:lnTo>
                    <a:pt x="138022" y="210033"/>
                  </a:lnTo>
                  <a:cubicBezTo>
                    <a:pt x="138022" y="206203"/>
                    <a:pt x="140579" y="203649"/>
                    <a:pt x="144412" y="203649"/>
                  </a:cubicBezTo>
                  <a:cubicBezTo>
                    <a:pt x="148247" y="203649"/>
                    <a:pt x="150802" y="206203"/>
                    <a:pt x="150802" y="210033"/>
                  </a:cubicBezTo>
                  <a:lnTo>
                    <a:pt x="150802" y="261105"/>
                  </a:lnTo>
                  <a:close/>
                  <a:moveTo>
                    <a:pt x="180196" y="261105"/>
                  </a:moveTo>
                  <a:cubicBezTo>
                    <a:pt x="180196" y="264935"/>
                    <a:pt x="177640" y="267489"/>
                    <a:pt x="173806" y="267489"/>
                  </a:cubicBezTo>
                  <a:cubicBezTo>
                    <a:pt x="169972" y="267489"/>
                    <a:pt x="167416" y="264935"/>
                    <a:pt x="167416" y="261105"/>
                  </a:cubicBezTo>
                  <a:lnTo>
                    <a:pt x="167416" y="203011"/>
                  </a:lnTo>
                  <a:cubicBezTo>
                    <a:pt x="167416" y="199180"/>
                    <a:pt x="169972" y="196627"/>
                    <a:pt x="173806" y="196627"/>
                  </a:cubicBezTo>
                  <a:cubicBezTo>
                    <a:pt x="177640" y="196627"/>
                    <a:pt x="180196" y="199180"/>
                    <a:pt x="180196" y="203011"/>
                  </a:cubicBezTo>
                  <a:lnTo>
                    <a:pt x="180196" y="261105"/>
                  </a:lnTo>
                  <a:close/>
                  <a:moveTo>
                    <a:pt x="208951" y="261105"/>
                  </a:moveTo>
                  <a:cubicBezTo>
                    <a:pt x="208951" y="264935"/>
                    <a:pt x="206395" y="267489"/>
                    <a:pt x="202561" y="267489"/>
                  </a:cubicBezTo>
                  <a:cubicBezTo>
                    <a:pt x="198727" y="267489"/>
                    <a:pt x="196171" y="264935"/>
                    <a:pt x="196171" y="261105"/>
                  </a:cubicBezTo>
                  <a:lnTo>
                    <a:pt x="196171" y="203011"/>
                  </a:lnTo>
                  <a:cubicBezTo>
                    <a:pt x="196171" y="199180"/>
                    <a:pt x="198727" y="196627"/>
                    <a:pt x="202561" y="196627"/>
                  </a:cubicBezTo>
                  <a:cubicBezTo>
                    <a:pt x="206395" y="196627"/>
                    <a:pt x="208951" y="199180"/>
                    <a:pt x="208951" y="203011"/>
                  </a:cubicBezTo>
                  <a:lnTo>
                    <a:pt x="208951" y="261105"/>
                  </a:lnTo>
                  <a:close/>
                  <a:moveTo>
                    <a:pt x="238345" y="261105"/>
                  </a:moveTo>
                  <a:cubicBezTo>
                    <a:pt x="238345" y="264935"/>
                    <a:pt x="235788" y="267489"/>
                    <a:pt x="231955" y="267489"/>
                  </a:cubicBezTo>
                  <a:cubicBezTo>
                    <a:pt x="228121" y="267489"/>
                    <a:pt x="225565" y="264935"/>
                    <a:pt x="225565" y="261105"/>
                  </a:cubicBezTo>
                  <a:lnTo>
                    <a:pt x="225565" y="181305"/>
                  </a:lnTo>
                  <a:cubicBezTo>
                    <a:pt x="225565" y="177475"/>
                    <a:pt x="228121" y="174921"/>
                    <a:pt x="231955" y="174921"/>
                  </a:cubicBezTo>
                  <a:cubicBezTo>
                    <a:pt x="235788" y="174921"/>
                    <a:pt x="238345" y="177475"/>
                    <a:pt x="238345" y="181305"/>
                  </a:cubicBezTo>
                  <a:lnTo>
                    <a:pt x="238345" y="261105"/>
                  </a:lnTo>
                  <a:close/>
                  <a:moveTo>
                    <a:pt x="267099" y="261105"/>
                  </a:moveTo>
                  <a:cubicBezTo>
                    <a:pt x="267099" y="264935"/>
                    <a:pt x="264543" y="267489"/>
                    <a:pt x="260709" y="267489"/>
                  </a:cubicBezTo>
                  <a:cubicBezTo>
                    <a:pt x="256876" y="267489"/>
                    <a:pt x="254319" y="264935"/>
                    <a:pt x="254319" y="261105"/>
                  </a:cubicBezTo>
                  <a:lnTo>
                    <a:pt x="254319" y="159600"/>
                  </a:lnTo>
                  <a:cubicBezTo>
                    <a:pt x="254319" y="155769"/>
                    <a:pt x="256876" y="153216"/>
                    <a:pt x="260709" y="153216"/>
                  </a:cubicBezTo>
                  <a:cubicBezTo>
                    <a:pt x="264543" y="153216"/>
                    <a:pt x="267099" y="155769"/>
                    <a:pt x="267099" y="159600"/>
                  </a:cubicBezTo>
                  <a:lnTo>
                    <a:pt x="267099" y="261105"/>
                  </a:lnTo>
                  <a:close/>
                  <a:moveTo>
                    <a:pt x="281796" y="130233"/>
                  </a:moveTo>
                  <a:cubicBezTo>
                    <a:pt x="281796" y="134064"/>
                    <a:pt x="279240" y="136617"/>
                    <a:pt x="275406" y="136617"/>
                  </a:cubicBezTo>
                  <a:cubicBezTo>
                    <a:pt x="271572" y="136617"/>
                    <a:pt x="269016" y="134064"/>
                    <a:pt x="269016" y="130233"/>
                  </a:cubicBezTo>
                  <a:lnTo>
                    <a:pt x="269016" y="116827"/>
                  </a:lnTo>
                  <a:lnTo>
                    <a:pt x="207034" y="178752"/>
                  </a:lnTo>
                  <a:cubicBezTo>
                    <a:pt x="205756" y="180028"/>
                    <a:pt x="204478" y="180667"/>
                    <a:pt x="202561" y="180667"/>
                  </a:cubicBezTo>
                  <a:lnTo>
                    <a:pt x="146329" y="180667"/>
                  </a:lnTo>
                  <a:lnTo>
                    <a:pt x="90098" y="222801"/>
                  </a:lnTo>
                  <a:cubicBezTo>
                    <a:pt x="88820" y="223439"/>
                    <a:pt x="87542" y="224078"/>
                    <a:pt x="86264" y="224078"/>
                  </a:cubicBezTo>
                  <a:cubicBezTo>
                    <a:pt x="84347" y="224078"/>
                    <a:pt x="82430" y="223439"/>
                    <a:pt x="81152" y="221524"/>
                  </a:cubicBezTo>
                  <a:cubicBezTo>
                    <a:pt x="79235" y="218971"/>
                    <a:pt x="79874" y="214502"/>
                    <a:pt x="82430" y="212587"/>
                  </a:cubicBezTo>
                  <a:lnTo>
                    <a:pt x="140579" y="169176"/>
                  </a:lnTo>
                  <a:cubicBezTo>
                    <a:pt x="141857" y="168537"/>
                    <a:pt x="143134" y="167899"/>
                    <a:pt x="144412" y="167899"/>
                  </a:cubicBezTo>
                  <a:lnTo>
                    <a:pt x="200005" y="167899"/>
                  </a:lnTo>
                  <a:lnTo>
                    <a:pt x="260071" y="107889"/>
                  </a:lnTo>
                  <a:lnTo>
                    <a:pt x="246651" y="107889"/>
                  </a:lnTo>
                  <a:cubicBezTo>
                    <a:pt x="242818" y="107889"/>
                    <a:pt x="240261" y="105336"/>
                    <a:pt x="240261" y="101505"/>
                  </a:cubicBezTo>
                  <a:cubicBezTo>
                    <a:pt x="240261" y="97675"/>
                    <a:pt x="242818" y="95121"/>
                    <a:pt x="246651" y="95121"/>
                  </a:cubicBezTo>
                  <a:lnTo>
                    <a:pt x="276045" y="95121"/>
                  </a:lnTo>
                  <a:cubicBezTo>
                    <a:pt x="276684" y="95121"/>
                    <a:pt x="277962" y="95121"/>
                    <a:pt x="278601" y="95760"/>
                  </a:cubicBezTo>
                  <a:cubicBezTo>
                    <a:pt x="279879" y="96398"/>
                    <a:pt x="281157" y="97675"/>
                    <a:pt x="281796" y="98952"/>
                  </a:cubicBezTo>
                  <a:cubicBezTo>
                    <a:pt x="282435" y="99590"/>
                    <a:pt x="282435" y="100867"/>
                    <a:pt x="282435" y="101505"/>
                  </a:cubicBezTo>
                  <a:lnTo>
                    <a:pt x="282435" y="130233"/>
                  </a:lnTo>
                  <a:close/>
                </a:path>
              </a:pathLst>
            </a:custGeom>
            <a:solidFill>
              <a:srgbClr val="007680"/>
            </a:solidFill>
            <a:ln w="6390" cap="flat">
              <a:noFill/>
              <a:prstDash val="solid"/>
              <a:miter/>
            </a:ln>
          </p:spPr>
          <p:txBody>
            <a:bodyPr rtlCol="0" anchor="ctr"/>
            <a:lstStyle/>
            <a:p>
              <a:endParaRPr lang="en-US"/>
            </a:p>
          </p:txBody>
        </p:sp>
        <p:sp>
          <p:nvSpPr>
            <p:cNvPr id="86" name="Freeform 26">
              <a:extLst>
                <a:ext uri="{FF2B5EF4-FFF2-40B4-BE49-F238E27FC236}">
                  <a16:creationId xmlns:a16="http://schemas.microsoft.com/office/drawing/2014/main" id="{5C732840-E055-16D0-97A9-CB745572F426}"/>
                </a:ext>
              </a:extLst>
            </p:cNvPr>
            <p:cNvSpPr>
              <a:spLocks noEditPoints="1"/>
            </p:cNvSpPr>
            <p:nvPr/>
          </p:nvSpPr>
          <p:spPr bwMode="auto">
            <a:xfrm>
              <a:off x="784905" y="5686296"/>
              <a:ext cx="2165713"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a:p>
              <a:pPr algn="ctr" defTabSz="913686" fontAlgn="base">
                <a:spcBef>
                  <a:spcPct val="0"/>
                </a:spcBef>
                <a:spcAft>
                  <a:spcPct val="0"/>
                </a:spcAft>
              </a:pPr>
              <a:r>
                <a:rPr lang="en-US" sz="1200" b="1">
                  <a:latin typeface="Verdana" panose="020B0604030504040204" pitchFamily="34" charset="0"/>
                  <a:ea typeface="Verdana" panose="020B0604030504040204" pitchFamily="34" charset="0"/>
                </a:rPr>
                <a:t>Margin </a:t>
              </a:r>
            </a:p>
            <a:p>
              <a:pPr algn="ctr" defTabSz="913686" fontAlgn="base">
                <a:spcBef>
                  <a:spcPct val="0"/>
                </a:spcBef>
                <a:spcAft>
                  <a:spcPct val="0"/>
                </a:spcAft>
              </a:pPr>
              <a:r>
                <a:rPr lang="en-US" sz="1200" b="1">
                  <a:latin typeface="Verdana" panose="020B0604030504040204" pitchFamily="34" charset="0"/>
                  <a:ea typeface="Verdana" panose="020B0604030504040204" pitchFamily="34" charset="0"/>
                </a:rPr>
                <a:t>Improvement</a:t>
              </a:r>
            </a:p>
            <a:p>
              <a:pPr algn="ctr" defTabSz="913686" fontAlgn="base">
                <a:spcBef>
                  <a:spcPct val="0"/>
                </a:spcBef>
                <a:spcAft>
                  <a:spcPct val="0"/>
                </a:spcAft>
              </a:pPr>
              <a:endParaRPr lang="en-US" sz="1000" i="1">
                <a:latin typeface="Verdana" panose="020B0604030504040204" pitchFamily="34" charset="0"/>
                <a:ea typeface="Verdana" panose="020B0604030504040204" pitchFamily="34" charset="0"/>
              </a:endParaRPr>
            </a:p>
            <a:p>
              <a:pPr algn="ctr" defTabSz="913686" fontAlgn="base">
                <a:spcBef>
                  <a:spcPct val="0"/>
                </a:spcBef>
                <a:spcAft>
                  <a:spcPct val="0"/>
                </a:spcAft>
              </a:pPr>
              <a:r>
                <a:rPr lang="en-US" sz="1000" i="1">
                  <a:latin typeface="Verdana" panose="020B0604030504040204" pitchFamily="34" charset="0"/>
                  <a:ea typeface="Verdana" panose="020B0604030504040204" pitchFamily="34" charset="0"/>
                </a:rPr>
                <a:t>(Optimizing Revenue Collection and Financing)</a:t>
              </a:r>
            </a:p>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p:txBody>
        </p:sp>
        <p:sp>
          <p:nvSpPr>
            <p:cNvPr id="88" name="Freeform 26">
              <a:extLst>
                <a:ext uri="{FF2B5EF4-FFF2-40B4-BE49-F238E27FC236}">
                  <a16:creationId xmlns:a16="http://schemas.microsoft.com/office/drawing/2014/main" id="{08126F5E-6519-E628-4080-83A4E0EBE569}"/>
                </a:ext>
              </a:extLst>
            </p:cNvPr>
            <p:cNvSpPr>
              <a:spLocks noEditPoints="1"/>
            </p:cNvSpPr>
            <p:nvPr/>
          </p:nvSpPr>
          <p:spPr bwMode="auto">
            <a:xfrm>
              <a:off x="3205077" y="5664624"/>
              <a:ext cx="2165713"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a:p>
              <a:pPr algn="ctr" defTabSz="913686" fontAlgn="base">
                <a:spcBef>
                  <a:spcPct val="0"/>
                </a:spcBef>
                <a:spcAft>
                  <a:spcPct val="0"/>
                </a:spcAft>
              </a:pPr>
              <a:r>
                <a:rPr lang="en-US" sz="1200" b="1">
                  <a:latin typeface="Verdana" panose="020B0604030504040204" pitchFamily="34" charset="0"/>
                  <a:ea typeface="Verdana" panose="020B0604030504040204" pitchFamily="34" charset="0"/>
                </a:rPr>
                <a:t>Business </a:t>
              </a:r>
            </a:p>
            <a:p>
              <a:pPr algn="ctr" defTabSz="913686" fontAlgn="base">
                <a:spcBef>
                  <a:spcPct val="0"/>
                </a:spcBef>
                <a:spcAft>
                  <a:spcPct val="0"/>
                </a:spcAft>
              </a:pPr>
              <a:r>
                <a:rPr lang="en-US" sz="1200" b="1">
                  <a:latin typeface="Verdana" panose="020B0604030504040204" pitchFamily="34" charset="0"/>
                  <a:ea typeface="Verdana" panose="020B0604030504040204" pitchFamily="34" charset="0"/>
                </a:rPr>
                <a:t>Excellence</a:t>
              </a:r>
            </a:p>
            <a:p>
              <a:pPr algn="ctr" defTabSz="913686" fontAlgn="base">
                <a:spcBef>
                  <a:spcPct val="0"/>
                </a:spcBef>
                <a:spcAft>
                  <a:spcPct val="0"/>
                </a:spcAft>
              </a:pPr>
              <a:endParaRPr lang="en-US" sz="1000" i="1">
                <a:latin typeface="Verdana" panose="020B0604030504040204" pitchFamily="34" charset="0"/>
                <a:ea typeface="Verdana" panose="020B0604030504040204" pitchFamily="34" charset="0"/>
              </a:endParaRPr>
            </a:p>
            <a:p>
              <a:pPr algn="ctr" defTabSz="913686" fontAlgn="base">
                <a:spcBef>
                  <a:spcPct val="0"/>
                </a:spcBef>
                <a:spcAft>
                  <a:spcPct val="0"/>
                </a:spcAft>
              </a:pPr>
              <a:r>
                <a:rPr lang="en-US" sz="1000" i="1">
                  <a:latin typeface="Verdana" panose="020B0604030504040204" pitchFamily="34" charset="0"/>
                  <a:ea typeface="Verdana" panose="020B0604030504040204" pitchFamily="34" charset="0"/>
                </a:rPr>
                <a:t>(ERP, workshops</a:t>
              </a:r>
            </a:p>
            <a:p>
              <a:pPr algn="ctr" defTabSz="913686" fontAlgn="base">
                <a:spcBef>
                  <a:spcPct val="0"/>
                </a:spcBef>
                <a:spcAft>
                  <a:spcPct val="0"/>
                </a:spcAft>
              </a:pPr>
              <a:r>
                <a:rPr lang="en-US" sz="1000" i="1">
                  <a:latin typeface="Verdana" panose="020B0604030504040204" pitchFamily="34" charset="0"/>
                  <a:ea typeface="Verdana" panose="020B0604030504040204" pitchFamily="34" charset="0"/>
                </a:rPr>
                <a:t>&amp; conducive HR Policies)</a:t>
              </a:r>
            </a:p>
            <a:p>
              <a:pPr algn="ctr" defTabSz="913686" fontAlgn="base">
                <a:spcBef>
                  <a:spcPct val="0"/>
                </a:spcBef>
                <a:spcAft>
                  <a:spcPct val="0"/>
                </a:spcAft>
              </a:pPr>
              <a:endParaRPr lang="en-US" sz="1000" i="1">
                <a:latin typeface="Verdana" panose="020B0604030504040204" pitchFamily="34" charset="0"/>
                <a:ea typeface="Verdana" panose="020B0604030504040204" pitchFamily="34" charset="0"/>
              </a:endParaRPr>
            </a:p>
            <a:p>
              <a:pPr algn="ctr" defTabSz="913686" fontAlgn="base">
                <a:spcBef>
                  <a:spcPct val="0"/>
                </a:spcBef>
                <a:spcAft>
                  <a:spcPct val="0"/>
                </a:spcAft>
              </a:pPr>
              <a:endParaRPr lang="en-US" sz="1200">
                <a:latin typeface="Verdana" panose="020B0604030504040204" pitchFamily="34" charset="0"/>
                <a:ea typeface="Verdana" panose="020B0604030504040204" pitchFamily="34" charset="0"/>
              </a:endParaRPr>
            </a:p>
          </p:txBody>
        </p:sp>
        <p:grpSp>
          <p:nvGrpSpPr>
            <p:cNvPr id="92" name="Graphic 4">
              <a:extLst>
                <a:ext uri="{FF2B5EF4-FFF2-40B4-BE49-F238E27FC236}">
                  <a16:creationId xmlns:a16="http://schemas.microsoft.com/office/drawing/2014/main" id="{45F63E81-A786-1BAF-3617-FE86DB68D5A2}"/>
                </a:ext>
              </a:extLst>
            </p:cNvPr>
            <p:cNvGrpSpPr>
              <a:grpSpLocks noChangeAspect="1"/>
            </p:cNvGrpSpPr>
            <p:nvPr/>
          </p:nvGrpSpPr>
          <p:grpSpPr>
            <a:xfrm>
              <a:off x="5014680" y="5627690"/>
              <a:ext cx="396001" cy="395631"/>
              <a:chOff x="2998797" y="2855717"/>
              <a:chExt cx="362309" cy="361971"/>
            </a:xfrm>
            <a:solidFill>
              <a:srgbClr val="007680"/>
            </a:solidFill>
          </p:grpSpPr>
          <p:sp>
            <p:nvSpPr>
              <p:cNvPr id="93" name="Graphic 4">
                <a:extLst>
                  <a:ext uri="{FF2B5EF4-FFF2-40B4-BE49-F238E27FC236}">
                    <a16:creationId xmlns:a16="http://schemas.microsoft.com/office/drawing/2014/main" id="{0FF36E25-5D4E-7C74-F4F1-2426B91AE74D}"/>
                  </a:ext>
                </a:extLst>
              </p:cNvPr>
              <p:cNvSpPr/>
              <p:nvPr/>
            </p:nvSpPr>
            <p:spPr>
              <a:xfrm>
                <a:off x="3093368" y="2968075"/>
                <a:ext cx="136744" cy="136617"/>
              </a:xfrm>
              <a:custGeom>
                <a:avLst/>
                <a:gdLst>
                  <a:gd name="connsiteX0" fmla="*/ 69011 w 136744"/>
                  <a:gd name="connsiteY0" fmla="*/ 112358 h 136617"/>
                  <a:gd name="connsiteX1" fmla="*/ 69011 w 136744"/>
                  <a:gd name="connsiteY1" fmla="*/ 112358 h 136617"/>
                  <a:gd name="connsiteX2" fmla="*/ 67733 w 136744"/>
                  <a:gd name="connsiteY2" fmla="*/ 112997 h 136617"/>
                  <a:gd name="connsiteX3" fmla="*/ 67094 w 136744"/>
                  <a:gd name="connsiteY3" fmla="*/ 113635 h 136617"/>
                  <a:gd name="connsiteX4" fmla="*/ 65177 w 136744"/>
                  <a:gd name="connsiteY4" fmla="*/ 114273 h 136617"/>
                  <a:gd name="connsiteX5" fmla="*/ 65177 w 136744"/>
                  <a:gd name="connsiteY5" fmla="*/ 114273 h 136617"/>
                  <a:gd name="connsiteX6" fmla="*/ 62621 w 136744"/>
                  <a:gd name="connsiteY6" fmla="*/ 113635 h 136617"/>
                  <a:gd name="connsiteX7" fmla="*/ 61982 w 136744"/>
                  <a:gd name="connsiteY7" fmla="*/ 112997 h 136617"/>
                  <a:gd name="connsiteX8" fmla="*/ 60704 w 136744"/>
                  <a:gd name="connsiteY8" fmla="*/ 111720 h 136617"/>
                  <a:gd name="connsiteX9" fmla="*/ 60704 w 136744"/>
                  <a:gd name="connsiteY9" fmla="*/ 111720 h 136617"/>
                  <a:gd name="connsiteX10" fmla="*/ 24921 w 136744"/>
                  <a:gd name="connsiteY10" fmla="*/ 68947 h 136617"/>
                  <a:gd name="connsiteX11" fmla="*/ 25560 w 136744"/>
                  <a:gd name="connsiteY11" fmla="*/ 60010 h 136617"/>
                  <a:gd name="connsiteX12" fmla="*/ 34506 w 136744"/>
                  <a:gd name="connsiteY12" fmla="*/ 60648 h 136617"/>
                  <a:gd name="connsiteX13" fmla="*/ 34506 w 136744"/>
                  <a:gd name="connsiteY13" fmla="*/ 60648 h 136617"/>
                  <a:gd name="connsiteX14" fmla="*/ 65816 w 136744"/>
                  <a:gd name="connsiteY14" fmla="*/ 98313 h 136617"/>
                  <a:gd name="connsiteX15" fmla="*/ 136745 w 136744"/>
                  <a:gd name="connsiteY15" fmla="*/ 36389 h 136617"/>
                  <a:gd name="connsiteX16" fmla="*/ 136745 w 136744"/>
                  <a:gd name="connsiteY16" fmla="*/ 0 h 136617"/>
                  <a:gd name="connsiteX17" fmla="*/ 0 w 136744"/>
                  <a:gd name="connsiteY17" fmla="*/ 0 h 136617"/>
                  <a:gd name="connsiteX18" fmla="*/ 0 w 136744"/>
                  <a:gd name="connsiteY18" fmla="*/ 136617 h 136617"/>
                  <a:gd name="connsiteX19" fmla="*/ 136745 w 136744"/>
                  <a:gd name="connsiteY19" fmla="*/ 136617 h 136617"/>
                  <a:gd name="connsiteX20" fmla="*/ 136745 w 136744"/>
                  <a:gd name="connsiteY20" fmla="*/ 52987 h 136617"/>
                  <a:gd name="connsiteX21" fmla="*/ 69011 w 136744"/>
                  <a:gd name="connsiteY21" fmla="*/ 112358 h 136617"/>
                  <a:gd name="connsiteX22" fmla="*/ 69011 w 136744"/>
                  <a:gd name="connsiteY22" fmla="*/ 112358 h 13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6744" h="136617">
                    <a:moveTo>
                      <a:pt x="69011" y="112358"/>
                    </a:moveTo>
                    <a:lnTo>
                      <a:pt x="69011" y="112358"/>
                    </a:lnTo>
                    <a:cubicBezTo>
                      <a:pt x="68372" y="112358"/>
                      <a:pt x="68372" y="112997"/>
                      <a:pt x="67733" y="112997"/>
                    </a:cubicBezTo>
                    <a:lnTo>
                      <a:pt x="67094" y="113635"/>
                    </a:lnTo>
                    <a:cubicBezTo>
                      <a:pt x="66455" y="113635"/>
                      <a:pt x="65816" y="114273"/>
                      <a:pt x="65177" y="114273"/>
                    </a:cubicBezTo>
                    <a:lnTo>
                      <a:pt x="65177" y="114273"/>
                    </a:lnTo>
                    <a:cubicBezTo>
                      <a:pt x="64538" y="114273"/>
                      <a:pt x="63260" y="114273"/>
                      <a:pt x="62621" y="113635"/>
                    </a:cubicBezTo>
                    <a:cubicBezTo>
                      <a:pt x="62621" y="113635"/>
                      <a:pt x="61982" y="112997"/>
                      <a:pt x="61982" y="112997"/>
                    </a:cubicBezTo>
                    <a:cubicBezTo>
                      <a:pt x="61343" y="112997"/>
                      <a:pt x="60704" y="112358"/>
                      <a:pt x="60704" y="111720"/>
                    </a:cubicBezTo>
                    <a:lnTo>
                      <a:pt x="60704" y="111720"/>
                    </a:lnTo>
                    <a:lnTo>
                      <a:pt x="24921" y="68947"/>
                    </a:lnTo>
                    <a:cubicBezTo>
                      <a:pt x="22365" y="66394"/>
                      <a:pt x="23004" y="61925"/>
                      <a:pt x="25560" y="60010"/>
                    </a:cubicBezTo>
                    <a:cubicBezTo>
                      <a:pt x="28116" y="58094"/>
                      <a:pt x="32589" y="58094"/>
                      <a:pt x="34506" y="60648"/>
                    </a:cubicBezTo>
                    <a:lnTo>
                      <a:pt x="34506" y="60648"/>
                    </a:lnTo>
                    <a:lnTo>
                      <a:pt x="65816" y="98313"/>
                    </a:lnTo>
                    <a:lnTo>
                      <a:pt x="136745" y="36389"/>
                    </a:lnTo>
                    <a:lnTo>
                      <a:pt x="136745" y="0"/>
                    </a:lnTo>
                    <a:lnTo>
                      <a:pt x="0" y="0"/>
                    </a:lnTo>
                    <a:lnTo>
                      <a:pt x="0" y="136617"/>
                    </a:lnTo>
                    <a:lnTo>
                      <a:pt x="136745" y="136617"/>
                    </a:lnTo>
                    <a:lnTo>
                      <a:pt x="136745" y="52987"/>
                    </a:lnTo>
                    <a:lnTo>
                      <a:pt x="69011" y="112358"/>
                    </a:lnTo>
                    <a:lnTo>
                      <a:pt x="69011" y="112358"/>
                    </a:lnTo>
                    <a:close/>
                  </a:path>
                </a:pathLst>
              </a:custGeom>
              <a:grpFill/>
              <a:ln w="6390" cap="flat">
                <a:noFill/>
                <a:prstDash val="solid"/>
                <a:miter/>
              </a:ln>
            </p:spPr>
            <p:txBody>
              <a:bodyPr rtlCol="0" anchor="ctr"/>
              <a:lstStyle/>
              <a:p>
                <a:endParaRPr lang="en-US"/>
              </a:p>
            </p:txBody>
          </p:sp>
          <p:sp>
            <p:nvSpPr>
              <p:cNvPr id="94" name="Graphic 4">
                <a:extLst>
                  <a:ext uri="{FF2B5EF4-FFF2-40B4-BE49-F238E27FC236}">
                    <a16:creationId xmlns:a16="http://schemas.microsoft.com/office/drawing/2014/main" id="{3C15E45B-BCFD-BE8E-6CF7-07381AA9F447}"/>
                  </a:ext>
                </a:extLst>
              </p:cNvPr>
              <p:cNvSpPr/>
              <p:nvPr/>
            </p:nvSpPr>
            <p:spPr>
              <a:xfrm>
                <a:off x="2998797" y="2855717"/>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77962 w 362309"/>
                  <a:gd name="connsiteY6" fmla="*/ 125126 h 361971"/>
                  <a:gd name="connsiteX7" fmla="*/ 244735 w 362309"/>
                  <a:gd name="connsiteY7" fmla="*/ 154492 h 361971"/>
                  <a:gd name="connsiteX8" fmla="*/ 244735 w 362309"/>
                  <a:gd name="connsiteY8" fmla="*/ 255998 h 361971"/>
                  <a:gd name="connsiteX9" fmla="*/ 238345 w 362309"/>
                  <a:gd name="connsiteY9" fmla="*/ 262382 h 361971"/>
                  <a:gd name="connsiteX10" fmla="*/ 88820 w 362309"/>
                  <a:gd name="connsiteY10" fmla="*/ 262382 h 361971"/>
                  <a:gd name="connsiteX11" fmla="*/ 82430 w 362309"/>
                  <a:gd name="connsiteY11" fmla="*/ 255998 h 361971"/>
                  <a:gd name="connsiteX12" fmla="*/ 82430 w 362309"/>
                  <a:gd name="connsiteY12" fmla="*/ 106612 h 361971"/>
                  <a:gd name="connsiteX13" fmla="*/ 88820 w 362309"/>
                  <a:gd name="connsiteY13" fmla="*/ 100228 h 361971"/>
                  <a:gd name="connsiteX14" fmla="*/ 238345 w 362309"/>
                  <a:gd name="connsiteY14" fmla="*/ 100228 h 361971"/>
                  <a:gd name="connsiteX15" fmla="*/ 244735 w 362309"/>
                  <a:gd name="connsiteY15" fmla="*/ 106612 h 361971"/>
                  <a:gd name="connsiteX16" fmla="*/ 244735 w 362309"/>
                  <a:gd name="connsiteY16" fmla="*/ 137894 h 361971"/>
                  <a:gd name="connsiteX17" fmla="*/ 269655 w 362309"/>
                  <a:gd name="connsiteY17" fmla="*/ 116188 h 361971"/>
                  <a:gd name="connsiteX18" fmla="*/ 278602 w 362309"/>
                  <a:gd name="connsiteY18" fmla="*/ 116827 h 361971"/>
                  <a:gd name="connsiteX19" fmla="*/ 277962 w 362309"/>
                  <a:gd name="connsiteY19" fmla="*/ 125126 h 361971"/>
                  <a:gd name="connsiteX20" fmla="*/ 277962 w 362309"/>
                  <a:gd name="connsiteY20" fmla="*/ 12512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1971">
                    <a:moveTo>
                      <a:pt x="180835" y="0"/>
                    </a:moveTo>
                    <a:cubicBezTo>
                      <a:pt x="80513" y="0"/>
                      <a:pt x="0" y="81076"/>
                      <a:pt x="0" y="181305"/>
                    </a:cubicBezTo>
                    <a:cubicBezTo>
                      <a:pt x="0" y="281533"/>
                      <a:pt x="81152" y="361972"/>
                      <a:pt x="181474" y="361972"/>
                    </a:cubicBezTo>
                    <a:cubicBezTo>
                      <a:pt x="281157" y="361972"/>
                      <a:pt x="362310" y="280895"/>
                      <a:pt x="362310" y="180667"/>
                    </a:cubicBezTo>
                    <a:cubicBezTo>
                      <a:pt x="362310" y="80438"/>
                      <a:pt x="281157" y="0"/>
                      <a:pt x="180835" y="0"/>
                    </a:cubicBezTo>
                    <a:cubicBezTo>
                      <a:pt x="180835" y="0"/>
                      <a:pt x="180835" y="0"/>
                      <a:pt x="180835" y="0"/>
                    </a:cubicBezTo>
                    <a:close/>
                    <a:moveTo>
                      <a:pt x="277962" y="125126"/>
                    </a:moveTo>
                    <a:lnTo>
                      <a:pt x="244735" y="154492"/>
                    </a:lnTo>
                    <a:lnTo>
                      <a:pt x="244735" y="255998"/>
                    </a:lnTo>
                    <a:cubicBezTo>
                      <a:pt x="244735" y="259828"/>
                      <a:pt x="242179" y="262382"/>
                      <a:pt x="238345" y="262382"/>
                    </a:cubicBezTo>
                    <a:lnTo>
                      <a:pt x="88820" y="262382"/>
                    </a:lnTo>
                    <a:cubicBezTo>
                      <a:pt x="84986" y="262382"/>
                      <a:pt x="82430" y="259828"/>
                      <a:pt x="82430" y="255998"/>
                    </a:cubicBezTo>
                    <a:lnTo>
                      <a:pt x="82430" y="106612"/>
                    </a:lnTo>
                    <a:cubicBezTo>
                      <a:pt x="82430" y="102782"/>
                      <a:pt x="84986" y="100228"/>
                      <a:pt x="88820" y="100228"/>
                    </a:cubicBezTo>
                    <a:lnTo>
                      <a:pt x="238345" y="100228"/>
                    </a:lnTo>
                    <a:cubicBezTo>
                      <a:pt x="242179" y="100228"/>
                      <a:pt x="244735" y="102782"/>
                      <a:pt x="244735" y="106612"/>
                    </a:cubicBezTo>
                    <a:lnTo>
                      <a:pt x="244735" y="137894"/>
                    </a:lnTo>
                    <a:lnTo>
                      <a:pt x="269655" y="116188"/>
                    </a:lnTo>
                    <a:cubicBezTo>
                      <a:pt x="272211" y="113635"/>
                      <a:pt x="276045" y="114273"/>
                      <a:pt x="278602" y="116827"/>
                    </a:cubicBezTo>
                    <a:cubicBezTo>
                      <a:pt x="280518" y="118104"/>
                      <a:pt x="280518" y="122572"/>
                      <a:pt x="277962" y="125126"/>
                    </a:cubicBezTo>
                    <a:cubicBezTo>
                      <a:pt x="277962" y="125126"/>
                      <a:pt x="277962" y="125126"/>
                      <a:pt x="277962" y="125126"/>
                    </a:cubicBezTo>
                    <a:close/>
                  </a:path>
                </a:pathLst>
              </a:custGeom>
              <a:grpFill/>
              <a:ln w="6390" cap="flat">
                <a:noFill/>
                <a:prstDash val="solid"/>
                <a:miter/>
              </a:ln>
            </p:spPr>
            <p:txBody>
              <a:bodyPr rtlCol="0" anchor="ctr"/>
              <a:lstStyle/>
              <a:p>
                <a:endParaRPr lang="en-US"/>
              </a:p>
            </p:txBody>
          </p:sp>
        </p:grpSp>
        <p:grpSp>
          <p:nvGrpSpPr>
            <p:cNvPr id="95" name="Graphic 4">
              <a:extLst>
                <a:ext uri="{FF2B5EF4-FFF2-40B4-BE49-F238E27FC236}">
                  <a16:creationId xmlns:a16="http://schemas.microsoft.com/office/drawing/2014/main" id="{F8E15564-ED54-DDB7-CF88-843D037F0527}"/>
                </a:ext>
              </a:extLst>
            </p:cNvPr>
            <p:cNvGrpSpPr/>
            <p:nvPr/>
          </p:nvGrpSpPr>
          <p:grpSpPr>
            <a:xfrm>
              <a:off x="2590687" y="5620326"/>
              <a:ext cx="396001" cy="395999"/>
              <a:chOff x="1952764" y="3824168"/>
              <a:chExt cx="361674" cy="361333"/>
            </a:xfrm>
            <a:solidFill>
              <a:srgbClr val="007680"/>
            </a:solidFill>
          </p:grpSpPr>
          <p:sp>
            <p:nvSpPr>
              <p:cNvPr id="96" name="Graphic 4">
                <a:extLst>
                  <a:ext uri="{FF2B5EF4-FFF2-40B4-BE49-F238E27FC236}">
                    <a16:creationId xmlns:a16="http://schemas.microsoft.com/office/drawing/2014/main" id="{B20B57E3-F6AC-06C9-E497-A07E1DDA4D77}"/>
                  </a:ext>
                </a:extLst>
              </p:cNvPr>
              <p:cNvSpPr/>
              <p:nvPr/>
            </p:nvSpPr>
            <p:spPr>
              <a:xfrm>
                <a:off x="2047974" y="3961423"/>
                <a:ext cx="157831" cy="133424"/>
              </a:xfrm>
              <a:custGeom>
                <a:avLst/>
                <a:gdLst>
                  <a:gd name="connsiteX0" fmla="*/ 109268 w 157831"/>
                  <a:gd name="connsiteY0" fmla="*/ 92568 h 133424"/>
                  <a:gd name="connsiteX1" fmla="*/ 109268 w 157831"/>
                  <a:gd name="connsiteY1" fmla="*/ 40857 h 133424"/>
                  <a:gd name="connsiteX2" fmla="*/ 115658 w 157831"/>
                  <a:gd name="connsiteY2" fmla="*/ 34473 h 133424"/>
                  <a:gd name="connsiteX3" fmla="*/ 157832 w 157831"/>
                  <a:gd name="connsiteY3" fmla="*/ 34473 h 133424"/>
                  <a:gd name="connsiteX4" fmla="*/ 157832 w 157831"/>
                  <a:gd name="connsiteY4" fmla="*/ 0 h 133424"/>
                  <a:gd name="connsiteX5" fmla="*/ 0 w 157831"/>
                  <a:gd name="connsiteY5" fmla="*/ 0 h 133424"/>
                  <a:gd name="connsiteX6" fmla="*/ 0 w 157831"/>
                  <a:gd name="connsiteY6" fmla="*/ 133425 h 133424"/>
                  <a:gd name="connsiteX7" fmla="*/ 157832 w 157831"/>
                  <a:gd name="connsiteY7" fmla="*/ 133425 h 133424"/>
                  <a:gd name="connsiteX8" fmla="*/ 157832 w 157831"/>
                  <a:gd name="connsiteY8" fmla="*/ 99590 h 133424"/>
                  <a:gd name="connsiteX9" fmla="*/ 115658 w 157831"/>
                  <a:gd name="connsiteY9" fmla="*/ 99590 h 133424"/>
                  <a:gd name="connsiteX10" fmla="*/ 109268 w 157831"/>
                  <a:gd name="connsiteY10" fmla="*/ 92568 h 13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831" h="133424">
                    <a:moveTo>
                      <a:pt x="109268" y="92568"/>
                    </a:moveTo>
                    <a:lnTo>
                      <a:pt x="109268" y="40857"/>
                    </a:lnTo>
                    <a:cubicBezTo>
                      <a:pt x="109268" y="37027"/>
                      <a:pt x="111824" y="34473"/>
                      <a:pt x="115658" y="34473"/>
                    </a:cubicBezTo>
                    <a:lnTo>
                      <a:pt x="157832" y="34473"/>
                    </a:lnTo>
                    <a:lnTo>
                      <a:pt x="157832" y="0"/>
                    </a:lnTo>
                    <a:lnTo>
                      <a:pt x="0" y="0"/>
                    </a:lnTo>
                    <a:lnTo>
                      <a:pt x="0" y="133425"/>
                    </a:lnTo>
                    <a:lnTo>
                      <a:pt x="157832" y="133425"/>
                    </a:lnTo>
                    <a:lnTo>
                      <a:pt x="157832" y="99590"/>
                    </a:lnTo>
                    <a:lnTo>
                      <a:pt x="115658" y="99590"/>
                    </a:lnTo>
                    <a:cubicBezTo>
                      <a:pt x="111824" y="98952"/>
                      <a:pt x="109268" y="96398"/>
                      <a:pt x="109268" y="92568"/>
                    </a:cubicBezTo>
                    <a:close/>
                  </a:path>
                </a:pathLst>
              </a:custGeom>
              <a:grpFill/>
              <a:ln w="6390" cap="flat">
                <a:noFill/>
                <a:prstDash val="solid"/>
                <a:miter/>
              </a:ln>
            </p:spPr>
            <p:txBody>
              <a:bodyPr rtlCol="0" anchor="ctr"/>
              <a:lstStyle/>
              <a:p>
                <a:endParaRPr lang="en-US"/>
              </a:p>
            </p:txBody>
          </p:sp>
          <p:sp>
            <p:nvSpPr>
              <p:cNvPr id="97" name="Graphic 4">
                <a:extLst>
                  <a:ext uri="{FF2B5EF4-FFF2-40B4-BE49-F238E27FC236}">
                    <a16:creationId xmlns:a16="http://schemas.microsoft.com/office/drawing/2014/main" id="{FB9418A8-2083-EFD9-3FE3-166E4A24370E}"/>
                  </a:ext>
                </a:extLst>
              </p:cNvPr>
              <p:cNvSpPr/>
              <p:nvPr/>
            </p:nvSpPr>
            <p:spPr>
              <a:xfrm>
                <a:off x="2108040" y="3930142"/>
                <a:ext cx="63260" cy="18513"/>
              </a:xfrm>
              <a:custGeom>
                <a:avLst/>
                <a:gdLst>
                  <a:gd name="connsiteX0" fmla="*/ 51119 w 63260"/>
                  <a:gd name="connsiteY0" fmla="*/ 3192 h 18513"/>
                  <a:gd name="connsiteX1" fmla="*/ 40896 w 63260"/>
                  <a:gd name="connsiteY1" fmla="*/ 5746 h 18513"/>
                  <a:gd name="connsiteX2" fmla="*/ 24921 w 63260"/>
                  <a:gd name="connsiteY2" fmla="*/ 0 h 18513"/>
                  <a:gd name="connsiteX3" fmla="*/ 0 w 63260"/>
                  <a:gd name="connsiteY3" fmla="*/ 18514 h 18513"/>
                  <a:gd name="connsiteX4" fmla="*/ 63260 w 63260"/>
                  <a:gd name="connsiteY4" fmla="*/ 18514 h 18513"/>
                  <a:gd name="connsiteX5" fmla="*/ 51119 w 63260"/>
                  <a:gd name="connsiteY5" fmla="*/ 3192 h 18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60" h="18513">
                    <a:moveTo>
                      <a:pt x="51119" y="3192"/>
                    </a:moveTo>
                    <a:cubicBezTo>
                      <a:pt x="47925" y="4469"/>
                      <a:pt x="44091" y="5746"/>
                      <a:pt x="40896" y="5746"/>
                    </a:cubicBezTo>
                    <a:cubicBezTo>
                      <a:pt x="35145" y="5746"/>
                      <a:pt x="29394" y="3830"/>
                      <a:pt x="24921" y="0"/>
                    </a:cubicBezTo>
                    <a:lnTo>
                      <a:pt x="0" y="18514"/>
                    </a:lnTo>
                    <a:lnTo>
                      <a:pt x="63260" y="18514"/>
                    </a:lnTo>
                    <a:lnTo>
                      <a:pt x="51119" y="3192"/>
                    </a:lnTo>
                    <a:close/>
                  </a:path>
                </a:pathLst>
              </a:custGeom>
              <a:grpFill/>
              <a:ln w="6390" cap="flat">
                <a:noFill/>
                <a:prstDash val="solid"/>
                <a:miter/>
              </a:ln>
            </p:spPr>
            <p:txBody>
              <a:bodyPr rtlCol="0" anchor="ctr"/>
              <a:lstStyle/>
              <a:p>
                <a:endParaRPr lang="en-US"/>
              </a:p>
            </p:txBody>
          </p:sp>
          <p:sp>
            <p:nvSpPr>
              <p:cNvPr id="98" name="Graphic 4">
                <a:extLst>
                  <a:ext uri="{FF2B5EF4-FFF2-40B4-BE49-F238E27FC236}">
                    <a16:creationId xmlns:a16="http://schemas.microsoft.com/office/drawing/2014/main" id="{B07C170E-EAF3-B2AE-D8C8-848210B0355E}"/>
                  </a:ext>
                </a:extLst>
              </p:cNvPr>
              <p:cNvSpPr/>
              <p:nvPr/>
            </p:nvSpPr>
            <p:spPr>
              <a:xfrm>
                <a:off x="2143823" y="3918651"/>
                <a:ext cx="7028" cy="3830"/>
              </a:xfrm>
              <a:custGeom>
                <a:avLst/>
                <a:gdLst>
                  <a:gd name="connsiteX0" fmla="*/ 7029 w 7028"/>
                  <a:gd name="connsiteY0" fmla="*/ 3830 h 3830"/>
                  <a:gd name="connsiteX1" fmla="*/ 3834 w 7028"/>
                  <a:gd name="connsiteY1" fmla="*/ 0 h 3830"/>
                  <a:gd name="connsiteX2" fmla="*/ 0 w 7028"/>
                  <a:gd name="connsiteY2" fmla="*/ 3192 h 3830"/>
                  <a:gd name="connsiteX3" fmla="*/ 7029 w 7028"/>
                  <a:gd name="connsiteY3" fmla="*/ 3830 h 3830"/>
                </a:gdLst>
                <a:ahLst/>
                <a:cxnLst>
                  <a:cxn ang="0">
                    <a:pos x="connsiteX0" y="connsiteY0"/>
                  </a:cxn>
                  <a:cxn ang="0">
                    <a:pos x="connsiteX1" y="connsiteY1"/>
                  </a:cxn>
                  <a:cxn ang="0">
                    <a:pos x="connsiteX2" y="connsiteY2"/>
                  </a:cxn>
                  <a:cxn ang="0">
                    <a:pos x="connsiteX3" y="connsiteY3"/>
                  </a:cxn>
                </a:cxnLst>
                <a:rect l="l" t="t" r="r" b="b"/>
                <a:pathLst>
                  <a:path w="7028" h="3830">
                    <a:moveTo>
                      <a:pt x="7029" y="3830"/>
                    </a:moveTo>
                    <a:lnTo>
                      <a:pt x="3834" y="0"/>
                    </a:lnTo>
                    <a:lnTo>
                      <a:pt x="0" y="3192"/>
                    </a:lnTo>
                    <a:cubicBezTo>
                      <a:pt x="1917" y="3830"/>
                      <a:pt x="4473" y="3830"/>
                      <a:pt x="7029" y="3830"/>
                    </a:cubicBezTo>
                    <a:close/>
                  </a:path>
                </a:pathLst>
              </a:custGeom>
              <a:grpFill/>
              <a:ln w="6390" cap="flat">
                <a:noFill/>
                <a:prstDash val="solid"/>
                <a:miter/>
              </a:ln>
            </p:spPr>
            <p:txBody>
              <a:bodyPr rtlCol="0" anchor="ctr"/>
              <a:lstStyle/>
              <a:p>
                <a:endParaRPr lang="en-US"/>
              </a:p>
            </p:txBody>
          </p:sp>
          <p:sp>
            <p:nvSpPr>
              <p:cNvPr id="99" name="Graphic 4">
                <a:extLst>
                  <a:ext uri="{FF2B5EF4-FFF2-40B4-BE49-F238E27FC236}">
                    <a16:creationId xmlns:a16="http://schemas.microsoft.com/office/drawing/2014/main" id="{1AE53AFC-7654-C0C3-121A-C5219DDA8CB1}"/>
                  </a:ext>
                </a:extLst>
              </p:cNvPr>
              <p:cNvSpPr/>
              <p:nvPr/>
            </p:nvSpPr>
            <p:spPr>
              <a:xfrm>
                <a:off x="2184080" y="4027178"/>
                <a:ext cx="1278" cy="1117"/>
              </a:xfrm>
              <a:custGeom>
                <a:avLst/>
                <a:gdLst>
                  <a:gd name="connsiteX0" fmla="*/ 639 w 1278"/>
                  <a:gd name="connsiteY0" fmla="*/ 0 h 1117"/>
                  <a:gd name="connsiteX1" fmla="*/ 0 w 1278"/>
                  <a:gd name="connsiteY1" fmla="*/ 638 h 1117"/>
                  <a:gd name="connsiteX2" fmla="*/ 1278 w 1278"/>
                  <a:gd name="connsiteY2" fmla="*/ 638 h 1117"/>
                  <a:gd name="connsiteX3" fmla="*/ 639 w 1278"/>
                  <a:gd name="connsiteY3" fmla="*/ 0 h 1117"/>
                </a:gdLst>
                <a:ahLst/>
                <a:cxnLst>
                  <a:cxn ang="0">
                    <a:pos x="connsiteX0" y="connsiteY0"/>
                  </a:cxn>
                  <a:cxn ang="0">
                    <a:pos x="connsiteX1" y="connsiteY1"/>
                  </a:cxn>
                  <a:cxn ang="0">
                    <a:pos x="connsiteX2" y="connsiteY2"/>
                  </a:cxn>
                  <a:cxn ang="0">
                    <a:pos x="connsiteX3" y="connsiteY3"/>
                  </a:cxn>
                </a:cxnLst>
                <a:rect l="l" t="t" r="r" b="b"/>
                <a:pathLst>
                  <a:path w="1278" h="1117">
                    <a:moveTo>
                      <a:pt x="639" y="0"/>
                    </a:moveTo>
                    <a:cubicBezTo>
                      <a:pt x="0" y="0"/>
                      <a:pt x="0" y="638"/>
                      <a:pt x="0" y="638"/>
                    </a:cubicBezTo>
                    <a:cubicBezTo>
                      <a:pt x="0" y="1277"/>
                      <a:pt x="1278" y="1277"/>
                      <a:pt x="1278" y="638"/>
                    </a:cubicBezTo>
                    <a:cubicBezTo>
                      <a:pt x="1278" y="0"/>
                      <a:pt x="1278" y="0"/>
                      <a:pt x="639" y="0"/>
                    </a:cubicBezTo>
                    <a:close/>
                  </a:path>
                </a:pathLst>
              </a:custGeom>
              <a:grpFill/>
              <a:ln w="6390" cap="flat">
                <a:noFill/>
                <a:prstDash val="solid"/>
                <a:miter/>
              </a:ln>
            </p:spPr>
            <p:txBody>
              <a:bodyPr rtlCol="0" anchor="ctr"/>
              <a:lstStyle/>
              <a:p>
                <a:endParaRPr lang="en-US"/>
              </a:p>
            </p:txBody>
          </p:sp>
          <p:sp>
            <p:nvSpPr>
              <p:cNvPr id="100" name="Graphic 4">
                <a:extLst>
                  <a:ext uri="{FF2B5EF4-FFF2-40B4-BE49-F238E27FC236}">
                    <a16:creationId xmlns:a16="http://schemas.microsoft.com/office/drawing/2014/main" id="{B478C138-40DF-8573-982D-220DA27D2839}"/>
                  </a:ext>
                </a:extLst>
              </p:cNvPr>
              <p:cNvSpPr/>
              <p:nvPr/>
            </p:nvSpPr>
            <p:spPr>
              <a:xfrm>
                <a:off x="2170022" y="4008665"/>
                <a:ext cx="49841" cy="38942"/>
              </a:xfrm>
              <a:custGeom>
                <a:avLst/>
                <a:gdLst>
                  <a:gd name="connsiteX0" fmla="*/ 0 w 49841"/>
                  <a:gd name="connsiteY0" fmla="*/ 0 h 38942"/>
                  <a:gd name="connsiteX1" fmla="*/ 0 w 49841"/>
                  <a:gd name="connsiteY1" fmla="*/ 38943 h 38942"/>
                  <a:gd name="connsiteX2" fmla="*/ 49841 w 49841"/>
                  <a:gd name="connsiteY2" fmla="*/ 38943 h 38942"/>
                  <a:gd name="connsiteX3" fmla="*/ 49841 w 49841"/>
                  <a:gd name="connsiteY3" fmla="*/ 0 h 38942"/>
                  <a:gd name="connsiteX4" fmla="*/ 0 w 49841"/>
                  <a:gd name="connsiteY4" fmla="*/ 0 h 38942"/>
                  <a:gd name="connsiteX5" fmla="*/ 14697 w 49841"/>
                  <a:gd name="connsiteY5" fmla="*/ 31282 h 38942"/>
                  <a:gd name="connsiteX6" fmla="*/ 2556 w 49841"/>
                  <a:gd name="connsiteY6" fmla="*/ 19152 h 38942"/>
                  <a:gd name="connsiteX7" fmla="*/ 14697 w 49841"/>
                  <a:gd name="connsiteY7" fmla="*/ 7023 h 38942"/>
                  <a:gd name="connsiteX8" fmla="*/ 26838 w 49841"/>
                  <a:gd name="connsiteY8" fmla="*/ 19152 h 38942"/>
                  <a:gd name="connsiteX9" fmla="*/ 14697 w 49841"/>
                  <a:gd name="connsiteY9" fmla="*/ 31282 h 38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841" h="38942">
                    <a:moveTo>
                      <a:pt x="0" y="0"/>
                    </a:moveTo>
                    <a:lnTo>
                      <a:pt x="0" y="38943"/>
                    </a:lnTo>
                    <a:lnTo>
                      <a:pt x="49841" y="38943"/>
                    </a:lnTo>
                    <a:lnTo>
                      <a:pt x="49841" y="0"/>
                    </a:lnTo>
                    <a:lnTo>
                      <a:pt x="0" y="0"/>
                    </a:lnTo>
                    <a:close/>
                    <a:moveTo>
                      <a:pt x="14697" y="31282"/>
                    </a:moveTo>
                    <a:cubicBezTo>
                      <a:pt x="8307" y="31282"/>
                      <a:pt x="2556" y="26175"/>
                      <a:pt x="2556" y="19152"/>
                    </a:cubicBezTo>
                    <a:cubicBezTo>
                      <a:pt x="2556" y="12130"/>
                      <a:pt x="7668" y="7023"/>
                      <a:pt x="14697" y="7023"/>
                    </a:cubicBezTo>
                    <a:cubicBezTo>
                      <a:pt x="21087" y="7023"/>
                      <a:pt x="26838" y="12130"/>
                      <a:pt x="26838" y="19152"/>
                    </a:cubicBezTo>
                    <a:cubicBezTo>
                      <a:pt x="26838" y="26175"/>
                      <a:pt x="21087" y="31282"/>
                      <a:pt x="14697" y="31282"/>
                    </a:cubicBezTo>
                    <a:close/>
                  </a:path>
                </a:pathLst>
              </a:custGeom>
              <a:grpFill/>
              <a:ln w="6390" cap="flat">
                <a:noFill/>
                <a:prstDash val="solid"/>
                <a:miter/>
              </a:ln>
            </p:spPr>
            <p:txBody>
              <a:bodyPr rtlCol="0" anchor="ctr"/>
              <a:lstStyle/>
              <a:p>
                <a:endParaRPr lang="en-US"/>
              </a:p>
            </p:txBody>
          </p:sp>
          <p:sp>
            <p:nvSpPr>
              <p:cNvPr id="101" name="Graphic 4">
                <a:extLst>
                  <a:ext uri="{FF2B5EF4-FFF2-40B4-BE49-F238E27FC236}">
                    <a16:creationId xmlns:a16="http://schemas.microsoft.com/office/drawing/2014/main" id="{23884FE4-7914-69AA-19F8-D356EA04983C}"/>
                  </a:ext>
                </a:extLst>
              </p:cNvPr>
              <p:cNvSpPr/>
              <p:nvPr/>
            </p:nvSpPr>
            <p:spPr>
              <a:xfrm>
                <a:off x="1952764" y="3824168"/>
                <a:ext cx="361674" cy="361333"/>
              </a:xfrm>
              <a:custGeom>
                <a:avLst/>
                <a:gdLst>
                  <a:gd name="connsiteX0" fmla="*/ 180835 w 361674"/>
                  <a:gd name="connsiteY0" fmla="*/ 0 h 361333"/>
                  <a:gd name="connsiteX1" fmla="*/ 0 w 361674"/>
                  <a:gd name="connsiteY1" fmla="*/ 180667 h 361333"/>
                  <a:gd name="connsiteX2" fmla="*/ 180835 w 361674"/>
                  <a:gd name="connsiteY2" fmla="*/ 361333 h 361333"/>
                  <a:gd name="connsiteX3" fmla="*/ 361670 w 361674"/>
                  <a:gd name="connsiteY3" fmla="*/ 180667 h 361333"/>
                  <a:gd name="connsiteX4" fmla="*/ 180835 w 361674"/>
                  <a:gd name="connsiteY4" fmla="*/ 0 h 361333"/>
                  <a:gd name="connsiteX5" fmla="*/ 279879 w 361674"/>
                  <a:gd name="connsiteY5" fmla="*/ 229823 h 361333"/>
                  <a:gd name="connsiteX6" fmla="*/ 273489 w 361674"/>
                  <a:gd name="connsiteY6" fmla="*/ 236207 h 361333"/>
                  <a:gd name="connsiteX7" fmla="*/ 265821 w 361674"/>
                  <a:gd name="connsiteY7" fmla="*/ 236207 h 361333"/>
                  <a:gd name="connsiteX8" fmla="*/ 265821 w 361674"/>
                  <a:gd name="connsiteY8" fmla="*/ 276426 h 361333"/>
                  <a:gd name="connsiteX9" fmla="*/ 259431 w 361674"/>
                  <a:gd name="connsiteY9" fmla="*/ 282810 h 361333"/>
                  <a:gd name="connsiteX10" fmla="*/ 88820 w 361674"/>
                  <a:gd name="connsiteY10" fmla="*/ 282810 h 361333"/>
                  <a:gd name="connsiteX11" fmla="*/ 82430 w 361674"/>
                  <a:gd name="connsiteY11" fmla="*/ 276426 h 361333"/>
                  <a:gd name="connsiteX12" fmla="*/ 82430 w 361674"/>
                  <a:gd name="connsiteY12" fmla="*/ 130233 h 361333"/>
                  <a:gd name="connsiteX13" fmla="*/ 88820 w 361674"/>
                  <a:gd name="connsiteY13" fmla="*/ 123849 h 361333"/>
                  <a:gd name="connsiteX14" fmla="*/ 134189 w 361674"/>
                  <a:gd name="connsiteY14" fmla="*/ 123849 h 361333"/>
                  <a:gd name="connsiteX15" fmla="*/ 175084 w 361674"/>
                  <a:gd name="connsiteY15" fmla="*/ 92568 h 361333"/>
                  <a:gd name="connsiteX16" fmla="*/ 176362 w 361674"/>
                  <a:gd name="connsiteY16" fmla="*/ 91291 h 361333"/>
                  <a:gd name="connsiteX17" fmla="*/ 177640 w 361674"/>
                  <a:gd name="connsiteY17" fmla="*/ 90652 h 361333"/>
                  <a:gd name="connsiteX18" fmla="*/ 191698 w 361674"/>
                  <a:gd name="connsiteY18" fmla="*/ 79800 h 361333"/>
                  <a:gd name="connsiteX19" fmla="*/ 200644 w 361674"/>
                  <a:gd name="connsiteY19" fmla="*/ 81076 h 361333"/>
                  <a:gd name="connsiteX20" fmla="*/ 208312 w 361674"/>
                  <a:gd name="connsiteY20" fmla="*/ 90652 h 361333"/>
                  <a:gd name="connsiteX21" fmla="*/ 213424 w 361674"/>
                  <a:gd name="connsiteY21" fmla="*/ 86822 h 361333"/>
                  <a:gd name="connsiteX22" fmla="*/ 222370 w 361674"/>
                  <a:gd name="connsiteY22" fmla="*/ 88099 h 361333"/>
                  <a:gd name="connsiteX23" fmla="*/ 250485 w 361674"/>
                  <a:gd name="connsiteY23" fmla="*/ 123849 h 361333"/>
                  <a:gd name="connsiteX24" fmla="*/ 258792 w 361674"/>
                  <a:gd name="connsiteY24" fmla="*/ 123849 h 361333"/>
                  <a:gd name="connsiteX25" fmla="*/ 265182 w 361674"/>
                  <a:gd name="connsiteY25" fmla="*/ 130233 h 361333"/>
                  <a:gd name="connsiteX26" fmla="*/ 265182 w 361674"/>
                  <a:gd name="connsiteY26" fmla="*/ 171091 h 361333"/>
                  <a:gd name="connsiteX27" fmla="*/ 272850 w 361674"/>
                  <a:gd name="connsiteY27" fmla="*/ 171091 h 361333"/>
                  <a:gd name="connsiteX28" fmla="*/ 279240 w 361674"/>
                  <a:gd name="connsiteY28" fmla="*/ 177475 h 361333"/>
                  <a:gd name="connsiteX29" fmla="*/ 279240 w 361674"/>
                  <a:gd name="connsiteY29" fmla="*/ 22982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1674" h="361333">
                    <a:moveTo>
                      <a:pt x="180835" y="0"/>
                    </a:moveTo>
                    <a:cubicBezTo>
                      <a:pt x="80513" y="0"/>
                      <a:pt x="0" y="81076"/>
                      <a:pt x="0" y="180667"/>
                    </a:cubicBezTo>
                    <a:cubicBezTo>
                      <a:pt x="0" y="280895"/>
                      <a:pt x="81152" y="361333"/>
                      <a:pt x="180835" y="361333"/>
                    </a:cubicBezTo>
                    <a:cubicBezTo>
                      <a:pt x="281157" y="361333"/>
                      <a:pt x="361670" y="280257"/>
                      <a:pt x="361670" y="180667"/>
                    </a:cubicBezTo>
                    <a:cubicBezTo>
                      <a:pt x="362309" y="81076"/>
                      <a:pt x="281157" y="0"/>
                      <a:pt x="180835" y="0"/>
                    </a:cubicBezTo>
                    <a:close/>
                    <a:moveTo>
                      <a:pt x="279879" y="229823"/>
                    </a:moveTo>
                    <a:cubicBezTo>
                      <a:pt x="279879" y="233654"/>
                      <a:pt x="277323" y="236207"/>
                      <a:pt x="273489" y="236207"/>
                    </a:cubicBezTo>
                    <a:lnTo>
                      <a:pt x="265821" y="236207"/>
                    </a:lnTo>
                    <a:lnTo>
                      <a:pt x="265821" y="276426"/>
                    </a:lnTo>
                    <a:cubicBezTo>
                      <a:pt x="265821" y="280257"/>
                      <a:pt x="263265" y="282810"/>
                      <a:pt x="259431" y="282810"/>
                    </a:cubicBezTo>
                    <a:lnTo>
                      <a:pt x="88820" y="282810"/>
                    </a:lnTo>
                    <a:cubicBezTo>
                      <a:pt x="84986" y="282810"/>
                      <a:pt x="82430" y="280257"/>
                      <a:pt x="82430" y="276426"/>
                    </a:cubicBezTo>
                    <a:lnTo>
                      <a:pt x="82430" y="130233"/>
                    </a:lnTo>
                    <a:cubicBezTo>
                      <a:pt x="82430" y="126403"/>
                      <a:pt x="84986" y="123849"/>
                      <a:pt x="88820" y="123849"/>
                    </a:cubicBezTo>
                    <a:lnTo>
                      <a:pt x="134189" y="123849"/>
                    </a:lnTo>
                    <a:lnTo>
                      <a:pt x="175084" y="92568"/>
                    </a:lnTo>
                    <a:cubicBezTo>
                      <a:pt x="175723" y="91929"/>
                      <a:pt x="175723" y="91291"/>
                      <a:pt x="176362" y="91291"/>
                    </a:cubicBezTo>
                    <a:cubicBezTo>
                      <a:pt x="177001" y="90652"/>
                      <a:pt x="177640" y="90652"/>
                      <a:pt x="177640" y="90652"/>
                    </a:cubicBezTo>
                    <a:lnTo>
                      <a:pt x="191698" y="79800"/>
                    </a:lnTo>
                    <a:cubicBezTo>
                      <a:pt x="194254" y="77884"/>
                      <a:pt x="198727" y="77884"/>
                      <a:pt x="200644" y="81076"/>
                    </a:cubicBezTo>
                    <a:lnTo>
                      <a:pt x="208312" y="90652"/>
                    </a:lnTo>
                    <a:lnTo>
                      <a:pt x="213424" y="86822"/>
                    </a:lnTo>
                    <a:cubicBezTo>
                      <a:pt x="215980" y="84907"/>
                      <a:pt x="220453" y="85545"/>
                      <a:pt x="222370" y="88099"/>
                    </a:cubicBezTo>
                    <a:lnTo>
                      <a:pt x="250485" y="123849"/>
                    </a:lnTo>
                    <a:lnTo>
                      <a:pt x="258792" y="123849"/>
                    </a:lnTo>
                    <a:cubicBezTo>
                      <a:pt x="262626" y="123849"/>
                      <a:pt x="265182" y="126403"/>
                      <a:pt x="265182" y="130233"/>
                    </a:cubicBezTo>
                    <a:lnTo>
                      <a:pt x="265182" y="171091"/>
                    </a:lnTo>
                    <a:lnTo>
                      <a:pt x="272850" y="171091"/>
                    </a:lnTo>
                    <a:cubicBezTo>
                      <a:pt x="276684" y="171091"/>
                      <a:pt x="279240" y="173644"/>
                      <a:pt x="279240" y="177475"/>
                    </a:cubicBezTo>
                    <a:lnTo>
                      <a:pt x="279240" y="229823"/>
                    </a:lnTo>
                    <a:close/>
                  </a:path>
                </a:pathLst>
              </a:custGeom>
              <a:grpFill/>
              <a:ln w="6390" cap="flat">
                <a:noFill/>
                <a:prstDash val="solid"/>
                <a:miter/>
              </a:ln>
            </p:spPr>
            <p:txBody>
              <a:bodyPr rtlCol="0" anchor="ctr"/>
              <a:lstStyle/>
              <a:p>
                <a:endParaRPr lang="en-US"/>
              </a:p>
            </p:txBody>
          </p:sp>
        </p:grpSp>
      </p:grpSp>
      <p:sp>
        <p:nvSpPr>
          <p:cNvPr id="102" name="Isosceles Triangle 101">
            <a:extLst>
              <a:ext uri="{FF2B5EF4-FFF2-40B4-BE49-F238E27FC236}">
                <a16:creationId xmlns:a16="http://schemas.microsoft.com/office/drawing/2014/main" id="{02A3D349-2D5B-3A05-DC98-3EE77174ADB9}"/>
              </a:ext>
            </a:extLst>
          </p:cNvPr>
          <p:cNvSpPr/>
          <p:nvPr/>
        </p:nvSpPr>
        <p:spPr bwMode="gray">
          <a:xfrm rot="5400000">
            <a:off x="4463160" y="4024669"/>
            <a:ext cx="2434024" cy="162046"/>
          </a:xfrm>
          <a:prstGeom prst="triangle">
            <a:avLst/>
          </a:prstGeom>
          <a:solidFill>
            <a:schemeClr val="bg1">
              <a:lumMod val="5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mn-cs"/>
            </a:endParaRPr>
          </a:p>
        </p:txBody>
      </p:sp>
      <p:sp>
        <p:nvSpPr>
          <p:cNvPr id="104" name="TextBox 103">
            <a:extLst>
              <a:ext uri="{FF2B5EF4-FFF2-40B4-BE49-F238E27FC236}">
                <a16:creationId xmlns:a16="http://schemas.microsoft.com/office/drawing/2014/main" id="{9DD7EE03-0ECC-072C-390E-A88F9649FC35}"/>
              </a:ext>
            </a:extLst>
          </p:cNvPr>
          <p:cNvSpPr txBox="1"/>
          <p:nvPr/>
        </p:nvSpPr>
        <p:spPr>
          <a:xfrm>
            <a:off x="4634242" y="1625942"/>
            <a:ext cx="588303" cy="138499"/>
          </a:xfrm>
          <a:prstGeom prst="rect">
            <a:avLst/>
          </a:prstGeom>
          <a:noFill/>
        </p:spPr>
        <p:txBody>
          <a:bodyPr wrap="none" lIns="0" tIns="0" rIns="0" bIns="0" rtlCol="0">
            <a:spAutoFit/>
          </a:bodyPr>
          <a:lstStyle/>
          <a:p>
            <a:pPr>
              <a:spcBef>
                <a:spcPts val="600"/>
              </a:spcBef>
              <a:buSzPct val="100000"/>
            </a:pPr>
            <a:r>
              <a:rPr lang="en-IN" sz="900">
                <a:solidFill>
                  <a:srgbClr val="313131"/>
                </a:solidFill>
                <a:latin typeface="Verdana" panose="020B0604030504040204" pitchFamily="34" charset="0"/>
                <a:ea typeface="Verdana" panose="020B0604030504040204" pitchFamily="34" charset="0"/>
              </a:rPr>
              <a:t>In INR Cr.</a:t>
            </a:r>
          </a:p>
        </p:txBody>
      </p:sp>
      <p:cxnSp>
        <p:nvCxnSpPr>
          <p:cNvPr id="109" name="Straight Connector 108">
            <a:extLst>
              <a:ext uri="{FF2B5EF4-FFF2-40B4-BE49-F238E27FC236}">
                <a16:creationId xmlns:a16="http://schemas.microsoft.com/office/drawing/2014/main" id="{0AD61A04-56F0-84A1-AAE8-636173640AAE}"/>
              </a:ext>
            </a:extLst>
          </p:cNvPr>
          <p:cNvCxnSpPr/>
          <p:nvPr>
            <p:custDataLst>
              <p:tags r:id="rId3"/>
            </p:custDataLst>
          </p:nvPr>
        </p:nvCxnSpPr>
        <p:spPr bwMode="auto">
          <a:xfrm>
            <a:off x="1117600" y="2878138"/>
            <a:ext cx="29845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9B02D482-BE8B-F15E-896A-427D5C5EFBCE}"/>
              </a:ext>
            </a:extLst>
          </p:cNvPr>
          <p:cNvCxnSpPr/>
          <p:nvPr>
            <p:custDataLst>
              <p:tags r:id="rId4"/>
            </p:custDataLst>
          </p:nvPr>
        </p:nvCxnSpPr>
        <p:spPr bwMode="auto">
          <a:xfrm>
            <a:off x="1790700" y="2608263"/>
            <a:ext cx="29845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48944DAE-83EA-37E3-DFF9-943ED17B09E5}"/>
              </a:ext>
            </a:extLst>
          </p:cNvPr>
          <p:cNvCxnSpPr/>
          <p:nvPr>
            <p:custDataLst>
              <p:tags r:id="rId5"/>
            </p:custDataLst>
          </p:nvPr>
        </p:nvCxnSpPr>
        <p:spPr bwMode="auto">
          <a:xfrm>
            <a:off x="2462213" y="2355850"/>
            <a:ext cx="29845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2" name="Straight Connector 111">
            <a:extLst>
              <a:ext uri="{FF2B5EF4-FFF2-40B4-BE49-F238E27FC236}">
                <a16:creationId xmlns:a16="http://schemas.microsoft.com/office/drawing/2014/main" id="{601A8AFE-0BBC-3B04-0190-5870CD1D6C3D}"/>
              </a:ext>
            </a:extLst>
          </p:cNvPr>
          <p:cNvCxnSpPr/>
          <p:nvPr>
            <p:custDataLst>
              <p:tags r:id="rId6"/>
            </p:custDataLst>
          </p:nvPr>
        </p:nvCxnSpPr>
        <p:spPr bwMode="auto">
          <a:xfrm>
            <a:off x="3135313" y="2306638"/>
            <a:ext cx="29845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3" name="Straight Connector 112">
            <a:extLst>
              <a:ext uri="{FF2B5EF4-FFF2-40B4-BE49-F238E27FC236}">
                <a16:creationId xmlns:a16="http://schemas.microsoft.com/office/drawing/2014/main" id="{9B8C38C0-0C12-5904-C23F-116C92C2C098}"/>
              </a:ext>
            </a:extLst>
          </p:cNvPr>
          <p:cNvCxnSpPr/>
          <p:nvPr>
            <p:custDataLst>
              <p:tags r:id="rId7"/>
            </p:custDataLst>
          </p:nvPr>
        </p:nvCxnSpPr>
        <p:spPr bwMode="auto">
          <a:xfrm>
            <a:off x="3806825" y="2178050"/>
            <a:ext cx="28575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573CC551-7924-49D8-FA16-AB22A226B1C5}"/>
              </a:ext>
            </a:extLst>
          </p:cNvPr>
          <p:cNvCxnSpPr/>
          <p:nvPr>
            <p:custDataLst>
              <p:tags r:id="rId8"/>
            </p:custDataLst>
          </p:nvPr>
        </p:nvCxnSpPr>
        <p:spPr bwMode="auto">
          <a:xfrm>
            <a:off x="4492625" y="2028825"/>
            <a:ext cx="28575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62" name="Chart 161">
            <a:extLst>
              <a:ext uri="{FF2B5EF4-FFF2-40B4-BE49-F238E27FC236}">
                <a16:creationId xmlns:a16="http://schemas.microsoft.com/office/drawing/2014/main" id="{50D153AE-4E29-F166-EC73-53FA12D5C0A4}"/>
              </a:ext>
            </a:extLst>
          </p:cNvPr>
          <p:cNvGraphicFramePr/>
          <p:nvPr>
            <p:custDataLst>
              <p:tags r:id="rId9"/>
            </p:custDataLst>
            <p:extLst>
              <p:ext uri="{D42A27DB-BD31-4B8C-83A1-F6EECF244321}">
                <p14:modId xmlns:p14="http://schemas.microsoft.com/office/powerpoint/2010/main" val="2537048440"/>
              </p:ext>
            </p:extLst>
          </p:nvPr>
        </p:nvGraphicFramePr>
        <p:xfrm>
          <a:off x="512763" y="1646238"/>
          <a:ext cx="4870450" cy="2643187"/>
        </p:xfrm>
        <a:graphic>
          <a:graphicData uri="http://schemas.openxmlformats.org/drawingml/2006/chart">
            <c:chart xmlns:c="http://schemas.openxmlformats.org/drawingml/2006/chart" xmlns:r="http://schemas.openxmlformats.org/officeDocument/2006/relationships" r:id="rId22"/>
          </a:graphicData>
        </a:graphic>
      </p:graphicFrame>
      <p:cxnSp>
        <p:nvCxnSpPr>
          <p:cNvPr id="131" name="Straight Connector 130">
            <a:extLst>
              <a:ext uri="{FF2B5EF4-FFF2-40B4-BE49-F238E27FC236}">
                <a16:creationId xmlns:a16="http://schemas.microsoft.com/office/drawing/2014/main" id="{FABA558C-DFB2-566D-A3F8-756C6F99359B}"/>
              </a:ext>
            </a:extLst>
          </p:cNvPr>
          <p:cNvCxnSpPr/>
          <p:nvPr>
            <p:custDataLst>
              <p:tags r:id="rId10"/>
            </p:custDataLst>
          </p:nvPr>
        </p:nvCxnSpPr>
        <p:spPr bwMode="auto">
          <a:xfrm>
            <a:off x="2947988" y="2281238"/>
            <a:ext cx="0" cy="49212"/>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1" name="Text Placeholder 18">
            <a:extLst>
              <a:ext uri="{FF2B5EF4-FFF2-40B4-BE49-F238E27FC236}">
                <a16:creationId xmlns:a16="http://schemas.microsoft.com/office/drawing/2014/main" id="{0E43163E-554A-09E9-9277-6870EB3E0790}"/>
              </a:ext>
            </a:extLst>
          </p:cNvPr>
          <p:cNvSpPr>
            <a:spLocks noGrp="1"/>
          </p:cNvSpPr>
          <p:nvPr>
            <p:custDataLst>
              <p:tags r:id="rId11"/>
            </p:custDataLst>
          </p:nvPr>
        </p:nvSpPr>
        <p:spPr bwMode="auto">
          <a:xfrm>
            <a:off x="668338" y="4124325"/>
            <a:ext cx="5254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30510900-3BCF-4699-B452-7F5E410603CA}" type="datetime'''''''''''''''''''''The''''rm''''''''a''''''''''''l'''''''">
              <a:rPr lang="en-US" altLang="en-US" sz="1200" smtClean="0"/>
              <a:pPr lvl="0" algn="ctr">
                <a:spcBef>
                  <a:spcPct val="0"/>
                </a:spcBef>
                <a:spcAft>
                  <a:spcPct val="0"/>
                </a:spcAft>
              </a:pPr>
              <a:t>Thermal</a:t>
            </a:fld>
            <a:endParaRPr lang="en-US" sz="1200" noProof="0"/>
          </a:p>
        </p:txBody>
      </p:sp>
      <p:sp>
        <p:nvSpPr>
          <p:cNvPr id="52" name="Text Placeholder 18">
            <a:extLst>
              <a:ext uri="{FF2B5EF4-FFF2-40B4-BE49-F238E27FC236}">
                <a16:creationId xmlns:a16="http://schemas.microsoft.com/office/drawing/2014/main" id="{62D1A7AF-03B2-CCA8-D291-A805F10C112C}"/>
              </a:ext>
            </a:extLst>
          </p:cNvPr>
          <p:cNvSpPr>
            <a:spLocks noGrp="1"/>
          </p:cNvSpPr>
          <p:nvPr>
            <p:custDataLst>
              <p:tags r:id="rId12"/>
            </p:custDataLst>
          </p:nvPr>
        </p:nvSpPr>
        <p:spPr bwMode="auto">
          <a:xfrm>
            <a:off x="1441450" y="4124325"/>
            <a:ext cx="3238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19F17039-B824-4787-AC6B-0CCE3F9C68BD}" type="datetime'So''''''''''''''''''''''''''''l''''''''a''''''''r'''''''''''''">
              <a:rPr lang="en-US" altLang="en-US" sz="1200" smtClean="0"/>
              <a:pPr lvl="0" algn="ctr">
                <a:spcBef>
                  <a:spcPct val="0"/>
                </a:spcBef>
                <a:spcAft>
                  <a:spcPct val="0"/>
                </a:spcAft>
              </a:pPr>
              <a:t>Solar</a:t>
            </a:fld>
            <a:endParaRPr lang="en-US" sz="1200" noProof="0"/>
          </a:p>
        </p:txBody>
      </p:sp>
      <p:sp>
        <p:nvSpPr>
          <p:cNvPr id="58" name="Text Placeholder 18">
            <a:extLst>
              <a:ext uri="{FF2B5EF4-FFF2-40B4-BE49-F238E27FC236}">
                <a16:creationId xmlns:a16="http://schemas.microsoft.com/office/drawing/2014/main" id="{642A80E8-DBDD-C20B-F756-A070C28644D3}"/>
              </a:ext>
            </a:extLst>
          </p:cNvPr>
          <p:cNvSpPr>
            <a:spLocks noGrp="1"/>
          </p:cNvSpPr>
          <p:nvPr>
            <p:custDataLst>
              <p:tags r:id="rId13"/>
            </p:custDataLst>
          </p:nvPr>
        </p:nvSpPr>
        <p:spPr bwMode="auto">
          <a:xfrm>
            <a:off x="2154238" y="4124325"/>
            <a:ext cx="2413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49E9434C-A1CD-4392-85A5-CA2CBBBC3897}" type="datetime'''''''''''''PS''''''''P'''''''">
              <a:rPr lang="en-US" altLang="en-US" sz="1200" smtClean="0"/>
              <a:pPr lvl="0" algn="ctr">
                <a:spcBef>
                  <a:spcPct val="0"/>
                </a:spcBef>
                <a:spcAft>
                  <a:spcPct val="0"/>
                </a:spcAft>
              </a:pPr>
              <a:t>PSP</a:t>
            </a:fld>
            <a:endParaRPr lang="en-US" sz="1200" noProof="0"/>
          </a:p>
        </p:txBody>
      </p:sp>
      <p:sp>
        <p:nvSpPr>
          <p:cNvPr id="69" name="Text Placeholder 18">
            <a:extLst>
              <a:ext uri="{FF2B5EF4-FFF2-40B4-BE49-F238E27FC236}">
                <a16:creationId xmlns:a16="http://schemas.microsoft.com/office/drawing/2014/main" id="{A7F8ACD2-652F-F8D2-2D03-C1C0A88B74DD}"/>
              </a:ext>
            </a:extLst>
          </p:cNvPr>
          <p:cNvSpPr>
            <a:spLocks noGrp="1"/>
          </p:cNvSpPr>
          <p:nvPr>
            <p:custDataLst>
              <p:tags r:id="rId14"/>
            </p:custDataLst>
          </p:nvPr>
        </p:nvSpPr>
        <p:spPr bwMode="auto">
          <a:xfrm>
            <a:off x="2794000" y="4124325"/>
            <a:ext cx="3079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A6D5A4E1-CB73-409C-B352-6799338467C4}" type="datetime'''B''''''''E''''''''''''''''''S''''''''''''''S'''''''''">
              <a:rPr lang="en-US" altLang="en-US" sz="1200" smtClean="0"/>
              <a:pPr lvl="0" algn="ctr">
                <a:spcBef>
                  <a:spcPct val="0"/>
                </a:spcBef>
                <a:spcAft>
                  <a:spcPct val="0"/>
                </a:spcAft>
              </a:pPr>
              <a:t>BESS</a:t>
            </a:fld>
            <a:endParaRPr lang="en-US" sz="1200" noProof="0"/>
          </a:p>
        </p:txBody>
      </p:sp>
      <p:sp>
        <p:nvSpPr>
          <p:cNvPr id="156" name="Text Placeholder 18">
            <a:extLst>
              <a:ext uri="{FF2B5EF4-FFF2-40B4-BE49-F238E27FC236}">
                <a16:creationId xmlns:a16="http://schemas.microsoft.com/office/drawing/2014/main" id="{663F12AF-77E2-B188-D231-39055A7096D0}"/>
              </a:ext>
            </a:extLst>
          </p:cNvPr>
          <p:cNvSpPr>
            <a:spLocks noGrp="1"/>
          </p:cNvSpPr>
          <p:nvPr>
            <p:custDataLst>
              <p:tags r:id="rId15"/>
            </p:custDataLst>
          </p:nvPr>
        </p:nvSpPr>
        <p:spPr bwMode="gray">
          <a:xfrm>
            <a:off x="3419475" y="2151063"/>
            <a:ext cx="400050" cy="182563"/>
          </a:xfrm>
          <a:prstGeom prst="rect">
            <a:avLst/>
          </a:prstGeom>
          <a:solidFill>
            <a:srgbClr val="53565A"/>
          </a:solidFill>
          <a:ln>
            <a:noFill/>
          </a:ln>
          <a:effectLst/>
        </p:spPr>
        <p:txBody>
          <a:bodyPr vert="horz" wrap="none" lIns="25400" tIns="0" rIns="2540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AD4AF537-4BF2-444C-872E-2924514F6FE6}" type="datetime'''''''''''''''''''3'''',''9''''''''''7''''0'''">
              <a:rPr lang="en-US" altLang="en-US" sz="1200" smtClean="0">
                <a:solidFill>
                  <a:schemeClr val="bg1"/>
                </a:solidFill>
                <a:effectLst/>
              </a:rPr>
              <a:pPr lvl="0" algn="ctr">
                <a:spcBef>
                  <a:spcPct val="0"/>
                </a:spcBef>
                <a:spcAft>
                  <a:spcPct val="0"/>
                </a:spcAft>
              </a:pPr>
              <a:t>3,970</a:t>
            </a:fld>
            <a:endParaRPr lang="en-US" sz="1200" noProof="0">
              <a:solidFill>
                <a:schemeClr val="bg1"/>
              </a:solidFill>
            </a:endParaRPr>
          </a:p>
        </p:txBody>
      </p:sp>
      <p:sp>
        <p:nvSpPr>
          <p:cNvPr id="91" name="Text Placeholder 18">
            <a:extLst>
              <a:ext uri="{FF2B5EF4-FFF2-40B4-BE49-F238E27FC236}">
                <a16:creationId xmlns:a16="http://schemas.microsoft.com/office/drawing/2014/main" id="{FE6EEA00-3D7A-371D-3CEF-C73E9CACEB99}"/>
              </a:ext>
            </a:extLst>
          </p:cNvPr>
          <p:cNvSpPr>
            <a:spLocks noGrp="1"/>
          </p:cNvSpPr>
          <p:nvPr>
            <p:custDataLst>
              <p:tags r:id="rId16"/>
            </p:custDataLst>
          </p:nvPr>
        </p:nvSpPr>
        <p:spPr bwMode="auto">
          <a:xfrm>
            <a:off x="3478213" y="4124325"/>
            <a:ext cx="2841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FA2DECD8-5CB9-4E8F-9F7E-434290790557}" type="datetime'''''''''''''''''''T''''''&amp;''''''''''''D'''''''''">
              <a:rPr lang="en-US" altLang="en-US" sz="1200" smtClean="0"/>
              <a:pPr lvl="0" algn="ctr">
                <a:spcBef>
                  <a:spcPct val="0"/>
                </a:spcBef>
                <a:spcAft>
                  <a:spcPct val="0"/>
                </a:spcAft>
              </a:pPr>
              <a:t>T&amp;D</a:t>
            </a:fld>
            <a:endParaRPr lang="en-US" sz="1200" noProof="0"/>
          </a:p>
        </p:txBody>
      </p:sp>
      <p:sp>
        <p:nvSpPr>
          <p:cNvPr id="71" name="Text Placeholder 18">
            <a:extLst>
              <a:ext uri="{FF2B5EF4-FFF2-40B4-BE49-F238E27FC236}">
                <a16:creationId xmlns:a16="http://schemas.microsoft.com/office/drawing/2014/main" id="{E5BA92FE-78CF-7563-EB81-68235DFCF2C2}"/>
              </a:ext>
            </a:extLst>
          </p:cNvPr>
          <p:cNvSpPr>
            <a:spLocks noGrp="1"/>
          </p:cNvSpPr>
          <p:nvPr>
            <p:custDataLst>
              <p:tags r:id="rId17"/>
            </p:custDataLst>
          </p:nvPr>
        </p:nvSpPr>
        <p:spPr bwMode="auto">
          <a:xfrm>
            <a:off x="4808538" y="4124325"/>
            <a:ext cx="3111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lgn="ctr">
              <a:spcBef>
                <a:spcPct val="0"/>
              </a:spcBef>
              <a:spcAft>
                <a:spcPct val="0"/>
              </a:spcAft>
            </a:pPr>
            <a:fld id="{4A275FAB-9214-41D8-AF85-53FBF356BE2D}" type="datetime'''''T''o''''''''''''t''''''''''''a''''''''''l'''''">
              <a:rPr lang="en-US" altLang="en-US" sz="1200" smtClean="0"/>
              <a:pPr lvl="0" algn="ctr">
                <a:spcBef>
                  <a:spcPct val="0"/>
                </a:spcBef>
                <a:spcAft>
                  <a:spcPct val="0"/>
                </a:spcAft>
              </a:pPr>
              <a:t>Total</a:t>
            </a:fld>
            <a:endParaRPr lang="en-US" sz="1200" noProof="0"/>
          </a:p>
        </p:txBody>
      </p:sp>
      <p:sp>
        <p:nvSpPr>
          <p:cNvPr id="123" name="TextBox 122">
            <a:extLst>
              <a:ext uri="{FF2B5EF4-FFF2-40B4-BE49-F238E27FC236}">
                <a16:creationId xmlns:a16="http://schemas.microsoft.com/office/drawing/2014/main" id="{CCAC9A4E-34DA-CC90-CB91-49B956B8F7AC}"/>
              </a:ext>
            </a:extLst>
          </p:cNvPr>
          <p:cNvSpPr txBox="1"/>
          <p:nvPr/>
        </p:nvSpPr>
        <p:spPr>
          <a:xfrm>
            <a:off x="961704" y="1612173"/>
            <a:ext cx="3655073" cy="184666"/>
          </a:xfrm>
          <a:prstGeom prst="rect">
            <a:avLst/>
          </a:prstGeom>
          <a:noFill/>
        </p:spPr>
        <p:txBody>
          <a:bodyPr wrap="square" lIns="0" tIns="0" rIns="0" bIns="0" rtlCol="0">
            <a:spAutoFit/>
          </a:bodyPr>
          <a:lstStyle/>
          <a:p>
            <a:pPr>
              <a:spcBef>
                <a:spcPts val="600"/>
              </a:spcBef>
              <a:buSzPct val="100000"/>
            </a:pPr>
            <a:r>
              <a:rPr lang="en-IN" sz="1200">
                <a:solidFill>
                  <a:srgbClr val="313131"/>
                </a:solidFill>
                <a:latin typeface="Verdana" panose="020B0604030504040204" pitchFamily="34" charset="0"/>
                <a:ea typeface="Verdana" panose="020B0604030504040204" pitchFamily="34" charset="0"/>
              </a:rPr>
              <a:t>Growth Aspirations (Capital Expenditure Plan)</a:t>
            </a:r>
          </a:p>
        </p:txBody>
      </p:sp>
      <p:sp>
        <p:nvSpPr>
          <p:cNvPr id="163" name="TextBox 162">
            <a:extLst>
              <a:ext uri="{FF2B5EF4-FFF2-40B4-BE49-F238E27FC236}">
                <a16:creationId xmlns:a16="http://schemas.microsoft.com/office/drawing/2014/main" id="{AD551829-03E9-346D-DF88-CFF89337EB6F}"/>
              </a:ext>
            </a:extLst>
          </p:cNvPr>
          <p:cNvSpPr txBox="1"/>
          <p:nvPr/>
        </p:nvSpPr>
        <p:spPr>
          <a:xfrm>
            <a:off x="3864693" y="4120440"/>
            <a:ext cx="971738" cy="369332"/>
          </a:xfrm>
          <a:prstGeom prst="rect">
            <a:avLst/>
          </a:prstGeom>
          <a:noFill/>
        </p:spPr>
        <p:txBody>
          <a:bodyPr wrap="square" lIns="0" tIns="0" rIns="0" bIns="0" rtlCol="0">
            <a:spAutoFit/>
          </a:bodyPr>
          <a:lstStyle/>
          <a:p>
            <a:pPr algn="ctr">
              <a:spcBef>
                <a:spcPts val="600"/>
              </a:spcBef>
              <a:buSzPct val="100000"/>
            </a:pPr>
            <a:r>
              <a:rPr lang="en-US" sz="1200">
                <a:solidFill>
                  <a:srgbClr val="313131"/>
                </a:solidFill>
              </a:rPr>
              <a:t>Others (FGD, Regular Capex)</a:t>
            </a:r>
          </a:p>
        </p:txBody>
      </p:sp>
      <p:pic>
        <p:nvPicPr>
          <p:cNvPr id="78" name="Picture 77">
            <a:hlinkClick r:id="rId23" action="ppaction://hlinksldjump"/>
            <a:extLst>
              <a:ext uri="{FF2B5EF4-FFF2-40B4-BE49-F238E27FC236}">
                <a16:creationId xmlns:a16="http://schemas.microsoft.com/office/drawing/2014/main" id="{ADFD5332-BDE0-783E-B437-FC77943B7C5B}"/>
              </a:ext>
            </a:extLst>
          </p:cNvPr>
          <p:cNvPicPr>
            <a:picLocks noChangeAspect="1"/>
          </p:cNvPicPr>
          <p:nvPr/>
        </p:nvPicPr>
        <p:blipFill>
          <a:blip r:embed="rId24"/>
          <a:stretch>
            <a:fillRect/>
          </a:stretch>
        </p:blipFill>
        <p:spPr>
          <a:xfrm>
            <a:off x="11726283" y="113485"/>
            <a:ext cx="359695" cy="365792"/>
          </a:xfrm>
          <a:prstGeom prst="rect">
            <a:avLst/>
          </a:prstGeom>
        </p:spPr>
      </p:pic>
      <p:sp>
        <p:nvSpPr>
          <p:cNvPr id="79" name="Rectangle 24">
            <a:hlinkClick r:id="rId25" action="ppaction://hlinksldjump"/>
            <a:extLst>
              <a:ext uri="{FF2B5EF4-FFF2-40B4-BE49-F238E27FC236}">
                <a16:creationId xmlns:a16="http://schemas.microsoft.com/office/drawing/2014/main" id="{A9F5E101-2504-B1DD-7239-C561830611D8}"/>
              </a:ext>
            </a:extLst>
          </p:cNvPr>
          <p:cNvSpPr/>
          <p:nvPr/>
        </p:nvSpPr>
        <p:spPr bwMode="gray">
          <a:xfrm>
            <a:off x="637402" y="-1277"/>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Objective and Strategic Context</a:t>
            </a:r>
          </a:p>
        </p:txBody>
      </p:sp>
      <p:sp>
        <p:nvSpPr>
          <p:cNvPr id="82" name="Freeform 15">
            <a:extLst>
              <a:ext uri="{FF2B5EF4-FFF2-40B4-BE49-F238E27FC236}">
                <a16:creationId xmlns:a16="http://schemas.microsoft.com/office/drawing/2014/main" id="{76E4BCDE-755B-B225-B0CC-57AB1FFAD942}"/>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84" name="Freeform 16">
            <a:extLst>
              <a:ext uri="{FF2B5EF4-FFF2-40B4-BE49-F238E27FC236}">
                <a16:creationId xmlns:a16="http://schemas.microsoft.com/office/drawing/2014/main" id="{D9A39D5B-D409-16DD-3B1A-240BBFE9C28E}"/>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accent1"/>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87" name="Freeform 6">
            <a:extLst>
              <a:ext uri="{FF2B5EF4-FFF2-40B4-BE49-F238E27FC236}">
                <a16:creationId xmlns:a16="http://schemas.microsoft.com/office/drawing/2014/main" id="{9C6078C1-86CB-D787-0FFA-101BEECF7066}"/>
              </a:ext>
            </a:extLst>
          </p:cNvPr>
          <p:cNvSpPr>
            <a:spLocks/>
          </p:cNvSpPr>
          <p:nvPr/>
        </p:nvSpPr>
        <p:spPr bwMode="gray">
          <a:xfrm>
            <a:off x="2012347"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Tree>
    <p:extLst>
      <p:ext uri="{BB962C8B-B14F-4D97-AF65-F5344CB8AC3E}">
        <p14:creationId xmlns:p14="http://schemas.microsoft.com/office/powerpoint/2010/main" val="39606132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heel(1)">
                                      <p:cBhvr>
                                        <p:cTn id="7" dur="20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22A84406-0CF2-0A6A-79E0-AEABBB19DC13}"/>
              </a:ext>
            </a:extLst>
          </p:cNvPr>
          <p:cNvGraphicFramePr>
            <a:graphicFrameLocks noChangeAspect="1"/>
          </p:cNvGraphicFramePr>
          <p:nvPr>
            <p:custDataLst>
              <p:tags r:id="rId1"/>
            </p:custDataLst>
            <p:extLst>
              <p:ext uri="{D42A27DB-BD31-4B8C-83A1-F6EECF244321}">
                <p14:modId xmlns:p14="http://schemas.microsoft.com/office/powerpoint/2010/main" val="15007666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5" imgH="416" progId="TCLayout.ActiveDocument.1">
                  <p:embed/>
                </p:oleObj>
              </mc:Choice>
              <mc:Fallback>
                <p:oleObj name="think-cell Slide" r:id="rId16" imgW="415" imgH="416" progId="TCLayout.ActiveDocument.1">
                  <p:embed/>
                  <p:pic>
                    <p:nvPicPr>
                      <p:cNvPr id="12" name="think-cell data - do not delete" hidden="1">
                        <a:extLst>
                          <a:ext uri="{FF2B5EF4-FFF2-40B4-BE49-F238E27FC236}">
                            <a16:creationId xmlns:a16="http://schemas.microsoft.com/office/drawing/2014/main" id="{22A84406-0CF2-0A6A-79E0-AEABBB19DC13}"/>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58" name="Rectangle 257">
            <a:extLst>
              <a:ext uri="{FF2B5EF4-FFF2-40B4-BE49-F238E27FC236}">
                <a16:creationId xmlns:a16="http://schemas.microsoft.com/office/drawing/2014/main" id="{929E4C5C-BF03-A3C7-5763-46C5F5D29419}"/>
              </a:ext>
            </a:extLst>
          </p:cNvPr>
          <p:cNvSpPr/>
          <p:nvPr/>
        </p:nvSpPr>
        <p:spPr bwMode="gray">
          <a:xfrm>
            <a:off x="667544" y="2078038"/>
            <a:ext cx="1296195" cy="1403350"/>
          </a:xfrm>
          <a:prstGeom prst="rect">
            <a:avLst/>
          </a:prstGeom>
          <a:solidFill>
            <a:srgbClr val="F3F3EC"/>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 name="Text Placeholder 1">
            <a:extLst>
              <a:ext uri="{FF2B5EF4-FFF2-40B4-BE49-F238E27FC236}">
                <a16:creationId xmlns:a16="http://schemas.microsoft.com/office/drawing/2014/main" id="{02429CB3-1C1E-0C6B-E5CF-AFB76C9DCED7}"/>
              </a:ext>
            </a:extLst>
          </p:cNvPr>
          <p:cNvSpPr>
            <a:spLocks noGrp="1"/>
          </p:cNvSpPr>
          <p:nvPr>
            <p:ph type="body" sz="quarter" idx="13"/>
          </p:nvPr>
        </p:nvSpPr>
        <p:spPr>
          <a:xfrm>
            <a:off x="501650" y="705390"/>
            <a:ext cx="11309350" cy="334099"/>
          </a:xfrm>
        </p:spPr>
        <p:txBody>
          <a:bodyPr/>
          <a:lstStyle/>
          <a:p>
            <a:r>
              <a:rPr lang="en-US" sz="1400">
                <a:latin typeface="Verdana" panose="020B0604030504040204" pitchFamily="34" charset="0"/>
                <a:ea typeface="Verdana" panose="020B0604030504040204" pitchFamily="34" charset="0"/>
                <a:cs typeface="Arial" panose="020B0604020202020204" pitchFamily="34" charset="0"/>
              </a:rPr>
              <a:t>Thematic opportunities for business expansion leading to long term growth, sustainability and profit maximization</a:t>
            </a:r>
          </a:p>
        </p:txBody>
      </p:sp>
      <p:sp>
        <p:nvSpPr>
          <p:cNvPr id="5" name="Title 4">
            <a:extLst>
              <a:ext uri="{FF2B5EF4-FFF2-40B4-BE49-F238E27FC236}">
                <a16:creationId xmlns:a16="http://schemas.microsoft.com/office/drawing/2014/main" id="{A59B64F4-DFF3-B1D3-F805-94F01E6C827B}"/>
              </a:ext>
            </a:extLst>
          </p:cNvPr>
          <p:cNvSpPr>
            <a:spLocks noGrp="1"/>
          </p:cNvSpPr>
          <p:nvPr>
            <p:ph type="title"/>
          </p:nvPr>
        </p:nvSpPr>
        <p:spPr>
          <a:xfrm>
            <a:off x="501650" y="285119"/>
            <a:ext cx="11617882" cy="297018"/>
          </a:xfrm>
        </p:spPr>
        <p:txBody>
          <a:bodyPr vert="horz"/>
          <a:lstStyle/>
          <a:p>
            <a:r>
              <a:rPr lang="en-US" sz="1800" b="1">
                <a:latin typeface="Verdana" panose="020B0604030504040204" pitchFamily="34" charset="0"/>
                <a:ea typeface="Verdana" panose="020B0604030504040204" pitchFamily="34" charset="0"/>
                <a:cs typeface="Arial" panose="020B0604020202020204" pitchFamily="34" charset="0"/>
              </a:rPr>
              <a:t>Unlocking Growth - Strategic Segmentation of DVC’s Diverse Business Portfolio</a:t>
            </a:r>
          </a:p>
        </p:txBody>
      </p:sp>
      <p:sp>
        <p:nvSpPr>
          <p:cNvPr id="8" name="Rectangle 7">
            <a:extLst>
              <a:ext uri="{FF2B5EF4-FFF2-40B4-BE49-F238E27FC236}">
                <a16:creationId xmlns:a16="http://schemas.microsoft.com/office/drawing/2014/main" id="{B40F7FBC-F529-BBE8-FBC6-D195258CCDD6}"/>
              </a:ext>
            </a:extLst>
          </p:cNvPr>
          <p:cNvSpPr/>
          <p:nvPr/>
        </p:nvSpPr>
        <p:spPr bwMode="gray">
          <a:xfrm>
            <a:off x="4857750" y="1004888"/>
            <a:ext cx="3009900" cy="385763"/>
          </a:xfrm>
          <a:prstGeom prst="rect">
            <a:avLst/>
          </a:prstGeom>
          <a:solidFill>
            <a:srgbClr val="594C3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Segmentation at DVC</a:t>
            </a:r>
          </a:p>
        </p:txBody>
      </p:sp>
      <p:sp>
        <p:nvSpPr>
          <p:cNvPr id="43" name="Rectangle 42">
            <a:extLst>
              <a:ext uri="{FF2B5EF4-FFF2-40B4-BE49-F238E27FC236}">
                <a16:creationId xmlns:a16="http://schemas.microsoft.com/office/drawing/2014/main" id="{AE71C624-6DA8-4782-D64F-1AD4927C00DA}"/>
              </a:ext>
            </a:extLst>
          </p:cNvPr>
          <p:cNvSpPr/>
          <p:nvPr/>
        </p:nvSpPr>
        <p:spPr bwMode="gray">
          <a:xfrm>
            <a:off x="671513" y="1606550"/>
            <a:ext cx="1293813" cy="428625"/>
          </a:xfrm>
          <a:prstGeom prst="rect">
            <a:avLst/>
          </a:prstGeom>
          <a:solidFill>
            <a:srgbClr val="594C3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Generation</a:t>
            </a:r>
          </a:p>
        </p:txBody>
      </p:sp>
      <p:sp>
        <p:nvSpPr>
          <p:cNvPr id="55" name="Rectangle 54">
            <a:extLst>
              <a:ext uri="{FF2B5EF4-FFF2-40B4-BE49-F238E27FC236}">
                <a16:creationId xmlns:a16="http://schemas.microsoft.com/office/drawing/2014/main" id="{B5F421E4-C37C-F99E-F485-103425465531}"/>
              </a:ext>
            </a:extLst>
          </p:cNvPr>
          <p:cNvSpPr/>
          <p:nvPr/>
        </p:nvSpPr>
        <p:spPr bwMode="gray">
          <a:xfrm>
            <a:off x="2055813" y="1606550"/>
            <a:ext cx="1381125" cy="428625"/>
          </a:xfrm>
          <a:prstGeom prst="rect">
            <a:avLst/>
          </a:prstGeom>
          <a:solidFill>
            <a:srgbClr val="594C3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Transmission</a:t>
            </a:r>
          </a:p>
        </p:txBody>
      </p:sp>
      <p:sp>
        <p:nvSpPr>
          <p:cNvPr id="56" name="Rectangle 55">
            <a:extLst>
              <a:ext uri="{FF2B5EF4-FFF2-40B4-BE49-F238E27FC236}">
                <a16:creationId xmlns:a16="http://schemas.microsoft.com/office/drawing/2014/main" id="{437561D6-C78E-6DC9-EF21-24888E25A1DD}"/>
              </a:ext>
            </a:extLst>
          </p:cNvPr>
          <p:cNvSpPr/>
          <p:nvPr/>
        </p:nvSpPr>
        <p:spPr bwMode="gray">
          <a:xfrm>
            <a:off x="3529013" y="1606550"/>
            <a:ext cx="1379538" cy="428625"/>
          </a:xfrm>
          <a:prstGeom prst="rect">
            <a:avLst/>
          </a:prstGeom>
          <a:solidFill>
            <a:srgbClr val="594C3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Distribution</a:t>
            </a:r>
          </a:p>
        </p:txBody>
      </p:sp>
      <p:cxnSp>
        <p:nvCxnSpPr>
          <p:cNvPr id="57" name="Connector: Elbow 56">
            <a:extLst>
              <a:ext uri="{FF2B5EF4-FFF2-40B4-BE49-F238E27FC236}">
                <a16:creationId xmlns:a16="http://schemas.microsoft.com/office/drawing/2014/main" id="{916142FF-57D6-F120-3E3E-38B07BDEB69C}"/>
              </a:ext>
            </a:extLst>
          </p:cNvPr>
          <p:cNvCxnSpPr>
            <a:cxnSpLocks/>
            <a:stCxn id="8" idx="2"/>
            <a:endCxn id="43" idx="0"/>
          </p:cNvCxnSpPr>
          <p:nvPr/>
        </p:nvCxnSpPr>
        <p:spPr>
          <a:xfrm rot="5400000">
            <a:off x="3732611" y="-1023540"/>
            <a:ext cx="215899" cy="5044280"/>
          </a:xfrm>
          <a:prstGeom prst="bentConnector3">
            <a:avLst>
              <a:gd name="adj1" fmla="val 50000"/>
            </a:avLst>
          </a:prstGeom>
          <a:ln w="63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2C57BA77-42CB-E974-35F5-E7792AAA0BB1}"/>
              </a:ext>
            </a:extLst>
          </p:cNvPr>
          <p:cNvCxnSpPr>
            <a:cxnSpLocks/>
            <a:stCxn id="8" idx="2"/>
            <a:endCxn id="56" idx="0"/>
          </p:cNvCxnSpPr>
          <p:nvPr/>
        </p:nvCxnSpPr>
        <p:spPr>
          <a:xfrm rot="5400000">
            <a:off x="5182792" y="426641"/>
            <a:ext cx="215899" cy="2143918"/>
          </a:xfrm>
          <a:prstGeom prst="bentConnector3">
            <a:avLst>
              <a:gd name="adj1" fmla="val 50000"/>
            </a:avLst>
          </a:prstGeom>
          <a:ln w="63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E5F31E48-20C1-9538-87FE-3C6AD621A4FF}"/>
              </a:ext>
            </a:extLst>
          </p:cNvPr>
          <p:cNvCxnSpPr>
            <a:cxnSpLocks/>
            <a:stCxn id="8" idx="2"/>
            <a:endCxn id="55" idx="0"/>
          </p:cNvCxnSpPr>
          <p:nvPr/>
        </p:nvCxnSpPr>
        <p:spPr>
          <a:xfrm rot="5400000">
            <a:off x="4446589" y="-309562"/>
            <a:ext cx="215899" cy="3616324"/>
          </a:xfrm>
          <a:prstGeom prst="bentConnector3">
            <a:avLst>
              <a:gd name="adj1" fmla="val 50000"/>
            </a:avLst>
          </a:prstGeom>
          <a:ln w="63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A7253A2E-1E1A-0243-6C6E-A76981877A69}"/>
              </a:ext>
            </a:extLst>
          </p:cNvPr>
          <p:cNvSpPr/>
          <p:nvPr/>
        </p:nvSpPr>
        <p:spPr bwMode="gray">
          <a:xfrm>
            <a:off x="5000625" y="1606550"/>
            <a:ext cx="1323417" cy="428625"/>
          </a:xfrm>
          <a:prstGeom prst="rect">
            <a:avLst/>
          </a:prstGeom>
          <a:solidFill>
            <a:srgbClr val="594C3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Mining </a:t>
            </a:r>
          </a:p>
        </p:txBody>
      </p:sp>
      <p:sp>
        <p:nvSpPr>
          <p:cNvPr id="25" name="Rectangle 24">
            <a:extLst>
              <a:ext uri="{FF2B5EF4-FFF2-40B4-BE49-F238E27FC236}">
                <a16:creationId xmlns:a16="http://schemas.microsoft.com/office/drawing/2014/main" id="{68166045-234F-1E0E-6F10-65C5B16B36B7}"/>
              </a:ext>
            </a:extLst>
          </p:cNvPr>
          <p:cNvSpPr/>
          <p:nvPr/>
        </p:nvSpPr>
        <p:spPr bwMode="gray">
          <a:xfrm>
            <a:off x="6413500" y="1606550"/>
            <a:ext cx="1439863" cy="428625"/>
          </a:xfrm>
          <a:prstGeom prst="rect">
            <a:avLst/>
          </a:prstGeom>
          <a:solidFill>
            <a:srgbClr val="594C3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Irrigation / Water Supply</a:t>
            </a:r>
          </a:p>
        </p:txBody>
      </p:sp>
      <p:sp>
        <p:nvSpPr>
          <p:cNvPr id="26" name="Rectangle 25">
            <a:extLst>
              <a:ext uri="{FF2B5EF4-FFF2-40B4-BE49-F238E27FC236}">
                <a16:creationId xmlns:a16="http://schemas.microsoft.com/office/drawing/2014/main" id="{1A19DA73-09C8-6F09-14CB-1BDE37FF2586}"/>
              </a:ext>
            </a:extLst>
          </p:cNvPr>
          <p:cNvSpPr/>
          <p:nvPr/>
        </p:nvSpPr>
        <p:spPr bwMode="gray">
          <a:xfrm>
            <a:off x="7945438" y="1606550"/>
            <a:ext cx="1379538" cy="428625"/>
          </a:xfrm>
          <a:prstGeom prst="rect">
            <a:avLst/>
          </a:prstGeom>
          <a:solidFill>
            <a:srgbClr val="594C3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Flood Control</a:t>
            </a:r>
          </a:p>
        </p:txBody>
      </p:sp>
      <p:sp>
        <p:nvSpPr>
          <p:cNvPr id="29" name="Rectangle 28">
            <a:extLst>
              <a:ext uri="{FF2B5EF4-FFF2-40B4-BE49-F238E27FC236}">
                <a16:creationId xmlns:a16="http://schemas.microsoft.com/office/drawing/2014/main" id="{C248AB07-1AC4-66E9-335D-C115B87385C9}"/>
              </a:ext>
            </a:extLst>
          </p:cNvPr>
          <p:cNvSpPr/>
          <p:nvPr/>
        </p:nvSpPr>
        <p:spPr bwMode="gray">
          <a:xfrm>
            <a:off x="9417050" y="1606550"/>
            <a:ext cx="1176338" cy="428625"/>
          </a:xfrm>
          <a:prstGeom prst="rect">
            <a:avLst/>
          </a:prstGeom>
          <a:solidFill>
            <a:srgbClr val="594C3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Tourism</a:t>
            </a:r>
          </a:p>
        </p:txBody>
      </p:sp>
      <p:sp>
        <p:nvSpPr>
          <p:cNvPr id="33" name="Rectangle 32">
            <a:extLst>
              <a:ext uri="{FF2B5EF4-FFF2-40B4-BE49-F238E27FC236}">
                <a16:creationId xmlns:a16="http://schemas.microsoft.com/office/drawing/2014/main" id="{F6D323D8-2D46-C56A-22AC-22A354F4974C}"/>
              </a:ext>
            </a:extLst>
          </p:cNvPr>
          <p:cNvSpPr/>
          <p:nvPr/>
        </p:nvSpPr>
        <p:spPr bwMode="gray">
          <a:xfrm>
            <a:off x="10683875" y="1606550"/>
            <a:ext cx="1296988" cy="428625"/>
          </a:xfrm>
          <a:prstGeom prst="rect">
            <a:avLst/>
          </a:prstGeom>
          <a:solidFill>
            <a:srgbClr val="594C3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Land &amp; Water Bodies</a:t>
            </a:r>
          </a:p>
        </p:txBody>
      </p:sp>
      <p:cxnSp>
        <p:nvCxnSpPr>
          <p:cNvPr id="42" name="Connector: Elbow 41">
            <a:extLst>
              <a:ext uri="{FF2B5EF4-FFF2-40B4-BE49-F238E27FC236}">
                <a16:creationId xmlns:a16="http://schemas.microsoft.com/office/drawing/2014/main" id="{740F2AB1-C17F-E84B-84A8-74EB49139B11}"/>
              </a:ext>
            </a:extLst>
          </p:cNvPr>
          <p:cNvCxnSpPr>
            <a:cxnSpLocks/>
            <a:stCxn id="8" idx="2"/>
            <a:endCxn id="24" idx="0"/>
          </p:cNvCxnSpPr>
          <p:nvPr/>
        </p:nvCxnSpPr>
        <p:spPr>
          <a:xfrm rot="5400000">
            <a:off x="5904568" y="1148417"/>
            <a:ext cx="215899" cy="700366"/>
          </a:xfrm>
          <a:prstGeom prst="bentConnector3">
            <a:avLst>
              <a:gd name="adj1" fmla="val 50000"/>
            </a:avLst>
          </a:prstGeom>
          <a:ln w="63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C2B37066-E98A-105B-FB26-2218542BEA16}"/>
              </a:ext>
            </a:extLst>
          </p:cNvPr>
          <p:cNvCxnSpPr>
            <a:cxnSpLocks/>
            <a:stCxn id="8" idx="2"/>
            <a:endCxn id="26" idx="0"/>
          </p:cNvCxnSpPr>
          <p:nvPr/>
        </p:nvCxnSpPr>
        <p:spPr>
          <a:xfrm rot="16200000" flipH="1">
            <a:off x="7391004" y="362346"/>
            <a:ext cx="215899" cy="2272507"/>
          </a:xfrm>
          <a:prstGeom prst="bentConnector3">
            <a:avLst>
              <a:gd name="adj1" fmla="val 50000"/>
            </a:avLst>
          </a:prstGeom>
          <a:ln w="63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FDD079B5-D0E7-ABAA-C4BA-FE878C238C80}"/>
              </a:ext>
            </a:extLst>
          </p:cNvPr>
          <p:cNvCxnSpPr>
            <a:cxnSpLocks/>
            <a:stCxn id="8" idx="2"/>
            <a:endCxn id="29" idx="0"/>
          </p:cNvCxnSpPr>
          <p:nvPr/>
        </p:nvCxnSpPr>
        <p:spPr>
          <a:xfrm rot="16200000" flipH="1">
            <a:off x="8076010" y="-322660"/>
            <a:ext cx="215899" cy="3642519"/>
          </a:xfrm>
          <a:prstGeom prst="bentConnector3">
            <a:avLst>
              <a:gd name="adj1" fmla="val 50000"/>
            </a:avLst>
          </a:prstGeom>
          <a:ln w="63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F84B67C1-6E7D-E548-6D91-B95F17D716B9}"/>
              </a:ext>
            </a:extLst>
          </p:cNvPr>
          <p:cNvCxnSpPr>
            <a:cxnSpLocks/>
            <a:stCxn id="8" idx="2"/>
            <a:endCxn id="33" idx="0"/>
          </p:cNvCxnSpPr>
          <p:nvPr/>
        </p:nvCxnSpPr>
        <p:spPr>
          <a:xfrm rot="16200000" flipH="1">
            <a:off x="8739585" y="-986235"/>
            <a:ext cx="215899" cy="4969669"/>
          </a:xfrm>
          <a:prstGeom prst="bentConnector3">
            <a:avLst>
              <a:gd name="adj1" fmla="val 50000"/>
            </a:avLst>
          </a:prstGeom>
          <a:ln w="63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17" name="Chart 116">
            <a:extLst>
              <a:ext uri="{FF2B5EF4-FFF2-40B4-BE49-F238E27FC236}">
                <a16:creationId xmlns:a16="http://schemas.microsoft.com/office/drawing/2014/main" id="{F4C7E55C-0EB2-3150-08A3-53AF19859869}"/>
              </a:ext>
            </a:extLst>
          </p:cNvPr>
          <p:cNvGraphicFramePr/>
          <p:nvPr>
            <p:custDataLst>
              <p:tags r:id="rId2"/>
            </p:custDataLst>
            <p:extLst>
              <p:ext uri="{D42A27DB-BD31-4B8C-83A1-F6EECF244321}">
                <p14:modId xmlns:p14="http://schemas.microsoft.com/office/powerpoint/2010/main" val="3104556933"/>
              </p:ext>
            </p:extLst>
          </p:nvPr>
        </p:nvGraphicFramePr>
        <p:xfrm>
          <a:off x="207963" y="2230438"/>
          <a:ext cx="2222500" cy="1403350"/>
        </p:xfrm>
        <a:graphic>
          <a:graphicData uri="http://schemas.openxmlformats.org/drawingml/2006/chart">
            <c:chart xmlns:c="http://schemas.openxmlformats.org/drawingml/2006/chart" xmlns:r="http://schemas.openxmlformats.org/officeDocument/2006/relationships" r:id="rId18"/>
          </a:graphicData>
        </a:graphic>
      </p:graphicFrame>
      <p:cxnSp>
        <p:nvCxnSpPr>
          <p:cNvPr id="140" name="Straight Connector 139">
            <a:extLst>
              <a:ext uri="{FF2B5EF4-FFF2-40B4-BE49-F238E27FC236}">
                <a16:creationId xmlns:a16="http://schemas.microsoft.com/office/drawing/2014/main" id="{397A2956-2586-9A43-7817-7BE736189DB5}"/>
              </a:ext>
            </a:extLst>
          </p:cNvPr>
          <p:cNvCxnSpPr/>
          <p:nvPr>
            <p:custDataLst>
              <p:tags r:id="rId3"/>
            </p:custDataLst>
          </p:nvPr>
        </p:nvCxnSpPr>
        <p:spPr bwMode="auto">
          <a:xfrm flipH="1">
            <a:off x="1606550" y="2505075"/>
            <a:ext cx="88900" cy="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8" name="Text Placeholder 18">
            <a:extLst>
              <a:ext uri="{FF2B5EF4-FFF2-40B4-BE49-F238E27FC236}">
                <a16:creationId xmlns:a16="http://schemas.microsoft.com/office/drawing/2014/main" id="{09C22660-45A9-21CD-B4C2-8AA5FA727AF1}"/>
              </a:ext>
            </a:extLst>
          </p:cNvPr>
          <p:cNvSpPr>
            <a:spLocks noGrp="1"/>
          </p:cNvSpPr>
          <p:nvPr>
            <p:custDataLst>
              <p:tags r:id="rId4"/>
            </p:custDataLst>
          </p:nvPr>
        </p:nvSpPr>
        <p:spPr bwMode="gray">
          <a:xfrm>
            <a:off x="1417638" y="2533650"/>
            <a:ext cx="165100" cy="122238"/>
          </a:xfrm>
          <a:prstGeom prst="rect">
            <a:avLst/>
          </a:prstGeom>
          <a:solidFill>
            <a:srgbClr val="43B02A"/>
          </a:solidFill>
          <a:ln>
            <a:noFill/>
          </a:ln>
          <a:effectLst/>
        </p:spPr>
        <p:txBody>
          <a:bodyPr vert="horz" wrap="none" lIns="17463" tIns="0" rIns="17463"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77F282F1-5955-4CEA-99C6-33AE1BC40B54}" type="datetime'''1''''''''''''''''''''''''''''''''''''''''''''''''4'''">
              <a:rPr kumimoji="0" lang="en-US" altLang="en-US" sz="800" b="0" i="0" u="none" strike="noStrike" kern="1200" cap="none" spc="0" normalizeH="0" baseline="0" noProof="0" smtClean="0">
                <a:ln>
                  <a:noFill/>
                </a:ln>
                <a:solidFill>
                  <a:prstClr val="white"/>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14</a:t>
            </a:fld>
            <a:endParaRPr kumimoji="0" lang="en-US" sz="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endParaRPr>
          </a:p>
        </p:txBody>
      </p:sp>
      <p:sp>
        <p:nvSpPr>
          <p:cNvPr id="137" name="Text Placeholder 18">
            <a:extLst>
              <a:ext uri="{FF2B5EF4-FFF2-40B4-BE49-F238E27FC236}">
                <a16:creationId xmlns:a16="http://schemas.microsoft.com/office/drawing/2014/main" id="{290DE16A-1C06-F568-B3F0-7461C0B88D71}"/>
              </a:ext>
            </a:extLst>
          </p:cNvPr>
          <p:cNvSpPr>
            <a:spLocks noGrp="1"/>
          </p:cNvSpPr>
          <p:nvPr>
            <p:custDataLst>
              <p:tags r:id="rId5"/>
            </p:custDataLst>
          </p:nvPr>
        </p:nvSpPr>
        <p:spPr bwMode="gray">
          <a:xfrm>
            <a:off x="1022350" y="2543175"/>
            <a:ext cx="230188" cy="122238"/>
          </a:xfrm>
          <a:prstGeom prst="rect">
            <a:avLst/>
          </a:prstGeom>
          <a:solidFill>
            <a:schemeClr val="hlink"/>
          </a:solidFill>
          <a:ln>
            <a:noFill/>
          </a:ln>
          <a:effectLst/>
        </p:spPr>
        <p:txBody>
          <a:bodyPr vert="horz" wrap="none" lIns="17463" tIns="0" rIns="17463"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6A64CFBB-62A8-4EC6-BCA4-6DD61C9BF05A}" type="datetime'''''''''''''''''''''1''''''''''4''''''''''7'''''''''''''''''">
              <a:rPr kumimoji="0" lang="en-US" altLang="en-US" sz="800" b="0" i="0" u="none" strike="noStrike" kern="1200" cap="none" spc="0" normalizeH="0" baseline="0" noProof="0" smtClean="0">
                <a:ln>
                  <a:noFill/>
                </a:ln>
                <a:solidFill>
                  <a:prstClr val="white"/>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147</a:t>
            </a:fld>
            <a:endParaRPr kumimoji="0" lang="en-US" sz="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endParaRPr>
          </a:p>
        </p:txBody>
      </p:sp>
      <p:sp>
        <p:nvSpPr>
          <p:cNvPr id="172" name="Rectangle 171">
            <a:extLst>
              <a:ext uri="{FF2B5EF4-FFF2-40B4-BE49-F238E27FC236}">
                <a16:creationId xmlns:a16="http://schemas.microsoft.com/office/drawing/2014/main" id="{30791BE7-10F6-9D86-CAA3-29F4E905DDE1}"/>
              </a:ext>
            </a:extLst>
          </p:cNvPr>
          <p:cNvSpPr/>
          <p:nvPr>
            <p:custDataLst>
              <p:tags r:id="rId6"/>
            </p:custDataLst>
          </p:nvPr>
        </p:nvSpPr>
        <p:spPr bwMode="auto">
          <a:xfrm>
            <a:off x="41275" y="2593975"/>
            <a:ext cx="142875" cy="106363"/>
          </a:xfrm>
          <a:prstGeom prst="rect">
            <a:avLst/>
          </a:prstGeom>
          <a:solidFill>
            <a:srgbClr val="53565A"/>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73" name="Rectangle 172">
            <a:extLst>
              <a:ext uri="{FF2B5EF4-FFF2-40B4-BE49-F238E27FC236}">
                <a16:creationId xmlns:a16="http://schemas.microsoft.com/office/drawing/2014/main" id="{14D7503A-3356-9247-DD73-A16B646EC534}"/>
              </a:ext>
            </a:extLst>
          </p:cNvPr>
          <p:cNvSpPr/>
          <p:nvPr>
            <p:custDataLst>
              <p:tags r:id="rId7"/>
            </p:custDataLst>
          </p:nvPr>
        </p:nvSpPr>
        <p:spPr bwMode="auto">
          <a:xfrm>
            <a:off x="41275" y="2767013"/>
            <a:ext cx="142875" cy="106363"/>
          </a:xfrm>
          <a:prstGeom prst="rect">
            <a:avLst/>
          </a:prstGeom>
          <a:solidFill>
            <a:schemeClr val="hlink"/>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74" name="Rectangle 173">
            <a:extLst>
              <a:ext uri="{FF2B5EF4-FFF2-40B4-BE49-F238E27FC236}">
                <a16:creationId xmlns:a16="http://schemas.microsoft.com/office/drawing/2014/main" id="{BE2DC184-3E47-6F62-2308-A05F568E5ED3}"/>
              </a:ext>
            </a:extLst>
          </p:cNvPr>
          <p:cNvSpPr/>
          <p:nvPr>
            <p:custDataLst>
              <p:tags r:id="rId8"/>
            </p:custDataLst>
          </p:nvPr>
        </p:nvSpPr>
        <p:spPr bwMode="auto">
          <a:xfrm>
            <a:off x="41275" y="2940050"/>
            <a:ext cx="142875" cy="106363"/>
          </a:xfrm>
          <a:prstGeom prst="rect">
            <a:avLst/>
          </a:prstGeom>
          <a:solidFill>
            <a:srgbClr val="43B02A"/>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75" name="Rectangle 174">
            <a:extLst>
              <a:ext uri="{FF2B5EF4-FFF2-40B4-BE49-F238E27FC236}">
                <a16:creationId xmlns:a16="http://schemas.microsoft.com/office/drawing/2014/main" id="{FD4D76AF-C94D-1C70-63E9-1364E9291ADD}"/>
              </a:ext>
            </a:extLst>
          </p:cNvPr>
          <p:cNvSpPr/>
          <p:nvPr>
            <p:custDataLst>
              <p:tags r:id="rId9"/>
            </p:custDataLst>
          </p:nvPr>
        </p:nvSpPr>
        <p:spPr bwMode="auto">
          <a:xfrm>
            <a:off x="41275" y="3113088"/>
            <a:ext cx="142875" cy="106363"/>
          </a:xfrm>
          <a:prstGeom prst="rect">
            <a:avLst/>
          </a:prstGeom>
          <a:solidFill>
            <a:srgbClr val="97999B"/>
          </a:solidFill>
          <a:ln w="19050" algn="ctr">
            <a:noFill/>
            <a:miter lim="800000"/>
            <a:headEnd/>
            <a:tailEnd/>
          </a:ln>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70" name="Text Placeholder 18">
            <a:extLst>
              <a:ext uri="{FF2B5EF4-FFF2-40B4-BE49-F238E27FC236}">
                <a16:creationId xmlns:a16="http://schemas.microsoft.com/office/drawing/2014/main" id="{E04BC8C5-8F76-EEF3-33AF-628FC1483F2A}"/>
              </a:ext>
            </a:extLst>
          </p:cNvPr>
          <p:cNvSpPr>
            <a:spLocks noGrp="1"/>
          </p:cNvSpPr>
          <p:nvPr>
            <p:custDataLst>
              <p:tags r:id="rId10"/>
            </p:custDataLst>
          </p:nvPr>
        </p:nvSpPr>
        <p:spPr bwMode="auto">
          <a:xfrm>
            <a:off x="234950" y="2589213"/>
            <a:ext cx="4175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B1392E1B-032F-45C0-AFEB-078D4B5D47A9}" type="datetime'''''''''''Th''''''''e''''''''''''''''''r''''''ma''''l'''''''">
              <a:rPr kumimoji="0" lang="en-US" altLang="en-US" sz="8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Thermal</a:t>
            </a:fld>
            <a:endParaRPr kumimoji="0" lang="en-US"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endParaRPr>
          </a:p>
        </p:txBody>
      </p:sp>
      <p:sp>
        <p:nvSpPr>
          <p:cNvPr id="166" name="Text Placeholder 18">
            <a:extLst>
              <a:ext uri="{FF2B5EF4-FFF2-40B4-BE49-F238E27FC236}">
                <a16:creationId xmlns:a16="http://schemas.microsoft.com/office/drawing/2014/main" id="{450E7939-A868-9237-0F2C-1785EE5A8EAD}"/>
              </a:ext>
            </a:extLst>
          </p:cNvPr>
          <p:cNvSpPr>
            <a:spLocks noGrp="1"/>
          </p:cNvSpPr>
          <p:nvPr>
            <p:custDataLst>
              <p:tags r:id="rId11"/>
            </p:custDataLst>
          </p:nvPr>
        </p:nvSpPr>
        <p:spPr bwMode="auto">
          <a:xfrm>
            <a:off x="234950" y="2762250"/>
            <a:ext cx="2889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8A12F46B-4641-4A31-8D92-4732735ECE5B}" type="datetime'''''''''''''''H''''''''''''''''''y''''''''''''d''''''''''e''l'">
              <a:rPr kumimoji="0" lang="en-US" altLang="en-US" sz="8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Hydel</a:t>
            </a:fld>
            <a:endParaRPr kumimoji="0" lang="en-US"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endParaRPr>
          </a:p>
        </p:txBody>
      </p:sp>
      <p:sp>
        <p:nvSpPr>
          <p:cNvPr id="169" name="Text Placeholder 18">
            <a:extLst>
              <a:ext uri="{FF2B5EF4-FFF2-40B4-BE49-F238E27FC236}">
                <a16:creationId xmlns:a16="http://schemas.microsoft.com/office/drawing/2014/main" id="{9F6D852D-F6CB-C4A3-C456-27DE0D6A7FCE}"/>
              </a:ext>
            </a:extLst>
          </p:cNvPr>
          <p:cNvSpPr>
            <a:spLocks noGrp="1"/>
          </p:cNvSpPr>
          <p:nvPr>
            <p:custDataLst>
              <p:tags r:id="rId12"/>
            </p:custDataLst>
          </p:nvPr>
        </p:nvSpPr>
        <p:spPr bwMode="auto">
          <a:xfrm>
            <a:off x="234950" y="2935288"/>
            <a:ext cx="2635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129A5A10-3DEA-4408-8499-4C3B34E4D6C1}" type="datetime'S''''''o''la''''''''''''''''''r'''''''''''''''''''">
              <a:rPr kumimoji="0" lang="en-US" altLang="en-US" sz="8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Solar</a:t>
            </a:fld>
            <a:endParaRPr kumimoji="0" lang="en-US"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endParaRPr>
          </a:p>
        </p:txBody>
      </p:sp>
      <p:sp>
        <p:nvSpPr>
          <p:cNvPr id="168" name="Text Placeholder 18">
            <a:extLst>
              <a:ext uri="{FF2B5EF4-FFF2-40B4-BE49-F238E27FC236}">
                <a16:creationId xmlns:a16="http://schemas.microsoft.com/office/drawing/2014/main" id="{780BF2FC-2B67-1FFB-32EE-2089F7E61628}"/>
              </a:ext>
            </a:extLst>
          </p:cNvPr>
          <p:cNvSpPr>
            <a:spLocks noGrp="1"/>
          </p:cNvSpPr>
          <p:nvPr>
            <p:custDataLst>
              <p:tags r:id="rId13"/>
            </p:custDataLst>
          </p:nvPr>
        </p:nvSpPr>
        <p:spPr bwMode="auto">
          <a:xfrm>
            <a:off x="234950" y="3108325"/>
            <a:ext cx="1158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B7D24C5E-5A8E-48E0-B346-FEFC9A4750EA}" type="datetime'''''''''J''''''V'''''''''">
              <a:rPr kumimoji="0" lang="en-US" altLang="en-US" sz="8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JV</a:t>
            </a:fld>
            <a:endParaRPr kumimoji="0" lang="en-US"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Light" panose="020F0302020204030204" pitchFamily="34" charset="0"/>
              <a:sym typeface="Verdana" panose="020B0604030504040204" pitchFamily="34" charset="0"/>
            </a:endParaRPr>
          </a:p>
        </p:txBody>
      </p:sp>
      <p:sp>
        <p:nvSpPr>
          <p:cNvPr id="187" name="TextBox 186">
            <a:extLst>
              <a:ext uri="{FF2B5EF4-FFF2-40B4-BE49-F238E27FC236}">
                <a16:creationId xmlns:a16="http://schemas.microsoft.com/office/drawing/2014/main" id="{8A81B86B-8B0B-A2E5-55F8-BBA8129EBA6E}"/>
              </a:ext>
            </a:extLst>
          </p:cNvPr>
          <p:cNvSpPr txBox="1"/>
          <p:nvPr/>
        </p:nvSpPr>
        <p:spPr>
          <a:xfrm>
            <a:off x="652463" y="2079472"/>
            <a:ext cx="138112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sym typeface="Verdana" panose="020B0604030504040204" pitchFamily="34" charset="0"/>
              </a:rPr>
              <a:t>Installed Capacity - </a:t>
            </a:r>
            <a:fld id="{454D5BBB-622A-4FF3-A559-235D955D909D}" type="datetime'''''''''''''''''''''''''''8,''''''''''0''8''''''''9'''''''''''">
              <a:rPr kumimoji="0" lang="en-US" altLang="en-US" sz="900" b="1"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mn-cs"/>
                <a:sym typeface="Verdana" panose="020B060403050404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8,089</a:t>
            </a:fld>
            <a:r>
              <a:rPr kumimoji="0" lang="en-US" alt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sym typeface="Verdana" panose="020B0604030504040204" pitchFamily="34" charset="0"/>
              </a:rPr>
              <a:t> MW</a:t>
            </a:r>
            <a:endParaRPr kumimoji="0" lang="en-US" sz="900" b="1" i="0" u="none" strike="noStrike" kern="1200" cap="none" spc="0" normalizeH="0" baseline="0" noProof="0">
              <a:ln>
                <a:noFill/>
              </a:ln>
              <a:solidFill>
                <a:prstClr val="black"/>
              </a:solidFill>
              <a:effectLst/>
              <a:uLnTx/>
              <a:uFillTx/>
              <a:latin typeface="Calibri"/>
              <a:ea typeface="+mn-ea"/>
              <a:cs typeface="+mn-cs"/>
            </a:endParaRPr>
          </a:p>
        </p:txBody>
      </p:sp>
      <p:sp>
        <p:nvSpPr>
          <p:cNvPr id="242" name="Rectangle 241">
            <a:extLst>
              <a:ext uri="{FF2B5EF4-FFF2-40B4-BE49-F238E27FC236}">
                <a16:creationId xmlns:a16="http://schemas.microsoft.com/office/drawing/2014/main" id="{0A87B8C4-DED5-2DE8-5E08-8CD0213CD795}"/>
              </a:ext>
            </a:extLst>
          </p:cNvPr>
          <p:cNvSpPr/>
          <p:nvPr/>
        </p:nvSpPr>
        <p:spPr bwMode="gray">
          <a:xfrm>
            <a:off x="2055813" y="2070100"/>
            <a:ext cx="1381125" cy="1403350"/>
          </a:xfrm>
          <a:prstGeom prst="rect">
            <a:avLst/>
          </a:prstGeom>
          <a:solidFill>
            <a:srgbClr val="F3F3EC"/>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44" name="Rectangle 243">
            <a:extLst>
              <a:ext uri="{FF2B5EF4-FFF2-40B4-BE49-F238E27FC236}">
                <a16:creationId xmlns:a16="http://schemas.microsoft.com/office/drawing/2014/main" id="{890B5978-D061-5930-E31C-9B53BE0DC247}"/>
              </a:ext>
            </a:extLst>
          </p:cNvPr>
          <p:cNvSpPr/>
          <p:nvPr/>
        </p:nvSpPr>
        <p:spPr bwMode="gray">
          <a:xfrm>
            <a:off x="3517900" y="2070100"/>
            <a:ext cx="1381125" cy="1403350"/>
          </a:xfrm>
          <a:prstGeom prst="rect">
            <a:avLst/>
          </a:prstGeom>
          <a:solidFill>
            <a:srgbClr val="F3F3EC"/>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45" name="Rectangle 244">
            <a:extLst>
              <a:ext uri="{FF2B5EF4-FFF2-40B4-BE49-F238E27FC236}">
                <a16:creationId xmlns:a16="http://schemas.microsoft.com/office/drawing/2014/main" id="{424A67F9-9E0C-CE0A-7201-D66879FE70DA}"/>
              </a:ext>
            </a:extLst>
          </p:cNvPr>
          <p:cNvSpPr/>
          <p:nvPr/>
        </p:nvSpPr>
        <p:spPr bwMode="gray">
          <a:xfrm>
            <a:off x="4999038" y="2070100"/>
            <a:ext cx="1323417" cy="1403350"/>
          </a:xfrm>
          <a:prstGeom prst="rect">
            <a:avLst/>
          </a:prstGeom>
          <a:solidFill>
            <a:srgbClr val="F3F3EC"/>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46" name="Rectangle 245">
            <a:extLst>
              <a:ext uri="{FF2B5EF4-FFF2-40B4-BE49-F238E27FC236}">
                <a16:creationId xmlns:a16="http://schemas.microsoft.com/office/drawing/2014/main" id="{0BAF543E-30E7-8D3C-D06F-5916FB94A53D}"/>
              </a:ext>
            </a:extLst>
          </p:cNvPr>
          <p:cNvSpPr/>
          <p:nvPr/>
        </p:nvSpPr>
        <p:spPr bwMode="gray">
          <a:xfrm>
            <a:off x="6401914" y="2070100"/>
            <a:ext cx="1451450" cy="1403350"/>
          </a:xfrm>
          <a:prstGeom prst="rect">
            <a:avLst/>
          </a:prstGeom>
          <a:solidFill>
            <a:srgbClr val="F3F3EC"/>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48" name="Rectangle 247">
            <a:extLst>
              <a:ext uri="{FF2B5EF4-FFF2-40B4-BE49-F238E27FC236}">
                <a16:creationId xmlns:a16="http://schemas.microsoft.com/office/drawing/2014/main" id="{2F838973-B99E-3ADB-B138-E5D9BF5BE32E}"/>
              </a:ext>
            </a:extLst>
          </p:cNvPr>
          <p:cNvSpPr/>
          <p:nvPr/>
        </p:nvSpPr>
        <p:spPr bwMode="gray">
          <a:xfrm>
            <a:off x="9417050" y="2076450"/>
            <a:ext cx="1176338" cy="1403350"/>
          </a:xfrm>
          <a:prstGeom prst="rect">
            <a:avLst/>
          </a:prstGeom>
          <a:solidFill>
            <a:srgbClr val="F3F3EC"/>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49" name="Rectangle 248">
            <a:extLst>
              <a:ext uri="{FF2B5EF4-FFF2-40B4-BE49-F238E27FC236}">
                <a16:creationId xmlns:a16="http://schemas.microsoft.com/office/drawing/2014/main" id="{61FB328D-2B07-768A-1C83-832B89DC8349}"/>
              </a:ext>
            </a:extLst>
          </p:cNvPr>
          <p:cNvSpPr/>
          <p:nvPr/>
        </p:nvSpPr>
        <p:spPr bwMode="gray">
          <a:xfrm>
            <a:off x="10683875" y="2076450"/>
            <a:ext cx="1296988" cy="1398588"/>
          </a:xfrm>
          <a:prstGeom prst="rect">
            <a:avLst/>
          </a:prstGeom>
          <a:solidFill>
            <a:srgbClr val="F3F3EC"/>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72" name="Rectangle 271">
            <a:extLst>
              <a:ext uri="{FF2B5EF4-FFF2-40B4-BE49-F238E27FC236}">
                <a16:creationId xmlns:a16="http://schemas.microsoft.com/office/drawing/2014/main" id="{594D802C-3C07-F78B-B5D8-DD484E636DCC}"/>
              </a:ext>
            </a:extLst>
          </p:cNvPr>
          <p:cNvSpPr/>
          <p:nvPr/>
        </p:nvSpPr>
        <p:spPr bwMode="gray">
          <a:xfrm>
            <a:off x="426506" y="4242331"/>
            <a:ext cx="11481358" cy="2310871"/>
          </a:xfrm>
          <a:prstGeom prst="rect">
            <a:avLst/>
          </a:prstGeom>
          <a:noFill/>
          <a:ln w="6350" algn="ctr">
            <a:solidFill>
              <a:srgbClr val="9DD4CF"/>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192FFA23-A890-E148-62C3-A63B086399F2}"/>
              </a:ext>
            </a:extLst>
          </p:cNvPr>
          <p:cNvSpPr/>
          <p:nvPr/>
        </p:nvSpPr>
        <p:spPr bwMode="gray">
          <a:xfrm>
            <a:off x="2096390" y="2236788"/>
            <a:ext cx="1346510" cy="663575"/>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24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~7084</a:t>
            </a:r>
            <a:endPar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6" name="Isosceles Triangle 15">
            <a:extLst>
              <a:ext uri="{FF2B5EF4-FFF2-40B4-BE49-F238E27FC236}">
                <a16:creationId xmlns:a16="http://schemas.microsoft.com/office/drawing/2014/main" id="{F6AE0239-F6DB-E538-D53F-D680C1626E88}"/>
              </a:ext>
            </a:extLst>
          </p:cNvPr>
          <p:cNvSpPr/>
          <p:nvPr/>
        </p:nvSpPr>
        <p:spPr bwMode="gray">
          <a:xfrm rot="10800000">
            <a:off x="957701" y="3578075"/>
            <a:ext cx="10888425" cy="204788"/>
          </a:xfrm>
          <a:prstGeom prst="triangle">
            <a:avLst/>
          </a:prstGeom>
          <a:solidFill>
            <a:srgbClr val="F3F3EC"/>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50" b="1"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FE53EA45-5292-997E-F03D-77F222DE255F}"/>
              </a:ext>
            </a:extLst>
          </p:cNvPr>
          <p:cNvSpPr/>
          <p:nvPr/>
        </p:nvSpPr>
        <p:spPr bwMode="gray">
          <a:xfrm>
            <a:off x="3527228" y="2324100"/>
            <a:ext cx="1379736" cy="479425"/>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24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~1549</a:t>
            </a:r>
            <a:endPar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34" name="TextBox 33">
            <a:extLst>
              <a:ext uri="{FF2B5EF4-FFF2-40B4-BE49-F238E27FC236}">
                <a16:creationId xmlns:a16="http://schemas.microsoft.com/office/drawing/2014/main" id="{2B1E9DB6-A658-9C09-B1EC-280328F6D846}"/>
              </a:ext>
            </a:extLst>
          </p:cNvPr>
          <p:cNvSpPr txBox="1"/>
          <p:nvPr/>
        </p:nvSpPr>
        <p:spPr>
          <a:xfrm>
            <a:off x="2078136" y="2933700"/>
            <a:ext cx="1357115" cy="419987"/>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1200" cap="none" spc="0" normalizeH="0" baseline="0" noProof="0" err="1">
                <a:ln>
                  <a:noFill/>
                </a:ln>
                <a:effectLst/>
                <a:uLnTx/>
                <a:uFillTx/>
                <a:latin typeface="Verdana" panose="020B0604030504040204" pitchFamily="34" charset="0"/>
                <a:ea typeface="Verdana" panose="020B0604030504040204" pitchFamily="34" charset="0"/>
                <a:cs typeface="+mn-cs"/>
              </a:rPr>
              <a:t>ckt</a:t>
            </a:r>
            <a:r>
              <a:rPr kumimoji="0" lang="en-US" sz="105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 Km</a:t>
            </a:r>
            <a:endParaRPr kumimoji="0" lang="en-US" sz="16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05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&gt;132 KV levels</a:t>
            </a:r>
          </a:p>
        </p:txBody>
      </p:sp>
      <p:sp>
        <p:nvSpPr>
          <p:cNvPr id="32" name="TextBox 31">
            <a:extLst>
              <a:ext uri="{FF2B5EF4-FFF2-40B4-BE49-F238E27FC236}">
                <a16:creationId xmlns:a16="http://schemas.microsoft.com/office/drawing/2014/main" id="{ED73794E-04F0-5B0A-D715-1BCCA4EC33A5}"/>
              </a:ext>
            </a:extLst>
          </p:cNvPr>
          <p:cNvSpPr txBox="1"/>
          <p:nvPr/>
        </p:nvSpPr>
        <p:spPr>
          <a:xfrm>
            <a:off x="3515630" y="2924175"/>
            <a:ext cx="1357115" cy="436563"/>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ckt Km</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33/11 KV levels</a:t>
            </a:r>
          </a:p>
        </p:txBody>
      </p:sp>
      <p:sp>
        <p:nvSpPr>
          <p:cNvPr id="36" name="Rectangle 35">
            <a:extLst>
              <a:ext uri="{FF2B5EF4-FFF2-40B4-BE49-F238E27FC236}">
                <a16:creationId xmlns:a16="http://schemas.microsoft.com/office/drawing/2014/main" id="{EDB0893E-797A-E2D7-4AD9-EA7403B9F26F}"/>
              </a:ext>
            </a:extLst>
          </p:cNvPr>
          <p:cNvSpPr/>
          <p:nvPr/>
        </p:nvSpPr>
        <p:spPr bwMode="gray">
          <a:xfrm>
            <a:off x="5035352" y="2316163"/>
            <a:ext cx="1285600" cy="479425"/>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24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6Mn</a:t>
            </a:r>
            <a:endPar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46" name="TextBox 45">
            <a:extLst>
              <a:ext uri="{FF2B5EF4-FFF2-40B4-BE49-F238E27FC236}">
                <a16:creationId xmlns:a16="http://schemas.microsoft.com/office/drawing/2014/main" id="{98BE6842-8122-87BB-7508-EC2ED6F51B5B}"/>
              </a:ext>
            </a:extLst>
          </p:cNvPr>
          <p:cNvSpPr txBox="1"/>
          <p:nvPr/>
        </p:nvSpPr>
        <p:spPr>
          <a:xfrm>
            <a:off x="5016500" y="2905125"/>
            <a:ext cx="1323417" cy="590550"/>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Annual peak coal production capacity</a:t>
            </a:r>
          </a:p>
        </p:txBody>
      </p:sp>
      <p:sp>
        <p:nvSpPr>
          <p:cNvPr id="114" name="Rectangle 113">
            <a:extLst>
              <a:ext uri="{FF2B5EF4-FFF2-40B4-BE49-F238E27FC236}">
                <a16:creationId xmlns:a16="http://schemas.microsoft.com/office/drawing/2014/main" id="{D8C2BA19-C803-12C1-E492-A190A624FFFD}"/>
              </a:ext>
            </a:extLst>
          </p:cNvPr>
          <p:cNvSpPr/>
          <p:nvPr/>
        </p:nvSpPr>
        <p:spPr bwMode="gray">
          <a:xfrm>
            <a:off x="0" y="3870326"/>
            <a:ext cx="12192000" cy="287336"/>
          </a:xfrm>
          <a:custGeom>
            <a:avLst/>
            <a:gdLst>
              <a:gd name="connsiteX0" fmla="*/ 0 w 12192000"/>
              <a:gd name="connsiteY0" fmla="*/ 0 h 287336"/>
              <a:gd name="connsiteX1" fmla="*/ 12192000 w 12192000"/>
              <a:gd name="connsiteY1" fmla="*/ 0 h 287336"/>
              <a:gd name="connsiteX2" fmla="*/ 12192000 w 12192000"/>
              <a:gd name="connsiteY2" fmla="*/ 287336 h 287336"/>
              <a:gd name="connsiteX3" fmla="*/ 0 w 12192000"/>
              <a:gd name="connsiteY3" fmla="*/ 287336 h 287336"/>
              <a:gd name="connsiteX4" fmla="*/ 0 w 12192000"/>
              <a:gd name="connsiteY4" fmla="*/ 0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87336" fill="none" extrusionOk="0">
                <a:moveTo>
                  <a:pt x="0" y="0"/>
                </a:moveTo>
                <a:cubicBezTo>
                  <a:pt x="4426570" y="124681"/>
                  <a:pt x="7274697" y="1669"/>
                  <a:pt x="12192000" y="0"/>
                </a:cubicBezTo>
                <a:cubicBezTo>
                  <a:pt x="12170279" y="90986"/>
                  <a:pt x="12211562" y="175864"/>
                  <a:pt x="12192000" y="287336"/>
                </a:cubicBezTo>
                <a:cubicBezTo>
                  <a:pt x="8521214" y="419870"/>
                  <a:pt x="5338587" y="201853"/>
                  <a:pt x="0" y="287336"/>
                </a:cubicBezTo>
                <a:cubicBezTo>
                  <a:pt x="-5265" y="156878"/>
                  <a:pt x="11601" y="136903"/>
                  <a:pt x="0" y="0"/>
                </a:cubicBezTo>
                <a:close/>
              </a:path>
              <a:path w="12192000" h="287336" stroke="0" extrusionOk="0">
                <a:moveTo>
                  <a:pt x="0" y="0"/>
                </a:moveTo>
                <a:cubicBezTo>
                  <a:pt x="4004199" y="-169964"/>
                  <a:pt x="10762361" y="53942"/>
                  <a:pt x="12192000" y="0"/>
                </a:cubicBezTo>
                <a:cubicBezTo>
                  <a:pt x="12207435" y="97291"/>
                  <a:pt x="12198346" y="253041"/>
                  <a:pt x="12192000" y="287336"/>
                </a:cubicBezTo>
                <a:cubicBezTo>
                  <a:pt x="9328210" y="161171"/>
                  <a:pt x="5170601" y="304325"/>
                  <a:pt x="0" y="287336"/>
                </a:cubicBezTo>
                <a:cubicBezTo>
                  <a:pt x="4247" y="241655"/>
                  <a:pt x="-4743" y="79045"/>
                  <a:pt x="0" y="0"/>
                </a:cubicBezTo>
                <a:close/>
              </a:path>
            </a:pathLst>
          </a:custGeom>
          <a:solidFill>
            <a:srgbClr val="9DD4CF"/>
          </a:solidFill>
          <a:ln w="19050" algn="ctr">
            <a:noFill/>
            <a:miter lim="800000"/>
            <a:headEnd/>
            <a:tailEnd/>
            <a:extLst>
              <a:ext uri="{C807C97D-BFC1-408E-A445-0C87EB9F89A2}">
                <ask:lineSketchStyleProps xmlns:ask="http://schemas.microsoft.com/office/drawing/2018/sketchyshapes" sd="2566096169">
                  <a:prstGeom prst="rect">
                    <a:avLst/>
                  </a:prstGeom>
                  <ask:type>
                    <ask:lineSketchCurve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Indicative set of identified special projects to support DVC’s vision; Best suited projects to be identified using funneling approach</a:t>
            </a:r>
          </a:p>
        </p:txBody>
      </p:sp>
      <p:sp>
        <p:nvSpPr>
          <p:cNvPr id="60" name="Rectangle 59">
            <a:extLst>
              <a:ext uri="{FF2B5EF4-FFF2-40B4-BE49-F238E27FC236}">
                <a16:creationId xmlns:a16="http://schemas.microsoft.com/office/drawing/2014/main" id="{BC72128E-7205-F505-9ADC-09EC4E3C76F2}"/>
              </a:ext>
            </a:extLst>
          </p:cNvPr>
          <p:cNvSpPr/>
          <p:nvPr/>
        </p:nvSpPr>
        <p:spPr bwMode="gray">
          <a:xfrm>
            <a:off x="7943849" y="2076450"/>
            <a:ext cx="1381127" cy="1395413"/>
          </a:xfrm>
          <a:prstGeom prst="rect">
            <a:avLst/>
          </a:prstGeom>
          <a:solidFill>
            <a:srgbClr val="F3F3EC"/>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63" name="Rectangle 62">
            <a:extLst>
              <a:ext uri="{FF2B5EF4-FFF2-40B4-BE49-F238E27FC236}">
                <a16:creationId xmlns:a16="http://schemas.microsoft.com/office/drawing/2014/main" id="{7B8C8CB8-EB57-008E-10C5-D46974147A97}"/>
              </a:ext>
            </a:extLst>
          </p:cNvPr>
          <p:cNvSpPr/>
          <p:nvPr/>
        </p:nvSpPr>
        <p:spPr bwMode="gray">
          <a:xfrm>
            <a:off x="6412523" y="2324100"/>
            <a:ext cx="1447160" cy="479425"/>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24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1.5Bn</a:t>
            </a:r>
            <a:endPar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64" name="TextBox 63">
            <a:extLst>
              <a:ext uri="{FF2B5EF4-FFF2-40B4-BE49-F238E27FC236}">
                <a16:creationId xmlns:a16="http://schemas.microsoft.com/office/drawing/2014/main" id="{86FED74A-4E22-A3C7-0A08-719040DABE06}"/>
              </a:ext>
            </a:extLst>
          </p:cNvPr>
          <p:cNvSpPr txBox="1"/>
          <p:nvPr/>
        </p:nvSpPr>
        <p:spPr>
          <a:xfrm>
            <a:off x="6496666" y="2913063"/>
            <a:ext cx="1357115" cy="434975"/>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Cubic Meter</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Water Allocation</a:t>
            </a:r>
          </a:p>
        </p:txBody>
      </p:sp>
      <p:sp>
        <p:nvSpPr>
          <p:cNvPr id="116" name="TextBox 115">
            <a:extLst>
              <a:ext uri="{FF2B5EF4-FFF2-40B4-BE49-F238E27FC236}">
                <a16:creationId xmlns:a16="http://schemas.microsoft.com/office/drawing/2014/main" id="{8548127D-E062-ADA5-D6B6-553E52CA555B}"/>
              </a:ext>
            </a:extLst>
          </p:cNvPr>
          <p:cNvSpPr txBox="1"/>
          <p:nvPr/>
        </p:nvSpPr>
        <p:spPr>
          <a:xfrm>
            <a:off x="4343651" y="6567900"/>
            <a:ext cx="3826682"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Source – DVC Annual Report 2023-24; Official Website</a:t>
            </a:r>
            <a:endParaRPr kumimoji="0" lang="en-US" sz="800" b="0" i="0" u="none" strike="noStrike" kern="1200" cap="none" spc="0" normalizeH="0" baseline="0" noProof="0">
              <a:ln>
                <a:noFill/>
              </a:ln>
              <a:solidFill>
                <a:prstClr val="black"/>
              </a:solidFill>
              <a:effectLst/>
              <a:uLnTx/>
              <a:uFillTx/>
              <a:latin typeface="Calibri"/>
              <a:ea typeface="+mn-ea"/>
              <a:cs typeface="+mn-cs"/>
            </a:endParaRPr>
          </a:p>
        </p:txBody>
      </p:sp>
      <p:cxnSp>
        <p:nvCxnSpPr>
          <p:cNvPr id="66" name="Connector: Elbow 65">
            <a:extLst>
              <a:ext uri="{FF2B5EF4-FFF2-40B4-BE49-F238E27FC236}">
                <a16:creationId xmlns:a16="http://schemas.microsoft.com/office/drawing/2014/main" id="{3AC3CCC7-383A-81A4-52B1-E1F7BF3FAEE9}"/>
              </a:ext>
            </a:extLst>
          </p:cNvPr>
          <p:cNvCxnSpPr>
            <a:cxnSpLocks/>
            <a:stCxn id="8" idx="2"/>
            <a:endCxn id="25" idx="0"/>
          </p:cNvCxnSpPr>
          <p:nvPr/>
        </p:nvCxnSpPr>
        <p:spPr>
          <a:xfrm rot="16200000" flipH="1">
            <a:off x="6640117" y="1113234"/>
            <a:ext cx="215899" cy="770732"/>
          </a:xfrm>
          <a:prstGeom prst="bentConnector3">
            <a:avLst>
              <a:gd name="adj1" fmla="val 50000"/>
            </a:avLst>
          </a:prstGeom>
          <a:ln w="6350">
            <a:solidFill>
              <a:schemeClr val="bg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D7AEA50-9508-9124-99EE-AF3AC14525F1}"/>
              </a:ext>
            </a:extLst>
          </p:cNvPr>
          <p:cNvSpPr txBox="1"/>
          <p:nvPr/>
        </p:nvSpPr>
        <p:spPr>
          <a:xfrm>
            <a:off x="7967861" y="2873375"/>
            <a:ext cx="1357115" cy="520700"/>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Reservoir Level- Above conservation level - </a:t>
            </a:r>
            <a:r>
              <a:rPr kumimoji="0" lang="en-US" sz="900" b="0" i="0" u="none" strike="noStrike" kern="1200" cap="none" spc="0" normalizeH="0" baseline="0" noProof="0" err="1">
                <a:ln>
                  <a:noFill/>
                </a:ln>
                <a:effectLst/>
                <a:uLnTx/>
                <a:uFillTx/>
                <a:latin typeface="Verdana" panose="020B0604030504040204" pitchFamily="34" charset="0"/>
                <a:ea typeface="Verdana" panose="020B0604030504040204" pitchFamily="34" charset="0"/>
                <a:cs typeface="+mn-cs"/>
              </a:rPr>
              <a:t>Maithon</a:t>
            </a:r>
            <a:endParaRPr kumimoji="0" lang="en-US" sz="9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84" name="Rectangle 83">
            <a:extLst>
              <a:ext uri="{FF2B5EF4-FFF2-40B4-BE49-F238E27FC236}">
                <a16:creationId xmlns:a16="http://schemas.microsoft.com/office/drawing/2014/main" id="{9DAA180E-7E65-2F06-6AAD-EE94C5F81B70}"/>
              </a:ext>
            </a:extLst>
          </p:cNvPr>
          <p:cNvSpPr/>
          <p:nvPr/>
        </p:nvSpPr>
        <p:spPr bwMode="gray">
          <a:xfrm>
            <a:off x="9423015" y="2276475"/>
            <a:ext cx="1170373" cy="479425"/>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24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04</a:t>
            </a:r>
            <a:endPar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85" name="TextBox 84">
            <a:extLst>
              <a:ext uri="{FF2B5EF4-FFF2-40B4-BE49-F238E27FC236}">
                <a16:creationId xmlns:a16="http://schemas.microsoft.com/office/drawing/2014/main" id="{D92C051B-8070-DB83-13C7-1BF28CA1FA05}"/>
              </a:ext>
            </a:extLst>
          </p:cNvPr>
          <p:cNvSpPr txBox="1"/>
          <p:nvPr/>
        </p:nvSpPr>
        <p:spPr>
          <a:xfrm>
            <a:off x="9423015" y="2900363"/>
            <a:ext cx="1170373" cy="520700"/>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Dams (</a:t>
            </a:r>
            <a:r>
              <a:rPr kumimoji="0" lang="en-US" sz="900" b="0" i="0" u="none" strike="noStrike" kern="1200" cap="none" spc="0" normalizeH="0" baseline="0" noProof="0" err="1">
                <a:ln>
                  <a:noFill/>
                </a:ln>
                <a:effectLst/>
                <a:uLnTx/>
                <a:uFillTx/>
                <a:latin typeface="Verdana" panose="020B0604030504040204" pitchFamily="34" charset="0"/>
                <a:ea typeface="Verdana" panose="020B0604030504040204" pitchFamily="34" charset="0"/>
                <a:cs typeface="+mn-cs"/>
              </a:rPr>
              <a:t>Maithon</a:t>
            </a:r>
            <a:r>
              <a:rPr kumimoji="0" lang="en-US" sz="9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 </a:t>
            </a:r>
            <a:r>
              <a:rPr kumimoji="0" lang="en-US" sz="900" b="0" i="0" u="none" strike="noStrike" kern="1200" cap="none" spc="0" normalizeH="0" baseline="0" noProof="0" err="1">
                <a:ln>
                  <a:noFill/>
                </a:ln>
                <a:effectLst/>
                <a:uLnTx/>
                <a:uFillTx/>
                <a:latin typeface="Verdana" panose="020B0604030504040204" pitchFamily="34" charset="0"/>
                <a:ea typeface="Verdana" panose="020B0604030504040204" pitchFamily="34" charset="0"/>
                <a:cs typeface="+mn-cs"/>
              </a:rPr>
              <a:t>Panchet</a:t>
            </a:r>
            <a:r>
              <a:rPr kumimoji="0" lang="en-US" sz="9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 </a:t>
            </a:r>
            <a:r>
              <a:rPr kumimoji="0" lang="en-US" sz="900" b="0" i="0" u="none" strike="noStrike" kern="1200" cap="none" spc="0" normalizeH="0" baseline="0" noProof="0" err="1">
                <a:ln>
                  <a:noFill/>
                </a:ln>
                <a:effectLst/>
                <a:uLnTx/>
                <a:uFillTx/>
                <a:latin typeface="Verdana" panose="020B0604030504040204" pitchFamily="34" charset="0"/>
                <a:ea typeface="Verdana" panose="020B0604030504040204" pitchFamily="34" charset="0"/>
                <a:cs typeface="+mn-cs"/>
              </a:rPr>
              <a:t>Konar</a:t>
            </a:r>
            <a:r>
              <a:rPr kumimoji="0" lang="en-US" sz="9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 and </a:t>
            </a:r>
            <a:r>
              <a:rPr kumimoji="0" lang="en-US" sz="900" b="0" i="0" u="none" strike="noStrike" kern="1200" cap="none" spc="0" normalizeH="0" baseline="0" noProof="0" err="1">
                <a:ln>
                  <a:noFill/>
                </a:ln>
                <a:effectLst/>
                <a:uLnTx/>
                <a:uFillTx/>
                <a:latin typeface="Verdana" panose="020B0604030504040204" pitchFamily="34" charset="0"/>
                <a:ea typeface="Verdana" panose="020B0604030504040204" pitchFamily="34" charset="0"/>
                <a:cs typeface="+mn-cs"/>
              </a:rPr>
              <a:t>Tilaiya</a:t>
            </a:r>
            <a:r>
              <a:rPr kumimoji="0" lang="en-US" sz="9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a:t>
            </a:r>
          </a:p>
        </p:txBody>
      </p:sp>
      <p:sp>
        <p:nvSpPr>
          <p:cNvPr id="89" name="TextBox 88">
            <a:extLst>
              <a:ext uri="{FF2B5EF4-FFF2-40B4-BE49-F238E27FC236}">
                <a16:creationId xmlns:a16="http://schemas.microsoft.com/office/drawing/2014/main" id="{78DDA95B-426D-2550-2C2B-BBB4712B0516}"/>
              </a:ext>
            </a:extLst>
          </p:cNvPr>
          <p:cNvSpPr txBox="1"/>
          <p:nvPr/>
        </p:nvSpPr>
        <p:spPr>
          <a:xfrm>
            <a:off x="10653811" y="2908921"/>
            <a:ext cx="1357115" cy="5200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Land Area (Acres)/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flood reserve capacity (acre feet</a:t>
            </a:r>
            <a:r>
              <a:rPr kumimoji="0" lang="en-US" sz="8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a:t>
            </a:r>
          </a:p>
        </p:txBody>
      </p:sp>
      <p:sp>
        <p:nvSpPr>
          <p:cNvPr id="92" name="Rectangle 91">
            <a:extLst>
              <a:ext uri="{FF2B5EF4-FFF2-40B4-BE49-F238E27FC236}">
                <a16:creationId xmlns:a16="http://schemas.microsoft.com/office/drawing/2014/main" id="{28DA2EF5-DC3B-C527-42B9-0AECFE28ADFC}"/>
              </a:ext>
            </a:extLst>
          </p:cNvPr>
          <p:cNvSpPr/>
          <p:nvPr/>
        </p:nvSpPr>
        <p:spPr bwMode="gray">
          <a:xfrm>
            <a:off x="10683875" y="2255838"/>
            <a:ext cx="1296988" cy="584200"/>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91k/</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0.95Mn</a:t>
            </a:r>
            <a:endParaRPr kumimoji="0" lang="en-US" sz="105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139" name="Rectangle 138">
            <a:extLst>
              <a:ext uri="{FF2B5EF4-FFF2-40B4-BE49-F238E27FC236}">
                <a16:creationId xmlns:a16="http://schemas.microsoft.com/office/drawing/2014/main" id="{9A7D50D7-2441-31A7-51E3-E3509954CE03}"/>
              </a:ext>
            </a:extLst>
          </p:cNvPr>
          <p:cNvSpPr/>
          <p:nvPr/>
        </p:nvSpPr>
        <p:spPr bwMode="gray">
          <a:xfrm>
            <a:off x="519325" y="6247509"/>
            <a:ext cx="11266470" cy="230601"/>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Capacity Building; Compliances – FGD, Fly Ash Utilization, Biomass Co-firing  </a:t>
            </a:r>
          </a:p>
        </p:txBody>
      </p:sp>
      <p:sp>
        <p:nvSpPr>
          <p:cNvPr id="72" name="Rectangle 71">
            <a:extLst>
              <a:ext uri="{FF2B5EF4-FFF2-40B4-BE49-F238E27FC236}">
                <a16:creationId xmlns:a16="http://schemas.microsoft.com/office/drawing/2014/main" id="{8AEB9DBB-43C8-CC78-780B-6CCBD9F05076}"/>
              </a:ext>
            </a:extLst>
          </p:cNvPr>
          <p:cNvSpPr/>
          <p:nvPr/>
        </p:nvSpPr>
        <p:spPr bwMode="gray">
          <a:xfrm>
            <a:off x="533947" y="4329958"/>
            <a:ext cx="3291840" cy="242033"/>
          </a:xfrm>
          <a:prstGeom prst="rect">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CORE</a:t>
            </a:r>
          </a:p>
        </p:txBody>
      </p:sp>
      <p:sp>
        <p:nvSpPr>
          <p:cNvPr id="73" name="Freeform 26">
            <a:extLst>
              <a:ext uri="{FF2B5EF4-FFF2-40B4-BE49-F238E27FC236}">
                <a16:creationId xmlns:a16="http://schemas.microsoft.com/office/drawing/2014/main" id="{57DA1FC2-8905-B198-AED6-3520457C598B}"/>
              </a:ext>
            </a:extLst>
          </p:cNvPr>
          <p:cNvSpPr>
            <a:spLocks noEditPoints="1"/>
          </p:cNvSpPr>
          <p:nvPr/>
        </p:nvSpPr>
        <p:spPr bwMode="auto">
          <a:xfrm>
            <a:off x="536646" y="4637910"/>
            <a:ext cx="1588485" cy="487073"/>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Thermal Expansion</a:t>
            </a:r>
          </a:p>
        </p:txBody>
      </p:sp>
      <p:sp>
        <p:nvSpPr>
          <p:cNvPr id="74" name="Freeform 26">
            <a:extLst>
              <a:ext uri="{FF2B5EF4-FFF2-40B4-BE49-F238E27FC236}">
                <a16:creationId xmlns:a16="http://schemas.microsoft.com/office/drawing/2014/main" id="{24167305-F056-1E8A-AA1D-048DF5FB4CC2}"/>
              </a:ext>
            </a:extLst>
          </p:cNvPr>
          <p:cNvSpPr>
            <a:spLocks noEditPoints="1"/>
          </p:cNvSpPr>
          <p:nvPr/>
        </p:nvSpPr>
        <p:spPr bwMode="auto">
          <a:xfrm>
            <a:off x="519325" y="5160236"/>
            <a:ext cx="1588485" cy="487073"/>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Renovation &amp; Modernization</a:t>
            </a:r>
          </a:p>
        </p:txBody>
      </p:sp>
      <p:sp>
        <p:nvSpPr>
          <p:cNvPr id="75" name="Freeform 26">
            <a:extLst>
              <a:ext uri="{FF2B5EF4-FFF2-40B4-BE49-F238E27FC236}">
                <a16:creationId xmlns:a16="http://schemas.microsoft.com/office/drawing/2014/main" id="{DA91FCB6-485A-6020-4B6E-813BD20F3AC6}"/>
              </a:ext>
            </a:extLst>
          </p:cNvPr>
          <p:cNvSpPr>
            <a:spLocks noEditPoints="1"/>
          </p:cNvSpPr>
          <p:nvPr/>
        </p:nvSpPr>
        <p:spPr bwMode="auto">
          <a:xfrm>
            <a:off x="2155537" y="4636712"/>
            <a:ext cx="1622524" cy="487073"/>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Geographical Expansion</a:t>
            </a:r>
          </a:p>
        </p:txBody>
      </p:sp>
      <p:sp>
        <p:nvSpPr>
          <p:cNvPr id="76" name="Freeform 26">
            <a:extLst>
              <a:ext uri="{FF2B5EF4-FFF2-40B4-BE49-F238E27FC236}">
                <a16:creationId xmlns:a16="http://schemas.microsoft.com/office/drawing/2014/main" id="{281D767D-F226-56E1-6576-9F357C3E2FA5}"/>
              </a:ext>
            </a:extLst>
          </p:cNvPr>
          <p:cNvSpPr>
            <a:spLocks noEditPoints="1"/>
          </p:cNvSpPr>
          <p:nvPr/>
        </p:nvSpPr>
        <p:spPr bwMode="auto">
          <a:xfrm>
            <a:off x="526768" y="5684794"/>
            <a:ext cx="1028204" cy="487073"/>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11kV/LT Expansion</a:t>
            </a:r>
          </a:p>
        </p:txBody>
      </p:sp>
      <p:sp>
        <p:nvSpPr>
          <p:cNvPr id="77" name="Freeform 26">
            <a:extLst>
              <a:ext uri="{FF2B5EF4-FFF2-40B4-BE49-F238E27FC236}">
                <a16:creationId xmlns:a16="http://schemas.microsoft.com/office/drawing/2014/main" id="{454488A6-8C48-5558-A32E-47FC0C7C49E8}"/>
              </a:ext>
            </a:extLst>
          </p:cNvPr>
          <p:cNvSpPr>
            <a:spLocks noEditPoints="1"/>
          </p:cNvSpPr>
          <p:nvPr/>
        </p:nvSpPr>
        <p:spPr bwMode="auto">
          <a:xfrm>
            <a:off x="1596148" y="5668914"/>
            <a:ext cx="1077100" cy="487073"/>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New Mine Acquisition</a:t>
            </a:r>
          </a:p>
        </p:txBody>
      </p:sp>
      <p:sp>
        <p:nvSpPr>
          <p:cNvPr id="78" name="Freeform 26">
            <a:extLst>
              <a:ext uri="{FF2B5EF4-FFF2-40B4-BE49-F238E27FC236}">
                <a16:creationId xmlns:a16="http://schemas.microsoft.com/office/drawing/2014/main" id="{56DB48D1-084B-2CE5-AE7D-F72C27909A48}"/>
              </a:ext>
            </a:extLst>
          </p:cNvPr>
          <p:cNvSpPr>
            <a:spLocks noEditPoints="1"/>
          </p:cNvSpPr>
          <p:nvPr/>
        </p:nvSpPr>
        <p:spPr bwMode="auto">
          <a:xfrm>
            <a:off x="2684404" y="5662020"/>
            <a:ext cx="1093656" cy="487073"/>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Commercial Mining</a:t>
            </a:r>
          </a:p>
        </p:txBody>
      </p:sp>
      <p:sp>
        <p:nvSpPr>
          <p:cNvPr id="79" name="Rectangle 78">
            <a:extLst>
              <a:ext uri="{FF2B5EF4-FFF2-40B4-BE49-F238E27FC236}">
                <a16:creationId xmlns:a16="http://schemas.microsoft.com/office/drawing/2014/main" id="{6D2E56A5-E18B-9182-246B-5E21C432278C}"/>
              </a:ext>
            </a:extLst>
          </p:cNvPr>
          <p:cNvSpPr/>
          <p:nvPr/>
        </p:nvSpPr>
        <p:spPr bwMode="gray">
          <a:xfrm>
            <a:off x="3933228" y="4327525"/>
            <a:ext cx="2892776" cy="238650"/>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DIVERSIFICATION / RENEWABLES</a:t>
            </a:r>
          </a:p>
        </p:txBody>
      </p:sp>
      <p:sp>
        <p:nvSpPr>
          <p:cNvPr id="80" name="Freeform 26">
            <a:extLst>
              <a:ext uri="{FF2B5EF4-FFF2-40B4-BE49-F238E27FC236}">
                <a16:creationId xmlns:a16="http://schemas.microsoft.com/office/drawing/2014/main" id="{D58BE06B-6188-C41F-3A64-CF81626BA061}"/>
              </a:ext>
            </a:extLst>
          </p:cNvPr>
          <p:cNvSpPr>
            <a:spLocks noEditPoints="1"/>
          </p:cNvSpPr>
          <p:nvPr/>
        </p:nvSpPr>
        <p:spPr bwMode="auto">
          <a:xfrm>
            <a:off x="3893691" y="4620327"/>
            <a:ext cx="1419285" cy="493738"/>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3"/>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Alternate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Energy </a:t>
            </a:r>
          </a:p>
        </p:txBody>
      </p:sp>
      <p:sp>
        <p:nvSpPr>
          <p:cNvPr id="81" name="Freeform 26">
            <a:extLst>
              <a:ext uri="{FF2B5EF4-FFF2-40B4-BE49-F238E27FC236}">
                <a16:creationId xmlns:a16="http://schemas.microsoft.com/office/drawing/2014/main" id="{1F764371-3A35-62A1-7810-6D944988020A}"/>
              </a:ext>
            </a:extLst>
          </p:cNvPr>
          <p:cNvSpPr>
            <a:spLocks noEditPoints="1"/>
          </p:cNvSpPr>
          <p:nvPr/>
        </p:nvSpPr>
        <p:spPr bwMode="auto">
          <a:xfrm>
            <a:off x="3906247" y="5179984"/>
            <a:ext cx="1419285" cy="49373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3"/>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Floating Solar </a:t>
            </a:r>
          </a:p>
        </p:txBody>
      </p:sp>
      <p:sp>
        <p:nvSpPr>
          <p:cNvPr id="83" name="Freeform 26">
            <a:extLst>
              <a:ext uri="{FF2B5EF4-FFF2-40B4-BE49-F238E27FC236}">
                <a16:creationId xmlns:a16="http://schemas.microsoft.com/office/drawing/2014/main" id="{4F1630DB-98C8-0A46-0B13-DF4EC13ADFB6}"/>
              </a:ext>
            </a:extLst>
          </p:cNvPr>
          <p:cNvSpPr>
            <a:spLocks noEditPoints="1"/>
          </p:cNvSpPr>
          <p:nvPr/>
        </p:nvSpPr>
        <p:spPr bwMode="auto">
          <a:xfrm>
            <a:off x="5303813" y="4609475"/>
            <a:ext cx="1522191" cy="493738"/>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3"/>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Pumped Storage</a:t>
            </a:r>
          </a:p>
        </p:txBody>
      </p:sp>
      <p:sp>
        <p:nvSpPr>
          <p:cNvPr id="86" name="Freeform 26">
            <a:extLst>
              <a:ext uri="{FF2B5EF4-FFF2-40B4-BE49-F238E27FC236}">
                <a16:creationId xmlns:a16="http://schemas.microsoft.com/office/drawing/2014/main" id="{FB48AB69-39D3-BAA9-9DDD-2FDD1CF8793B}"/>
              </a:ext>
            </a:extLst>
          </p:cNvPr>
          <p:cNvSpPr>
            <a:spLocks noEditPoints="1"/>
          </p:cNvSpPr>
          <p:nvPr/>
        </p:nvSpPr>
        <p:spPr bwMode="auto">
          <a:xfrm>
            <a:off x="5325532" y="5168281"/>
            <a:ext cx="1522191" cy="49373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3"/>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Nuclear, Green Hydrogen</a:t>
            </a:r>
          </a:p>
        </p:txBody>
      </p:sp>
      <p:sp>
        <p:nvSpPr>
          <p:cNvPr id="87" name="Freeform 26">
            <a:extLst>
              <a:ext uri="{FF2B5EF4-FFF2-40B4-BE49-F238E27FC236}">
                <a16:creationId xmlns:a16="http://schemas.microsoft.com/office/drawing/2014/main" id="{AE2F76BF-5214-0EE2-3624-AED4394B7378}"/>
              </a:ext>
            </a:extLst>
          </p:cNvPr>
          <p:cNvSpPr>
            <a:spLocks noEditPoints="1"/>
          </p:cNvSpPr>
          <p:nvPr/>
        </p:nvSpPr>
        <p:spPr bwMode="auto">
          <a:xfrm>
            <a:off x="2125131" y="5144953"/>
            <a:ext cx="1652929" cy="487073"/>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Capacity Augmentation</a:t>
            </a:r>
          </a:p>
        </p:txBody>
      </p:sp>
      <p:sp>
        <p:nvSpPr>
          <p:cNvPr id="90" name="Rectangle 89">
            <a:extLst>
              <a:ext uri="{FF2B5EF4-FFF2-40B4-BE49-F238E27FC236}">
                <a16:creationId xmlns:a16="http://schemas.microsoft.com/office/drawing/2014/main" id="{8031214B-A4C4-10F0-25A0-150F4A27D76D}"/>
              </a:ext>
            </a:extLst>
          </p:cNvPr>
          <p:cNvSpPr/>
          <p:nvPr/>
        </p:nvSpPr>
        <p:spPr bwMode="gray">
          <a:xfrm>
            <a:off x="6951125" y="4329957"/>
            <a:ext cx="2049452" cy="230601"/>
          </a:xfrm>
          <a:prstGeom prst="rect">
            <a:avLst/>
          </a:prstGeom>
          <a:solidFill>
            <a:srgbClr val="005587"/>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STRATEGIC INITATIVES</a:t>
            </a:r>
          </a:p>
        </p:txBody>
      </p:sp>
      <p:sp>
        <p:nvSpPr>
          <p:cNvPr id="91" name="Freeform 26">
            <a:extLst>
              <a:ext uri="{FF2B5EF4-FFF2-40B4-BE49-F238E27FC236}">
                <a16:creationId xmlns:a16="http://schemas.microsoft.com/office/drawing/2014/main" id="{466A3185-D3F2-68FD-3C48-065B58353048}"/>
              </a:ext>
            </a:extLst>
          </p:cNvPr>
          <p:cNvSpPr>
            <a:spLocks noEditPoints="1"/>
          </p:cNvSpPr>
          <p:nvPr/>
        </p:nvSpPr>
        <p:spPr bwMode="auto">
          <a:xfrm>
            <a:off x="6983156" y="4633379"/>
            <a:ext cx="1993184" cy="493738"/>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005587"/>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Smart Grid,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IT/OT Interventions </a:t>
            </a:r>
          </a:p>
        </p:txBody>
      </p:sp>
      <p:sp>
        <p:nvSpPr>
          <p:cNvPr id="94" name="Freeform 26">
            <a:extLst>
              <a:ext uri="{FF2B5EF4-FFF2-40B4-BE49-F238E27FC236}">
                <a16:creationId xmlns:a16="http://schemas.microsoft.com/office/drawing/2014/main" id="{EABDD7F8-1398-E852-954E-573D1610ED6B}"/>
              </a:ext>
            </a:extLst>
          </p:cNvPr>
          <p:cNvSpPr>
            <a:spLocks noEditPoints="1"/>
          </p:cNvSpPr>
          <p:nvPr/>
        </p:nvSpPr>
        <p:spPr bwMode="auto">
          <a:xfrm>
            <a:off x="6951125" y="5181562"/>
            <a:ext cx="2082538" cy="493738"/>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005587"/>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Cost Optimization</a:t>
            </a:r>
          </a:p>
        </p:txBody>
      </p:sp>
      <p:sp>
        <p:nvSpPr>
          <p:cNvPr id="95" name="Freeform 26">
            <a:extLst>
              <a:ext uri="{FF2B5EF4-FFF2-40B4-BE49-F238E27FC236}">
                <a16:creationId xmlns:a16="http://schemas.microsoft.com/office/drawing/2014/main" id="{ACA736D0-809D-06AB-7451-377FBCDC2739}"/>
              </a:ext>
            </a:extLst>
          </p:cNvPr>
          <p:cNvSpPr>
            <a:spLocks noEditPoints="1"/>
          </p:cNvSpPr>
          <p:nvPr/>
        </p:nvSpPr>
        <p:spPr bwMode="auto">
          <a:xfrm>
            <a:off x="6951125" y="5718889"/>
            <a:ext cx="2082538" cy="45484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005587"/>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Efficiency Improvement</a:t>
            </a:r>
          </a:p>
        </p:txBody>
      </p:sp>
      <p:sp>
        <p:nvSpPr>
          <p:cNvPr id="96" name="Rectangle 95">
            <a:extLst>
              <a:ext uri="{FF2B5EF4-FFF2-40B4-BE49-F238E27FC236}">
                <a16:creationId xmlns:a16="http://schemas.microsoft.com/office/drawing/2014/main" id="{053F629B-554A-4842-E71E-92C6EEDF6A32}"/>
              </a:ext>
            </a:extLst>
          </p:cNvPr>
          <p:cNvSpPr/>
          <p:nvPr/>
        </p:nvSpPr>
        <p:spPr bwMode="gray">
          <a:xfrm>
            <a:off x="9113307" y="4322549"/>
            <a:ext cx="1328835" cy="238009"/>
          </a:xfrm>
          <a:prstGeom prst="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ENVIRONMENT</a:t>
            </a:r>
          </a:p>
        </p:txBody>
      </p:sp>
      <p:sp>
        <p:nvSpPr>
          <p:cNvPr id="97" name="Rectangle 96">
            <a:extLst>
              <a:ext uri="{FF2B5EF4-FFF2-40B4-BE49-F238E27FC236}">
                <a16:creationId xmlns:a16="http://schemas.microsoft.com/office/drawing/2014/main" id="{9D54EF21-3873-12F2-D39E-08EEF99958CD}"/>
              </a:ext>
            </a:extLst>
          </p:cNvPr>
          <p:cNvSpPr/>
          <p:nvPr/>
        </p:nvSpPr>
        <p:spPr bwMode="gray">
          <a:xfrm>
            <a:off x="10554872" y="4322550"/>
            <a:ext cx="1244386" cy="234046"/>
          </a:xfrm>
          <a:prstGeom prst="rect">
            <a:avLst/>
          </a:prstGeom>
          <a:solidFill>
            <a:schemeClr val="tx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100">
                <a:solidFill>
                  <a:schemeClr val="bg1"/>
                </a:solidFill>
                <a:latin typeface="Verdana" panose="020B0604030504040204" pitchFamily="34" charset="0"/>
                <a:ea typeface="Verdana" panose="020B0604030504040204" pitchFamily="34" charset="0"/>
              </a:rPr>
              <a:t>OTHERS</a:t>
            </a:r>
            <a:endPar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98" name="Freeform 26">
            <a:extLst>
              <a:ext uri="{FF2B5EF4-FFF2-40B4-BE49-F238E27FC236}">
                <a16:creationId xmlns:a16="http://schemas.microsoft.com/office/drawing/2014/main" id="{CA19A036-72D0-6983-A431-7309CC1A7B25}"/>
              </a:ext>
            </a:extLst>
          </p:cNvPr>
          <p:cNvSpPr>
            <a:spLocks noEditPoints="1"/>
          </p:cNvSpPr>
          <p:nvPr/>
        </p:nvSpPr>
        <p:spPr bwMode="auto">
          <a:xfrm>
            <a:off x="4603333" y="5675300"/>
            <a:ext cx="1474400" cy="493738"/>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3"/>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Solar Irrigation</a:t>
            </a:r>
          </a:p>
        </p:txBody>
      </p:sp>
      <p:sp>
        <p:nvSpPr>
          <p:cNvPr id="99" name="Freeform 26">
            <a:extLst>
              <a:ext uri="{FF2B5EF4-FFF2-40B4-BE49-F238E27FC236}">
                <a16:creationId xmlns:a16="http://schemas.microsoft.com/office/drawing/2014/main" id="{55BC0514-F103-261D-5863-2804130C689A}"/>
              </a:ext>
            </a:extLst>
          </p:cNvPr>
          <p:cNvSpPr>
            <a:spLocks noEditPoints="1"/>
          </p:cNvSpPr>
          <p:nvPr/>
        </p:nvSpPr>
        <p:spPr bwMode="auto">
          <a:xfrm>
            <a:off x="9033663" y="4633379"/>
            <a:ext cx="1436760" cy="493738"/>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046A38"/>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Soil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Conservation</a:t>
            </a:r>
          </a:p>
        </p:txBody>
      </p:sp>
      <p:sp>
        <p:nvSpPr>
          <p:cNvPr id="100" name="Freeform 26">
            <a:extLst>
              <a:ext uri="{FF2B5EF4-FFF2-40B4-BE49-F238E27FC236}">
                <a16:creationId xmlns:a16="http://schemas.microsoft.com/office/drawing/2014/main" id="{D3A32F97-F4FF-F70D-FDA7-FB011EF26A1E}"/>
              </a:ext>
            </a:extLst>
          </p:cNvPr>
          <p:cNvSpPr>
            <a:spLocks noEditPoints="1"/>
          </p:cNvSpPr>
          <p:nvPr/>
        </p:nvSpPr>
        <p:spPr bwMode="auto">
          <a:xfrm>
            <a:off x="9033663" y="5175285"/>
            <a:ext cx="1436760" cy="493738"/>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046A38"/>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Fish Farming</a:t>
            </a:r>
          </a:p>
        </p:txBody>
      </p:sp>
      <p:sp>
        <p:nvSpPr>
          <p:cNvPr id="101" name="Freeform 26">
            <a:extLst>
              <a:ext uri="{FF2B5EF4-FFF2-40B4-BE49-F238E27FC236}">
                <a16:creationId xmlns:a16="http://schemas.microsoft.com/office/drawing/2014/main" id="{958E1718-B0CC-28A1-A507-5E82763938E1}"/>
              </a:ext>
            </a:extLst>
          </p:cNvPr>
          <p:cNvSpPr>
            <a:spLocks noEditPoints="1"/>
          </p:cNvSpPr>
          <p:nvPr/>
        </p:nvSpPr>
        <p:spPr bwMode="auto">
          <a:xfrm>
            <a:off x="10499766" y="4626176"/>
            <a:ext cx="1307146" cy="493738"/>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53565A"/>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Industrial Water</a:t>
            </a:r>
          </a:p>
        </p:txBody>
      </p:sp>
      <p:sp>
        <p:nvSpPr>
          <p:cNvPr id="102" name="Freeform 26">
            <a:extLst>
              <a:ext uri="{FF2B5EF4-FFF2-40B4-BE49-F238E27FC236}">
                <a16:creationId xmlns:a16="http://schemas.microsoft.com/office/drawing/2014/main" id="{8A2EB036-9274-14FC-098B-4B610102C39A}"/>
              </a:ext>
            </a:extLst>
          </p:cNvPr>
          <p:cNvSpPr>
            <a:spLocks noEditPoints="1"/>
          </p:cNvSpPr>
          <p:nvPr/>
        </p:nvSpPr>
        <p:spPr bwMode="auto">
          <a:xfrm>
            <a:off x="10499766" y="5177172"/>
            <a:ext cx="1307146" cy="493738"/>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53565A"/>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Business Outsourcing </a:t>
            </a:r>
          </a:p>
        </p:txBody>
      </p:sp>
      <p:sp>
        <p:nvSpPr>
          <p:cNvPr id="50" name="Rectangle 49">
            <a:extLst>
              <a:ext uri="{FF2B5EF4-FFF2-40B4-BE49-F238E27FC236}">
                <a16:creationId xmlns:a16="http://schemas.microsoft.com/office/drawing/2014/main" id="{C0BB0466-B440-C36A-E98A-343B20FE1CDB}"/>
              </a:ext>
            </a:extLst>
          </p:cNvPr>
          <p:cNvSpPr/>
          <p:nvPr/>
        </p:nvSpPr>
        <p:spPr bwMode="gray">
          <a:xfrm>
            <a:off x="7953558" y="2289175"/>
            <a:ext cx="1357116" cy="479425"/>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24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147m</a:t>
            </a:r>
            <a:endPar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pic>
        <p:nvPicPr>
          <p:cNvPr id="39" name="Picture 38">
            <a:hlinkClick r:id="rId19" action="ppaction://hlinksldjump"/>
            <a:extLst>
              <a:ext uri="{FF2B5EF4-FFF2-40B4-BE49-F238E27FC236}">
                <a16:creationId xmlns:a16="http://schemas.microsoft.com/office/drawing/2014/main" id="{6100287C-A9D0-C4E5-5708-4AE0D1EC02F7}"/>
              </a:ext>
            </a:extLst>
          </p:cNvPr>
          <p:cNvPicPr>
            <a:picLocks noChangeAspect="1"/>
          </p:cNvPicPr>
          <p:nvPr/>
        </p:nvPicPr>
        <p:blipFill>
          <a:blip r:embed="rId20"/>
          <a:stretch>
            <a:fillRect/>
          </a:stretch>
        </p:blipFill>
        <p:spPr>
          <a:xfrm>
            <a:off x="11726283" y="113485"/>
            <a:ext cx="359695" cy="365792"/>
          </a:xfrm>
          <a:prstGeom prst="rect">
            <a:avLst/>
          </a:prstGeom>
        </p:spPr>
      </p:pic>
      <p:sp>
        <p:nvSpPr>
          <p:cNvPr id="40" name="Rectangle 24">
            <a:hlinkClick r:id="rId21" action="ppaction://hlinksldjump"/>
            <a:extLst>
              <a:ext uri="{FF2B5EF4-FFF2-40B4-BE49-F238E27FC236}">
                <a16:creationId xmlns:a16="http://schemas.microsoft.com/office/drawing/2014/main" id="{2BA79D36-92E2-93BA-70DA-E1CD14A45592}"/>
              </a:ext>
            </a:extLst>
          </p:cNvPr>
          <p:cNvSpPr/>
          <p:nvPr/>
        </p:nvSpPr>
        <p:spPr bwMode="gray">
          <a:xfrm>
            <a:off x="637402" y="-1277"/>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Objective and Strategic Context</a:t>
            </a:r>
          </a:p>
        </p:txBody>
      </p:sp>
      <p:sp>
        <p:nvSpPr>
          <p:cNvPr id="41" name="Freeform 15">
            <a:extLst>
              <a:ext uri="{FF2B5EF4-FFF2-40B4-BE49-F238E27FC236}">
                <a16:creationId xmlns:a16="http://schemas.microsoft.com/office/drawing/2014/main" id="{72FD3F75-1358-8BF1-3ED3-0656BC3A8FBD}"/>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44" name="Freeform 16">
            <a:extLst>
              <a:ext uri="{FF2B5EF4-FFF2-40B4-BE49-F238E27FC236}">
                <a16:creationId xmlns:a16="http://schemas.microsoft.com/office/drawing/2014/main" id="{B00EA31E-88BA-10CE-1FAB-F4E356A0A469}"/>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accent1"/>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45" name="Freeform 6">
            <a:extLst>
              <a:ext uri="{FF2B5EF4-FFF2-40B4-BE49-F238E27FC236}">
                <a16:creationId xmlns:a16="http://schemas.microsoft.com/office/drawing/2014/main" id="{A2FF17D4-677A-6A97-2414-16B76FC0218E}"/>
              </a:ext>
            </a:extLst>
          </p:cNvPr>
          <p:cNvSpPr>
            <a:spLocks/>
          </p:cNvSpPr>
          <p:nvPr/>
        </p:nvSpPr>
        <p:spPr bwMode="gray">
          <a:xfrm>
            <a:off x="2012347"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Tree>
    <p:extLst>
      <p:ext uri="{BB962C8B-B14F-4D97-AF65-F5344CB8AC3E}">
        <p14:creationId xmlns:p14="http://schemas.microsoft.com/office/powerpoint/2010/main" val="41527356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Rectangle: Diagonal Corners Rounded 238">
            <a:extLst>
              <a:ext uri="{FF2B5EF4-FFF2-40B4-BE49-F238E27FC236}">
                <a16:creationId xmlns:a16="http://schemas.microsoft.com/office/drawing/2014/main" id="{A71C7109-29C2-26B5-546A-4DD2BFA35C9D}"/>
              </a:ext>
            </a:extLst>
          </p:cNvPr>
          <p:cNvSpPr/>
          <p:nvPr/>
        </p:nvSpPr>
        <p:spPr>
          <a:xfrm>
            <a:off x="9473882" y="1102163"/>
            <a:ext cx="2394851" cy="5377672"/>
          </a:xfrm>
          <a:prstGeom prst="round2DiagRect">
            <a:avLst>
              <a:gd name="adj1" fmla="val 1394"/>
              <a:gd name="adj2" fmla="val 0"/>
            </a:avLst>
          </a:prstGeom>
          <a:solidFill>
            <a:srgbClr val="E3E48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628650" lvl="1" algn="just"/>
            <a:endParaRPr lang="en-US" sz="1200">
              <a:latin typeface="Verdana" panose="020B0604030504040204" pitchFamily="34" charset="0"/>
              <a:ea typeface="Verdana" panose="020B0604030504040204" pitchFamily="34" charset="0"/>
              <a:cs typeface="Arial" panose="020B0604020202020204" pitchFamily="34" charset="0"/>
            </a:endParaRPr>
          </a:p>
        </p:txBody>
      </p:sp>
      <p:graphicFrame>
        <p:nvGraphicFramePr>
          <p:cNvPr id="12" name="think-cell data - do not delete" hidden="1">
            <a:extLst>
              <a:ext uri="{FF2B5EF4-FFF2-40B4-BE49-F238E27FC236}">
                <a16:creationId xmlns:a16="http://schemas.microsoft.com/office/drawing/2014/main" id="{22A84406-0CF2-0A6A-79E0-AEABBB19DC13}"/>
              </a:ext>
            </a:extLst>
          </p:cNvPr>
          <p:cNvGraphicFramePr>
            <a:graphicFrameLocks noChangeAspect="1"/>
          </p:cNvGraphicFramePr>
          <p:nvPr>
            <p:custDataLst>
              <p:tags r:id="rId1"/>
            </p:custDataLst>
            <p:extLst>
              <p:ext uri="{D42A27DB-BD31-4B8C-83A1-F6EECF244321}">
                <p14:modId xmlns:p14="http://schemas.microsoft.com/office/powerpoint/2010/main" val="1729395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2" name="think-cell data - do not delete" hidden="1">
                        <a:extLst>
                          <a:ext uri="{FF2B5EF4-FFF2-40B4-BE49-F238E27FC236}">
                            <a16:creationId xmlns:a16="http://schemas.microsoft.com/office/drawing/2014/main" id="{22A84406-0CF2-0A6A-79E0-AEABBB19DC1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02429CB3-1C1E-0C6B-E5CF-AFB76C9DCED7}"/>
              </a:ext>
            </a:extLst>
          </p:cNvPr>
          <p:cNvSpPr>
            <a:spLocks noGrp="1"/>
          </p:cNvSpPr>
          <p:nvPr>
            <p:ph type="body" sz="quarter" idx="13"/>
          </p:nvPr>
        </p:nvSpPr>
        <p:spPr>
          <a:xfrm>
            <a:off x="501650" y="705390"/>
            <a:ext cx="11309350" cy="334099"/>
          </a:xfrm>
        </p:spPr>
        <p:txBody>
          <a:bodyPr/>
          <a:lstStyle/>
          <a:p>
            <a:r>
              <a:rPr lang="en-US" sz="1400">
                <a:latin typeface="Verdana" panose="020B0604030504040204" pitchFamily="34" charset="0"/>
                <a:ea typeface="Verdana" panose="020B0604030504040204" pitchFamily="34" charset="0"/>
                <a:cs typeface="Arial" panose="020B0604020202020204" pitchFamily="34" charset="0"/>
              </a:rPr>
              <a:t>Adopting funneling approach across boundary conditions to evaluate available possible instruments and options </a:t>
            </a:r>
          </a:p>
        </p:txBody>
      </p:sp>
      <p:sp>
        <p:nvSpPr>
          <p:cNvPr id="5" name="Title 4">
            <a:extLst>
              <a:ext uri="{FF2B5EF4-FFF2-40B4-BE49-F238E27FC236}">
                <a16:creationId xmlns:a16="http://schemas.microsoft.com/office/drawing/2014/main" id="{A59B64F4-DFF3-B1D3-F805-94F01E6C827B}"/>
              </a:ext>
            </a:extLst>
          </p:cNvPr>
          <p:cNvSpPr>
            <a:spLocks noGrp="1"/>
          </p:cNvSpPr>
          <p:nvPr>
            <p:ph type="title"/>
          </p:nvPr>
        </p:nvSpPr>
        <p:spPr>
          <a:xfrm>
            <a:off x="501650" y="283633"/>
            <a:ext cx="11188700" cy="334099"/>
          </a:xfrm>
        </p:spPr>
        <p:txBody>
          <a:bodyPr vert="horz"/>
          <a:lstStyle/>
          <a:p>
            <a:r>
              <a:rPr lang="en-US" sz="1800" b="1">
                <a:latin typeface="Verdana" panose="020B0604030504040204" pitchFamily="34" charset="0"/>
                <a:ea typeface="Verdana" panose="020B0604030504040204" pitchFamily="34" charset="0"/>
                <a:cs typeface="Arial" panose="020B0604020202020204" pitchFamily="34" charset="0"/>
              </a:rPr>
              <a:t>Options &amp; Instruments Evaluation for DVC </a:t>
            </a:r>
          </a:p>
        </p:txBody>
      </p:sp>
      <p:sp>
        <p:nvSpPr>
          <p:cNvPr id="135" name="Rectangle 134">
            <a:extLst>
              <a:ext uri="{FF2B5EF4-FFF2-40B4-BE49-F238E27FC236}">
                <a16:creationId xmlns:a16="http://schemas.microsoft.com/office/drawing/2014/main" id="{7CB7CE86-1F27-8C6A-6A18-75F9F566869B}"/>
              </a:ext>
            </a:extLst>
          </p:cNvPr>
          <p:cNvSpPr/>
          <p:nvPr/>
        </p:nvSpPr>
        <p:spPr bwMode="gray">
          <a:xfrm>
            <a:off x="3074783" y="1253317"/>
            <a:ext cx="1976016" cy="1942526"/>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accent4"/>
              </a:solidFill>
            </a:endParaRPr>
          </a:p>
        </p:txBody>
      </p:sp>
      <p:sp>
        <p:nvSpPr>
          <p:cNvPr id="140" name="Rectangle 139">
            <a:extLst>
              <a:ext uri="{FF2B5EF4-FFF2-40B4-BE49-F238E27FC236}">
                <a16:creationId xmlns:a16="http://schemas.microsoft.com/office/drawing/2014/main" id="{3D551186-EC4C-DF8A-E90D-227F98C026F5}"/>
              </a:ext>
            </a:extLst>
          </p:cNvPr>
          <p:cNvSpPr/>
          <p:nvPr/>
        </p:nvSpPr>
        <p:spPr bwMode="gray">
          <a:xfrm>
            <a:off x="4062791" y="1587511"/>
            <a:ext cx="1976016" cy="194252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accent4"/>
              </a:solidFill>
            </a:endParaRPr>
          </a:p>
        </p:txBody>
      </p:sp>
      <p:sp>
        <p:nvSpPr>
          <p:cNvPr id="141" name="Rectangle 140">
            <a:extLst>
              <a:ext uri="{FF2B5EF4-FFF2-40B4-BE49-F238E27FC236}">
                <a16:creationId xmlns:a16="http://schemas.microsoft.com/office/drawing/2014/main" id="{495FAB06-E062-4B0F-FE11-4B570EFAF719}"/>
              </a:ext>
            </a:extLst>
          </p:cNvPr>
          <p:cNvSpPr/>
          <p:nvPr/>
        </p:nvSpPr>
        <p:spPr bwMode="gray">
          <a:xfrm>
            <a:off x="5050799" y="2013700"/>
            <a:ext cx="1976016" cy="1942526"/>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accent4"/>
              </a:solidFill>
            </a:endParaRPr>
          </a:p>
        </p:txBody>
      </p:sp>
      <p:sp>
        <p:nvSpPr>
          <p:cNvPr id="142" name="Rectangle 141">
            <a:extLst>
              <a:ext uri="{FF2B5EF4-FFF2-40B4-BE49-F238E27FC236}">
                <a16:creationId xmlns:a16="http://schemas.microsoft.com/office/drawing/2014/main" id="{3AE9F378-7504-8626-6C4E-3B3DF9E36BFC}"/>
              </a:ext>
            </a:extLst>
          </p:cNvPr>
          <p:cNvSpPr/>
          <p:nvPr/>
        </p:nvSpPr>
        <p:spPr bwMode="gray">
          <a:xfrm>
            <a:off x="6038807" y="2437674"/>
            <a:ext cx="1976016" cy="1942526"/>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accent4"/>
              </a:solidFill>
            </a:endParaRPr>
          </a:p>
        </p:txBody>
      </p:sp>
      <p:sp>
        <p:nvSpPr>
          <p:cNvPr id="143" name="Rectangle 142">
            <a:extLst>
              <a:ext uri="{FF2B5EF4-FFF2-40B4-BE49-F238E27FC236}">
                <a16:creationId xmlns:a16="http://schemas.microsoft.com/office/drawing/2014/main" id="{E3D6B910-516B-F470-F42B-A9C75A7923B9}"/>
              </a:ext>
            </a:extLst>
          </p:cNvPr>
          <p:cNvSpPr/>
          <p:nvPr/>
        </p:nvSpPr>
        <p:spPr bwMode="gray">
          <a:xfrm>
            <a:off x="7026815" y="2861646"/>
            <a:ext cx="1976016" cy="1885676"/>
          </a:xfrm>
          <a:prstGeom prst="rect">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latin typeface="Aptos" panose="020B0004020202020204" pitchFamily="34" charset="0"/>
              </a:rPr>
              <a:t>VALUE CREATION</a:t>
            </a:r>
          </a:p>
        </p:txBody>
      </p:sp>
      <p:grpSp>
        <p:nvGrpSpPr>
          <p:cNvPr id="146" name="Group 145">
            <a:extLst>
              <a:ext uri="{FF2B5EF4-FFF2-40B4-BE49-F238E27FC236}">
                <a16:creationId xmlns:a16="http://schemas.microsoft.com/office/drawing/2014/main" id="{9BEB30EF-BCB6-1B3E-15A3-EF0936D7F089}"/>
              </a:ext>
            </a:extLst>
          </p:cNvPr>
          <p:cNvGrpSpPr/>
          <p:nvPr/>
        </p:nvGrpSpPr>
        <p:grpSpPr>
          <a:xfrm>
            <a:off x="2754743" y="933277"/>
            <a:ext cx="640080" cy="640080"/>
            <a:chOff x="9225475" y="1537500"/>
            <a:chExt cx="640080" cy="640080"/>
          </a:xfrm>
        </p:grpSpPr>
        <p:sp>
          <p:nvSpPr>
            <p:cNvPr id="144" name="Oval 143">
              <a:extLst>
                <a:ext uri="{FF2B5EF4-FFF2-40B4-BE49-F238E27FC236}">
                  <a16:creationId xmlns:a16="http://schemas.microsoft.com/office/drawing/2014/main" id="{E4481CBF-DFC5-7EF5-146F-4BE5D9892FE4}"/>
                </a:ext>
              </a:extLst>
            </p:cNvPr>
            <p:cNvSpPr/>
            <p:nvPr/>
          </p:nvSpPr>
          <p:spPr bwMode="gray">
            <a:xfrm>
              <a:off x="9225475" y="1537500"/>
              <a:ext cx="640080" cy="64008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5" name="Oval 144">
              <a:extLst>
                <a:ext uri="{FF2B5EF4-FFF2-40B4-BE49-F238E27FC236}">
                  <a16:creationId xmlns:a16="http://schemas.microsoft.com/office/drawing/2014/main" id="{EC7082FC-8602-1948-CF5B-0822A11B744C}"/>
                </a:ext>
              </a:extLst>
            </p:cNvPr>
            <p:cNvSpPr/>
            <p:nvPr/>
          </p:nvSpPr>
          <p:spPr bwMode="gray">
            <a:xfrm>
              <a:off x="9316915" y="1628940"/>
              <a:ext cx="457200" cy="457200"/>
            </a:xfrm>
            <a:prstGeom prst="ellipse">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a:solidFill>
                    <a:schemeClr val="bg1"/>
                  </a:solidFill>
                  <a:latin typeface="Aptos" panose="020B0004020202020204" pitchFamily="34" charset="0"/>
                </a:rPr>
                <a:t>1</a:t>
              </a:r>
            </a:p>
          </p:txBody>
        </p:sp>
      </p:grpSp>
      <p:grpSp>
        <p:nvGrpSpPr>
          <p:cNvPr id="147" name="Group 146">
            <a:extLst>
              <a:ext uri="{FF2B5EF4-FFF2-40B4-BE49-F238E27FC236}">
                <a16:creationId xmlns:a16="http://schemas.microsoft.com/office/drawing/2014/main" id="{5F57F220-8DF8-4819-5EE0-F86EFE84DF33}"/>
              </a:ext>
            </a:extLst>
          </p:cNvPr>
          <p:cNvGrpSpPr/>
          <p:nvPr/>
        </p:nvGrpSpPr>
        <p:grpSpPr>
          <a:xfrm>
            <a:off x="3805955" y="1325489"/>
            <a:ext cx="640080" cy="640080"/>
            <a:chOff x="9225475" y="1537500"/>
            <a:chExt cx="640080" cy="640080"/>
          </a:xfrm>
        </p:grpSpPr>
        <p:sp>
          <p:nvSpPr>
            <p:cNvPr id="148" name="Oval 147">
              <a:extLst>
                <a:ext uri="{FF2B5EF4-FFF2-40B4-BE49-F238E27FC236}">
                  <a16:creationId xmlns:a16="http://schemas.microsoft.com/office/drawing/2014/main" id="{22F1C52E-A607-1298-D0F0-E29013371D6F}"/>
                </a:ext>
              </a:extLst>
            </p:cNvPr>
            <p:cNvSpPr/>
            <p:nvPr/>
          </p:nvSpPr>
          <p:spPr bwMode="gray">
            <a:xfrm>
              <a:off x="9225475" y="1537500"/>
              <a:ext cx="640080" cy="64008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9" name="Oval 148">
              <a:extLst>
                <a:ext uri="{FF2B5EF4-FFF2-40B4-BE49-F238E27FC236}">
                  <a16:creationId xmlns:a16="http://schemas.microsoft.com/office/drawing/2014/main" id="{518F92D3-03C9-0864-972A-7903B90E76F1}"/>
                </a:ext>
              </a:extLst>
            </p:cNvPr>
            <p:cNvSpPr/>
            <p:nvPr/>
          </p:nvSpPr>
          <p:spPr bwMode="gray">
            <a:xfrm>
              <a:off x="9316915" y="1628940"/>
              <a:ext cx="457200" cy="45720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a:solidFill>
                    <a:schemeClr val="bg1"/>
                  </a:solidFill>
                  <a:latin typeface="Aptos" panose="020B0004020202020204" pitchFamily="34" charset="0"/>
                </a:rPr>
                <a:t>2</a:t>
              </a:r>
            </a:p>
          </p:txBody>
        </p:sp>
      </p:grpSp>
      <p:grpSp>
        <p:nvGrpSpPr>
          <p:cNvPr id="150" name="Group 149">
            <a:extLst>
              <a:ext uri="{FF2B5EF4-FFF2-40B4-BE49-F238E27FC236}">
                <a16:creationId xmlns:a16="http://schemas.microsoft.com/office/drawing/2014/main" id="{8F47DFEC-64FD-8717-E576-5FB43CDBB5A6}"/>
              </a:ext>
            </a:extLst>
          </p:cNvPr>
          <p:cNvGrpSpPr/>
          <p:nvPr/>
        </p:nvGrpSpPr>
        <p:grpSpPr>
          <a:xfrm>
            <a:off x="4751564" y="1693660"/>
            <a:ext cx="640080" cy="640080"/>
            <a:chOff x="9225475" y="1537500"/>
            <a:chExt cx="640080" cy="640080"/>
          </a:xfrm>
        </p:grpSpPr>
        <p:sp>
          <p:nvSpPr>
            <p:cNvPr id="151" name="Oval 150">
              <a:extLst>
                <a:ext uri="{FF2B5EF4-FFF2-40B4-BE49-F238E27FC236}">
                  <a16:creationId xmlns:a16="http://schemas.microsoft.com/office/drawing/2014/main" id="{D28D5D81-8A42-0FD9-9188-4CF62C458884}"/>
                </a:ext>
              </a:extLst>
            </p:cNvPr>
            <p:cNvSpPr/>
            <p:nvPr/>
          </p:nvSpPr>
          <p:spPr bwMode="gray">
            <a:xfrm>
              <a:off x="9225475" y="1537500"/>
              <a:ext cx="640080" cy="64008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52" name="Oval 151">
              <a:extLst>
                <a:ext uri="{FF2B5EF4-FFF2-40B4-BE49-F238E27FC236}">
                  <a16:creationId xmlns:a16="http://schemas.microsoft.com/office/drawing/2014/main" id="{F212ADC9-391D-3F03-13CC-5AFACB00E7A5}"/>
                </a:ext>
              </a:extLst>
            </p:cNvPr>
            <p:cNvSpPr/>
            <p:nvPr/>
          </p:nvSpPr>
          <p:spPr bwMode="gray">
            <a:xfrm>
              <a:off x="9316915" y="1628940"/>
              <a:ext cx="457200" cy="457200"/>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a:solidFill>
                    <a:schemeClr val="bg1"/>
                  </a:solidFill>
                  <a:latin typeface="Aptos" panose="020B0004020202020204" pitchFamily="34" charset="0"/>
                </a:rPr>
                <a:t>3</a:t>
              </a:r>
            </a:p>
          </p:txBody>
        </p:sp>
      </p:grpSp>
      <p:grpSp>
        <p:nvGrpSpPr>
          <p:cNvPr id="153" name="Group 152">
            <a:extLst>
              <a:ext uri="{FF2B5EF4-FFF2-40B4-BE49-F238E27FC236}">
                <a16:creationId xmlns:a16="http://schemas.microsoft.com/office/drawing/2014/main" id="{79CBFADF-307E-F4A4-7916-A8B58A1B409C}"/>
              </a:ext>
            </a:extLst>
          </p:cNvPr>
          <p:cNvGrpSpPr/>
          <p:nvPr/>
        </p:nvGrpSpPr>
        <p:grpSpPr>
          <a:xfrm>
            <a:off x="5718767" y="2117634"/>
            <a:ext cx="640080" cy="640080"/>
            <a:chOff x="9225475" y="1537500"/>
            <a:chExt cx="640080" cy="640080"/>
          </a:xfrm>
        </p:grpSpPr>
        <p:sp>
          <p:nvSpPr>
            <p:cNvPr id="154" name="Oval 153">
              <a:extLst>
                <a:ext uri="{FF2B5EF4-FFF2-40B4-BE49-F238E27FC236}">
                  <a16:creationId xmlns:a16="http://schemas.microsoft.com/office/drawing/2014/main" id="{07755222-91D4-4981-A8B1-BDC3180C4D8E}"/>
                </a:ext>
              </a:extLst>
            </p:cNvPr>
            <p:cNvSpPr/>
            <p:nvPr/>
          </p:nvSpPr>
          <p:spPr bwMode="gray">
            <a:xfrm>
              <a:off x="9225475" y="1537500"/>
              <a:ext cx="640080" cy="64008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55" name="Oval 154">
              <a:extLst>
                <a:ext uri="{FF2B5EF4-FFF2-40B4-BE49-F238E27FC236}">
                  <a16:creationId xmlns:a16="http://schemas.microsoft.com/office/drawing/2014/main" id="{19439310-F9F7-FE06-8CBD-EEEEA00FAF78}"/>
                </a:ext>
              </a:extLst>
            </p:cNvPr>
            <p:cNvSpPr/>
            <p:nvPr/>
          </p:nvSpPr>
          <p:spPr bwMode="gray">
            <a:xfrm>
              <a:off x="9316915" y="1628940"/>
              <a:ext cx="457200" cy="457200"/>
            </a:xfrm>
            <a:prstGeom prst="ellips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a:solidFill>
                    <a:schemeClr val="bg1"/>
                  </a:solidFill>
                  <a:latin typeface="Aptos" panose="020B0004020202020204" pitchFamily="34" charset="0"/>
                </a:rPr>
                <a:t>4</a:t>
              </a:r>
            </a:p>
          </p:txBody>
        </p:sp>
      </p:grpSp>
      <p:grpSp>
        <p:nvGrpSpPr>
          <p:cNvPr id="156" name="Group 155">
            <a:extLst>
              <a:ext uri="{FF2B5EF4-FFF2-40B4-BE49-F238E27FC236}">
                <a16:creationId xmlns:a16="http://schemas.microsoft.com/office/drawing/2014/main" id="{F765306D-DD08-9C80-DA06-5A3AC4136012}"/>
              </a:ext>
            </a:extLst>
          </p:cNvPr>
          <p:cNvGrpSpPr/>
          <p:nvPr/>
        </p:nvGrpSpPr>
        <p:grpSpPr>
          <a:xfrm>
            <a:off x="6761835" y="2572652"/>
            <a:ext cx="640080" cy="640080"/>
            <a:chOff x="9225475" y="1537500"/>
            <a:chExt cx="640080" cy="640080"/>
          </a:xfrm>
        </p:grpSpPr>
        <p:sp>
          <p:nvSpPr>
            <p:cNvPr id="157" name="Oval 156">
              <a:extLst>
                <a:ext uri="{FF2B5EF4-FFF2-40B4-BE49-F238E27FC236}">
                  <a16:creationId xmlns:a16="http://schemas.microsoft.com/office/drawing/2014/main" id="{B0D13B92-216C-54BF-A374-969DF5A4D618}"/>
                </a:ext>
              </a:extLst>
            </p:cNvPr>
            <p:cNvSpPr/>
            <p:nvPr/>
          </p:nvSpPr>
          <p:spPr bwMode="gray">
            <a:xfrm>
              <a:off x="9225475" y="1537500"/>
              <a:ext cx="640080" cy="64008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58" name="Oval 157">
              <a:extLst>
                <a:ext uri="{FF2B5EF4-FFF2-40B4-BE49-F238E27FC236}">
                  <a16:creationId xmlns:a16="http://schemas.microsoft.com/office/drawing/2014/main" id="{9F5D6FD7-96B3-68BA-2F6B-0FACA55A1796}"/>
                </a:ext>
              </a:extLst>
            </p:cNvPr>
            <p:cNvSpPr/>
            <p:nvPr/>
          </p:nvSpPr>
          <p:spPr bwMode="gray">
            <a:xfrm>
              <a:off x="9316915" y="1628940"/>
              <a:ext cx="457200" cy="457200"/>
            </a:xfrm>
            <a:prstGeom prst="ellips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a:solidFill>
                    <a:schemeClr val="bg1"/>
                  </a:solidFill>
                  <a:latin typeface="Aptos" panose="020B0004020202020204" pitchFamily="34" charset="0"/>
                </a:rPr>
                <a:t>5</a:t>
              </a:r>
            </a:p>
          </p:txBody>
        </p:sp>
      </p:grpSp>
      <p:sp>
        <p:nvSpPr>
          <p:cNvPr id="159" name="Text Box 20">
            <a:extLst>
              <a:ext uri="{FF2B5EF4-FFF2-40B4-BE49-F238E27FC236}">
                <a16:creationId xmlns:a16="http://schemas.microsoft.com/office/drawing/2014/main" id="{C206BE4B-C9EA-A31B-3227-450FC9483B04}"/>
              </a:ext>
            </a:extLst>
          </p:cNvPr>
          <p:cNvSpPr txBox="1">
            <a:spLocks noChangeArrowheads="1"/>
          </p:cNvSpPr>
          <p:nvPr/>
        </p:nvSpPr>
        <p:spPr bwMode="gray">
          <a:xfrm rot="16200000">
            <a:off x="5509845" y="3522386"/>
            <a:ext cx="1469405" cy="246221"/>
          </a:xfrm>
          <a:prstGeom prst="rect">
            <a:avLst/>
          </a:prstGeom>
          <a:noFill/>
          <a:ln w="9525">
            <a:noFill/>
            <a:miter lim="800000"/>
            <a:headEnd/>
            <a:tailEnd/>
          </a:ln>
        </p:spPr>
        <p:txBody>
          <a:bodyPr wrap="square" lIns="0" tIns="0" rIns="0" bIns="0" anchor="ctr">
            <a:spAutoFit/>
          </a:bodyPr>
          <a:lstStyle/>
          <a:p>
            <a:pPr marL="0" marR="0" lvl="0" indent="0" algn="ctr" defTabSz="68526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latin typeface="Aptos" panose="020B0004020202020204" pitchFamily="34" charset="0"/>
                <a:ea typeface="Verdana" panose="020B0604030504040204" pitchFamily="34" charset="0"/>
                <a:cs typeface="Lato" pitchFamily="34" charset="0"/>
              </a:rPr>
              <a:t>PROFITABLE</a:t>
            </a:r>
            <a:endParaRPr kumimoji="0" lang="en-US" sz="1600" b="1" i="0" u="none" strike="noStrike" kern="1200" cap="none" spc="0" normalizeH="0" baseline="0" noProof="0">
              <a:ln>
                <a:noFill/>
              </a:ln>
              <a:effectLst/>
              <a:uLnTx/>
              <a:uFillTx/>
              <a:latin typeface="Aptos" panose="020B0004020202020204" pitchFamily="34" charset="0"/>
              <a:ea typeface="Verdana" panose="020B0604030504040204" pitchFamily="34" charset="0"/>
            </a:endParaRPr>
          </a:p>
        </p:txBody>
      </p:sp>
      <p:sp>
        <p:nvSpPr>
          <p:cNvPr id="160" name="Text Box 17">
            <a:extLst>
              <a:ext uri="{FF2B5EF4-FFF2-40B4-BE49-F238E27FC236}">
                <a16:creationId xmlns:a16="http://schemas.microsoft.com/office/drawing/2014/main" id="{67D3760B-457C-0777-1C96-EF38F4C26840}"/>
              </a:ext>
            </a:extLst>
          </p:cNvPr>
          <p:cNvSpPr txBox="1">
            <a:spLocks noChangeArrowheads="1"/>
          </p:cNvSpPr>
          <p:nvPr/>
        </p:nvSpPr>
        <p:spPr bwMode="gray">
          <a:xfrm rot="16200000">
            <a:off x="4572506" y="2938703"/>
            <a:ext cx="1503615" cy="492443"/>
          </a:xfrm>
          <a:prstGeom prst="rect">
            <a:avLst/>
          </a:prstGeom>
          <a:noFill/>
          <a:ln w="9525">
            <a:noFill/>
            <a:miter lim="800000"/>
            <a:headEnd/>
            <a:tailEnd/>
          </a:ln>
        </p:spPr>
        <p:txBody>
          <a:bodyPr wrap="square" lIns="0" tIns="0" rIns="0" bIns="0" anchor="ctr">
            <a:spAutoFit/>
          </a:bodyPr>
          <a:lstStyle/>
          <a:p>
            <a:pPr marL="0" marR="0" lvl="0" indent="0" algn="ctr" defTabSz="68526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Lato" pitchFamily="34" charset="0"/>
              </a:rPr>
              <a:t>SELF </a:t>
            </a:r>
          </a:p>
          <a:p>
            <a:pPr marL="0" marR="0" lvl="0" indent="0" algn="ctr" defTabSz="68526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Lato" pitchFamily="34" charset="0"/>
              </a:rPr>
              <a:t>SUSTAINABLE </a:t>
            </a:r>
          </a:p>
        </p:txBody>
      </p:sp>
      <p:sp>
        <p:nvSpPr>
          <p:cNvPr id="161" name="Text Box 17">
            <a:extLst>
              <a:ext uri="{FF2B5EF4-FFF2-40B4-BE49-F238E27FC236}">
                <a16:creationId xmlns:a16="http://schemas.microsoft.com/office/drawing/2014/main" id="{D69B512D-2E4B-D69B-CAA1-7F6B0F887800}"/>
              </a:ext>
            </a:extLst>
          </p:cNvPr>
          <p:cNvSpPr txBox="1">
            <a:spLocks noChangeArrowheads="1"/>
          </p:cNvSpPr>
          <p:nvPr/>
        </p:nvSpPr>
        <p:spPr bwMode="gray">
          <a:xfrm rot="16200000">
            <a:off x="3639235" y="2550297"/>
            <a:ext cx="1503616" cy="492443"/>
          </a:xfrm>
          <a:prstGeom prst="rect">
            <a:avLst/>
          </a:prstGeom>
          <a:noFill/>
          <a:ln w="9525">
            <a:noFill/>
            <a:miter lim="800000"/>
            <a:headEnd/>
            <a:tailEnd/>
          </a:ln>
        </p:spPr>
        <p:txBody>
          <a:bodyPr wrap="square" lIns="0" tIns="0" rIns="0" bIns="0" anchor="ctr">
            <a:spAutoFit/>
          </a:bodyPr>
          <a:lstStyle/>
          <a:p>
            <a:pPr marL="0" marR="0" lvl="0" indent="0" algn="ctr" defTabSz="68526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Lato" pitchFamily="34" charset="0"/>
              </a:rPr>
              <a:t>REGULATIONS </a:t>
            </a:r>
          </a:p>
          <a:p>
            <a:pPr marL="0" marR="0" lvl="0" indent="0" algn="ctr" defTabSz="68526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Lato" pitchFamily="34" charset="0"/>
              </a:rPr>
              <a:t>COMPLIANT </a:t>
            </a:r>
          </a:p>
        </p:txBody>
      </p:sp>
      <p:sp>
        <p:nvSpPr>
          <p:cNvPr id="162" name="Text Box 17">
            <a:extLst>
              <a:ext uri="{FF2B5EF4-FFF2-40B4-BE49-F238E27FC236}">
                <a16:creationId xmlns:a16="http://schemas.microsoft.com/office/drawing/2014/main" id="{C35C725C-3335-2229-C891-A06CC11C3BC7}"/>
              </a:ext>
            </a:extLst>
          </p:cNvPr>
          <p:cNvSpPr txBox="1">
            <a:spLocks noChangeArrowheads="1"/>
          </p:cNvSpPr>
          <p:nvPr/>
        </p:nvSpPr>
        <p:spPr bwMode="gray">
          <a:xfrm rot="16200000">
            <a:off x="2619881" y="2135628"/>
            <a:ext cx="1528655" cy="492443"/>
          </a:xfrm>
          <a:prstGeom prst="rect">
            <a:avLst/>
          </a:prstGeom>
          <a:noFill/>
          <a:ln w="9525">
            <a:noFill/>
            <a:miter lim="800000"/>
            <a:headEnd/>
            <a:tailEnd/>
          </a:ln>
        </p:spPr>
        <p:txBody>
          <a:bodyPr wrap="square" lIns="0" tIns="0" rIns="0" bIns="0" anchor="ctr">
            <a:spAutoFit/>
          </a:bodyPr>
          <a:lstStyle/>
          <a:p>
            <a:pPr marL="0" marR="0" lvl="0" indent="0" algn="ctr" defTabSz="68526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Lato" pitchFamily="34" charset="0"/>
              </a:rPr>
              <a:t>STRATEGICALLY SOUND </a:t>
            </a:r>
            <a:endParaRPr kumimoji="0" lang="en-US" sz="1600" b="1"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endParaRPr>
          </a:p>
        </p:txBody>
      </p:sp>
      <p:sp>
        <p:nvSpPr>
          <p:cNvPr id="187" name="Rectangle 186">
            <a:extLst>
              <a:ext uri="{FF2B5EF4-FFF2-40B4-BE49-F238E27FC236}">
                <a16:creationId xmlns:a16="http://schemas.microsoft.com/office/drawing/2014/main" id="{4825AC9D-4B6F-1C12-15B6-215160D43200}"/>
              </a:ext>
            </a:extLst>
          </p:cNvPr>
          <p:cNvSpPr/>
          <p:nvPr/>
        </p:nvSpPr>
        <p:spPr bwMode="gray">
          <a:xfrm>
            <a:off x="3315321" y="5166026"/>
            <a:ext cx="516130" cy="1424914"/>
          </a:xfrm>
          <a:prstGeom prst="rect">
            <a:avLst/>
          </a:prstGeom>
          <a:solidFill>
            <a:schemeClr val="accent6"/>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400" b="1">
                <a:solidFill>
                  <a:schemeClr val="bg1"/>
                </a:solidFill>
                <a:latin typeface="Aptos" panose="020B0004020202020204" pitchFamily="34" charset="0"/>
              </a:rPr>
              <a:t>BOUNDARY CONDITIONS</a:t>
            </a:r>
          </a:p>
        </p:txBody>
      </p:sp>
      <p:sp>
        <p:nvSpPr>
          <p:cNvPr id="216" name="Rectangle: Rounded Corners 215">
            <a:extLst>
              <a:ext uri="{FF2B5EF4-FFF2-40B4-BE49-F238E27FC236}">
                <a16:creationId xmlns:a16="http://schemas.microsoft.com/office/drawing/2014/main" id="{9DF5CBD7-3A87-17A1-1948-D9839F133B2C}"/>
              </a:ext>
            </a:extLst>
          </p:cNvPr>
          <p:cNvSpPr/>
          <p:nvPr/>
        </p:nvSpPr>
        <p:spPr bwMode="gray">
          <a:xfrm>
            <a:off x="465101" y="1043154"/>
            <a:ext cx="2166153" cy="5436681"/>
          </a:xfrm>
          <a:prstGeom prst="roundRect">
            <a:avLst>
              <a:gd name="adj" fmla="val 0"/>
            </a:avLst>
          </a:prstGeom>
          <a:solidFill>
            <a:srgbClr val="DDEFE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17" name="TextBox 216">
            <a:extLst>
              <a:ext uri="{FF2B5EF4-FFF2-40B4-BE49-F238E27FC236}">
                <a16:creationId xmlns:a16="http://schemas.microsoft.com/office/drawing/2014/main" id="{39BF7363-6C53-A174-2BB2-855BB14A8492}"/>
              </a:ext>
            </a:extLst>
          </p:cNvPr>
          <p:cNvSpPr txBox="1"/>
          <p:nvPr/>
        </p:nvSpPr>
        <p:spPr>
          <a:xfrm>
            <a:off x="933046" y="1125846"/>
            <a:ext cx="1600176"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panose="020B0604020202020204" pitchFamily="34" charset="0"/>
              </a:rPr>
              <a:t>Options and Instruments</a:t>
            </a:r>
            <a:endParaRPr kumimoji="0" lang="en-US" sz="1200" b="0" i="0" u="none" strike="noStrike" kern="1200" cap="none" spc="0" normalizeH="0" baseline="0" noProof="0">
              <a:ln>
                <a:noFill/>
              </a:ln>
              <a:effectLst/>
              <a:uLnTx/>
              <a:uFillTx/>
              <a:latin typeface="Calibri"/>
              <a:ea typeface="+mn-ea"/>
              <a:cs typeface="+mn-cs"/>
            </a:endParaRPr>
          </a:p>
        </p:txBody>
      </p:sp>
      <p:grpSp>
        <p:nvGrpSpPr>
          <p:cNvPr id="218" name="Graphic 4">
            <a:extLst>
              <a:ext uri="{FF2B5EF4-FFF2-40B4-BE49-F238E27FC236}">
                <a16:creationId xmlns:a16="http://schemas.microsoft.com/office/drawing/2014/main" id="{463AEFD8-7D05-F366-B678-89392423D1E9}"/>
              </a:ext>
            </a:extLst>
          </p:cNvPr>
          <p:cNvGrpSpPr/>
          <p:nvPr/>
        </p:nvGrpSpPr>
        <p:grpSpPr>
          <a:xfrm>
            <a:off x="674387" y="1144822"/>
            <a:ext cx="361670" cy="361333"/>
            <a:chOff x="5099808" y="2855717"/>
            <a:chExt cx="361670" cy="361333"/>
          </a:xfrm>
          <a:solidFill>
            <a:schemeClr val="accent5"/>
          </a:solidFill>
        </p:grpSpPr>
        <p:sp>
          <p:nvSpPr>
            <p:cNvPr id="219" name="Graphic 4">
              <a:extLst>
                <a:ext uri="{FF2B5EF4-FFF2-40B4-BE49-F238E27FC236}">
                  <a16:creationId xmlns:a16="http://schemas.microsoft.com/office/drawing/2014/main" id="{0B07D179-2799-4BD8-AAE0-B7ECC50CD87E}"/>
                </a:ext>
              </a:extLst>
            </p:cNvPr>
            <p:cNvSpPr/>
            <p:nvPr/>
          </p:nvSpPr>
          <p:spPr>
            <a:xfrm>
              <a:off x="5242943" y="2998080"/>
              <a:ext cx="74762" cy="76607"/>
            </a:xfrm>
            <a:custGeom>
              <a:avLst/>
              <a:gdLst>
                <a:gd name="connsiteX0" fmla="*/ 0 w 74762"/>
                <a:gd name="connsiteY0" fmla="*/ 0 h 76607"/>
                <a:gd name="connsiteX1" fmla="*/ 74762 w 74762"/>
                <a:gd name="connsiteY1" fmla="*/ 0 h 76607"/>
                <a:gd name="connsiteX2" fmla="*/ 74762 w 74762"/>
                <a:gd name="connsiteY2" fmla="*/ 76608 h 76607"/>
                <a:gd name="connsiteX3" fmla="*/ 0 w 74762"/>
                <a:gd name="connsiteY3" fmla="*/ 76608 h 76607"/>
              </a:gdLst>
              <a:ahLst/>
              <a:cxnLst>
                <a:cxn ang="0">
                  <a:pos x="connsiteX0" y="connsiteY0"/>
                </a:cxn>
                <a:cxn ang="0">
                  <a:pos x="connsiteX1" y="connsiteY1"/>
                </a:cxn>
                <a:cxn ang="0">
                  <a:pos x="connsiteX2" y="connsiteY2"/>
                </a:cxn>
                <a:cxn ang="0">
                  <a:pos x="connsiteX3" y="connsiteY3"/>
                </a:cxn>
              </a:cxnLst>
              <a:rect l="l" t="t" r="r" b="b"/>
              <a:pathLst>
                <a:path w="74762" h="76607">
                  <a:moveTo>
                    <a:pt x="0" y="0"/>
                  </a:moveTo>
                  <a:lnTo>
                    <a:pt x="74762" y="0"/>
                  </a:lnTo>
                  <a:lnTo>
                    <a:pt x="74762" y="76608"/>
                  </a:lnTo>
                  <a:lnTo>
                    <a:pt x="0" y="76608"/>
                  </a:lnTo>
                  <a:close/>
                </a:path>
              </a:pathLst>
            </a:custGeom>
            <a:grpFill/>
            <a:ln w="6390" cap="flat">
              <a:noFill/>
              <a:prstDash val="solid"/>
              <a:miter/>
            </a:ln>
          </p:spPr>
          <p:txBody>
            <a:bodyPr rtlCol="0" anchor="ctr"/>
            <a:lstStyle/>
            <a:p>
              <a:endParaRPr lang="en-US"/>
            </a:p>
          </p:txBody>
        </p:sp>
        <p:sp>
          <p:nvSpPr>
            <p:cNvPr id="220" name="Graphic 4">
              <a:extLst>
                <a:ext uri="{FF2B5EF4-FFF2-40B4-BE49-F238E27FC236}">
                  <a16:creationId xmlns:a16="http://schemas.microsoft.com/office/drawing/2014/main" id="{CFDB3C93-E8FF-31ED-5CBA-474A1E659A00}"/>
                </a:ext>
              </a:extLst>
            </p:cNvPr>
            <p:cNvSpPr/>
            <p:nvPr/>
          </p:nvSpPr>
          <p:spPr>
            <a:xfrm>
              <a:off x="5197574" y="2954669"/>
              <a:ext cx="120130" cy="120018"/>
            </a:xfrm>
            <a:custGeom>
              <a:avLst/>
              <a:gdLst>
                <a:gd name="connsiteX0" fmla="*/ 32589 w 120130"/>
                <a:gd name="connsiteY0" fmla="*/ 30643 h 120018"/>
                <a:gd name="connsiteX1" fmla="*/ 38978 w 120130"/>
                <a:gd name="connsiteY1" fmla="*/ 30643 h 120018"/>
                <a:gd name="connsiteX2" fmla="*/ 120131 w 120130"/>
                <a:gd name="connsiteY2" fmla="*/ 30643 h 120018"/>
                <a:gd name="connsiteX3" fmla="*/ 120131 w 120130"/>
                <a:gd name="connsiteY3" fmla="*/ 0 h 120018"/>
                <a:gd name="connsiteX4" fmla="*/ 0 w 120130"/>
                <a:gd name="connsiteY4" fmla="*/ 0 h 120018"/>
                <a:gd name="connsiteX5" fmla="*/ 0 w 120130"/>
                <a:gd name="connsiteY5" fmla="*/ 120019 h 120018"/>
                <a:gd name="connsiteX6" fmla="*/ 32589 w 120130"/>
                <a:gd name="connsiteY6" fmla="*/ 120019 h 120018"/>
                <a:gd name="connsiteX7" fmla="*/ 32589 w 120130"/>
                <a:gd name="connsiteY7" fmla="*/ 37027 h 12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30" h="120018">
                  <a:moveTo>
                    <a:pt x="32589" y="30643"/>
                  </a:moveTo>
                  <a:lnTo>
                    <a:pt x="38978" y="30643"/>
                  </a:lnTo>
                  <a:lnTo>
                    <a:pt x="120131" y="30643"/>
                  </a:lnTo>
                  <a:lnTo>
                    <a:pt x="120131" y="0"/>
                  </a:lnTo>
                  <a:lnTo>
                    <a:pt x="0" y="0"/>
                  </a:lnTo>
                  <a:lnTo>
                    <a:pt x="0" y="120019"/>
                  </a:lnTo>
                  <a:lnTo>
                    <a:pt x="32589" y="120019"/>
                  </a:lnTo>
                  <a:lnTo>
                    <a:pt x="32589" y="37027"/>
                  </a:lnTo>
                  <a:close/>
                </a:path>
              </a:pathLst>
            </a:custGeom>
            <a:grpFill/>
            <a:ln w="6390" cap="flat">
              <a:noFill/>
              <a:prstDash val="solid"/>
              <a:miter/>
            </a:ln>
          </p:spPr>
          <p:txBody>
            <a:bodyPr rtlCol="0" anchor="ctr"/>
            <a:lstStyle/>
            <a:p>
              <a:endParaRPr lang="en-US"/>
            </a:p>
          </p:txBody>
        </p:sp>
        <p:sp>
          <p:nvSpPr>
            <p:cNvPr id="221" name="Graphic 4">
              <a:extLst>
                <a:ext uri="{FF2B5EF4-FFF2-40B4-BE49-F238E27FC236}">
                  <a16:creationId xmlns:a16="http://schemas.microsoft.com/office/drawing/2014/main" id="{9FD94D00-5679-E27A-CDE1-F0761AAEAD44}"/>
                </a:ext>
              </a:extLst>
            </p:cNvPr>
            <p:cNvSpPr/>
            <p:nvPr/>
          </p:nvSpPr>
          <p:spPr>
            <a:xfrm>
              <a:off x="5099808" y="2855717"/>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1 w 361670"/>
                <a:gd name="connsiteY3" fmla="*/ 180667 h 361333"/>
                <a:gd name="connsiteX4" fmla="*/ 180836 w 361670"/>
                <a:gd name="connsiteY4" fmla="*/ 0 h 361333"/>
                <a:gd name="connsiteX5" fmla="*/ 276045 w 361670"/>
                <a:gd name="connsiteY5" fmla="*/ 268766 h 361333"/>
                <a:gd name="connsiteX6" fmla="*/ 269655 w 361670"/>
                <a:gd name="connsiteY6" fmla="*/ 275149 h 361333"/>
                <a:gd name="connsiteX7" fmla="*/ 136745 w 361670"/>
                <a:gd name="connsiteY7" fmla="*/ 275149 h 361333"/>
                <a:gd name="connsiteX8" fmla="*/ 130355 w 361670"/>
                <a:gd name="connsiteY8" fmla="*/ 268766 h 361333"/>
                <a:gd name="connsiteX9" fmla="*/ 130355 w 361670"/>
                <a:gd name="connsiteY9" fmla="*/ 231738 h 361333"/>
                <a:gd name="connsiteX10" fmla="*/ 91376 w 361670"/>
                <a:gd name="connsiteY10" fmla="*/ 231738 h 361333"/>
                <a:gd name="connsiteX11" fmla="*/ 84986 w 361670"/>
                <a:gd name="connsiteY11" fmla="*/ 225355 h 361333"/>
                <a:gd name="connsiteX12" fmla="*/ 84986 w 361670"/>
                <a:gd name="connsiteY12" fmla="*/ 92568 h 361333"/>
                <a:gd name="connsiteX13" fmla="*/ 91376 w 361670"/>
                <a:gd name="connsiteY13" fmla="*/ 86184 h 361333"/>
                <a:gd name="connsiteX14" fmla="*/ 224287 w 361670"/>
                <a:gd name="connsiteY14" fmla="*/ 86184 h 361333"/>
                <a:gd name="connsiteX15" fmla="*/ 230677 w 361670"/>
                <a:gd name="connsiteY15" fmla="*/ 92568 h 361333"/>
                <a:gd name="connsiteX16" fmla="*/ 230677 w 361670"/>
                <a:gd name="connsiteY16" fmla="*/ 129595 h 361333"/>
                <a:gd name="connsiteX17" fmla="*/ 269655 w 361670"/>
                <a:gd name="connsiteY17" fmla="*/ 129595 h 361333"/>
                <a:gd name="connsiteX18" fmla="*/ 276045 w 361670"/>
                <a:gd name="connsiteY18" fmla="*/ 135979 h 361333"/>
                <a:gd name="connsiteX19" fmla="*/ 276045 w 361670"/>
                <a:gd name="connsiteY19" fmla="*/ 268766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670" h="361333">
                  <a:moveTo>
                    <a:pt x="180836" y="0"/>
                  </a:moveTo>
                  <a:cubicBezTo>
                    <a:pt x="80513" y="0"/>
                    <a:pt x="0" y="81076"/>
                    <a:pt x="0" y="180667"/>
                  </a:cubicBezTo>
                  <a:cubicBezTo>
                    <a:pt x="0" y="280257"/>
                    <a:pt x="81152" y="361333"/>
                    <a:pt x="180836" y="361333"/>
                  </a:cubicBezTo>
                  <a:cubicBezTo>
                    <a:pt x="281157" y="361333"/>
                    <a:pt x="361671" y="280257"/>
                    <a:pt x="361671" y="180667"/>
                  </a:cubicBezTo>
                  <a:cubicBezTo>
                    <a:pt x="361671" y="81076"/>
                    <a:pt x="280518" y="0"/>
                    <a:pt x="180836" y="0"/>
                  </a:cubicBezTo>
                  <a:close/>
                  <a:moveTo>
                    <a:pt x="276045" y="268766"/>
                  </a:moveTo>
                  <a:cubicBezTo>
                    <a:pt x="276045" y="272596"/>
                    <a:pt x="273490" y="275149"/>
                    <a:pt x="269655" y="275149"/>
                  </a:cubicBezTo>
                  <a:lnTo>
                    <a:pt x="136745" y="275149"/>
                  </a:lnTo>
                  <a:cubicBezTo>
                    <a:pt x="132911" y="275149"/>
                    <a:pt x="130355" y="272596"/>
                    <a:pt x="130355" y="268766"/>
                  </a:cubicBezTo>
                  <a:lnTo>
                    <a:pt x="130355" y="231738"/>
                  </a:lnTo>
                  <a:lnTo>
                    <a:pt x="91376" y="231738"/>
                  </a:lnTo>
                  <a:cubicBezTo>
                    <a:pt x="87542" y="231738"/>
                    <a:pt x="84986" y="229185"/>
                    <a:pt x="84986" y="225355"/>
                  </a:cubicBezTo>
                  <a:lnTo>
                    <a:pt x="84986" y="92568"/>
                  </a:lnTo>
                  <a:cubicBezTo>
                    <a:pt x="84986" y="88737"/>
                    <a:pt x="87542" y="86184"/>
                    <a:pt x="91376" y="86184"/>
                  </a:cubicBezTo>
                  <a:lnTo>
                    <a:pt x="224287" y="86184"/>
                  </a:lnTo>
                  <a:cubicBezTo>
                    <a:pt x="228121" y="86184"/>
                    <a:pt x="230677" y="88737"/>
                    <a:pt x="230677" y="92568"/>
                  </a:cubicBezTo>
                  <a:lnTo>
                    <a:pt x="230677" y="129595"/>
                  </a:lnTo>
                  <a:lnTo>
                    <a:pt x="269655" y="129595"/>
                  </a:lnTo>
                  <a:cubicBezTo>
                    <a:pt x="273490" y="129595"/>
                    <a:pt x="276045" y="132148"/>
                    <a:pt x="276045" y="135979"/>
                  </a:cubicBezTo>
                  <a:lnTo>
                    <a:pt x="276045" y="268766"/>
                  </a:lnTo>
                  <a:close/>
                </a:path>
              </a:pathLst>
            </a:custGeom>
            <a:grpFill/>
            <a:ln w="6390" cap="flat">
              <a:noFill/>
              <a:prstDash val="solid"/>
              <a:miter/>
            </a:ln>
          </p:spPr>
          <p:txBody>
            <a:bodyPr rtlCol="0" anchor="ctr"/>
            <a:lstStyle/>
            <a:p>
              <a:endParaRPr lang="en-US"/>
            </a:p>
          </p:txBody>
        </p:sp>
        <p:sp>
          <p:nvSpPr>
            <p:cNvPr id="222" name="Graphic 4">
              <a:extLst>
                <a:ext uri="{FF2B5EF4-FFF2-40B4-BE49-F238E27FC236}">
                  <a16:creationId xmlns:a16="http://schemas.microsoft.com/office/drawing/2014/main" id="{FF36412B-EB0D-DC0F-C5BA-BD0073D42BC4}"/>
                </a:ext>
              </a:extLst>
            </p:cNvPr>
            <p:cNvSpPr/>
            <p:nvPr/>
          </p:nvSpPr>
          <p:spPr>
            <a:xfrm>
              <a:off x="5242943" y="2998080"/>
              <a:ext cx="120130" cy="120018"/>
            </a:xfrm>
            <a:custGeom>
              <a:avLst/>
              <a:gdLst>
                <a:gd name="connsiteX0" fmla="*/ 87542 w 120130"/>
                <a:gd name="connsiteY0" fmla="*/ 82992 h 120018"/>
                <a:gd name="connsiteX1" fmla="*/ 87542 w 120130"/>
                <a:gd name="connsiteY1" fmla="*/ 89376 h 120018"/>
                <a:gd name="connsiteX2" fmla="*/ 81152 w 120130"/>
                <a:gd name="connsiteY2" fmla="*/ 89376 h 120018"/>
                <a:gd name="connsiteX3" fmla="*/ 0 w 120130"/>
                <a:gd name="connsiteY3" fmla="*/ 89376 h 120018"/>
                <a:gd name="connsiteX4" fmla="*/ 0 w 120130"/>
                <a:gd name="connsiteY4" fmla="*/ 120019 h 120018"/>
                <a:gd name="connsiteX5" fmla="*/ 120131 w 120130"/>
                <a:gd name="connsiteY5" fmla="*/ 120019 h 120018"/>
                <a:gd name="connsiteX6" fmla="*/ 120131 w 120130"/>
                <a:gd name="connsiteY6" fmla="*/ 0 h 120018"/>
                <a:gd name="connsiteX7" fmla="*/ 87542 w 120130"/>
                <a:gd name="connsiteY7" fmla="*/ 0 h 12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30" h="120018">
                  <a:moveTo>
                    <a:pt x="87542" y="82992"/>
                  </a:moveTo>
                  <a:lnTo>
                    <a:pt x="87542" y="89376"/>
                  </a:lnTo>
                  <a:lnTo>
                    <a:pt x="81152" y="89376"/>
                  </a:lnTo>
                  <a:lnTo>
                    <a:pt x="0" y="89376"/>
                  </a:lnTo>
                  <a:lnTo>
                    <a:pt x="0" y="120019"/>
                  </a:lnTo>
                  <a:lnTo>
                    <a:pt x="120131" y="120019"/>
                  </a:lnTo>
                  <a:lnTo>
                    <a:pt x="120131" y="0"/>
                  </a:lnTo>
                  <a:lnTo>
                    <a:pt x="87542" y="0"/>
                  </a:lnTo>
                  <a:close/>
                </a:path>
              </a:pathLst>
            </a:custGeom>
            <a:grpFill/>
            <a:ln w="6390" cap="flat">
              <a:noFill/>
              <a:prstDash val="solid"/>
              <a:miter/>
            </a:ln>
          </p:spPr>
          <p:txBody>
            <a:bodyPr rtlCol="0" anchor="ctr"/>
            <a:lstStyle/>
            <a:p>
              <a:endParaRPr lang="en-US"/>
            </a:p>
          </p:txBody>
        </p:sp>
      </p:grpSp>
      <p:sp>
        <p:nvSpPr>
          <p:cNvPr id="223" name="Freeform 26">
            <a:extLst>
              <a:ext uri="{FF2B5EF4-FFF2-40B4-BE49-F238E27FC236}">
                <a16:creationId xmlns:a16="http://schemas.microsoft.com/office/drawing/2014/main" id="{809BEC74-920D-065C-0E5C-1F53AE8BAB30}"/>
              </a:ext>
            </a:extLst>
          </p:cNvPr>
          <p:cNvSpPr>
            <a:spLocks noEditPoints="1"/>
          </p:cNvSpPr>
          <p:nvPr/>
        </p:nvSpPr>
        <p:spPr bwMode="auto">
          <a:xfrm>
            <a:off x="676019" y="1640812"/>
            <a:ext cx="1756925" cy="361334"/>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Joint Venture </a:t>
            </a:r>
          </a:p>
        </p:txBody>
      </p:sp>
      <p:sp>
        <p:nvSpPr>
          <p:cNvPr id="224" name="Freeform 26">
            <a:extLst>
              <a:ext uri="{FF2B5EF4-FFF2-40B4-BE49-F238E27FC236}">
                <a16:creationId xmlns:a16="http://schemas.microsoft.com/office/drawing/2014/main" id="{BEC6CFD3-DC60-A918-A2C1-242243EB6D22}"/>
              </a:ext>
            </a:extLst>
          </p:cNvPr>
          <p:cNvSpPr>
            <a:spLocks noEditPoints="1"/>
          </p:cNvSpPr>
          <p:nvPr/>
        </p:nvSpPr>
        <p:spPr bwMode="auto">
          <a:xfrm>
            <a:off x="672082" y="2065254"/>
            <a:ext cx="1756925" cy="374962"/>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PPP</a:t>
            </a:r>
          </a:p>
        </p:txBody>
      </p:sp>
      <p:sp>
        <p:nvSpPr>
          <p:cNvPr id="225" name="Freeform 26">
            <a:extLst>
              <a:ext uri="{FF2B5EF4-FFF2-40B4-BE49-F238E27FC236}">
                <a16:creationId xmlns:a16="http://schemas.microsoft.com/office/drawing/2014/main" id="{7138941B-6E36-1070-AB2D-0A70D49B79EC}"/>
              </a:ext>
            </a:extLst>
          </p:cNvPr>
          <p:cNvSpPr>
            <a:spLocks noEditPoints="1"/>
          </p:cNvSpPr>
          <p:nvPr/>
        </p:nvSpPr>
        <p:spPr bwMode="auto">
          <a:xfrm>
            <a:off x="664341" y="2503324"/>
            <a:ext cx="1756925" cy="361334"/>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AOMT</a:t>
            </a:r>
          </a:p>
        </p:txBody>
      </p:sp>
      <p:sp>
        <p:nvSpPr>
          <p:cNvPr id="226" name="Freeform 26">
            <a:extLst>
              <a:ext uri="{FF2B5EF4-FFF2-40B4-BE49-F238E27FC236}">
                <a16:creationId xmlns:a16="http://schemas.microsoft.com/office/drawing/2014/main" id="{BD5947FA-07DD-009C-B960-55D8B9B7974B}"/>
              </a:ext>
            </a:extLst>
          </p:cNvPr>
          <p:cNvSpPr>
            <a:spLocks noEditPoints="1"/>
          </p:cNvSpPr>
          <p:nvPr/>
        </p:nvSpPr>
        <p:spPr bwMode="auto">
          <a:xfrm>
            <a:off x="660404" y="2927766"/>
            <a:ext cx="1756925" cy="374962"/>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InVIT</a:t>
            </a:r>
          </a:p>
        </p:txBody>
      </p:sp>
      <p:sp>
        <p:nvSpPr>
          <p:cNvPr id="227" name="Freeform 26">
            <a:extLst>
              <a:ext uri="{FF2B5EF4-FFF2-40B4-BE49-F238E27FC236}">
                <a16:creationId xmlns:a16="http://schemas.microsoft.com/office/drawing/2014/main" id="{D297DBF1-8D2F-B004-A6ED-6F359369971D}"/>
              </a:ext>
            </a:extLst>
          </p:cNvPr>
          <p:cNvSpPr>
            <a:spLocks noEditPoints="1"/>
          </p:cNvSpPr>
          <p:nvPr/>
        </p:nvSpPr>
        <p:spPr bwMode="auto">
          <a:xfrm>
            <a:off x="664341" y="3365836"/>
            <a:ext cx="1756925" cy="361334"/>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Asset and Land Monetization</a:t>
            </a:r>
          </a:p>
        </p:txBody>
      </p:sp>
      <p:sp>
        <p:nvSpPr>
          <p:cNvPr id="228" name="Freeform 26">
            <a:extLst>
              <a:ext uri="{FF2B5EF4-FFF2-40B4-BE49-F238E27FC236}">
                <a16:creationId xmlns:a16="http://schemas.microsoft.com/office/drawing/2014/main" id="{A221142D-525D-43CA-9071-8FA526E2FC84}"/>
              </a:ext>
            </a:extLst>
          </p:cNvPr>
          <p:cNvSpPr>
            <a:spLocks noEditPoints="1"/>
          </p:cNvSpPr>
          <p:nvPr/>
        </p:nvSpPr>
        <p:spPr bwMode="auto">
          <a:xfrm>
            <a:off x="660404" y="3790278"/>
            <a:ext cx="1756925" cy="374962"/>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Water Rights</a:t>
            </a:r>
          </a:p>
        </p:txBody>
      </p:sp>
      <p:sp>
        <p:nvSpPr>
          <p:cNvPr id="229" name="Freeform 26">
            <a:extLst>
              <a:ext uri="{FF2B5EF4-FFF2-40B4-BE49-F238E27FC236}">
                <a16:creationId xmlns:a16="http://schemas.microsoft.com/office/drawing/2014/main" id="{14BD83C4-2FE3-D0C4-9758-858156102236}"/>
              </a:ext>
            </a:extLst>
          </p:cNvPr>
          <p:cNvSpPr>
            <a:spLocks noEditPoints="1"/>
          </p:cNvSpPr>
          <p:nvPr/>
        </p:nvSpPr>
        <p:spPr bwMode="auto">
          <a:xfrm>
            <a:off x="652663" y="4228348"/>
            <a:ext cx="1756925" cy="361334"/>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Tourism Outsourcing</a:t>
            </a:r>
          </a:p>
        </p:txBody>
      </p:sp>
      <p:sp>
        <p:nvSpPr>
          <p:cNvPr id="230" name="Freeform 26">
            <a:extLst>
              <a:ext uri="{FF2B5EF4-FFF2-40B4-BE49-F238E27FC236}">
                <a16:creationId xmlns:a16="http://schemas.microsoft.com/office/drawing/2014/main" id="{CA7138CE-B6E8-2377-462A-471CA6E234F5}"/>
              </a:ext>
            </a:extLst>
          </p:cNvPr>
          <p:cNvSpPr>
            <a:spLocks noEditPoints="1"/>
          </p:cNvSpPr>
          <p:nvPr/>
        </p:nvSpPr>
        <p:spPr bwMode="auto">
          <a:xfrm>
            <a:off x="648726" y="4652790"/>
            <a:ext cx="1756925" cy="374962"/>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O&amp;M – F , EPC-F</a:t>
            </a:r>
          </a:p>
        </p:txBody>
      </p:sp>
      <p:sp>
        <p:nvSpPr>
          <p:cNvPr id="231" name="Freeform 26">
            <a:extLst>
              <a:ext uri="{FF2B5EF4-FFF2-40B4-BE49-F238E27FC236}">
                <a16:creationId xmlns:a16="http://schemas.microsoft.com/office/drawing/2014/main" id="{5113E009-25C4-53CA-ED5A-545FC4E8160E}"/>
              </a:ext>
            </a:extLst>
          </p:cNvPr>
          <p:cNvSpPr>
            <a:spLocks noEditPoints="1"/>
          </p:cNvSpPr>
          <p:nvPr/>
        </p:nvSpPr>
        <p:spPr bwMode="auto">
          <a:xfrm>
            <a:off x="605682" y="5090860"/>
            <a:ext cx="1756925" cy="361334"/>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Distribution Franchise</a:t>
            </a:r>
          </a:p>
        </p:txBody>
      </p:sp>
      <p:sp>
        <p:nvSpPr>
          <p:cNvPr id="232" name="Freeform 26">
            <a:extLst>
              <a:ext uri="{FF2B5EF4-FFF2-40B4-BE49-F238E27FC236}">
                <a16:creationId xmlns:a16="http://schemas.microsoft.com/office/drawing/2014/main" id="{49F9A6EC-AE5A-08CD-8499-DDB877F3C87E}"/>
              </a:ext>
            </a:extLst>
          </p:cNvPr>
          <p:cNvSpPr>
            <a:spLocks noEditPoints="1"/>
          </p:cNvSpPr>
          <p:nvPr/>
        </p:nvSpPr>
        <p:spPr bwMode="auto">
          <a:xfrm>
            <a:off x="601745" y="5515302"/>
            <a:ext cx="1756925" cy="374962"/>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ROI Securitization</a:t>
            </a:r>
          </a:p>
        </p:txBody>
      </p:sp>
      <p:sp>
        <p:nvSpPr>
          <p:cNvPr id="233" name="Freeform 26">
            <a:extLst>
              <a:ext uri="{FF2B5EF4-FFF2-40B4-BE49-F238E27FC236}">
                <a16:creationId xmlns:a16="http://schemas.microsoft.com/office/drawing/2014/main" id="{6B84694D-08D1-8275-7A1B-A75C2EBBD20F}"/>
              </a:ext>
            </a:extLst>
          </p:cNvPr>
          <p:cNvSpPr>
            <a:spLocks noEditPoints="1"/>
          </p:cNvSpPr>
          <p:nvPr/>
        </p:nvSpPr>
        <p:spPr bwMode="auto">
          <a:xfrm>
            <a:off x="601744" y="5953369"/>
            <a:ext cx="1756925" cy="361334"/>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bg1"/>
          </a:solidFill>
          <a:ln>
            <a:noFill/>
          </a:ln>
        </p:spPr>
        <p:txBody>
          <a:bodyPr vert="horz" wrap="square" lIns="91411" tIns="45704" rIns="91411" bIns="45704" numCol="1" anchor="ctr" anchorCtr="0" compatLnSpc="1">
            <a:prstTxWarp prst="textNoShape">
              <a:avLst/>
            </a:prstTxWarp>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rPr>
              <a:t>Green Bonds, IPO, DFI’s</a:t>
            </a:r>
          </a:p>
        </p:txBody>
      </p:sp>
      <p:sp>
        <p:nvSpPr>
          <p:cNvPr id="235" name="Freeform 28">
            <a:extLst>
              <a:ext uri="{FF2B5EF4-FFF2-40B4-BE49-F238E27FC236}">
                <a16:creationId xmlns:a16="http://schemas.microsoft.com/office/drawing/2014/main" id="{E0CF7490-FA8E-D2DF-1D45-2B58470A40F9}"/>
              </a:ext>
            </a:extLst>
          </p:cNvPr>
          <p:cNvSpPr/>
          <p:nvPr/>
        </p:nvSpPr>
        <p:spPr bwMode="auto">
          <a:xfrm rot="2401272">
            <a:off x="2526752" y="1401480"/>
            <a:ext cx="274711" cy="711091"/>
          </a:xfrm>
          <a:custGeom>
            <a:avLst/>
            <a:gdLst>
              <a:gd name="T0" fmla="*/ 94 w 117"/>
              <a:gd name="T1" fmla="*/ 296 h 309"/>
              <a:gd name="T2" fmla="*/ 90 w 117"/>
              <a:gd name="T3" fmla="*/ 41 h 309"/>
              <a:gd name="T4" fmla="*/ 102 w 117"/>
              <a:gd name="T5" fmla="*/ 52 h 309"/>
              <a:gd name="T6" fmla="*/ 117 w 117"/>
              <a:gd name="T7" fmla="*/ 0 h 309"/>
              <a:gd name="T8" fmla="*/ 58 w 117"/>
              <a:gd name="T9" fmla="*/ 10 h 309"/>
              <a:gd name="T10" fmla="*/ 76 w 117"/>
              <a:gd name="T11" fmla="*/ 28 h 309"/>
              <a:gd name="T12" fmla="*/ 81 w 117"/>
              <a:gd name="T13" fmla="*/ 309 h 309"/>
              <a:gd name="T14" fmla="*/ 94 w 117"/>
              <a:gd name="T15" fmla="*/ 296 h 3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309">
                <a:moveTo>
                  <a:pt x="94" y="296"/>
                </a:moveTo>
                <a:cubicBezTo>
                  <a:pt x="22" y="227"/>
                  <a:pt x="20" y="112"/>
                  <a:pt x="90" y="41"/>
                </a:cubicBezTo>
                <a:cubicBezTo>
                  <a:pt x="102" y="52"/>
                  <a:pt x="102" y="52"/>
                  <a:pt x="102" y="52"/>
                </a:cubicBezTo>
                <a:cubicBezTo>
                  <a:pt x="117" y="0"/>
                  <a:pt x="117" y="0"/>
                  <a:pt x="117" y="0"/>
                </a:cubicBezTo>
                <a:cubicBezTo>
                  <a:pt x="58" y="10"/>
                  <a:pt x="58" y="10"/>
                  <a:pt x="58" y="10"/>
                </a:cubicBezTo>
                <a:cubicBezTo>
                  <a:pt x="76" y="28"/>
                  <a:pt x="76" y="28"/>
                  <a:pt x="76" y="28"/>
                </a:cubicBezTo>
                <a:cubicBezTo>
                  <a:pt x="0" y="107"/>
                  <a:pt x="2" y="233"/>
                  <a:pt x="81" y="309"/>
                </a:cubicBezTo>
                <a:lnTo>
                  <a:pt x="94" y="296"/>
                </a:lnTo>
                <a:close/>
              </a:path>
            </a:pathLst>
          </a:custGeom>
          <a:solidFill>
            <a:schemeClr val="accent3"/>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38" name="Flowchart: Manual Operation 237">
            <a:extLst>
              <a:ext uri="{FF2B5EF4-FFF2-40B4-BE49-F238E27FC236}">
                <a16:creationId xmlns:a16="http://schemas.microsoft.com/office/drawing/2014/main" id="{2534686A-454B-58AC-2CC6-496473E3C633}"/>
              </a:ext>
            </a:extLst>
          </p:cNvPr>
          <p:cNvSpPr/>
          <p:nvPr/>
        </p:nvSpPr>
        <p:spPr bwMode="gray">
          <a:xfrm rot="5400000">
            <a:off x="7951030" y="3375782"/>
            <a:ext cx="2797434" cy="830434"/>
          </a:xfrm>
          <a:prstGeom prst="flowChartManualOperation">
            <a:avLst/>
          </a:prstGeom>
          <a:gradFill flip="none" rotWithShape="1">
            <a:gsLst>
              <a:gs pos="55000">
                <a:srgbClr val="D4DD47"/>
              </a:gs>
              <a:gs pos="48000">
                <a:srgbClr val="C4D600"/>
              </a:gs>
              <a:gs pos="37000">
                <a:srgbClr val="E3E48D"/>
              </a:gs>
            </a:gsLst>
            <a:lin ang="5400000" scaled="1"/>
            <a:tileRect/>
          </a:gradFill>
          <a:ln w="19050" algn="ctr">
            <a:noFill/>
            <a:miter lim="800000"/>
            <a:headEnd/>
            <a:tailEnd/>
          </a:ln>
          <a:effectLst>
            <a:softEdge rad="63500"/>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43" name="Rectangle 242">
            <a:extLst>
              <a:ext uri="{FF2B5EF4-FFF2-40B4-BE49-F238E27FC236}">
                <a16:creationId xmlns:a16="http://schemas.microsoft.com/office/drawing/2014/main" id="{D070B26C-76B8-006C-1634-F48EDF0CD523}"/>
              </a:ext>
            </a:extLst>
          </p:cNvPr>
          <p:cNvSpPr/>
          <p:nvPr/>
        </p:nvSpPr>
        <p:spPr bwMode="gray">
          <a:xfrm>
            <a:off x="10122956" y="1267942"/>
            <a:ext cx="1745777" cy="238213"/>
          </a:xfrm>
          <a:prstGeom prst="rect">
            <a:avLst/>
          </a:prstGeom>
          <a:solidFill>
            <a:srgbClr val="E3E48D"/>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a:ln>
                  <a:noFill/>
                </a:ln>
                <a:solidFill>
                  <a:schemeClr val="accent3"/>
                </a:solidFill>
                <a:effectLst/>
                <a:uLnTx/>
                <a:uFillTx/>
                <a:latin typeface="Aptos" panose="020B0004020202020204" pitchFamily="34" charset="0"/>
                <a:ea typeface="Verdana" panose="020B0604030504040204" pitchFamily="34" charset="0"/>
              </a:rPr>
              <a:t>SPECIAL PROJECTS</a:t>
            </a:r>
          </a:p>
        </p:txBody>
      </p:sp>
      <p:grpSp>
        <p:nvGrpSpPr>
          <p:cNvPr id="240" name="Graphic 4">
            <a:extLst>
              <a:ext uri="{FF2B5EF4-FFF2-40B4-BE49-F238E27FC236}">
                <a16:creationId xmlns:a16="http://schemas.microsoft.com/office/drawing/2014/main" id="{3772074D-5C98-A049-3891-73196A89BECE}"/>
              </a:ext>
            </a:extLst>
          </p:cNvPr>
          <p:cNvGrpSpPr/>
          <p:nvPr/>
        </p:nvGrpSpPr>
        <p:grpSpPr>
          <a:xfrm>
            <a:off x="9641141" y="1199706"/>
            <a:ext cx="365761" cy="365760"/>
            <a:chOff x="1952125" y="3339623"/>
            <a:chExt cx="362313" cy="361971"/>
          </a:xfrm>
          <a:solidFill>
            <a:schemeClr val="accent3"/>
          </a:solidFill>
        </p:grpSpPr>
        <p:sp>
          <p:nvSpPr>
            <p:cNvPr id="241" name="Graphic 4">
              <a:extLst>
                <a:ext uri="{FF2B5EF4-FFF2-40B4-BE49-F238E27FC236}">
                  <a16:creationId xmlns:a16="http://schemas.microsoft.com/office/drawing/2014/main" id="{DFCD9A03-BF22-9B21-8D3C-CC701BE7F1CA}"/>
                </a:ext>
              </a:extLst>
            </p:cNvPr>
            <p:cNvSpPr/>
            <p:nvPr/>
          </p:nvSpPr>
          <p:spPr>
            <a:xfrm>
              <a:off x="2106026" y="3455149"/>
              <a:ext cx="56327" cy="68971"/>
            </a:xfrm>
            <a:custGeom>
              <a:avLst/>
              <a:gdLst>
                <a:gd name="connsiteX0" fmla="*/ 16710 w 56327"/>
                <a:gd name="connsiteY0" fmla="*/ 68971 h 68971"/>
                <a:gd name="connsiteX1" fmla="*/ 39075 w 56327"/>
                <a:gd name="connsiteY1" fmla="*/ 68971 h 68971"/>
                <a:gd name="connsiteX2" fmla="*/ 49299 w 56327"/>
                <a:gd name="connsiteY2" fmla="*/ 45989 h 68971"/>
                <a:gd name="connsiteX3" fmla="*/ 56328 w 56327"/>
                <a:gd name="connsiteY3" fmla="*/ 26837 h 68971"/>
                <a:gd name="connsiteX4" fmla="*/ 26934 w 56327"/>
                <a:gd name="connsiteY4" fmla="*/ 24 h 68971"/>
                <a:gd name="connsiteX5" fmla="*/ 97 w 56327"/>
                <a:gd name="connsiteY5" fmla="*/ 26837 h 68971"/>
                <a:gd name="connsiteX6" fmla="*/ 7125 w 56327"/>
                <a:gd name="connsiteY6" fmla="*/ 45989 h 68971"/>
                <a:gd name="connsiteX7" fmla="*/ 16710 w 56327"/>
                <a:gd name="connsiteY7" fmla="*/ 68971 h 6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27" h="68971">
                  <a:moveTo>
                    <a:pt x="16710" y="68971"/>
                  </a:moveTo>
                  <a:lnTo>
                    <a:pt x="39075" y="68971"/>
                  </a:lnTo>
                  <a:cubicBezTo>
                    <a:pt x="39714" y="60672"/>
                    <a:pt x="43548" y="52373"/>
                    <a:pt x="49299" y="45989"/>
                  </a:cubicBezTo>
                  <a:cubicBezTo>
                    <a:pt x="53772" y="40882"/>
                    <a:pt x="56328" y="33859"/>
                    <a:pt x="56328" y="26837"/>
                  </a:cubicBezTo>
                  <a:cubicBezTo>
                    <a:pt x="55689" y="11516"/>
                    <a:pt x="42270" y="-614"/>
                    <a:pt x="26934" y="24"/>
                  </a:cubicBezTo>
                  <a:cubicBezTo>
                    <a:pt x="12237" y="663"/>
                    <a:pt x="736" y="12154"/>
                    <a:pt x="97" y="26837"/>
                  </a:cubicBezTo>
                  <a:cubicBezTo>
                    <a:pt x="-543" y="33859"/>
                    <a:pt x="2013" y="40882"/>
                    <a:pt x="7125" y="45989"/>
                  </a:cubicBezTo>
                  <a:cubicBezTo>
                    <a:pt x="12237" y="52373"/>
                    <a:pt x="16071" y="60672"/>
                    <a:pt x="16710" y="68971"/>
                  </a:cubicBezTo>
                  <a:close/>
                </a:path>
              </a:pathLst>
            </a:custGeom>
            <a:grpFill/>
            <a:ln w="6390" cap="flat">
              <a:noFill/>
              <a:prstDash val="solid"/>
              <a:miter/>
            </a:ln>
          </p:spPr>
          <p:txBody>
            <a:bodyPr rtlCol="0" anchor="ctr"/>
            <a:lstStyle/>
            <a:p>
              <a:endParaRPr lang="en-US"/>
            </a:p>
          </p:txBody>
        </p:sp>
        <p:sp>
          <p:nvSpPr>
            <p:cNvPr id="242" name="Graphic 4">
              <a:extLst>
                <a:ext uri="{FF2B5EF4-FFF2-40B4-BE49-F238E27FC236}">
                  <a16:creationId xmlns:a16="http://schemas.microsoft.com/office/drawing/2014/main" id="{16C9A5D8-1A71-0227-5571-1C870C52FCC3}"/>
                </a:ext>
              </a:extLst>
            </p:cNvPr>
            <p:cNvSpPr/>
            <p:nvPr/>
          </p:nvSpPr>
          <p:spPr>
            <a:xfrm>
              <a:off x="1952125" y="33396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24926 w 362313"/>
                <a:gd name="connsiteY6" fmla="*/ 101505 h 361971"/>
                <a:gd name="connsiteX7" fmla="*/ 237706 w 362313"/>
                <a:gd name="connsiteY7" fmla="*/ 93206 h 361971"/>
                <a:gd name="connsiteX8" fmla="*/ 246652 w 362313"/>
                <a:gd name="connsiteY8" fmla="*/ 95121 h 361971"/>
                <a:gd name="connsiteX9" fmla="*/ 244735 w 362313"/>
                <a:gd name="connsiteY9" fmla="*/ 104059 h 361971"/>
                <a:gd name="connsiteX10" fmla="*/ 231955 w 362313"/>
                <a:gd name="connsiteY10" fmla="*/ 112358 h 361971"/>
                <a:gd name="connsiteX11" fmla="*/ 223009 w 362313"/>
                <a:gd name="connsiteY11" fmla="*/ 110443 h 361971"/>
                <a:gd name="connsiteX12" fmla="*/ 224926 w 362313"/>
                <a:gd name="connsiteY12" fmla="*/ 101505 h 361971"/>
                <a:gd name="connsiteX13" fmla="*/ 175084 w 362313"/>
                <a:gd name="connsiteY13" fmla="*/ 66394 h 361971"/>
                <a:gd name="connsiteX14" fmla="*/ 181474 w 362313"/>
                <a:gd name="connsiteY14" fmla="*/ 60010 h 361971"/>
                <a:gd name="connsiteX15" fmla="*/ 187864 w 362313"/>
                <a:gd name="connsiteY15" fmla="*/ 66394 h 361971"/>
                <a:gd name="connsiteX16" fmla="*/ 187864 w 362313"/>
                <a:gd name="connsiteY16" fmla="*/ 80438 h 361971"/>
                <a:gd name="connsiteX17" fmla="*/ 181474 w 362313"/>
                <a:gd name="connsiteY17" fmla="*/ 86822 h 361971"/>
                <a:gd name="connsiteX18" fmla="*/ 175084 w 362313"/>
                <a:gd name="connsiteY18" fmla="*/ 80438 h 361971"/>
                <a:gd name="connsiteX19" fmla="*/ 175084 w 362313"/>
                <a:gd name="connsiteY19" fmla="*/ 66394 h 361971"/>
                <a:gd name="connsiteX20" fmla="*/ 181474 w 362313"/>
                <a:gd name="connsiteY20" fmla="*/ 102144 h 361971"/>
                <a:gd name="connsiteX21" fmla="*/ 222370 w 362313"/>
                <a:gd name="connsiteY21" fmla="*/ 141086 h 361971"/>
                <a:gd name="connsiteX22" fmla="*/ 222370 w 362313"/>
                <a:gd name="connsiteY22" fmla="*/ 141724 h 361971"/>
                <a:gd name="connsiteX23" fmla="*/ 212785 w 362313"/>
                <a:gd name="connsiteY23" fmla="*/ 168537 h 361971"/>
                <a:gd name="connsiteX24" fmla="*/ 205117 w 362313"/>
                <a:gd name="connsiteY24" fmla="*/ 190243 h 361971"/>
                <a:gd name="connsiteX25" fmla="*/ 198727 w 362313"/>
                <a:gd name="connsiteY25" fmla="*/ 196627 h 361971"/>
                <a:gd name="connsiteX26" fmla="*/ 164221 w 362313"/>
                <a:gd name="connsiteY26" fmla="*/ 196627 h 361971"/>
                <a:gd name="connsiteX27" fmla="*/ 157832 w 362313"/>
                <a:gd name="connsiteY27" fmla="*/ 190243 h 361971"/>
                <a:gd name="connsiteX28" fmla="*/ 150164 w 362313"/>
                <a:gd name="connsiteY28" fmla="*/ 168537 h 361971"/>
                <a:gd name="connsiteX29" fmla="*/ 140579 w 362313"/>
                <a:gd name="connsiteY29" fmla="*/ 141724 h 361971"/>
                <a:gd name="connsiteX30" fmla="*/ 180835 w 362313"/>
                <a:gd name="connsiteY30" fmla="*/ 102144 h 361971"/>
                <a:gd name="connsiteX31" fmla="*/ 181474 w 362313"/>
                <a:gd name="connsiteY31" fmla="*/ 102144 h 361971"/>
                <a:gd name="connsiteX32" fmla="*/ 181474 w 362313"/>
                <a:gd name="connsiteY32" fmla="*/ 102144 h 361971"/>
                <a:gd name="connsiteX33" fmla="*/ 204478 w 362313"/>
                <a:gd name="connsiteY33" fmla="*/ 209395 h 361971"/>
                <a:gd name="connsiteX34" fmla="*/ 198088 w 362313"/>
                <a:gd name="connsiteY34" fmla="*/ 215779 h 361971"/>
                <a:gd name="connsiteX35" fmla="*/ 165499 w 362313"/>
                <a:gd name="connsiteY35" fmla="*/ 215779 h 361971"/>
                <a:gd name="connsiteX36" fmla="*/ 159109 w 362313"/>
                <a:gd name="connsiteY36" fmla="*/ 209395 h 361971"/>
                <a:gd name="connsiteX37" fmla="*/ 165499 w 362313"/>
                <a:gd name="connsiteY37" fmla="*/ 203011 h 361971"/>
                <a:gd name="connsiteX38" fmla="*/ 198088 w 362313"/>
                <a:gd name="connsiteY38" fmla="*/ 203011 h 361971"/>
                <a:gd name="connsiteX39" fmla="*/ 204478 w 362313"/>
                <a:gd name="connsiteY39" fmla="*/ 209395 h 361971"/>
                <a:gd name="connsiteX40" fmla="*/ 116936 w 362313"/>
                <a:gd name="connsiteY40" fmla="*/ 95121 h 361971"/>
                <a:gd name="connsiteX41" fmla="*/ 125882 w 362313"/>
                <a:gd name="connsiteY41" fmla="*/ 93206 h 361971"/>
                <a:gd name="connsiteX42" fmla="*/ 138662 w 362313"/>
                <a:gd name="connsiteY42" fmla="*/ 101505 h 361971"/>
                <a:gd name="connsiteX43" fmla="*/ 140579 w 362313"/>
                <a:gd name="connsiteY43" fmla="*/ 110443 h 361971"/>
                <a:gd name="connsiteX44" fmla="*/ 135467 w 362313"/>
                <a:gd name="connsiteY44" fmla="*/ 113635 h 361971"/>
                <a:gd name="connsiteX45" fmla="*/ 131633 w 362313"/>
                <a:gd name="connsiteY45" fmla="*/ 112358 h 361971"/>
                <a:gd name="connsiteX46" fmla="*/ 118853 w 362313"/>
                <a:gd name="connsiteY46" fmla="*/ 104059 h 361971"/>
                <a:gd name="connsiteX47" fmla="*/ 116936 w 362313"/>
                <a:gd name="connsiteY47" fmla="*/ 95121 h 361971"/>
                <a:gd name="connsiteX48" fmla="*/ 116936 w 362313"/>
                <a:gd name="connsiteY48" fmla="*/ 95121 h 361971"/>
                <a:gd name="connsiteX49" fmla="*/ 104156 w 362313"/>
                <a:gd name="connsiteY49" fmla="*/ 157684 h 361971"/>
                <a:gd name="connsiteX50" fmla="*/ 110546 w 362313"/>
                <a:gd name="connsiteY50" fmla="*/ 151300 h 361971"/>
                <a:gd name="connsiteX51" fmla="*/ 125882 w 362313"/>
                <a:gd name="connsiteY51" fmla="*/ 151300 h 361971"/>
                <a:gd name="connsiteX52" fmla="*/ 132272 w 362313"/>
                <a:gd name="connsiteY52" fmla="*/ 157684 h 361971"/>
                <a:gd name="connsiteX53" fmla="*/ 125882 w 362313"/>
                <a:gd name="connsiteY53" fmla="*/ 164068 h 361971"/>
                <a:gd name="connsiteX54" fmla="*/ 110546 w 362313"/>
                <a:gd name="connsiteY54" fmla="*/ 164068 h 361971"/>
                <a:gd name="connsiteX55" fmla="*/ 104156 w 362313"/>
                <a:gd name="connsiteY55" fmla="*/ 157684 h 361971"/>
                <a:gd name="connsiteX56" fmla="*/ 104156 w 362313"/>
                <a:gd name="connsiteY56" fmla="*/ 157684 h 361971"/>
                <a:gd name="connsiteX57" fmla="*/ 256876 w 362313"/>
                <a:gd name="connsiteY57" fmla="*/ 295578 h 361971"/>
                <a:gd name="connsiteX58" fmla="*/ 250486 w 362313"/>
                <a:gd name="connsiteY58" fmla="*/ 301962 h 361971"/>
                <a:gd name="connsiteX59" fmla="*/ 244096 w 362313"/>
                <a:gd name="connsiteY59" fmla="*/ 295578 h 361971"/>
                <a:gd name="connsiteX60" fmla="*/ 244096 w 362313"/>
                <a:gd name="connsiteY60" fmla="*/ 284087 h 361971"/>
                <a:gd name="connsiteX61" fmla="*/ 200644 w 362313"/>
                <a:gd name="connsiteY61" fmla="*/ 236846 h 361971"/>
                <a:gd name="connsiteX62" fmla="*/ 162304 w 362313"/>
                <a:gd name="connsiteY62" fmla="*/ 236846 h 361971"/>
                <a:gd name="connsiteX63" fmla="*/ 118853 w 362313"/>
                <a:gd name="connsiteY63" fmla="*/ 284087 h 361971"/>
                <a:gd name="connsiteX64" fmla="*/ 118853 w 362313"/>
                <a:gd name="connsiteY64" fmla="*/ 295578 h 361971"/>
                <a:gd name="connsiteX65" fmla="*/ 112463 w 362313"/>
                <a:gd name="connsiteY65" fmla="*/ 301962 h 361971"/>
                <a:gd name="connsiteX66" fmla="*/ 106073 w 362313"/>
                <a:gd name="connsiteY66" fmla="*/ 295578 h 361971"/>
                <a:gd name="connsiteX67" fmla="*/ 106073 w 362313"/>
                <a:gd name="connsiteY67" fmla="*/ 284087 h 361971"/>
                <a:gd name="connsiteX68" fmla="*/ 162304 w 362313"/>
                <a:gd name="connsiteY68" fmla="*/ 224078 h 361971"/>
                <a:gd name="connsiteX69" fmla="*/ 200644 w 362313"/>
                <a:gd name="connsiteY69" fmla="*/ 224078 h 361971"/>
                <a:gd name="connsiteX70" fmla="*/ 256876 w 362313"/>
                <a:gd name="connsiteY70" fmla="*/ 284087 h 361971"/>
                <a:gd name="connsiteX71" fmla="*/ 256876 w 362313"/>
                <a:gd name="connsiteY71" fmla="*/ 295578 h 361971"/>
                <a:gd name="connsiteX72" fmla="*/ 253042 w 362313"/>
                <a:gd name="connsiteY72" fmla="*/ 164068 h 361971"/>
                <a:gd name="connsiteX73" fmla="*/ 237706 w 362313"/>
                <a:gd name="connsiteY73" fmla="*/ 164068 h 361971"/>
                <a:gd name="connsiteX74" fmla="*/ 231316 w 362313"/>
                <a:gd name="connsiteY74" fmla="*/ 157684 h 361971"/>
                <a:gd name="connsiteX75" fmla="*/ 237706 w 362313"/>
                <a:gd name="connsiteY75" fmla="*/ 151300 h 361971"/>
                <a:gd name="connsiteX76" fmla="*/ 253042 w 362313"/>
                <a:gd name="connsiteY76" fmla="*/ 151300 h 361971"/>
                <a:gd name="connsiteX77" fmla="*/ 259431 w 362313"/>
                <a:gd name="connsiteY77" fmla="*/ 157684 h 361971"/>
                <a:gd name="connsiteX78" fmla="*/ 253042 w 362313"/>
                <a:gd name="connsiteY78" fmla="*/ 16406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224926" y="101505"/>
                  </a:moveTo>
                  <a:lnTo>
                    <a:pt x="237706" y="93206"/>
                  </a:lnTo>
                  <a:cubicBezTo>
                    <a:pt x="240901" y="91291"/>
                    <a:pt x="244735" y="91930"/>
                    <a:pt x="246652" y="95121"/>
                  </a:cubicBezTo>
                  <a:cubicBezTo>
                    <a:pt x="248569" y="98313"/>
                    <a:pt x="247929" y="102144"/>
                    <a:pt x="244735" y="104059"/>
                  </a:cubicBezTo>
                  <a:lnTo>
                    <a:pt x="231955" y="112358"/>
                  </a:lnTo>
                  <a:cubicBezTo>
                    <a:pt x="228760" y="114273"/>
                    <a:pt x="224926" y="113635"/>
                    <a:pt x="223009" y="110443"/>
                  </a:cubicBezTo>
                  <a:cubicBezTo>
                    <a:pt x="221092" y="107889"/>
                    <a:pt x="221731" y="103421"/>
                    <a:pt x="224926" y="101505"/>
                  </a:cubicBezTo>
                  <a:close/>
                  <a:moveTo>
                    <a:pt x="175084" y="66394"/>
                  </a:moveTo>
                  <a:cubicBezTo>
                    <a:pt x="175084" y="62563"/>
                    <a:pt x="177640" y="60010"/>
                    <a:pt x="181474" y="60010"/>
                  </a:cubicBezTo>
                  <a:cubicBezTo>
                    <a:pt x="185308" y="60010"/>
                    <a:pt x="187864" y="62563"/>
                    <a:pt x="187864" y="66394"/>
                  </a:cubicBezTo>
                  <a:lnTo>
                    <a:pt x="187864" y="80438"/>
                  </a:lnTo>
                  <a:cubicBezTo>
                    <a:pt x="187864" y="84269"/>
                    <a:pt x="185308" y="86822"/>
                    <a:pt x="181474" y="86822"/>
                  </a:cubicBezTo>
                  <a:cubicBezTo>
                    <a:pt x="177640" y="86822"/>
                    <a:pt x="175084" y="84269"/>
                    <a:pt x="175084" y="80438"/>
                  </a:cubicBezTo>
                  <a:lnTo>
                    <a:pt x="175084" y="66394"/>
                  </a:lnTo>
                  <a:close/>
                  <a:moveTo>
                    <a:pt x="181474" y="102144"/>
                  </a:moveTo>
                  <a:cubicBezTo>
                    <a:pt x="203839" y="101505"/>
                    <a:pt x="221731" y="119381"/>
                    <a:pt x="222370" y="141086"/>
                  </a:cubicBezTo>
                  <a:cubicBezTo>
                    <a:pt x="222370" y="141086"/>
                    <a:pt x="222370" y="141724"/>
                    <a:pt x="222370" y="141724"/>
                  </a:cubicBezTo>
                  <a:cubicBezTo>
                    <a:pt x="223009" y="151939"/>
                    <a:pt x="219175" y="161515"/>
                    <a:pt x="212785" y="168537"/>
                  </a:cubicBezTo>
                  <a:cubicBezTo>
                    <a:pt x="207673" y="174283"/>
                    <a:pt x="204478" y="182582"/>
                    <a:pt x="205117" y="190243"/>
                  </a:cubicBezTo>
                  <a:cubicBezTo>
                    <a:pt x="205117" y="194073"/>
                    <a:pt x="202561" y="196627"/>
                    <a:pt x="198727" y="196627"/>
                  </a:cubicBezTo>
                  <a:lnTo>
                    <a:pt x="164221" y="196627"/>
                  </a:lnTo>
                  <a:cubicBezTo>
                    <a:pt x="160387" y="196627"/>
                    <a:pt x="157832" y="194073"/>
                    <a:pt x="157832" y="190243"/>
                  </a:cubicBezTo>
                  <a:cubicBezTo>
                    <a:pt x="158470" y="181944"/>
                    <a:pt x="155275" y="174283"/>
                    <a:pt x="150164" y="168537"/>
                  </a:cubicBezTo>
                  <a:cubicBezTo>
                    <a:pt x="143774" y="160876"/>
                    <a:pt x="139940" y="151300"/>
                    <a:pt x="140579" y="141724"/>
                  </a:cubicBezTo>
                  <a:cubicBezTo>
                    <a:pt x="140579" y="119381"/>
                    <a:pt x="158470" y="101505"/>
                    <a:pt x="180835" y="102144"/>
                  </a:cubicBezTo>
                  <a:cubicBezTo>
                    <a:pt x="181474" y="102144"/>
                    <a:pt x="181474" y="102144"/>
                    <a:pt x="181474" y="102144"/>
                  </a:cubicBezTo>
                  <a:lnTo>
                    <a:pt x="181474" y="102144"/>
                  </a:lnTo>
                  <a:close/>
                  <a:moveTo>
                    <a:pt x="204478" y="209395"/>
                  </a:moveTo>
                  <a:cubicBezTo>
                    <a:pt x="204478" y="213225"/>
                    <a:pt x="201922" y="215779"/>
                    <a:pt x="198088" y="215779"/>
                  </a:cubicBezTo>
                  <a:lnTo>
                    <a:pt x="165499" y="215779"/>
                  </a:lnTo>
                  <a:cubicBezTo>
                    <a:pt x="161665" y="215779"/>
                    <a:pt x="159109" y="213225"/>
                    <a:pt x="159109" y="209395"/>
                  </a:cubicBezTo>
                  <a:cubicBezTo>
                    <a:pt x="159109" y="205564"/>
                    <a:pt x="161665" y="203011"/>
                    <a:pt x="165499" y="203011"/>
                  </a:cubicBezTo>
                  <a:lnTo>
                    <a:pt x="198088" y="203011"/>
                  </a:lnTo>
                  <a:cubicBezTo>
                    <a:pt x="201283" y="203011"/>
                    <a:pt x="204478" y="205564"/>
                    <a:pt x="204478" y="209395"/>
                  </a:cubicBezTo>
                  <a:close/>
                  <a:moveTo>
                    <a:pt x="116936" y="95121"/>
                  </a:moveTo>
                  <a:cubicBezTo>
                    <a:pt x="118853" y="91930"/>
                    <a:pt x="122687" y="91291"/>
                    <a:pt x="125882" y="93206"/>
                  </a:cubicBezTo>
                  <a:lnTo>
                    <a:pt x="138662" y="101505"/>
                  </a:lnTo>
                  <a:cubicBezTo>
                    <a:pt x="141857" y="103421"/>
                    <a:pt x="142496" y="107251"/>
                    <a:pt x="140579" y="110443"/>
                  </a:cubicBezTo>
                  <a:cubicBezTo>
                    <a:pt x="139301" y="112358"/>
                    <a:pt x="137384" y="113635"/>
                    <a:pt x="135467" y="113635"/>
                  </a:cubicBezTo>
                  <a:cubicBezTo>
                    <a:pt x="134189" y="113635"/>
                    <a:pt x="132911" y="112997"/>
                    <a:pt x="131633" y="112358"/>
                  </a:cubicBezTo>
                  <a:lnTo>
                    <a:pt x="118853" y="104059"/>
                  </a:lnTo>
                  <a:cubicBezTo>
                    <a:pt x="115658" y="102144"/>
                    <a:pt x="115019" y="97675"/>
                    <a:pt x="116936" y="95121"/>
                  </a:cubicBezTo>
                  <a:cubicBezTo>
                    <a:pt x="116936" y="95121"/>
                    <a:pt x="116936" y="95121"/>
                    <a:pt x="116936" y="95121"/>
                  </a:cubicBezTo>
                  <a:close/>
                  <a:moveTo>
                    <a:pt x="104156" y="157684"/>
                  </a:moveTo>
                  <a:cubicBezTo>
                    <a:pt x="104156" y="153854"/>
                    <a:pt x="106712" y="151300"/>
                    <a:pt x="110546" y="151300"/>
                  </a:cubicBezTo>
                  <a:lnTo>
                    <a:pt x="125882" y="151300"/>
                  </a:lnTo>
                  <a:cubicBezTo>
                    <a:pt x="129716" y="151300"/>
                    <a:pt x="132272" y="153854"/>
                    <a:pt x="132272" y="157684"/>
                  </a:cubicBezTo>
                  <a:cubicBezTo>
                    <a:pt x="132272" y="161515"/>
                    <a:pt x="129716" y="164068"/>
                    <a:pt x="125882" y="164068"/>
                  </a:cubicBezTo>
                  <a:lnTo>
                    <a:pt x="110546" y="164068"/>
                  </a:lnTo>
                  <a:cubicBezTo>
                    <a:pt x="106712" y="164068"/>
                    <a:pt x="104156" y="160876"/>
                    <a:pt x="104156" y="157684"/>
                  </a:cubicBezTo>
                  <a:lnTo>
                    <a:pt x="104156" y="157684"/>
                  </a:lnTo>
                  <a:close/>
                  <a:moveTo>
                    <a:pt x="256876" y="295578"/>
                  </a:moveTo>
                  <a:cubicBezTo>
                    <a:pt x="256876" y="299409"/>
                    <a:pt x="254319" y="301962"/>
                    <a:pt x="250486" y="301962"/>
                  </a:cubicBezTo>
                  <a:cubicBezTo>
                    <a:pt x="246652" y="301962"/>
                    <a:pt x="244096" y="299409"/>
                    <a:pt x="244096" y="295578"/>
                  </a:cubicBezTo>
                  <a:lnTo>
                    <a:pt x="244096" y="284087"/>
                  </a:lnTo>
                  <a:cubicBezTo>
                    <a:pt x="244096" y="257913"/>
                    <a:pt x="224287" y="236846"/>
                    <a:pt x="200644" y="236846"/>
                  </a:cubicBezTo>
                  <a:lnTo>
                    <a:pt x="162304" y="236846"/>
                  </a:lnTo>
                  <a:cubicBezTo>
                    <a:pt x="138023" y="236846"/>
                    <a:pt x="118853" y="257913"/>
                    <a:pt x="118853" y="284087"/>
                  </a:cubicBezTo>
                  <a:lnTo>
                    <a:pt x="118853" y="295578"/>
                  </a:lnTo>
                  <a:cubicBezTo>
                    <a:pt x="118853" y="299409"/>
                    <a:pt x="116297" y="301962"/>
                    <a:pt x="112463" y="301962"/>
                  </a:cubicBezTo>
                  <a:cubicBezTo>
                    <a:pt x="108629" y="301962"/>
                    <a:pt x="106073" y="299409"/>
                    <a:pt x="106073" y="295578"/>
                  </a:cubicBezTo>
                  <a:lnTo>
                    <a:pt x="106073" y="284087"/>
                  </a:lnTo>
                  <a:cubicBezTo>
                    <a:pt x="106073" y="250890"/>
                    <a:pt x="131633" y="224078"/>
                    <a:pt x="162304" y="224078"/>
                  </a:cubicBezTo>
                  <a:lnTo>
                    <a:pt x="200644" y="224078"/>
                  </a:lnTo>
                  <a:cubicBezTo>
                    <a:pt x="231955" y="224078"/>
                    <a:pt x="256876" y="250890"/>
                    <a:pt x="256876" y="284087"/>
                  </a:cubicBezTo>
                  <a:lnTo>
                    <a:pt x="256876" y="295578"/>
                  </a:lnTo>
                  <a:close/>
                  <a:moveTo>
                    <a:pt x="253042" y="164068"/>
                  </a:moveTo>
                  <a:lnTo>
                    <a:pt x="237706" y="164068"/>
                  </a:lnTo>
                  <a:cubicBezTo>
                    <a:pt x="233872" y="164068"/>
                    <a:pt x="231316" y="161515"/>
                    <a:pt x="231316" y="157684"/>
                  </a:cubicBezTo>
                  <a:cubicBezTo>
                    <a:pt x="231316" y="153854"/>
                    <a:pt x="233872" y="151300"/>
                    <a:pt x="237706" y="151300"/>
                  </a:cubicBezTo>
                  <a:lnTo>
                    <a:pt x="253042" y="151300"/>
                  </a:lnTo>
                  <a:cubicBezTo>
                    <a:pt x="256876" y="151300"/>
                    <a:pt x="259431" y="153854"/>
                    <a:pt x="259431" y="157684"/>
                  </a:cubicBezTo>
                  <a:cubicBezTo>
                    <a:pt x="259431" y="161515"/>
                    <a:pt x="256237" y="164068"/>
                    <a:pt x="253042" y="164068"/>
                  </a:cubicBezTo>
                  <a:close/>
                </a:path>
              </a:pathLst>
            </a:custGeom>
            <a:grpFill/>
            <a:ln w="6390" cap="flat">
              <a:noFill/>
              <a:prstDash val="solid"/>
              <a:miter/>
            </a:ln>
          </p:spPr>
          <p:txBody>
            <a:bodyPr rtlCol="0" anchor="ctr"/>
            <a:lstStyle/>
            <a:p>
              <a:endParaRPr lang="en-US"/>
            </a:p>
          </p:txBody>
        </p:sp>
      </p:grpSp>
      <p:sp>
        <p:nvSpPr>
          <p:cNvPr id="237" name="Freeform 30">
            <a:extLst>
              <a:ext uri="{FF2B5EF4-FFF2-40B4-BE49-F238E27FC236}">
                <a16:creationId xmlns:a16="http://schemas.microsoft.com/office/drawing/2014/main" id="{C1565C55-8ADF-2869-C41D-1D3ED5099CCD}"/>
              </a:ext>
            </a:extLst>
          </p:cNvPr>
          <p:cNvSpPr/>
          <p:nvPr/>
        </p:nvSpPr>
        <p:spPr bwMode="auto">
          <a:xfrm rot="19371359">
            <a:off x="9009748" y="3957095"/>
            <a:ext cx="789427" cy="333153"/>
          </a:xfrm>
          <a:custGeom>
            <a:avLst/>
            <a:gdLst>
              <a:gd name="T0" fmla="*/ 0 w 309"/>
              <a:gd name="T1" fmla="*/ 9 h 130"/>
              <a:gd name="T2" fmla="*/ 274 w 309"/>
              <a:gd name="T3" fmla="*/ 71 h 130"/>
              <a:gd name="T4" fmla="*/ 287 w 309"/>
              <a:gd name="T5" fmla="*/ 93 h 130"/>
              <a:gd name="T6" fmla="*/ 309 w 309"/>
              <a:gd name="T7" fmla="*/ 38 h 130"/>
              <a:gd name="T8" fmla="*/ 255 w 309"/>
              <a:gd name="T9" fmla="*/ 42 h 130"/>
              <a:gd name="T10" fmla="*/ 264 w 309"/>
              <a:gd name="T11" fmla="*/ 56 h 130"/>
              <a:gd name="T12" fmla="*/ 15 w 309"/>
              <a:gd name="T13" fmla="*/ 0 h 130"/>
              <a:gd name="T14" fmla="*/ 0 w 309"/>
              <a:gd name="T15" fmla="*/ 9 h 1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9" h="130">
                <a:moveTo>
                  <a:pt x="0" y="9"/>
                </a:moveTo>
                <a:cubicBezTo>
                  <a:pt x="58" y="102"/>
                  <a:pt x="181" y="130"/>
                  <a:pt x="274" y="71"/>
                </a:cubicBezTo>
                <a:cubicBezTo>
                  <a:pt x="287" y="93"/>
                  <a:pt x="287" y="93"/>
                  <a:pt x="287" y="93"/>
                </a:cubicBezTo>
                <a:cubicBezTo>
                  <a:pt x="309" y="38"/>
                  <a:pt x="309" y="38"/>
                  <a:pt x="309" y="38"/>
                </a:cubicBezTo>
                <a:cubicBezTo>
                  <a:pt x="255" y="42"/>
                  <a:pt x="255" y="42"/>
                  <a:pt x="255" y="42"/>
                </a:cubicBezTo>
                <a:cubicBezTo>
                  <a:pt x="264" y="56"/>
                  <a:pt x="264" y="56"/>
                  <a:pt x="264" y="56"/>
                </a:cubicBezTo>
                <a:cubicBezTo>
                  <a:pt x="180" y="109"/>
                  <a:pt x="68" y="84"/>
                  <a:pt x="15" y="0"/>
                </a:cubicBezTo>
                <a:lnTo>
                  <a:pt x="0" y="9"/>
                </a:lnTo>
                <a:close/>
              </a:path>
            </a:pathLst>
          </a:custGeom>
          <a:solidFill>
            <a:srgbClr val="26890D"/>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pic>
        <p:nvPicPr>
          <p:cNvPr id="11" name="Picture 10">
            <a:hlinkClick r:id="rId6" action="ppaction://hlinksldjump"/>
            <a:extLst>
              <a:ext uri="{FF2B5EF4-FFF2-40B4-BE49-F238E27FC236}">
                <a16:creationId xmlns:a16="http://schemas.microsoft.com/office/drawing/2014/main" id="{FCD37F5F-5274-FAF8-0932-7B1075064917}"/>
              </a:ext>
            </a:extLst>
          </p:cNvPr>
          <p:cNvPicPr>
            <a:picLocks noChangeAspect="1"/>
          </p:cNvPicPr>
          <p:nvPr/>
        </p:nvPicPr>
        <p:blipFill>
          <a:blip r:embed="rId7"/>
          <a:stretch>
            <a:fillRect/>
          </a:stretch>
        </p:blipFill>
        <p:spPr>
          <a:xfrm>
            <a:off x="11726283" y="113485"/>
            <a:ext cx="359695" cy="365792"/>
          </a:xfrm>
          <a:prstGeom prst="rect">
            <a:avLst/>
          </a:prstGeom>
        </p:spPr>
      </p:pic>
      <p:sp>
        <p:nvSpPr>
          <p:cNvPr id="13" name="Rectangle 24">
            <a:hlinkClick r:id="rId8" action="ppaction://hlinksldjump"/>
            <a:extLst>
              <a:ext uri="{FF2B5EF4-FFF2-40B4-BE49-F238E27FC236}">
                <a16:creationId xmlns:a16="http://schemas.microsoft.com/office/drawing/2014/main" id="{0C4FF462-12A6-FB8A-E2E3-65E5037B9FD8}"/>
              </a:ext>
            </a:extLst>
          </p:cNvPr>
          <p:cNvSpPr/>
          <p:nvPr/>
        </p:nvSpPr>
        <p:spPr bwMode="gray">
          <a:xfrm>
            <a:off x="637402" y="-1277"/>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Objective and Strategic Context</a:t>
            </a:r>
          </a:p>
        </p:txBody>
      </p:sp>
      <p:sp>
        <p:nvSpPr>
          <p:cNvPr id="14" name="Freeform 15">
            <a:extLst>
              <a:ext uri="{FF2B5EF4-FFF2-40B4-BE49-F238E27FC236}">
                <a16:creationId xmlns:a16="http://schemas.microsoft.com/office/drawing/2014/main" id="{6E2C47BC-0911-9ED5-2F03-F89E19011ED3}"/>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15" name="Freeform 16">
            <a:extLst>
              <a:ext uri="{FF2B5EF4-FFF2-40B4-BE49-F238E27FC236}">
                <a16:creationId xmlns:a16="http://schemas.microsoft.com/office/drawing/2014/main" id="{8A51AE7D-5236-2031-4F2D-EF2E67C3C6E4}"/>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accent1"/>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16" name="Freeform 6">
            <a:extLst>
              <a:ext uri="{FF2B5EF4-FFF2-40B4-BE49-F238E27FC236}">
                <a16:creationId xmlns:a16="http://schemas.microsoft.com/office/drawing/2014/main" id="{1BB12337-3F95-18A3-876E-41493BBB4A35}"/>
              </a:ext>
            </a:extLst>
          </p:cNvPr>
          <p:cNvSpPr>
            <a:spLocks/>
          </p:cNvSpPr>
          <p:nvPr/>
        </p:nvSpPr>
        <p:spPr bwMode="gray">
          <a:xfrm>
            <a:off x="2012347"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18" name="Rectangle 17">
            <a:extLst>
              <a:ext uri="{FF2B5EF4-FFF2-40B4-BE49-F238E27FC236}">
                <a16:creationId xmlns:a16="http://schemas.microsoft.com/office/drawing/2014/main" id="{659BCB0A-B441-54A6-7279-CBABAEAFB74B}"/>
              </a:ext>
            </a:extLst>
          </p:cNvPr>
          <p:cNvSpPr/>
          <p:nvPr/>
        </p:nvSpPr>
        <p:spPr bwMode="gray">
          <a:xfrm>
            <a:off x="3960919" y="5249196"/>
            <a:ext cx="1685621" cy="538549"/>
          </a:xfrm>
          <a:prstGeom prst="rect">
            <a:avLst/>
          </a:prstGeom>
          <a:solidFill>
            <a:schemeClr val="accent6">
              <a:lumMod val="20000"/>
              <a:lumOff val="80000"/>
            </a:schemeClr>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US" sz="1400" b="1">
              <a:latin typeface="Aptos" panose="020B0004020202020204" pitchFamily="34" charset="0"/>
            </a:endParaRPr>
          </a:p>
        </p:txBody>
      </p:sp>
      <p:sp>
        <p:nvSpPr>
          <p:cNvPr id="19" name="Rectangle 18">
            <a:extLst>
              <a:ext uri="{FF2B5EF4-FFF2-40B4-BE49-F238E27FC236}">
                <a16:creationId xmlns:a16="http://schemas.microsoft.com/office/drawing/2014/main" id="{B36DDE0A-8673-211B-CE99-936483F2B6BF}"/>
              </a:ext>
            </a:extLst>
          </p:cNvPr>
          <p:cNvSpPr/>
          <p:nvPr/>
        </p:nvSpPr>
        <p:spPr bwMode="gray">
          <a:xfrm>
            <a:off x="5746992" y="5261285"/>
            <a:ext cx="1685621" cy="538549"/>
          </a:xfrm>
          <a:prstGeom prst="rect">
            <a:avLst/>
          </a:prstGeom>
          <a:solidFill>
            <a:schemeClr val="accent6">
              <a:lumMod val="20000"/>
              <a:lumOff val="80000"/>
            </a:schemeClr>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US" sz="1400" b="1">
              <a:latin typeface="Aptos" panose="020B0004020202020204" pitchFamily="34" charset="0"/>
            </a:endParaRPr>
          </a:p>
        </p:txBody>
      </p:sp>
      <p:sp>
        <p:nvSpPr>
          <p:cNvPr id="20" name="Rectangle 19">
            <a:extLst>
              <a:ext uri="{FF2B5EF4-FFF2-40B4-BE49-F238E27FC236}">
                <a16:creationId xmlns:a16="http://schemas.microsoft.com/office/drawing/2014/main" id="{53F0FCD0-E60C-C28E-F9E4-AA47527A0E54}"/>
              </a:ext>
            </a:extLst>
          </p:cNvPr>
          <p:cNvSpPr/>
          <p:nvPr/>
        </p:nvSpPr>
        <p:spPr bwMode="gray">
          <a:xfrm>
            <a:off x="7517740" y="5245023"/>
            <a:ext cx="1685621" cy="538549"/>
          </a:xfrm>
          <a:prstGeom prst="rect">
            <a:avLst/>
          </a:prstGeom>
          <a:solidFill>
            <a:schemeClr val="accent6">
              <a:lumMod val="20000"/>
              <a:lumOff val="80000"/>
            </a:schemeClr>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US" sz="1400" b="1">
              <a:latin typeface="Aptos" panose="020B0004020202020204" pitchFamily="34" charset="0"/>
            </a:endParaRPr>
          </a:p>
        </p:txBody>
      </p:sp>
      <p:sp>
        <p:nvSpPr>
          <p:cNvPr id="21" name="Rectangle 20">
            <a:extLst>
              <a:ext uri="{FF2B5EF4-FFF2-40B4-BE49-F238E27FC236}">
                <a16:creationId xmlns:a16="http://schemas.microsoft.com/office/drawing/2014/main" id="{BB22B3D4-E3EB-CFFA-6E0B-8BC2C33544A2}"/>
              </a:ext>
            </a:extLst>
          </p:cNvPr>
          <p:cNvSpPr/>
          <p:nvPr/>
        </p:nvSpPr>
        <p:spPr bwMode="gray">
          <a:xfrm>
            <a:off x="4229117" y="6052391"/>
            <a:ext cx="2039601" cy="538549"/>
          </a:xfrm>
          <a:prstGeom prst="rect">
            <a:avLst/>
          </a:prstGeom>
          <a:solidFill>
            <a:schemeClr val="accent6">
              <a:lumMod val="20000"/>
              <a:lumOff val="80000"/>
            </a:schemeClr>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US" sz="1400" b="1">
              <a:latin typeface="Aptos" panose="020B0004020202020204" pitchFamily="34" charset="0"/>
            </a:endParaRPr>
          </a:p>
        </p:txBody>
      </p:sp>
      <p:sp>
        <p:nvSpPr>
          <p:cNvPr id="22" name="Rectangle 21">
            <a:extLst>
              <a:ext uri="{FF2B5EF4-FFF2-40B4-BE49-F238E27FC236}">
                <a16:creationId xmlns:a16="http://schemas.microsoft.com/office/drawing/2014/main" id="{43C26B7C-D21B-6C5F-0B32-74FC402C4684}"/>
              </a:ext>
            </a:extLst>
          </p:cNvPr>
          <p:cNvSpPr/>
          <p:nvPr/>
        </p:nvSpPr>
        <p:spPr bwMode="gray">
          <a:xfrm>
            <a:off x="6723505" y="6052391"/>
            <a:ext cx="1980033" cy="538549"/>
          </a:xfrm>
          <a:prstGeom prst="rect">
            <a:avLst/>
          </a:prstGeom>
          <a:solidFill>
            <a:schemeClr val="accent6">
              <a:lumMod val="20000"/>
              <a:lumOff val="80000"/>
            </a:schemeClr>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endParaRPr lang="en-US" sz="1400" b="1">
              <a:latin typeface="Aptos" panose="020B0004020202020204" pitchFamily="34" charset="0"/>
            </a:endParaRPr>
          </a:p>
        </p:txBody>
      </p:sp>
      <p:grpSp>
        <p:nvGrpSpPr>
          <p:cNvPr id="167" name="Graphic 4">
            <a:extLst>
              <a:ext uri="{FF2B5EF4-FFF2-40B4-BE49-F238E27FC236}">
                <a16:creationId xmlns:a16="http://schemas.microsoft.com/office/drawing/2014/main" id="{70196A0B-EDB0-F594-F556-716F10DFFC5E}"/>
              </a:ext>
            </a:extLst>
          </p:cNvPr>
          <p:cNvGrpSpPr/>
          <p:nvPr/>
        </p:nvGrpSpPr>
        <p:grpSpPr>
          <a:xfrm>
            <a:off x="5097652" y="5824463"/>
            <a:ext cx="362309" cy="361971"/>
            <a:chOff x="6146480" y="1402723"/>
            <a:chExt cx="362309" cy="361971"/>
          </a:xfrm>
          <a:solidFill>
            <a:schemeClr val="accent6"/>
          </a:solidFill>
        </p:grpSpPr>
        <p:sp>
          <p:nvSpPr>
            <p:cNvPr id="168" name="Graphic 4">
              <a:extLst>
                <a:ext uri="{FF2B5EF4-FFF2-40B4-BE49-F238E27FC236}">
                  <a16:creationId xmlns:a16="http://schemas.microsoft.com/office/drawing/2014/main" id="{4B3C7AC5-1DFB-2FF2-7E5B-9BAE682397F0}"/>
                </a:ext>
              </a:extLst>
            </p:cNvPr>
            <p:cNvSpPr/>
            <p:nvPr/>
          </p:nvSpPr>
          <p:spPr>
            <a:xfrm>
              <a:off x="6291531" y="1547001"/>
              <a:ext cx="69650" cy="67670"/>
            </a:xfrm>
            <a:custGeom>
              <a:avLst/>
              <a:gdLst>
                <a:gd name="connsiteX0" fmla="*/ 46008 w 69650"/>
                <a:gd name="connsiteY0" fmla="*/ 17875 h 67670"/>
                <a:gd name="connsiteX1" fmla="*/ 35784 w 69650"/>
                <a:gd name="connsiteY1" fmla="*/ 0 h 67670"/>
                <a:gd name="connsiteX2" fmla="*/ 26199 w 69650"/>
                <a:gd name="connsiteY2" fmla="*/ 19152 h 67670"/>
                <a:gd name="connsiteX3" fmla="*/ 21087 w 69650"/>
                <a:gd name="connsiteY3" fmla="*/ 22344 h 67670"/>
                <a:gd name="connsiteX4" fmla="*/ 0 w 69650"/>
                <a:gd name="connsiteY4" fmla="*/ 24898 h 67670"/>
                <a:gd name="connsiteX5" fmla="*/ 14697 w 69650"/>
                <a:gd name="connsiteY5" fmla="*/ 38942 h 67670"/>
                <a:gd name="connsiteX6" fmla="*/ 16614 w 69650"/>
                <a:gd name="connsiteY6" fmla="*/ 44688 h 67670"/>
                <a:gd name="connsiteX7" fmla="*/ 13419 w 69650"/>
                <a:gd name="connsiteY7" fmla="*/ 67670 h 67670"/>
                <a:gd name="connsiteX8" fmla="*/ 32589 w 69650"/>
                <a:gd name="connsiteY8" fmla="*/ 58094 h 67670"/>
                <a:gd name="connsiteX9" fmla="*/ 38340 w 69650"/>
                <a:gd name="connsiteY9" fmla="*/ 58094 h 67670"/>
                <a:gd name="connsiteX10" fmla="*/ 56232 w 69650"/>
                <a:gd name="connsiteY10" fmla="*/ 67670 h 67670"/>
                <a:gd name="connsiteX11" fmla="*/ 53037 w 69650"/>
                <a:gd name="connsiteY11" fmla="*/ 45326 h 67670"/>
                <a:gd name="connsiteX12" fmla="*/ 54954 w 69650"/>
                <a:gd name="connsiteY12" fmla="*/ 39581 h 67670"/>
                <a:gd name="connsiteX13" fmla="*/ 69650 w 69650"/>
                <a:gd name="connsiteY13" fmla="*/ 25536 h 67670"/>
                <a:gd name="connsiteX14" fmla="*/ 49203 w 69650"/>
                <a:gd name="connsiteY14" fmla="*/ 21706 h 67670"/>
                <a:gd name="connsiteX15" fmla="*/ 46008 w 69650"/>
                <a:gd name="connsiteY15" fmla="*/ 17875 h 6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650" h="67670">
                  <a:moveTo>
                    <a:pt x="46008" y="17875"/>
                  </a:moveTo>
                  <a:lnTo>
                    <a:pt x="35784" y="0"/>
                  </a:lnTo>
                  <a:lnTo>
                    <a:pt x="26199" y="19152"/>
                  </a:lnTo>
                  <a:cubicBezTo>
                    <a:pt x="24921" y="21067"/>
                    <a:pt x="23004" y="22344"/>
                    <a:pt x="21087" y="22344"/>
                  </a:cubicBezTo>
                  <a:lnTo>
                    <a:pt x="0" y="24898"/>
                  </a:lnTo>
                  <a:lnTo>
                    <a:pt x="14697" y="38942"/>
                  </a:lnTo>
                  <a:cubicBezTo>
                    <a:pt x="15975" y="40219"/>
                    <a:pt x="16614" y="42134"/>
                    <a:pt x="16614" y="44688"/>
                  </a:cubicBezTo>
                  <a:lnTo>
                    <a:pt x="13419" y="67670"/>
                  </a:lnTo>
                  <a:lnTo>
                    <a:pt x="32589" y="58094"/>
                  </a:lnTo>
                  <a:cubicBezTo>
                    <a:pt x="34506" y="56818"/>
                    <a:pt x="36423" y="56818"/>
                    <a:pt x="38340" y="58094"/>
                  </a:cubicBezTo>
                  <a:lnTo>
                    <a:pt x="56232" y="67670"/>
                  </a:lnTo>
                  <a:lnTo>
                    <a:pt x="53037" y="45326"/>
                  </a:lnTo>
                  <a:cubicBezTo>
                    <a:pt x="53037" y="43411"/>
                    <a:pt x="53676" y="40858"/>
                    <a:pt x="54954" y="39581"/>
                  </a:cubicBezTo>
                  <a:lnTo>
                    <a:pt x="69650" y="25536"/>
                  </a:lnTo>
                  <a:lnTo>
                    <a:pt x="49203" y="21706"/>
                  </a:lnTo>
                  <a:cubicBezTo>
                    <a:pt x="48564" y="20429"/>
                    <a:pt x="47286" y="19152"/>
                    <a:pt x="46008" y="17875"/>
                  </a:cubicBezTo>
                  <a:close/>
                </a:path>
              </a:pathLst>
            </a:custGeom>
            <a:grpFill/>
            <a:ln w="6390" cap="flat">
              <a:noFill/>
              <a:prstDash val="solid"/>
              <a:miter/>
            </a:ln>
          </p:spPr>
          <p:txBody>
            <a:bodyPr rtlCol="0" anchor="ctr"/>
            <a:lstStyle/>
            <a:p>
              <a:endParaRPr lang="en-US"/>
            </a:p>
          </p:txBody>
        </p:sp>
        <p:sp>
          <p:nvSpPr>
            <p:cNvPr id="169" name="Graphic 4">
              <a:extLst>
                <a:ext uri="{FF2B5EF4-FFF2-40B4-BE49-F238E27FC236}">
                  <a16:creationId xmlns:a16="http://schemas.microsoft.com/office/drawing/2014/main" id="{C37E56A5-E0F6-AD94-2924-5A3CAD853579}"/>
                </a:ext>
              </a:extLst>
            </p:cNvPr>
            <p:cNvSpPr/>
            <p:nvPr/>
          </p:nvSpPr>
          <p:spPr>
            <a:xfrm>
              <a:off x="6146480" y="14027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235150 w 362309"/>
                <a:gd name="connsiteY7" fmla="*/ 246422 h 361971"/>
                <a:gd name="connsiteX8" fmla="*/ 183391 w 362309"/>
                <a:gd name="connsiteY8" fmla="*/ 288556 h 361971"/>
                <a:gd name="connsiteX9" fmla="*/ 180835 w 362309"/>
                <a:gd name="connsiteY9" fmla="*/ 289194 h 361971"/>
                <a:gd name="connsiteX10" fmla="*/ 177640 w 362309"/>
                <a:gd name="connsiteY10" fmla="*/ 288556 h 361971"/>
                <a:gd name="connsiteX11" fmla="*/ 85625 w 362309"/>
                <a:gd name="connsiteY11" fmla="*/ 104059 h 361971"/>
                <a:gd name="connsiteX12" fmla="*/ 88820 w 362309"/>
                <a:gd name="connsiteY12" fmla="*/ 99590 h 361971"/>
                <a:gd name="connsiteX13" fmla="*/ 94571 w 362309"/>
                <a:gd name="connsiteY13" fmla="*/ 99590 h 361971"/>
                <a:gd name="connsiteX14" fmla="*/ 175723 w 362309"/>
                <a:gd name="connsiteY14" fmla="*/ 87461 h 361971"/>
                <a:gd name="connsiteX15" fmla="*/ 180196 w 362309"/>
                <a:gd name="connsiteY15" fmla="*/ 84907 h 361971"/>
                <a:gd name="connsiteX16" fmla="*/ 185308 w 362309"/>
                <a:gd name="connsiteY16" fmla="*/ 86184 h 361971"/>
                <a:gd name="connsiteX17" fmla="*/ 268377 w 362309"/>
                <a:gd name="connsiteY17" fmla="*/ 99590 h 361971"/>
                <a:gd name="connsiteX18" fmla="*/ 274128 w 362309"/>
                <a:gd name="connsiteY18" fmla="*/ 99590 h 361971"/>
                <a:gd name="connsiteX19" fmla="*/ 277323 w 362309"/>
                <a:gd name="connsiteY19" fmla="*/ 104697 h 361971"/>
                <a:gd name="connsiteX20" fmla="*/ 235150 w 362309"/>
                <a:gd name="connsiteY20" fmla="*/ 24642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235150" y="246422"/>
                  </a:moveTo>
                  <a:cubicBezTo>
                    <a:pt x="221092" y="263658"/>
                    <a:pt x="203200" y="278342"/>
                    <a:pt x="183391" y="288556"/>
                  </a:cubicBezTo>
                  <a:cubicBezTo>
                    <a:pt x="182752" y="289194"/>
                    <a:pt x="181474" y="289194"/>
                    <a:pt x="180835" y="289194"/>
                  </a:cubicBezTo>
                  <a:cubicBezTo>
                    <a:pt x="179557" y="289194"/>
                    <a:pt x="178918" y="289194"/>
                    <a:pt x="177640" y="288556"/>
                  </a:cubicBezTo>
                  <a:cubicBezTo>
                    <a:pt x="65816" y="224716"/>
                    <a:pt x="84986" y="105336"/>
                    <a:pt x="85625" y="104059"/>
                  </a:cubicBezTo>
                  <a:cubicBezTo>
                    <a:pt x="86264" y="102144"/>
                    <a:pt x="86903" y="100229"/>
                    <a:pt x="88820" y="99590"/>
                  </a:cubicBezTo>
                  <a:cubicBezTo>
                    <a:pt x="90737" y="98952"/>
                    <a:pt x="92654" y="98952"/>
                    <a:pt x="94571" y="99590"/>
                  </a:cubicBezTo>
                  <a:cubicBezTo>
                    <a:pt x="148885" y="120657"/>
                    <a:pt x="175084" y="88737"/>
                    <a:pt x="175723" y="87461"/>
                  </a:cubicBezTo>
                  <a:cubicBezTo>
                    <a:pt x="177001" y="86184"/>
                    <a:pt x="178279" y="85545"/>
                    <a:pt x="180196" y="84907"/>
                  </a:cubicBezTo>
                  <a:cubicBezTo>
                    <a:pt x="182113" y="84907"/>
                    <a:pt x="183391" y="85545"/>
                    <a:pt x="185308" y="86184"/>
                  </a:cubicBezTo>
                  <a:cubicBezTo>
                    <a:pt x="207673" y="106612"/>
                    <a:pt x="240261" y="111720"/>
                    <a:pt x="268377" y="99590"/>
                  </a:cubicBezTo>
                  <a:cubicBezTo>
                    <a:pt x="270294" y="98313"/>
                    <a:pt x="272211" y="98313"/>
                    <a:pt x="274128" y="99590"/>
                  </a:cubicBezTo>
                  <a:cubicBezTo>
                    <a:pt x="276045" y="100867"/>
                    <a:pt x="277323" y="102144"/>
                    <a:pt x="277323" y="104697"/>
                  </a:cubicBezTo>
                  <a:cubicBezTo>
                    <a:pt x="283713" y="173006"/>
                    <a:pt x="258153" y="219609"/>
                    <a:pt x="235150" y="246422"/>
                  </a:cubicBezTo>
                  <a:close/>
                </a:path>
              </a:pathLst>
            </a:custGeom>
            <a:grpFill/>
            <a:ln w="6390" cap="flat">
              <a:noFill/>
              <a:prstDash val="solid"/>
              <a:miter/>
            </a:ln>
          </p:spPr>
          <p:txBody>
            <a:bodyPr rtlCol="0" anchor="ctr"/>
            <a:lstStyle/>
            <a:p>
              <a:endParaRPr lang="en-US"/>
            </a:p>
          </p:txBody>
        </p:sp>
        <p:sp>
          <p:nvSpPr>
            <p:cNvPr id="170" name="Graphic 4">
              <a:extLst>
                <a:ext uri="{FF2B5EF4-FFF2-40B4-BE49-F238E27FC236}">
                  <a16:creationId xmlns:a16="http://schemas.microsoft.com/office/drawing/2014/main" id="{4A6E5200-9313-1AB5-F457-C894A7FDBA57}"/>
                </a:ext>
              </a:extLst>
            </p:cNvPr>
            <p:cNvSpPr/>
            <p:nvPr/>
          </p:nvSpPr>
          <p:spPr>
            <a:xfrm>
              <a:off x="6243453" y="1502313"/>
              <a:ext cx="168529" cy="175559"/>
            </a:xfrm>
            <a:custGeom>
              <a:avLst/>
              <a:gdLst>
                <a:gd name="connsiteX0" fmla="*/ 84502 w 168529"/>
                <a:gd name="connsiteY0" fmla="*/ 0 h 175559"/>
                <a:gd name="connsiteX1" fmla="*/ 794 w 168529"/>
                <a:gd name="connsiteY1" fmla="*/ 14045 h 175559"/>
                <a:gd name="connsiteX2" fmla="*/ 84502 w 168529"/>
                <a:gd name="connsiteY2" fmla="*/ 175560 h 175559"/>
                <a:gd name="connsiteX3" fmla="*/ 168210 w 168529"/>
                <a:gd name="connsiteY3" fmla="*/ 14683 h 175559"/>
                <a:gd name="connsiteX4" fmla="*/ 84502 w 168529"/>
                <a:gd name="connsiteY4" fmla="*/ 0 h 175559"/>
                <a:gd name="connsiteX5" fmla="*/ 136899 w 168529"/>
                <a:gd name="connsiteY5" fmla="*/ 69585 h 175559"/>
                <a:gd name="connsiteX6" fmla="*/ 115173 w 168529"/>
                <a:gd name="connsiteY6" fmla="*/ 90014 h 175559"/>
                <a:gd name="connsiteX7" fmla="*/ 119646 w 168529"/>
                <a:gd name="connsiteY7" fmla="*/ 121296 h 175559"/>
                <a:gd name="connsiteX8" fmla="*/ 117091 w 168529"/>
                <a:gd name="connsiteY8" fmla="*/ 127680 h 175559"/>
                <a:gd name="connsiteX9" fmla="*/ 110701 w 168529"/>
                <a:gd name="connsiteY9" fmla="*/ 128318 h 175559"/>
                <a:gd name="connsiteX10" fmla="*/ 84502 w 168529"/>
                <a:gd name="connsiteY10" fmla="*/ 114273 h 175559"/>
                <a:gd name="connsiteX11" fmla="*/ 57025 w 168529"/>
                <a:gd name="connsiteY11" fmla="*/ 127680 h 175559"/>
                <a:gd name="connsiteX12" fmla="*/ 53830 w 168529"/>
                <a:gd name="connsiteY12" fmla="*/ 128318 h 175559"/>
                <a:gd name="connsiteX13" fmla="*/ 47440 w 168529"/>
                <a:gd name="connsiteY13" fmla="*/ 121934 h 175559"/>
                <a:gd name="connsiteX14" fmla="*/ 47440 w 168529"/>
                <a:gd name="connsiteY14" fmla="*/ 121296 h 175559"/>
                <a:gd name="connsiteX15" fmla="*/ 51913 w 168529"/>
                <a:gd name="connsiteY15" fmla="*/ 90014 h 175559"/>
                <a:gd name="connsiteX16" fmla="*/ 29548 w 168529"/>
                <a:gd name="connsiteY16" fmla="*/ 68947 h 175559"/>
                <a:gd name="connsiteX17" fmla="*/ 27631 w 168529"/>
                <a:gd name="connsiteY17" fmla="*/ 62563 h 175559"/>
                <a:gd name="connsiteX18" fmla="*/ 32743 w 168529"/>
                <a:gd name="connsiteY18" fmla="*/ 58094 h 175559"/>
                <a:gd name="connsiteX19" fmla="*/ 64054 w 168529"/>
                <a:gd name="connsiteY19" fmla="*/ 54902 h 175559"/>
                <a:gd name="connsiteX20" fmla="*/ 77473 w 168529"/>
                <a:gd name="connsiteY20" fmla="*/ 28090 h 175559"/>
                <a:gd name="connsiteX21" fmla="*/ 83224 w 168529"/>
                <a:gd name="connsiteY21" fmla="*/ 24259 h 175559"/>
                <a:gd name="connsiteX22" fmla="*/ 88975 w 168529"/>
                <a:gd name="connsiteY22" fmla="*/ 27451 h 175559"/>
                <a:gd name="connsiteX23" fmla="*/ 103033 w 168529"/>
                <a:gd name="connsiteY23" fmla="*/ 53626 h 175559"/>
                <a:gd name="connsiteX24" fmla="*/ 133065 w 168529"/>
                <a:gd name="connsiteY24" fmla="*/ 58733 h 175559"/>
                <a:gd name="connsiteX25" fmla="*/ 138177 w 168529"/>
                <a:gd name="connsiteY25" fmla="*/ 63201 h 175559"/>
                <a:gd name="connsiteX26" fmla="*/ 136899 w 168529"/>
                <a:gd name="connsiteY26" fmla="*/ 69585 h 175559"/>
                <a:gd name="connsiteX27" fmla="*/ 136899 w 168529"/>
                <a:gd name="connsiteY27" fmla="*/ 69585 h 175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529" h="175559">
                  <a:moveTo>
                    <a:pt x="84502" y="0"/>
                  </a:moveTo>
                  <a:cubicBezTo>
                    <a:pt x="74278" y="9576"/>
                    <a:pt x="46162" y="29366"/>
                    <a:pt x="794" y="14045"/>
                  </a:cubicBezTo>
                  <a:cubicBezTo>
                    <a:pt x="-5596" y="79800"/>
                    <a:pt x="26992" y="143001"/>
                    <a:pt x="84502" y="175560"/>
                  </a:cubicBezTo>
                  <a:cubicBezTo>
                    <a:pt x="100476" y="166622"/>
                    <a:pt x="173961" y="120019"/>
                    <a:pt x="168210" y="14683"/>
                  </a:cubicBezTo>
                  <a:cubicBezTo>
                    <a:pt x="139455" y="24259"/>
                    <a:pt x="108144" y="19152"/>
                    <a:pt x="84502" y="0"/>
                  </a:cubicBezTo>
                  <a:close/>
                  <a:moveTo>
                    <a:pt x="136899" y="69585"/>
                  </a:moveTo>
                  <a:lnTo>
                    <a:pt x="115173" y="90014"/>
                  </a:lnTo>
                  <a:lnTo>
                    <a:pt x="119646" y="121296"/>
                  </a:lnTo>
                  <a:cubicBezTo>
                    <a:pt x="120285" y="123849"/>
                    <a:pt x="119007" y="126403"/>
                    <a:pt x="117091" y="127680"/>
                  </a:cubicBezTo>
                  <a:cubicBezTo>
                    <a:pt x="115173" y="128956"/>
                    <a:pt x="112617" y="128956"/>
                    <a:pt x="110701" y="128318"/>
                  </a:cubicBezTo>
                  <a:lnTo>
                    <a:pt x="84502" y="114273"/>
                  </a:lnTo>
                  <a:lnTo>
                    <a:pt x="57025" y="127680"/>
                  </a:lnTo>
                  <a:cubicBezTo>
                    <a:pt x="56386" y="128318"/>
                    <a:pt x="55108" y="128318"/>
                    <a:pt x="53830" y="128318"/>
                  </a:cubicBezTo>
                  <a:cubicBezTo>
                    <a:pt x="49996" y="128318"/>
                    <a:pt x="47440" y="125764"/>
                    <a:pt x="47440" y="121934"/>
                  </a:cubicBezTo>
                  <a:cubicBezTo>
                    <a:pt x="47440" y="121296"/>
                    <a:pt x="47440" y="121296"/>
                    <a:pt x="47440" y="121296"/>
                  </a:cubicBezTo>
                  <a:lnTo>
                    <a:pt x="51913" y="90014"/>
                  </a:lnTo>
                  <a:lnTo>
                    <a:pt x="29548" y="68947"/>
                  </a:lnTo>
                  <a:cubicBezTo>
                    <a:pt x="27631" y="67032"/>
                    <a:pt x="26992" y="65117"/>
                    <a:pt x="27631" y="62563"/>
                  </a:cubicBezTo>
                  <a:cubicBezTo>
                    <a:pt x="28270" y="60009"/>
                    <a:pt x="30826" y="58733"/>
                    <a:pt x="32743" y="58094"/>
                  </a:cubicBezTo>
                  <a:lnTo>
                    <a:pt x="64054" y="54902"/>
                  </a:lnTo>
                  <a:lnTo>
                    <a:pt x="77473" y="28090"/>
                  </a:lnTo>
                  <a:cubicBezTo>
                    <a:pt x="78751" y="26174"/>
                    <a:pt x="80668" y="24898"/>
                    <a:pt x="83224" y="24259"/>
                  </a:cubicBezTo>
                  <a:cubicBezTo>
                    <a:pt x="85780" y="24259"/>
                    <a:pt x="87697" y="25536"/>
                    <a:pt x="88975" y="27451"/>
                  </a:cubicBezTo>
                  <a:lnTo>
                    <a:pt x="103033" y="53626"/>
                  </a:lnTo>
                  <a:lnTo>
                    <a:pt x="133065" y="58733"/>
                  </a:lnTo>
                  <a:cubicBezTo>
                    <a:pt x="135621" y="59371"/>
                    <a:pt x="137538" y="60648"/>
                    <a:pt x="138177" y="63201"/>
                  </a:cubicBezTo>
                  <a:cubicBezTo>
                    <a:pt x="139455" y="65755"/>
                    <a:pt x="138816" y="68309"/>
                    <a:pt x="136899" y="69585"/>
                  </a:cubicBezTo>
                  <a:lnTo>
                    <a:pt x="136899" y="69585"/>
                  </a:lnTo>
                  <a:close/>
                </a:path>
              </a:pathLst>
            </a:custGeom>
            <a:grpFill/>
            <a:ln w="6390" cap="flat">
              <a:noFill/>
              <a:prstDash val="solid"/>
              <a:miter/>
            </a:ln>
          </p:spPr>
          <p:txBody>
            <a:bodyPr rtlCol="0" anchor="ctr"/>
            <a:lstStyle/>
            <a:p>
              <a:endParaRPr lang="en-US"/>
            </a:p>
          </p:txBody>
        </p:sp>
      </p:grpSp>
      <p:grpSp>
        <p:nvGrpSpPr>
          <p:cNvPr id="175" name="Graphic 4">
            <a:extLst>
              <a:ext uri="{FF2B5EF4-FFF2-40B4-BE49-F238E27FC236}">
                <a16:creationId xmlns:a16="http://schemas.microsoft.com/office/drawing/2014/main" id="{7624D8BC-0CC9-CDEE-FBA3-BCF3ED580F73}"/>
              </a:ext>
            </a:extLst>
          </p:cNvPr>
          <p:cNvGrpSpPr/>
          <p:nvPr/>
        </p:nvGrpSpPr>
        <p:grpSpPr>
          <a:xfrm>
            <a:off x="7517196" y="5824463"/>
            <a:ext cx="362309" cy="361971"/>
            <a:chOff x="6146480" y="1402723"/>
            <a:chExt cx="362309" cy="361971"/>
          </a:xfrm>
          <a:solidFill>
            <a:schemeClr val="accent6"/>
          </a:solidFill>
        </p:grpSpPr>
        <p:sp>
          <p:nvSpPr>
            <p:cNvPr id="176" name="Graphic 4">
              <a:extLst>
                <a:ext uri="{FF2B5EF4-FFF2-40B4-BE49-F238E27FC236}">
                  <a16:creationId xmlns:a16="http://schemas.microsoft.com/office/drawing/2014/main" id="{8C4FC913-794E-AEC0-0688-A8275FDD4B3B}"/>
                </a:ext>
              </a:extLst>
            </p:cNvPr>
            <p:cNvSpPr/>
            <p:nvPr/>
          </p:nvSpPr>
          <p:spPr>
            <a:xfrm>
              <a:off x="6291531" y="1547001"/>
              <a:ext cx="69650" cy="67670"/>
            </a:xfrm>
            <a:custGeom>
              <a:avLst/>
              <a:gdLst>
                <a:gd name="connsiteX0" fmla="*/ 46008 w 69650"/>
                <a:gd name="connsiteY0" fmla="*/ 17875 h 67670"/>
                <a:gd name="connsiteX1" fmla="*/ 35784 w 69650"/>
                <a:gd name="connsiteY1" fmla="*/ 0 h 67670"/>
                <a:gd name="connsiteX2" fmla="*/ 26199 w 69650"/>
                <a:gd name="connsiteY2" fmla="*/ 19152 h 67670"/>
                <a:gd name="connsiteX3" fmla="*/ 21087 w 69650"/>
                <a:gd name="connsiteY3" fmla="*/ 22344 h 67670"/>
                <a:gd name="connsiteX4" fmla="*/ 0 w 69650"/>
                <a:gd name="connsiteY4" fmla="*/ 24898 h 67670"/>
                <a:gd name="connsiteX5" fmla="*/ 14697 w 69650"/>
                <a:gd name="connsiteY5" fmla="*/ 38942 h 67670"/>
                <a:gd name="connsiteX6" fmla="*/ 16614 w 69650"/>
                <a:gd name="connsiteY6" fmla="*/ 44688 h 67670"/>
                <a:gd name="connsiteX7" fmla="*/ 13419 w 69650"/>
                <a:gd name="connsiteY7" fmla="*/ 67670 h 67670"/>
                <a:gd name="connsiteX8" fmla="*/ 32589 w 69650"/>
                <a:gd name="connsiteY8" fmla="*/ 58094 h 67670"/>
                <a:gd name="connsiteX9" fmla="*/ 38340 w 69650"/>
                <a:gd name="connsiteY9" fmla="*/ 58094 h 67670"/>
                <a:gd name="connsiteX10" fmla="*/ 56232 w 69650"/>
                <a:gd name="connsiteY10" fmla="*/ 67670 h 67670"/>
                <a:gd name="connsiteX11" fmla="*/ 53037 w 69650"/>
                <a:gd name="connsiteY11" fmla="*/ 45326 h 67670"/>
                <a:gd name="connsiteX12" fmla="*/ 54954 w 69650"/>
                <a:gd name="connsiteY12" fmla="*/ 39581 h 67670"/>
                <a:gd name="connsiteX13" fmla="*/ 69650 w 69650"/>
                <a:gd name="connsiteY13" fmla="*/ 25536 h 67670"/>
                <a:gd name="connsiteX14" fmla="*/ 49203 w 69650"/>
                <a:gd name="connsiteY14" fmla="*/ 21706 h 67670"/>
                <a:gd name="connsiteX15" fmla="*/ 46008 w 69650"/>
                <a:gd name="connsiteY15" fmla="*/ 17875 h 6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650" h="67670">
                  <a:moveTo>
                    <a:pt x="46008" y="17875"/>
                  </a:moveTo>
                  <a:lnTo>
                    <a:pt x="35784" y="0"/>
                  </a:lnTo>
                  <a:lnTo>
                    <a:pt x="26199" y="19152"/>
                  </a:lnTo>
                  <a:cubicBezTo>
                    <a:pt x="24921" y="21067"/>
                    <a:pt x="23004" y="22344"/>
                    <a:pt x="21087" y="22344"/>
                  </a:cubicBezTo>
                  <a:lnTo>
                    <a:pt x="0" y="24898"/>
                  </a:lnTo>
                  <a:lnTo>
                    <a:pt x="14697" y="38942"/>
                  </a:lnTo>
                  <a:cubicBezTo>
                    <a:pt x="15975" y="40219"/>
                    <a:pt x="16614" y="42134"/>
                    <a:pt x="16614" y="44688"/>
                  </a:cubicBezTo>
                  <a:lnTo>
                    <a:pt x="13419" y="67670"/>
                  </a:lnTo>
                  <a:lnTo>
                    <a:pt x="32589" y="58094"/>
                  </a:lnTo>
                  <a:cubicBezTo>
                    <a:pt x="34506" y="56818"/>
                    <a:pt x="36423" y="56818"/>
                    <a:pt x="38340" y="58094"/>
                  </a:cubicBezTo>
                  <a:lnTo>
                    <a:pt x="56232" y="67670"/>
                  </a:lnTo>
                  <a:lnTo>
                    <a:pt x="53037" y="45326"/>
                  </a:lnTo>
                  <a:cubicBezTo>
                    <a:pt x="53037" y="43411"/>
                    <a:pt x="53676" y="40858"/>
                    <a:pt x="54954" y="39581"/>
                  </a:cubicBezTo>
                  <a:lnTo>
                    <a:pt x="69650" y="25536"/>
                  </a:lnTo>
                  <a:lnTo>
                    <a:pt x="49203" y="21706"/>
                  </a:lnTo>
                  <a:cubicBezTo>
                    <a:pt x="48564" y="20429"/>
                    <a:pt x="47286" y="19152"/>
                    <a:pt x="46008" y="17875"/>
                  </a:cubicBezTo>
                  <a:close/>
                </a:path>
              </a:pathLst>
            </a:custGeom>
            <a:grpFill/>
            <a:ln w="6390" cap="flat">
              <a:noFill/>
              <a:prstDash val="solid"/>
              <a:miter/>
            </a:ln>
          </p:spPr>
          <p:txBody>
            <a:bodyPr rtlCol="0" anchor="ctr"/>
            <a:lstStyle/>
            <a:p>
              <a:endParaRPr lang="en-US"/>
            </a:p>
          </p:txBody>
        </p:sp>
        <p:sp>
          <p:nvSpPr>
            <p:cNvPr id="177" name="Graphic 4">
              <a:extLst>
                <a:ext uri="{FF2B5EF4-FFF2-40B4-BE49-F238E27FC236}">
                  <a16:creationId xmlns:a16="http://schemas.microsoft.com/office/drawing/2014/main" id="{2704521E-4EB6-3C93-6768-B1D0C09ACF62}"/>
                </a:ext>
              </a:extLst>
            </p:cNvPr>
            <p:cNvSpPr/>
            <p:nvPr/>
          </p:nvSpPr>
          <p:spPr>
            <a:xfrm>
              <a:off x="6146480" y="14027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235150 w 362309"/>
                <a:gd name="connsiteY7" fmla="*/ 246422 h 361971"/>
                <a:gd name="connsiteX8" fmla="*/ 183391 w 362309"/>
                <a:gd name="connsiteY8" fmla="*/ 288556 h 361971"/>
                <a:gd name="connsiteX9" fmla="*/ 180835 w 362309"/>
                <a:gd name="connsiteY9" fmla="*/ 289194 h 361971"/>
                <a:gd name="connsiteX10" fmla="*/ 177640 w 362309"/>
                <a:gd name="connsiteY10" fmla="*/ 288556 h 361971"/>
                <a:gd name="connsiteX11" fmla="*/ 85625 w 362309"/>
                <a:gd name="connsiteY11" fmla="*/ 104059 h 361971"/>
                <a:gd name="connsiteX12" fmla="*/ 88820 w 362309"/>
                <a:gd name="connsiteY12" fmla="*/ 99590 h 361971"/>
                <a:gd name="connsiteX13" fmla="*/ 94571 w 362309"/>
                <a:gd name="connsiteY13" fmla="*/ 99590 h 361971"/>
                <a:gd name="connsiteX14" fmla="*/ 175723 w 362309"/>
                <a:gd name="connsiteY14" fmla="*/ 87461 h 361971"/>
                <a:gd name="connsiteX15" fmla="*/ 180196 w 362309"/>
                <a:gd name="connsiteY15" fmla="*/ 84907 h 361971"/>
                <a:gd name="connsiteX16" fmla="*/ 185308 w 362309"/>
                <a:gd name="connsiteY16" fmla="*/ 86184 h 361971"/>
                <a:gd name="connsiteX17" fmla="*/ 268377 w 362309"/>
                <a:gd name="connsiteY17" fmla="*/ 99590 h 361971"/>
                <a:gd name="connsiteX18" fmla="*/ 274128 w 362309"/>
                <a:gd name="connsiteY18" fmla="*/ 99590 h 361971"/>
                <a:gd name="connsiteX19" fmla="*/ 277323 w 362309"/>
                <a:gd name="connsiteY19" fmla="*/ 104697 h 361971"/>
                <a:gd name="connsiteX20" fmla="*/ 235150 w 362309"/>
                <a:gd name="connsiteY20" fmla="*/ 24642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235150" y="246422"/>
                  </a:moveTo>
                  <a:cubicBezTo>
                    <a:pt x="221092" y="263658"/>
                    <a:pt x="203200" y="278342"/>
                    <a:pt x="183391" y="288556"/>
                  </a:cubicBezTo>
                  <a:cubicBezTo>
                    <a:pt x="182752" y="289194"/>
                    <a:pt x="181474" y="289194"/>
                    <a:pt x="180835" y="289194"/>
                  </a:cubicBezTo>
                  <a:cubicBezTo>
                    <a:pt x="179557" y="289194"/>
                    <a:pt x="178918" y="289194"/>
                    <a:pt x="177640" y="288556"/>
                  </a:cubicBezTo>
                  <a:cubicBezTo>
                    <a:pt x="65816" y="224716"/>
                    <a:pt x="84986" y="105336"/>
                    <a:pt x="85625" y="104059"/>
                  </a:cubicBezTo>
                  <a:cubicBezTo>
                    <a:pt x="86264" y="102144"/>
                    <a:pt x="86903" y="100229"/>
                    <a:pt x="88820" y="99590"/>
                  </a:cubicBezTo>
                  <a:cubicBezTo>
                    <a:pt x="90737" y="98952"/>
                    <a:pt x="92654" y="98952"/>
                    <a:pt x="94571" y="99590"/>
                  </a:cubicBezTo>
                  <a:cubicBezTo>
                    <a:pt x="148885" y="120657"/>
                    <a:pt x="175084" y="88737"/>
                    <a:pt x="175723" y="87461"/>
                  </a:cubicBezTo>
                  <a:cubicBezTo>
                    <a:pt x="177001" y="86184"/>
                    <a:pt x="178279" y="85545"/>
                    <a:pt x="180196" y="84907"/>
                  </a:cubicBezTo>
                  <a:cubicBezTo>
                    <a:pt x="182113" y="84907"/>
                    <a:pt x="183391" y="85545"/>
                    <a:pt x="185308" y="86184"/>
                  </a:cubicBezTo>
                  <a:cubicBezTo>
                    <a:pt x="207673" y="106612"/>
                    <a:pt x="240261" y="111720"/>
                    <a:pt x="268377" y="99590"/>
                  </a:cubicBezTo>
                  <a:cubicBezTo>
                    <a:pt x="270294" y="98313"/>
                    <a:pt x="272211" y="98313"/>
                    <a:pt x="274128" y="99590"/>
                  </a:cubicBezTo>
                  <a:cubicBezTo>
                    <a:pt x="276045" y="100867"/>
                    <a:pt x="277323" y="102144"/>
                    <a:pt x="277323" y="104697"/>
                  </a:cubicBezTo>
                  <a:cubicBezTo>
                    <a:pt x="283713" y="173006"/>
                    <a:pt x="258153" y="219609"/>
                    <a:pt x="235150" y="246422"/>
                  </a:cubicBezTo>
                  <a:close/>
                </a:path>
              </a:pathLst>
            </a:custGeom>
            <a:grpFill/>
            <a:ln w="6390" cap="flat">
              <a:noFill/>
              <a:prstDash val="solid"/>
              <a:miter/>
            </a:ln>
          </p:spPr>
          <p:txBody>
            <a:bodyPr rtlCol="0" anchor="ctr"/>
            <a:lstStyle/>
            <a:p>
              <a:endParaRPr lang="en-US"/>
            </a:p>
          </p:txBody>
        </p:sp>
        <p:sp>
          <p:nvSpPr>
            <p:cNvPr id="178" name="Graphic 4">
              <a:extLst>
                <a:ext uri="{FF2B5EF4-FFF2-40B4-BE49-F238E27FC236}">
                  <a16:creationId xmlns:a16="http://schemas.microsoft.com/office/drawing/2014/main" id="{353BF020-3B6D-4CE0-6CD4-11C661ED5642}"/>
                </a:ext>
              </a:extLst>
            </p:cNvPr>
            <p:cNvSpPr/>
            <p:nvPr/>
          </p:nvSpPr>
          <p:spPr>
            <a:xfrm>
              <a:off x="6243453" y="1502313"/>
              <a:ext cx="168529" cy="175559"/>
            </a:xfrm>
            <a:custGeom>
              <a:avLst/>
              <a:gdLst>
                <a:gd name="connsiteX0" fmla="*/ 84502 w 168529"/>
                <a:gd name="connsiteY0" fmla="*/ 0 h 175559"/>
                <a:gd name="connsiteX1" fmla="*/ 794 w 168529"/>
                <a:gd name="connsiteY1" fmla="*/ 14045 h 175559"/>
                <a:gd name="connsiteX2" fmla="*/ 84502 w 168529"/>
                <a:gd name="connsiteY2" fmla="*/ 175560 h 175559"/>
                <a:gd name="connsiteX3" fmla="*/ 168210 w 168529"/>
                <a:gd name="connsiteY3" fmla="*/ 14683 h 175559"/>
                <a:gd name="connsiteX4" fmla="*/ 84502 w 168529"/>
                <a:gd name="connsiteY4" fmla="*/ 0 h 175559"/>
                <a:gd name="connsiteX5" fmla="*/ 136899 w 168529"/>
                <a:gd name="connsiteY5" fmla="*/ 69585 h 175559"/>
                <a:gd name="connsiteX6" fmla="*/ 115173 w 168529"/>
                <a:gd name="connsiteY6" fmla="*/ 90014 h 175559"/>
                <a:gd name="connsiteX7" fmla="*/ 119646 w 168529"/>
                <a:gd name="connsiteY7" fmla="*/ 121296 h 175559"/>
                <a:gd name="connsiteX8" fmla="*/ 117091 w 168529"/>
                <a:gd name="connsiteY8" fmla="*/ 127680 h 175559"/>
                <a:gd name="connsiteX9" fmla="*/ 110701 w 168529"/>
                <a:gd name="connsiteY9" fmla="*/ 128318 h 175559"/>
                <a:gd name="connsiteX10" fmla="*/ 84502 w 168529"/>
                <a:gd name="connsiteY10" fmla="*/ 114273 h 175559"/>
                <a:gd name="connsiteX11" fmla="*/ 57025 w 168529"/>
                <a:gd name="connsiteY11" fmla="*/ 127680 h 175559"/>
                <a:gd name="connsiteX12" fmla="*/ 53830 w 168529"/>
                <a:gd name="connsiteY12" fmla="*/ 128318 h 175559"/>
                <a:gd name="connsiteX13" fmla="*/ 47440 w 168529"/>
                <a:gd name="connsiteY13" fmla="*/ 121934 h 175559"/>
                <a:gd name="connsiteX14" fmla="*/ 47440 w 168529"/>
                <a:gd name="connsiteY14" fmla="*/ 121296 h 175559"/>
                <a:gd name="connsiteX15" fmla="*/ 51913 w 168529"/>
                <a:gd name="connsiteY15" fmla="*/ 90014 h 175559"/>
                <a:gd name="connsiteX16" fmla="*/ 29548 w 168529"/>
                <a:gd name="connsiteY16" fmla="*/ 68947 h 175559"/>
                <a:gd name="connsiteX17" fmla="*/ 27631 w 168529"/>
                <a:gd name="connsiteY17" fmla="*/ 62563 h 175559"/>
                <a:gd name="connsiteX18" fmla="*/ 32743 w 168529"/>
                <a:gd name="connsiteY18" fmla="*/ 58094 h 175559"/>
                <a:gd name="connsiteX19" fmla="*/ 64054 w 168529"/>
                <a:gd name="connsiteY19" fmla="*/ 54902 h 175559"/>
                <a:gd name="connsiteX20" fmla="*/ 77473 w 168529"/>
                <a:gd name="connsiteY20" fmla="*/ 28090 h 175559"/>
                <a:gd name="connsiteX21" fmla="*/ 83224 w 168529"/>
                <a:gd name="connsiteY21" fmla="*/ 24259 h 175559"/>
                <a:gd name="connsiteX22" fmla="*/ 88975 w 168529"/>
                <a:gd name="connsiteY22" fmla="*/ 27451 h 175559"/>
                <a:gd name="connsiteX23" fmla="*/ 103033 w 168529"/>
                <a:gd name="connsiteY23" fmla="*/ 53626 h 175559"/>
                <a:gd name="connsiteX24" fmla="*/ 133065 w 168529"/>
                <a:gd name="connsiteY24" fmla="*/ 58733 h 175559"/>
                <a:gd name="connsiteX25" fmla="*/ 138177 w 168529"/>
                <a:gd name="connsiteY25" fmla="*/ 63201 h 175559"/>
                <a:gd name="connsiteX26" fmla="*/ 136899 w 168529"/>
                <a:gd name="connsiteY26" fmla="*/ 69585 h 175559"/>
                <a:gd name="connsiteX27" fmla="*/ 136899 w 168529"/>
                <a:gd name="connsiteY27" fmla="*/ 69585 h 175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529" h="175559">
                  <a:moveTo>
                    <a:pt x="84502" y="0"/>
                  </a:moveTo>
                  <a:cubicBezTo>
                    <a:pt x="74278" y="9576"/>
                    <a:pt x="46162" y="29366"/>
                    <a:pt x="794" y="14045"/>
                  </a:cubicBezTo>
                  <a:cubicBezTo>
                    <a:pt x="-5596" y="79800"/>
                    <a:pt x="26992" y="143001"/>
                    <a:pt x="84502" y="175560"/>
                  </a:cubicBezTo>
                  <a:cubicBezTo>
                    <a:pt x="100476" y="166622"/>
                    <a:pt x="173961" y="120019"/>
                    <a:pt x="168210" y="14683"/>
                  </a:cubicBezTo>
                  <a:cubicBezTo>
                    <a:pt x="139455" y="24259"/>
                    <a:pt x="108144" y="19152"/>
                    <a:pt x="84502" y="0"/>
                  </a:cubicBezTo>
                  <a:close/>
                  <a:moveTo>
                    <a:pt x="136899" y="69585"/>
                  </a:moveTo>
                  <a:lnTo>
                    <a:pt x="115173" y="90014"/>
                  </a:lnTo>
                  <a:lnTo>
                    <a:pt x="119646" y="121296"/>
                  </a:lnTo>
                  <a:cubicBezTo>
                    <a:pt x="120285" y="123849"/>
                    <a:pt x="119007" y="126403"/>
                    <a:pt x="117091" y="127680"/>
                  </a:cubicBezTo>
                  <a:cubicBezTo>
                    <a:pt x="115173" y="128956"/>
                    <a:pt x="112617" y="128956"/>
                    <a:pt x="110701" y="128318"/>
                  </a:cubicBezTo>
                  <a:lnTo>
                    <a:pt x="84502" y="114273"/>
                  </a:lnTo>
                  <a:lnTo>
                    <a:pt x="57025" y="127680"/>
                  </a:lnTo>
                  <a:cubicBezTo>
                    <a:pt x="56386" y="128318"/>
                    <a:pt x="55108" y="128318"/>
                    <a:pt x="53830" y="128318"/>
                  </a:cubicBezTo>
                  <a:cubicBezTo>
                    <a:pt x="49996" y="128318"/>
                    <a:pt x="47440" y="125764"/>
                    <a:pt x="47440" y="121934"/>
                  </a:cubicBezTo>
                  <a:cubicBezTo>
                    <a:pt x="47440" y="121296"/>
                    <a:pt x="47440" y="121296"/>
                    <a:pt x="47440" y="121296"/>
                  </a:cubicBezTo>
                  <a:lnTo>
                    <a:pt x="51913" y="90014"/>
                  </a:lnTo>
                  <a:lnTo>
                    <a:pt x="29548" y="68947"/>
                  </a:lnTo>
                  <a:cubicBezTo>
                    <a:pt x="27631" y="67032"/>
                    <a:pt x="26992" y="65117"/>
                    <a:pt x="27631" y="62563"/>
                  </a:cubicBezTo>
                  <a:cubicBezTo>
                    <a:pt x="28270" y="60009"/>
                    <a:pt x="30826" y="58733"/>
                    <a:pt x="32743" y="58094"/>
                  </a:cubicBezTo>
                  <a:lnTo>
                    <a:pt x="64054" y="54902"/>
                  </a:lnTo>
                  <a:lnTo>
                    <a:pt x="77473" y="28090"/>
                  </a:lnTo>
                  <a:cubicBezTo>
                    <a:pt x="78751" y="26174"/>
                    <a:pt x="80668" y="24898"/>
                    <a:pt x="83224" y="24259"/>
                  </a:cubicBezTo>
                  <a:cubicBezTo>
                    <a:pt x="85780" y="24259"/>
                    <a:pt x="87697" y="25536"/>
                    <a:pt x="88975" y="27451"/>
                  </a:cubicBezTo>
                  <a:lnTo>
                    <a:pt x="103033" y="53626"/>
                  </a:lnTo>
                  <a:lnTo>
                    <a:pt x="133065" y="58733"/>
                  </a:lnTo>
                  <a:cubicBezTo>
                    <a:pt x="135621" y="59371"/>
                    <a:pt x="137538" y="60648"/>
                    <a:pt x="138177" y="63201"/>
                  </a:cubicBezTo>
                  <a:cubicBezTo>
                    <a:pt x="139455" y="65755"/>
                    <a:pt x="138816" y="68309"/>
                    <a:pt x="136899" y="69585"/>
                  </a:cubicBezTo>
                  <a:lnTo>
                    <a:pt x="136899" y="69585"/>
                  </a:lnTo>
                  <a:close/>
                </a:path>
              </a:pathLst>
            </a:custGeom>
            <a:grpFill/>
            <a:ln w="6390" cap="flat">
              <a:noFill/>
              <a:prstDash val="solid"/>
              <a:miter/>
            </a:ln>
          </p:spPr>
          <p:txBody>
            <a:bodyPr rtlCol="0" anchor="ctr"/>
            <a:lstStyle/>
            <a:p>
              <a:endParaRPr lang="en-US"/>
            </a:p>
          </p:txBody>
        </p:sp>
      </p:grpSp>
      <p:grpSp>
        <p:nvGrpSpPr>
          <p:cNvPr id="163" name="Graphic 4">
            <a:extLst>
              <a:ext uri="{FF2B5EF4-FFF2-40B4-BE49-F238E27FC236}">
                <a16:creationId xmlns:a16="http://schemas.microsoft.com/office/drawing/2014/main" id="{1FDD37A2-4E63-2E2B-4206-12E0922E0BDB}"/>
              </a:ext>
            </a:extLst>
          </p:cNvPr>
          <p:cNvGrpSpPr/>
          <p:nvPr/>
        </p:nvGrpSpPr>
        <p:grpSpPr>
          <a:xfrm>
            <a:off x="4661849" y="4952682"/>
            <a:ext cx="362309" cy="361971"/>
            <a:chOff x="6146480" y="1402723"/>
            <a:chExt cx="362309" cy="361971"/>
          </a:xfrm>
          <a:solidFill>
            <a:schemeClr val="accent6"/>
          </a:solidFill>
        </p:grpSpPr>
        <p:sp>
          <p:nvSpPr>
            <p:cNvPr id="164" name="Graphic 4">
              <a:extLst>
                <a:ext uri="{FF2B5EF4-FFF2-40B4-BE49-F238E27FC236}">
                  <a16:creationId xmlns:a16="http://schemas.microsoft.com/office/drawing/2014/main" id="{017B47A9-9C90-03A2-9CB6-54CEA5E3E582}"/>
                </a:ext>
              </a:extLst>
            </p:cNvPr>
            <p:cNvSpPr/>
            <p:nvPr/>
          </p:nvSpPr>
          <p:spPr>
            <a:xfrm>
              <a:off x="6291531" y="1547001"/>
              <a:ext cx="69650" cy="67670"/>
            </a:xfrm>
            <a:custGeom>
              <a:avLst/>
              <a:gdLst>
                <a:gd name="connsiteX0" fmla="*/ 46008 w 69650"/>
                <a:gd name="connsiteY0" fmla="*/ 17875 h 67670"/>
                <a:gd name="connsiteX1" fmla="*/ 35784 w 69650"/>
                <a:gd name="connsiteY1" fmla="*/ 0 h 67670"/>
                <a:gd name="connsiteX2" fmla="*/ 26199 w 69650"/>
                <a:gd name="connsiteY2" fmla="*/ 19152 h 67670"/>
                <a:gd name="connsiteX3" fmla="*/ 21087 w 69650"/>
                <a:gd name="connsiteY3" fmla="*/ 22344 h 67670"/>
                <a:gd name="connsiteX4" fmla="*/ 0 w 69650"/>
                <a:gd name="connsiteY4" fmla="*/ 24898 h 67670"/>
                <a:gd name="connsiteX5" fmla="*/ 14697 w 69650"/>
                <a:gd name="connsiteY5" fmla="*/ 38942 h 67670"/>
                <a:gd name="connsiteX6" fmla="*/ 16614 w 69650"/>
                <a:gd name="connsiteY6" fmla="*/ 44688 h 67670"/>
                <a:gd name="connsiteX7" fmla="*/ 13419 w 69650"/>
                <a:gd name="connsiteY7" fmla="*/ 67670 h 67670"/>
                <a:gd name="connsiteX8" fmla="*/ 32589 w 69650"/>
                <a:gd name="connsiteY8" fmla="*/ 58094 h 67670"/>
                <a:gd name="connsiteX9" fmla="*/ 38340 w 69650"/>
                <a:gd name="connsiteY9" fmla="*/ 58094 h 67670"/>
                <a:gd name="connsiteX10" fmla="*/ 56232 w 69650"/>
                <a:gd name="connsiteY10" fmla="*/ 67670 h 67670"/>
                <a:gd name="connsiteX11" fmla="*/ 53037 w 69650"/>
                <a:gd name="connsiteY11" fmla="*/ 45326 h 67670"/>
                <a:gd name="connsiteX12" fmla="*/ 54954 w 69650"/>
                <a:gd name="connsiteY12" fmla="*/ 39581 h 67670"/>
                <a:gd name="connsiteX13" fmla="*/ 69650 w 69650"/>
                <a:gd name="connsiteY13" fmla="*/ 25536 h 67670"/>
                <a:gd name="connsiteX14" fmla="*/ 49203 w 69650"/>
                <a:gd name="connsiteY14" fmla="*/ 21706 h 67670"/>
                <a:gd name="connsiteX15" fmla="*/ 46008 w 69650"/>
                <a:gd name="connsiteY15" fmla="*/ 17875 h 6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650" h="67670">
                  <a:moveTo>
                    <a:pt x="46008" y="17875"/>
                  </a:moveTo>
                  <a:lnTo>
                    <a:pt x="35784" y="0"/>
                  </a:lnTo>
                  <a:lnTo>
                    <a:pt x="26199" y="19152"/>
                  </a:lnTo>
                  <a:cubicBezTo>
                    <a:pt x="24921" y="21067"/>
                    <a:pt x="23004" y="22344"/>
                    <a:pt x="21087" y="22344"/>
                  </a:cubicBezTo>
                  <a:lnTo>
                    <a:pt x="0" y="24898"/>
                  </a:lnTo>
                  <a:lnTo>
                    <a:pt x="14697" y="38942"/>
                  </a:lnTo>
                  <a:cubicBezTo>
                    <a:pt x="15975" y="40219"/>
                    <a:pt x="16614" y="42134"/>
                    <a:pt x="16614" y="44688"/>
                  </a:cubicBezTo>
                  <a:lnTo>
                    <a:pt x="13419" y="67670"/>
                  </a:lnTo>
                  <a:lnTo>
                    <a:pt x="32589" y="58094"/>
                  </a:lnTo>
                  <a:cubicBezTo>
                    <a:pt x="34506" y="56818"/>
                    <a:pt x="36423" y="56818"/>
                    <a:pt x="38340" y="58094"/>
                  </a:cubicBezTo>
                  <a:lnTo>
                    <a:pt x="56232" y="67670"/>
                  </a:lnTo>
                  <a:lnTo>
                    <a:pt x="53037" y="45326"/>
                  </a:lnTo>
                  <a:cubicBezTo>
                    <a:pt x="53037" y="43411"/>
                    <a:pt x="53676" y="40858"/>
                    <a:pt x="54954" y="39581"/>
                  </a:cubicBezTo>
                  <a:lnTo>
                    <a:pt x="69650" y="25536"/>
                  </a:lnTo>
                  <a:lnTo>
                    <a:pt x="49203" y="21706"/>
                  </a:lnTo>
                  <a:cubicBezTo>
                    <a:pt x="48564" y="20429"/>
                    <a:pt x="47286" y="19152"/>
                    <a:pt x="46008" y="17875"/>
                  </a:cubicBezTo>
                  <a:close/>
                </a:path>
              </a:pathLst>
            </a:custGeom>
            <a:grpFill/>
            <a:ln w="6390" cap="flat">
              <a:noFill/>
              <a:prstDash val="solid"/>
              <a:miter/>
            </a:ln>
          </p:spPr>
          <p:txBody>
            <a:bodyPr rtlCol="0" anchor="ctr"/>
            <a:lstStyle/>
            <a:p>
              <a:endParaRPr lang="en-US"/>
            </a:p>
          </p:txBody>
        </p:sp>
        <p:sp>
          <p:nvSpPr>
            <p:cNvPr id="165" name="Graphic 4">
              <a:extLst>
                <a:ext uri="{FF2B5EF4-FFF2-40B4-BE49-F238E27FC236}">
                  <a16:creationId xmlns:a16="http://schemas.microsoft.com/office/drawing/2014/main" id="{A99336C4-6F9E-57D7-D989-6A8FAB1E21A4}"/>
                </a:ext>
              </a:extLst>
            </p:cNvPr>
            <p:cNvSpPr/>
            <p:nvPr/>
          </p:nvSpPr>
          <p:spPr>
            <a:xfrm>
              <a:off x="6146480" y="14027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235150 w 362309"/>
                <a:gd name="connsiteY7" fmla="*/ 246422 h 361971"/>
                <a:gd name="connsiteX8" fmla="*/ 183391 w 362309"/>
                <a:gd name="connsiteY8" fmla="*/ 288556 h 361971"/>
                <a:gd name="connsiteX9" fmla="*/ 180835 w 362309"/>
                <a:gd name="connsiteY9" fmla="*/ 289194 h 361971"/>
                <a:gd name="connsiteX10" fmla="*/ 177640 w 362309"/>
                <a:gd name="connsiteY10" fmla="*/ 288556 h 361971"/>
                <a:gd name="connsiteX11" fmla="*/ 85625 w 362309"/>
                <a:gd name="connsiteY11" fmla="*/ 104059 h 361971"/>
                <a:gd name="connsiteX12" fmla="*/ 88820 w 362309"/>
                <a:gd name="connsiteY12" fmla="*/ 99590 h 361971"/>
                <a:gd name="connsiteX13" fmla="*/ 94571 w 362309"/>
                <a:gd name="connsiteY13" fmla="*/ 99590 h 361971"/>
                <a:gd name="connsiteX14" fmla="*/ 175723 w 362309"/>
                <a:gd name="connsiteY14" fmla="*/ 87461 h 361971"/>
                <a:gd name="connsiteX15" fmla="*/ 180196 w 362309"/>
                <a:gd name="connsiteY15" fmla="*/ 84907 h 361971"/>
                <a:gd name="connsiteX16" fmla="*/ 185308 w 362309"/>
                <a:gd name="connsiteY16" fmla="*/ 86184 h 361971"/>
                <a:gd name="connsiteX17" fmla="*/ 268377 w 362309"/>
                <a:gd name="connsiteY17" fmla="*/ 99590 h 361971"/>
                <a:gd name="connsiteX18" fmla="*/ 274128 w 362309"/>
                <a:gd name="connsiteY18" fmla="*/ 99590 h 361971"/>
                <a:gd name="connsiteX19" fmla="*/ 277323 w 362309"/>
                <a:gd name="connsiteY19" fmla="*/ 104697 h 361971"/>
                <a:gd name="connsiteX20" fmla="*/ 235150 w 362309"/>
                <a:gd name="connsiteY20" fmla="*/ 24642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235150" y="246422"/>
                  </a:moveTo>
                  <a:cubicBezTo>
                    <a:pt x="221092" y="263658"/>
                    <a:pt x="203200" y="278342"/>
                    <a:pt x="183391" y="288556"/>
                  </a:cubicBezTo>
                  <a:cubicBezTo>
                    <a:pt x="182752" y="289194"/>
                    <a:pt x="181474" y="289194"/>
                    <a:pt x="180835" y="289194"/>
                  </a:cubicBezTo>
                  <a:cubicBezTo>
                    <a:pt x="179557" y="289194"/>
                    <a:pt x="178918" y="289194"/>
                    <a:pt x="177640" y="288556"/>
                  </a:cubicBezTo>
                  <a:cubicBezTo>
                    <a:pt x="65816" y="224716"/>
                    <a:pt x="84986" y="105336"/>
                    <a:pt x="85625" y="104059"/>
                  </a:cubicBezTo>
                  <a:cubicBezTo>
                    <a:pt x="86264" y="102144"/>
                    <a:pt x="86903" y="100229"/>
                    <a:pt x="88820" y="99590"/>
                  </a:cubicBezTo>
                  <a:cubicBezTo>
                    <a:pt x="90737" y="98952"/>
                    <a:pt x="92654" y="98952"/>
                    <a:pt x="94571" y="99590"/>
                  </a:cubicBezTo>
                  <a:cubicBezTo>
                    <a:pt x="148885" y="120657"/>
                    <a:pt x="175084" y="88737"/>
                    <a:pt x="175723" y="87461"/>
                  </a:cubicBezTo>
                  <a:cubicBezTo>
                    <a:pt x="177001" y="86184"/>
                    <a:pt x="178279" y="85545"/>
                    <a:pt x="180196" y="84907"/>
                  </a:cubicBezTo>
                  <a:cubicBezTo>
                    <a:pt x="182113" y="84907"/>
                    <a:pt x="183391" y="85545"/>
                    <a:pt x="185308" y="86184"/>
                  </a:cubicBezTo>
                  <a:cubicBezTo>
                    <a:pt x="207673" y="106612"/>
                    <a:pt x="240261" y="111720"/>
                    <a:pt x="268377" y="99590"/>
                  </a:cubicBezTo>
                  <a:cubicBezTo>
                    <a:pt x="270294" y="98313"/>
                    <a:pt x="272211" y="98313"/>
                    <a:pt x="274128" y="99590"/>
                  </a:cubicBezTo>
                  <a:cubicBezTo>
                    <a:pt x="276045" y="100867"/>
                    <a:pt x="277323" y="102144"/>
                    <a:pt x="277323" y="104697"/>
                  </a:cubicBezTo>
                  <a:cubicBezTo>
                    <a:pt x="283713" y="173006"/>
                    <a:pt x="258153" y="219609"/>
                    <a:pt x="235150" y="246422"/>
                  </a:cubicBezTo>
                  <a:close/>
                </a:path>
              </a:pathLst>
            </a:custGeom>
            <a:grpFill/>
            <a:ln w="6390" cap="flat">
              <a:noFill/>
              <a:prstDash val="solid"/>
              <a:miter/>
            </a:ln>
          </p:spPr>
          <p:txBody>
            <a:bodyPr rtlCol="0" anchor="ctr"/>
            <a:lstStyle/>
            <a:p>
              <a:endParaRPr lang="en-US"/>
            </a:p>
          </p:txBody>
        </p:sp>
        <p:sp>
          <p:nvSpPr>
            <p:cNvPr id="166" name="Graphic 4">
              <a:extLst>
                <a:ext uri="{FF2B5EF4-FFF2-40B4-BE49-F238E27FC236}">
                  <a16:creationId xmlns:a16="http://schemas.microsoft.com/office/drawing/2014/main" id="{B90F886B-14B0-C7A2-7B0A-596B9B0F0E44}"/>
                </a:ext>
              </a:extLst>
            </p:cNvPr>
            <p:cNvSpPr/>
            <p:nvPr/>
          </p:nvSpPr>
          <p:spPr>
            <a:xfrm>
              <a:off x="6243453" y="1502313"/>
              <a:ext cx="168529" cy="175559"/>
            </a:xfrm>
            <a:custGeom>
              <a:avLst/>
              <a:gdLst>
                <a:gd name="connsiteX0" fmla="*/ 84502 w 168529"/>
                <a:gd name="connsiteY0" fmla="*/ 0 h 175559"/>
                <a:gd name="connsiteX1" fmla="*/ 794 w 168529"/>
                <a:gd name="connsiteY1" fmla="*/ 14045 h 175559"/>
                <a:gd name="connsiteX2" fmla="*/ 84502 w 168529"/>
                <a:gd name="connsiteY2" fmla="*/ 175560 h 175559"/>
                <a:gd name="connsiteX3" fmla="*/ 168210 w 168529"/>
                <a:gd name="connsiteY3" fmla="*/ 14683 h 175559"/>
                <a:gd name="connsiteX4" fmla="*/ 84502 w 168529"/>
                <a:gd name="connsiteY4" fmla="*/ 0 h 175559"/>
                <a:gd name="connsiteX5" fmla="*/ 136899 w 168529"/>
                <a:gd name="connsiteY5" fmla="*/ 69585 h 175559"/>
                <a:gd name="connsiteX6" fmla="*/ 115173 w 168529"/>
                <a:gd name="connsiteY6" fmla="*/ 90014 h 175559"/>
                <a:gd name="connsiteX7" fmla="*/ 119646 w 168529"/>
                <a:gd name="connsiteY7" fmla="*/ 121296 h 175559"/>
                <a:gd name="connsiteX8" fmla="*/ 117091 w 168529"/>
                <a:gd name="connsiteY8" fmla="*/ 127680 h 175559"/>
                <a:gd name="connsiteX9" fmla="*/ 110701 w 168529"/>
                <a:gd name="connsiteY9" fmla="*/ 128318 h 175559"/>
                <a:gd name="connsiteX10" fmla="*/ 84502 w 168529"/>
                <a:gd name="connsiteY10" fmla="*/ 114273 h 175559"/>
                <a:gd name="connsiteX11" fmla="*/ 57025 w 168529"/>
                <a:gd name="connsiteY11" fmla="*/ 127680 h 175559"/>
                <a:gd name="connsiteX12" fmla="*/ 53830 w 168529"/>
                <a:gd name="connsiteY12" fmla="*/ 128318 h 175559"/>
                <a:gd name="connsiteX13" fmla="*/ 47440 w 168529"/>
                <a:gd name="connsiteY13" fmla="*/ 121934 h 175559"/>
                <a:gd name="connsiteX14" fmla="*/ 47440 w 168529"/>
                <a:gd name="connsiteY14" fmla="*/ 121296 h 175559"/>
                <a:gd name="connsiteX15" fmla="*/ 51913 w 168529"/>
                <a:gd name="connsiteY15" fmla="*/ 90014 h 175559"/>
                <a:gd name="connsiteX16" fmla="*/ 29548 w 168529"/>
                <a:gd name="connsiteY16" fmla="*/ 68947 h 175559"/>
                <a:gd name="connsiteX17" fmla="*/ 27631 w 168529"/>
                <a:gd name="connsiteY17" fmla="*/ 62563 h 175559"/>
                <a:gd name="connsiteX18" fmla="*/ 32743 w 168529"/>
                <a:gd name="connsiteY18" fmla="*/ 58094 h 175559"/>
                <a:gd name="connsiteX19" fmla="*/ 64054 w 168529"/>
                <a:gd name="connsiteY19" fmla="*/ 54902 h 175559"/>
                <a:gd name="connsiteX20" fmla="*/ 77473 w 168529"/>
                <a:gd name="connsiteY20" fmla="*/ 28090 h 175559"/>
                <a:gd name="connsiteX21" fmla="*/ 83224 w 168529"/>
                <a:gd name="connsiteY21" fmla="*/ 24259 h 175559"/>
                <a:gd name="connsiteX22" fmla="*/ 88975 w 168529"/>
                <a:gd name="connsiteY22" fmla="*/ 27451 h 175559"/>
                <a:gd name="connsiteX23" fmla="*/ 103033 w 168529"/>
                <a:gd name="connsiteY23" fmla="*/ 53626 h 175559"/>
                <a:gd name="connsiteX24" fmla="*/ 133065 w 168529"/>
                <a:gd name="connsiteY24" fmla="*/ 58733 h 175559"/>
                <a:gd name="connsiteX25" fmla="*/ 138177 w 168529"/>
                <a:gd name="connsiteY25" fmla="*/ 63201 h 175559"/>
                <a:gd name="connsiteX26" fmla="*/ 136899 w 168529"/>
                <a:gd name="connsiteY26" fmla="*/ 69585 h 175559"/>
                <a:gd name="connsiteX27" fmla="*/ 136899 w 168529"/>
                <a:gd name="connsiteY27" fmla="*/ 69585 h 175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529" h="175559">
                  <a:moveTo>
                    <a:pt x="84502" y="0"/>
                  </a:moveTo>
                  <a:cubicBezTo>
                    <a:pt x="74278" y="9576"/>
                    <a:pt x="46162" y="29366"/>
                    <a:pt x="794" y="14045"/>
                  </a:cubicBezTo>
                  <a:cubicBezTo>
                    <a:pt x="-5596" y="79800"/>
                    <a:pt x="26992" y="143001"/>
                    <a:pt x="84502" y="175560"/>
                  </a:cubicBezTo>
                  <a:cubicBezTo>
                    <a:pt x="100476" y="166622"/>
                    <a:pt x="173961" y="120019"/>
                    <a:pt x="168210" y="14683"/>
                  </a:cubicBezTo>
                  <a:cubicBezTo>
                    <a:pt x="139455" y="24259"/>
                    <a:pt x="108144" y="19152"/>
                    <a:pt x="84502" y="0"/>
                  </a:cubicBezTo>
                  <a:close/>
                  <a:moveTo>
                    <a:pt x="136899" y="69585"/>
                  </a:moveTo>
                  <a:lnTo>
                    <a:pt x="115173" y="90014"/>
                  </a:lnTo>
                  <a:lnTo>
                    <a:pt x="119646" y="121296"/>
                  </a:lnTo>
                  <a:cubicBezTo>
                    <a:pt x="120285" y="123849"/>
                    <a:pt x="119007" y="126403"/>
                    <a:pt x="117091" y="127680"/>
                  </a:cubicBezTo>
                  <a:cubicBezTo>
                    <a:pt x="115173" y="128956"/>
                    <a:pt x="112617" y="128956"/>
                    <a:pt x="110701" y="128318"/>
                  </a:cubicBezTo>
                  <a:lnTo>
                    <a:pt x="84502" y="114273"/>
                  </a:lnTo>
                  <a:lnTo>
                    <a:pt x="57025" y="127680"/>
                  </a:lnTo>
                  <a:cubicBezTo>
                    <a:pt x="56386" y="128318"/>
                    <a:pt x="55108" y="128318"/>
                    <a:pt x="53830" y="128318"/>
                  </a:cubicBezTo>
                  <a:cubicBezTo>
                    <a:pt x="49996" y="128318"/>
                    <a:pt x="47440" y="125764"/>
                    <a:pt x="47440" y="121934"/>
                  </a:cubicBezTo>
                  <a:cubicBezTo>
                    <a:pt x="47440" y="121296"/>
                    <a:pt x="47440" y="121296"/>
                    <a:pt x="47440" y="121296"/>
                  </a:cubicBezTo>
                  <a:lnTo>
                    <a:pt x="51913" y="90014"/>
                  </a:lnTo>
                  <a:lnTo>
                    <a:pt x="29548" y="68947"/>
                  </a:lnTo>
                  <a:cubicBezTo>
                    <a:pt x="27631" y="67032"/>
                    <a:pt x="26992" y="65117"/>
                    <a:pt x="27631" y="62563"/>
                  </a:cubicBezTo>
                  <a:cubicBezTo>
                    <a:pt x="28270" y="60009"/>
                    <a:pt x="30826" y="58733"/>
                    <a:pt x="32743" y="58094"/>
                  </a:cubicBezTo>
                  <a:lnTo>
                    <a:pt x="64054" y="54902"/>
                  </a:lnTo>
                  <a:lnTo>
                    <a:pt x="77473" y="28090"/>
                  </a:lnTo>
                  <a:cubicBezTo>
                    <a:pt x="78751" y="26174"/>
                    <a:pt x="80668" y="24898"/>
                    <a:pt x="83224" y="24259"/>
                  </a:cubicBezTo>
                  <a:cubicBezTo>
                    <a:pt x="85780" y="24259"/>
                    <a:pt x="87697" y="25536"/>
                    <a:pt x="88975" y="27451"/>
                  </a:cubicBezTo>
                  <a:lnTo>
                    <a:pt x="103033" y="53626"/>
                  </a:lnTo>
                  <a:lnTo>
                    <a:pt x="133065" y="58733"/>
                  </a:lnTo>
                  <a:cubicBezTo>
                    <a:pt x="135621" y="59371"/>
                    <a:pt x="137538" y="60648"/>
                    <a:pt x="138177" y="63201"/>
                  </a:cubicBezTo>
                  <a:cubicBezTo>
                    <a:pt x="139455" y="65755"/>
                    <a:pt x="138816" y="68309"/>
                    <a:pt x="136899" y="69585"/>
                  </a:cubicBezTo>
                  <a:lnTo>
                    <a:pt x="136899" y="69585"/>
                  </a:lnTo>
                  <a:close/>
                </a:path>
              </a:pathLst>
            </a:custGeom>
            <a:grpFill/>
            <a:ln w="6390" cap="flat">
              <a:noFill/>
              <a:prstDash val="solid"/>
              <a:miter/>
            </a:ln>
          </p:spPr>
          <p:txBody>
            <a:bodyPr rtlCol="0" anchor="ctr"/>
            <a:lstStyle/>
            <a:p>
              <a:endParaRPr lang="en-US"/>
            </a:p>
          </p:txBody>
        </p:sp>
      </p:grpSp>
      <p:grpSp>
        <p:nvGrpSpPr>
          <p:cNvPr id="171" name="Graphic 4">
            <a:extLst>
              <a:ext uri="{FF2B5EF4-FFF2-40B4-BE49-F238E27FC236}">
                <a16:creationId xmlns:a16="http://schemas.microsoft.com/office/drawing/2014/main" id="{EBF23091-D3DD-925C-3E40-CCA500211933}"/>
              </a:ext>
            </a:extLst>
          </p:cNvPr>
          <p:cNvGrpSpPr/>
          <p:nvPr/>
        </p:nvGrpSpPr>
        <p:grpSpPr>
          <a:xfrm>
            <a:off x="6376188" y="4971337"/>
            <a:ext cx="362309" cy="361971"/>
            <a:chOff x="6146480" y="1402723"/>
            <a:chExt cx="362309" cy="361971"/>
          </a:xfrm>
          <a:solidFill>
            <a:schemeClr val="accent6"/>
          </a:solidFill>
        </p:grpSpPr>
        <p:sp>
          <p:nvSpPr>
            <p:cNvPr id="172" name="Graphic 4">
              <a:extLst>
                <a:ext uri="{FF2B5EF4-FFF2-40B4-BE49-F238E27FC236}">
                  <a16:creationId xmlns:a16="http://schemas.microsoft.com/office/drawing/2014/main" id="{29FF135B-A580-5771-C091-891FC46C77E0}"/>
                </a:ext>
              </a:extLst>
            </p:cNvPr>
            <p:cNvSpPr/>
            <p:nvPr/>
          </p:nvSpPr>
          <p:spPr>
            <a:xfrm>
              <a:off x="6291531" y="1547001"/>
              <a:ext cx="69650" cy="67670"/>
            </a:xfrm>
            <a:custGeom>
              <a:avLst/>
              <a:gdLst>
                <a:gd name="connsiteX0" fmla="*/ 46008 w 69650"/>
                <a:gd name="connsiteY0" fmla="*/ 17875 h 67670"/>
                <a:gd name="connsiteX1" fmla="*/ 35784 w 69650"/>
                <a:gd name="connsiteY1" fmla="*/ 0 h 67670"/>
                <a:gd name="connsiteX2" fmla="*/ 26199 w 69650"/>
                <a:gd name="connsiteY2" fmla="*/ 19152 h 67670"/>
                <a:gd name="connsiteX3" fmla="*/ 21087 w 69650"/>
                <a:gd name="connsiteY3" fmla="*/ 22344 h 67670"/>
                <a:gd name="connsiteX4" fmla="*/ 0 w 69650"/>
                <a:gd name="connsiteY4" fmla="*/ 24898 h 67670"/>
                <a:gd name="connsiteX5" fmla="*/ 14697 w 69650"/>
                <a:gd name="connsiteY5" fmla="*/ 38942 h 67670"/>
                <a:gd name="connsiteX6" fmla="*/ 16614 w 69650"/>
                <a:gd name="connsiteY6" fmla="*/ 44688 h 67670"/>
                <a:gd name="connsiteX7" fmla="*/ 13419 w 69650"/>
                <a:gd name="connsiteY7" fmla="*/ 67670 h 67670"/>
                <a:gd name="connsiteX8" fmla="*/ 32589 w 69650"/>
                <a:gd name="connsiteY8" fmla="*/ 58094 h 67670"/>
                <a:gd name="connsiteX9" fmla="*/ 38340 w 69650"/>
                <a:gd name="connsiteY9" fmla="*/ 58094 h 67670"/>
                <a:gd name="connsiteX10" fmla="*/ 56232 w 69650"/>
                <a:gd name="connsiteY10" fmla="*/ 67670 h 67670"/>
                <a:gd name="connsiteX11" fmla="*/ 53037 w 69650"/>
                <a:gd name="connsiteY11" fmla="*/ 45326 h 67670"/>
                <a:gd name="connsiteX12" fmla="*/ 54954 w 69650"/>
                <a:gd name="connsiteY12" fmla="*/ 39581 h 67670"/>
                <a:gd name="connsiteX13" fmla="*/ 69650 w 69650"/>
                <a:gd name="connsiteY13" fmla="*/ 25536 h 67670"/>
                <a:gd name="connsiteX14" fmla="*/ 49203 w 69650"/>
                <a:gd name="connsiteY14" fmla="*/ 21706 h 67670"/>
                <a:gd name="connsiteX15" fmla="*/ 46008 w 69650"/>
                <a:gd name="connsiteY15" fmla="*/ 17875 h 6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650" h="67670">
                  <a:moveTo>
                    <a:pt x="46008" y="17875"/>
                  </a:moveTo>
                  <a:lnTo>
                    <a:pt x="35784" y="0"/>
                  </a:lnTo>
                  <a:lnTo>
                    <a:pt x="26199" y="19152"/>
                  </a:lnTo>
                  <a:cubicBezTo>
                    <a:pt x="24921" y="21067"/>
                    <a:pt x="23004" y="22344"/>
                    <a:pt x="21087" y="22344"/>
                  </a:cubicBezTo>
                  <a:lnTo>
                    <a:pt x="0" y="24898"/>
                  </a:lnTo>
                  <a:lnTo>
                    <a:pt x="14697" y="38942"/>
                  </a:lnTo>
                  <a:cubicBezTo>
                    <a:pt x="15975" y="40219"/>
                    <a:pt x="16614" y="42134"/>
                    <a:pt x="16614" y="44688"/>
                  </a:cubicBezTo>
                  <a:lnTo>
                    <a:pt x="13419" y="67670"/>
                  </a:lnTo>
                  <a:lnTo>
                    <a:pt x="32589" y="58094"/>
                  </a:lnTo>
                  <a:cubicBezTo>
                    <a:pt x="34506" y="56818"/>
                    <a:pt x="36423" y="56818"/>
                    <a:pt x="38340" y="58094"/>
                  </a:cubicBezTo>
                  <a:lnTo>
                    <a:pt x="56232" y="67670"/>
                  </a:lnTo>
                  <a:lnTo>
                    <a:pt x="53037" y="45326"/>
                  </a:lnTo>
                  <a:cubicBezTo>
                    <a:pt x="53037" y="43411"/>
                    <a:pt x="53676" y="40858"/>
                    <a:pt x="54954" y="39581"/>
                  </a:cubicBezTo>
                  <a:lnTo>
                    <a:pt x="69650" y="25536"/>
                  </a:lnTo>
                  <a:lnTo>
                    <a:pt x="49203" y="21706"/>
                  </a:lnTo>
                  <a:cubicBezTo>
                    <a:pt x="48564" y="20429"/>
                    <a:pt x="47286" y="19152"/>
                    <a:pt x="46008" y="17875"/>
                  </a:cubicBezTo>
                  <a:close/>
                </a:path>
              </a:pathLst>
            </a:custGeom>
            <a:grpFill/>
            <a:ln w="6390" cap="flat">
              <a:noFill/>
              <a:prstDash val="solid"/>
              <a:miter/>
            </a:ln>
          </p:spPr>
          <p:txBody>
            <a:bodyPr rtlCol="0" anchor="ctr"/>
            <a:lstStyle/>
            <a:p>
              <a:endParaRPr lang="en-US"/>
            </a:p>
          </p:txBody>
        </p:sp>
        <p:sp>
          <p:nvSpPr>
            <p:cNvPr id="173" name="Graphic 4">
              <a:extLst>
                <a:ext uri="{FF2B5EF4-FFF2-40B4-BE49-F238E27FC236}">
                  <a16:creationId xmlns:a16="http://schemas.microsoft.com/office/drawing/2014/main" id="{11F921CD-3722-E638-4A7F-84E702F5CA98}"/>
                </a:ext>
              </a:extLst>
            </p:cNvPr>
            <p:cNvSpPr/>
            <p:nvPr/>
          </p:nvSpPr>
          <p:spPr>
            <a:xfrm>
              <a:off x="6146480" y="14027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235150 w 362309"/>
                <a:gd name="connsiteY7" fmla="*/ 246422 h 361971"/>
                <a:gd name="connsiteX8" fmla="*/ 183391 w 362309"/>
                <a:gd name="connsiteY8" fmla="*/ 288556 h 361971"/>
                <a:gd name="connsiteX9" fmla="*/ 180835 w 362309"/>
                <a:gd name="connsiteY9" fmla="*/ 289194 h 361971"/>
                <a:gd name="connsiteX10" fmla="*/ 177640 w 362309"/>
                <a:gd name="connsiteY10" fmla="*/ 288556 h 361971"/>
                <a:gd name="connsiteX11" fmla="*/ 85625 w 362309"/>
                <a:gd name="connsiteY11" fmla="*/ 104059 h 361971"/>
                <a:gd name="connsiteX12" fmla="*/ 88820 w 362309"/>
                <a:gd name="connsiteY12" fmla="*/ 99590 h 361971"/>
                <a:gd name="connsiteX13" fmla="*/ 94571 w 362309"/>
                <a:gd name="connsiteY13" fmla="*/ 99590 h 361971"/>
                <a:gd name="connsiteX14" fmla="*/ 175723 w 362309"/>
                <a:gd name="connsiteY14" fmla="*/ 87461 h 361971"/>
                <a:gd name="connsiteX15" fmla="*/ 180196 w 362309"/>
                <a:gd name="connsiteY15" fmla="*/ 84907 h 361971"/>
                <a:gd name="connsiteX16" fmla="*/ 185308 w 362309"/>
                <a:gd name="connsiteY16" fmla="*/ 86184 h 361971"/>
                <a:gd name="connsiteX17" fmla="*/ 268377 w 362309"/>
                <a:gd name="connsiteY17" fmla="*/ 99590 h 361971"/>
                <a:gd name="connsiteX18" fmla="*/ 274128 w 362309"/>
                <a:gd name="connsiteY18" fmla="*/ 99590 h 361971"/>
                <a:gd name="connsiteX19" fmla="*/ 277323 w 362309"/>
                <a:gd name="connsiteY19" fmla="*/ 104697 h 361971"/>
                <a:gd name="connsiteX20" fmla="*/ 235150 w 362309"/>
                <a:gd name="connsiteY20" fmla="*/ 24642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235150" y="246422"/>
                  </a:moveTo>
                  <a:cubicBezTo>
                    <a:pt x="221092" y="263658"/>
                    <a:pt x="203200" y="278342"/>
                    <a:pt x="183391" y="288556"/>
                  </a:cubicBezTo>
                  <a:cubicBezTo>
                    <a:pt x="182752" y="289194"/>
                    <a:pt x="181474" y="289194"/>
                    <a:pt x="180835" y="289194"/>
                  </a:cubicBezTo>
                  <a:cubicBezTo>
                    <a:pt x="179557" y="289194"/>
                    <a:pt x="178918" y="289194"/>
                    <a:pt x="177640" y="288556"/>
                  </a:cubicBezTo>
                  <a:cubicBezTo>
                    <a:pt x="65816" y="224716"/>
                    <a:pt x="84986" y="105336"/>
                    <a:pt x="85625" y="104059"/>
                  </a:cubicBezTo>
                  <a:cubicBezTo>
                    <a:pt x="86264" y="102144"/>
                    <a:pt x="86903" y="100229"/>
                    <a:pt x="88820" y="99590"/>
                  </a:cubicBezTo>
                  <a:cubicBezTo>
                    <a:pt x="90737" y="98952"/>
                    <a:pt x="92654" y="98952"/>
                    <a:pt x="94571" y="99590"/>
                  </a:cubicBezTo>
                  <a:cubicBezTo>
                    <a:pt x="148885" y="120657"/>
                    <a:pt x="175084" y="88737"/>
                    <a:pt x="175723" y="87461"/>
                  </a:cubicBezTo>
                  <a:cubicBezTo>
                    <a:pt x="177001" y="86184"/>
                    <a:pt x="178279" y="85545"/>
                    <a:pt x="180196" y="84907"/>
                  </a:cubicBezTo>
                  <a:cubicBezTo>
                    <a:pt x="182113" y="84907"/>
                    <a:pt x="183391" y="85545"/>
                    <a:pt x="185308" y="86184"/>
                  </a:cubicBezTo>
                  <a:cubicBezTo>
                    <a:pt x="207673" y="106612"/>
                    <a:pt x="240261" y="111720"/>
                    <a:pt x="268377" y="99590"/>
                  </a:cubicBezTo>
                  <a:cubicBezTo>
                    <a:pt x="270294" y="98313"/>
                    <a:pt x="272211" y="98313"/>
                    <a:pt x="274128" y="99590"/>
                  </a:cubicBezTo>
                  <a:cubicBezTo>
                    <a:pt x="276045" y="100867"/>
                    <a:pt x="277323" y="102144"/>
                    <a:pt x="277323" y="104697"/>
                  </a:cubicBezTo>
                  <a:cubicBezTo>
                    <a:pt x="283713" y="173006"/>
                    <a:pt x="258153" y="219609"/>
                    <a:pt x="235150" y="246422"/>
                  </a:cubicBezTo>
                  <a:close/>
                </a:path>
              </a:pathLst>
            </a:custGeom>
            <a:grpFill/>
            <a:ln w="6390" cap="flat">
              <a:noFill/>
              <a:prstDash val="solid"/>
              <a:miter/>
            </a:ln>
          </p:spPr>
          <p:txBody>
            <a:bodyPr rtlCol="0" anchor="ctr"/>
            <a:lstStyle/>
            <a:p>
              <a:endParaRPr lang="en-US"/>
            </a:p>
          </p:txBody>
        </p:sp>
        <p:sp>
          <p:nvSpPr>
            <p:cNvPr id="174" name="Graphic 4">
              <a:extLst>
                <a:ext uri="{FF2B5EF4-FFF2-40B4-BE49-F238E27FC236}">
                  <a16:creationId xmlns:a16="http://schemas.microsoft.com/office/drawing/2014/main" id="{D611A7E5-AB98-CDDB-30D5-72136E9BA74E}"/>
                </a:ext>
              </a:extLst>
            </p:cNvPr>
            <p:cNvSpPr/>
            <p:nvPr/>
          </p:nvSpPr>
          <p:spPr>
            <a:xfrm>
              <a:off x="6243453" y="1502313"/>
              <a:ext cx="168529" cy="175559"/>
            </a:xfrm>
            <a:custGeom>
              <a:avLst/>
              <a:gdLst>
                <a:gd name="connsiteX0" fmla="*/ 84502 w 168529"/>
                <a:gd name="connsiteY0" fmla="*/ 0 h 175559"/>
                <a:gd name="connsiteX1" fmla="*/ 794 w 168529"/>
                <a:gd name="connsiteY1" fmla="*/ 14045 h 175559"/>
                <a:gd name="connsiteX2" fmla="*/ 84502 w 168529"/>
                <a:gd name="connsiteY2" fmla="*/ 175560 h 175559"/>
                <a:gd name="connsiteX3" fmla="*/ 168210 w 168529"/>
                <a:gd name="connsiteY3" fmla="*/ 14683 h 175559"/>
                <a:gd name="connsiteX4" fmla="*/ 84502 w 168529"/>
                <a:gd name="connsiteY4" fmla="*/ 0 h 175559"/>
                <a:gd name="connsiteX5" fmla="*/ 136899 w 168529"/>
                <a:gd name="connsiteY5" fmla="*/ 69585 h 175559"/>
                <a:gd name="connsiteX6" fmla="*/ 115173 w 168529"/>
                <a:gd name="connsiteY6" fmla="*/ 90014 h 175559"/>
                <a:gd name="connsiteX7" fmla="*/ 119646 w 168529"/>
                <a:gd name="connsiteY7" fmla="*/ 121296 h 175559"/>
                <a:gd name="connsiteX8" fmla="*/ 117091 w 168529"/>
                <a:gd name="connsiteY8" fmla="*/ 127680 h 175559"/>
                <a:gd name="connsiteX9" fmla="*/ 110701 w 168529"/>
                <a:gd name="connsiteY9" fmla="*/ 128318 h 175559"/>
                <a:gd name="connsiteX10" fmla="*/ 84502 w 168529"/>
                <a:gd name="connsiteY10" fmla="*/ 114273 h 175559"/>
                <a:gd name="connsiteX11" fmla="*/ 57025 w 168529"/>
                <a:gd name="connsiteY11" fmla="*/ 127680 h 175559"/>
                <a:gd name="connsiteX12" fmla="*/ 53830 w 168529"/>
                <a:gd name="connsiteY12" fmla="*/ 128318 h 175559"/>
                <a:gd name="connsiteX13" fmla="*/ 47440 w 168529"/>
                <a:gd name="connsiteY13" fmla="*/ 121934 h 175559"/>
                <a:gd name="connsiteX14" fmla="*/ 47440 w 168529"/>
                <a:gd name="connsiteY14" fmla="*/ 121296 h 175559"/>
                <a:gd name="connsiteX15" fmla="*/ 51913 w 168529"/>
                <a:gd name="connsiteY15" fmla="*/ 90014 h 175559"/>
                <a:gd name="connsiteX16" fmla="*/ 29548 w 168529"/>
                <a:gd name="connsiteY16" fmla="*/ 68947 h 175559"/>
                <a:gd name="connsiteX17" fmla="*/ 27631 w 168529"/>
                <a:gd name="connsiteY17" fmla="*/ 62563 h 175559"/>
                <a:gd name="connsiteX18" fmla="*/ 32743 w 168529"/>
                <a:gd name="connsiteY18" fmla="*/ 58094 h 175559"/>
                <a:gd name="connsiteX19" fmla="*/ 64054 w 168529"/>
                <a:gd name="connsiteY19" fmla="*/ 54902 h 175559"/>
                <a:gd name="connsiteX20" fmla="*/ 77473 w 168529"/>
                <a:gd name="connsiteY20" fmla="*/ 28090 h 175559"/>
                <a:gd name="connsiteX21" fmla="*/ 83224 w 168529"/>
                <a:gd name="connsiteY21" fmla="*/ 24259 h 175559"/>
                <a:gd name="connsiteX22" fmla="*/ 88975 w 168529"/>
                <a:gd name="connsiteY22" fmla="*/ 27451 h 175559"/>
                <a:gd name="connsiteX23" fmla="*/ 103033 w 168529"/>
                <a:gd name="connsiteY23" fmla="*/ 53626 h 175559"/>
                <a:gd name="connsiteX24" fmla="*/ 133065 w 168529"/>
                <a:gd name="connsiteY24" fmla="*/ 58733 h 175559"/>
                <a:gd name="connsiteX25" fmla="*/ 138177 w 168529"/>
                <a:gd name="connsiteY25" fmla="*/ 63201 h 175559"/>
                <a:gd name="connsiteX26" fmla="*/ 136899 w 168529"/>
                <a:gd name="connsiteY26" fmla="*/ 69585 h 175559"/>
                <a:gd name="connsiteX27" fmla="*/ 136899 w 168529"/>
                <a:gd name="connsiteY27" fmla="*/ 69585 h 175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529" h="175559">
                  <a:moveTo>
                    <a:pt x="84502" y="0"/>
                  </a:moveTo>
                  <a:cubicBezTo>
                    <a:pt x="74278" y="9576"/>
                    <a:pt x="46162" y="29366"/>
                    <a:pt x="794" y="14045"/>
                  </a:cubicBezTo>
                  <a:cubicBezTo>
                    <a:pt x="-5596" y="79800"/>
                    <a:pt x="26992" y="143001"/>
                    <a:pt x="84502" y="175560"/>
                  </a:cubicBezTo>
                  <a:cubicBezTo>
                    <a:pt x="100476" y="166622"/>
                    <a:pt x="173961" y="120019"/>
                    <a:pt x="168210" y="14683"/>
                  </a:cubicBezTo>
                  <a:cubicBezTo>
                    <a:pt x="139455" y="24259"/>
                    <a:pt x="108144" y="19152"/>
                    <a:pt x="84502" y="0"/>
                  </a:cubicBezTo>
                  <a:close/>
                  <a:moveTo>
                    <a:pt x="136899" y="69585"/>
                  </a:moveTo>
                  <a:lnTo>
                    <a:pt x="115173" y="90014"/>
                  </a:lnTo>
                  <a:lnTo>
                    <a:pt x="119646" y="121296"/>
                  </a:lnTo>
                  <a:cubicBezTo>
                    <a:pt x="120285" y="123849"/>
                    <a:pt x="119007" y="126403"/>
                    <a:pt x="117091" y="127680"/>
                  </a:cubicBezTo>
                  <a:cubicBezTo>
                    <a:pt x="115173" y="128956"/>
                    <a:pt x="112617" y="128956"/>
                    <a:pt x="110701" y="128318"/>
                  </a:cubicBezTo>
                  <a:lnTo>
                    <a:pt x="84502" y="114273"/>
                  </a:lnTo>
                  <a:lnTo>
                    <a:pt x="57025" y="127680"/>
                  </a:lnTo>
                  <a:cubicBezTo>
                    <a:pt x="56386" y="128318"/>
                    <a:pt x="55108" y="128318"/>
                    <a:pt x="53830" y="128318"/>
                  </a:cubicBezTo>
                  <a:cubicBezTo>
                    <a:pt x="49996" y="128318"/>
                    <a:pt x="47440" y="125764"/>
                    <a:pt x="47440" y="121934"/>
                  </a:cubicBezTo>
                  <a:cubicBezTo>
                    <a:pt x="47440" y="121296"/>
                    <a:pt x="47440" y="121296"/>
                    <a:pt x="47440" y="121296"/>
                  </a:cubicBezTo>
                  <a:lnTo>
                    <a:pt x="51913" y="90014"/>
                  </a:lnTo>
                  <a:lnTo>
                    <a:pt x="29548" y="68947"/>
                  </a:lnTo>
                  <a:cubicBezTo>
                    <a:pt x="27631" y="67032"/>
                    <a:pt x="26992" y="65117"/>
                    <a:pt x="27631" y="62563"/>
                  </a:cubicBezTo>
                  <a:cubicBezTo>
                    <a:pt x="28270" y="60009"/>
                    <a:pt x="30826" y="58733"/>
                    <a:pt x="32743" y="58094"/>
                  </a:cubicBezTo>
                  <a:lnTo>
                    <a:pt x="64054" y="54902"/>
                  </a:lnTo>
                  <a:lnTo>
                    <a:pt x="77473" y="28090"/>
                  </a:lnTo>
                  <a:cubicBezTo>
                    <a:pt x="78751" y="26174"/>
                    <a:pt x="80668" y="24898"/>
                    <a:pt x="83224" y="24259"/>
                  </a:cubicBezTo>
                  <a:cubicBezTo>
                    <a:pt x="85780" y="24259"/>
                    <a:pt x="87697" y="25536"/>
                    <a:pt x="88975" y="27451"/>
                  </a:cubicBezTo>
                  <a:lnTo>
                    <a:pt x="103033" y="53626"/>
                  </a:lnTo>
                  <a:lnTo>
                    <a:pt x="133065" y="58733"/>
                  </a:lnTo>
                  <a:cubicBezTo>
                    <a:pt x="135621" y="59371"/>
                    <a:pt x="137538" y="60648"/>
                    <a:pt x="138177" y="63201"/>
                  </a:cubicBezTo>
                  <a:cubicBezTo>
                    <a:pt x="139455" y="65755"/>
                    <a:pt x="138816" y="68309"/>
                    <a:pt x="136899" y="69585"/>
                  </a:cubicBezTo>
                  <a:lnTo>
                    <a:pt x="136899" y="69585"/>
                  </a:lnTo>
                  <a:close/>
                </a:path>
              </a:pathLst>
            </a:custGeom>
            <a:grpFill/>
            <a:ln w="6390" cap="flat">
              <a:noFill/>
              <a:prstDash val="solid"/>
              <a:miter/>
            </a:ln>
          </p:spPr>
          <p:txBody>
            <a:bodyPr rtlCol="0" anchor="ctr"/>
            <a:lstStyle/>
            <a:p>
              <a:endParaRPr lang="en-US"/>
            </a:p>
          </p:txBody>
        </p:sp>
      </p:grpSp>
      <p:grpSp>
        <p:nvGrpSpPr>
          <p:cNvPr id="179" name="Graphic 4">
            <a:extLst>
              <a:ext uri="{FF2B5EF4-FFF2-40B4-BE49-F238E27FC236}">
                <a16:creationId xmlns:a16="http://schemas.microsoft.com/office/drawing/2014/main" id="{4B949C01-33D2-6DC4-7AA7-0CDEB0C93776}"/>
              </a:ext>
            </a:extLst>
          </p:cNvPr>
          <p:cNvGrpSpPr/>
          <p:nvPr/>
        </p:nvGrpSpPr>
        <p:grpSpPr>
          <a:xfrm>
            <a:off x="8004478" y="4952682"/>
            <a:ext cx="362309" cy="361971"/>
            <a:chOff x="6146480" y="1402723"/>
            <a:chExt cx="362309" cy="361971"/>
          </a:xfrm>
          <a:solidFill>
            <a:schemeClr val="accent6"/>
          </a:solidFill>
        </p:grpSpPr>
        <p:sp>
          <p:nvSpPr>
            <p:cNvPr id="180" name="Graphic 4">
              <a:extLst>
                <a:ext uri="{FF2B5EF4-FFF2-40B4-BE49-F238E27FC236}">
                  <a16:creationId xmlns:a16="http://schemas.microsoft.com/office/drawing/2014/main" id="{E596447B-1645-DD70-3C5C-19137A79823A}"/>
                </a:ext>
              </a:extLst>
            </p:cNvPr>
            <p:cNvSpPr/>
            <p:nvPr/>
          </p:nvSpPr>
          <p:spPr>
            <a:xfrm>
              <a:off x="6291531" y="1547001"/>
              <a:ext cx="69650" cy="67670"/>
            </a:xfrm>
            <a:custGeom>
              <a:avLst/>
              <a:gdLst>
                <a:gd name="connsiteX0" fmla="*/ 46008 w 69650"/>
                <a:gd name="connsiteY0" fmla="*/ 17875 h 67670"/>
                <a:gd name="connsiteX1" fmla="*/ 35784 w 69650"/>
                <a:gd name="connsiteY1" fmla="*/ 0 h 67670"/>
                <a:gd name="connsiteX2" fmla="*/ 26199 w 69650"/>
                <a:gd name="connsiteY2" fmla="*/ 19152 h 67670"/>
                <a:gd name="connsiteX3" fmla="*/ 21087 w 69650"/>
                <a:gd name="connsiteY3" fmla="*/ 22344 h 67670"/>
                <a:gd name="connsiteX4" fmla="*/ 0 w 69650"/>
                <a:gd name="connsiteY4" fmla="*/ 24898 h 67670"/>
                <a:gd name="connsiteX5" fmla="*/ 14697 w 69650"/>
                <a:gd name="connsiteY5" fmla="*/ 38942 h 67670"/>
                <a:gd name="connsiteX6" fmla="*/ 16614 w 69650"/>
                <a:gd name="connsiteY6" fmla="*/ 44688 h 67670"/>
                <a:gd name="connsiteX7" fmla="*/ 13419 w 69650"/>
                <a:gd name="connsiteY7" fmla="*/ 67670 h 67670"/>
                <a:gd name="connsiteX8" fmla="*/ 32589 w 69650"/>
                <a:gd name="connsiteY8" fmla="*/ 58094 h 67670"/>
                <a:gd name="connsiteX9" fmla="*/ 38340 w 69650"/>
                <a:gd name="connsiteY9" fmla="*/ 58094 h 67670"/>
                <a:gd name="connsiteX10" fmla="*/ 56232 w 69650"/>
                <a:gd name="connsiteY10" fmla="*/ 67670 h 67670"/>
                <a:gd name="connsiteX11" fmla="*/ 53037 w 69650"/>
                <a:gd name="connsiteY11" fmla="*/ 45326 h 67670"/>
                <a:gd name="connsiteX12" fmla="*/ 54954 w 69650"/>
                <a:gd name="connsiteY12" fmla="*/ 39581 h 67670"/>
                <a:gd name="connsiteX13" fmla="*/ 69650 w 69650"/>
                <a:gd name="connsiteY13" fmla="*/ 25536 h 67670"/>
                <a:gd name="connsiteX14" fmla="*/ 49203 w 69650"/>
                <a:gd name="connsiteY14" fmla="*/ 21706 h 67670"/>
                <a:gd name="connsiteX15" fmla="*/ 46008 w 69650"/>
                <a:gd name="connsiteY15" fmla="*/ 17875 h 6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650" h="67670">
                  <a:moveTo>
                    <a:pt x="46008" y="17875"/>
                  </a:moveTo>
                  <a:lnTo>
                    <a:pt x="35784" y="0"/>
                  </a:lnTo>
                  <a:lnTo>
                    <a:pt x="26199" y="19152"/>
                  </a:lnTo>
                  <a:cubicBezTo>
                    <a:pt x="24921" y="21067"/>
                    <a:pt x="23004" y="22344"/>
                    <a:pt x="21087" y="22344"/>
                  </a:cubicBezTo>
                  <a:lnTo>
                    <a:pt x="0" y="24898"/>
                  </a:lnTo>
                  <a:lnTo>
                    <a:pt x="14697" y="38942"/>
                  </a:lnTo>
                  <a:cubicBezTo>
                    <a:pt x="15975" y="40219"/>
                    <a:pt x="16614" y="42134"/>
                    <a:pt x="16614" y="44688"/>
                  </a:cubicBezTo>
                  <a:lnTo>
                    <a:pt x="13419" y="67670"/>
                  </a:lnTo>
                  <a:lnTo>
                    <a:pt x="32589" y="58094"/>
                  </a:lnTo>
                  <a:cubicBezTo>
                    <a:pt x="34506" y="56818"/>
                    <a:pt x="36423" y="56818"/>
                    <a:pt x="38340" y="58094"/>
                  </a:cubicBezTo>
                  <a:lnTo>
                    <a:pt x="56232" y="67670"/>
                  </a:lnTo>
                  <a:lnTo>
                    <a:pt x="53037" y="45326"/>
                  </a:lnTo>
                  <a:cubicBezTo>
                    <a:pt x="53037" y="43411"/>
                    <a:pt x="53676" y="40858"/>
                    <a:pt x="54954" y="39581"/>
                  </a:cubicBezTo>
                  <a:lnTo>
                    <a:pt x="69650" y="25536"/>
                  </a:lnTo>
                  <a:lnTo>
                    <a:pt x="49203" y="21706"/>
                  </a:lnTo>
                  <a:cubicBezTo>
                    <a:pt x="48564" y="20429"/>
                    <a:pt x="47286" y="19152"/>
                    <a:pt x="46008" y="17875"/>
                  </a:cubicBezTo>
                  <a:close/>
                </a:path>
              </a:pathLst>
            </a:custGeom>
            <a:grpFill/>
            <a:ln w="6390" cap="flat">
              <a:noFill/>
              <a:prstDash val="solid"/>
              <a:miter/>
            </a:ln>
          </p:spPr>
          <p:txBody>
            <a:bodyPr rtlCol="0" anchor="ctr"/>
            <a:lstStyle/>
            <a:p>
              <a:endParaRPr lang="en-US"/>
            </a:p>
          </p:txBody>
        </p:sp>
        <p:sp>
          <p:nvSpPr>
            <p:cNvPr id="181" name="Graphic 4">
              <a:extLst>
                <a:ext uri="{FF2B5EF4-FFF2-40B4-BE49-F238E27FC236}">
                  <a16:creationId xmlns:a16="http://schemas.microsoft.com/office/drawing/2014/main" id="{04A11849-0F2B-5DBA-2168-76B03BA7BC56}"/>
                </a:ext>
              </a:extLst>
            </p:cNvPr>
            <p:cNvSpPr/>
            <p:nvPr/>
          </p:nvSpPr>
          <p:spPr>
            <a:xfrm>
              <a:off x="6146480" y="14027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181474 w 362309"/>
                <a:gd name="connsiteY6" fmla="*/ 0 h 361971"/>
                <a:gd name="connsiteX7" fmla="*/ 235150 w 362309"/>
                <a:gd name="connsiteY7" fmla="*/ 246422 h 361971"/>
                <a:gd name="connsiteX8" fmla="*/ 183391 w 362309"/>
                <a:gd name="connsiteY8" fmla="*/ 288556 h 361971"/>
                <a:gd name="connsiteX9" fmla="*/ 180835 w 362309"/>
                <a:gd name="connsiteY9" fmla="*/ 289194 h 361971"/>
                <a:gd name="connsiteX10" fmla="*/ 177640 w 362309"/>
                <a:gd name="connsiteY10" fmla="*/ 288556 h 361971"/>
                <a:gd name="connsiteX11" fmla="*/ 85625 w 362309"/>
                <a:gd name="connsiteY11" fmla="*/ 104059 h 361971"/>
                <a:gd name="connsiteX12" fmla="*/ 88820 w 362309"/>
                <a:gd name="connsiteY12" fmla="*/ 99590 h 361971"/>
                <a:gd name="connsiteX13" fmla="*/ 94571 w 362309"/>
                <a:gd name="connsiteY13" fmla="*/ 99590 h 361971"/>
                <a:gd name="connsiteX14" fmla="*/ 175723 w 362309"/>
                <a:gd name="connsiteY14" fmla="*/ 87461 h 361971"/>
                <a:gd name="connsiteX15" fmla="*/ 180196 w 362309"/>
                <a:gd name="connsiteY15" fmla="*/ 84907 h 361971"/>
                <a:gd name="connsiteX16" fmla="*/ 185308 w 362309"/>
                <a:gd name="connsiteY16" fmla="*/ 86184 h 361971"/>
                <a:gd name="connsiteX17" fmla="*/ 268377 w 362309"/>
                <a:gd name="connsiteY17" fmla="*/ 99590 h 361971"/>
                <a:gd name="connsiteX18" fmla="*/ 274128 w 362309"/>
                <a:gd name="connsiteY18" fmla="*/ 99590 h 361971"/>
                <a:gd name="connsiteX19" fmla="*/ 277323 w 362309"/>
                <a:gd name="connsiteY19" fmla="*/ 104697 h 361971"/>
                <a:gd name="connsiteX20" fmla="*/ 235150 w 362309"/>
                <a:gd name="connsiteY20" fmla="*/ 24642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0438"/>
                    <a:pt x="281157" y="0"/>
                    <a:pt x="181474" y="0"/>
                  </a:cubicBezTo>
                  <a:lnTo>
                    <a:pt x="181474" y="0"/>
                  </a:lnTo>
                  <a:close/>
                  <a:moveTo>
                    <a:pt x="235150" y="246422"/>
                  </a:moveTo>
                  <a:cubicBezTo>
                    <a:pt x="221092" y="263658"/>
                    <a:pt x="203200" y="278342"/>
                    <a:pt x="183391" y="288556"/>
                  </a:cubicBezTo>
                  <a:cubicBezTo>
                    <a:pt x="182752" y="289194"/>
                    <a:pt x="181474" y="289194"/>
                    <a:pt x="180835" y="289194"/>
                  </a:cubicBezTo>
                  <a:cubicBezTo>
                    <a:pt x="179557" y="289194"/>
                    <a:pt x="178918" y="289194"/>
                    <a:pt x="177640" y="288556"/>
                  </a:cubicBezTo>
                  <a:cubicBezTo>
                    <a:pt x="65816" y="224716"/>
                    <a:pt x="84986" y="105336"/>
                    <a:pt x="85625" y="104059"/>
                  </a:cubicBezTo>
                  <a:cubicBezTo>
                    <a:pt x="86264" y="102144"/>
                    <a:pt x="86903" y="100229"/>
                    <a:pt x="88820" y="99590"/>
                  </a:cubicBezTo>
                  <a:cubicBezTo>
                    <a:pt x="90737" y="98952"/>
                    <a:pt x="92654" y="98952"/>
                    <a:pt x="94571" y="99590"/>
                  </a:cubicBezTo>
                  <a:cubicBezTo>
                    <a:pt x="148885" y="120657"/>
                    <a:pt x="175084" y="88737"/>
                    <a:pt x="175723" y="87461"/>
                  </a:cubicBezTo>
                  <a:cubicBezTo>
                    <a:pt x="177001" y="86184"/>
                    <a:pt x="178279" y="85545"/>
                    <a:pt x="180196" y="84907"/>
                  </a:cubicBezTo>
                  <a:cubicBezTo>
                    <a:pt x="182113" y="84907"/>
                    <a:pt x="183391" y="85545"/>
                    <a:pt x="185308" y="86184"/>
                  </a:cubicBezTo>
                  <a:cubicBezTo>
                    <a:pt x="207673" y="106612"/>
                    <a:pt x="240261" y="111720"/>
                    <a:pt x="268377" y="99590"/>
                  </a:cubicBezTo>
                  <a:cubicBezTo>
                    <a:pt x="270294" y="98313"/>
                    <a:pt x="272211" y="98313"/>
                    <a:pt x="274128" y="99590"/>
                  </a:cubicBezTo>
                  <a:cubicBezTo>
                    <a:pt x="276045" y="100867"/>
                    <a:pt x="277323" y="102144"/>
                    <a:pt x="277323" y="104697"/>
                  </a:cubicBezTo>
                  <a:cubicBezTo>
                    <a:pt x="283713" y="173006"/>
                    <a:pt x="258153" y="219609"/>
                    <a:pt x="235150" y="246422"/>
                  </a:cubicBezTo>
                  <a:close/>
                </a:path>
              </a:pathLst>
            </a:custGeom>
            <a:grpFill/>
            <a:ln w="6390" cap="flat">
              <a:noFill/>
              <a:prstDash val="solid"/>
              <a:miter/>
            </a:ln>
          </p:spPr>
          <p:txBody>
            <a:bodyPr rtlCol="0" anchor="ctr"/>
            <a:lstStyle/>
            <a:p>
              <a:endParaRPr lang="en-US"/>
            </a:p>
          </p:txBody>
        </p:sp>
        <p:sp>
          <p:nvSpPr>
            <p:cNvPr id="182" name="Graphic 4">
              <a:extLst>
                <a:ext uri="{FF2B5EF4-FFF2-40B4-BE49-F238E27FC236}">
                  <a16:creationId xmlns:a16="http://schemas.microsoft.com/office/drawing/2014/main" id="{297AD36D-C632-7193-35DD-3D696365781E}"/>
                </a:ext>
              </a:extLst>
            </p:cNvPr>
            <p:cNvSpPr/>
            <p:nvPr/>
          </p:nvSpPr>
          <p:spPr>
            <a:xfrm>
              <a:off x="6243453" y="1502313"/>
              <a:ext cx="168529" cy="175559"/>
            </a:xfrm>
            <a:custGeom>
              <a:avLst/>
              <a:gdLst>
                <a:gd name="connsiteX0" fmla="*/ 84502 w 168529"/>
                <a:gd name="connsiteY0" fmla="*/ 0 h 175559"/>
                <a:gd name="connsiteX1" fmla="*/ 794 w 168529"/>
                <a:gd name="connsiteY1" fmla="*/ 14045 h 175559"/>
                <a:gd name="connsiteX2" fmla="*/ 84502 w 168529"/>
                <a:gd name="connsiteY2" fmla="*/ 175560 h 175559"/>
                <a:gd name="connsiteX3" fmla="*/ 168210 w 168529"/>
                <a:gd name="connsiteY3" fmla="*/ 14683 h 175559"/>
                <a:gd name="connsiteX4" fmla="*/ 84502 w 168529"/>
                <a:gd name="connsiteY4" fmla="*/ 0 h 175559"/>
                <a:gd name="connsiteX5" fmla="*/ 136899 w 168529"/>
                <a:gd name="connsiteY5" fmla="*/ 69585 h 175559"/>
                <a:gd name="connsiteX6" fmla="*/ 115173 w 168529"/>
                <a:gd name="connsiteY6" fmla="*/ 90014 h 175559"/>
                <a:gd name="connsiteX7" fmla="*/ 119646 w 168529"/>
                <a:gd name="connsiteY7" fmla="*/ 121296 h 175559"/>
                <a:gd name="connsiteX8" fmla="*/ 117091 w 168529"/>
                <a:gd name="connsiteY8" fmla="*/ 127680 h 175559"/>
                <a:gd name="connsiteX9" fmla="*/ 110701 w 168529"/>
                <a:gd name="connsiteY9" fmla="*/ 128318 h 175559"/>
                <a:gd name="connsiteX10" fmla="*/ 84502 w 168529"/>
                <a:gd name="connsiteY10" fmla="*/ 114273 h 175559"/>
                <a:gd name="connsiteX11" fmla="*/ 57025 w 168529"/>
                <a:gd name="connsiteY11" fmla="*/ 127680 h 175559"/>
                <a:gd name="connsiteX12" fmla="*/ 53830 w 168529"/>
                <a:gd name="connsiteY12" fmla="*/ 128318 h 175559"/>
                <a:gd name="connsiteX13" fmla="*/ 47440 w 168529"/>
                <a:gd name="connsiteY13" fmla="*/ 121934 h 175559"/>
                <a:gd name="connsiteX14" fmla="*/ 47440 w 168529"/>
                <a:gd name="connsiteY14" fmla="*/ 121296 h 175559"/>
                <a:gd name="connsiteX15" fmla="*/ 51913 w 168529"/>
                <a:gd name="connsiteY15" fmla="*/ 90014 h 175559"/>
                <a:gd name="connsiteX16" fmla="*/ 29548 w 168529"/>
                <a:gd name="connsiteY16" fmla="*/ 68947 h 175559"/>
                <a:gd name="connsiteX17" fmla="*/ 27631 w 168529"/>
                <a:gd name="connsiteY17" fmla="*/ 62563 h 175559"/>
                <a:gd name="connsiteX18" fmla="*/ 32743 w 168529"/>
                <a:gd name="connsiteY18" fmla="*/ 58094 h 175559"/>
                <a:gd name="connsiteX19" fmla="*/ 64054 w 168529"/>
                <a:gd name="connsiteY19" fmla="*/ 54902 h 175559"/>
                <a:gd name="connsiteX20" fmla="*/ 77473 w 168529"/>
                <a:gd name="connsiteY20" fmla="*/ 28090 h 175559"/>
                <a:gd name="connsiteX21" fmla="*/ 83224 w 168529"/>
                <a:gd name="connsiteY21" fmla="*/ 24259 h 175559"/>
                <a:gd name="connsiteX22" fmla="*/ 88975 w 168529"/>
                <a:gd name="connsiteY22" fmla="*/ 27451 h 175559"/>
                <a:gd name="connsiteX23" fmla="*/ 103033 w 168529"/>
                <a:gd name="connsiteY23" fmla="*/ 53626 h 175559"/>
                <a:gd name="connsiteX24" fmla="*/ 133065 w 168529"/>
                <a:gd name="connsiteY24" fmla="*/ 58733 h 175559"/>
                <a:gd name="connsiteX25" fmla="*/ 138177 w 168529"/>
                <a:gd name="connsiteY25" fmla="*/ 63201 h 175559"/>
                <a:gd name="connsiteX26" fmla="*/ 136899 w 168529"/>
                <a:gd name="connsiteY26" fmla="*/ 69585 h 175559"/>
                <a:gd name="connsiteX27" fmla="*/ 136899 w 168529"/>
                <a:gd name="connsiteY27" fmla="*/ 69585 h 175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529" h="175559">
                  <a:moveTo>
                    <a:pt x="84502" y="0"/>
                  </a:moveTo>
                  <a:cubicBezTo>
                    <a:pt x="74278" y="9576"/>
                    <a:pt x="46162" y="29366"/>
                    <a:pt x="794" y="14045"/>
                  </a:cubicBezTo>
                  <a:cubicBezTo>
                    <a:pt x="-5596" y="79800"/>
                    <a:pt x="26992" y="143001"/>
                    <a:pt x="84502" y="175560"/>
                  </a:cubicBezTo>
                  <a:cubicBezTo>
                    <a:pt x="100476" y="166622"/>
                    <a:pt x="173961" y="120019"/>
                    <a:pt x="168210" y="14683"/>
                  </a:cubicBezTo>
                  <a:cubicBezTo>
                    <a:pt x="139455" y="24259"/>
                    <a:pt x="108144" y="19152"/>
                    <a:pt x="84502" y="0"/>
                  </a:cubicBezTo>
                  <a:close/>
                  <a:moveTo>
                    <a:pt x="136899" y="69585"/>
                  </a:moveTo>
                  <a:lnTo>
                    <a:pt x="115173" y="90014"/>
                  </a:lnTo>
                  <a:lnTo>
                    <a:pt x="119646" y="121296"/>
                  </a:lnTo>
                  <a:cubicBezTo>
                    <a:pt x="120285" y="123849"/>
                    <a:pt x="119007" y="126403"/>
                    <a:pt x="117091" y="127680"/>
                  </a:cubicBezTo>
                  <a:cubicBezTo>
                    <a:pt x="115173" y="128956"/>
                    <a:pt x="112617" y="128956"/>
                    <a:pt x="110701" y="128318"/>
                  </a:cubicBezTo>
                  <a:lnTo>
                    <a:pt x="84502" y="114273"/>
                  </a:lnTo>
                  <a:lnTo>
                    <a:pt x="57025" y="127680"/>
                  </a:lnTo>
                  <a:cubicBezTo>
                    <a:pt x="56386" y="128318"/>
                    <a:pt x="55108" y="128318"/>
                    <a:pt x="53830" y="128318"/>
                  </a:cubicBezTo>
                  <a:cubicBezTo>
                    <a:pt x="49996" y="128318"/>
                    <a:pt x="47440" y="125764"/>
                    <a:pt x="47440" y="121934"/>
                  </a:cubicBezTo>
                  <a:cubicBezTo>
                    <a:pt x="47440" y="121296"/>
                    <a:pt x="47440" y="121296"/>
                    <a:pt x="47440" y="121296"/>
                  </a:cubicBezTo>
                  <a:lnTo>
                    <a:pt x="51913" y="90014"/>
                  </a:lnTo>
                  <a:lnTo>
                    <a:pt x="29548" y="68947"/>
                  </a:lnTo>
                  <a:cubicBezTo>
                    <a:pt x="27631" y="67032"/>
                    <a:pt x="26992" y="65117"/>
                    <a:pt x="27631" y="62563"/>
                  </a:cubicBezTo>
                  <a:cubicBezTo>
                    <a:pt x="28270" y="60009"/>
                    <a:pt x="30826" y="58733"/>
                    <a:pt x="32743" y="58094"/>
                  </a:cubicBezTo>
                  <a:lnTo>
                    <a:pt x="64054" y="54902"/>
                  </a:lnTo>
                  <a:lnTo>
                    <a:pt x="77473" y="28090"/>
                  </a:lnTo>
                  <a:cubicBezTo>
                    <a:pt x="78751" y="26174"/>
                    <a:pt x="80668" y="24898"/>
                    <a:pt x="83224" y="24259"/>
                  </a:cubicBezTo>
                  <a:cubicBezTo>
                    <a:pt x="85780" y="24259"/>
                    <a:pt x="87697" y="25536"/>
                    <a:pt x="88975" y="27451"/>
                  </a:cubicBezTo>
                  <a:lnTo>
                    <a:pt x="103033" y="53626"/>
                  </a:lnTo>
                  <a:lnTo>
                    <a:pt x="133065" y="58733"/>
                  </a:lnTo>
                  <a:cubicBezTo>
                    <a:pt x="135621" y="59371"/>
                    <a:pt x="137538" y="60648"/>
                    <a:pt x="138177" y="63201"/>
                  </a:cubicBezTo>
                  <a:cubicBezTo>
                    <a:pt x="139455" y="65755"/>
                    <a:pt x="138816" y="68309"/>
                    <a:pt x="136899" y="69585"/>
                  </a:cubicBezTo>
                  <a:lnTo>
                    <a:pt x="136899" y="69585"/>
                  </a:lnTo>
                  <a:close/>
                </a:path>
              </a:pathLst>
            </a:custGeom>
            <a:grpFill/>
            <a:ln w="6390" cap="flat">
              <a:noFill/>
              <a:prstDash val="solid"/>
              <a:miter/>
            </a:ln>
          </p:spPr>
          <p:txBody>
            <a:bodyPr rtlCol="0" anchor="ctr"/>
            <a:lstStyle/>
            <a:p>
              <a:endParaRPr lang="en-US"/>
            </a:p>
          </p:txBody>
        </p:sp>
      </p:grpSp>
      <p:sp>
        <p:nvSpPr>
          <p:cNvPr id="17" name="TextBox 16">
            <a:extLst>
              <a:ext uri="{FF2B5EF4-FFF2-40B4-BE49-F238E27FC236}">
                <a16:creationId xmlns:a16="http://schemas.microsoft.com/office/drawing/2014/main" id="{918EA8D6-4BE9-E6BC-D72C-B81A8866A9E2}"/>
              </a:ext>
            </a:extLst>
          </p:cNvPr>
          <p:cNvSpPr txBox="1"/>
          <p:nvPr/>
        </p:nvSpPr>
        <p:spPr>
          <a:xfrm>
            <a:off x="3903714" y="5473923"/>
            <a:ext cx="1800030" cy="215444"/>
          </a:xfrm>
          <a:prstGeom prst="rect">
            <a:avLst/>
          </a:prstGeom>
          <a:noFill/>
        </p:spPr>
        <p:txBody>
          <a:bodyPr wrap="square" lIns="0" tIns="0" rIns="0" bIns="0" rtlCol="0">
            <a:spAutoFit/>
          </a:bodyPr>
          <a:lstStyle/>
          <a:p>
            <a:pPr algn="ctr">
              <a:spcBef>
                <a:spcPts val="600"/>
              </a:spcBef>
              <a:buSzPct val="100000"/>
            </a:pPr>
            <a:r>
              <a:rPr lang="en-US" sz="1400" b="1">
                <a:solidFill>
                  <a:srgbClr val="313131"/>
                </a:solidFill>
              </a:rPr>
              <a:t>THE DVC ACT 1948</a:t>
            </a:r>
          </a:p>
        </p:txBody>
      </p:sp>
      <p:sp>
        <p:nvSpPr>
          <p:cNvPr id="23" name="TextBox 22">
            <a:extLst>
              <a:ext uri="{FF2B5EF4-FFF2-40B4-BE49-F238E27FC236}">
                <a16:creationId xmlns:a16="http://schemas.microsoft.com/office/drawing/2014/main" id="{B12268F0-4B90-276A-D9BF-4A3F9D01B67E}"/>
              </a:ext>
            </a:extLst>
          </p:cNvPr>
          <p:cNvSpPr txBox="1"/>
          <p:nvPr/>
        </p:nvSpPr>
        <p:spPr>
          <a:xfrm>
            <a:off x="5717710" y="5355695"/>
            <a:ext cx="1800030" cy="430887"/>
          </a:xfrm>
          <a:prstGeom prst="rect">
            <a:avLst/>
          </a:prstGeom>
          <a:noFill/>
        </p:spPr>
        <p:txBody>
          <a:bodyPr wrap="square" lIns="0" tIns="0" rIns="0" bIns="0" rtlCol="0">
            <a:spAutoFit/>
          </a:bodyPr>
          <a:lstStyle/>
          <a:p>
            <a:pPr algn="ctr">
              <a:spcBef>
                <a:spcPts val="600"/>
              </a:spcBef>
              <a:buSzPct val="100000"/>
            </a:pPr>
            <a:r>
              <a:rPr lang="en-US" sz="1400" b="1">
                <a:solidFill>
                  <a:srgbClr val="313131"/>
                </a:solidFill>
              </a:rPr>
              <a:t>GEOGRAPHICAL BOUNDARIES</a:t>
            </a:r>
          </a:p>
        </p:txBody>
      </p:sp>
      <p:sp>
        <p:nvSpPr>
          <p:cNvPr id="24" name="TextBox 23">
            <a:extLst>
              <a:ext uri="{FF2B5EF4-FFF2-40B4-BE49-F238E27FC236}">
                <a16:creationId xmlns:a16="http://schemas.microsoft.com/office/drawing/2014/main" id="{AA026192-7933-747E-B713-DF1AEA904DB0}"/>
              </a:ext>
            </a:extLst>
          </p:cNvPr>
          <p:cNvSpPr txBox="1"/>
          <p:nvPr/>
        </p:nvSpPr>
        <p:spPr>
          <a:xfrm>
            <a:off x="7438327" y="5476440"/>
            <a:ext cx="1800030" cy="215444"/>
          </a:xfrm>
          <a:prstGeom prst="rect">
            <a:avLst/>
          </a:prstGeom>
          <a:noFill/>
        </p:spPr>
        <p:txBody>
          <a:bodyPr wrap="square" lIns="0" tIns="0" rIns="0" bIns="0" rtlCol="0">
            <a:spAutoFit/>
          </a:bodyPr>
          <a:lstStyle/>
          <a:p>
            <a:pPr algn="ctr">
              <a:spcBef>
                <a:spcPts val="600"/>
              </a:spcBef>
              <a:buSzPct val="100000"/>
            </a:pPr>
            <a:r>
              <a:rPr lang="en-US" sz="1400" b="1">
                <a:solidFill>
                  <a:srgbClr val="313131"/>
                </a:solidFill>
              </a:rPr>
              <a:t>OWNER’S BUY-IN</a:t>
            </a:r>
          </a:p>
        </p:txBody>
      </p:sp>
      <p:sp>
        <p:nvSpPr>
          <p:cNvPr id="25" name="TextBox 24">
            <a:extLst>
              <a:ext uri="{FF2B5EF4-FFF2-40B4-BE49-F238E27FC236}">
                <a16:creationId xmlns:a16="http://schemas.microsoft.com/office/drawing/2014/main" id="{0C0CE030-E42B-D469-E4F0-38206D779EF6}"/>
              </a:ext>
            </a:extLst>
          </p:cNvPr>
          <p:cNvSpPr txBox="1"/>
          <p:nvPr/>
        </p:nvSpPr>
        <p:spPr>
          <a:xfrm>
            <a:off x="4322336" y="6167174"/>
            <a:ext cx="1980033" cy="430887"/>
          </a:xfrm>
          <a:prstGeom prst="rect">
            <a:avLst/>
          </a:prstGeom>
          <a:noFill/>
        </p:spPr>
        <p:txBody>
          <a:bodyPr wrap="square" lIns="0" tIns="0" rIns="0" bIns="0" rtlCol="0">
            <a:spAutoFit/>
          </a:bodyPr>
          <a:lstStyle/>
          <a:p>
            <a:pPr algn="ctr">
              <a:spcBef>
                <a:spcPts val="600"/>
              </a:spcBef>
              <a:buSzPct val="100000"/>
            </a:pPr>
            <a:r>
              <a:rPr lang="en-US" sz="1400" b="1">
                <a:solidFill>
                  <a:srgbClr val="313131"/>
                </a:solidFill>
              </a:rPr>
              <a:t>MULTI-REGULATORY ENVIRONMENT</a:t>
            </a:r>
          </a:p>
        </p:txBody>
      </p:sp>
      <p:sp>
        <p:nvSpPr>
          <p:cNvPr id="26" name="TextBox 25">
            <a:extLst>
              <a:ext uri="{FF2B5EF4-FFF2-40B4-BE49-F238E27FC236}">
                <a16:creationId xmlns:a16="http://schemas.microsoft.com/office/drawing/2014/main" id="{DAD23F4E-A648-EB3A-50B4-35D3836143EB}"/>
              </a:ext>
            </a:extLst>
          </p:cNvPr>
          <p:cNvSpPr txBox="1"/>
          <p:nvPr/>
        </p:nvSpPr>
        <p:spPr>
          <a:xfrm>
            <a:off x="6762232" y="6244447"/>
            <a:ext cx="1800030" cy="215444"/>
          </a:xfrm>
          <a:prstGeom prst="rect">
            <a:avLst/>
          </a:prstGeom>
          <a:noFill/>
        </p:spPr>
        <p:txBody>
          <a:bodyPr wrap="square" lIns="0" tIns="0" rIns="0" bIns="0" rtlCol="0">
            <a:spAutoFit/>
          </a:bodyPr>
          <a:lstStyle/>
          <a:p>
            <a:pPr algn="ctr">
              <a:spcBef>
                <a:spcPts val="600"/>
              </a:spcBef>
              <a:buSzPct val="100000"/>
            </a:pPr>
            <a:r>
              <a:rPr lang="en-US" sz="1400" b="1">
                <a:solidFill>
                  <a:srgbClr val="313131"/>
                </a:solidFill>
              </a:rPr>
              <a:t>EMPLOYEES’ BUY-IN</a:t>
            </a:r>
          </a:p>
        </p:txBody>
      </p:sp>
      <p:pic>
        <p:nvPicPr>
          <p:cNvPr id="245" name="Picture 8" descr="Pin PNG transparent image download, size: 512x512px">
            <a:extLst>
              <a:ext uri="{FF2B5EF4-FFF2-40B4-BE49-F238E27FC236}">
                <a16:creationId xmlns:a16="http://schemas.microsoft.com/office/drawing/2014/main" id="{757C92E3-F0CD-2A34-342A-0A5F2FB2B22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27406" y="1804923"/>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253" name="Picture 8" descr="Pin PNG transparent image download, size: 512x512px">
            <a:extLst>
              <a:ext uri="{FF2B5EF4-FFF2-40B4-BE49-F238E27FC236}">
                <a16:creationId xmlns:a16="http://schemas.microsoft.com/office/drawing/2014/main" id="{8CA3F0C2-861A-6342-0F99-9613FFA00D8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35682" y="5230704"/>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247" name="Picture 8" descr="Pin PNG transparent image download, size: 512x512px">
            <a:extLst>
              <a:ext uri="{FF2B5EF4-FFF2-40B4-BE49-F238E27FC236}">
                <a16:creationId xmlns:a16="http://schemas.microsoft.com/office/drawing/2014/main" id="{6BF408E2-1E71-C214-2B69-33B8272A08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30387" y="311908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251" name="Picture 8" descr="Pin PNG transparent image download, size: 512x512px">
            <a:extLst>
              <a:ext uri="{FF2B5EF4-FFF2-40B4-BE49-F238E27FC236}">
                <a16:creationId xmlns:a16="http://schemas.microsoft.com/office/drawing/2014/main" id="{6C2D57CF-861B-10E0-A153-9EBC36ED78F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18555" y="4076875"/>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DE97379-1C10-EAE1-5A69-A599F9F1866C}"/>
              </a:ext>
            </a:extLst>
          </p:cNvPr>
          <p:cNvSpPr txBox="1"/>
          <p:nvPr/>
        </p:nvSpPr>
        <p:spPr>
          <a:xfrm rot="18665121" flipH="1">
            <a:off x="10806634" y="2114412"/>
            <a:ext cx="553998" cy="3506038"/>
          </a:xfrm>
          <a:prstGeom prst="rect">
            <a:avLst/>
          </a:prstGeom>
          <a:noFill/>
        </p:spPr>
        <p:txBody>
          <a:bodyPr vert="vert" wrap="square" lIns="0" tIns="0" rIns="0" bIns="0" rtlCol="0">
            <a:spAutoFit/>
          </a:bodyPr>
          <a:lstStyle/>
          <a:p>
            <a:pPr>
              <a:spcBef>
                <a:spcPts val="600"/>
              </a:spcBef>
              <a:buSzPct val="100000"/>
            </a:pPr>
            <a:r>
              <a:rPr lang="en-US" sz="3600">
                <a:solidFill>
                  <a:schemeClr val="bg2">
                    <a:lumMod val="90000"/>
                  </a:schemeClr>
                </a:solidFill>
              </a:rPr>
              <a:t>ILLUSTRATIVE</a:t>
            </a:r>
          </a:p>
        </p:txBody>
      </p:sp>
      <p:sp>
        <p:nvSpPr>
          <p:cNvPr id="246" name="Rectangle 245">
            <a:extLst>
              <a:ext uri="{FF2B5EF4-FFF2-40B4-BE49-F238E27FC236}">
                <a16:creationId xmlns:a16="http://schemas.microsoft.com/office/drawing/2014/main" id="{A09F2AAD-E891-D04B-2D8F-59443E8F8936}"/>
              </a:ext>
            </a:extLst>
          </p:cNvPr>
          <p:cNvSpPr/>
          <p:nvPr/>
        </p:nvSpPr>
        <p:spPr bwMode="gray">
          <a:xfrm>
            <a:off x="9542184" y="1662375"/>
            <a:ext cx="2312568" cy="4797516"/>
          </a:xfrm>
          <a:prstGeom prst="rect">
            <a:avLst/>
          </a:prstGeom>
          <a:noFill/>
          <a:ln w="19050" algn="ctr">
            <a:noFill/>
            <a:miter lim="800000"/>
            <a:headEnd/>
            <a:tailEnd/>
          </a:ln>
        </p:spPr>
        <p:txBody>
          <a:bodyPr wrap="square" lIns="88900" tIns="88900" rIns="88900" bIns="88900" rtlCol="0" anchor="ctr"/>
          <a:lstStyle/>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kumimoji="0" lang="en-US" sz="1400" b="0" i="1"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DVC Holding IPO </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lang="en-US" sz="1400" i="1">
                <a:latin typeface="Verdana" panose="020B0604030504040204" pitchFamily="34" charset="0"/>
                <a:ea typeface="Verdana" panose="020B0604030504040204" pitchFamily="34" charset="0"/>
              </a:rPr>
              <a:t>New Energy IPO</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kumimoji="0" lang="en-US" sz="1400" b="0" i="1"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New Energy PPPs</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kumimoji="0" lang="en-US" sz="1400" b="0" i="1"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DVC-CPSE Discom JV</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lang="en-US" sz="1400" i="1">
                <a:latin typeface="Verdana" panose="020B0604030504040204" pitchFamily="34" charset="0"/>
                <a:ea typeface="Verdana" panose="020B0604030504040204" pitchFamily="34" charset="0"/>
              </a:rPr>
              <a:t>DVC Transco AOMT</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lang="en-US" sz="1400" i="1">
                <a:latin typeface="Verdana" panose="020B0604030504040204" pitchFamily="34" charset="0"/>
                <a:ea typeface="Verdana" panose="020B0604030504040204" pitchFamily="34" charset="0"/>
              </a:rPr>
              <a:t>Shared Services Units</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lang="en-US" sz="1400" i="1">
                <a:latin typeface="Verdana" panose="020B0604030504040204" pitchFamily="34" charset="0"/>
                <a:ea typeface="Verdana" panose="020B0604030504040204" pitchFamily="34" charset="0"/>
              </a:rPr>
              <a:t>DVC Bengal Discom</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lang="en-US" sz="1400" i="1">
                <a:latin typeface="Verdana" panose="020B0604030504040204" pitchFamily="34" charset="0"/>
                <a:ea typeface="Verdana" panose="020B0604030504040204" pitchFamily="34" charset="0"/>
              </a:rPr>
              <a:t>DVC </a:t>
            </a:r>
            <a:r>
              <a:rPr lang="en-US" sz="1400" i="1" err="1">
                <a:latin typeface="Verdana" panose="020B0604030504040204" pitchFamily="34" charset="0"/>
                <a:ea typeface="Verdana" panose="020B0604030504040204" pitchFamily="34" charset="0"/>
              </a:rPr>
              <a:t>J’khand</a:t>
            </a:r>
            <a:r>
              <a:rPr lang="en-US" sz="1400" i="1">
                <a:latin typeface="Verdana" panose="020B0604030504040204" pitchFamily="34" charset="0"/>
                <a:ea typeface="Verdana" panose="020B0604030504040204" pitchFamily="34" charset="0"/>
              </a:rPr>
              <a:t> Discom</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lang="en-US" sz="1400" i="1">
                <a:latin typeface="Verdana" panose="020B0604030504040204" pitchFamily="34" charset="0"/>
                <a:ea typeface="Verdana" panose="020B0604030504040204" pitchFamily="34" charset="0"/>
              </a:rPr>
              <a:t>Tourism Management Contract(s)</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lang="en-US" sz="1400" i="1">
                <a:latin typeface="Verdana" panose="020B0604030504040204" pitchFamily="34" charset="0"/>
                <a:ea typeface="Verdana" panose="020B0604030504040204" pitchFamily="34" charset="0"/>
              </a:rPr>
              <a:t>Asset/Land Monetization </a:t>
            </a:r>
          </a:p>
          <a:p>
            <a:pPr marL="171450" marR="0" lvl="0" indent="-171450" algn="just" defTabSz="914400" rtl="0" eaLnBrk="1" fontAlgn="auto" latinLnBrk="0" hangingPunct="1">
              <a:spcBef>
                <a:spcPts val="0"/>
              </a:spcBef>
              <a:spcAft>
                <a:spcPts val="1200"/>
              </a:spcAft>
              <a:buClrTx/>
              <a:buSzTx/>
              <a:buFont typeface="Arial" panose="020B0604020202090204" pitchFamily="34" charset="0"/>
              <a:buChar char="•"/>
              <a:tabLst/>
              <a:defRPr/>
            </a:pPr>
            <a:r>
              <a:rPr lang="en-US" sz="1400" i="1">
                <a:latin typeface="Verdana" panose="020B0604030504040204" pitchFamily="34" charset="0"/>
                <a:ea typeface="Verdana" panose="020B0604030504040204" pitchFamily="34" charset="0"/>
              </a:rPr>
              <a:t>Energy Transition Services for C&amp;I </a:t>
            </a:r>
          </a:p>
        </p:txBody>
      </p:sp>
    </p:spTree>
    <p:extLst>
      <p:ext uri="{BB962C8B-B14F-4D97-AF65-F5344CB8AC3E}">
        <p14:creationId xmlns:p14="http://schemas.microsoft.com/office/powerpoint/2010/main" val="429089891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22A84406-0CF2-0A6A-79E0-AEABBB19DC13}"/>
              </a:ext>
            </a:extLst>
          </p:cNvPr>
          <p:cNvGraphicFramePr>
            <a:graphicFrameLocks noChangeAspect="1"/>
          </p:cNvGraphicFramePr>
          <p:nvPr>
            <p:custDataLst>
              <p:tags r:id="rId1"/>
            </p:custDataLst>
            <p:extLst>
              <p:ext uri="{D42A27DB-BD31-4B8C-83A1-F6EECF244321}">
                <p14:modId xmlns:p14="http://schemas.microsoft.com/office/powerpoint/2010/main" val="23374268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2" name="think-cell data - do not delete" hidden="1">
                        <a:extLst>
                          <a:ext uri="{FF2B5EF4-FFF2-40B4-BE49-F238E27FC236}">
                            <a16:creationId xmlns:a16="http://schemas.microsoft.com/office/drawing/2014/main" id="{22A84406-0CF2-0A6A-79E0-AEABBB19DC1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133" name="Straight Connector 132">
            <a:extLst>
              <a:ext uri="{FF2B5EF4-FFF2-40B4-BE49-F238E27FC236}">
                <a16:creationId xmlns:a16="http://schemas.microsoft.com/office/drawing/2014/main" id="{336D13D0-77F5-D0DF-6535-0FB1F6798643}"/>
              </a:ext>
            </a:extLst>
          </p:cNvPr>
          <p:cNvCxnSpPr/>
          <p:nvPr/>
        </p:nvCxnSpPr>
        <p:spPr>
          <a:xfrm>
            <a:off x="645589" y="1205664"/>
            <a:ext cx="10928350" cy="0"/>
          </a:xfrm>
          <a:prstGeom prst="line">
            <a:avLst/>
          </a:prstGeom>
          <a:ln>
            <a:solidFill>
              <a:schemeClr val="tx2"/>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7E75A23B-0361-AFB6-99A6-EA4822EFFE36}"/>
              </a:ext>
            </a:extLst>
          </p:cNvPr>
          <p:cNvSpPr/>
          <p:nvPr/>
        </p:nvSpPr>
        <p:spPr bwMode="gray">
          <a:xfrm>
            <a:off x="2367333" y="1415186"/>
            <a:ext cx="6049027" cy="4252617"/>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2" name="Text Placeholder 1">
            <a:extLst>
              <a:ext uri="{FF2B5EF4-FFF2-40B4-BE49-F238E27FC236}">
                <a16:creationId xmlns:a16="http://schemas.microsoft.com/office/drawing/2014/main" id="{02429CB3-1C1E-0C6B-E5CF-AFB76C9DCED7}"/>
              </a:ext>
            </a:extLst>
          </p:cNvPr>
          <p:cNvSpPr>
            <a:spLocks noGrp="1"/>
          </p:cNvSpPr>
          <p:nvPr>
            <p:ph type="body" sz="quarter" idx="13"/>
          </p:nvPr>
        </p:nvSpPr>
        <p:spPr>
          <a:xfrm>
            <a:off x="501650" y="705390"/>
            <a:ext cx="11309350" cy="334099"/>
          </a:xfrm>
        </p:spPr>
        <p:txBody>
          <a:bodyPr/>
          <a:lstStyle/>
          <a:p>
            <a:r>
              <a:rPr lang="en-US" sz="1400">
                <a:latin typeface="Verdana" panose="020B0604030504040204" pitchFamily="34" charset="0"/>
                <a:ea typeface="Verdana" panose="020B0604030504040204" pitchFamily="34" charset="0"/>
                <a:cs typeface="Arial" panose="020B0604020202020204" pitchFamily="34" charset="0"/>
              </a:rPr>
              <a:t>Strategic business decision making, effective financial management and process excels fuel DVC’s efficiency and profitability </a:t>
            </a:r>
          </a:p>
        </p:txBody>
      </p:sp>
      <p:sp>
        <p:nvSpPr>
          <p:cNvPr id="5" name="Title 4">
            <a:extLst>
              <a:ext uri="{FF2B5EF4-FFF2-40B4-BE49-F238E27FC236}">
                <a16:creationId xmlns:a16="http://schemas.microsoft.com/office/drawing/2014/main" id="{A59B64F4-DFF3-B1D3-F805-94F01E6C827B}"/>
              </a:ext>
            </a:extLst>
          </p:cNvPr>
          <p:cNvSpPr>
            <a:spLocks noGrp="1"/>
          </p:cNvSpPr>
          <p:nvPr>
            <p:ph type="title"/>
          </p:nvPr>
        </p:nvSpPr>
        <p:spPr>
          <a:xfrm>
            <a:off x="501650" y="283633"/>
            <a:ext cx="11188700" cy="334099"/>
          </a:xfrm>
        </p:spPr>
        <p:txBody>
          <a:bodyPr vert="horz"/>
          <a:lstStyle/>
          <a:p>
            <a:r>
              <a:rPr lang="en-US" sz="1800" b="1">
                <a:latin typeface="Verdana" panose="020B0604030504040204" pitchFamily="34" charset="0"/>
                <a:ea typeface="Verdana" panose="020B0604030504040204" pitchFamily="34" charset="0"/>
                <a:cs typeface="Arial" panose="020B0604020202020204" pitchFamily="34" charset="0"/>
              </a:rPr>
              <a:t>Financial &amp; Business Transformation - Scope &amp; Outcomes </a:t>
            </a:r>
          </a:p>
        </p:txBody>
      </p:sp>
      <p:grpSp>
        <p:nvGrpSpPr>
          <p:cNvPr id="29" name="Group 28">
            <a:extLst>
              <a:ext uri="{FF2B5EF4-FFF2-40B4-BE49-F238E27FC236}">
                <a16:creationId xmlns:a16="http://schemas.microsoft.com/office/drawing/2014/main" id="{17195C04-9F4D-D815-5A30-9AAD283C7A86}"/>
              </a:ext>
            </a:extLst>
          </p:cNvPr>
          <p:cNvGrpSpPr/>
          <p:nvPr/>
        </p:nvGrpSpPr>
        <p:grpSpPr>
          <a:xfrm>
            <a:off x="179914" y="1415186"/>
            <a:ext cx="4358876" cy="4252617"/>
            <a:chOff x="4268891" y="-159372"/>
            <a:chExt cx="2961653" cy="2960191"/>
          </a:xfrm>
        </p:grpSpPr>
        <p:grpSp>
          <p:nvGrpSpPr>
            <p:cNvPr id="30" name="Group 29">
              <a:extLst>
                <a:ext uri="{FF2B5EF4-FFF2-40B4-BE49-F238E27FC236}">
                  <a16:creationId xmlns:a16="http://schemas.microsoft.com/office/drawing/2014/main" id="{ECBEE07F-3205-EB58-281B-6A20796C11E6}"/>
                </a:ext>
              </a:extLst>
            </p:cNvPr>
            <p:cNvGrpSpPr/>
            <p:nvPr/>
          </p:nvGrpSpPr>
          <p:grpSpPr>
            <a:xfrm>
              <a:off x="4268891" y="-159372"/>
              <a:ext cx="2961653" cy="2960191"/>
              <a:chOff x="4268891" y="-159372"/>
              <a:chExt cx="2961653" cy="2960191"/>
            </a:xfrm>
          </p:grpSpPr>
          <p:sp>
            <p:nvSpPr>
              <p:cNvPr id="37" name="Freeform 28">
                <a:extLst>
                  <a:ext uri="{FF2B5EF4-FFF2-40B4-BE49-F238E27FC236}">
                    <a16:creationId xmlns:a16="http://schemas.microsoft.com/office/drawing/2014/main" id="{A5D54E57-4F2E-5719-EB4D-D4BFDD8217BF}"/>
                  </a:ext>
                </a:extLst>
              </p:cNvPr>
              <p:cNvSpPr>
                <a:spLocks/>
              </p:cNvSpPr>
              <p:nvPr/>
            </p:nvSpPr>
            <p:spPr bwMode="auto">
              <a:xfrm>
                <a:off x="5755140" y="-159372"/>
                <a:ext cx="1475404" cy="1475403"/>
              </a:xfrm>
              <a:custGeom>
                <a:avLst/>
                <a:gdLst>
                  <a:gd name="T0" fmla="*/ 0 w 1952"/>
                  <a:gd name="T1" fmla="*/ 0 h 1952"/>
                  <a:gd name="T2" fmla="*/ 0 w 1952"/>
                  <a:gd name="T3" fmla="*/ 0 h 1952"/>
                  <a:gd name="T4" fmla="*/ 2 w 1952"/>
                  <a:gd name="T5" fmla="*/ 1950 h 1952"/>
                  <a:gd name="T6" fmla="*/ 1952 w 1952"/>
                  <a:gd name="T7" fmla="*/ 1952 h 1952"/>
                  <a:gd name="T8" fmla="*/ 0 w 1952"/>
                  <a:gd name="T9" fmla="*/ 0 h 1952"/>
                </a:gdLst>
                <a:ahLst/>
                <a:cxnLst>
                  <a:cxn ang="0">
                    <a:pos x="T0" y="T1"/>
                  </a:cxn>
                  <a:cxn ang="0">
                    <a:pos x="T2" y="T3"/>
                  </a:cxn>
                  <a:cxn ang="0">
                    <a:pos x="T4" y="T5"/>
                  </a:cxn>
                  <a:cxn ang="0">
                    <a:pos x="T6" y="T7"/>
                  </a:cxn>
                  <a:cxn ang="0">
                    <a:pos x="T8" y="T9"/>
                  </a:cxn>
                </a:cxnLst>
                <a:rect l="0" t="0" r="r" b="b"/>
                <a:pathLst>
                  <a:path w="1952" h="1952">
                    <a:moveTo>
                      <a:pt x="0" y="0"/>
                    </a:moveTo>
                    <a:lnTo>
                      <a:pt x="0" y="0"/>
                    </a:lnTo>
                    <a:lnTo>
                      <a:pt x="2" y="1950"/>
                    </a:lnTo>
                    <a:lnTo>
                      <a:pt x="1952" y="1952"/>
                    </a:lnTo>
                    <a:lnTo>
                      <a:pt x="0" y="0"/>
                    </a:lnTo>
                    <a:close/>
                  </a:path>
                </a:pathLst>
              </a:custGeom>
              <a:solidFill>
                <a:srgbClr val="86BC25"/>
              </a:solidFill>
              <a:ln w="0">
                <a:noFill/>
                <a:prstDash val="solid"/>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38" name="Freeform 29">
                <a:extLst>
                  <a:ext uri="{FF2B5EF4-FFF2-40B4-BE49-F238E27FC236}">
                    <a16:creationId xmlns:a16="http://schemas.microsoft.com/office/drawing/2014/main" id="{422E7E13-8B99-EA06-F66E-583E24D0847B}"/>
                  </a:ext>
                </a:extLst>
              </p:cNvPr>
              <p:cNvSpPr>
                <a:spLocks/>
              </p:cNvSpPr>
              <p:nvPr/>
            </p:nvSpPr>
            <p:spPr bwMode="auto">
              <a:xfrm>
                <a:off x="4268891" y="-159372"/>
                <a:ext cx="1476725" cy="1475403"/>
              </a:xfrm>
              <a:custGeom>
                <a:avLst/>
                <a:gdLst>
                  <a:gd name="T0" fmla="*/ 1953 w 1953"/>
                  <a:gd name="T1" fmla="*/ 0 h 1952"/>
                  <a:gd name="T2" fmla="*/ 1953 w 1953"/>
                  <a:gd name="T3" fmla="*/ 0 h 1952"/>
                  <a:gd name="T4" fmla="*/ 1951 w 1953"/>
                  <a:gd name="T5" fmla="*/ 1950 h 1952"/>
                  <a:gd name="T6" fmla="*/ 0 w 1953"/>
                  <a:gd name="T7" fmla="*/ 1952 h 1952"/>
                  <a:gd name="T8" fmla="*/ 1953 w 1953"/>
                  <a:gd name="T9" fmla="*/ 0 h 1952"/>
                </a:gdLst>
                <a:ahLst/>
                <a:cxnLst>
                  <a:cxn ang="0">
                    <a:pos x="T0" y="T1"/>
                  </a:cxn>
                  <a:cxn ang="0">
                    <a:pos x="T2" y="T3"/>
                  </a:cxn>
                  <a:cxn ang="0">
                    <a:pos x="T4" y="T5"/>
                  </a:cxn>
                  <a:cxn ang="0">
                    <a:pos x="T6" y="T7"/>
                  </a:cxn>
                  <a:cxn ang="0">
                    <a:pos x="T8" y="T9"/>
                  </a:cxn>
                </a:cxnLst>
                <a:rect l="0" t="0" r="r" b="b"/>
                <a:pathLst>
                  <a:path w="1953" h="1952">
                    <a:moveTo>
                      <a:pt x="1953" y="0"/>
                    </a:moveTo>
                    <a:lnTo>
                      <a:pt x="1953" y="0"/>
                    </a:lnTo>
                    <a:lnTo>
                      <a:pt x="1951" y="1950"/>
                    </a:lnTo>
                    <a:lnTo>
                      <a:pt x="0" y="1952"/>
                    </a:lnTo>
                    <a:lnTo>
                      <a:pt x="1953" y="0"/>
                    </a:lnTo>
                    <a:close/>
                  </a:path>
                </a:pathLst>
              </a:custGeom>
              <a:solidFill>
                <a:srgbClr val="C4D600"/>
              </a:solidFill>
              <a:ln w="0">
                <a:noFill/>
                <a:prstDash val="solid"/>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39" name="Freeform 30">
                <a:extLst>
                  <a:ext uri="{FF2B5EF4-FFF2-40B4-BE49-F238E27FC236}">
                    <a16:creationId xmlns:a16="http://schemas.microsoft.com/office/drawing/2014/main" id="{3D62E15C-1C0D-5910-BC1F-4C81A1859E38}"/>
                  </a:ext>
                </a:extLst>
              </p:cNvPr>
              <p:cNvSpPr>
                <a:spLocks/>
              </p:cNvSpPr>
              <p:nvPr/>
            </p:nvSpPr>
            <p:spPr bwMode="auto">
              <a:xfrm>
                <a:off x="5755140" y="1325416"/>
                <a:ext cx="1475404" cy="1475403"/>
              </a:xfrm>
              <a:custGeom>
                <a:avLst/>
                <a:gdLst>
                  <a:gd name="T0" fmla="*/ 0 w 1952"/>
                  <a:gd name="T1" fmla="*/ 1952 h 1952"/>
                  <a:gd name="T2" fmla="*/ 0 w 1952"/>
                  <a:gd name="T3" fmla="*/ 1952 h 1952"/>
                  <a:gd name="T4" fmla="*/ 2 w 1952"/>
                  <a:gd name="T5" fmla="*/ 2 h 1952"/>
                  <a:gd name="T6" fmla="*/ 1952 w 1952"/>
                  <a:gd name="T7" fmla="*/ 0 h 1952"/>
                  <a:gd name="T8" fmla="*/ 0 w 1952"/>
                  <a:gd name="T9" fmla="*/ 1952 h 1952"/>
                </a:gdLst>
                <a:ahLst/>
                <a:cxnLst>
                  <a:cxn ang="0">
                    <a:pos x="T0" y="T1"/>
                  </a:cxn>
                  <a:cxn ang="0">
                    <a:pos x="T2" y="T3"/>
                  </a:cxn>
                  <a:cxn ang="0">
                    <a:pos x="T4" y="T5"/>
                  </a:cxn>
                  <a:cxn ang="0">
                    <a:pos x="T6" y="T7"/>
                  </a:cxn>
                  <a:cxn ang="0">
                    <a:pos x="T8" y="T9"/>
                  </a:cxn>
                </a:cxnLst>
                <a:rect l="0" t="0" r="r" b="b"/>
                <a:pathLst>
                  <a:path w="1952" h="1952">
                    <a:moveTo>
                      <a:pt x="0" y="1952"/>
                    </a:moveTo>
                    <a:lnTo>
                      <a:pt x="0" y="1952"/>
                    </a:lnTo>
                    <a:lnTo>
                      <a:pt x="2" y="2"/>
                    </a:lnTo>
                    <a:lnTo>
                      <a:pt x="1952" y="0"/>
                    </a:lnTo>
                    <a:lnTo>
                      <a:pt x="0" y="1952"/>
                    </a:lnTo>
                    <a:close/>
                  </a:path>
                </a:pathLst>
              </a:custGeom>
              <a:solidFill>
                <a:schemeClr val="accent6">
                  <a:lumMod val="60000"/>
                  <a:lumOff val="40000"/>
                </a:schemeClr>
              </a:solidFill>
              <a:ln w="0">
                <a:noFill/>
                <a:prstDash val="solid"/>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40" name="Freeform 31">
                <a:extLst>
                  <a:ext uri="{FF2B5EF4-FFF2-40B4-BE49-F238E27FC236}">
                    <a16:creationId xmlns:a16="http://schemas.microsoft.com/office/drawing/2014/main" id="{AF2784F6-9F9A-A5E1-8351-027769759F66}"/>
                  </a:ext>
                </a:extLst>
              </p:cNvPr>
              <p:cNvSpPr>
                <a:spLocks/>
              </p:cNvSpPr>
              <p:nvPr/>
            </p:nvSpPr>
            <p:spPr bwMode="auto">
              <a:xfrm>
                <a:off x="4268891" y="1325416"/>
                <a:ext cx="1476725" cy="1475403"/>
              </a:xfrm>
              <a:custGeom>
                <a:avLst/>
                <a:gdLst>
                  <a:gd name="T0" fmla="*/ 1953 w 1953"/>
                  <a:gd name="T1" fmla="*/ 1952 h 1952"/>
                  <a:gd name="T2" fmla="*/ 1953 w 1953"/>
                  <a:gd name="T3" fmla="*/ 1952 h 1952"/>
                  <a:gd name="T4" fmla="*/ 1951 w 1953"/>
                  <a:gd name="T5" fmla="*/ 2 h 1952"/>
                  <a:gd name="T6" fmla="*/ 0 w 1953"/>
                  <a:gd name="T7" fmla="*/ 0 h 1952"/>
                  <a:gd name="T8" fmla="*/ 1953 w 1953"/>
                  <a:gd name="T9" fmla="*/ 1952 h 1952"/>
                </a:gdLst>
                <a:ahLst/>
                <a:cxnLst>
                  <a:cxn ang="0">
                    <a:pos x="T0" y="T1"/>
                  </a:cxn>
                  <a:cxn ang="0">
                    <a:pos x="T2" y="T3"/>
                  </a:cxn>
                  <a:cxn ang="0">
                    <a:pos x="T4" y="T5"/>
                  </a:cxn>
                  <a:cxn ang="0">
                    <a:pos x="T6" y="T7"/>
                  </a:cxn>
                  <a:cxn ang="0">
                    <a:pos x="T8" y="T9"/>
                  </a:cxn>
                </a:cxnLst>
                <a:rect l="0" t="0" r="r" b="b"/>
                <a:pathLst>
                  <a:path w="1953" h="1952">
                    <a:moveTo>
                      <a:pt x="1953" y="1952"/>
                    </a:moveTo>
                    <a:lnTo>
                      <a:pt x="1953" y="1952"/>
                    </a:lnTo>
                    <a:lnTo>
                      <a:pt x="1951" y="2"/>
                    </a:lnTo>
                    <a:lnTo>
                      <a:pt x="0" y="0"/>
                    </a:lnTo>
                    <a:lnTo>
                      <a:pt x="1953" y="1952"/>
                    </a:lnTo>
                    <a:close/>
                  </a:path>
                </a:pathLst>
              </a:custGeom>
              <a:solidFill>
                <a:srgbClr val="86BC25"/>
              </a:solidFill>
              <a:ln w="0">
                <a:noFill/>
                <a:prstDash val="solid"/>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sp>
          <p:nvSpPr>
            <p:cNvPr id="31" name="Freeform 32">
              <a:extLst>
                <a:ext uri="{FF2B5EF4-FFF2-40B4-BE49-F238E27FC236}">
                  <a16:creationId xmlns:a16="http://schemas.microsoft.com/office/drawing/2014/main" id="{26027AFD-34AC-148D-4139-F613736B547E}"/>
                </a:ext>
              </a:extLst>
            </p:cNvPr>
            <p:cNvSpPr>
              <a:spLocks/>
            </p:cNvSpPr>
            <p:nvPr/>
          </p:nvSpPr>
          <p:spPr bwMode="auto">
            <a:xfrm>
              <a:off x="5322490" y="858152"/>
              <a:ext cx="869809" cy="891103"/>
            </a:xfrm>
            <a:custGeom>
              <a:avLst/>
              <a:gdLst>
                <a:gd name="T0" fmla="*/ 0 w 1280"/>
                <a:gd name="T1" fmla="*/ 640 h 1280"/>
                <a:gd name="T2" fmla="*/ 0 w 1280"/>
                <a:gd name="T3" fmla="*/ 640 h 1280"/>
                <a:gd name="T4" fmla="*/ 640 w 1280"/>
                <a:gd name="T5" fmla="*/ 0 h 1280"/>
                <a:gd name="T6" fmla="*/ 1280 w 1280"/>
                <a:gd name="T7" fmla="*/ 640 h 1280"/>
                <a:gd name="T8" fmla="*/ 640 w 1280"/>
                <a:gd name="T9" fmla="*/ 1280 h 1280"/>
                <a:gd name="T10" fmla="*/ 0 w 1280"/>
                <a:gd name="T11" fmla="*/ 640 h 1280"/>
                <a:gd name="T12" fmla="*/ 0 w 1280"/>
                <a:gd name="T13" fmla="*/ 640 h 1280"/>
              </a:gdLst>
              <a:ahLst/>
              <a:cxnLst>
                <a:cxn ang="0">
                  <a:pos x="T0" y="T1"/>
                </a:cxn>
                <a:cxn ang="0">
                  <a:pos x="T2" y="T3"/>
                </a:cxn>
                <a:cxn ang="0">
                  <a:pos x="T4" y="T5"/>
                </a:cxn>
                <a:cxn ang="0">
                  <a:pos x="T6" y="T7"/>
                </a:cxn>
                <a:cxn ang="0">
                  <a:pos x="T8" y="T9"/>
                </a:cxn>
                <a:cxn ang="0">
                  <a:pos x="T10" y="T11"/>
                </a:cxn>
                <a:cxn ang="0">
                  <a:pos x="T12" y="T13"/>
                </a:cxn>
              </a:cxnLst>
              <a:rect l="0" t="0" r="r" b="b"/>
              <a:pathLst>
                <a:path w="1280" h="1280">
                  <a:moveTo>
                    <a:pt x="0" y="640"/>
                  </a:moveTo>
                  <a:lnTo>
                    <a:pt x="0" y="640"/>
                  </a:lnTo>
                  <a:cubicBezTo>
                    <a:pt x="0" y="286"/>
                    <a:pt x="286" y="0"/>
                    <a:pt x="640" y="0"/>
                  </a:cubicBezTo>
                  <a:cubicBezTo>
                    <a:pt x="993" y="0"/>
                    <a:pt x="1280" y="286"/>
                    <a:pt x="1280" y="640"/>
                  </a:cubicBezTo>
                  <a:cubicBezTo>
                    <a:pt x="1280" y="993"/>
                    <a:pt x="993" y="1280"/>
                    <a:pt x="640" y="1280"/>
                  </a:cubicBezTo>
                  <a:cubicBezTo>
                    <a:pt x="286" y="1280"/>
                    <a:pt x="0" y="993"/>
                    <a:pt x="0" y="640"/>
                  </a:cubicBezTo>
                  <a:lnTo>
                    <a:pt x="0" y="640"/>
                  </a:lnTo>
                  <a:close/>
                </a:path>
              </a:pathLst>
            </a:custGeom>
            <a:solidFill>
              <a:srgbClr val="FFFFFF"/>
            </a:solidFill>
            <a:ln w="0">
              <a:noFill/>
              <a:prstDash val="solid"/>
              <a:round/>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nvGrpSpPr>
            <p:cNvPr id="32" name="Group 31">
              <a:extLst>
                <a:ext uri="{FF2B5EF4-FFF2-40B4-BE49-F238E27FC236}">
                  <a16:creationId xmlns:a16="http://schemas.microsoft.com/office/drawing/2014/main" id="{3FDC3229-8D3C-2BA0-D004-C80B32A4B440}"/>
                </a:ext>
              </a:extLst>
            </p:cNvPr>
            <p:cNvGrpSpPr/>
            <p:nvPr/>
          </p:nvGrpSpPr>
          <p:grpSpPr>
            <a:xfrm>
              <a:off x="4990014" y="245342"/>
              <a:ext cx="1538120" cy="2353819"/>
              <a:chOff x="5004568" y="270712"/>
              <a:chExt cx="1538120" cy="2353819"/>
            </a:xfrm>
          </p:grpSpPr>
          <p:sp>
            <p:nvSpPr>
              <p:cNvPr id="33" name="TextBox 32">
                <a:extLst>
                  <a:ext uri="{FF2B5EF4-FFF2-40B4-BE49-F238E27FC236}">
                    <a16:creationId xmlns:a16="http://schemas.microsoft.com/office/drawing/2014/main" id="{26AB65A6-F696-372D-48DE-567E6DB74305}"/>
                  </a:ext>
                </a:extLst>
              </p:cNvPr>
              <p:cNvSpPr txBox="1"/>
              <p:nvPr/>
            </p:nvSpPr>
            <p:spPr>
              <a:xfrm rot="18874458">
                <a:off x="4689747" y="760757"/>
                <a:ext cx="1089877" cy="109788"/>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endParaRPr kumimoji="0" lang="en-US" sz="105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34" name="TextBox 33">
                <a:extLst>
                  <a:ext uri="{FF2B5EF4-FFF2-40B4-BE49-F238E27FC236}">
                    <a16:creationId xmlns:a16="http://schemas.microsoft.com/office/drawing/2014/main" id="{E464086B-6DE5-6CBD-A3C6-F32D457DA383}"/>
                  </a:ext>
                </a:extLst>
              </p:cNvPr>
              <p:cNvSpPr txBox="1"/>
              <p:nvPr/>
            </p:nvSpPr>
            <p:spPr>
              <a:xfrm rot="2725542" flipH="1">
                <a:off x="5758442" y="627443"/>
                <a:ext cx="1089877" cy="376416"/>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panose="020B0604020202020204" pitchFamily="34" charset="0"/>
                  </a:rPr>
                  <a:t>FINANCIAL RESTRUCTURING PLAN</a:t>
                </a:r>
                <a:endParaRPr kumimoji="0" lang="en-US" sz="105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7D7F6A5A-6A19-3D9D-C400-92658196A9D8}"/>
                  </a:ext>
                </a:extLst>
              </p:cNvPr>
              <p:cNvSpPr txBox="1"/>
              <p:nvPr/>
            </p:nvSpPr>
            <p:spPr>
              <a:xfrm rot="2725542" flipH="1">
                <a:off x="4516774" y="1634850"/>
                <a:ext cx="1477475" cy="501888"/>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panose="020B0604020202020204" pitchFamily="34" charset="0"/>
                  </a:rPr>
                  <a:t>REVENUE AUGMENTATION &amp; INVESTMENT MONITORING</a:t>
                </a:r>
              </a:p>
            </p:txBody>
          </p:sp>
          <p:sp>
            <p:nvSpPr>
              <p:cNvPr id="36" name="TextBox 35">
                <a:extLst>
                  <a:ext uri="{FF2B5EF4-FFF2-40B4-BE49-F238E27FC236}">
                    <a16:creationId xmlns:a16="http://schemas.microsoft.com/office/drawing/2014/main" id="{393A0292-E6B3-A7F1-E6EE-35CE01CEB36C}"/>
                  </a:ext>
                </a:extLst>
              </p:cNvPr>
              <p:cNvSpPr txBox="1"/>
              <p:nvPr/>
            </p:nvSpPr>
            <p:spPr>
              <a:xfrm rot="18874458">
                <a:off x="5644946" y="1690923"/>
                <a:ext cx="1419068" cy="376416"/>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panose="020B0604020202020204" pitchFamily="34" charset="0"/>
                  </a:rPr>
                  <a:t>FINANCIAL MANAGEMENT AND RESOURCE SUPPORT</a:t>
                </a:r>
              </a:p>
            </p:txBody>
          </p:sp>
        </p:grpSp>
      </p:grpSp>
      <p:sp>
        <p:nvSpPr>
          <p:cNvPr id="41" name="TextBox 40">
            <a:extLst>
              <a:ext uri="{FF2B5EF4-FFF2-40B4-BE49-F238E27FC236}">
                <a16:creationId xmlns:a16="http://schemas.microsoft.com/office/drawing/2014/main" id="{BD3EAD99-D022-04FB-013C-16A022CAFDC4}"/>
              </a:ext>
            </a:extLst>
          </p:cNvPr>
          <p:cNvSpPr txBox="1"/>
          <p:nvPr/>
        </p:nvSpPr>
        <p:spPr>
          <a:xfrm rot="18874458">
            <a:off x="647817" y="2567989"/>
            <a:ext cx="1790320" cy="369332"/>
          </a:xfrm>
          <a:prstGeom prst="rect">
            <a:avLst/>
          </a:prstGeom>
          <a:noFill/>
        </p:spPr>
        <p:txBody>
          <a:bodyPr vert="horz"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200" b="1" i="0" u="none" strike="noStrike" kern="1200" cap="none" spc="0" normalizeH="0" baseline="0" noProof="0">
                <a:ln>
                  <a:noFill/>
                </a:ln>
                <a:effectLst/>
                <a:uLnTx/>
                <a:uFillTx/>
                <a:latin typeface="Verdana"/>
                <a:ea typeface="Verdana"/>
                <a:cs typeface="Arial"/>
              </a:rPr>
              <a:t>ASSET </a:t>
            </a:r>
            <a:r>
              <a:rPr lang="en-US" sz="1200" b="1">
                <a:latin typeface="Verdana"/>
                <a:ea typeface="Verdana"/>
                <a:cs typeface="Arial"/>
              </a:rPr>
              <a:t>MANAGEMENT</a:t>
            </a:r>
            <a:endParaRPr kumimoji="0" lang="en-US"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1" name="TextBox 70">
            <a:extLst>
              <a:ext uri="{FF2B5EF4-FFF2-40B4-BE49-F238E27FC236}">
                <a16:creationId xmlns:a16="http://schemas.microsoft.com/office/drawing/2014/main" id="{31655357-A044-3404-63C2-1C46D830E98A}"/>
              </a:ext>
            </a:extLst>
          </p:cNvPr>
          <p:cNvSpPr txBox="1"/>
          <p:nvPr/>
        </p:nvSpPr>
        <p:spPr>
          <a:xfrm>
            <a:off x="1152474" y="1041955"/>
            <a:ext cx="10004303" cy="286657"/>
          </a:xfrm>
          <a:prstGeom prst="rect">
            <a:avLst/>
          </a:prstGeom>
          <a:solidFill>
            <a:schemeClr val="bg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Key objectives, tasks and expected outcomes for DVC’s transformation as a leading utility in the country </a:t>
            </a:r>
          </a:p>
        </p:txBody>
      </p:sp>
      <p:sp>
        <p:nvSpPr>
          <p:cNvPr id="73" name="Rectangle 72">
            <a:extLst>
              <a:ext uri="{FF2B5EF4-FFF2-40B4-BE49-F238E27FC236}">
                <a16:creationId xmlns:a16="http://schemas.microsoft.com/office/drawing/2014/main" id="{4EA53272-CC0B-46C4-C0AD-B2D7E8512552}"/>
              </a:ext>
            </a:extLst>
          </p:cNvPr>
          <p:cNvSpPr/>
          <p:nvPr/>
        </p:nvSpPr>
        <p:spPr bwMode="gray">
          <a:xfrm>
            <a:off x="5173126" y="1963789"/>
            <a:ext cx="3082361" cy="533111"/>
          </a:xfrm>
          <a:prstGeom prst="rect">
            <a:avLst/>
          </a:prstGeom>
          <a:solidFill>
            <a:schemeClr val="accent5"/>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Financial Restructuring Plan</a:t>
            </a:r>
            <a:endParaRPr kumimoji="0" lang="en-GB" sz="14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4" name="Rectangle 73">
            <a:extLst>
              <a:ext uri="{FF2B5EF4-FFF2-40B4-BE49-F238E27FC236}">
                <a16:creationId xmlns:a16="http://schemas.microsoft.com/office/drawing/2014/main" id="{3A93C457-5DB9-62C9-4089-BBE5770426C7}"/>
              </a:ext>
            </a:extLst>
          </p:cNvPr>
          <p:cNvSpPr/>
          <p:nvPr/>
        </p:nvSpPr>
        <p:spPr bwMode="gray">
          <a:xfrm>
            <a:off x="5173126" y="2551981"/>
            <a:ext cx="3082361" cy="533111"/>
          </a:xfrm>
          <a:prstGeom prst="rect">
            <a:avLst/>
          </a:prstGeom>
          <a:solidFill>
            <a:schemeClr val="accent4"/>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Financial Management Assistance</a:t>
            </a:r>
            <a:endParaRPr kumimoji="0" lang="en-GB"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5" name="Rectangle 74">
            <a:extLst>
              <a:ext uri="{FF2B5EF4-FFF2-40B4-BE49-F238E27FC236}">
                <a16:creationId xmlns:a16="http://schemas.microsoft.com/office/drawing/2014/main" id="{3DACE142-E1A1-396F-6428-D56C970DCEFA}"/>
              </a:ext>
            </a:extLst>
          </p:cNvPr>
          <p:cNvSpPr/>
          <p:nvPr/>
        </p:nvSpPr>
        <p:spPr bwMode="gray">
          <a:xfrm>
            <a:off x="5173127" y="3148809"/>
            <a:ext cx="3082361" cy="533111"/>
          </a:xfrm>
          <a:prstGeom prst="rect">
            <a:avLst/>
          </a:prstGeom>
          <a:solidFill>
            <a:schemeClr val="accent5"/>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Finance and Resource Support</a:t>
            </a:r>
            <a:endParaRPr kumimoji="0" lang="en-GB" sz="14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6" name="Rectangle 75">
            <a:extLst>
              <a:ext uri="{FF2B5EF4-FFF2-40B4-BE49-F238E27FC236}">
                <a16:creationId xmlns:a16="http://schemas.microsoft.com/office/drawing/2014/main" id="{41F26817-614D-483B-1C9F-836CB6F44855}"/>
              </a:ext>
            </a:extLst>
          </p:cNvPr>
          <p:cNvSpPr/>
          <p:nvPr/>
        </p:nvSpPr>
        <p:spPr bwMode="gray">
          <a:xfrm>
            <a:off x="5173127" y="3742758"/>
            <a:ext cx="3082361" cy="533111"/>
          </a:xfrm>
          <a:prstGeom prst="rect">
            <a:avLst/>
          </a:prstGeom>
          <a:solidFill>
            <a:schemeClr val="accent4"/>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Advisory Support for Asset Management via Fixed Asset Creation</a:t>
            </a:r>
            <a:endParaRPr kumimoji="0" lang="en-GB"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7" name="Rectangle 76">
            <a:extLst>
              <a:ext uri="{FF2B5EF4-FFF2-40B4-BE49-F238E27FC236}">
                <a16:creationId xmlns:a16="http://schemas.microsoft.com/office/drawing/2014/main" id="{7888C859-950E-04AA-C70E-6FE21FF1D67E}"/>
              </a:ext>
            </a:extLst>
          </p:cNvPr>
          <p:cNvSpPr/>
          <p:nvPr/>
        </p:nvSpPr>
        <p:spPr bwMode="gray">
          <a:xfrm>
            <a:off x="5173127" y="4339586"/>
            <a:ext cx="3082361" cy="533111"/>
          </a:xfrm>
          <a:prstGeom prst="rect">
            <a:avLst/>
          </a:prstGeom>
          <a:solidFill>
            <a:schemeClr val="accent5"/>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Alternate Revenue Augmentation, </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PPP Projects</a:t>
            </a:r>
            <a:endParaRPr kumimoji="0" lang="en-GB"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8" name="Rectangle 77">
            <a:extLst>
              <a:ext uri="{FF2B5EF4-FFF2-40B4-BE49-F238E27FC236}">
                <a16:creationId xmlns:a16="http://schemas.microsoft.com/office/drawing/2014/main" id="{677B61C1-A8E4-D0D2-1170-F052E1170F09}"/>
              </a:ext>
            </a:extLst>
          </p:cNvPr>
          <p:cNvSpPr/>
          <p:nvPr/>
        </p:nvSpPr>
        <p:spPr bwMode="gray">
          <a:xfrm>
            <a:off x="5173127" y="4933535"/>
            <a:ext cx="3082361" cy="533111"/>
          </a:xfrm>
          <a:prstGeom prst="rect">
            <a:avLst/>
          </a:prstGeom>
          <a:solidFill>
            <a:schemeClr val="accent4"/>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Special project / investments monitoring</a:t>
            </a:r>
            <a:endParaRPr kumimoji="0" lang="en-GB"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80" name="TextBox 79">
            <a:extLst>
              <a:ext uri="{FF2B5EF4-FFF2-40B4-BE49-F238E27FC236}">
                <a16:creationId xmlns:a16="http://schemas.microsoft.com/office/drawing/2014/main" id="{1865FC5C-F75D-4AEB-AB3E-E670CE3E3EF5}"/>
              </a:ext>
            </a:extLst>
          </p:cNvPr>
          <p:cNvSpPr txBox="1"/>
          <p:nvPr/>
        </p:nvSpPr>
        <p:spPr>
          <a:xfrm>
            <a:off x="5131506" y="1574281"/>
            <a:ext cx="267440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KEY PROJECT TASKS</a:t>
            </a:r>
            <a:endParaRPr kumimoji="0" lang="en-US" sz="14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pic>
        <p:nvPicPr>
          <p:cNvPr id="119" name="Picture 118">
            <a:extLst>
              <a:ext uri="{FF2B5EF4-FFF2-40B4-BE49-F238E27FC236}">
                <a16:creationId xmlns:a16="http://schemas.microsoft.com/office/drawing/2014/main" id="{CEAB7DF8-5DF7-3908-B663-BC80D04CC563}"/>
              </a:ext>
            </a:extLst>
          </p:cNvPr>
          <p:cNvPicPr>
            <a:picLocks noChangeAspect="1"/>
          </p:cNvPicPr>
          <p:nvPr/>
        </p:nvPicPr>
        <p:blipFill>
          <a:blip r:embed="rId6"/>
          <a:stretch>
            <a:fillRect/>
          </a:stretch>
        </p:blipFill>
        <p:spPr>
          <a:xfrm>
            <a:off x="2012331" y="3064754"/>
            <a:ext cx="745831" cy="911732"/>
          </a:xfrm>
          <a:prstGeom prst="rect">
            <a:avLst/>
          </a:prstGeom>
        </p:spPr>
      </p:pic>
      <p:sp>
        <p:nvSpPr>
          <p:cNvPr id="134" name="Rectangle 133">
            <a:extLst>
              <a:ext uri="{FF2B5EF4-FFF2-40B4-BE49-F238E27FC236}">
                <a16:creationId xmlns:a16="http://schemas.microsoft.com/office/drawing/2014/main" id="{41A8E391-75CA-3022-75B6-852766483FD5}"/>
              </a:ext>
            </a:extLst>
          </p:cNvPr>
          <p:cNvSpPr/>
          <p:nvPr/>
        </p:nvSpPr>
        <p:spPr bwMode="gray">
          <a:xfrm>
            <a:off x="501650" y="5912396"/>
            <a:ext cx="11236273" cy="569582"/>
          </a:xfrm>
          <a:custGeom>
            <a:avLst/>
            <a:gdLst>
              <a:gd name="connsiteX0" fmla="*/ 0 w 11236273"/>
              <a:gd name="connsiteY0" fmla="*/ 0 h 569582"/>
              <a:gd name="connsiteX1" fmla="*/ 11236273 w 11236273"/>
              <a:gd name="connsiteY1" fmla="*/ 0 h 569582"/>
              <a:gd name="connsiteX2" fmla="*/ 11236273 w 11236273"/>
              <a:gd name="connsiteY2" fmla="*/ 569582 h 569582"/>
              <a:gd name="connsiteX3" fmla="*/ 0 w 11236273"/>
              <a:gd name="connsiteY3" fmla="*/ 569582 h 569582"/>
              <a:gd name="connsiteX4" fmla="*/ 0 w 11236273"/>
              <a:gd name="connsiteY4" fmla="*/ 0 h 569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6273" h="569582" fill="none" extrusionOk="0">
                <a:moveTo>
                  <a:pt x="0" y="0"/>
                </a:moveTo>
                <a:cubicBezTo>
                  <a:pt x="1334151" y="124681"/>
                  <a:pt x="7612902" y="1669"/>
                  <a:pt x="11236273" y="0"/>
                </a:cubicBezTo>
                <a:cubicBezTo>
                  <a:pt x="11236243" y="78667"/>
                  <a:pt x="11227309" y="378464"/>
                  <a:pt x="11236273" y="569582"/>
                </a:cubicBezTo>
                <a:cubicBezTo>
                  <a:pt x="6338981" y="702116"/>
                  <a:pt x="2175074" y="484099"/>
                  <a:pt x="0" y="569582"/>
                </a:cubicBezTo>
                <a:cubicBezTo>
                  <a:pt x="12219" y="476053"/>
                  <a:pt x="41512" y="228766"/>
                  <a:pt x="0" y="0"/>
                </a:cubicBezTo>
                <a:close/>
              </a:path>
              <a:path w="11236273" h="569582" stroke="0" extrusionOk="0">
                <a:moveTo>
                  <a:pt x="0" y="0"/>
                </a:moveTo>
                <a:cubicBezTo>
                  <a:pt x="3464096" y="-169964"/>
                  <a:pt x="8145592" y="53942"/>
                  <a:pt x="11236273" y="0"/>
                </a:cubicBezTo>
                <a:cubicBezTo>
                  <a:pt x="11263152" y="131363"/>
                  <a:pt x="11248032" y="293792"/>
                  <a:pt x="11236273" y="569582"/>
                </a:cubicBezTo>
                <a:cubicBezTo>
                  <a:pt x="8458062" y="443417"/>
                  <a:pt x="4899822" y="586571"/>
                  <a:pt x="0" y="569582"/>
                </a:cubicBezTo>
                <a:cubicBezTo>
                  <a:pt x="-16082" y="503235"/>
                  <a:pt x="-37587" y="204658"/>
                  <a:pt x="0" y="0"/>
                </a:cubicBezTo>
                <a:close/>
              </a:path>
            </a:pathLst>
          </a:custGeom>
          <a:solidFill>
            <a:schemeClr val="accent1">
              <a:lumMod val="20000"/>
              <a:lumOff val="80000"/>
            </a:schemeClr>
          </a:solidFill>
          <a:ln w="19050" algn="ctr">
            <a:solidFill>
              <a:schemeClr val="bg1"/>
            </a:solidFill>
            <a:miter lim="800000"/>
            <a:headEnd/>
            <a:tailEnd/>
            <a:extLst>
              <a:ext uri="{C807C97D-BFC1-408E-A445-0C87EB9F89A2}">
                <ask:lineSketchStyleProps xmlns:ask="http://schemas.microsoft.com/office/drawing/2018/sketchyshapes" sd="2566096169">
                  <a:prstGeom prst="rect">
                    <a:avLst/>
                  </a:prstGeom>
                  <ask:type>
                    <ask:lineSketchCurve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a:solidFill>
                  <a:prstClr val="black"/>
                </a:solidFill>
                <a:latin typeface="Verdana" panose="020B0604030504040204" pitchFamily="34" charset="0"/>
                <a:ea typeface="Verdana" panose="020B0604030504040204" pitchFamily="34" charset="0"/>
                <a:cs typeface="Arial" panose="020B0604020202020204" pitchFamily="34" charset="0"/>
              </a:rPr>
              <a:t>“Pivotal</a:t>
            </a:r>
            <a:r>
              <a:rPr kumimoji="0" lang="en-US" sz="1200" b="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engagement to support DVC’s overarching vision on capacity expansion, improved financial performance,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energy transition </a:t>
            </a:r>
            <a:r>
              <a:rPr lang="en-US" sz="1200" b="1">
                <a:solidFill>
                  <a:prstClr val="black"/>
                </a:solidFill>
                <a:latin typeface="Verdana" panose="020B0604030504040204" pitchFamily="34" charset="0"/>
                <a:ea typeface="Verdana" panose="020B0604030504040204" pitchFamily="34" charset="0"/>
                <a:cs typeface="Arial" panose="020B0604020202020204" pitchFamily="34" charset="0"/>
              </a:rPr>
              <a:t>and</a:t>
            </a:r>
            <a:r>
              <a:rPr kumimoji="0" lang="en-US" sz="1200" b="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regulatory compliances”</a:t>
            </a:r>
          </a:p>
        </p:txBody>
      </p:sp>
      <p:sp>
        <p:nvSpPr>
          <p:cNvPr id="6" name="Rectangle 5">
            <a:extLst>
              <a:ext uri="{FF2B5EF4-FFF2-40B4-BE49-F238E27FC236}">
                <a16:creationId xmlns:a16="http://schemas.microsoft.com/office/drawing/2014/main" id="{EBBAB630-9CDE-B595-80C9-4449281578A8}"/>
              </a:ext>
            </a:extLst>
          </p:cNvPr>
          <p:cNvSpPr/>
          <p:nvPr/>
        </p:nvSpPr>
        <p:spPr bwMode="gray">
          <a:xfrm>
            <a:off x="4624855" y="1963789"/>
            <a:ext cx="527515" cy="533111"/>
          </a:xfrm>
          <a:prstGeom prst="rect">
            <a:avLst/>
          </a:prstGeom>
          <a:solidFill>
            <a:schemeClr val="accent5"/>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7" name="Rectangle 6">
            <a:extLst>
              <a:ext uri="{FF2B5EF4-FFF2-40B4-BE49-F238E27FC236}">
                <a16:creationId xmlns:a16="http://schemas.microsoft.com/office/drawing/2014/main" id="{04D88402-04F5-1D15-EB65-CFAD4350DFFE}"/>
              </a:ext>
            </a:extLst>
          </p:cNvPr>
          <p:cNvSpPr/>
          <p:nvPr/>
        </p:nvSpPr>
        <p:spPr bwMode="gray">
          <a:xfrm>
            <a:off x="4622795" y="2551980"/>
            <a:ext cx="527515" cy="533111"/>
          </a:xfrm>
          <a:prstGeom prst="rect">
            <a:avLst/>
          </a:prstGeom>
          <a:solidFill>
            <a:schemeClr val="accent4"/>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8" name="Rectangle 7">
            <a:extLst>
              <a:ext uri="{FF2B5EF4-FFF2-40B4-BE49-F238E27FC236}">
                <a16:creationId xmlns:a16="http://schemas.microsoft.com/office/drawing/2014/main" id="{500DE403-8E0B-4BDC-FE0B-F2707E05550D}"/>
              </a:ext>
            </a:extLst>
          </p:cNvPr>
          <p:cNvSpPr/>
          <p:nvPr/>
        </p:nvSpPr>
        <p:spPr bwMode="gray">
          <a:xfrm>
            <a:off x="4622795" y="3148809"/>
            <a:ext cx="527515" cy="533111"/>
          </a:xfrm>
          <a:prstGeom prst="rect">
            <a:avLst/>
          </a:prstGeom>
          <a:solidFill>
            <a:schemeClr val="accent5"/>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endParaRPr kumimoji="0" lang="en-GB"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1B8EC9DF-7DD0-847F-14EA-C4563D35490B}"/>
              </a:ext>
            </a:extLst>
          </p:cNvPr>
          <p:cNvSpPr/>
          <p:nvPr/>
        </p:nvSpPr>
        <p:spPr bwMode="gray">
          <a:xfrm>
            <a:off x="4622795" y="3742758"/>
            <a:ext cx="527515" cy="533111"/>
          </a:xfrm>
          <a:prstGeom prst="rect">
            <a:avLst/>
          </a:prstGeom>
          <a:solidFill>
            <a:schemeClr val="accent4"/>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10" name="Rectangle 9">
            <a:extLst>
              <a:ext uri="{FF2B5EF4-FFF2-40B4-BE49-F238E27FC236}">
                <a16:creationId xmlns:a16="http://schemas.microsoft.com/office/drawing/2014/main" id="{A7771720-5653-6A01-7EE6-7F0B2C939C2E}"/>
              </a:ext>
            </a:extLst>
          </p:cNvPr>
          <p:cNvSpPr/>
          <p:nvPr/>
        </p:nvSpPr>
        <p:spPr bwMode="gray">
          <a:xfrm>
            <a:off x="4622795" y="4336707"/>
            <a:ext cx="527515" cy="533111"/>
          </a:xfrm>
          <a:prstGeom prst="rect">
            <a:avLst/>
          </a:prstGeom>
          <a:solidFill>
            <a:schemeClr val="accent5"/>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11" name="Rectangle 10">
            <a:extLst>
              <a:ext uri="{FF2B5EF4-FFF2-40B4-BE49-F238E27FC236}">
                <a16:creationId xmlns:a16="http://schemas.microsoft.com/office/drawing/2014/main" id="{8BCCBA79-D51C-05FD-3BED-9B9AA03DF0FF}"/>
              </a:ext>
            </a:extLst>
          </p:cNvPr>
          <p:cNvSpPr/>
          <p:nvPr/>
        </p:nvSpPr>
        <p:spPr bwMode="gray">
          <a:xfrm>
            <a:off x="4622795" y="4935058"/>
            <a:ext cx="527515" cy="533111"/>
          </a:xfrm>
          <a:prstGeom prst="rect">
            <a:avLst/>
          </a:prstGeom>
          <a:solidFill>
            <a:schemeClr val="accent4"/>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
        <p:nvSpPr>
          <p:cNvPr id="18" name="Rectangle 17">
            <a:extLst>
              <a:ext uri="{FF2B5EF4-FFF2-40B4-BE49-F238E27FC236}">
                <a16:creationId xmlns:a16="http://schemas.microsoft.com/office/drawing/2014/main" id="{0428F29B-9706-5CC4-C534-63CD7595CDED}"/>
              </a:ext>
            </a:extLst>
          </p:cNvPr>
          <p:cNvSpPr/>
          <p:nvPr/>
        </p:nvSpPr>
        <p:spPr bwMode="gray">
          <a:xfrm>
            <a:off x="8534233" y="1415186"/>
            <a:ext cx="3156117" cy="4252614"/>
          </a:xfrm>
          <a:prstGeom prst="rect">
            <a:avLst/>
          </a:prstGeom>
          <a:noFill/>
          <a:ln w="19050" algn="ctr">
            <a:solidFill>
              <a:schemeClr val="accent3"/>
            </a:solidFill>
            <a:miter lim="800000"/>
            <a:headEnd/>
            <a:tailEnd/>
          </a:ln>
          <a:effectLst>
            <a:glow rad="63500">
              <a:schemeClr val="accent4">
                <a:alpha val="40000"/>
              </a:schemeClr>
            </a:glow>
          </a:effec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5" name="TextBox 24">
            <a:extLst>
              <a:ext uri="{FF2B5EF4-FFF2-40B4-BE49-F238E27FC236}">
                <a16:creationId xmlns:a16="http://schemas.microsoft.com/office/drawing/2014/main" id="{A7612A7F-99F5-E83F-CEA5-6ACEA406A809}"/>
              </a:ext>
            </a:extLst>
          </p:cNvPr>
          <p:cNvSpPr txBox="1"/>
          <p:nvPr/>
        </p:nvSpPr>
        <p:spPr>
          <a:xfrm>
            <a:off x="8849450" y="1534374"/>
            <a:ext cx="267440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EXPECTED OUTCOMES</a:t>
            </a:r>
            <a:endParaRPr kumimoji="0" lang="en-US" sz="14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4" name="Rectangle: Diagonal Corners Rounded 43">
            <a:extLst>
              <a:ext uri="{FF2B5EF4-FFF2-40B4-BE49-F238E27FC236}">
                <a16:creationId xmlns:a16="http://schemas.microsoft.com/office/drawing/2014/main" id="{DF994E36-3D8A-1136-A386-E4440A134F15}"/>
              </a:ext>
            </a:extLst>
          </p:cNvPr>
          <p:cNvSpPr/>
          <p:nvPr/>
        </p:nvSpPr>
        <p:spPr>
          <a:xfrm>
            <a:off x="8656258" y="1924788"/>
            <a:ext cx="1401394" cy="1123919"/>
          </a:xfrm>
          <a:prstGeom prst="round2DiagRect">
            <a:avLst>
              <a:gd name="adj1" fmla="val 0"/>
              <a:gd name="adj2" fmla="val 0"/>
            </a:avLst>
          </a:prstGeom>
          <a:solidFill>
            <a:srgbClr val="DDEFE8"/>
          </a:solidFill>
          <a:ln w="22225">
            <a:noFill/>
          </a:ln>
          <a:effectLst>
            <a:outerShdw dist="38100" dir="2700000" algn="tl" rotWithShape="0">
              <a:srgbClr val="6FC2B4"/>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5720" tIns="1005840" rIns="45720" bIns="45720" numCol="1" spcCol="1270" anchor="t" anchorCtr="0">
            <a:noAutofit/>
          </a:bodyPr>
          <a:lstStyle/>
          <a:p>
            <a:pPr marL="0" lvl="0" indent="0" algn="ctr" defTabSz="533400">
              <a:spcBef>
                <a:spcPct val="0"/>
              </a:spcBef>
              <a:buNone/>
            </a:pPr>
            <a:endParaRPr lang="en-GB" sz="1600" b="1"/>
          </a:p>
        </p:txBody>
      </p:sp>
      <p:sp>
        <p:nvSpPr>
          <p:cNvPr id="51" name="TextBox 50">
            <a:extLst>
              <a:ext uri="{FF2B5EF4-FFF2-40B4-BE49-F238E27FC236}">
                <a16:creationId xmlns:a16="http://schemas.microsoft.com/office/drawing/2014/main" id="{783B23DD-9C06-7CDB-6347-04B3D9AFC785}"/>
              </a:ext>
            </a:extLst>
          </p:cNvPr>
          <p:cNvSpPr txBox="1"/>
          <p:nvPr/>
        </p:nvSpPr>
        <p:spPr>
          <a:xfrm>
            <a:off x="8664136" y="2380865"/>
            <a:ext cx="1393516" cy="600164"/>
          </a:xfrm>
          <a:prstGeom prst="rect">
            <a:avLst/>
          </a:prstGeom>
          <a:noFill/>
        </p:spPr>
        <p:txBody>
          <a:bodyPr wrap="square">
            <a:spAutoFit/>
          </a:bodyPr>
          <a:lstStyle/>
          <a:p>
            <a:pPr algn="ctr"/>
            <a:r>
              <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panose="020B0604020202020204" pitchFamily="34" charset="0"/>
              </a:rPr>
              <a:t>Organization Ready for Restructuring </a:t>
            </a:r>
            <a:endParaRPr lang="en-US" sz="1100" b="1"/>
          </a:p>
        </p:txBody>
      </p:sp>
      <p:sp>
        <p:nvSpPr>
          <p:cNvPr id="52" name="Rectangle: Diagonal Corners Rounded 51">
            <a:extLst>
              <a:ext uri="{FF2B5EF4-FFF2-40B4-BE49-F238E27FC236}">
                <a16:creationId xmlns:a16="http://schemas.microsoft.com/office/drawing/2014/main" id="{9BF011D9-EE9D-B90F-6008-8D68B3D3D471}"/>
              </a:ext>
            </a:extLst>
          </p:cNvPr>
          <p:cNvSpPr/>
          <p:nvPr/>
        </p:nvSpPr>
        <p:spPr>
          <a:xfrm>
            <a:off x="10140792" y="1923831"/>
            <a:ext cx="1401394" cy="1123919"/>
          </a:xfrm>
          <a:prstGeom prst="round2DiagRect">
            <a:avLst>
              <a:gd name="adj1" fmla="val 0"/>
              <a:gd name="adj2" fmla="val 0"/>
            </a:avLst>
          </a:prstGeom>
          <a:solidFill>
            <a:srgbClr val="DDEFE8"/>
          </a:solidFill>
          <a:ln w="22225">
            <a:noFill/>
          </a:ln>
          <a:effectLst>
            <a:outerShdw dist="38100" dir="2700000" algn="tl" rotWithShape="0">
              <a:srgbClr val="6FC2B4"/>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5720" tIns="1005840" rIns="45720" bIns="45720" numCol="1" spcCol="1270" anchor="t" anchorCtr="0">
            <a:noAutofit/>
          </a:bodyPr>
          <a:lstStyle/>
          <a:p>
            <a:pPr marL="0" lvl="0" indent="0" algn="ctr" defTabSz="533400">
              <a:spcBef>
                <a:spcPct val="0"/>
              </a:spcBef>
              <a:buNone/>
            </a:pPr>
            <a:endParaRPr lang="en-GB" sz="1600" b="1"/>
          </a:p>
        </p:txBody>
      </p:sp>
      <p:sp>
        <p:nvSpPr>
          <p:cNvPr id="53" name="TextBox 52">
            <a:extLst>
              <a:ext uri="{FF2B5EF4-FFF2-40B4-BE49-F238E27FC236}">
                <a16:creationId xmlns:a16="http://schemas.microsoft.com/office/drawing/2014/main" id="{828EE79D-9440-EF29-6C98-CE56C01CDDBA}"/>
              </a:ext>
            </a:extLst>
          </p:cNvPr>
          <p:cNvSpPr txBox="1"/>
          <p:nvPr/>
        </p:nvSpPr>
        <p:spPr>
          <a:xfrm>
            <a:off x="10162743" y="2380865"/>
            <a:ext cx="1357493" cy="600164"/>
          </a:xfrm>
          <a:prstGeom prst="rect">
            <a:avLst/>
          </a:prstGeom>
          <a:noFill/>
        </p:spPr>
        <p:txBody>
          <a:bodyPr wrap="square">
            <a:spAutoFit/>
          </a:bodyPr>
          <a:lstStyle/>
          <a:p>
            <a:pPr algn="ctr"/>
            <a:r>
              <a:rPr lang="en-US" sz="1100" b="1">
                <a:latin typeface="Verdana" panose="020B0604030504040204" pitchFamily="34" charset="0"/>
                <a:ea typeface="Verdana" panose="020B0604030504040204" pitchFamily="34" charset="0"/>
                <a:cs typeface="Arial" panose="020B0604020202020204" pitchFamily="34" charset="0"/>
              </a:rPr>
              <a:t>Improved Financial Accountability</a:t>
            </a:r>
            <a:endParaRPr lang="en-US" sz="1100" b="1"/>
          </a:p>
        </p:txBody>
      </p:sp>
      <p:sp>
        <p:nvSpPr>
          <p:cNvPr id="54" name="Rectangle: Diagonal Corners Rounded 53">
            <a:extLst>
              <a:ext uri="{FF2B5EF4-FFF2-40B4-BE49-F238E27FC236}">
                <a16:creationId xmlns:a16="http://schemas.microsoft.com/office/drawing/2014/main" id="{AC031762-B3FB-C053-6E92-E468E93ECB3E}"/>
              </a:ext>
            </a:extLst>
          </p:cNvPr>
          <p:cNvSpPr/>
          <p:nvPr/>
        </p:nvSpPr>
        <p:spPr>
          <a:xfrm>
            <a:off x="8664136" y="3153594"/>
            <a:ext cx="1401394" cy="1123919"/>
          </a:xfrm>
          <a:prstGeom prst="round2DiagRect">
            <a:avLst>
              <a:gd name="adj1" fmla="val 0"/>
              <a:gd name="adj2" fmla="val 0"/>
            </a:avLst>
          </a:prstGeom>
          <a:solidFill>
            <a:srgbClr val="DDEFE8"/>
          </a:solidFill>
          <a:ln w="22225">
            <a:noFill/>
          </a:ln>
          <a:effectLst>
            <a:outerShdw dist="38100" dir="2700000" algn="tl" rotWithShape="0">
              <a:srgbClr val="6FC2B4"/>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5720" tIns="1005840" rIns="45720" bIns="45720" numCol="1" spcCol="1270" anchor="t" anchorCtr="0">
            <a:noAutofit/>
          </a:bodyPr>
          <a:lstStyle/>
          <a:p>
            <a:pPr marL="0" lvl="0" indent="0" algn="ctr" defTabSz="533400">
              <a:spcBef>
                <a:spcPct val="0"/>
              </a:spcBef>
              <a:buNone/>
            </a:pPr>
            <a:endParaRPr lang="en-GB" sz="1600" b="1"/>
          </a:p>
        </p:txBody>
      </p:sp>
      <p:sp>
        <p:nvSpPr>
          <p:cNvPr id="55" name="TextBox 54">
            <a:extLst>
              <a:ext uri="{FF2B5EF4-FFF2-40B4-BE49-F238E27FC236}">
                <a16:creationId xmlns:a16="http://schemas.microsoft.com/office/drawing/2014/main" id="{23CC4387-9420-6322-72A5-E5A5FE61EFE6}"/>
              </a:ext>
            </a:extLst>
          </p:cNvPr>
          <p:cNvSpPr txBox="1"/>
          <p:nvPr/>
        </p:nvSpPr>
        <p:spPr>
          <a:xfrm>
            <a:off x="8664136" y="3609671"/>
            <a:ext cx="1401394" cy="600164"/>
          </a:xfrm>
          <a:prstGeom prst="rect">
            <a:avLst/>
          </a:prstGeom>
          <a:noFill/>
        </p:spPr>
        <p:txBody>
          <a:bodyPr wrap="square">
            <a:spAutoFit/>
          </a:bodyPr>
          <a:lstStyle/>
          <a:p>
            <a:pPr algn="ctr"/>
            <a:r>
              <a:rPr lang="en-US" sz="1100" b="1">
                <a:latin typeface="Verdana" panose="020B0604030504040204" pitchFamily="34" charset="0"/>
                <a:ea typeface="Verdana" panose="020B0604030504040204" pitchFamily="34" charset="0"/>
                <a:cs typeface="Arial" panose="020B0604020202020204" pitchFamily="34" charset="0"/>
              </a:rPr>
              <a:t>Improved Operational Efficiency</a:t>
            </a:r>
            <a:endParaRPr lang="en-US" sz="1100" b="1"/>
          </a:p>
        </p:txBody>
      </p:sp>
      <p:sp>
        <p:nvSpPr>
          <p:cNvPr id="56" name="Rectangle: Diagonal Corners Rounded 55">
            <a:extLst>
              <a:ext uri="{FF2B5EF4-FFF2-40B4-BE49-F238E27FC236}">
                <a16:creationId xmlns:a16="http://schemas.microsoft.com/office/drawing/2014/main" id="{C5FEDFFB-6367-0B5F-1844-D15440A44A63}"/>
              </a:ext>
            </a:extLst>
          </p:cNvPr>
          <p:cNvSpPr/>
          <p:nvPr/>
        </p:nvSpPr>
        <p:spPr>
          <a:xfrm>
            <a:off x="10140792" y="3153594"/>
            <a:ext cx="1401394" cy="1123919"/>
          </a:xfrm>
          <a:prstGeom prst="round2DiagRect">
            <a:avLst>
              <a:gd name="adj1" fmla="val 0"/>
              <a:gd name="adj2" fmla="val 0"/>
            </a:avLst>
          </a:prstGeom>
          <a:solidFill>
            <a:srgbClr val="DDEFE8"/>
          </a:solidFill>
          <a:ln w="22225">
            <a:noFill/>
          </a:ln>
          <a:effectLst>
            <a:outerShdw dist="38100" dir="2700000" algn="tl" rotWithShape="0">
              <a:srgbClr val="6FC2B4"/>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5720" tIns="1005840" rIns="45720" bIns="45720" numCol="1" spcCol="1270" anchor="t" anchorCtr="0">
            <a:noAutofit/>
          </a:bodyPr>
          <a:lstStyle/>
          <a:p>
            <a:pPr marL="0" lvl="0" indent="0" algn="ctr" defTabSz="533400">
              <a:spcBef>
                <a:spcPct val="0"/>
              </a:spcBef>
              <a:buNone/>
            </a:pPr>
            <a:endParaRPr lang="en-GB" sz="1600" b="1"/>
          </a:p>
        </p:txBody>
      </p:sp>
      <p:sp>
        <p:nvSpPr>
          <p:cNvPr id="57" name="TextBox 56">
            <a:extLst>
              <a:ext uri="{FF2B5EF4-FFF2-40B4-BE49-F238E27FC236}">
                <a16:creationId xmlns:a16="http://schemas.microsoft.com/office/drawing/2014/main" id="{A158DE42-4D01-A078-E55B-6F2264218A8F}"/>
              </a:ext>
            </a:extLst>
          </p:cNvPr>
          <p:cNvSpPr txBox="1"/>
          <p:nvPr/>
        </p:nvSpPr>
        <p:spPr>
          <a:xfrm>
            <a:off x="10155741" y="3664322"/>
            <a:ext cx="1409272" cy="600164"/>
          </a:xfrm>
          <a:prstGeom prst="rect">
            <a:avLst/>
          </a:prstGeom>
          <a:noFill/>
        </p:spPr>
        <p:txBody>
          <a:bodyPr wrap="square">
            <a:spAutoFit/>
          </a:bodyPr>
          <a:lstStyle/>
          <a:p>
            <a:pPr algn="ctr"/>
            <a:r>
              <a:rPr lang="en-US" sz="1100" b="1">
                <a:latin typeface="Verdana" panose="020B0604030504040204" pitchFamily="34" charset="0"/>
                <a:ea typeface="Verdana" panose="020B0604030504040204" pitchFamily="34" charset="0"/>
                <a:cs typeface="Arial" panose="020B0604020202020204" pitchFamily="34" charset="0"/>
              </a:rPr>
              <a:t>Leverage Private Sector Capital </a:t>
            </a:r>
            <a:endParaRPr lang="en-US" sz="1100" b="1"/>
          </a:p>
        </p:txBody>
      </p:sp>
      <p:sp>
        <p:nvSpPr>
          <p:cNvPr id="58" name="Rectangle: Diagonal Corners Rounded 57">
            <a:extLst>
              <a:ext uri="{FF2B5EF4-FFF2-40B4-BE49-F238E27FC236}">
                <a16:creationId xmlns:a16="http://schemas.microsoft.com/office/drawing/2014/main" id="{90945CD0-41FC-EA64-345B-F7B35082AC78}"/>
              </a:ext>
            </a:extLst>
          </p:cNvPr>
          <p:cNvSpPr/>
          <p:nvPr/>
        </p:nvSpPr>
        <p:spPr>
          <a:xfrm>
            <a:off x="8664136" y="4360165"/>
            <a:ext cx="1401394" cy="1123919"/>
          </a:xfrm>
          <a:prstGeom prst="round2DiagRect">
            <a:avLst>
              <a:gd name="adj1" fmla="val 0"/>
              <a:gd name="adj2" fmla="val 0"/>
            </a:avLst>
          </a:prstGeom>
          <a:solidFill>
            <a:srgbClr val="DDEFE8"/>
          </a:solidFill>
          <a:ln w="22225">
            <a:noFill/>
          </a:ln>
          <a:effectLst>
            <a:outerShdw dist="38100" dir="2700000" algn="tl" rotWithShape="0">
              <a:srgbClr val="6FC2B4"/>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5720" tIns="1005840" rIns="45720" bIns="45720" numCol="1" spcCol="1270" anchor="t" anchorCtr="0">
            <a:noAutofit/>
          </a:bodyPr>
          <a:lstStyle/>
          <a:p>
            <a:pPr marL="0" lvl="0" indent="0" algn="ctr" defTabSz="533400">
              <a:spcBef>
                <a:spcPct val="0"/>
              </a:spcBef>
              <a:buNone/>
            </a:pPr>
            <a:endParaRPr lang="en-GB" sz="1600" b="1"/>
          </a:p>
        </p:txBody>
      </p:sp>
      <p:sp>
        <p:nvSpPr>
          <p:cNvPr id="59" name="TextBox 58">
            <a:extLst>
              <a:ext uri="{FF2B5EF4-FFF2-40B4-BE49-F238E27FC236}">
                <a16:creationId xmlns:a16="http://schemas.microsoft.com/office/drawing/2014/main" id="{468C0C87-F890-F990-28DB-59D00F3D6E98}"/>
              </a:ext>
            </a:extLst>
          </p:cNvPr>
          <p:cNvSpPr txBox="1"/>
          <p:nvPr/>
        </p:nvSpPr>
        <p:spPr>
          <a:xfrm>
            <a:off x="8689946" y="4952574"/>
            <a:ext cx="1401394" cy="430887"/>
          </a:xfrm>
          <a:prstGeom prst="rect">
            <a:avLst/>
          </a:prstGeom>
          <a:noFill/>
        </p:spPr>
        <p:txBody>
          <a:bodyPr wrap="square">
            <a:spAutoFit/>
          </a:bodyPr>
          <a:lstStyle/>
          <a:p>
            <a:pPr algn="ctr"/>
            <a:r>
              <a:rPr lang="en-US" sz="1100" b="1">
                <a:latin typeface="Verdana" panose="020B0604030504040204" pitchFamily="34" charset="0"/>
                <a:ea typeface="Verdana" panose="020B0604030504040204" pitchFamily="34" charset="0"/>
                <a:cs typeface="Arial" panose="020B0604020202020204" pitchFamily="34" charset="0"/>
              </a:rPr>
              <a:t>Embark Energy Transition Path</a:t>
            </a:r>
            <a:endParaRPr lang="en-US" sz="1100" b="1"/>
          </a:p>
        </p:txBody>
      </p:sp>
      <p:sp>
        <p:nvSpPr>
          <p:cNvPr id="60" name="Rectangle: Diagonal Corners Rounded 59">
            <a:extLst>
              <a:ext uri="{FF2B5EF4-FFF2-40B4-BE49-F238E27FC236}">
                <a16:creationId xmlns:a16="http://schemas.microsoft.com/office/drawing/2014/main" id="{85BE95F5-95FB-DE95-B320-7AE9528AED15}"/>
              </a:ext>
            </a:extLst>
          </p:cNvPr>
          <p:cNvSpPr/>
          <p:nvPr/>
        </p:nvSpPr>
        <p:spPr>
          <a:xfrm>
            <a:off x="10150276" y="4369246"/>
            <a:ext cx="1401394" cy="1123919"/>
          </a:xfrm>
          <a:prstGeom prst="round2DiagRect">
            <a:avLst>
              <a:gd name="adj1" fmla="val 0"/>
              <a:gd name="adj2" fmla="val 0"/>
            </a:avLst>
          </a:prstGeom>
          <a:solidFill>
            <a:srgbClr val="DDEFE8"/>
          </a:solidFill>
          <a:ln w="22225">
            <a:noFill/>
          </a:ln>
          <a:effectLst>
            <a:outerShdw dist="38100" dir="2700000" algn="tl" rotWithShape="0">
              <a:srgbClr val="6FC2B4"/>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5720" tIns="1005840" rIns="45720" bIns="45720" numCol="1" spcCol="1270" anchor="t" anchorCtr="0">
            <a:noAutofit/>
          </a:bodyPr>
          <a:lstStyle/>
          <a:p>
            <a:pPr marL="0" lvl="0" indent="0" algn="ctr" defTabSz="533400">
              <a:spcBef>
                <a:spcPct val="0"/>
              </a:spcBef>
              <a:buNone/>
            </a:pPr>
            <a:endParaRPr lang="en-GB" sz="1600" b="1"/>
          </a:p>
        </p:txBody>
      </p:sp>
      <p:sp>
        <p:nvSpPr>
          <p:cNvPr id="61" name="TextBox 60">
            <a:extLst>
              <a:ext uri="{FF2B5EF4-FFF2-40B4-BE49-F238E27FC236}">
                <a16:creationId xmlns:a16="http://schemas.microsoft.com/office/drawing/2014/main" id="{C7E72C9F-9B23-A870-4DAF-238B109188E7}"/>
              </a:ext>
            </a:extLst>
          </p:cNvPr>
          <p:cNvSpPr txBox="1"/>
          <p:nvPr/>
        </p:nvSpPr>
        <p:spPr>
          <a:xfrm>
            <a:off x="10176086" y="4900008"/>
            <a:ext cx="1388927" cy="600164"/>
          </a:xfrm>
          <a:prstGeom prst="rect">
            <a:avLst/>
          </a:prstGeom>
          <a:noFill/>
        </p:spPr>
        <p:txBody>
          <a:bodyPr wrap="square">
            <a:spAutoFit/>
          </a:bodyPr>
          <a:lstStyle/>
          <a:p>
            <a:pPr algn="ctr"/>
            <a:r>
              <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Arial" panose="020B0604020202020204" pitchFamily="34" charset="0"/>
              </a:rPr>
              <a:t>Better Asset Managed Utility </a:t>
            </a:r>
            <a:endParaRPr lang="en-US" sz="1100" b="1"/>
          </a:p>
        </p:txBody>
      </p:sp>
      <p:sp>
        <p:nvSpPr>
          <p:cNvPr id="62" name="Graphic 4">
            <a:extLst>
              <a:ext uri="{FF2B5EF4-FFF2-40B4-BE49-F238E27FC236}">
                <a16:creationId xmlns:a16="http://schemas.microsoft.com/office/drawing/2014/main" id="{76E70576-A7DF-071A-7298-FD3B58678C7C}"/>
              </a:ext>
            </a:extLst>
          </p:cNvPr>
          <p:cNvSpPr/>
          <p:nvPr/>
        </p:nvSpPr>
        <p:spPr>
          <a:xfrm>
            <a:off x="9209488" y="2018894"/>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83074 w 362309"/>
              <a:gd name="connsiteY6" fmla="*/ 112997 h 361971"/>
              <a:gd name="connsiteX7" fmla="*/ 138662 w 362309"/>
              <a:gd name="connsiteY7" fmla="*/ 257913 h 361971"/>
              <a:gd name="connsiteX8" fmla="*/ 129716 w 362309"/>
              <a:gd name="connsiteY8" fmla="*/ 257913 h 361971"/>
              <a:gd name="connsiteX9" fmla="*/ 129716 w 362309"/>
              <a:gd name="connsiteY9" fmla="*/ 257913 h 361971"/>
              <a:gd name="connsiteX10" fmla="*/ 79235 w 362309"/>
              <a:gd name="connsiteY10" fmla="*/ 207479 h 361971"/>
              <a:gd name="connsiteX11" fmla="*/ 79235 w 362309"/>
              <a:gd name="connsiteY11" fmla="*/ 198542 h 361971"/>
              <a:gd name="connsiteX12" fmla="*/ 88181 w 362309"/>
              <a:gd name="connsiteY12" fmla="*/ 198542 h 361971"/>
              <a:gd name="connsiteX13" fmla="*/ 88181 w 362309"/>
              <a:gd name="connsiteY13" fmla="*/ 198542 h 361971"/>
              <a:gd name="connsiteX14" fmla="*/ 134189 w 362309"/>
              <a:gd name="connsiteY14" fmla="*/ 244506 h 361971"/>
              <a:gd name="connsiteX15" fmla="*/ 274767 w 362309"/>
              <a:gd name="connsiteY15" fmla="*/ 104059 h 361971"/>
              <a:gd name="connsiteX16" fmla="*/ 283713 w 362309"/>
              <a:gd name="connsiteY16" fmla="*/ 104059 h 361971"/>
              <a:gd name="connsiteX17" fmla="*/ 283713 w 362309"/>
              <a:gd name="connsiteY17" fmla="*/ 112997 h 361971"/>
              <a:gd name="connsiteX18" fmla="*/ 283713 w 362309"/>
              <a:gd name="connsiteY18" fmla="*/ 112997 h 361971"/>
              <a:gd name="connsiteX19" fmla="*/ 283074 w 362309"/>
              <a:gd name="connsiteY19" fmla="*/ 11299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0667"/>
                </a:cubicBezTo>
                <a:cubicBezTo>
                  <a:pt x="362310" y="81077"/>
                  <a:pt x="281157" y="0"/>
                  <a:pt x="180835" y="0"/>
                </a:cubicBezTo>
                <a:cubicBezTo>
                  <a:pt x="180835" y="0"/>
                  <a:pt x="180835" y="0"/>
                  <a:pt x="180835" y="0"/>
                </a:cubicBezTo>
                <a:close/>
                <a:moveTo>
                  <a:pt x="283074" y="112997"/>
                </a:moveTo>
                <a:lnTo>
                  <a:pt x="138662" y="257913"/>
                </a:lnTo>
                <a:cubicBezTo>
                  <a:pt x="136106" y="260466"/>
                  <a:pt x="132272" y="260466"/>
                  <a:pt x="129716" y="257913"/>
                </a:cubicBezTo>
                <a:cubicBezTo>
                  <a:pt x="129716" y="257913"/>
                  <a:pt x="129716" y="257913"/>
                  <a:pt x="129716" y="257913"/>
                </a:cubicBezTo>
                <a:lnTo>
                  <a:pt x="79235" y="207479"/>
                </a:lnTo>
                <a:cubicBezTo>
                  <a:pt x="76679" y="204926"/>
                  <a:pt x="76679" y="201095"/>
                  <a:pt x="79235" y="198542"/>
                </a:cubicBezTo>
                <a:cubicBezTo>
                  <a:pt x="81791" y="195988"/>
                  <a:pt x="85625" y="195988"/>
                  <a:pt x="88181" y="198542"/>
                </a:cubicBezTo>
                <a:lnTo>
                  <a:pt x="88181" y="198542"/>
                </a:lnTo>
                <a:lnTo>
                  <a:pt x="134189" y="244506"/>
                </a:lnTo>
                <a:lnTo>
                  <a:pt x="274767" y="104059"/>
                </a:lnTo>
                <a:cubicBezTo>
                  <a:pt x="277323" y="101505"/>
                  <a:pt x="281157" y="101505"/>
                  <a:pt x="283713" y="104059"/>
                </a:cubicBezTo>
                <a:cubicBezTo>
                  <a:pt x="286269" y="106613"/>
                  <a:pt x="286269" y="110443"/>
                  <a:pt x="283713" y="112997"/>
                </a:cubicBezTo>
                <a:lnTo>
                  <a:pt x="283713" y="112997"/>
                </a:lnTo>
                <a:lnTo>
                  <a:pt x="283074" y="112997"/>
                </a:lnTo>
                <a:close/>
              </a:path>
            </a:pathLst>
          </a:custGeom>
          <a:solidFill>
            <a:srgbClr val="004F59"/>
          </a:solidFill>
          <a:ln w="6390" cap="flat">
            <a:noFill/>
            <a:prstDash val="solid"/>
            <a:miter/>
          </a:ln>
        </p:spPr>
        <p:txBody>
          <a:bodyPr rtlCol="0" anchor="ctr"/>
          <a:lstStyle/>
          <a:p>
            <a:endParaRPr lang="en-US"/>
          </a:p>
        </p:txBody>
      </p:sp>
      <p:grpSp>
        <p:nvGrpSpPr>
          <p:cNvPr id="63" name="Graphic 4">
            <a:extLst>
              <a:ext uri="{FF2B5EF4-FFF2-40B4-BE49-F238E27FC236}">
                <a16:creationId xmlns:a16="http://schemas.microsoft.com/office/drawing/2014/main" id="{F13ED934-EA45-A37B-23B1-711261F29F6D}"/>
              </a:ext>
            </a:extLst>
          </p:cNvPr>
          <p:cNvGrpSpPr/>
          <p:nvPr/>
        </p:nvGrpSpPr>
        <p:grpSpPr>
          <a:xfrm>
            <a:off x="10689714" y="2018894"/>
            <a:ext cx="361670" cy="361333"/>
            <a:chOff x="8239823" y="3339623"/>
            <a:chExt cx="361670" cy="361333"/>
          </a:xfrm>
          <a:solidFill>
            <a:srgbClr val="004F59"/>
          </a:solidFill>
        </p:grpSpPr>
        <p:sp>
          <p:nvSpPr>
            <p:cNvPr id="64" name="Graphic 4">
              <a:extLst>
                <a:ext uri="{FF2B5EF4-FFF2-40B4-BE49-F238E27FC236}">
                  <a16:creationId xmlns:a16="http://schemas.microsoft.com/office/drawing/2014/main" id="{E62D2BE6-7F2D-179C-F0CE-1436512B9162}"/>
                </a:ext>
              </a:extLst>
            </p:cNvPr>
            <p:cNvSpPr/>
            <p:nvPr/>
          </p:nvSpPr>
          <p:spPr>
            <a:xfrm>
              <a:off x="8327365" y="3430276"/>
              <a:ext cx="118853" cy="42134"/>
            </a:xfrm>
            <a:custGeom>
              <a:avLst/>
              <a:gdLst>
                <a:gd name="connsiteX0" fmla="*/ 59427 w 118853"/>
                <a:gd name="connsiteY0" fmla="*/ 42134 h 42134"/>
                <a:gd name="connsiteX1" fmla="*/ 118853 w 118853"/>
                <a:gd name="connsiteY1" fmla="*/ 21067 h 42134"/>
                <a:gd name="connsiteX2" fmla="*/ 59427 w 118853"/>
                <a:gd name="connsiteY2" fmla="*/ 0 h 42134"/>
                <a:gd name="connsiteX3" fmla="*/ 0 w 118853"/>
                <a:gd name="connsiteY3" fmla="*/ 21067 h 42134"/>
                <a:gd name="connsiteX4" fmla="*/ 59427 w 118853"/>
                <a:gd name="connsiteY4" fmla="*/ 42134 h 42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53" h="42134">
                  <a:moveTo>
                    <a:pt x="59427" y="42134"/>
                  </a:moveTo>
                  <a:cubicBezTo>
                    <a:pt x="96489" y="42134"/>
                    <a:pt x="118853" y="30005"/>
                    <a:pt x="118853" y="21067"/>
                  </a:cubicBezTo>
                  <a:cubicBezTo>
                    <a:pt x="118853" y="12768"/>
                    <a:pt x="95849" y="0"/>
                    <a:pt x="59427" y="0"/>
                  </a:cubicBezTo>
                  <a:cubicBezTo>
                    <a:pt x="23004" y="0"/>
                    <a:pt x="0" y="12768"/>
                    <a:pt x="0" y="21067"/>
                  </a:cubicBezTo>
                  <a:cubicBezTo>
                    <a:pt x="0" y="30005"/>
                    <a:pt x="23004" y="42134"/>
                    <a:pt x="59427" y="42134"/>
                  </a:cubicBezTo>
                  <a:close/>
                </a:path>
              </a:pathLst>
            </a:custGeom>
            <a:grpFill/>
            <a:ln w="6390" cap="flat">
              <a:noFill/>
              <a:prstDash val="solid"/>
              <a:miter/>
            </a:ln>
          </p:spPr>
          <p:txBody>
            <a:bodyPr rtlCol="0" anchor="ctr"/>
            <a:lstStyle/>
            <a:p>
              <a:endParaRPr lang="en-US"/>
            </a:p>
          </p:txBody>
        </p:sp>
        <p:sp>
          <p:nvSpPr>
            <p:cNvPr id="65" name="Graphic 4">
              <a:extLst>
                <a:ext uri="{FF2B5EF4-FFF2-40B4-BE49-F238E27FC236}">
                  <a16:creationId xmlns:a16="http://schemas.microsoft.com/office/drawing/2014/main" id="{04177E94-3407-670F-486E-D8B0D11492CD}"/>
                </a:ext>
              </a:extLst>
            </p:cNvPr>
            <p:cNvSpPr/>
            <p:nvPr/>
          </p:nvSpPr>
          <p:spPr>
            <a:xfrm>
              <a:off x="8407879" y="3492201"/>
              <a:ext cx="118852" cy="118741"/>
            </a:xfrm>
            <a:custGeom>
              <a:avLst/>
              <a:gdLst>
                <a:gd name="connsiteX0" fmla="*/ 59426 w 118852"/>
                <a:gd name="connsiteY0" fmla="*/ 0 h 118741"/>
                <a:gd name="connsiteX1" fmla="*/ 0 w 118852"/>
                <a:gd name="connsiteY1" fmla="*/ 59371 h 118741"/>
                <a:gd name="connsiteX2" fmla="*/ 59426 w 118852"/>
                <a:gd name="connsiteY2" fmla="*/ 118742 h 118741"/>
                <a:gd name="connsiteX3" fmla="*/ 118853 w 118852"/>
                <a:gd name="connsiteY3" fmla="*/ 59371 h 118741"/>
                <a:gd name="connsiteX4" fmla="*/ 59426 w 118852"/>
                <a:gd name="connsiteY4" fmla="*/ 0 h 118741"/>
                <a:gd name="connsiteX5" fmla="*/ 59426 w 118852"/>
                <a:gd name="connsiteY5" fmla="*/ 52987 h 118741"/>
                <a:gd name="connsiteX6" fmla="*/ 82430 w 118852"/>
                <a:gd name="connsiteY6" fmla="*/ 75969 h 118741"/>
                <a:gd name="connsiteX7" fmla="*/ 65816 w 118852"/>
                <a:gd name="connsiteY7" fmla="*/ 97675 h 118741"/>
                <a:gd name="connsiteX8" fmla="*/ 65816 w 118852"/>
                <a:gd name="connsiteY8" fmla="*/ 103420 h 118741"/>
                <a:gd name="connsiteX9" fmla="*/ 59426 w 118852"/>
                <a:gd name="connsiteY9" fmla="*/ 109804 h 118741"/>
                <a:gd name="connsiteX10" fmla="*/ 53036 w 118852"/>
                <a:gd name="connsiteY10" fmla="*/ 103420 h 118741"/>
                <a:gd name="connsiteX11" fmla="*/ 53036 w 118852"/>
                <a:gd name="connsiteY11" fmla="*/ 97675 h 118741"/>
                <a:gd name="connsiteX12" fmla="*/ 36422 w 118852"/>
                <a:gd name="connsiteY12" fmla="*/ 75969 h 118741"/>
                <a:gd name="connsiteX13" fmla="*/ 42812 w 118852"/>
                <a:gd name="connsiteY13" fmla="*/ 69585 h 118741"/>
                <a:gd name="connsiteX14" fmla="*/ 49202 w 118852"/>
                <a:gd name="connsiteY14" fmla="*/ 75969 h 118741"/>
                <a:gd name="connsiteX15" fmla="*/ 59426 w 118852"/>
                <a:gd name="connsiteY15" fmla="*/ 86184 h 118741"/>
                <a:gd name="connsiteX16" fmla="*/ 69650 w 118852"/>
                <a:gd name="connsiteY16" fmla="*/ 75969 h 118741"/>
                <a:gd name="connsiteX17" fmla="*/ 59426 w 118852"/>
                <a:gd name="connsiteY17" fmla="*/ 65755 h 118741"/>
                <a:gd name="connsiteX18" fmla="*/ 36422 w 118852"/>
                <a:gd name="connsiteY18" fmla="*/ 42772 h 118741"/>
                <a:gd name="connsiteX19" fmla="*/ 53036 w 118852"/>
                <a:gd name="connsiteY19" fmla="*/ 21067 h 118741"/>
                <a:gd name="connsiteX20" fmla="*/ 53036 w 118852"/>
                <a:gd name="connsiteY20" fmla="*/ 15321 h 118741"/>
                <a:gd name="connsiteX21" fmla="*/ 59426 w 118852"/>
                <a:gd name="connsiteY21" fmla="*/ 8937 h 118741"/>
                <a:gd name="connsiteX22" fmla="*/ 65816 w 118852"/>
                <a:gd name="connsiteY22" fmla="*/ 15321 h 118741"/>
                <a:gd name="connsiteX23" fmla="*/ 65816 w 118852"/>
                <a:gd name="connsiteY23" fmla="*/ 21067 h 118741"/>
                <a:gd name="connsiteX24" fmla="*/ 82430 w 118852"/>
                <a:gd name="connsiteY24" fmla="*/ 42772 h 118741"/>
                <a:gd name="connsiteX25" fmla="*/ 76040 w 118852"/>
                <a:gd name="connsiteY25" fmla="*/ 49156 h 118741"/>
                <a:gd name="connsiteX26" fmla="*/ 69650 w 118852"/>
                <a:gd name="connsiteY26" fmla="*/ 42772 h 118741"/>
                <a:gd name="connsiteX27" fmla="*/ 59426 w 118852"/>
                <a:gd name="connsiteY27" fmla="*/ 32558 h 118741"/>
                <a:gd name="connsiteX28" fmla="*/ 49202 w 118852"/>
                <a:gd name="connsiteY28" fmla="*/ 42772 h 118741"/>
                <a:gd name="connsiteX29" fmla="*/ 59426 w 118852"/>
                <a:gd name="connsiteY29" fmla="*/ 52987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8852" h="118741">
                  <a:moveTo>
                    <a:pt x="59426" y="0"/>
                  </a:moveTo>
                  <a:cubicBezTo>
                    <a:pt x="26837" y="0"/>
                    <a:pt x="0" y="26812"/>
                    <a:pt x="0" y="59371"/>
                  </a:cubicBezTo>
                  <a:cubicBezTo>
                    <a:pt x="0" y="91929"/>
                    <a:pt x="26837" y="118742"/>
                    <a:pt x="59426" y="118742"/>
                  </a:cubicBezTo>
                  <a:cubicBezTo>
                    <a:pt x="92014" y="118742"/>
                    <a:pt x="118853" y="91929"/>
                    <a:pt x="118853" y="59371"/>
                  </a:cubicBezTo>
                  <a:cubicBezTo>
                    <a:pt x="118853" y="26812"/>
                    <a:pt x="92014" y="0"/>
                    <a:pt x="59426" y="0"/>
                  </a:cubicBezTo>
                  <a:close/>
                  <a:moveTo>
                    <a:pt x="59426" y="52987"/>
                  </a:moveTo>
                  <a:cubicBezTo>
                    <a:pt x="72206" y="52987"/>
                    <a:pt x="82430" y="63201"/>
                    <a:pt x="82430" y="75969"/>
                  </a:cubicBezTo>
                  <a:cubicBezTo>
                    <a:pt x="82430" y="86184"/>
                    <a:pt x="75401" y="95121"/>
                    <a:pt x="65816" y="97675"/>
                  </a:cubicBezTo>
                  <a:lnTo>
                    <a:pt x="65816" y="103420"/>
                  </a:lnTo>
                  <a:cubicBezTo>
                    <a:pt x="65816" y="107251"/>
                    <a:pt x="63260" y="109804"/>
                    <a:pt x="59426" y="109804"/>
                  </a:cubicBezTo>
                  <a:cubicBezTo>
                    <a:pt x="55592" y="109804"/>
                    <a:pt x="53036" y="107251"/>
                    <a:pt x="53036" y="103420"/>
                  </a:cubicBezTo>
                  <a:lnTo>
                    <a:pt x="53036" y="97675"/>
                  </a:lnTo>
                  <a:cubicBezTo>
                    <a:pt x="43451" y="95121"/>
                    <a:pt x="36422" y="86184"/>
                    <a:pt x="36422" y="75969"/>
                  </a:cubicBezTo>
                  <a:cubicBezTo>
                    <a:pt x="36422" y="72139"/>
                    <a:pt x="38978" y="69585"/>
                    <a:pt x="42812" y="69585"/>
                  </a:cubicBezTo>
                  <a:cubicBezTo>
                    <a:pt x="46646" y="69585"/>
                    <a:pt x="49202" y="72139"/>
                    <a:pt x="49202" y="75969"/>
                  </a:cubicBezTo>
                  <a:cubicBezTo>
                    <a:pt x="49202" y="81715"/>
                    <a:pt x="53675" y="86184"/>
                    <a:pt x="59426" y="86184"/>
                  </a:cubicBezTo>
                  <a:cubicBezTo>
                    <a:pt x="65177" y="86184"/>
                    <a:pt x="69650" y="81715"/>
                    <a:pt x="69650" y="75969"/>
                  </a:cubicBezTo>
                  <a:cubicBezTo>
                    <a:pt x="69650" y="70224"/>
                    <a:pt x="65177" y="65755"/>
                    <a:pt x="59426" y="65755"/>
                  </a:cubicBezTo>
                  <a:cubicBezTo>
                    <a:pt x="46646" y="65755"/>
                    <a:pt x="36422" y="55540"/>
                    <a:pt x="36422" y="42772"/>
                  </a:cubicBezTo>
                  <a:cubicBezTo>
                    <a:pt x="36422" y="32558"/>
                    <a:pt x="43451" y="23620"/>
                    <a:pt x="53036" y="21067"/>
                  </a:cubicBezTo>
                  <a:lnTo>
                    <a:pt x="53036" y="15321"/>
                  </a:lnTo>
                  <a:cubicBezTo>
                    <a:pt x="53036" y="11491"/>
                    <a:pt x="55592" y="8937"/>
                    <a:pt x="59426" y="8937"/>
                  </a:cubicBezTo>
                  <a:cubicBezTo>
                    <a:pt x="63260" y="8937"/>
                    <a:pt x="65816" y="11491"/>
                    <a:pt x="65816" y="15321"/>
                  </a:cubicBezTo>
                  <a:lnTo>
                    <a:pt x="65816" y="21067"/>
                  </a:lnTo>
                  <a:cubicBezTo>
                    <a:pt x="75401" y="23620"/>
                    <a:pt x="82430" y="32558"/>
                    <a:pt x="82430" y="42772"/>
                  </a:cubicBezTo>
                  <a:cubicBezTo>
                    <a:pt x="82430" y="46603"/>
                    <a:pt x="79874" y="49156"/>
                    <a:pt x="76040" y="49156"/>
                  </a:cubicBezTo>
                  <a:cubicBezTo>
                    <a:pt x="72206" y="49156"/>
                    <a:pt x="69650" y="46603"/>
                    <a:pt x="69650" y="42772"/>
                  </a:cubicBezTo>
                  <a:cubicBezTo>
                    <a:pt x="69650" y="37027"/>
                    <a:pt x="65177" y="32558"/>
                    <a:pt x="59426" y="32558"/>
                  </a:cubicBezTo>
                  <a:cubicBezTo>
                    <a:pt x="53675" y="32558"/>
                    <a:pt x="49202" y="37027"/>
                    <a:pt x="49202" y="42772"/>
                  </a:cubicBezTo>
                  <a:cubicBezTo>
                    <a:pt x="49202" y="48518"/>
                    <a:pt x="53675" y="52987"/>
                    <a:pt x="59426" y="52987"/>
                  </a:cubicBezTo>
                  <a:close/>
                </a:path>
              </a:pathLst>
            </a:custGeom>
            <a:grpFill/>
            <a:ln w="6390" cap="flat">
              <a:noFill/>
              <a:prstDash val="solid"/>
              <a:miter/>
            </a:ln>
          </p:spPr>
          <p:txBody>
            <a:bodyPr rtlCol="0" anchor="ctr"/>
            <a:lstStyle/>
            <a:p>
              <a:endParaRPr lang="en-US"/>
            </a:p>
          </p:txBody>
        </p:sp>
        <p:sp>
          <p:nvSpPr>
            <p:cNvPr id="66" name="Graphic 4">
              <a:extLst>
                <a:ext uri="{FF2B5EF4-FFF2-40B4-BE49-F238E27FC236}">
                  <a16:creationId xmlns:a16="http://schemas.microsoft.com/office/drawing/2014/main" id="{A057917A-4C3B-E3EE-0F68-EAA554DB0681}"/>
                </a:ext>
              </a:extLst>
            </p:cNvPr>
            <p:cNvSpPr/>
            <p:nvPr/>
          </p:nvSpPr>
          <p:spPr>
            <a:xfrm>
              <a:off x="8239823" y="3339623"/>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0 w 361670"/>
                <a:gd name="connsiteY3" fmla="*/ 180667 h 361333"/>
                <a:gd name="connsiteX4" fmla="*/ 180836 w 361670"/>
                <a:gd name="connsiteY4" fmla="*/ 0 h 361333"/>
                <a:gd name="connsiteX5" fmla="*/ 141856 w 361670"/>
                <a:gd name="connsiteY5" fmla="*/ 187689 h 361333"/>
                <a:gd name="connsiteX6" fmla="*/ 148246 w 361670"/>
                <a:gd name="connsiteY6" fmla="*/ 194073 h 361333"/>
                <a:gd name="connsiteX7" fmla="*/ 141856 w 361670"/>
                <a:gd name="connsiteY7" fmla="*/ 200457 h 361333"/>
                <a:gd name="connsiteX8" fmla="*/ 141856 w 361670"/>
                <a:gd name="connsiteY8" fmla="*/ 200457 h 361333"/>
                <a:gd name="connsiteX9" fmla="*/ 88181 w 361670"/>
                <a:gd name="connsiteY9" fmla="*/ 186412 h 361333"/>
                <a:gd name="connsiteX10" fmla="*/ 88181 w 361670"/>
                <a:gd name="connsiteY10" fmla="*/ 194073 h 361333"/>
                <a:gd name="connsiteX11" fmla="*/ 142496 w 361670"/>
                <a:gd name="connsiteY11" fmla="*/ 215140 h 361333"/>
                <a:gd name="connsiteX12" fmla="*/ 148886 w 361670"/>
                <a:gd name="connsiteY12" fmla="*/ 221524 h 361333"/>
                <a:gd name="connsiteX13" fmla="*/ 142496 w 361670"/>
                <a:gd name="connsiteY13" fmla="*/ 227908 h 361333"/>
                <a:gd name="connsiteX14" fmla="*/ 142496 w 361670"/>
                <a:gd name="connsiteY14" fmla="*/ 227908 h 361333"/>
                <a:gd name="connsiteX15" fmla="*/ 88820 w 361670"/>
                <a:gd name="connsiteY15" fmla="*/ 213863 h 361333"/>
                <a:gd name="connsiteX16" fmla="*/ 88820 w 361670"/>
                <a:gd name="connsiteY16" fmla="*/ 221524 h 361333"/>
                <a:gd name="connsiteX17" fmla="*/ 148246 w 361670"/>
                <a:gd name="connsiteY17" fmla="*/ 242591 h 361333"/>
                <a:gd name="connsiteX18" fmla="*/ 154636 w 361670"/>
                <a:gd name="connsiteY18" fmla="*/ 248975 h 361333"/>
                <a:gd name="connsiteX19" fmla="*/ 148246 w 361670"/>
                <a:gd name="connsiteY19" fmla="*/ 255359 h 361333"/>
                <a:gd name="connsiteX20" fmla="*/ 76040 w 361670"/>
                <a:gd name="connsiteY20" fmla="*/ 221524 h 361333"/>
                <a:gd name="connsiteX21" fmla="*/ 76040 w 361670"/>
                <a:gd name="connsiteY21" fmla="*/ 111720 h 361333"/>
                <a:gd name="connsiteX22" fmla="*/ 148246 w 361670"/>
                <a:gd name="connsiteY22" fmla="*/ 77885 h 361333"/>
                <a:gd name="connsiteX23" fmla="*/ 220453 w 361670"/>
                <a:gd name="connsiteY23" fmla="*/ 111720 h 361333"/>
                <a:gd name="connsiteX24" fmla="*/ 148246 w 361670"/>
                <a:gd name="connsiteY24" fmla="*/ 145555 h 361333"/>
                <a:gd name="connsiteX25" fmla="*/ 88820 w 361670"/>
                <a:gd name="connsiteY25" fmla="*/ 131510 h 361333"/>
                <a:gd name="connsiteX26" fmla="*/ 88820 w 361670"/>
                <a:gd name="connsiteY26" fmla="*/ 139171 h 361333"/>
                <a:gd name="connsiteX27" fmla="*/ 148246 w 361670"/>
                <a:gd name="connsiteY27" fmla="*/ 160238 h 361333"/>
                <a:gd name="connsiteX28" fmla="*/ 154636 w 361670"/>
                <a:gd name="connsiteY28" fmla="*/ 166622 h 361333"/>
                <a:gd name="connsiteX29" fmla="*/ 148246 w 361670"/>
                <a:gd name="connsiteY29" fmla="*/ 173006 h 361333"/>
                <a:gd name="connsiteX30" fmla="*/ 88820 w 361670"/>
                <a:gd name="connsiteY30" fmla="*/ 158961 h 361333"/>
                <a:gd name="connsiteX31" fmla="*/ 88820 w 361670"/>
                <a:gd name="connsiteY31" fmla="*/ 166622 h 361333"/>
                <a:gd name="connsiteX32" fmla="*/ 141856 w 361670"/>
                <a:gd name="connsiteY32" fmla="*/ 187689 h 361333"/>
                <a:gd name="connsiteX33" fmla="*/ 227482 w 361670"/>
                <a:gd name="connsiteY33" fmla="*/ 284087 h 361333"/>
                <a:gd name="connsiteX34" fmla="*/ 155276 w 361670"/>
                <a:gd name="connsiteY34" fmla="*/ 211948 h 361333"/>
                <a:gd name="connsiteX35" fmla="*/ 227482 w 361670"/>
                <a:gd name="connsiteY35" fmla="*/ 139809 h 361333"/>
                <a:gd name="connsiteX36" fmla="*/ 299688 w 361670"/>
                <a:gd name="connsiteY36" fmla="*/ 211948 h 361333"/>
                <a:gd name="connsiteX37" fmla="*/ 227482 w 361670"/>
                <a:gd name="connsiteY37" fmla="*/ 284087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61670" h="361333">
                  <a:moveTo>
                    <a:pt x="180836" y="0"/>
                  </a:moveTo>
                  <a:cubicBezTo>
                    <a:pt x="80513" y="0"/>
                    <a:pt x="0" y="81077"/>
                    <a:pt x="0" y="180667"/>
                  </a:cubicBezTo>
                  <a:cubicBezTo>
                    <a:pt x="0" y="280257"/>
                    <a:pt x="81152" y="361333"/>
                    <a:pt x="180836" y="361333"/>
                  </a:cubicBezTo>
                  <a:cubicBezTo>
                    <a:pt x="281157" y="361333"/>
                    <a:pt x="361670" y="280257"/>
                    <a:pt x="361670" y="180667"/>
                  </a:cubicBezTo>
                  <a:cubicBezTo>
                    <a:pt x="361670" y="81077"/>
                    <a:pt x="281157" y="0"/>
                    <a:pt x="180836" y="0"/>
                  </a:cubicBezTo>
                  <a:close/>
                  <a:moveTo>
                    <a:pt x="141856" y="187689"/>
                  </a:moveTo>
                  <a:cubicBezTo>
                    <a:pt x="145691" y="187689"/>
                    <a:pt x="148246" y="190881"/>
                    <a:pt x="148246" y="194073"/>
                  </a:cubicBezTo>
                  <a:cubicBezTo>
                    <a:pt x="148246" y="197265"/>
                    <a:pt x="145051" y="200457"/>
                    <a:pt x="141856" y="200457"/>
                  </a:cubicBezTo>
                  <a:cubicBezTo>
                    <a:pt x="141856" y="200457"/>
                    <a:pt x="141856" y="200457"/>
                    <a:pt x="141856" y="200457"/>
                  </a:cubicBezTo>
                  <a:cubicBezTo>
                    <a:pt x="118853" y="199819"/>
                    <a:pt x="99683" y="194711"/>
                    <a:pt x="88181" y="186412"/>
                  </a:cubicBezTo>
                  <a:lnTo>
                    <a:pt x="88181" y="194073"/>
                  </a:lnTo>
                  <a:cubicBezTo>
                    <a:pt x="88181" y="201734"/>
                    <a:pt x="107351" y="213863"/>
                    <a:pt x="142496" y="215140"/>
                  </a:cubicBezTo>
                  <a:cubicBezTo>
                    <a:pt x="146330" y="215140"/>
                    <a:pt x="148886" y="218332"/>
                    <a:pt x="148886" y="221524"/>
                  </a:cubicBezTo>
                  <a:cubicBezTo>
                    <a:pt x="148886" y="224716"/>
                    <a:pt x="145691" y="227908"/>
                    <a:pt x="142496" y="227908"/>
                  </a:cubicBezTo>
                  <a:cubicBezTo>
                    <a:pt x="142496" y="227908"/>
                    <a:pt x="142496" y="227908"/>
                    <a:pt x="142496" y="227908"/>
                  </a:cubicBezTo>
                  <a:cubicBezTo>
                    <a:pt x="119492" y="227270"/>
                    <a:pt x="100322" y="222163"/>
                    <a:pt x="88820" y="213863"/>
                  </a:cubicBezTo>
                  <a:lnTo>
                    <a:pt x="88820" y="221524"/>
                  </a:lnTo>
                  <a:cubicBezTo>
                    <a:pt x="88820" y="229823"/>
                    <a:pt x="111824" y="242591"/>
                    <a:pt x="148246" y="242591"/>
                  </a:cubicBezTo>
                  <a:cubicBezTo>
                    <a:pt x="152081" y="242591"/>
                    <a:pt x="154636" y="245145"/>
                    <a:pt x="154636" y="248975"/>
                  </a:cubicBezTo>
                  <a:cubicBezTo>
                    <a:pt x="154636" y="252806"/>
                    <a:pt x="152081" y="255359"/>
                    <a:pt x="148246" y="255359"/>
                  </a:cubicBezTo>
                  <a:cubicBezTo>
                    <a:pt x="113102" y="255359"/>
                    <a:pt x="76040" y="243868"/>
                    <a:pt x="76040" y="221524"/>
                  </a:cubicBezTo>
                  <a:lnTo>
                    <a:pt x="76040" y="111720"/>
                  </a:lnTo>
                  <a:cubicBezTo>
                    <a:pt x="76040" y="90014"/>
                    <a:pt x="113102" y="77885"/>
                    <a:pt x="148246" y="77885"/>
                  </a:cubicBezTo>
                  <a:cubicBezTo>
                    <a:pt x="183391" y="77885"/>
                    <a:pt x="220453" y="90014"/>
                    <a:pt x="220453" y="111720"/>
                  </a:cubicBezTo>
                  <a:cubicBezTo>
                    <a:pt x="220453" y="133425"/>
                    <a:pt x="183391" y="145555"/>
                    <a:pt x="148246" y="145555"/>
                  </a:cubicBezTo>
                  <a:cubicBezTo>
                    <a:pt x="125881" y="145555"/>
                    <a:pt x="102878" y="140448"/>
                    <a:pt x="88820" y="131510"/>
                  </a:cubicBezTo>
                  <a:lnTo>
                    <a:pt x="88820" y="139171"/>
                  </a:lnTo>
                  <a:cubicBezTo>
                    <a:pt x="88820" y="148108"/>
                    <a:pt x="111185" y="160238"/>
                    <a:pt x="148246" y="160238"/>
                  </a:cubicBezTo>
                  <a:cubicBezTo>
                    <a:pt x="152081" y="160238"/>
                    <a:pt x="154636" y="162792"/>
                    <a:pt x="154636" y="166622"/>
                  </a:cubicBezTo>
                  <a:cubicBezTo>
                    <a:pt x="154636" y="170452"/>
                    <a:pt x="152081" y="173006"/>
                    <a:pt x="148246" y="173006"/>
                  </a:cubicBezTo>
                  <a:cubicBezTo>
                    <a:pt x="125881" y="173006"/>
                    <a:pt x="102878" y="167899"/>
                    <a:pt x="88820" y="158961"/>
                  </a:cubicBezTo>
                  <a:lnTo>
                    <a:pt x="88820" y="166622"/>
                  </a:lnTo>
                  <a:cubicBezTo>
                    <a:pt x="87542" y="174921"/>
                    <a:pt x="107351" y="186412"/>
                    <a:pt x="141856" y="187689"/>
                  </a:cubicBezTo>
                  <a:close/>
                  <a:moveTo>
                    <a:pt x="227482" y="284087"/>
                  </a:moveTo>
                  <a:cubicBezTo>
                    <a:pt x="187864" y="284087"/>
                    <a:pt x="155276" y="251529"/>
                    <a:pt x="155276" y="211948"/>
                  </a:cubicBezTo>
                  <a:cubicBezTo>
                    <a:pt x="155276" y="172368"/>
                    <a:pt x="187864" y="139809"/>
                    <a:pt x="227482" y="139809"/>
                  </a:cubicBezTo>
                  <a:cubicBezTo>
                    <a:pt x="267100" y="139809"/>
                    <a:pt x="299688" y="172368"/>
                    <a:pt x="299688" y="211948"/>
                  </a:cubicBezTo>
                  <a:cubicBezTo>
                    <a:pt x="299688" y="251529"/>
                    <a:pt x="267100" y="284087"/>
                    <a:pt x="227482" y="284087"/>
                  </a:cubicBezTo>
                  <a:close/>
                </a:path>
              </a:pathLst>
            </a:custGeom>
            <a:grpFill/>
            <a:ln w="6390" cap="flat">
              <a:noFill/>
              <a:prstDash val="solid"/>
              <a:miter/>
            </a:ln>
          </p:spPr>
          <p:txBody>
            <a:bodyPr rtlCol="0" anchor="ctr"/>
            <a:lstStyle/>
            <a:p>
              <a:endParaRPr lang="en-US"/>
            </a:p>
          </p:txBody>
        </p:sp>
      </p:grpSp>
      <p:sp>
        <p:nvSpPr>
          <p:cNvPr id="67" name="Graphic 4">
            <a:extLst>
              <a:ext uri="{FF2B5EF4-FFF2-40B4-BE49-F238E27FC236}">
                <a16:creationId xmlns:a16="http://schemas.microsoft.com/office/drawing/2014/main" id="{5616B381-6E05-8822-7F07-74CC6CF06DB1}"/>
              </a:ext>
            </a:extLst>
          </p:cNvPr>
          <p:cNvSpPr/>
          <p:nvPr/>
        </p:nvSpPr>
        <p:spPr>
          <a:xfrm>
            <a:off x="9183998" y="3270084"/>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92654 w 361670"/>
              <a:gd name="connsiteY5" fmla="*/ 261105 h 361333"/>
              <a:gd name="connsiteX6" fmla="*/ 86264 w 361670"/>
              <a:gd name="connsiteY6" fmla="*/ 267489 h 361333"/>
              <a:gd name="connsiteX7" fmla="*/ 79874 w 361670"/>
              <a:gd name="connsiteY7" fmla="*/ 261105 h 361333"/>
              <a:gd name="connsiteX8" fmla="*/ 79874 w 361670"/>
              <a:gd name="connsiteY8" fmla="*/ 246422 h 361333"/>
              <a:gd name="connsiteX9" fmla="*/ 86264 w 361670"/>
              <a:gd name="connsiteY9" fmla="*/ 240038 h 361333"/>
              <a:gd name="connsiteX10" fmla="*/ 92654 w 361670"/>
              <a:gd name="connsiteY10" fmla="*/ 246422 h 361333"/>
              <a:gd name="connsiteX11" fmla="*/ 92654 w 361670"/>
              <a:gd name="connsiteY11" fmla="*/ 261105 h 361333"/>
              <a:gd name="connsiteX12" fmla="*/ 122048 w 361670"/>
              <a:gd name="connsiteY12" fmla="*/ 261105 h 361333"/>
              <a:gd name="connsiteX13" fmla="*/ 115658 w 361670"/>
              <a:gd name="connsiteY13" fmla="*/ 267489 h 361333"/>
              <a:gd name="connsiteX14" fmla="*/ 109268 w 361670"/>
              <a:gd name="connsiteY14" fmla="*/ 261105 h 361333"/>
              <a:gd name="connsiteX15" fmla="*/ 109268 w 361670"/>
              <a:gd name="connsiteY15" fmla="*/ 231739 h 361333"/>
              <a:gd name="connsiteX16" fmla="*/ 115658 w 361670"/>
              <a:gd name="connsiteY16" fmla="*/ 225355 h 361333"/>
              <a:gd name="connsiteX17" fmla="*/ 122048 w 361670"/>
              <a:gd name="connsiteY17" fmla="*/ 231739 h 361333"/>
              <a:gd name="connsiteX18" fmla="*/ 122048 w 361670"/>
              <a:gd name="connsiteY18" fmla="*/ 261105 h 361333"/>
              <a:gd name="connsiteX19" fmla="*/ 150802 w 361670"/>
              <a:gd name="connsiteY19" fmla="*/ 261105 h 361333"/>
              <a:gd name="connsiteX20" fmla="*/ 144412 w 361670"/>
              <a:gd name="connsiteY20" fmla="*/ 267489 h 361333"/>
              <a:gd name="connsiteX21" fmla="*/ 138022 w 361670"/>
              <a:gd name="connsiteY21" fmla="*/ 261105 h 361333"/>
              <a:gd name="connsiteX22" fmla="*/ 138022 w 361670"/>
              <a:gd name="connsiteY22" fmla="*/ 210033 h 361333"/>
              <a:gd name="connsiteX23" fmla="*/ 144412 w 361670"/>
              <a:gd name="connsiteY23" fmla="*/ 203649 h 361333"/>
              <a:gd name="connsiteX24" fmla="*/ 150802 w 361670"/>
              <a:gd name="connsiteY24" fmla="*/ 210033 h 361333"/>
              <a:gd name="connsiteX25" fmla="*/ 150802 w 361670"/>
              <a:gd name="connsiteY25" fmla="*/ 261105 h 361333"/>
              <a:gd name="connsiteX26" fmla="*/ 180196 w 361670"/>
              <a:gd name="connsiteY26" fmla="*/ 261105 h 361333"/>
              <a:gd name="connsiteX27" fmla="*/ 173806 w 361670"/>
              <a:gd name="connsiteY27" fmla="*/ 267489 h 361333"/>
              <a:gd name="connsiteX28" fmla="*/ 167416 w 361670"/>
              <a:gd name="connsiteY28" fmla="*/ 261105 h 361333"/>
              <a:gd name="connsiteX29" fmla="*/ 167416 w 361670"/>
              <a:gd name="connsiteY29" fmla="*/ 203011 h 361333"/>
              <a:gd name="connsiteX30" fmla="*/ 173806 w 361670"/>
              <a:gd name="connsiteY30" fmla="*/ 196627 h 361333"/>
              <a:gd name="connsiteX31" fmla="*/ 180196 w 361670"/>
              <a:gd name="connsiteY31" fmla="*/ 203011 h 361333"/>
              <a:gd name="connsiteX32" fmla="*/ 180196 w 361670"/>
              <a:gd name="connsiteY32" fmla="*/ 261105 h 361333"/>
              <a:gd name="connsiteX33" fmla="*/ 208951 w 361670"/>
              <a:gd name="connsiteY33" fmla="*/ 261105 h 361333"/>
              <a:gd name="connsiteX34" fmla="*/ 202561 w 361670"/>
              <a:gd name="connsiteY34" fmla="*/ 267489 h 361333"/>
              <a:gd name="connsiteX35" fmla="*/ 196171 w 361670"/>
              <a:gd name="connsiteY35" fmla="*/ 261105 h 361333"/>
              <a:gd name="connsiteX36" fmla="*/ 196171 w 361670"/>
              <a:gd name="connsiteY36" fmla="*/ 203011 h 361333"/>
              <a:gd name="connsiteX37" fmla="*/ 202561 w 361670"/>
              <a:gd name="connsiteY37" fmla="*/ 196627 h 361333"/>
              <a:gd name="connsiteX38" fmla="*/ 208951 w 361670"/>
              <a:gd name="connsiteY38" fmla="*/ 203011 h 361333"/>
              <a:gd name="connsiteX39" fmla="*/ 208951 w 361670"/>
              <a:gd name="connsiteY39" fmla="*/ 261105 h 361333"/>
              <a:gd name="connsiteX40" fmla="*/ 238345 w 361670"/>
              <a:gd name="connsiteY40" fmla="*/ 261105 h 361333"/>
              <a:gd name="connsiteX41" fmla="*/ 231955 w 361670"/>
              <a:gd name="connsiteY41" fmla="*/ 267489 h 361333"/>
              <a:gd name="connsiteX42" fmla="*/ 225565 w 361670"/>
              <a:gd name="connsiteY42" fmla="*/ 261105 h 361333"/>
              <a:gd name="connsiteX43" fmla="*/ 225565 w 361670"/>
              <a:gd name="connsiteY43" fmla="*/ 181305 h 361333"/>
              <a:gd name="connsiteX44" fmla="*/ 231955 w 361670"/>
              <a:gd name="connsiteY44" fmla="*/ 174921 h 361333"/>
              <a:gd name="connsiteX45" fmla="*/ 238345 w 361670"/>
              <a:gd name="connsiteY45" fmla="*/ 181305 h 361333"/>
              <a:gd name="connsiteX46" fmla="*/ 238345 w 361670"/>
              <a:gd name="connsiteY46" fmla="*/ 261105 h 361333"/>
              <a:gd name="connsiteX47" fmla="*/ 267099 w 361670"/>
              <a:gd name="connsiteY47" fmla="*/ 261105 h 361333"/>
              <a:gd name="connsiteX48" fmla="*/ 260709 w 361670"/>
              <a:gd name="connsiteY48" fmla="*/ 267489 h 361333"/>
              <a:gd name="connsiteX49" fmla="*/ 254319 w 361670"/>
              <a:gd name="connsiteY49" fmla="*/ 261105 h 361333"/>
              <a:gd name="connsiteX50" fmla="*/ 254319 w 361670"/>
              <a:gd name="connsiteY50" fmla="*/ 159600 h 361333"/>
              <a:gd name="connsiteX51" fmla="*/ 260709 w 361670"/>
              <a:gd name="connsiteY51" fmla="*/ 153216 h 361333"/>
              <a:gd name="connsiteX52" fmla="*/ 267099 w 361670"/>
              <a:gd name="connsiteY52" fmla="*/ 159600 h 361333"/>
              <a:gd name="connsiteX53" fmla="*/ 267099 w 361670"/>
              <a:gd name="connsiteY53" fmla="*/ 261105 h 361333"/>
              <a:gd name="connsiteX54" fmla="*/ 281796 w 361670"/>
              <a:gd name="connsiteY54" fmla="*/ 130233 h 361333"/>
              <a:gd name="connsiteX55" fmla="*/ 275406 w 361670"/>
              <a:gd name="connsiteY55" fmla="*/ 136617 h 361333"/>
              <a:gd name="connsiteX56" fmla="*/ 269016 w 361670"/>
              <a:gd name="connsiteY56" fmla="*/ 130233 h 361333"/>
              <a:gd name="connsiteX57" fmla="*/ 269016 w 361670"/>
              <a:gd name="connsiteY57" fmla="*/ 116827 h 361333"/>
              <a:gd name="connsiteX58" fmla="*/ 207034 w 361670"/>
              <a:gd name="connsiteY58" fmla="*/ 178752 h 361333"/>
              <a:gd name="connsiteX59" fmla="*/ 202561 w 361670"/>
              <a:gd name="connsiteY59" fmla="*/ 180667 h 361333"/>
              <a:gd name="connsiteX60" fmla="*/ 146329 w 361670"/>
              <a:gd name="connsiteY60" fmla="*/ 180667 h 361333"/>
              <a:gd name="connsiteX61" fmla="*/ 90098 w 361670"/>
              <a:gd name="connsiteY61" fmla="*/ 222801 h 361333"/>
              <a:gd name="connsiteX62" fmla="*/ 86264 w 361670"/>
              <a:gd name="connsiteY62" fmla="*/ 224078 h 361333"/>
              <a:gd name="connsiteX63" fmla="*/ 81152 w 361670"/>
              <a:gd name="connsiteY63" fmla="*/ 221524 h 361333"/>
              <a:gd name="connsiteX64" fmla="*/ 82430 w 361670"/>
              <a:gd name="connsiteY64" fmla="*/ 212587 h 361333"/>
              <a:gd name="connsiteX65" fmla="*/ 140579 w 361670"/>
              <a:gd name="connsiteY65" fmla="*/ 169176 h 361333"/>
              <a:gd name="connsiteX66" fmla="*/ 144412 w 361670"/>
              <a:gd name="connsiteY66" fmla="*/ 167899 h 361333"/>
              <a:gd name="connsiteX67" fmla="*/ 200005 w 361670"/>
              <a:gd name="connsiteY67" fmla="*/ 167899 h 361333"/>
              <a:gd name="connsiteX68" fmla="*/ 260071 w 361670"/>
              <a:gd name="connsiteY68" fmla="*/ 107889 h 361333"/>
              <a:gd name="connsiteX69" fmla="*/ 246651 w 361670"/>
              <a:gd name="connsiteY69" fmla="*/ 107889 h 361333"/>
              <a:gd name="connsiteX70" fmla="*/ 240261 w 361670"/>
              <a:gd name="connsiteY70" fmla="*/ 101505 h 361333"/>
              <a:gd name="connsiteX71" fmla="*/ 246651 w 361670"/>
              <a:gd name="connsiteY71" fmla="*/ 95121 h 361333"/>
              <a:gd name="connsiteX72" fmla="*/ 276045 w 361670"/>
              <a:gd name="connsiteY72" fmla="*/ 95121 h 361333"/>
              <a:gd name="connsiteX73" fmla="*/ 278601 w 361670"/>
              <a:gd name="connsiteY73" fmla="*/ 95760 h 361333"/>
              <a:gd name="connsiteX74" fmla="*/ 281796 w 361670"/>
              <a:gd name="connsiteY74" fmla="*/ 98952 h 361333"/>
              <a:gd name="connsiteX75" fmla="*/ 282435 w 361670"/>
              <a:gd name="connsiteY75" fmla="*/ 101505 h 361333"/>
              <a:gd name="connsiteX76" fmla="*/ 282435 w 361670"/>
              <a:gd name="connsiteY76" fmla="*/ 13023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61670" h="361333">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1670" y="81077"/>
                  <a:pt x="280518" y="0"/>
                  <a:pt x="180835" y="0"/>
                </a:cubicBezTo>
                <a:close/>
                <a:moveTo>
                  <a:pt x="92654" y="261105"/>
                </a:moveTo>
                <a:cubicBezTo>
                  <a:pt x="92654" y="264935"/>
                  <a:pt x="90098" y="267489"/>
                  <a:pt x="86264" y="267489"/>
                </a:cubicBezTo>
                <a:cubicBezTo>
                  <a:pt x="82430" y="267489"/>
                  <a:pt x="79874" y="264935"/>
                  <a:pt x="79874" y="261105"/>
                </a:cubicBezTo>
                <a:lnTo>
                  <a:pt x="79874" y="246422"/>
                </a:lnTo>
                <a:cubicBezTo>
                  <a:pt x="79874" y="242591"/>
                  <a:pt x="82430" y="240038"/>
                  <a:pt x="86264" y="240038"/>
                </a:cubicBezTo>
                <a:cubicBezTo>
                  <a:pt x="90098" y="240038"/>
                  <a:pt x="92654" y="242591"/>
                  <a:pt x="92654" y="246422"/>
                </a:cubicBezTo>
                <a:lnTo>
                  <a:pt x="92654" y="261105"/>
                </a:lnTo>
                <a:close/>
                <a:moveTo>
                  <a:pt x="122048" y="261105"/>
                </a:moveTo>
                <a:cubicBezTo>
                  <a:pt x="122048" y="264935"/>
                  <a:pt x="119492" y="267489"/>
                  <a:pt x="115658" y="267489"/>
                </a:cubicBezTo>
                <a:cubicBezTo>
                  <a:pt x="111824" y="267489"/>
                  <a:pt x="109268" y="264935"/>
                  <a:pt x="109268" y="261105"/>
                </a:cubicBezTo>
                <a:lnTo>
                  <a:pt x="109268" y="231739"/>
                </a:lnTo>
                <a:cubicBezTo>
                  <a:pt x="109268" y="227908"/>
                  <a:pt x="111824" y="225355"/>
                  <a:pt x="115658" y="225355"/>
                </a:cubicBezTo>
                <a:cubicBezTo>
                  <a:pt x="119492" y="225355"/>
                  <a:pt x="122048" y="227908"/>
                  <a:pt x="122048" y="231739"/>
                </a:cubicBezTo>
                <a:lnTo>
                  <a:pt x="122048" y="261105"/>
                </a:lnTo>
                <a:close/>
                <a:moveTo>
                  <a:pt x="150802" y="261105"/>
                </a:moveTo>
                <a:cubicBezTo>
                  <a:pt x="150802" y="264935"/>
                  <a:pt x="148247" y="267489"/>
                  <a:pt x="144412" y="267489"/>
                </a:cubicBezTo>
                <a:cubicBezTo>
                  <a:pt x="140579" y="267489"/>
                  <a:pt x="138022" y="264935"/>
                  <a:pt x="138022" y="261105"/>
                </a:cubicBezTo>
                <a:lnTo>
                  <a:pt x="138022" y="210033"/>
                </a:lnTo>
                <a:cubicBezTo>
                  <a:pt x="138022" y="206203"/>
                  <a:pt x="140579" y="203649"/>
                  <a:pt x="144412" y="203649"/>
                </a:cubicBezTo>
                <a:cubicBezTo>
                  <a:pt x="148247" y="203649"/>
                  <a:pt x="150802" y="206203"/>
                  <a:pt x="150802" y="210033"/>
                </a:cubicBezTo>
                <a:lnTo>
                  <a:pt x="150802" y="261105"/>
                </a:lnTo>
                <a:close/>
                <a:moveTo>
                  <a:pt x="180196" y="261105"/>
                </a:moveTo>
                <a:cubicBezTo>
                  <a:pt x="180196" y="264935"/>
                  <a:pt x="177640" y="267489"/>
                  <a:pt x="173806" y="267489"/>
                </a:cubicBezTo>
                <a:cubicBezTo>
                  <a:pt x="169972" y="267489"/>
                  <a:pt x="167416" y="264935"/>
                  <a:pt x="167416" y="261105"/>
                </a:cubicBezTo>
                <a:lnTo>
                  <a:pt x="167416" y="203011"/>
                </a:lnTo>
                <a:cubicBezTo>
                  <a:pt x="167416" y="199180"/>
                  <a:pt x="169972" y="196627"/>
                  <a:pt x="173806" y="196627"/>
                </a:cubicBezTo>
                <a:cubicBezTo>
                  <a:pt x="177640" y="196627"/>
                  <a:pt x="180196" y="199180"/>
                  <a:pt x="180196" y="203011"/>
                </a:cubicBezTo>
                <a:lnTo>
                  <a:pt x="180196" y="261105"/>
                </a:lnTo>
                <a:close/>
                <a:moveTo>
                  <a:pt x="208951" y="261105"/>
                </a:moveTo>
                <a:cubicBezTo>
                  <a:pt x="208951" y="264935"/>
                  <a:pt x="206395" y="267489"/>
                  <a:pt x="202561" y="267489"/>
                </a:cubicBezTo>
                <a:cubicBezTo>
                  <a:pt x="198727" y="267489"/>
                  <a:pt x="196171" y="264935"/>
                  <a:pt x="196171" y="261105"/>
                </a:cubicBezTo>
                <a:lnTo>
                  <a:pt x="196171" y="203011"/>
                </a:lnTo>
                <a:cubicBezTo>
                  <a:pt x="196171" y="199180"/>
                  <a:pt x="198727" y="196627"/>
                  <a:pt x="202561" y="196627"/>
                </a:cubicBezTo>
                <a:cubicBezTo>
                  <a:pt x="206395" y="196627"/>
                  <a:pt x="208951" y="199180"/>
                  <a:pt x="208951" y="203011"/>
                </a:cubicBezTo>
                <a:lnTo>
                  <a:pt x="208951" y="261105"/>
                </a:lnTo>
                <a:close/>
                <a:moveTo>
                  <a:pt x="238345" y="261105"/>
                </a:moveTo>
                <a:cubicBezTo>
                  <a:pt x="238345" y="264935"/>
                  <a:pt x="235788" y="267489"/>
                  <a:pt x="231955" y="267489"/>
                </a:cubicBezTo>
                <a:cubicBezTo>
                  <a:pt x="228121" y="267489"/>
                  <a:pt x="225565" y="264935"/>
                  <a:pt x="225565" y="261105"/>
                </a:cubicBezTo>
                <a:lnTo>
                  <a:pt x="225565" y="181305"/>
                </a:lnTo>
                <a:cubicBezTo>
                  <a:pt x="225565" y="177475"/>
                  <a:pt x="228121" y="174921"/>
                  <a:pt x="231955" y="174921"/>
                </a:cubicBezTo>
                <a:cubicBezTo>
                  <a:pt x="235788" y="174921"/>
                  <a:pt x="238345" y="177475"/>
                  <a:pt x="238345" y="181305"/>
                </a:cubicBezTo>
                <a:lnTo>
                  <a:pt x="238345" y="261105"/>
                </a:lnTo>
                <a:close/>
                <a:moveTo>
                  <a:pt x="267099" y="261105"/>
                </a:moveTo>
                <a:cubicBezTo>
                  <a:pt x="267099" y="264935"/>
                  <a:pt x="264543" y="267489"/>
                  <a:pt x="260709" y="267489"/>
                </a:cubicBezTo>
                <a:cubicBezTo>
                  <a:pt x="256876" y="267489"/>
                  <a:pt x="254319" y="264935"/>
                  <a:pt x="254319" y="261105"/>
                </a:cubicBezTo>
                <a:lnTo>
                  <a:pt x="254319" y="159600"/>
                </a:lnTo>
                <a:cubicBezTo>
                  <a:pt x="254319" y="155769"/>
                  <a:pt x="256876" y="153216"/>
                  <a:pt x="260709" y="153216"/>
                </a:cubicBezTo>
                <a:cubicBezTo>
                  <a:pt x="264543" y="153216"/>
                  <a:pt x="267099" y="155769"/>
                  <a:pt x="267099" y="159600"/>
                </a:cubicBezTo>
                <a:lnTo>
                  <a:pt x="267099" y="261105"/>
                </a:lnTo>
                <a:close/>
                <a:moveTo>
                  <a:pt x="281796" y="130233"/>
                </a:moveTo>
                <a:cubicBezTo>
                  <a:pt x="281796" y="134064"/>
                  <a:pt x="279240" y="136617"/>
                  <a:pt x="275406" y="136617"/>
                </a:cubicBezTo>
                <a:cubicBezTo>
                  <a:pt x="271572" y="136617"/>
                  <a:pt x="269016" y="134064"/>
                  <a:pt x="269016" y="130233"/>
                </a:cubicBezTo>
                <a:lnTo>
                  <a:pt x="269016" y="116827"/>
                </a:lnTo>
                <a:lnTo>
                  <a:pt x="207034" y="178752"/>
                </a:lnTo>
                <a:cubicBezTo>
                  <a:pt x="205756" y="180028"/>
                  <a:pt x="204478" y="180667"/>
                  <a:pt x="202561" y="180667"/>
                </a:cubicBezTo>
                <a:lnTo>
                  <a:pt x="146329" y="180667"/>
                </a:lnTo>
                <a:lnTo>
                  <a:pt x="90098" y="222801"/>
                </a:lnTo>
                <a:cubicBezTo>
                  <a:pt x="88820" y="223439"/>
                  <a:pt x="87542" y="224078"/>
                  <a:pt x="86264" y="224078"/>
                </a:cubicBezTo>
                <a:cubicBezTo>
                  <a:pt x="84347" y="224078"/>
                  <a:pt x="82430" y="223439"/>
                  <a:pt x="81152" y="221524"/>
                </a:cubicBezTo>
                <a:cubicBezTo>
                  <a:pt x="79235" y="218971"/>
                  <a:pt x="79874" y="214502"/>
                  <a:pt x="82430" y="212587"/>
                </a:cubicBezTo>
                <a:lnTo>
                  <a:pt x="140579" y="169176"/>
                </a:lnTo>
                <a:cubicBezTo>
                  <a:pt x="141857" y="168537"/>
                  <a:pt x="143134" y="167899"/>
                  <a:pt x="144412" y="167899"/>
                </a:cubicBezTo>
                <a:lnTo>
                  <a:pt x="200005" y="167899"/>
                </a:lnTo>
                <a:lnTo>
                  <a:pt x="260071" y="107889"/>
                </a:lnTo>
                <a:lnTo>
                  <a:pt x="246651" y="107889"/>
                </a:lnTo>
                <a:cubicBezTo>
                  <a:pt x="242818" y="107889"/>
                  <a:pt x="240261" y="105336"/>
                  <a:pt x="240261" y="101505"/>
                </a:cubicBezTo>
                <a:cubicBezTo>
                  <a:pt x="240261" y="97675"/>
                  <a:pt x="242818" y="95121"/>
                  <a:pt x="246651" y="95121"/>
                </a:cubicBezTo>
                <a:lnTo>
                  <a:pt x="276045" y="95121"/>
                </a:lnTo>
                <a:cubicBezTo>
                  <a:pt x="276684" y="95121"/>
                  <a:pt x="277962" y="95121"/>
                  <a:pt x="278601" y="95760"/>
                </a:cubicBezTo>
                <a:cubicBezTo>
                  <a:pt x="279879" y="96398"/>
                  <a:pt x="281157" y="97675"/>
                  <a:pt x="281796" y="98952"/>
                </a:cubicBezTo>
                <a:cubicBezTo>
                  <a:pt x="282435" y="99590"/>
                  <a:pt x="282435" y="100867"/>
                  <a:pt x="282435" y="101505"/>
                </a:cubicBezTo>
                <a:lnTo>
                  <a:pt x="282435" y="130233"/>
                </a:lnTo>
                <a:close/>
              </a:path>
            </a:pathLst>
          </a:custGeom>
          <a:solidFill>
            <a:srgbClr val="004F59"/>
          </a:solidFill>
          <a:ln w="6390" cap="flat">
            <a:noFill/>
            <a:prstDash val="solid"/>
            <a:miter/>
          </a:ln>
        </p:spPr>
        <p:txBody>
          <a:bodyPr rtlCol="0" anchor="ctr"/>
          <a:lstStyle/>
          <a:p>
            <a:endParaRPr lang="en-US"/>
          </a:p>
        </p:txBody>
      </p:sp>
      <p:grpSp>
        <p:nvGrpSpPr>
          <p:cNvPr id="68" name="Graphic 4">
            <a:extLst>
              <a:ext uri="{FF2B5EF4-FFF2-40B4-BE49-F238E27FC236}">
                <a16:creationId xmlns:a16="http://schemas.microsoft.com/office/drawing/2014/main" id="{F9FD1EE7-EA82-2A1E-9F22-9E1117C0E233}"/>
              </a:ext>
            </a:extLst>
          </p:cNvPr>
          <p:cNvGrpSpPr/>
          <p:nvPr/>
        </p:nvGrpSpPr>
        <p:grpSpPr>
          <a:xfrm>
            <a:off x="10655847" y="3270083"/>
            <a:ext cx="361670" cy="361333"/>
            <a:chOff x="8239823" y="4792617"/>
            <a:chExt cx="361670" cy="361333"/>
          </a:xfrm>
          <a:solidFill>
            <a:srgbClr val="004F59"/>
          </a:solidFill>
        </p:grpSpPr>
        <p:sp>
          <p:nvSpPr>
            <p:cNvPr id="69" name="Graphic 4">
              <a:extLst>
                <a:ext uri="{FF2B5EF4-FFF2-40B4-BE49-F238E27FC236}">
                  <a16:creationId xmlns:a16="http://schemas.microsoft.com/office/drawing/2014/main" id="{0E135400-60D0-6D4D-8EB8-D36DE2B92915}"/>
                </a:ext>
              </a:extLst>
            </p:cNvPr>
            <p:cNvSpPr/>
            <p:nvPr/>
          </p:nvSpPr>
          <p:spPr>
            <a:xfrm>
              <a:off x="8372734" y="5014780"/>
              <a:ext cx="38339" cy="29366"/>
            </a:xfrm>
            <a:custGeom>
              <a:avLst/>
              <a:gdLst>
                <a:gd name="connsiteX0" fmla="*/ 19170 w 38339"/>
                <a:gd name="connsiteY0" fmla="*/ 24897 h 29366"/>
                <a:gd name="connsiteX1" fmla="*/ 23642 w 38339"/>
                <a:gd name="connsiteY1" fmla="*/ 21705 h 29366"/>
                <a:gd name="connsiteX2" fmla="*/ 31310 w 38339"/>
                <a:gd name="connsiteY2" fmla="*/ 14683 h 29366"/>
                <a:gd name="connsiteX3" fmla="*/ 35783 w 38339"/>
                <a:gd name="connsiteY3" fmla="*/ 9576 h 29366"/>
                <a:gd name="connsiteX4" fmla="*/ 38340 w 38339"/>
                <a:gd name="connsiteY4" fmla="*/ 5107 h 29366"/>
                <a:gd name="connsiteX5" fmla="*/ 38340 w 38339"/>
                <a:gd name="connsiteY5" fmla="*/ 3192 h 29366"/>
                <a:gd name="connsiteX6" fmla="*/ 32589 w 38339"/>
                <a:gd name="connsiteY6" fmla="*/ 0 h 29366"/>
                <a:gd name="connsiteX7" fmla="*/ 31950 w 38339"/>
                <a:gd name="connsiteY7" fmla="*/ 0 h 29366"/>
                <a:gd name="connsiteX8" fmla="*/ 0 w 38339"/>
                <a:gd name="connsiteY8" fmla="*/ 26812 h 29366"/>
                <a:gd name="connsiteX9" fmla="*/ 12780 w 38339"/>
                <a:gd name="connsiteY9" fmla="*/ 29366 h 29366"/>
                <a:gd name="connsiteX10" fmla="*/ 19170 w 38339"/>
                <a:gd name="connsiteY10" fmla="*/ 24897 h 29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339" h="29366">
                  <a:moveTo>
                    <a:pt x="19170" y="24897"/>
                  </a:moveTo>
                  <a:cubicBezTo>
                    <a:pt x="20447" y="23620"/>
                    <a:pt x="21725" y="22982"/>
                    <a:pt x="23642" y="21705"/>
                  </a:cubicBezTo>
                  <a:lnTo>
                    <a:pt x="31310" y="14683"/>
                  </a:lnTo>
                  <a:cubicBezTo>
                    <a:pt x="32589" y="13406"/>
                    <a:pt x="34505" y="11491"/>
                    <a:pt x="35783" y="9576"/>
                  </a:cubicBezTo>
                  <a:cubicBezTo>
                    <a:pt x="35783" y="7660"/>
                    <a:pt x="37061" y="6384"/>
                    <a:pt x="38340" y="5107"/>
                  </a:cubicBezTo>
                  <a:cubicBezTo>
                    <a:pt x="38340" y="4468"/>
                    <a:pt x="38340" y="3830"/>
                    <a:pt x="38340" y="3192"/>
                  </a:cubicBezTo>
                  <a:cubicBezTo>
                    <a:pt x="35783" y="638"/>
                    <a:pt x="33866" y="0"/>
                    <a:pt x="32589" y="0"/>
                  </a:cubicBezTo>
                  <a:cubicBezTo>
                    <a:pt x="32589" y="0"/>
                    <a:pt x="32589" y="0"/>
                    <a:pt x="31950" y="0"/>
                  </a:cubicBezTo>
                  <a:lnTo>
                    <a:pt x="0" y="26812"/>
                  </a:lnTo>
                  <a:cubicBezTo>
                    <a:pt x="3195" y="28089"/>
                    <a:pt x="10863" y="29366"/>
                    <a:pt x="12780" y="29366"/>
                  </a:cubicBezTo>
                  <a:cubicBezTo>
                    <a:pt x="13419" y="29366"/>
                    <a:pt x="17253" y="26812"/>
                    <a:pt x="19170" y="24897"/>
                  </a:cubicBezTo>
                  <a:close/>
                </a:path>
              </a:pathLst>
            </a:custGeom>
            <a:grpFill/>
            <a:ln w="6390" cap="flat">
              <a:noFill/>
              <a:prstDash val="solid"/>
              <a:miter/>
            </a:ln>
          </p:spPr>
          <p:txBody>
            <a:bodyPr rtlCol="0" anchor="ctr"/>
            <a:lstStyle/>
            <a:p>
              <a:endParaRPr lang="en-US"/>
            </a:p>
          </p:txBody>
        </p:sp>
        <p:sp>
          <p:nvSpPr>
            <p:cNvPr id="70" name="Graphic 4">
              <a:extLst>
                <a:ext uri="{FF2B5EF4-FFF2-40B4-BE49-F238E27FC236}">
                  <a16:creationId xmlns:a16="http://schemas.microsoft.com/office/drawing/2014/main" id="{100E4D28-B82A-F836-44CD-F07BC0236462}"/>
                </a:ext>
              </a:extLst>
            </p:cNvPr>
            <p:cNvSpPr/>
            <p:nvPr/>
          </p:nvSpPr>
          <p:spPr>
            <a:xfrm>
              <a:off x="8347075" y="4989907"/>
              <a:ext cx="55447" cy="44746"/>
            </a:xfrm>
            <a:custGeom>
              <a:avLst/>
              <a:gdLst>
                <a:gd name="connsiteX0" fmla="*/ 14157 w 55447"/>
                <a:gd name="connsiteY0" fmla="*/ 44664 h 44746"/>
                <a:gd name="connsiteX1" fmla="*/ 51219 w 55447"/>
                <a:gd name="connsiteY1" fmla="*/ 13382 h 44746"/>
                <a:gd name="connsiteX2" fmla="*/ 51857 w 55447"/>
                <a:gd name="connsiteY2" fmla="*/ 12744 h 44746"/>
                <a:gd name="connsiteX3" fmla="*/ 52496 w 55447"/>
                <a:gd name="connsiteY3" fmla="*/ 12106 h 44746"/>
                <a:gd name="connsiteX4" fmla="*/ 53774 w 55447"/>
                <a:gd name="connsiteY4" fmla="*/ 2530 h 44746"/>
                <a:gd name="connsiteX5" fmla="*/ 44189 w 55447"/>
                <a:gd name="connsiteY5" fmla="*/ 1891 h 44746"/>
                <a:gd name="connsiteX6" fmla="*/ 36521 w 55447"/>
                <a:gd name="connsiteY6" fmla="*/ 6998 h 44746"/>
                <a:gd name="connsiteX7" fmla="*/ 35883 w 55447"/>
                <a:gd name="connsiteY7" fmla="*/ 7637 h 44746"/>
                <a:gd name="connsiteX8" fmla="*/ 3294 w 55447"/>
                <a:gd name="connsiteY8" fmla="*/ 34450 h 44746"/>
                <a:gd name="connsiteX9" fmla="*/ 738 w 55447"/>
                <a:gd name="connsiteY9" fmla="*/ 36365 h 44746"/>
                <a:gd name="connsiteX10" fmla="*/ 738 w 55447"/>
                <a:gd name="connsiteY10" fmla="*/ 36365 h 44746"/>
                <a:gd name="connsiteX11" fmla="*/ 738 w 55447"/>
                <a:gd name="connsiteY11" fmla="*/ 39557 h 44746"/>
                <a:gd name="connsiteX12" fmla="*/ 14157 w 55447"/>
                <a:gd name="connsiteY12" fmla="*/ 44664 h 4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447" h="44746">
                  <a:moveTo>
                    <a:pt x="14157" y="44664"/>
                  </a:moveTo>
                  <a:lnTo>
                    <a:pt x="51219" y="13382"/>
                  </a:lnTo>
                  <a:cubicBezTo>
                    <a:pt x="51219" y="13382"/>
                    <a:pt x="51219" y="13382"/>
                    <a:pt x="51857" y="12744"/>
                  </a:cubicBezTo>
                  <a:cubicBezTo>
                    <a:pt x="51857" y="12106"/>
                    <a:pt x="52496" y="12106"/>
                    <a:pt x="52496" y="12106"/>
                  </a:cubicBezTo>
                  <a:cubicBezTo>
                    <a:pt x="55052" y="9552"/>
                    <a:pt x="56969" y="5722"/>
                    <a:pt x="53774" y="2530"/>
                  </a:cubicBezTo>
                  <a:cubicBezTo>
                    <a:pt x="50579" y="-1939"/>
                    <a:pt x="46106" y="614"/>
                    <a:pt x="44189" y="1891"/>
                  </a:cubicBezTo>
                  <a:lnTo>
                    <a:pt x="36521" y="6998"/>
                  </a:lnTo>
                  <a:cubicBezTo>
                    <a:pt x="36521" y="6998"/>
                    <a:pt x="36521" y="6998"/>
                    <a:pt x="35883" y="7637"/>
                  </a:cubicBezTo>
                  <a:lnTo>
                    <a:pt x="3294" y="34450"/>
                  </a:lnTo>
                  <a:cubicBezTo>
                    <a:pt x="2655" y="35088"/>
                    <a:pt x="1377" y="35726"/>
                    <a:pt x="738" y="36365"/>
                  </a:cubicBezTo>
                  <a:cubicBezTo>
                    <a:pt x="738" y="36365"/>
                    <a:pt x="738" y="36365"/>
                    <a:pt x="738" y="36365"/>
                  </a:cubicBezTo>
                  <a:cubicBezTo>
                    <a:pt x="99" y="37003"/>
                    <a:pt x="-540" y="37642"/>
                    <a:pt x="738" y="39557"/>
                  </a:cubicBezTo>
                  <a:cubicBezTo>
                    <a:pt x="3294" y="42110"/>
                    <a:pt x="9684" y="45302"/>
                    <a:pt x="14157" y="44664"/>
                  </a:cubicBezTo>
                  <a:close/>
                </a:path>
              </a:pathLst>
            </a:custGeom>
            <a:grpFill/>
            <a:ln w="6390" cap="flat">
              <a:noFill/>
              <a:prstDash val="solid"/>
              <a:miter/>
            </a:ln>
          </p:spPr>
          <p:txBody>
            <a:bodyPr rtlCol="0" anchor="ctr"/>
            <a:lstStyle/>
            <a:p>
              <a:endParaRPr lang="en-US"/>
            </a:p>
          </p:txBody>
        </p:sp>
        <p:sp>
          <p:nvSpPr>
            <p:cNvPr id="79" name="Graphic 4">
              <a:extLst>
                <a:ext uri="{FF2B5EF4-FFF2-40B4-BE49-F238E27FC236}">
                  <a16:creationId xmlns:a16="http://schemas.microsoft.com/office/drawing/2014/main" id="{87125C26-8538-AF24-D9D6-2F24EFC9259D}"/>
                </a:ext>
              </a:extLst>
            </p:cNvPr>
            <p:cNvSpPr/>
            <p:nvPr/>
          </p:nvSpPr>
          <p:spPr>
            <a:xfrm>
              <a:off x="8329921" y="4983499"/>
              <a:ext cx="42173" cy="31571"/>
            </a:xfrm>
            <a:custGeom>
              <a:avLst/>
              <a:gdLst>
                <a:gd name="connsiteX0" fmla="*/ 10863 w 42173"/>
                <a:gd name="connsiteY0" fmla="*/ 31282 h 31571"/>
                <a:gd name="connsiteX1" fmla="*/ 11502 w 42173"/>
                <a:gd name="connsiteY1" fmla="*/ 30643 h 31571"/>
                <a:gd name="connsiteX2" fmla="*/ 11502 w 42173"/>
                <a:gd name="connsiteY2" fmla="*/ 30643 h 31571"/>
                <a:gd name="connsiteX3" fmla="*/ 42173 w 42173"/>
                <a:gd name="connsiteY3" fmla="*/ 5107 h 31571"/>
                <a:gd name="connsiteX4" fmla="*/ 42173 w 42173"/>
                <a:gd name="connsiteY4" fmla="*/ 5107 h 31571"/>
                <a:gd name="connsiteX5" fmla="*/ 40896 w 42173"/>
                <a:gd name="connsiteY5" fmla="*/ 3192 h 31571"/>
                <a:gd name="connsiteX6" fmla="*/ 35145 w 42173"/>
                <a:gd name="connsiteY6" fmla="*/ 0 h 31571"/>
                <a:gd name="connsiteX7" fmla="*/ 30033 w 42173"/>
                <a:gd name="connsiteY7" fmla="*/ 1915 h 31571"/>
                <a:gd name="connsiteX8" fmla="*/ 639 w 42173"/>
                <a:gd name="connsiteY8" fmla="*/ 21067 h 31571"/>
                <a:gd name="connsiteX9" fmla="*/ 0 w 42173"/>
                <a:gd name="connsiteY9" fmla="*/ 22982 h 31571"/>
                <a:gd name="connsiteX10" fmla="*/ 639 w 42173"/>
                <a:gd name="connsiteY10" fmla="*/ 26813 h 31571"/>
                <a:gd name="connsiteX11" fmla="*/ 10863 w 42173"/>
                <a:gd name="connsiteY11" fmla="*/ 31282 h 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173" h="31571">
                  <a:moveTo>
                    <a:pt x="10863" y="31282"/>
                  </a:moveTo>
                  <a:cubicBezTo>
                    <a:pt x="11502" y="31282"/>
                    <a:pt x="11502" y="31282"/>
                    <a:pt x="11502" y="30643"/>
                  </a:cubicBezTo>
                  <a:cubicBezTo>
                    <a:pt x="11502" y="30643"/>
                    <a:pt x="11502" y="30643"/>
                    <a:pt x="11502" y="30643"/>
                  </a:cubicBezTo>
                  <a:lnTo>
                    <a:pt x="42173" y="5107"/>
                  </a:lnTo>
                  <a:cubicBezTo>
                    <a:pt x="42173" y="5107"/>
                    <a:pt x="42173" y="5107"/>
                    <a:pt x="42173" y="5107"/>
                  </a:cubicBezTo>
                  <a:cubicBezTo>
                    <a:pt x="42173" y="4469"/>
                    <a:pt x="41535" y="3830"/>
                    <a:pt x="40896" y="3192"/>
                  </a:cubicBezTo>
                  <a:cubicBezTo>
                    <a:pt x="38978" y="638"/>
                    <a:pt x="37062" y="0"/>
                    <a:pt x="35145" y="0"/>
                  </a:cubicBezTo>
                  <a:cubicBezTo>
                    <a:pt x="33228" y="0"/>
                    <a:pt x="31311" y="1277"/>
                    <a:pt x="30033" y="1915"/>
                  </a:cubicBezTo>
                  <a:lnTo>
                    <a:pt x="639" y="21067"/>
                  </a:lnTo>
                  <a:cubicBezTo>
                    <a:pt x="639" y="21067"/>
                    <a:pt x="0" y="21706"/>
                    <a:pt x="0" y="22982"/>
                  </a:cubicBezTo>
                  <a:cubicBezTo>
                    <a:pt x="0" y="24259"/>
                    <a:pt x="0" y="26174"/>
                    <a:pt x="639" y="26813"/>
                  </a:cubicBezTo>
                  <a:cubicBezTo>
                    <a:pt x="5751" y="31920"/>
                    <a:pt x="9585" y="31920"/>
                    <a:pt x="10863" y="31282"/>
                  </a:cubicBezTo>
                  <a:close/>
                </a:path>
              </a:pathLst>
            </a:custGeom>
            <a:grpFill/>
            <a:ln w="6390" cap="flat">
              <a:noFill/>
              <a:prstDash val="solid"/>
              <a:miter/>
            </a:ln>
          </p:spPr>
          <p:txBody>
            <a:bodyPr rtlCol="0" anchor="ctr"/>
            <a:lstStyle/>
            <a:p>
              <a:endParaRPr lang="en-US"/>
            </a:p>
          </p:txBody>
        </p:sp>
        <p:sp>
          <p:nvSpPr>
            <p:cNvPr id="93" name="Graphic 4">
              <a:extLst>
                <a:ext uri="{FF2B5EF4-FFF2-40B4-BE49-F238E27FC236}">
                  <a16:creationId xmlns:a16="http://schemas.microsoft.com/office/drawing/2014/main" id="{63475E48-EF38-A9C3-E044-BB33B554F670}"/>
                </a:ext>
              </a:extLst>
            </p:cNvPr>
            <p:cNvSpPr/>
            <p:nvPr/>
          </p:nvSpPr>
          <p:spPr>
            <a:xfrm>
              <a:off x="8398933" y="5032017"/>
              <a:ext cx="24540" cy="21067"/>
            </a:xfrm>
            <a:custGeom>
              <a:avLst/>
              <a:gdLst>
                <a:gd name="connsiteX0" fmla="*/ 24281 w 24540"/>
                <a:gd name="connsiteY0" fmla="*/ 3192 h 21067"/>
                <a:gd name="connsiteX1" fmla="*/ 19170 w 24540"/>
                <a:gd name="connsiteY1" fmla="*/ 0 h 21067"/>
                <a:gd name="connsiteX2" fmla="*/ 13419 w 24540"/>
                <a:gd name="connsiteY2" fmla="*/ 6384 h 21067"/>
                <a:gd name="connsiteX3" fmla="*/ 5751 w 24540"/>
                <a:gd name="connsiteY3" fmla="*/ 14045 h 21067"/>
                <a:gd name="connsiteX4" fmla="*/ 5111 w 24540"/>
                <a:gd name="connsiteY4" fmla="*/ 14683 h 21067"/>
                <a:gd name="connsiteX5" fmla="*/ 1278 w 24540"/>
                <a:gd name="connsiteY5" fmla="*/ 17875 h 21067"/>
                <a:gd name="connsiteX6" fmla="*/ 0 w 24540"/>
                <a:gd name="connsiteY6" fmla="*/ 19152 h 21067"/>
                <a:gd name="connsiteX7" fmla="*/ 7668 w 24540"/>
                <a:gd name="connsiteY7" fmla="*/ 21067 h 21067"/>
                <a:gd name="connsiteX8" fmla="*/ 20447 w 24540"/>
                <a:gd name="connsiteY8" fmla="*/ 10215 h 21067"/>
                <a:gd name="connsiteX9" fmla="*/ 21086 w 24540"/>
                <a:gd name="connsiteY9" fmla="*/ 9576 h 21067"/>
                <a:gd name="connsiteX10" fmla="*/ 24281 w 24540"/>
                <a:gd name="connsiteY10" fmla="*/ 3192 h 2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540" h="21067">
                  <a:moveTo>
                    <a:pt x="24281" y="3192"/>
                  </a:moveTo>
                  <a:cubicBezTo>
                    <a:pt x="22365" y="1277"/>
                    <a:pt x="20447" y="639"/>
                    <a:pt x="19170" y="0"/>
                  </a:cubicBezTo>
                  <a:cubicBezTo>
                    <a:pt x="17253" y="2554"/>
                    <a:pt x="14696" y="5107"/>
                    <a:pt x="13419" y="6384"/>
                  </a:cubicBezTo>
                  <a:lnTo>
                    <a:pt x="5751" y="14045"/>
                  </a:lnTo>
                  <a:cubicBezTo>
                    <a:pt x="5751" y="14045"/>
                    <a:pt x="5111" y="14683"/>
                    <a:pt x="5111" y="14683"/>
                  </a:cubicBezTo>
                  <a:cubicBezTo>
                    <a:pt x="3834" y="15960"/>
                    <a:pt x="2556" y="16599"/>
                    <a:pt x="1278" y="17875"/>
                  </a:cubicBezTo>
                  <a:cubicBezTo>
                    <a:pt x="639" y="18514"/>
                    <a:pt x="0" y="18514"/>
                    <a:pt x="0" y="19152"/>
                  </a:cubicBezTo>
                  <a:cubicBezTo>
                    <a:pt x="1917" y="20429"/>
                    <a:pt x="4473" y="21067"/>
                    <a:pt x="7668" y="21067"/>
                  </a:cubicBezTo>
                  <a:cubicBezTo>
                    <a:pt x="8946" y="21067"/>
                    <a:pt x="12141" y="19152"/>
                    <a:pt x="20447" y="10215"/>
                  </a:cubicBezTo>
                  <a:lnTo>
                    <a:pt x="21086" y="9576"/>
                  </a:lnTo>
                  <a:cubicBezTo>
                    <a:pt x="21726" y="8299"/>
                    <a:pt x="25560" y="4469"/>
                    <a:pt x="24281" y="3192"/>
                  </a:cubicBezTo>
                  <a:close/>
                </a:path>
              </a:pathLst>
            </a:custGeom>
            <a:grpFill/>
            <a:ln w="6390" cap="flat">
              <a:noFill/>
              <a:prstDash val="solid"/>
              <a:miter/>
            </a:ln>
          </p:spPr>
          <p:txBody>
            <a:bodyPr rtlCol="0" anchor="ctr"/>
            <a:lstStyle/>
            <a:p>
              <a:endParaRPr lang="en-US"/>
            </a:p>
          </p:txBody>
        </p:sp>
        <p:sp>
          <p:nvSpPr>
            <p:cNvPr id="120" name="Graphic 4">
              <a:extLst>
                <a:ext uri="{FF2B5EF4-FFF2-40B4-BE49-F238E27FC236}">
                  <a16:creationId xmlns:a16="http://schemas.microsoft.com/office/drawing/2014/main" id="{84A606F6-BAD4-004D-797F-D89C1591A1AB}"/>
                </a:ext>
              </a:extLst>
            </p:cNvPr>
            <p:cNvSpPr/>
            <p:nvPr/>
          </p:nvSpPr>
          <p:spPr>
            <a:xfrm>
              <a:off x="8239823" y="4792617"/>
              <a:ext cx="361670" cy="361333"/>
            </a:xfrm>
            <a:custGeom>
              <a:avLst/>
              <a:gdLst>
                <a:gd name="connsiteX0" fmla="*/ 180836 w 361670"/>
                <a:gd name="connsiteY0" fmla="*/ 0 h 361333"/>
                <a:gd name="connsiteX1" fmla="*/ 0 w 361670"/>
                <a:gd name="connsiteY1" fmla="*/ 180667 h 361333"/>
                <a:gd name="connsiteX2" fmla="*/ 180836 w 361670"/>
                <a:gd name="connsiteY2" fmla="*/ 361334 h 361333"/>
                <a:gd name="connsiteX3" fmla="*/ 361670 w 361670"/>
                <a:gd name="connsiteY3" fmla="*/ 180667 h 361333"/>
                <a:gd name="connsiteX4" fmla="*/ 180836 w 361670"/>
                <a:gd name="connsiteY4" fmla="*/ 0 h 361333"/>
                <a:gd name="connsiteX5" fmla="*/ 306078 w 361670"/>
                <a:gd name="connsiteY5" fmla="*/ 185774 h 361333"/>
                <a:gd name="connsiteX6" fmla="*/ 282435 w 361670"/>
                <a:gd name="connsiteY6" fmla="*/ 195350 h 361333"/>
                <a:gd name="connsiteX7" fmla="*/ 283713 w 361670"/>
                <a:gd name="connsiteY7" fmla="*/ 201734 h 361333"/>
                <a:gd name="connsiteX8" fmla="*/ 277323 w 361670"/>
                <a:gd name="connsiteY8" fmla="*/ 213225 h 361333"/>
                <a:gd name="connsiteX9" fmla="*/ 276045 w 361670"/>
                <a:gd name="connsiteY9" fmla="*/ 213863 h 361333"/>
                <a:gd name="connsiteX10" fmla="*/ 267739 w 361670"/>
                <a:gd name="connsiteY10" fmla="*/ 218971 h 361333"/>
                <a:gd name="connsiteX11" fmla="*/ 267739 w 361670"/>
                <a:gd name="connsiteY11" fmla="*/ 220247 h 361333"/>
                <a:gd name="connsiteX12" fmla="*/ 260070 w 361670"/>
                <a:gd name="connsiteY12" fmla="*/ 233654 h 361333"/>
                <a:gd name="connsiteX13" fmla="*/ 247290 w 361670"/>
                <a:gd name="connsiteY13" fmla="*/ 240038 h 361333"/>
                <a:gd name="connsiteX14" fmla="*/ 246651 w 361670"/>
                <a:gd name="connsiteY14" fmla="*/ 240038 h 361333"/>
                <a:gd name="connsiteX15" fmla="*/ 244735 w 361670"/>
                <a:gd name="connsiteY15" fmla="*/ 239399 h 361333"/>
                <a:gd name="connsiteX16" fmla="*/ 238345 w 361670"/>
                <a:gd name="connsiteY16" fmla="*/ 247060 h 361333"/>
                <a:gd name="connsiteX17" fmla="*/ 225565 w 361670"/>
                <a:gd name="connsiteY17" fmla="*/ 253444 h 361333"/>
                <a:gd name="connsiteX18" fmla="*/ 224925 w 361670"/>
                <a:gd name="connsiteY18" fmla="*/ 253444 h 361333"/>
                <a:gd name="connsiteX19" fmla="*/ 218536 w 361670"/>
                <a:gd name="connsiteY19" fmla="*/ 250891 h 361333"/>
                <a:gd name="connsiteX20" fmla="*/ 217258 w 361670"/>
                <a:gd name="connsiteY20" fmla="*/ 252167 h 361333"/>
                <a:gd name="connsiteX21" fmla="*/ 201922 w 361670"/>
                <a:gd name="connsiteY21" fmla="*/ 261105 h 361333"/>
                <a:gd name="connsiteX22" fmla="*/ 201283 w 361670"/>
                <a:gd name="connsiteY22" fmla="*/ 261105 h 361333"/>
                <a:gd name="connsiteX23" fmla="*/ 189142 w 361670"/>
                <a:gd name="connsiteY23" fmla="*/ 255998 h 361333"/>
                <a:gd name="connsiteX24" fmla="*/ 189142 w 361670"/>
                <a:gd name="connsiteY24" fmla="*/ 255998 h 361333"/>
                <a:gd name="connsiteX25" fmla="*/ 187864 w 361670"/>
                <a:gd name="connsiteY25" fmla="*/ 257275 h 361333"/>
                <a:gd name="connsiteX26" fmla="*/ 187225 w 361670"/>
                <a:gd name="connsiteY26" fmla="*/ 257913 h 361333"/>
                <a:gd name="connsiteX27" fmla="*/ 166138 w 361670"/>
                <a:gd name="connsiteY27" fmla="*/ 272596 h 361333"/>
                <a:gd name="connsiteX28" fmla="*/ 164221 w 361670"/>
                <a:gd name="connsiteY28" fmla="*/ 272596 h 361333"/>
                <a:gd name="connsiteX29" fmla="*/ 147607 w 361670"/>
                <a:gd name="connsiteY29" fmla="*/ 266212 h 361333"/>
                <a:gd name="connsiteX30" fmla="*/ 146330 w 361670"/>
                <a:gd name="connsiteY30" fmla="*/ 264297 h 361333"/>
                <a:gd name="connsiteX31" fmla="*/ 144412 w 361670"/>
                <a:gd name="connsiteY31" fmla="*/ 264297 h 361333"/>
                <a:gd name="connsiteX32" fmla="*/ 120131 w 361670"/>
                <a:gd name="connsiteY32" fmla="*/ 255359 h 361333"/>
                <a:gd name="connsiteX33" fmla="*/ 119492 w 361670"/>
                <a:gd name="connsiteY33" fmla="*/ 254721 h 361333"/>
                <a:gd name="connsiteX34" fmla="*/ 97766 w 361670"/>
                <a:gd name="connsiteY34" fmla="*/ 243868 h 361333"/>
                <a:gd name="connsiteX35" fmla="*/ 94571 w 361670"/>
                <a:gd name="connsiteY35" fmla="*/ 234931 h 361333"/>
                <a:gd name="connsiteX36" fmla="*/ 80513 w 361670"/>
                <a:gd name="connsiteY36" fmla="*/ 224078 h 361333"/>
                <a:gd name="connsiteX37" fmla="*/ 77957 w 361670"/>
                <a:gd name="connsiteY37" fmla="*/ 210671 h 361333"/>
                <a:gd name="connsiteX38" fmla="*/ 81792 w 361670"/>
                <a:gd name="connsiteY38" fmla="*/ 203011 h 361333"/>
                <a:gd name="connsiteX39" fmla="*/ 79874 w 361670"/>
                <a:gd name="connsiteY39" fmla="*/ 200457 h 361333"/>
                <a:gd name="connsiteX40" fmla="*/ 56232 w 361670"/>
                <a:gd name="connsiteY40" fmla="*/ 186412 h 361333"/>
                <a:gd name="connsiteX41" fmla="*/ 52397 w 361670"/>
                <a:gd name="connsiteY41" fmla="*/ 178113 h 361333"/>
                <a:gd name="connsiteX42" fmla="*/ 60704 w 361670"/>
                <a:gd name="connsiteY42" fmla="*/ 174283 h 361333"/>
                <a:gd name="connsiteX43" fmla="*/ 89459 w 361670"/>
                <a:gd name="connsiteY43" fmla="*/ 191519 h 361333"/>
                <a:gd name="connsiteX44" fmla="*/ 92654 w 361670"/>
                <a:gd name="connsiteY44" fmla="*/ 194711 h 361333"/>
                <a:gd name="connsiteX45" fmla="*/ 114380 w 361670"/>
                <a:gd name="connsiteY45" fmla="*/ 180667 h 361333"/>
                <a:gd name="connsiteX46" fmla="*/ 141856 w 361670"/>
                <a:gd name="connsiteY46" fmla="*/ 185135 h 361333"/>
                <a:gd name="connsiteX47" fmla="*/ 143774 w 361670"/>
                <a:gd name="connsiteY47" fmla="*/ 187689 h 361333"/>
                <a:gd name="connsiteX48" fmla="*/ 144412 w 361670"/>
                <a:gd name="connsiteY48" fmla="*/ 187051 h 361333"/>
                <a:gd name="connsiteX49" fmla="*/ 171251 w 361670"/>
                <a:gd name="connsiteY49" fmla="*/ 190243 h 361333"/>
                <a:gd name="connsiteX50" fmla="*/ 173167 w 361670"/>
                <a:gd name="connsiteY50" fmla="*/ 211310 h 361333"/>
                <a:gd name="connsiteX51" fmla="*/ 179557 w 361670"/>
                <a:gd name="connsiteY51" fmla="*/ 216417 h 361333"/>
                <a:gd name="connsiteX52" fmla="*/ 180196 w 361670"/>
                <a:gd name="connsiteY52" fmla="*/ 217055 h 361333"/>
                <a:gd name="connsiteX53" fmla="*/ 183391 w 361670"/>
                <a:gd name="connsiteY53" fmla="*/ 226631 h 361333"/>
                <a:gd name="connsiteX54" fmla="*/ 192337 w 361670"/>
                <a:gd name="connsiteY54" fmla="*/ 233015 h 361333"/>
                <a:gd name="connsiteX55" fmla="*/ 193615 w 361670"/>
                <a:gd name="connsiteY55" fmla="*/ 234292 h 361333"/>
                <a:gd name="connsiteX56" fmla="*/ 196171 w 361670"/>
                <a:gd name="connsiteY56" fmla="*/ 244507 h 361333"/>
                <a:gd name="connsiteX57" fmla="*/ 197449 w 361670"/>
                <a:gd name="connsiteY57" fmla="*/ 245145 h 361333"/>
                <a:gd name="connsiteX58" fmla="*/ 203839 w 361670"/>
                <a:gd name="connsiteY58" fmla="*/ 247699 h 361333"/>
                <a:gd name="connsiteX59" fmla="*/ 209590 w 361670"/>
                <a:gd name="connsiteY59" fmla="*/ 242591 h 361333"/>
                <a:gd name="connsiteX60" fmla="*/ 210229 w 361670"/>
                <a:gd name="connsiteY60" fmla="*/ 241953 h 361333"/>
                <a:gd name="connsiteX61" fmla="*/ 207034 w 361670"/>
                <a:gd name="connsiteY61" fmla="*/ 239399 h 361333"/>
                <a:gd name="connsiteX62" fmla="*/ 194254 w 361670"/>
                <a:gd name="connsiteY62" fmla="*/ 228547 h 361333"/>
                <a:gd name="connsiteX63" fmla="*/ 192976 w 361670"/>
                <a:gd name="connsiteY63" fmla="*/ 219609 h 361333"/>
                <a:gd name="connsiteX64" fmla="*/ 201922 w 361670"/>
                <a:gd name="connsiteY64" fmla="*/ 218332 h 361333"/>
                <a:gd name="connsiteX65" fmla="*/ 215980 w 361670"/>
                <a:gd name="connsiteY65" fmla="*/ 230462 h 361333"/>
                <a:gd name="connsiteX66" fmla="*/ 227482 w 361670"/>
                <a:gd name="connsiteY66" fmla="*/ 240038 h 361333"/>
                <a:gd name="connsiteX67" fmla="*/ 231315 w 361670"/>
                <a:gd name="connsiteY67" fmla="*/ 236846 h 361333"/>
                <a:gd name="connsiteX68" fmla="*/ 234510 w 361670"/>
                <a:gd name="connsiteY68" fmla="*/ 232377 h 361333"/>
                <a:gd name="connsiteX69" fmla="*/ 233233 w 361670"/>
                <a:gd name="connsiteY69" fmla="*/ 231739 h 361333"/>
                <a:gd name="connsiteX70" fmla="*/ 231315 w 361670"/>
                <a:gd name="connsiteY70" fmla="*/ 230462 h 361333"/>
                <a:gd name="connsiteX71" fmla="*/ 224287 w 361670"/>
                <a:gd name="connsiteY71" fmla="*/ 223439 h 361333"/>
                <a:gd name="connsiteX72" fmla="*/ 224287 w 361670"/>
                <a:gd name="connsiteY72" fmla="*/ 223439 h 361333"/>
                <a:gd name="connsiteX73" fmla="*/ 224287 w 361670"/>
                <a:gd name="connsiteY73" fmla="*/ 223439 h 361333"/>
                <a:gd name="connsiteX74" fmla="*/ 222370 w 361670"/>
                <a:gd name="connsiteY74" fmla="*/ 221524 h 361333"/>
                <a:gd name="connsiteX75" fmla="*/ 210229 w 361670"/>
                <a:gd name="connsiteY75" fmla="*/ 210671 h 361333"/>
                <a:gd name="connsiteX76" fmla="*/ 209590 w 361670"/>
                <a:gd name="connsiteY76" fmla="*/ 201734 h 361333"/>
                <a:gd name="connsiteX77" fmla="*/ 218536 w 361670"/>
                <a:gd name="connsiteY77" fmla="*/ 201095 h 361333"/>
                <a:gd name="connsiteX78" fmla="*/ 231315 w 361670"/>
                <a:gd name="connsiteY78" fmla="*/ 213225 h 361333"/>
                <a:gd name="connsiteX79" fmla="*/ 232594 w 361670"/>
                <a:gd name="connsiteY79" fmla="*/ 214502 h 361333"/>
                <a:gd name="connsiteX80" fmla="*/ 242179 w 361670"/>
                <a:gd name="connsiteY80" fmla="*/ 222801 h 361333"/>
                <a:gd name="connsiteX81" fmla="*/ 248569 w 361670"/>
                <a:gd name="connsiteY81" fmla="*/ 227270 h 361333"/>
                <a:gd name="connsiteX82" fmla="*/ 253041 w 361670"/>
                <a:gd name="connsiteY82" fmla="*/ 224078 h 361333"/>
                <a:gd name="connsiteX83" fmla="*/ 256236 w 361670"/>
                <a:gd name="connsiteY83" fmla="*/ 219609 h 361333"/>
                <a:gd name="connsiteX84" fmla="*/ 254320 w 361670"/>
                <a:gd name="connsiteY84" fmla="*/ 215779 h 361333"/>
                <a:gd name="connsiteX85" fmla="*/ 253680 w 361670"/>
                <a:gd name="connsiteY85" fmla="*/ 215140 h 361333"/>
                <a:gd name="connsiteX86" fmla="*/ 243456 w 361670"/>
                <a:gd name="connsiteY86" fmla="*/ 206203 h 361333"/>
                <a:gd name="connsiteX87" fmla="*/ 230038 w 361670"/>
                <a:gd name="connsiteY87" fmla="*/ 194711 h 361333"/>
                <a:gd name="connsiteX88" fmla="*/ 228760 w 361670"/>
                <a:gd name="connsiteY88" fmla="*/ 185774 h 361333"/>
                <a:gd name="connsiteX89" fmla="*/ 237705 w 361670"/>
                <a:gd name="connsiteY89" fmla="*/ 184497 h 361333"/>
                <a:gd name="connsiteX90" fmla="*/ 251764 w 361670"/>
                <a:gd name="connsiteY90" fmla="*/ 196627 h 361333"/>
                <a:gd name="connsiteX91" fmla="*/ 263905 w 361670"/>
                <a:gd name="connsiteY91" fmla="*/ 206841 h 361333"/>
                <a:gd name="connsiteX92" fmla="*/ 267739 w 361670"/>
                <a:gd name="connsiteY92" fmla="*/ 203649 h 361333"/>
                <a:gd name="connsiteX93" fmla="*/ 269016 w 361670"/>
                <a:gd name="connsiteY93" fmla="*/ 203011 h 361333"/>
                <a:gd name="connsiteX94" fmla="*/ 270934 w 361670"/>
                <a:gd name="connsiteY94" fmla="*/ 201095 h 361333"/>
                <a:gd name="connsiteX95" fmla="*/ 269016 w 361670"/>
                <a:gd name="connsiteY95" fmla="*/ 198542 h 361333"/>
                <a:gd name="connsiteX96" fmla="*/ 267100 w 361670"/>
                <a:gd name="connsiteY96" fmla="*/ 196627 h 361333"/>
                <a:gd name="connsiteX97" fmla="*/ 267100 w 361670"/>
                <a:gd name="connsiteY97" fmla="*/ 196627 h 361333"/>
                <a:gd name="connsiteX98" fmla="*/ 267100 w 361670"/>
                <a:gd name="connsiteY98" fmla="*/ 196627 h 361333"/>
                <a:gd name="connsiteX99" fmla="*/ 255597 w 361670"/>
                <a:gd name="connsiteY99" fmla="*/ 182582 h 361333"/>
                <a:gd name="connsiteX100" fmla="*/ 247290 w 361670"/>
                <a:gd name="connsiteY100" fmla="*/ 172368 h 361333"/>
                <a:gd name="connsiteX101" fmla="*/ 235789 w 361670"/>
                <a:gd name="connsiteY101" fmla="*/ 164068 h 361333"/>
                <a:gd name="connsiteX102" fmla="*/ 205117 w 361670"/>
                <a:gd name="connsiteY102" fmla="*/ 151939 h 361333"/>
                <a:gd name="connsiteX103" fmla="*/ 160387 w 361670"/>
                <a:gd name="connsiteY103" fmla="*/ 156408 h 361333"/>
                <a:gd name="connsiteX104" fmla="*/ 134189 w 361670"/>
                <a:gd name="connsiteY104" fmla="*/ 165345 h 361333"/>
                <a:gd name="connsiteX105" fmla="*/ 112463 w 361670"/>
                <a:gd name="connsiteY105" fmla="*/ 153216 h 361333"/>
                <a:gd name="connsiteX106" fmla="*/ 113741 w 361670"/>
                <a:gd name="connsiteY106" fmla="*/ 141086 h 361333"/>
                <a:gd name="connsiteX107" fmla="*/ 120131 w 361670"/>
                <a:gd name="connsiteY107" fmla="*/ 135341 h 361333"/>
                <a:gd name="connsiteX108" fmla="*/ 141217 w 361670"/>
                <a:gd name="connsiteY108" fmla="*/ 116827 h 361333"/>
                <a:gd name="connsiteX109" fmla="*/ 143135 w 361670"/>
                <a:gd name="connsiteY109" fmla="*/ 115550 h 361333"/>
                <a:gd name="connsiteX110" fmla="*/ 155276 w 361670"/>
                <a:gd name="connsiteY110" fmla="*/ 111081 h 361333"/>
                <a:gd name="connsiteX111" fmla="*/ 154636 w 361670"/>
                <a:gd name="connsiteY111" fmla="*/ 111081 h 361333"/>
                <a:gd name="connsiteX112" fmla="*/ 150802 w 361670"/>
                <a:gd name="connsiteY112" fmla="*/ 111081 h 361333"/>
                <a:gd name="connsiteX113" fmla="*/ 119492 w 361670"/>
                <a:gd name="connsiteY113" fmla="*/ 118104 h 361333"/>
                <a:gd name="connsiteX114" fmla="*/ 114380 w 361670"/>
                <a:gd name="connsiteY114" fmla="*/ 118742 h 361333"/>
                <a:gd name="connsiteX115" fmla="*/ 106073 w 361670"/>
                <a:gd name="connsiteY115" fmla="*/ 117465 h 361333"/>
                <a:gd name="connsiteX116" fmla="*/ 87542 w 361670"/>
                <a:gd name="connsiteY116" fmla="*/ 109166 h 361333"/>
                <a:gd name="connsiteX117" fmla="*/ 84347 w 361670"/>
                <a:gd name="connsiteY117" fmla="*/ 100867 h 361333"/>
                <a:gd name="connsiteX118" fmla="*/ 92654 w 361670"/>
                <a:gd name="connsiteY118" fmla="*/ 97675 h 361333"/>
                <a:gd name="connsiteX119" fmla="*/ 110546 w 361670"/>
                <a:gd name="connsiteY119" fmla="*/ 105974 h 361333"/>
                <a:gd name="connsiteX120" fmla="*/ 116297 w 361670"/>
                <a:gd name="connsiteY120" fmla="*/ 105974 h 361333"/>
                <a:gd name="connsiteX121" fmla="*/ 147607 w 361670"/>
                <a:gd name="connsiteY121" fmla="*/ 98952 h 361333"/>
                <a:gd name="connsiteX122" fmla="*/ 156553 w 361670"/>
                <a:gd name="connsiteY122" fmla="*/ 98313 h 361333"/>
                <a:gd name="connsiteX123" fmla="*/ 157831 w 361670"/>
                <a:gd name="connsiteY123" fmla="*/ 98313 h 361333"/>
                <a:gd name="connsiteX124" fmla="*/ 173806 w 361670"/>
                <a:gd name="connsiteY124" fmla="*/ 103421 h 361333"/>
                <a:gd name="connsiteX125" fmla="*/ 174446 w 361670"/>
                <a:gd name="connsiteY125" fmla="*/ 103421 h 361333"/>
                <a:gd name="connsiteX126" fmla="*/ 201922 w 361670"/>
                <a:gd name="connsiteY126" fmla="*/ 101505 h 361333"/>
                <a:gd name="connsiteX127" fmla="*/ 212785 w 361670"/>
                <a:gd name="connsiteY127" fmla="*/ 102144 h 361333"/>
                <a:gd name="connsiteX128" fmla="*/ 250485 w 361670"/>
                <a:gd name="connsiteY128" fmla="*/ 102144 h 361333"/>
                <a:gd name="connsiteX129" fmla="*/ 253041 w 361670"/>
                <a:gd name="connsiteY129" fmla="*/ 101505 h 361333"/>
                <a:gd name="connsiteX130" fmla="*/ 274128 w 361670"/>
                <a:gd name="connsiteY130" fmla="*/ 90653 h 361333"/>
                <a:gd name="connsiteX131" fmla="*/ 283075 w 361670"/>
                <a:gd name="connsiteY131" fmla="*/ 93206 h 361333"/>
                <a:gd name="connsiteX132" fmla="*/ 280518 w 361670"/>
                <a:gd name="connsiteY132" fmla="*/ 102144 h 361333"/>
                <a:gd name="connsiteX133" fmla="*/ 260070 w 361670"/>
                <a:gd name="connsiteY133" fmla="*/ 112997 h 361333"/>
                <a:gd name="connsiteX134" fmla="*/ 251125 w 361670"/>
                <a:gd name="connsiteY134" fmla="*/ 115550 h 361333"/>
                <a:gd name="connsiteX135" fmla="*/ 251125 w 361670"/>
                <a:gd name="connsiteY135" fmla="*/ 115550 h 361333"/>
                <a:gd name="connsiteX136" fmla="*/ 213424 w 361670"/>
                <a:gd name="connsiteY136" fmla="*/ 115550 h 361333"/>
                <a:gd name="connsiteX137" fmla="*/ 201283 w 361670"/>
                <a:gd name="connsiteY137" fmla="*/ 114912 h 361333"/>
                <a:gd name="connsiteX138" fmla="*/ 179557 w 361670"/>
                <a:gd name="connsiteY138" fmla="*/ 115550 h 361333"/>
                <a:gd name="connsiteX139" fmla="*/ 148886 w 361670"/>
                <a:gd name="connsiteY139" fmla="*/ 127041 h 361333"/>
                <a:gd name="connsiteX140" fmla="*/ 125243 w 361670"/>
                <a:gd name="connsiteY140" fmla="*/ 148108 h 361333"/>
                <a:gd name="connsiteX141" fmla="*/ 155276 w 361670"/>
                <a:gd name="connsiteY141" fmla="*/ 144916 h 361333"/>
                <a:gd name="connsiteX142" fmla="*/ 157831 w 361670"/>
                <a:gd name="connsiteY142" fmla="*/ 144278 h 361333"/>
                <a:gd name="connsiteX143" fmla="*/ 205117 w 361670"/>
                <a:gd name="connsiteY143" fmla="*/ 139171 h 361333"/>
                <a:gd name="connsiteX144" fmla="*/ 205117 w 361670"/>
                <a:gd name="connsiteY144" fmla="*/ 139171 h 361333"/>
                <a:gd name="connsiteX145" fmla="*/ 207034 w 361670"/>
                <a:gd name="connsiteY145" fmla="*/ 139171 h 361333"/>
                <a:gd name="connsiteX146" fmla="*/ 207673 w 361670"/>
                <a:gd name="connsiteY146" fmla="*/ 139171 h 361333"/>
                <a:gd name="connsiteX147" fmla="*/ 208312 w 361670"/>
                <a:gd name="connsiteY147" fmla="*/ 139171 h 361333"/>
                <a:gd name="connsiteX148" fmla="*/ 240261 w 361670"/>
                <a:gd name="connsiteY148" fmla="*/ 151939 h 361333"/>
                <a:gd name="connsiteX149" fmla="*/ 240900 w 361670"/>
                <a:gd name="connsiteY149" fmla="*/ 151939 h 361333"/>
                <a:gd name="connsiteX150" fmla="*/ 240900 w 361670"/>
                <a:gd name="connsiteY150" fmla="*/ 151939 h 361333"/>
                <a:gd name="connsiteX151" fmla="*/ 270295 w 361670"/>
                <a:gd name="connsiteY151" fmla="*/ 148747 h 361333"/>
                <a:gd name="connsiteX152" fmla="*/ 279240 w 361670"/>
                <a:gd name="connsiteY152" fmla="*/ 150662 h 361333"/>
                <a:gd name="connsiteX153" fmla="*/ 277323 w 361670"/>
                <a:gd name="connsiteY153" fmla="*/ 159600 h 361333"/>
                <a:gd name="connsiteX154" fmla="*/ 257515 w 361670"/>
                <a:gd name="connsiteY154" fmla="*/ 165984 h 361333"/>
                <a:gd name="connsiteX155" fmla="*/ 264544 w 361670"/>
                <a:gd name="connsiteY155" fmla="*/ 174921 h 361333"/>
                <a:gd name="connsiteX156" fmla="*/ 273490 w 361670"/>
                <a:gd name="connsiteY156" fmla="*/ 185774 h 361333"/>
                <a:gd name="connsiteX157" fmla="*/ 300327 w 361670"/>
                <a:gd name="connsiteY157" fmla="*/ 174921 h 361333"/>
                <a:gd name="connsiteX158" fmla="*/ 308634 w 361670"/>
                <a:gd name="connsiteY158" fmla="*/ 178752 h 361333"/>
                <a:gd name="connsiteX159" fmla="*/ 306078 w 361670"/>
                <a:gd name="connsiteY159" fmla="*/ 18577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361670" h="361333">
                  <a:moveTo>
                    <a:pt x="180836" y="0"/>
                  </a:moveTo>
                  <a:cubicBezTo>
                    <a:pt x="80513" y="0"/>
                    <a:pt x="0" y="81077"/>
                    <a:pt x="0" y="180667"/>
                  </a:cubicBezTo>
                  <a:cubicBezTo>
                    <a:pt x="0" y="280257"/>
                    <a:pt x="81152" y="361334"/>
                    <a:pt x="180836" y="361334"/>
                  </a:cubicBezTo>
                  <a:cubicBezTo>
                    <a:pt x="281157" y="361334"/>
                    <a:pt x="361670" y="280257"/>
                    <a:pt x="361670" y="180667"/>
                  </a:cubicBezTo>
                  <a:cubicBezTo>
                    <a:pt x="361670" y="81077"/>
                    <a:pt x="281157" y="0"/>
                    <a:pt x="180836" y="0"/>
                  </a:cubicBezTo>
                  <a:close/>
                  <a:moveTo>
                    <a:pt x="306078" y="185774"/>
                  </a:moveTo>
                  <a:lnTo>
                    <a:pt x="282435" y="195350"/>
                  </a:lnTo>
                  <a:cubicBezTo>
                    <a:pt x="283075" y="197265"/>
                    <a:pt x="283713" y="199180"/>
                    <a:pt x="283713" y="201734"/>
                  </a:cubicBezTo>
                  <a:cubicBezTo>
                    <a:pt x="283075" y="207479"/>
                    <a:pt x="280518" y="210671"/>
                    <a:pt x="277323" y="213225"/>
                  </a:cubicBezTo>
                  <a:lnTo>
                    <a:pt x="276045" y="213863"/>
                  </a:lnTo>
                  <a:cubicBezTo>
                    <a:pt x="273490" y="215779"/>
                    <a:pt x="270934" y="218332"/>
                    <a:pt x="267739" y="218971"/>
                  </a:cubicBezTo>
                  <a:cubicBezTo>
                    <a:pt x="267739" y="219609"/>
                    <a:pt x="267739" y="219609"/>
                    <a:pt x="267739" y="220247"/>
                  </a:cubicBezTo>
                  <a:cubicBezTo>
                    <a:pt x="267100" y="226631"/>
                    <a:pt x="263905" y="230462"/>
                    <a:pt x="260070" y="233654"/>
                  </a:cubicBezTo>
                  <a:cubicBezTo>
                    <a:pt x="256236" y="236846"/>
                    <a:pt x="252403" y="240038"/>
                    <a:pt x="247290" y="240038"/>
                  </a:cubicBezTo>
                  <a:cubicBezTo>
                    <a:pt x="247290" y="240038"/>
                    <a:pt x="246651" y="240038"/>
                    <a:pt x="246651" y="240038"/>
                  </a:cubicBezTo>
                  <a:cubicBezTo>
                    <a:pt x="246013" y="240038"/>
                    <a:pt x="245374" y="240038"/>
                    <a:pt x="244735" y="239399"/>
                  </a:cubicBezTo>
                  <a:cubicBezTo>
                    <a:pt x="243456" y="242591"/>
                    <a:pt x="240900" y="245145"/>
                    <a:pt x="238345" y="247060"/>
                  </a:cubicBezTo>
                  <a:cubicBezTo>
                    <a:pt x="234510" y="250252"/>
                    <a:pt x="230677" y="253444"/>
                    <a:pt x="225565" y="253444"/>
                  </a:cubicBezTo>
                  <a:cubicBezTo>
                    <a:pt x="225565" y="253444"/>
                    <a:pt x="224925" y="253444"/>
                    <a:pt x="224925" y="253444"/>
                  </a:cubicBezTo>
                  <a:cubicBezTo>
                    <a:pt x="223009" y="253444"/>
                    <a:pt x="220453" y="252806"/>
                    <a:pt x="218536" y="250891"/>
                  </a:cubicBezTo>
                  <a:cubicBezTo>
                    <a:pt x="217897" y="251529"/>
                    <a:pt x="217897" y="251529"/>
                    <a:pt x="217258" y="252167"/>
                  </a:cubicBezTo>
                  <a:cubicBezTo>
                    <a:pt x="213424" y="256636"/>
                    <a:pt x="208951" y="261105"/>
                    <a:pt x="201922" y="261105"/>
                  </a:cubicBezTo>
                  <a:cubicBezTo>
                    <a:pt x="201922" y="261105"/>
                    <a:pt x="201283" y="261105"/>
                    <a:pt x="201283" y="261105"/>
                  </a:cubicBezTo>
                  <a:cubicBezTo>
                    <a:pt x="198727" y="261105"/>
                    <a:pt x="191698" y="257913"/>
                    <a:pt x="189142" y="255998"/>
                  </a:cubicBezTo>
                  <a:cubicBezTo>
                    <a:pt x="189142" y="255998"/>
                    <a:pt x="189142" y="255998"/>
                    <a:pt x="189142" y="255998"/>
                  </a:cubicBezTo>
                  <a:cubicBezTo>
                    <a:pt x="188503" y="256636"/>
                    <a:pt x="187864" y="257275"/>
                    <a:pt x="187864" y="257275"/>
                  </a:cubicBezTo>
                  <a:lnTo>
                    <a:pt x="187225" y="257913"/>
                  </a:lnTo>
                  <a:cubicBezTo>
                    <a:pt x="178918" y="266212"/>
                    <a:pt x="171889" y="271958"/>
                    <a:pt x="166138" y="272596"/>
                  </a:cubicBezTo>
                  <a:cubicBezTo>
                    <a:pt x="165500" y="272596"/>
                    <a:pt x="164861" y="272596"/>
                    <a:pt x="164221" y="272596"/>
                  </a:cubicBezTo>
                  <a:cubicBezTo>
                    <a:pt x="157831" y="272596"/>
                    <a:pt x="151441" y="270043"/>
                    <a:pt x="147607" y="266212"/>
                  </a:cubicBezTo>
                  <a:cubicBezTo>
                    <a:pt x="146969" y="265574"/>
                    <a:pt x="146330" y="264935"/>
                    <a:pt x="146330" y="264297"/>
                  </a:cubicBezTo>
                  <a:cubicBezTo>
                    <a:pt x="145691" y="264297"/>
                    <a:pt x="145051" y="264297"/>
                    <a:pt x="144412" y="264297"/>
                  </a:cubicBezTo>
                  <a:cubicBezTo>
                    <a:pt x="136745" y="264297"/>
                    <a:pt x="123965" y="261105"/>
                    <a:pt x="120131" y="255359"/>
                  </a:cubicBezTo>
                  <a:cubicBezTo>
                    <a:pt x="120131" y="255359"/>
                    <a:pt x="120131" y="254721"/>
                    <a:pt x="119492" y="254721"/>
                  </a:cubicBezTo>
                  <a:cubicBezTo>
                    <a:pt x="110546" y="254721"/>
                    <a:pt x="101600" y="249614"/>
                    <a:pt x="97766" y="243868"/>
                  </a:cubicBezTo>
                  <a:cubicBezTo>
                    <a:pt x="95849" y="241315"/>
                    <a:pt x="94571" y="238123"/>
                    <a:pt x="94571" y="234931"/>
                  </a:cubicBezTo>
                  <a:cubicBezTo>
                    <a:pt x="89459" y="233654"/>
                    <a:pt x="84986" y="230462"/>
                    <a:pt x="80513" y="224078"/>
                  </a:cubicBezTo>
                  <a:cubicBezTo>
                    <a:pt x="77957" y="220247"/>
                    <a:pt x="76679" y="215140"/>
                    <a:pt x="77957" y="210671"/>
                  </a:cubicBezTo>
                  <a:cubicBezTo>
                    <a:pt x="78597" y="207479"/>
                    <a:pt x="79874" y="204926"/>
                    <a:pt x="81792" y="203011"/>
                  </a:cubicBezTo>
                  <a:cubicBezTo>
                    <a:pt x="81152" y="202372"/>
                    <a:pt x="80513" y="201734"/>
                    <a:pt x="79874" y="200457"/>
                  </a:cubicBezTo>
                  <a:cubicBezTo>
                    <a:pt x="79874" y="200457"/>
                    <a:pt x="72845" y="193435"/>
                    <a:pt x="56232" y="186412"/>
                  </a:cubicBezTo>
                  <a:cubicBezTo>
                    <a:pt x="53037" y="185135"/>
                    <a:pt x="51119" y="181305"/>
                    <a:pt x="52397" y="178113"/>
                  </a:cubicBezTo>
                  <a:cubicBezTo>
                    <a:pt x="53676" y="174921"/>
                    <a:pt x="57509" y="173006"/>
                    <a:pt x="60704" y="174283"/>
                  </a:cubicBezTo>
                  <a:cubicBezTo>
                    <a:pt x="80513" y="181944"/>
                    <a:pt x="88820" y="190243"/>
                    <a:pt x="89459" y="191519"/>
                  </a:cubicBezTo>
                  <a:cubicBezTo>
                    <a:pt x="90737" y="192796"/>
                    <a:pt x="91376" y="194073"/>
                    <a:pt x="92654" y="194711"/>
                  </a:cubicBezTo>
                  <a:lnTo>
                    <a:pt x="114380" y="180667"/>
                  </a:lnTo>
                  <a:cubicBezTo>
                    <a:pt x="126521" y="173006"/>
                    <a:pt x="136745" y="178752"/>
                    <a:pt x="141856" y="185135"/>
                  </a:cubicBezTo>
                  <a:cubicBezTo>
                    <a:pt x="142496" y="185774"/>
                    <a:pt x="143135" y="187051"/>
                    <a:pt x="143774" y="187689"/>
                  </a:cubicBezTo>
                  <a:lnTo>
                    <a:pt x="144412" y="187051"/>
                  </a:lnTo>
                  <a:cubicBezTo>
                    <a:pt x="153358" y="180667"/>
                    <a:pt x="164221" y="181944"/>
                    <a:pt x="171251" y="190243"/>
                  </a:cubicBezTo>
                  <a:cubicBezTo>
                    <a:pt x="176362" y="196627"/>
                    <a:pt x="177001" y="204287"/>
                    <a:pt x="173167" y="211310"/>
                  </a:cubicBezTo>
                  <a:cubicBezTo>
                    <a:pt x="175723" y="212587"/>
                    <a:pt x="177641" y="214502"/>
                    <a:pt x="179557" y="216417"/>
                  </a:cubicBezTo>
                  <a:cubicBezTo>
                    <a:pt x="179557" y="216417"/>
                    <a:pt x="180196" y="217055"/>
                    <a:pt x="180196" y="217055"/>
                  </a:cubicBezTo>
                  <a:cubicBezTo>
                    <a:pt x="182752" y="220247"/>
                    <a:pt x="183391" y="223439"/>
                    <a:pt x="183391" y="226631"/>
                  </a:cubicBezTo>
                  <a:cubicBezTo>
                    <a:pt x="186586" y="227908"/>
                    <a:pt x="189781" y="229823"/>
                    <a:pt x="192337" y="233015"/>
                  </a:cubicBezTo>
                  <a:cubicBezTo>
                    <a:pt x="192976" y="233654"/>
                    <a:pt x="192976" y="233654"/>
                    <a:pt x="193615" y="234292"/>
                  </a:cubicBezTo>
                  <a:cubicBezTo>
                    <a:pt x="196171" y="238123"/>
                    <a:pt x="196810" y="241315"/>
                    <a:pt x="196171" y="244507"/>
                  </a:cubicBezTo>
                  <a:cubicBezTo>
                    <a:pt x="196810" y="244507"/>
                    <a:pt x="196810" y="245145"/>
                    <a:pt x="197449" y="245145"/>
                  </a:cubicBezTo>
                  <a:cubicBezTo>
                    <a:pt x="198727" y="245783"/>
                    <a:pt x="201922" y="247060"/>
                    <a:pt x="203839" y="247699"/>
                  </a:cubicBezTo>
                  <a:cubicBezTo>
                    <a:pt x="205117" y="247060"/>
                    <a:pt x="207673" y="244507"/>
                    <a:pt x="209590" y="242591"/>
                  </a:cubicBezTo>
                  <a:cubicBezTo>
                    <a:pt x="209590" y="242591"/>
                    <a:pt x="209590" y="242591"/>
                    <a:pt x="210229" y="241953"/>
                  </a:cubicBezTo>
                  <a:cubicBezTo>
                    <a:pt x="209590" y="241315"/>
                    <a:pt x="208312" y="240038"/>
                    <a:pt x="207034" y="239399"/>
                  </a:cubicBezTo>
                  <a:cubicBezTo>
                    <a:pt x="202561" y="235569"/>
                    <a:pt x="198727" y="231739"/>
                    <a:pt x="194254" y="228547"/>
                  </a:cubicBezTo>
                  <a:cubicBezTo>
                    <a:pt x="191698" y="226631"/>
                    <a:pt x="191059" y="222163"/>
                    <a:pt x="192976" y="219609"/>
                  </a:cubicBezTo>
                  <a:cubicBezTo>
                    <a:pt x="194893" y="217055"/>
                    <a:pt x="199366" y="216417"/>
                    <a:pt x="201922" y="218332"/>
                  </a:cubicBezTo>
                  <a:cubicBezTo>
                    <a:pt x="206395" y="222163"/>
                    <a:pt x="211507" y="226631"/>
                    <a:pt x="215980" y="230462"/>
                  </a:cubicBezTo>
                  <a:cubicBezTo>
                    <a:pt x="219814" y="234292"/>
                    <a:pt x="225565" y="239399"/>
                    <a:pt x="227482" y="240038"/>
                  </a:cubicBezTo>
                  <a:cubicBezTo>
                    <a:pt x="227482" y="240038"/>
                    <a:pt x="228120" y="239399"/>
                    <a:pt x="231315" y="236846"/>
                  </a:cubicBezTo>
                  <a:cubicBezTo>
                    <a:pt x="234510" y="234292"/>
                    <a:pt x="234510" y="233654"/>
                    <a:pt x="234510" y="232377"/>
                  </a:cubicBezTo>
                  <a:cubicBezTo>
                    <a:pt x="234510" y="232377"/>
                    <a:pt x="233872" y="231739"/>
                    <a:pt x="233233" y="231739"/>
                  </a:cubicBezTo>
                  <a:cubicBezTo>
                    <a:pt x="232594" y="231100"/>
                    <a:pt x="231955" y="230462"/>
                    <a:pt x="231315" y="230462"/>
                  </a:cubicBezTo>
                  <a:cubicBezTo>
                    <a:pt x="228760" y="228547"/>
                    <a:pt x="226843" y="225993"/>
                    <a:pt x="224287" y="223439"/>
                  </a:cubicBezTo>
                  <a:cubicBezTo>
                    <a:pt x="224287" y="223439"/>
                    <a:pt x="224287" y="223439"/>
                    <a:pt x="224287" y="223439"/>
                  </a:cubicBezTo>
                  <a:cubicBezTo>
                    <a:pt x="224287" y="223439"/>
                    <a:pt x="224287" y="223439"/>
                    <a:pt x="224287" y="223439"/>
                  </a:cubicBezTo>
                  <a:cubicBezTo>
                    <a:pt x="223648" y="222801"/>
                    <a:pt x="223009" y="222163"/>
                    <a:pt x="222370" y="221524"/>
                  </a:cubicBezTo>
                  <a:cubicBezTo>
                    <a:pt x="218536" y="217694"/>
                    <a:pt x="214702" y="213863"/>
                    <a:pt x="210229" y="210671"/>
                  </a:cubicBezTo>
                  <a:cubicBezTo>
                    <a:pt x="207673" y="208118"/>
                    <a:pt x="207034" y="204287"/>
                    <a:pt x="209590" y="201734"/>
                  </a:cubicBezTo>
                  <a:cubicBezTo>
                    <a:pt x="212146" y="199180"/>
                    <a:pt x="215980" y="198542"/>
                    <a:pt x="218536" y="201095"/>
                  </a:cubicBezTo>
                  <a:cubicBezTo>
                    <a:pt x="223009" y="204926"/>
                    <a:pt x="227482" y="208756"/>
                    <a:pt x="231315" y="213225"/>
                  </a:cubicBezTo>
                  <a:cubicBezTo>
                    <a:pt x="231955" y="213863"/>
                    <a:pt x="232594" y="214502"/>
                    <a:pt x="232594" y="214502"/>
                  </a:cubicBezTo>
                  <a:cubicBezTo>
                    <a:pt x="236428" y="217694"/>
                    <a:pt x="239623" y="220247"/>
                    <a:pt x="242179" y="222801"/>
                  </a:cubicBezTo>
                  <a:cubicBezTo>
                    <a:pt x="244735" y="225355"/>
                    <a:pt x="247290" y="227270"/>
                    <a:pt x="248569" y="227270"/>
                  </a:cubicBezTo>
                  <a:cubicBezTo>
                    <a:pt x="248569" y="227270"/>
                    <a:pt x="249846" y="226631"/>
                    <a:pt x="253041" y="224078"/>
                  </a:cubicBezTo>
                  <a:cubicBezTo>
                    <a:pt x="256236" y="221524"/>
                    <a:pt x="256236" y="220886"/>
                    <a:pt x="256236" y="219609"/>
                  </a:cubicBezTo>
                  <a:cubicBezTo>
                    <a:pt x="256236" y="217694"/>
                    <a:pt x="255597" y="217055"/>
                    <a:pt x="254320" y="215779"/>
                  </a:cubicBezTo>
                  <a:cubicBezTo>
                    <a:pt x="254320" y="215779"/>
                    <a:pt x="254320" y="215140"/>
                    <a:pt x="253680" y="215140"/>
                  </a:cubicBezTo>
                  <a:cubicBezTo>
                    <a:pt x="251125" y="213225"/>
                    <a:pt x="247290" y="210033"/>
                    <a:pt x="243456" y="206203"/>
                  </a:cubicBezTo>
                  <a:cubicBezTo>
                    <a:pt x="238984" y="202372"/>
                    <a:pt x="234510" y="197903"/>
                    <a:pt x="230038" y="194711"/>
                  </a:cubicBezTo>
                  <a:cubicBezTo>
                    <a:pt x="227482" y="192796"/>
                    <a:pt x="226843" y="188327"/>
                    <a:pt x="228760" y="185774"/>
                  </a:cubicBezTo>
                  <a:cubicBezTo>
                    <a:pt x="230677" y="183220"/>
                    <a:pt x="235150" y="182582"/>
                    <a:pt x="237705" y="184497"/>
                  </a:cubicBezTo>
                  <a:cubicBezTo>
                    <a:pt x="242179" y="188327"/>
                    <a:pt x="247290" y="192796"/>
                    <a:pt x="251764" y="196627"/>
                  </a:cubicBezTo>
                  <a:cubicBezTo>
                    <a:pt x="255597" y="200457"/>
                    <a:pt x="261349" y="205564"/>
                    <a:pt x="263905" y="206841"/>
                  </a:cubicBezTo>
                  <a:cubicBezTo>
                    <a:pt x="264544" y="206841"/>
                    <a:pt x="265182" y="206203"/>
                    <a:pt x="267739" y="203649"/>
                  </a:cubicBezTo>
                  <a:lnTo>
                    <a:pt x="269016" y="203011"/>
                  </a:lnTo>
                  <a:cubicBezTo>
                    <a:pt x="269655" y="202372"/>
                    <a:pt x="270934" y="201734"/>
                    <a:pt x="270934" y="201095"/>
                  </a:cubicBezTo>
                  <a:cubicBezTo>
                    <a:pt x="270934" y="200457"/>
                    <a:pt x="269655" y="199180"/>
                    <a:pt x="269016" y="198542"/>
                  </a:cubicBezTo>
                  <a:cubicBezTo>
                    <a:pt x="268377" y="197903"/>
                    <a:pt x="267739" y="197265"/>
                    <a:pt x="267100" y="196627"/>
                  </a:cubicBezTo>
                  <a:cubicBezTo>
                    <a:pt x="267100" y="196627"/>
                    <a:pt x="267100" y="196627"/>
                    <a:pt x="267100" y="196627"/>
                  </a:cubicBezTo>
                  <a:cubicBezTo>
                    <a:pt x="267100" y="196627"/>
                    <a:pt x="267100" y="196627"/>
                    <a:pt x="267100" y="196627"/>
                  </a:cubicBezTo>
                  <a:cubicBezTo>
                    <a:pt x="263265" y="191519"/>
                    <a:pt x="258792" y="187051"/>
                    <a:pt x="255597" y="182582"/>
                  </a:cubicBezTo>
                  <a:cubicBezTo>
                    <a:pt x="252403" y="178752"/>
                    <a:pt x="249846" y="175560"/>
                    <a:pt x="247290" y="172368"/>
                  </a:cubicBezTo>
                  <a:cubicBezTo>
                    <a:pt x="244095" y="168537"/>
                    <a:pt x="240261" y="165345"/>
                    <a:pt x="235789" y="164068"/>
                  </a:cubicBezTo>
                  <a:lnTo>
                    <a:pt x="205117" y="151939"/>
                  </a:lnTo>
                  <a:lnTo>
                    <a:pt x="160387" y="156408"/>
                  </a:lnTo>
                  <a:cubicBezTo>
                    <a:pt x="149525" y="162792"/>
                    <a:pt x="141217" y="164707"/>
                    <a:pt x="134189" y="165345"/>
                  </a:cubicBezTo>
                  <a:cubicBezTo>
                    <a:pt x="121409" y="165345"/>
                    <a:pt x="115019" y="157046"/>
                    <a:pt x="112463" y="153216"/>
                  </a:cubicBezTo>
                  <a:cubicBezTo>
                    <a:pt x="109907" y="149385"/>
                    <a:pt x="110546" y="144278"/>
                    <a:pt x="113741" y="141086"/>
                  </a:cubicBezTo>
                  <a:lnTo>
                    <a:pt x="120131" y="135341"/>
                  </a:lnTo>
                  <a:lnTo>
                    <a:pt x="141217" y="116827"/>
                  </a:lnTo>
                  <a:cubicBezTo>
                    <a:pt x="141856" y="116189"/>
                    <a:pt x="142496" y="116189"/>
                    <a:pt x="143135" y="115550"/>
                  </a:cubicBezTo>
                  <a:lnTo>
                    <a:pt x="155276" y="111081"/>
                  </a:lnTo>
                  <a:lnTo>
                    <a:pt x="154636" y="111081"/>
                  </a:lnTo>
                  <a:cubicBezTo>
                    <a:pt x="153358" y="111081"/>
                    <a:pt x="152081" y="111081"/>
                    <a:pt x="150802" y="111081"/>
                  </a:cubicBezTo>
                  <a:lnTo>
                    <a:pt x="119492" y="118104"/>
                  </a:lnTo>
                  <a:cubicBezTo>
                    <a:pt x="117575" y="118742"/>
                    <a:pt x="115658" y="118742"/>
                    <a:pt x="114380" y="118742"/>
                  </a:cubicBezTo>
                  <a:cubicBezTo>
                    <a:pt x="111824" y="118742"/>
                    <a:pt x="108629" y="118104"/>
                    <a:pt x="106073" y="117465"/>
                  </a:cubicBezTo>
                  <a:lnTo>
                    <a:pt x="87542" y="109166"/>
                  </a:lnTo>
                  <a:cubicBezTo>
                    <a:pt x="84347" y="107889"/>
                    <a:pt x="83069" y="104059"/>
                    <a:pt x="84347" y="100867"/>
                  </a:cubicBezTo>
                  <a:cubicBezTo>
                    <a:pt x="85625" y="97675"/>
                    <a:pt x="89459" y="96398"/>
                    <a:pt x="92654" y="97675"/>
                  </a:cubicBezTo>
                  <a:lnTo>
                    <a:pt x="110546" y="105974"/>
                  </a:lnTo>
                  <a:cubicBezTo>
                    <a:pt x="112463" y="106613"/>
                    <a:pt x="114380" y="106613"/>
                    <a:pt x="116297" y="105974"/>
                  </a:cubicBezTo>
                  <a:lnTo>
                    <a:pt x="147607" y="98952"/>
                  </a:lnTo>
                  <a:cubicBezTo>
                    <a:pt x="150802" y="98313"/>
                    <a:pt x="153358" y="98313"/>
                    <a:pt x="156553" y="98313"/>
                  </a:cubicBezTo>
                  <a:cubicBezTo>
                    <a:pt x="157192" y="98313"/>
                    <a:pt x="157192" y="98313"/>
                    <a:pt x="157831" y="98313"/>
                  </a:cubicBezTo>
                  <a:lnTo>
                    <a:pt x="173806" y="103421"/>
                  </a:lnTo>
                  <a:lnTo>
                    <a:pt x="174446" y="103421"/>
                  </a:lnTo>
                  <a:cubicBezTo>
                    <a:pt x="183391" y="100229"/>
                    <a:pt x="192976" y="100867"/>
                    <a:pt x="201922" y="101505"/>
                  </a:cubicBezTo>
                  <a:cubicBezTo>
                    <a:pt x="205756" y="102144"/>
                    <a:pt x="209590" y="102144"/>
                    <a:pt x="212785" y="102144"/>
                  </a:cubicBezTo>
                  <a:lnTo>
                    <a:pt x="250485" y="102144"/>
                  </a:lnTo>
                  <a:cubicBezTo>
                    <a:pt x="251764" y="102144"/>
                    <a:pt x="252403" y="102144"/>
                    <a:pt x="253041" y="101505"/>
                  </a:cubicBezTo>
                  <a:lnTo>
                    <a:pt x="274128" y="90653"/>
                  </a:lnTo>
                  <a:cubicBezTo>
                    <a:pt x="277323" y="88738"/>
                    <a:pt x="281157" y="90014"/>
                    <a:pt x="283075" y="93206"/>
                  </a:cubicBezTo>
                  <a:cubicBezTo>
                    <a:pt x="284991" y="96398"/>
                    <a:pt x="283713" y="100229"/>
                    <a:pt x="280518" y="102144"/>
                  </a:cubicBezTo>
                  <a:lnTo>
                    <a:pt x="260070" y="112997"/>
                  </a:lnTo>
                  <a:cubicBezTo>
                    <a:pt x="257515" y="114273"/>
                    <a:pt x="254320" y="115550"/>
                    <a:pt x="251125" y="115550"/>
                  </a:cubicBezTo>
                  <a:cubicBezTo>
                    <a:pt x="251125" y="115550"/>
                    <a:pt x="251125" y="115550"/>
                    <a:pt x="251125" y="115550"/>
                  </a:cubicBezTo>
                  <a:lnTo>
                    <a:pt x="213424" y="115550"/>
                  </a:lnTo>
                  <a:cubicBezTo>
                    <a:pt x="209590" y="115550"/>
                    <a:pt x="205117" y="114912"/>
                    <a:pt x="201283" y="114912"/>
                  </a:cubicBezTo>
                  <a:cubicBezTo>
                    <a:pt x="193615" y="114273"/>
                    <a:pt x="185947" y="113635"/>
                    <a:pt x="179557" y="115550"/>
                  </a:cubicBezTo>
                  <a:lnTo>
                    <a:pt x="148886" y="127041"/>
                  </a:lnTo>
                  <a:lnTo>
                    <a:pt x="125243" y="148108"/>
                  </a:lnTo>
                  <a:cubicBezTo>
                    <a:pt x="129076" y="152577"/>
                    <a:pt x="136106" y="156408"/>
                    <a:pt x="155276" y="144916"/>
                  </a:cubicBezTo>
                  <a:cubicBezTo>
                    <a:pt x="155915" y="144278"/>
                    <a:pt x="157192" y="144278"/>
                    <a:pt x="157831" y="144278"/>
                  </a:cubicBezTo>
                  <a:lnTo>
                    <a:pt x="205117" y="139171"/>
                  </a:lnTo>
                  <a:cubicBezTo>
                    <a:pt x="205117" y="139171"/>
                    <a:pt x="205117" y="139171"/>
                    <a:pt x="205117" y="139171"/>
                  </a:cubicBezTo>
                  <a:cubicBezTo>
                    <a:pt x="205756" y="139171"/>
                    <a:pt x="206395" y="139171"/>
                    <a:pt x="207034" y="139171"/>
                  </a:cubicBezTo>
                  <a:cubicBezTo>
                    <a:pt x="207034" y="139171"/>
                    <a:pt x="207673" y="139171"/>
                    <a:pt x="207673" y="139171"/>
                  </a:cubicBezTo>
                  <a:cubicBezTo>
                    <a:pt x="207673" y="139171"/>
                    <a:pt x="207673" y="139171"/>
                    <a:pt x="208312" y="139171"/>
                  </a:cubicBezTo>
                  <a:lnTo>
                    <a:pt x="240261" y="151939"/>
                  </a:lnTo>
                  <a:cubicBezTo>
                    <a:pt x="240261" y="151939"/>
                    <a:pt x="240900" y="151939"/>
                    <a:pt x="240900" y="151939"/>
                  </a:cubicBezTo>
                  <a:cubicBezTo>
                    <a:pt x="240900" y="151939"/>
                    <a:pt x="240900" y="151939"/>
                    <a:pt x="240900" y="151939"/>
                  </a:cubicBezTo>
                  <a:cubicBezTo>
                    <a:pt x="244735" y="153854"/>
                    <a:pt x="263905" y="152577"/>
                    <a:pt x="270295" y="148747"/>
                  </a:cubicBezTo>
                  <a:cubicBezTo>
                    <a:pt x="273490" y="146832"/>
                    <a:pt x="277323" y="147470"/>
                    <a:pt x="279240" y="150662"/>
                  </a:cubicBezTo>
                  <a:cubicBezTo>
                    <a:pt x="281157" y="153854"/>
                    <a:pt x="280518" y="157684"/>
                    <a:pt x="277323" y="159600"/>
                  </a:cubicBezTo>
                  <a:cubicBezTo>
                    <a:pt x="272850" y="162792"/>
                    <a:pt x="265182" y="164707"/>
                    <a:pt x="257515" y="165984"/>
                  </a:cubicBezTo>
                  <a:cubicBezTo>
                    <a:pt x="259431" y="168537"/>
                    <a:pt x="261987" y="171729"/>
                    <a:pt x="264544" y="174921"/>
                  </a:cubicBezTo>
                  <a:cubicBezTo>
                    <a:pt x="267100" y="178113"/>
                    <a:pt x="270295" y="181944"/>
                    <a:pt x="273490" y="185774"/>
                  </a:cubicBezTo>
                  <a:lnTo>
                    <a:pt x="300327" y="174921"/>
                  </a:lnTo>
                  <a:cubicBezTo>
                    <a:pt x="303522" y="173644"/>
                    <a:pt x="307356" y="174921"/>
                    <a:pt x="308634" y="178752"/>
                  </a:cubicBezTo>
                  <a:cubicBezTo>
                    <a:pt x="311190" y="180667"/>
                    <a:pt x="309912" y="184497"/>
                    <a:pt x="306078" y="185774"/>
                  </a:cubicBezTo>
                  <a:close/>
                </a:path>
              </a:pathLst>
            </a:custGeom>
            <a:grpFill/>
            <a:ln w="6390" cap="flat">
              <a:noFill/>
              <a:prstDash val="solid"/>
              <a:miter/>
            </a:ln>
          </p:spPr>
          <p:txBody>
            <a:bodyPr rtlCol="0" anchor="ctr"/>
            <a:lstStyle/>
            <a:p>
              <a:endParaRPr lang="en-US"/>
            </a:p>
          </p:txBody>
        </p:sp>
      </p:grpSp>
      <p:grpSp>
        <p:nvGrpSpPr>
          <p:cNvPr id="121" name="Graphic 4">
            <a:extLst>
              <a:ext uri="{FF2B5EF4-FFF2-40B4-BE49-F238E27FC236}">
                <a16:creationId xmlns:a16="http://schemas.microsoft.com/office/drawing/2014/main" id="{63622066-8C99-FE26-1100-80495167C758}"/>
              </a:ext>
            </a:extLst>
          </p:cNvPr>
          <p:cNvGrpSpPr/>
          <p:nvPr/>
        </p:nvGrpSpPr>
        <p:grpSpPr>
          <a:xfrm>
            <a:off x="9209488" y="4538037"/>
            <a:ext cx="361674" cy="361971"/>
            <a:chOff x="7191874" y="4308712"/>
            <a:chExt cx="361674" cy="361971"/>
          </a:xfrm>
          <a:solidFill>
            <a:srgbClr val="004F59"/>
          </a:solidFill>
        </p:grpSpPr>
        <p:sp>
          <p:nvSpPr>
            <p:cNvPr id="122" name="Graphic 4">
              <a:extLst>
                <a:ext uri="{FF2B5EF4-FFF2-40B4-BE49-F238E27FC236}">
                  <a16:creationId xmlns:a16="http://schemas.microsoft.com/office/drawing/2014/main" id="{B07792B5-EEC1-A7C3-E2C9-4ED601824A9E}"/>
                </a:ext>
              </a:extLst>
            </p:cNvPr>
            <p:cNvSpPr/>
            <p:nvPr/>
          </p:nvSpPr>
          <p:spPr>
            <a:xfrm>
              <a:off x="7343955" y="4410217"/>
              <a:ext cx="67733" cy="57455"/>
            </a:xfrm>
            <a:custGeom>
              <a:avLst/>
              <a:gdLst>
                <a:gd name="connsiteX0" fmla="*/ 38978 w 67733"/>
                <a:gd name="connsiteY0" fmla="*/ 57456 h 57455"/>
                <a:gd name="connsiteX1" fmla="*/ 58148 w 67733"/>
                <a:gd name="connsiteY1" fmla="*/ 38942 h 57455"/>
                <a:gd name="connsiteX2" fmla="*/ 58148 w 67733"/>
                <a:gd name="connsiteY2" fmla="*/ 18513 h 57455"/>
                <a:gd name="connsiteX3" fmla="*/ 60704 w 67733"/>
                <a:gd name="connsiteY3" fmla="*/ 13406 h 57455"/>
                <a:gd name="connsiteX4" fmla="*/ 67733 w 67733"/>
                <a:gd name="connsiteY4" fmla="*/ 3830 h 57455"/>
                <a:gd name="connsiteX5" fmla="*/ 67733 w 67733"/>
                <a:gd name="connsiteY5" fmla="*/ 0 h 57455"/>
                <a:gd name="connsiteX6" fmla="*/ 0 w 67733"/>
                <a:gd name="connsiteY6" fmla="*/ 0 h 57455"/>
                <a:gd name="connsiteX7" fmla="*/ 0 w 67733"/>
                <a:gd name="connsiteY7" fmla="*/ 3830 h 57455"/>
                <a:gd name="connsiteX8" fmla="*/ 7029 w 67733"/>
                <a:gd name="connsiteY8" fmla="*/ 13406 h 57455"/>
                <a:gd name="connsiteX9" fmla="*/ 9585 w 67733"/>
                <a:gd name="connsiteY9" fmla="*/ 18513 h 57455"/>
                <a:gd name="connsiteX10" fmla="*/ 9585 w 67733"/>
                <a:gd name="connsiteY10" fmla="*/ 38942 h 57455"/>
                <a:gd name="connsiteX11" fmla="*/ 28115 w 67733"/>
                <a:gd name="connsiteY11" fmla="*/ 57456 h 57455"/>
                <a:gd name="connsiteX12" fmla="*/ 38978 w 67733"/>
                <a:gd name="connsiteY12" fmla="*/ 57456 h 5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733" h="57455">
                  <a:moveTo>
                    <a:pt x="38978" y="57456"/>
                  </a:moveTo>
                  <a:cubicBezTo>
                    <a:pt x="49202" y="57456"/>
                    <a:pt x="58148" y="49157"/>
                    <a:pt x="58148" y="38942"/>
                  </a:cubicBezTo>
                  <a:lnTo>
                    <a:pt x="58148" y="18513"/>
                  </a:lnTo>
                  <a:cubicBezTo>
                    <a:pt x="58148" y="16598"/>
                    <a:pt x="59426" y="14683"/>
                    <a:pt x="60704" y="13406"/>
                  </a:cubicBezTo>
                  <a:cubicBezTo>
                    <a:pt x="63260" y="12129"/>
                    <a:pt x="67733" y="7022"/>
                    <a:pt x="67733" y="3830"/>
                  </a:cubicBezTo>
                  <a:lnTo>
                    <a:pt x="67733" y="0"/>
                  </a:lnTo>
                  <a:lnTo>
                    <a:pt x="0" y="0"/>
                  </a:lnTo>
                  <a:lnTo>
                    <a:pt x="0" y="3830"/>
                  </a:lnTo>
                  <a:cubicBezTo>
                    <a:pt x="0" y="7661"/>
                    <a:pt x="5111" y="12129"/>
                    <a:pt x="7029" y="13406"/>
                  </a:cubicBezTo>
                  <a:cubicBezTo>
                    <a:pt x="8945" y="14683"/>
                    <a:pt x="9585" y="16598"/>
                    <a:pt x="9585" y="18513"/>
                  </a:cubicBezTo>
                  <a:lnTo>
                    <a:pt x="9585" y="38942"/>
                  </a:lnTo>
                  <a:cubicBezTo>
                    <a:pt x="9585" y="49157"/>
                    <a:pt x="17891" y="57456"/>
                    <a:pt x="28115" y="57456"/>
                  </a:cubicBezTo>
                  <a:lnTo>
                    <a:pt x="38978" y="57456"/>
                  </a:lnTo>
                  <a:close/>
                </a:path>
              </a:pathLst>
            </a:custGeom>
            <a:grpFill/>
            <a:ln w="6390" cap="flat">
              <a:noFill/>
              <a:prstDash val="solid"/>
              <a:miter/>
            </a:ln>
          </p:spPr>
          <p:txBody>
            <a:bodyPr rtlCol="0" anchor="ctr"/>
            <a:lstStyle/>
            <a:p>
              <a:endParaRPr lang="en-US"/>
            </a:p>
          </p:txBody>
        </p:sp>
        <p:sp>
          <p:nvSpPr>
            <p:cNvPr id="123" name="Graphic 4">
              <a:extLst>
                <a:ext uri="{FF2B5EF4-FFF2-40B4-BE49-F238E27FC236}">
                  <a16:creationId xmlns:a16="http://schemas.microsoft.com/office/drawing/2014/main" id="{1AEE394D-C4DF-BB1A-9F16-49889570256B}"/>
                </a:ext>
              </a:extLst>
            </p:cNvPr>
            <p:cNvSpPr/>
            <p:nvPr/>
          </p:nvSpPr>
          <p:spPr>
            <a:xfrm>
              <a:off x="7408493" y="4485323"/>
              <a:ext cx="70928" cy="45242"/>
            </a:xfrm>
            <a:custGeom>
              <a:avLst/>
              <a:gdLst>
                <a:gd name="connsiteX0" fmla="*/ 12780 w 70928"/>
                <a:gd name="connsiteY0" fmla="*/ 3417 h 45242"/>
                <a:gd name="connsiteX1" fmla="*/ 0 w 70928"/>
                <a:gd name="connsiteY1" fmla="*/ 24485 h 45242"/>
                <a:gd name="connsiteX2" fmla="*/ 42812 w 70928"/>
                <a:gd name="connsiteY2" fmla="*/ 11078 h 45242"/>
                <a:gd name="connsiteX3" fmla="*/ 51119 w 70928"/>
                <a:gd name="connsiteY3" fmla="*/ 9163 h 45242"/>
                <a:gd name="connsiteX4" fmla="*/ 58787 w 70928"/>
                <a:gd name="connsiteY4" fmla="*/ 13632 h 45242"/>
                <a:gd name="connsiteX5" fmla="*/ 54314 w 70928"/>
                <a:gd name="connsiteY5" fmla="*/ 21293 h 45242"/>
                <a:gd name="connsiteX6" fmla="*/ 46007 w 70928"/>
                <a:gd name="connsiteY6" fmla="*/ 23208 h 45242"/>
                <a:gd name="connsiteX7" fmla="*/ 5111 w 70928"/>
                <a:gd name="connsiteY7" fmla="*/ 35976 h 45242"/>
                <a:gd name="connsiteX8" fmla="*/ 8946 w 70928"/>
                <a:gd name="connsiteY8" fmla="*/ 37253 h 45242"/>
                <a:gd name="connsiteX9" fmla="*/ 37061 w 70928"/>
                <a:gd name="connsiteY9" fmla="*/ 44275 h 45242"/>
                <a:gd name="connsiteX10" fmla="*/ 70928 w 70928"/>
                <a:gd name="connsiteY10" fmla="*/ 7886 h 45242"/>
                <a:gd name="connsiteX11" fmla="*/ 49202 w 70928"/>
                <a:gd name="connsiteY11" fmla="*/ 3417 h 45242"/>
                <a:gd name="connsiteX12" fmla="*/ 12780 w 70928"/>
                <a:gd name="connsiteY12" fmla="*/ 3417 h 4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0928" h="45242">
                  <a:moveTo>
                    <a:pt x="12780" y="3417"/>
                  </a:moveTo>
                  <a:cubicBezTo>
                    <a:pt x="5751" y="7886"/>
                    <a:pt x="639" y="16185"/>
                    <a:pt x="0" y="24485"/>
                  </a:cubicBezTo>
                  <a:cubicBezTo>
                    <a:pt x="13419" y="18101"/>
                    <a:pt x="28116" y="13632"/>
                    <a:pt x="42812" y="11078"/>
                  </a:cubicBezTo>
                  <a:lnTo>
                    <a:pt x="51119" y="9163"/>
                  </a:lnTo>
                  <a:cubicBezTo>
                    <a:pt x="54314" y="8525"/>
                    <a:pt x="58148" y="10440"/>
                    <a:pt x="58787" y="13632"/>
                  </a:cubicBezTo>
                  <a:cubicBezTo>
                    <a:pt x="59426" y="16824"/>
                    <a:pt x="57509" y="20654"/>
                    <a:pt x="54314" y="21293"/>
                  </a:cubicBezTo>
                  <a:lnTo>
                    <a:pt x="46007" y="23208"/>
                  </a:lnTo>
                  <a:cubicBezTo>
                    <a:pt x="31950" y="25761"/>
                    <a:pt x="18531" y="30230"/>
                    <a:pt x="5111" y="35976"/>
                  </a:cubicBezTo>
                  <a:cubicBezTo>
                    <a:pt x="6390" y="35976"/>
                    <a:pt x="7668" y="36614"/>
                    <a:pt x="8946" y="37253"/>
                  </a:cubicBezTo>
                  <a:cubicBezTo>
                    <a:pt x="16614" y="44275"/>
                    <a:pt x="26837" y="46828"/>
                    <a:pt x="37061" y="44275"/>
                  </a:cubicBezTo>
                  <a:cubicBezTo>
                    <a:pt x="53676" y="39168"/>
                    <a:pt x="67094" y="25123"/>
                    <a:pt x="70928" y="7886"/>
                  </a:cubicBezTo>
                  <a:cubicBezTo>
                    <a:pt x="63261" y="7248"/>
                    <a:pt x="56231" y="5971"/>
                    <a:pt x="49202" y="3417"/>
                  </a:cubicBezTo>
                  <a:cubicBezTo>
                    <a:pt x="36422" y="226"/>
                    <a:pt x="26199" y="-2328"/>
                    <a:pt x="12780" y="3417"/>
                  </a:cubicBezTo>
                  <a:close/>
                </a:path>
              </a:pathLst>
            </a:custGeom>
            <a:grpFill/>
            <a:ln w="6390" cap="flat">
              <a:noFill/>
              <a:prstDash val="solid"/>
              <a:miter/>
            </a:ln>
          </p:spPr>
          <p:txBody>
            <a:bodyPr rtlCol="0" anchor="ctr"/>
            <a:lstStyle/>
            <a:p>
              <a:endParaRPr lang="en-US"/>
            </a:p>
          </p:txBody>
        </p:sp>
        <p:sp>
          <p:nvSpPr>
            <p:cNvPr id="124" name="Graphic 4">
              <a:extLst>
                <a:ext uri="{FF2B5EF4-FFF2-40B4-BE49-F238E27FC236}">
                  <a16:creationId xmlns:a16="http://schemas.microsoft.com/office/drawing/2014/main" id="{FAF58E20-CFFB-6616-4243-89A5D5C0DC33}"/>
                </a:ext>
              </a:extLst>
            </p:cNvPr>
            <p:cNvSpPr/>
            <p:nvPr/>
          </p:nvSpPr>
          <p:spPr>
            <a:xfrm>
              <a:off x="7191874" y="4308712"/>
              <a:ext cx="361674" cy="361971"/>
            </a:xfrm>
            <a:custGeom>
              <a:avLst/>
              <a:gdLst>
                <a:gd name="connsiteX0" fmla="*/ 180836 w 361674"/>
                <a:gd name="connsiteY0" fmla="*/ 0 h 361971"/>
                <a:gd name="connsiteX1" fmla="*/ 0 w 361674"/>
                <a:gd name="connsiteY1" fmla="*/ 180667 h 361971"/>
                <a:gd name="connsiteX2" fmla="*/ 180836 w 361674"/>
                <a:gd name="connsiteY2" fmla="*/ 361972 h 361971"/>
                <a:gd name="connsiteX3" fmla="*/ 361670 w 361674"/>
                <a:gd name="connsiteY3" fmla="*/ 181305 h 361971"/>
                <a:gd name="connsiteX4" fmla="*/ 361670 w 361674"/>
                <a:gd name="connsiteY4" fmla="*/ 181305 h 361971"/>
                <a:gd name="connsiteX5" fmla="*/ 180836 w 361674"/>
                <a:gd name="connsiteY5" fmla="*/ 0 h 361971"/>
                <a:gd name="connsiteX6" fmla="*/ 180836 w 361674"/>
                <a:gd name="connsiteY6" fmla="*/ 0 h 361971"/>
                <a:gd name="connsiteX7" fmla="*/ 257515 w 361674"/>
                <a:gd name="connsiteY7" fmla="*/ 233654 h 361971"/>
                <a:gd name="connsiteX8" fmla="*/ 245374 w 361674"/>
                <a:gd name="connsiteY8" fmla="*/ 235569 h 361971"/>
                <a:gd name="connsiteX9" fmla="*/ 217258 w 361674"/>
                <a:gd name="connsiteY9" fmla="*/ 224078 h 361971"/>
                <a:gd name="connsiteX10" fmla="*/ 215980 w 361674"/>
                <a:gd name="connsiteY10" fmla="*/ 215779 h 361971"/>
                <a:gd name="connsiteX11" fmla="*/ 192976 w 361674"/>
                <a:gd name="connsiteY11" fmla="*/ 237484 h 361971"/>
                <a:gd name="connsiteX12" fmla="*/ 192976 w 361674"/>
                <a:gd name="connsiteY12" fmla="*/ 301324 h 361971"/>
                <a:gd name="connsiteX13" fmla="*/ 186586 w 361674"/>
                <a:gd name="connsiteY13" fmla="*/ 307708 h 361971"/>
                <a:gd name="connsiteX14" fmla="*/ 180196 w 361674"/>
                <a:gd name="connsiteY14" fmla="*/ 301324 h 361971"/>
                <a:gd name="connsiteX15" fmla="*/ 180196 w 361674"/>
                <a:gd name="connsiteY15" fmla="*/ 273234 h 361971"/>
                <a:gd name="connsiteX16" fmla="*/ 103517 w 361674"/>
                <a:gd name="connsiteY16" fmla="*/ 220247 h 361971"/>
                <a:gd name="connsiteX17" fmla="*/ 93932 w 361674"/>
                <a:gd name="connsiteY17" fmla="*/ 217055 h 361971"/>
                <a:gd name="connsiteX18" fmla="*/ 90098 w 361674"/>
                <a:gd name="connsiteY18" fmla="*/ 208756 h 361971"/>
                <a:gd name="connsiteX19" fmla="*/ 90098 w 361674"/>
                <a:gd name="connsiteY19" fmla="*/ 208756 h 361971"/>
                <a:gd name="connsiteX20" fmla="*/ 98405 w 361674"/>
                <a:gd name="connsiteY20" fmla="*/ 204926 h 361971"/>
                <a:gd name="connsiteX21" fmla="*/ 107990 w 361674"/>
                <a:gd name="connsiteY21" fmla="*/ 208118 h 361971"/>
                <a:gd name="connsiteX22" fmla="*/ 156553 w 361674"/>
                <a:gd name="connsiteY22" fmla="*/ 229185 h 361971"/>
                <a:gd name="connsiteX23" fmla="*/ 143774 w 361674"/>
                <a:gd name="connsiteY23" fmla="*/ 200457 h 361971"/>
                <a:gd name="connsiteX24" fmla="*/ 102239 w 361674"/>
                <a:gd name="connsiteY24" fmla="*/ 197265 h 361971"/>
                <a:gd name="connsiteX25" fmla="*/ 75402 w 361674"/>
                <a:gd name="connsiteY25" fmla="*/ 199819 h 361971"/>
                <a:gd name="connsiteX26" fmla="*/ 110546 w 361674"/>
                <a:gd name="connsiteY26" fmla="*/ 247698 h 361971"/>
                <a:gd name="connsiteX27" fmla="*/ 144412 w 361674"/>
                <a:gd name="connsiteY27" fmla="*/ 242591 h 361971"/>
                <a:gd name="connsiteX28" fmla="*/ 153358 w 361674"/>
                <a:gd name="connsiteY28" fmla="*/ 243868 h 361971"/>
                <a:gd name="connsiteX29" fmla="*/ 152081 w 361674"/>
                <a:gd name="connsiteY29" fmla="*/ 252806 h 361971"/>
                <a:gd name="connsiteX30" fmla="*/ 152081 w 361674"/>
                <a:gd name="connsiteY30" fmla="*/ 252806 h 361971"/>
                <a:gd name="connsiteX31" fmla="*/ 122686 w 361674"/>
                <a:gd name="connsiteY31" fmla="*/ 262382 h 361971"/>
                <a:gd name="connsiteX32" fmla="*/ 105434 w 361674"/>
                <a:gd name="connsiteY32" fmla="*/ 258551 h 361971"/>
                <a:gd name="connsiteX33" fmla="*/ 63261 w 361674"/>
                <a:gd name="connsiteY33" fmla="*/ 190881 h 361971"/>
                <a:gd name="connsiteX34" fmla="*/ 65817 w 361674"/>
                <a:gd name="connsiteY34" fmla="*/ 186412 h 361971"/>
                <a:gd name="connsiteX35" fmla="*/ 70928 w 361674"/>
                <a:gd name="connsiteY35" fmla="*/ 185774 h 361971"/>
                <a:gd name="connsiteX36" fmla="*/ 99683 w 361674"/>
                <a:gd name="connsiteY36" fmla="*/ 184497 h 361971"/>
                <a:gd name="connsiteX37" fmla="*/ 149525 w 361674"/>
                <a:gd name="connsiteY37" fmla="*/ 188966 h 361971"/>
                <a:gd name="connsiteX38" fmla="*/ 167416 w 361674"/>
                <a:gd name="connsiteY38" fmla="*/ 237484 h 361971"/>
                <a:gd name="connsiteX39" fmla="*/ 180196 w 361674"/>
                <a:gd name="connsiteY39" fmla="*/ 250252 h 361971"/>
                <a:gd name="connsiteX40" fmla="*/ 180196 w 361674"/>
                <a:gd name="connsiteY40" fmla="*/ 237484 h 361971"/>
                <a:gd name="connsiteX41" fmla="*/ 180196 w 361674"/>
                <a:gd name="connsiteY41" fmla="*/ 234292 h 361971"/>
                <a:gd name="connsiteX42" fmla="*/ 180196 w 361674"/>
                <a:gd name="connsiteY42" fmla="*/ 171729 h 361971"/>
                <a:gd name="connsiteX43" fmla="*/ 150164 w 361674"/>
                <a:gd name="connsiteY43" fmla="*/ 140448 h 361971"/>
                <a:gd name="connsiteX44" fmla="*/ 150164 w 361674"/>
                <a:gd name="connsiteY44" fmla="*/ 123211 h 361971"/>
                <a:gd name="connsiteX45" fmla="*/ 139940 w 361674"/>
                <a:gd name="connsiteY45" fmla="*/ 104697 h 361971"/>
                <a:gd name="connsiteX46" fmla="*/ 139940 w 361674"/>
                <a:gd name="connsiteY46" fmla="*/ 94483 h 361971"/>
                <a:gd name="connsiteX47" fmla="*/ 146330 w 361674"/>
                <a:gd name="connsiteY47" fmla="*/ 88099 h 361971"/>
                <a:gd name="connsiteX48" fmla="*/ 160387 w 361674"/>
                <a:gd name="connsiteY48" fmla="*/ 88099 h 361971"/>
                <a:gd name="connsiteX49" fmla="*/ 160387 w 361674"/>
                <a:gd name="connsiteY49" fmla="*/ 59371 h 361971"/>
                <a:gd name="connsiteX50" fmla="*/ 166777 w 361674"/>
                <a:gd name="connsiteY50" fmla="*/ 52987 h 361971"/>
                <a:gd name="connsiteX51" fmla="*/ 173167 w 361674"/>
                <a:gd name="connsiteY51" fmla="*/ 59371 h 361971"/>
                <a:gd name="connsiteX52" fmla="*/ 173167 w 361674"/>
                <a:gd name="connsiteY52" fmla="*/ 88099 h 361971"/>
                <a:gd name="connsiteX53" fmla="*/ 200644 w 361674"/>
                <a:gd name="connsiteY53" fmla="*/ 88099 h 361971"/>
                <a:gd name="connsiteX54" fmla="*/ 200644 w 361674"/>
                <a:gd name="connsiteY54" fmla="*/ 59371 h 361971"/>
                <a:gd name="connsiteX55" fmla="*/ 207034 w 361674"/>
                <a:gd name="connsiteY55" fmla="*/ 52987 h 361971"/>
                <a:gd name="connsiteX56" fmla="*/ 213424 w 361674"/>
                <a:gd name="connsiteY56" fmla="*/ 59371 h 361971"/>
                <a:gd name="connsiteX57" fmla="*/ 213424 w 361674"/>
                <a:gd name="connsiteY57" fmla="*/ 88099 h 361971"/>
                <a:gd name="connsiteX58" fmla="*/ 227482 w 361674"/>
                <a:gd name="connsiteY58" fmla="*/ 88099 h 361971"/>
                <a:gd name="connsiteX59" fmla="*/ 233872 w 361674"/>
                <a:gd name="connsiteY59" fmla="*/ 94483 h 361971"/>
                <a:gd name="connsiteX60" fmla="*/ 233872 w 361674"/>
                <a:gd name="connsiteY60" fmla="*/ 104697 h 361971"/>
                <a:gd name="connsiteX61" fmla="*/ 223648 w 361674"/>
                <a:gd name="connsiteY61" fmla="*/ 123211 h 361971"/>
                <a:gd name="connsiteX62" fmla="*/ 223648 w 361674"/>
                <a:gd name="connsiteY62" fmla="*/ 140448 h 361971"/>
                <a:gd name="connsiteX63" fmla="*/ 193615 w 361674"/>
                <a:gd name="connsiteY63" fmla="*/ 171729 h 361971"/>
                <a:gd name="connsiteX64" fmla="*/ 193615 w 361674"/>
                <a:gd name="connsiteY64" fmla="*/ 217694 h 361971"/>
                <a:gd name="connsiteX65" fmla="*/ 205117 w 361674"/>
                <a:gd name="connsiteY65" fmla="*/ 208118 h 361971"/>
                <a:gd name="connsiteX66" fmla="*/ 225565 w 361674"/>
                <a:gd name="connsiteY66" fmla="*/ 167899 h 361971"/>
                <a:gd name="connsiteX67" fmla="*/ 269655 w 361674"/>
                <a:gd name="connsiteY67" fmla="*/ 168537 h 361971"/>
                <a:gd name="connsiteX68" fmla="*/ 293937 w 361674"/>
                <a:gd name="connsiteY68" fmla="*/ 172368 h 361971"/>
                <a:gd name="connsiteX69" fmla="*/ 300966 w 361674"/>
                <a:gd name="connsiteY69" fmla="*/ 178113 h 361971"/>
                <a:gd name="connsiteX70" fmla="*/ 300966 w 361674"/>
                <a:gd name="connsiteY70" fmla="*/ 178752 h 361971"/>
                <a:gd name="connsiteX71" fmla="*/ 257515 w 361674"/>
                <a:gd name="connsiteY71" fmla="*/ 233654 h 361971"/>
                <a:gd name="connsiteX72" fmla="*/ 257515 w 361674"/>
                <a:gd name="connsiteY72" fmla="*/ 23365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61674" h="361971">
                  <a:moveTo>
                    <a:pt x="180836" y="0"/>
                  </a:moveTo>
                  <a:cubicBezTo>
                    <a:pt x="80513" y="0"/>
                    <a:pt x="0" y="81077"/>
                    <a:pt x="0" y="180667"/>
                  </a:cubicBezTo>
                  <a:cubicBezTo>
                    <a:pt x="0" y="280257"/>
                    <a:pt x="81152" y="361972"/>
                    <a:pt x="180836" y="361972"/>
                  </a:cubicBezTo>
                  <a:cubicBezTo>
                    <a:pt x="281157" y="361972"/>
                    <a:pt x="361670" y="280895"/>
                    <a:pt x="361670" y="181305"/>
                  </a:cubicBezTo>
                  <a:cubicBezTo>
                    <a:pt x="361670" y="181305"/>
                    <a:pt x="361670" y="181305"/>
                    <a:pt x="361670" y="181305"/>
                  </a:cubicBezTo>
                  <a:cubicBezTo>
                    <a:pt x="362309" y="81077"/>
                    <a:pt x="281157" y="0"/>
                    <a:pt x="180836" y="0"/>
                  </a:cubicBezTo>
                  <a:cubicBezTo>
                    <a:pt x="180836" y="0"/>
                    <a:pt x="180836" y="0"/>
                    <a:pt x="180836" y="0"/>
                  </a:cubicBezTo>
                  <a:close/>
                  <a:moveTo>
                    <a:pt x="257515" y="233654"/>
                  </a:moveTo>
                  <a:cubicBezTo>
                    <a:pt x="253680" y="234930"/>
                    <a:pt x="249846" y="235569"/>
                    <a:pt x="245374" y="235569"/>
                  </a:cubicBezTo>
                  <a:cubicBezTo>
                    <a:pt x="235150" y="234930"/>
                    <a:pt x="224925" y="231100"/>
                    <a:pt x="217258" y="224078"/>
                  </a:cubicBezTo>
                  <a:cubicBezTo>
                    <a:pt x="214702" y="222163"/>
                    <a:pt x="214063" y="218971"/>
                    <a:pt x="215980" y="215779"/>
                  </a:cubicBezTo>
                  <a:cubicBezTo>
                    <a:pt x="207034" y="221524"/>
                    <a:pt x="198727" y="228546"/>
                    <a:pt x="192976" y="237484"/>
                  </a:cubicBezTo>
                  <a:lnTo>
                    <a:pt x="192976" y="301324"/>
                  </a:lnTo>
                  <a:cubicBezTo>
                    <a:pt x="192976" y="305154"/>
                    <a:pt x="190420" y="307708"/>
                    <a:pt x="186586" y="307708"/>
                  </a:cubicBezTo>
                  <a:cubicBezTo>
                    <a:pt x="182752" y="307708"/>
                    <a:pt x="180196" y="305154"/>
                    <a:pt x="180196" y="301324"/>
                  </a:cubicBezTo>
                  <a:lnTo>
                    <a:pt x="180196" y="273234"/>
                  </a:lnTo>
                  <a:cubicBezTo>
                    <a:pt x="161666" y="238761"/>
                    <a:pt x="127799" y="227908"/>
                    <a:pt x="103517" y="220247"/>
                  </a:cubicBezTo>
                  <a:lnTo>
                    <a:pt x="93932" y="217055"/>
                  </a:lnTo>
                  <a:cubicBezTo>
                    <a:pt x="90737" y="215779"/>
                    <a:pt x="88820" y="211948"/>
                    <a:pt x="90098" y="208756"/>
                  </a:cubicBezTo>
                  <a:cubicBezTo>
                    <a:pt x="90098" y="208756"/>
                    <a:pt x="90098" y="208756"/>
                    <a:pt x="90098" y="208756"/>
                  </a:cubicBezTo>
                  <a:cubicBezTo>
                    <a:pt x="91376" y="205564"/>
                    <a:pt x="95210" y="203649"/>
                    <a:pt x="98405" y="204926"/>
                  </a:cubicBezTo>
                  <a:lnTo>
                    <a:pt x="107990" y="208118"/>
                  </a:lnTo>
                  <a:cubicBezTo>
                    <a:pt x="125243" y="213225"/>
                    <a:pt x="141217" y="220247"/>
                    <a:pt x="156553" y="229185"/>
                  </a:cubicBezTo>
                  <a:cubicBezTo>
                    <a:pt x="157192" y="218332"/>
                    <a:pt x="152720" y="207479"/>
                    <a:pt x="143774" y="200457"/>
                  </a:cubicBezTo>
                  <a:cubicBezTo>
                    <a:pt x="129076" y="192158"/>
                    <a:pt x="116297" y="194711"/>
                    <a:pt x="102239" y="197265"/>
                  </a:cubicBezTo>
                  <a:cubicBezTo>
                    <a:pt x="93293" y="199180"/>
                    <a:pt x="84347" y="199819"/>
                    <a:pt x="75402" y="199819"/>
                  </a:cubicBezTo>
                  <a:cubicBezTo>
                    <a:pt x="77318" y="220886"/>
                    <a:pt x="91376" y="239399"/>
                    <a:pt x="110546" y="247698"/>
                  </a:cubicBezTo>
                  <a:cubicBezTo>
                    <a:pt x="122048" y="252167"/>
                    <a:pt x="134828" y="250252"/>
                    <a:pt x="144412" y="242591"/>
                  </a:cubicBezTo>
                  <a:cubicBezTo>
                    <a:pt x="147607" y="240676"/>
                    <a:pt x="151441" y="241314"/>
                    <a:pt x="153358" y="243868"/>
                  </a:cubicBezTo>
                  <a:cubicBezTo>
                    <a:pt x="155276" y="247060"/>
                    <a:pt x="154636" y="250890"/>
                    <a:pt x="152081" y="252806"/>
                  </a:cubicBezTo>
                  <a:cubicBezTo>
                    <a:pt x="152081" y="252806"/>
                    <a:pt x="152081" y="252806"/>
                    <a:pt x="152081" y="252806"/>
                  </a:cubicBezTo>
                  <a:cubicBezTo>
                    <a:pt x="143774" y="259190"/>
                    <a:pt x="133550" y="262382"/>
                    <a:pt x="122686" y="262382"/>
                  </a:cubicBezTo>
                  <a:cubicBezTo>
                    <a:pt x="116936" y="262382"/>
                    <a:pt x="110546" y="261105"/>
                    <a:pt x="105434" y="258551"/>
                  </a:cubicBezTo>
                  <a:cubicBezTo>
                    <a:pt x="77957" y="245783"/>
                    <a:pt x="60066" y="217055"/>
                    <a:pt x="63261" y="190881"/>
                  </a:cubicBezTo>
                  <a:cubicBezTo>
                    <a:pt x="63261" y="188966"/>
                    <a:pt x="64538" y="187689"/>
                    <a:pt x="65817" y="186412"/>
                  </a:cubicBezTo>
                  <a:cubicBezTo>
                    <a:pt x="67094" y="185135"/>
                    <a:pt x="69012" y="185135"/>
                    <a:pt x="70928" y="185774"/>
                  </a:cubicBezTo>
                  <a:cubicBezTo>
                    <a:pt x="80513" y="187689"/>
                    <a:pt x="90098" y="187051"/>
                    <a:pt x="99683" y="184497"/>
                  </a:cubicBezTo>
                  <a:cubicBezTo>
                    <a:pt x="114380" y="181944"/>
                    <a:pt x="130994" y="178752"/>
                    <a:pt x="149525" y="188966"/>
                  </a:cubicBezTo>
                  <a:cubicBezTo>
                    <a:pt x="164861" y="199819"/>
                    <a:pt x="171889" y="218971"/>
                    <a:pt x="167416" y="237484"/>
                  </a:cubicBezTo>
                  <a:cubicBezTo>
                    <a:pt x="171889" y="241314"/>
                    <a:pt x="176362" y="245783"/>
                    <a:pt x="180196" y="250252"/>
                  </a:cubicBezTo>
                  <a:lnTo>
                    <a:pt x="180196" y="237484"/>
                  </a:lnTo>
                  <a:cubicBezTo>
                    <a:pt x="180196" y="236207"/>
                    <a:pt x="180196" y="235569"/>
                    <a:pt x="180196" y="234292"/>
                  </a:cubicBezTo>
                  <a:lnTo>
                    <a:pt x="180196" y="171729"/>
                  </a:lnTo>
                  <a:cubicBezTo>
                    <a:pt x="163582" y="171091"/>
                    <a:pt x="150164" y="157046"/>
                    <a:pt x="150164" y="140448"/>
                  </a:cubicBezTo>
                  <a:lnTo>
                    <a:pt x="150164" y="123211"/>
                  </a:lnTo>
                  <a:cubicBezTo>
                    <a:pt x="144412" y="118742"/>
                    <a:pt x="140579" y="112358"/>
                    <a:pt x="139940" y="104697"/>
                  </a:cubicBezTo>
                  <a:lnTo>
                    <a:pt x="139940" y="94483"/>
                  </a:lnTo>
                  <a:cubicBezTo>
                    <a:pt x="139940" y="90653"/>
                    <a:pt x="142496" y="88099"/>
                    <a:pt x="146330" y="88099"/>
                  </a:cubicBezTo>
                  <a:lnTo>
                    <a:pt x="160387" y="88099"/>
                  </a:lnTo>
                  <a:lnTo>
                    <a:pt x="160387" y="59371"/>
                  </a:lnTo>
                  <a:cubicBezTo>
                    <a:pt x="160387" y="55541"/>
                    <a:pt x="162943" y="52987"/>
                    <a:pt x="166777" y="52987"/>
                  </a:cubicBezTo>
                  <a:cubicBezTo>
                    <a:pt x="170611" y="52987"/>
                    <a:pt x="173167" y="55541"/>
                    <a:pt x="173167" y="59371"/>
                  </a:cubicBezTo>
                  <a:lnTo>
                    <a:pt x="173167" y="88099"/>
                  </a:lnTo>
                  <a:lnTo>
                    <a:pt x="200644" y="88099"/>
                  </a:lnTo>
                  <a:lnTo>
                    <a:pt x="200644" y="59371"/>
                  </a:lnTo>
                  <a:cubicBezTo>
                    <a:pt x="200644" y="55541"/>
                    <a:pt x="203200" y="52987"/>
                    <a:pt x="207034" y="52987"/>
                  </a:cubicBezTo>
                  <a:cubicBezTo>
                    <a:pt x="210868" y="52987"/>
                    <a:pt x="213424" y="55541"/>
                    <a:pt x="213424" y="59371"/>
                  </a:cubicBezTo>
                  <a:lnTo>
                    <a:pt x="213424" y="88099"/>
                  </a:lnTo>
                  <a:lnTo>
                    <a:pt x="227482" y="88099"/>
                  </a:lnTo>
                  <a:cubicBezTo>
                    <a:pt x="231315" y="88099"/>
                    <a:pt x="233872" y="90653"/>
                    <a:pt x="233872" y="94483"/>
                  </a:cubicBezTo>
                  <a:lnTo>
                    <a:pt x="233872" y="104697"/>
                  </a:lnTo>
                  <a:cubicBezTo>
                    <a:pt x="233233" y="111720"/>
                    <a:pt x="229399" y="118742"/>
                    <a:pt x="223648" y="123211"/>
                  </a:cubicBezTo>
                  <a:lnTo>
                    <a:pt x="223648" y="140448"/>
                  </a:lnTo>
                  <a:cubicBezTo>
                    <a:pt x="223648" y="157046"/>
                    <a:pt x="210229" y="171091"/>
                    <a:pt x="193615" y="171729"/>
                  </a:cubicBezTo>
                  <a:lnTo>
                    <a:pt x="193615" y="217694"/>
                  </a:lnTo>
                  <a:cubicBezTo>
                    <a:pt x="197449" y="213863"/>
                    <a:pt x="201283" y="210671"/>
                    <a:pt x="205117" y="208118"/>
                  </a:cubicBezTo>
                  <a:cubicBezTo>
                    <a:pt x="203200" y="191519"/>
                    <a:pt x="210868" y="176198"/>
                    <a:pt x="225565" y="167899"/>
                  </a:cubicBezTo>
                  <a:cubicBezTo>
                    <a:pt x="242818" y="160238"/>
                    <a:pt x="256875" y="164707"/>
                    <a:pt x="269655" y="168537"/>
                  </a:cubicBezTo>
                  <a:cubicBezTo>
                    <a:pt x="277323" y="171729"/>
                    <a:pt x="285630" y="173006"/>
                    <a:pt x="293937" y="172368"/>
                  </a:cubicBezTo>
                  <a:cubicBezTo>
                    <a:pt x="297132" y="171729"/>
                    <a:pt x="300966" y="174283"/>
                    <a:pt x="300966" y="178113"/>
                  </a:cubicBezTo>
                  <a:cubicBezTo>
                    <a:pt x="300966" y="178113"/>
                    <a:pt x="300966" y="178752"/>
                    <a:pt x="300966" y="178752"/>
                  </a:cubicBezTo>
                  <a:cubicBezTo>
                    <a:pt x="300327" y="201734"/>
                    <a:pt x="282435" y="224716"/>
                    <a:pt x="257515" y="233654"/>
                  </a:cubicBezTo>
                  <a:lnTo>
                    <a:pt x="257515" y="233654"/>
                  </a:lnTo>
                  <a:close/>
                </a:path>
              </a:pathLst>
            </a:custGeom>
            <a:grpFill/>
            <a:ln w="6390" cap="flat">
              <a:noFill/>
              <a:prstDash val="solid"/>
              <a:miter/>
            </a:ln>
          </p:spPr>
          <p:txBody>
            <a:bodyPr rtlCol="0" anchor="ctr"/>
            <a:lstStyle/>
            <a:p>
              <a:endParaRPr lang="en-US"/>
            </a:p>
          </p:txBody>
        </p:sp>
      </p:grpSp>
      <p:grpSp>
        <p:nvGrpSpPr>
          <p:cNvPr id="125" name="Graphic 4">
            <a:extLst>
              <a:ext uri="{FF2B5EF4-FFF2-40B4-BE49-F238E27FC236}">
                <a16:creationId xmlns:a16="http://schemas.microsoft.com/office/drawing/2014/main" id="{1BFF2F45-83B9-D450-4C05-098774B43305}"/>
              </a:ext>
            </a:extLst>
          </p:cNvPr>
          <p:cNvGrpSpPr/>
          <p:nvPr/>
        </p:nvGrpSpPr>
        <p:grpSpPr>
          <a:xfrm>
            <a:off x="10666102" y="4524570"/>
            <a:ext cx="362309" cy="361971"/>
            <a:chOff x="905454" y="2855717"/>
            <a:chExt cx="362309" cy="361971"/>
          </a:xfrm>
          <a:solidFill>
            <a:srgbClr val="004F59"/>
          </a:solidFill>
        </p:grpSpPr>
        <p:sp>
          <p:nvSpPr>
            <p:cNvPr id="126" name="Graphic 4">
              <a:extLst>
                <a:ext uri="{FF2B5EF4-FFF2-40B4-BE49-F238E27FC236}">
                  <a16:creationId xmlns:a16="http://schemas.microsoft.com/office/drawing/2014/main" id="{EE16152E-C00E-EC0B-32D8-747E78F098F1}"/>
                </a:ext>
              </a:extLst>
            </p:cNvPr>
            <p:cNvSpPr/>
            <p:nvPr/>
          </p:nvSpPr>
          <p:spPr>
            <a:xfrm>
              <a:off x="1012165" y="2998719"/>
              <a:ext cx="90098" cy="134063"/>
            </a:xfrm>
            <a:custGeom>
              <a:avLst/>
              <a:gdLst>
                <a:gd name="connsiteX0" fmla="*/ 0 w 90098"/>
                <a:gd name="connsiteY0" fmla="*/ 134064 h 134063"/>
                <a:gd name="connsiteX1" fmla="*/ 90098 w 90098"/>
                <a:gd name="connsiteY1" fmla="*/ 134064 h 134063"/>
                <a:gd name="connsiteX2" fmla="*/ 90098 w 90098"/>
                <a:gd name="connsiteY2" fmla="*/ 0 h 134063"/>
                <a:gd name="connsiteX3" fmla="*/ 0 w 90098"/>
                <a:gd name="connsiteY3" fmla="*/ 0 h 134063"/>
                <a:gd name="connsiteX4" fmla="*/ 0 w 90098"/>
                <a:gd name="connsiteY4" fmla="*/ 134064 h 134063"/>
                <a:gd name="connsiteX5" fmla="*/ 15975 w 90098"/>
                <a:gd name="connsiteY5" fmla="*/ 16598 h 134063"/>
                <a:gd name="connsiteX6" fmla="*/ 74123 w 90098"/>
                <a:gd name="connsiteY6" fmla="*/ 16598 h 134063"/>
                <a:gd name="connsiteX7" fmla="*/ 80513 w 90098"/>
                <a:gd name="connsiteY7" fmla="*/ 22982 h 134063"/>
                <a:gd name="connsiteX8" fmla="*/ 74123 w 90098"/>
                <a:gd name="connsiteY8" fmla="*/ 29366 h 134063"/>
                <a:gd name="connsiteX9" fmla="*/ 15336 w 90098"/>
                <a:gd name="connsiteY9" fmla="*/ 29366 h 134063"/>
                <a:gd name="connsiteX10" fmla="*/ 8946 w 90098"/>
                <a:gd name="connsiteY10" fmla="*/ 22982 h 134063"/>
                <a:gd name="connsiteX11" fmla="*/ 15975 w 90098"/>
                <a:gd name="connsiteY11" fmla="*/ 16598 h 134063"/>
                <a:gd name="connsiteX12" fmla="*/ 15975 w 90098"/>
                <a:gd name="connsiteY12" fmla="*/ 16598 h 134063"/>
                <a:gd name="connsiteX13" fmla="*/ 15975 w 90098"/>
                <a:gd name="connsiteY13" fmla="*/ 45965 h 134063"/>
                <a:gd name="connsiteX14" fmla="*/ 74123 w 90098"/>
                <a:gd name="connsiteY14" fmla="*/ 45965 h 134063"/>
                <a:gd name="connsiteX15" fmla="*/ 80513 w 90098"/>
                <a:gd name="connsiteY15" fmla="*/ 52349 h 134063"/>
                <a:gd name="connsiteX16" fmla="*/ 74123 w 90098"/>
                <a:gd name="connsiteY16" fmla="*/ 58733 h 134063"/>
                <a:gd name="connsiteX17" fmla="*/ 15336 w 90098"/>
                <a:gd name="connsiteY17" fmla="*/ 58733 h 134063"/>
                <a:gd name="connsiteX18" fmla="*/ 8946 w 90098"/>
                <a:gd name="connsiteY18" fmla="*/ 52349 h 134063"/>
                <a:gd name="connsiteX19" fmla="*/ 15975 w 90098"/>
                <a:gd name="connsiteY19" fmla="*/ 45965 h 134063"/>
                <a:gd name="connsiteX20" fmla="*/ 15975 w 90098"/>
                <a:gd name="connsiteY20" fmla="*/ 45965 h 134063"/>
                <a:gd name="connsiteX21" fmla="*/ 15975 w 90098"/>
                <a:gd name="connsiteY21" fmla="*/ 75331 h 134063"/>
                <a:gd name="connsiteX22" fmla="*/ 74123 w 90098"/>
                <a:gd name="connsiteY22" fmla="*/ 75331 h 134063"/>
                <a:gd name="connsiteX23" fmla="*/ 80513 w 90098"/>
                <a:gd name="connsiteY23" fmla="*/ 81715 h 134063"/>
                <a:gd name="connsiteX24" fmla="*/ 74123 w 90098"/>
                <a:gd name="connsiteY24" fmla="*/ 88099 h 134063"/>
                <a:gd name="connsiteX25" fmla="*/ 15336 w 90098"/>
                <a:gd name="connsiteY25" fmla="*/ 88099 h 134063"/>
                <a:gd name="connsiteX26" fmla="*/ 8946 w 90098"/>
                <a:gd name="connsiteY26" fmla="*/ 81715 h 134063"/>
                <a:gd name="connsiteX27" fmla="*/ 15975 w 90098"/>
                <a:gd name="connsiteY27" fmla="*/ 75331 h 134063"/>
                <a:gd name="connsiteX28" fmla="*/ 15975 w 90098"/>
                <a:gd name="connsiteY28" fmla="*/ 75331 h 134063"/>
                <a:gd name="connsiteX29" fmla="*/ 15975 w 90098"/>
                <a:gd name="connsiteY29" fmla="*/ 104697 h 134063"/>
                <a:gd name="connsiteX30" fmla="*/ 74123 w 90098"/>
                <a:gd name="connsiteY30" fmla="*/ 104697 h 134063"/>
                <a:gd name="connsiteX31" fmla="*/ 80513 w 90098"/>
                <a:gd name="connsiteY31" fmla="*/ 111081 h 134063"/>
                <a:gd name="connsiteX32" fmla="*/ 74123 w 90098"/>
                <a:gd name="connsiteY32" fmla="*/ 117465 h 134063"/>
                <a:gd name="connsiteX33" fmla="*/ 15336 w 90098"/>
                <a:gd name="connsiteY33" fmla="*/ 117465 h 134063"/>
                <a:gd name="connsiteX34" fmla="*/ 8946 w 90098"/>
                <a:gd name="connsiteY34" fmla="*/ 111081 h 134063"/>
                <a:gd name="connsiteX35" fmla="*/ 15975 w 90098"/>
                <a:gd name="connsiteY35" fmla="*/ 104697 h 134063"/>
                <a:gd name="connsiteX36" fmla="*/ 15975 w 90098"/>
                <a:gd name="connsiteY36" fmla="*/ 104697 h 1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0098" h="134063">
                  <a:moveTo>
                    <a:pt x="0" y="134064"/>
                  </a:moveTo>
                  <a:lnTo>
                    <a:pt x="90098" y="134064"/>
                  </a:lnTo>
                  <a:lnTo>
                    <a:pt x="90098" y="0"/>
                  </a:lnTo>
                  <a:lnTo>
                    <a:pt x="0" y="0"/>
                  </a:lnTo>
                  <a:lnTo>
                    <a:pt x="0" y="134064"/>
                  </a:lnTo>
                  <a:close/>
                  <a:moveTo>
                    <a:pt x="15975" y="16598"/>
                  </a:moveTo>
                  <a:lnTo>
                    <a:pt x="74123" y="16598"/>
                  </a:lnTo>
                  <a:cubicBezTo>
                    <a:pt x="77957" y="16598"/>
                    <a:pt x="80513" y="19152"/>
                    <a:pt x="80513" y="22982"/>
                  </a:cubicBezTo>
                  <a:cubicBezTo>
                    <a:pt x="80513" y="26813"/>
                    <a:pt x="77957" y="29366"/>
                    <a:pt x="74123" y="29366"/>
                  </a:cubicBezTo>
                  <a:lnTo>
                    <a:pt x="15336" y="29366"/>
                  </a:lnTo>
                  <a:cubicBezTo>
                    <a:pt x="11502" y="29366"/>
                    <a:pt x="8946" y="26813"/>
                    <a:pt x="8946" y="22982"/>
                  </a:cubicBezTo>
                  <a:cubicBezTo>
                    <a:pt x="8946" y="19152"/>
                    <a:pt x="12141" y="16598"/>
                    <a:pt x="15975" y="16598"/>
                  </a:cubicBezTo>
                  <a:lnTo>
                    <a:pt x="15975" y="16598"/>
                  </a:lnTo>
                  <a:close/>
                  <a:moveTo>
                    <a:pt x="15975" y="45965"/>
                  </a:moveTo>
                  <a:lnTo>
                    <a:pt x="74123" y="45965"/>
                  </a:lnTo>
                  <a:cubicBezTo>
                    <a:pt x="77957" y="45965"/>
                    <a:pt x="80513" y="48518"/>
                    <a:pt x="80513" y="52349"/>
                  </a:cubicBezTo>
                  <a:cubicBezTo>
                    <a:pt x="80513" y="56179"/>
                    <a:pt x="77957" y="58733"/>
                    <a:pt x="74123" y="58733"/>
                  </a:cubicBezTo>
                  <a:lnTo>
                    <a:pt x="15336" y="58733"/>
                  </a:lnTo>
                  <a:cubicBezTo>
                    <a:pt x="11502" y="58733"/>
                    <a:pt x="8946" y="56179"/>
                    <a:pt x="8946" y="52349"/>
                  </a:cubicBezTo>
                  <a:cubicBezTo>
                    <a:pt x="8946" y="48518"/>
                    <a:pt x="12141" y="45965"/>
                    <a:pt x="15975" y="45965"/>
                  </a:cubicBezTo>
                  <a:lnTo>
                    <a:pt x="15975" y="45965"/>
                  </a:lnTo>
                  <a:close/>
                  <a:moveTo>
                    <a:pt x="15975" y="75331"/>
                  </a:moveTo>
                  <a:lnTo>
                    <a:pt x="74123" y="75331"/>
                  </a:lnTo>
                  <a:cubicBezTo>
                    <a:pt x="77957" y="75331"/>
                    <a:pt x="80513" y="77884"/>
                    <a:pt x="80513" y="81715"/>
                  </a:cubicBezTo>
                  <a:cubicBezTo>
                    <a:pt x="80513" y="85545"/>
                    <a:pt x="77957" y="88099"/>
                    <a:pt x="74123" y="88099"/>
                  </a:cubicBezTo>
                  <a:lnTo>
                    <a:pt x="15336" y="88099"/>
                  </a:lnTo>
                  <a:cubicBezTo>
                    <a:pt x="11502" y="88099"/>
                    <a:pt x="8946" y="85545"/>
                    <a:pt x="8946" y="81715"/>
                  </a:cubicBezTo>
                  <a:cubicBezTo>
                    <a:pt x="8946" y="77884"/>
                    <a:pt x="12141" y="75331"/>
                    <a:pt x="15975" y="75331"/>
                  </a:cubicBezTo>
                  <a:lnTo>
                    <a:pt x="15975" y="75331"/>
                  </a:lnTo>
                  <a:close/>
                  <a:moveTo>
                    <a:pt x="15975" y="104697"/>
                  </a:moveTo>
                  <a:lnTo>
                    <a:pt x="74123" y="104697"/>
                  </a:lnTo>
                  <a:cubicBezTo>
                    <a:pt x="77957" y="104697"/>
                    <a:pt x="80513" y="107251"/>
                    <a:pt x="80513" y="111081"/>
                  </a:cubicBezTo>
                  <a:cubicBezTo>
                    <a:pt x="80513" y="114912"/>
                    <a:pt x="77957" y="117465"/>
                    <a:pt x="74123" y="117465"/>
                  </a:cubicBezTo>
                  <a:lnTo>
                    <a:pt x="15336" y="117465"/>
                  </a:lnTo>
                  <a:cubicBezTo>
                    <a:pt x="11502" y="117465"/>
                    <a:pt x="8946" y="114912"/>
                    <a:pt x="8946" y="111081"/>
                  </a:cubicBezTo>
                  <a:cubicBezTo>
                    <a:pt x="8946" y="107251"/>
                    <a:pt x="12141" y="104697"/>
                    <a:pt x="15975" y="104697"/>
                  </a:cubicBezTo>
                  <a:lnTo>
                    <a:pt x="15975" y="104697"/>
                  </a:lnTo>
                  <a:close/>
                </a:path>
              </a:pathLst>
            </a:custGeom>
            <a:grpFill/>
            <a:ln w="6390" cap="flat">
              <a:noFill/>
              <a:prstDash val="solid"/>
              <a:miter/>
            </a:ln>
          </p:spPr>
          <p:txBody>
            <a:bodyPr rtlCol="0" anchor="ctr"/>
            <a:lstStyle/>
            <a:p>
              <a:endParaRPr lang="en-US"/>
            </a:p>
          </p:txBody>
        </p:sp>
        <p:sp>
          <p:nvSpPr>
            <p:cNvPr id="127" name="Graphic 4">
              <a:extLst>
                <a:ext uri="{FF2B5EF4-FFF2-40B4-BE49-F238E27FC236}">
                  <a16:creationId xmlns:a16="http://schemas.microsoft.com/office/drawing/2014/main" id="{828B474E-4BC7-C024-3054-B18F6F9EB244}"/>
                </a:ext>
              </a:extLst>
            </p:cNvPr>
            <p:cNvSpPr/>
            <p:nvPr/>
          </p:nvSpPr>
          <p:spPr>
            <a:xfrm>
              <a:off x="905454" y="2855717"/>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09 w 362309"/>
                <a:gd name="connsiteY3" fmla="*/ 180667 h 361971"/>
                <a:gd name="connsiteX4" fmla="*/ 180835 w 362309"/>
                <a:gd name="connsiteY4" fmla="*/ 0 h 361971"/>
                <a:gd name="connsiteX5" fmla="*/ 180835 w 362309"/>
                <a:gd name="connsiteY5" fmla="*/ 0 h 361971"/>
                <a:gd name="connsiteX6" fmla="*/ 208951 w 362309"/>
                <a:gd name="connsiteY6" fmla="*/ 283449 h 361971"/>
                <a:gd name="connsiteX7" fmla="*/ 202561 w 362309"/>
                <a:gd name="connsiteY7" fmla="*/ 289833 h 361971"/>
                <a:gd name="connsiteX8" fmla="*/ 100322 w 362309"/>
                <a:gd name="connsiteY8" fmla="*/ 289833 h 361971"/>
                <a:gd name="connsiteX9" fmla="*/ 93932 w 362309"/>
                <a:gd name="connsiteY9" fmla="*/ 283449 h 361971"/>
                <a:gd name="connsiteX10" fmla="*/ 93932 w 362309"/>
                <a:gd name="connsiteY10" fmla="*/ 136617 h 361971"/>
                <a:gd name="connsiteX11" fmla="*/ 100322 w 362309"/>
                <a:gd name="connsiteY11" fmla="*/ 130233 h 361971"/>
                <a:gd name="connsiteX12" fmla="*/ 203200 w 362309"/>
                <a:gd name="connsiteY12" fmla="*/ 130233 h 361971"/>
                <a:gd name="connsiteX13" fmla="*/ 209590 w 362309"/>
                <a:gd name="connsiteY13" fmla="*/ 136617 h 361971"/>
                <a:gd name="connsiteX14" fmla="*/ 208951 w 362309"/>
                <a:gd name="connsiteY14" fmla="*/ 283449 h 361971"/>
                <a:gd name="connsiteX15" fmla="*/ 238345 w 362309"/>
                <a:gd name="connsiteY15" fmla="*/ 254082 h 361971"/>
                <a:gd name="connsiteX16" fmla="*/ 231955 w 362309"/>
                <a:gd name="connsiteY16" fmla="*/ 260466 h 361971"/>
                <a:gd name="connsiteX17" fmla="*/ 225565 w 362309"/>
                <a:gd name="connsiteY17" fmla="*/ 254082 h 361971"/>
                <a:gd name="connsiteX18" fmla="*/ 225565 w 362309"/>
                <a:gd name="connsiteY18" fmla="*/ 113635 h 361971"/>
                <a:gd name="connsiteX19" fmla="*/ 129716 w 362309"/>
                <a:gd name="connsiteY19" fmla="*/ 113635 h 361971"/>
                <a:gd name="connsiteX20" fmla="*/ 123326 w 362309"/>
                <a:gd name="connsiteY20" fmla="*/ 107251 h 361971"/>
                <a:gd name="connsiteX21" fmla="*/ 129716 w 362309"/>
                <a:gd name="connsiteY21" fmla="*/ 100867 h 361971"/>
                <a:gd name="connsiteX22" fmla="*/ 232594 w 362309"/>
                <a:gd name="connsiteY22" fmla="*/ 100867 h 361971"/>
                <a:gd name="connsiteX23" fmla="*/ 238984 w 362309"/>
                <a:gd name="connsiteY23" fmla="*/ 107251 h 361971"/>
                <a:gd name="connsiteX24" fmla="*/ 238345 w 362309"/>
                <a:gd name="connsiteY24" fmla="*/ 254082 h 361971"/>
                <a:gd name="connsiteX25" fmla="*/ 267738 w 362309"/>
                <a:gd name="connsiteY25" fmla="*/ 224716 h 361971"/>
                <a:gd name="connsiteX26" fmla="*/ 261348 w 362309"/>
                <a:gd name="connsiteY26" fmla="*/ 231100 h 361971"/>
                <a:gd name="connsiteX27" fmla="*/ 254959 w 362309"/>
                <a:gd name="connsiteY27" fmla="*/ 224716 h 361971"/>
                <a:gd name="connsiteX28" fmla="*/ 254959 w 362309"/>
                <a:gd name="connsiteY28" fmla="*/ 84268 h 361971"/>
                <a:gd name="connsiteX29" fmla="*/ 159110 w 362309"/>
                <a:gd name="connsiteY29" fmla="*/ 84268 h 361971"/>
                <a:gd name="connsiteX30" fmla="*/ 152720 w 362309"/>
                <a:gd name="connsiteY30" fmla="*/ 77884 h 361971"/>
                <a:gd name="connsiteX31" fmla="*/ 159110 w 362309"/>
                <a:gd name="connsiteY31" fmla="*/ 71500 h 361971"/>
                <a:gd name="connsiteX32" fmla="*/ 261987 w 362309"/>
                <a:gd name="connsiteY32" fmla="*/ 71500 h 361971"/>
                <a:gd name="connsiteX33" fmla="*/ 268377 w 362309"/>
                <a:gd name="connsiteY33" fmla="*/ 77884 h 361971"/>
                <a:gd name="connsiteX34" fmla="*/ 267738 w 362309"/>
                <a:gd name="connsiteY34" fmla="*/ 22471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62309" h="361971">
                  <a:moveTo>
                    <a:pt x="180835" y="0"/>
                  </a:moveTo>
                  <a:cubicBezTo>
                    <a:pt x="80513" y="0"/>
                    <a:pt x="0" y="81076"/>
                    <a:pt x="0" y="181305"/>
                  </a:cubicBezTo>
                  <a:cubicBezTo>
                    <a:pt x="0" y="281533"/>
                    <a:pt x="81152" y="361972"/>
                    <a:pt x="181474" y="361972"/>
                  </a:cubicBezTo>
                  <a:cubicBezTo>
                    <a:pt x="281157" y="361972"/>
                    <a:pt x="362309" y="280895"/>
                    <a:pt x="362309" y="180667"/>
                  </a:cubicBezTo>
                  <a:cubicBezTo>
                    <a:pt x="362309" y="80438"/>
                    <a:pt x="281157" y="0"/>
                    <a:pt x="180835" y="0"/>
                  </a:cubicBezTo>
                  <a:cubicBezTo>
                    <a:pt x="180835" y="0"/>
                    <a:pt x="180835" y="0"/>
                    <a:pt x="180835" y="0"/>
                  </a:cubicBezTo>
                  <a:close/>
                  <a:moveTo>
                    <a:pt x="208951" y="283449"/>
                  </a:moveTo>
                  <a:cubicBezTo>
                    <a:pt x="208951" y="287279"/>
                    <a:pt x="206395" y="289833"/>
                    <a:pt x="202561" y="289833"/>
                  </a:cubicBezTo>
                  <a:lnTo>
                    <a:pt x="100322" y="289833"/>
                  </a:lnTo>
                  <a:cubicBezTo>
                    <a:pt x="96488" y="289833"/>
                    <a:pt x="93932" y="287279"/>
                    <a:pt x="93932" y="283449"/>
                  </a:cubicBezTo>
                  <a:lnTo>
                    <a:pt x="93932" y="136617"/>
                  </a:lnTo>
                  <a:cubicBezTo>
                    <a:pt x="93932" y="132787"/>
                    <a:pt x="96488" y="130233"/>
                    <a:pt x="100322" y="130233"/>
                  </a:cubicBezTo>
                  <a:lnTo>
                    <a:pt x="203200" y="130233"/>
                  </a:lnTo>
                  <a:cubicBezTo>
                    <a:pt x="207034" y="130233"/>
                    <a:pt x="209590" y="132787"/>
                    <a:pt x="209590" y="136617"/>
                  </a:cubicBezTo>
                  <a:lnTo>
                    <a:pt x="208951" y="283449"/>
                  </a:lnTo>
                  <a:close/>
                  <a:moveTo>
                    <a:pt x="238345" y="254082"/>
                  </a:moveTo>
                  <a:cubicBezTo>
                    <a:pt x="238345" y="257913"/>
                    <a:pt x="235789" y="260466"/>
                    <a:pt x="231955" y="260466"/>
                  </a:cubicBezTo>
                  <a:cubicBezTo>
                    <a:pt x="228121" y="260466"/>
                    <a:pt x="225565" y="257913"/>
                    <a:pt x="225565" y="254082"/>
                  </a:cubicBezTo>
                  <a:lnTo>
                    <a:pt x="225565" y="113635"/>
                  </a:lnTo>
                  <a:lnTo>
                    <a:pt x="129716" y="113635"/>
                  </a:lnTo>
                  <a:cubicBezTo>
                    <a:pt x="125882" y="113635"/>
                    <a:pt x="123326" y="111081"/>
                    <a:pt x="123326" y="107251"/>
                  </a:cubicBezTo>
                  <a:cubicBezTo>
                    <a:pt x="123326" y="103420"/>
                    <a:pt x="125882" y="100867"/>
                    <a:pt x="129716" y="100867"/>
                  </a:cubicBezTo>
                  <a:lnTo>
                    <a:pt x="232594" y="100867"/>
                  </a:lnTo>
                  <a:cubicBezTo>
                    <a:pt x="236428" y="100867"/>
                    <a:pt x="238984" y="103420"/>
                    <a:pt x="238984" y="107251"/>
                  </a:cubicBezTo>
                  <a:lnTo>
                    <a:pt x="238345" y="254082"/>
                  </a:lnTo>
                  <a:close/>
                  <a:moveTo>
                    <a:pt x="267738" y="224716"/>
                  </a:moveTo>
                  <a:cubicBezTo>
                    <a:pt x="267738" y="228546"/>
                    <a:pt x="265182" y="231100"/>
                    <a:pt x="261348" y="231100"/>
                  </a:cubicBezTo>
                  <a:cubicBezTo>
                    <a:pt x="257514" y="231100"/>
                    <a:pt x="254959" y="228546"/>
                    <a:pt x="254959" y="224716"/>
                  </a:cubicBezTo>
                  <a:lnTo>
                    <a:pt x="254959" y="84268"/>
                  </a:lnTo>
                  <a:lnTo>
                    <a:pt x="159110" y="84268"/>
                  </a:lnTo>
                  <a:cubicBezTo>
                    <a:pt x="155275" y="84268"/>
                    <a:pt x="152720" y="81715"/>
                    <a:pt x="152720" y="77884"/>
                  </a:cubicBezTo>
                  <a:cubicBezTo>
                    <a:pt x="152720" y="74054"/>
                    <a:pt x="155275" y="71500"/>
                    <a:pt x="159110" y="71500"/>
                  </a:cubicBezTo>
                  <a:lnTo>
                    <a:pt x="261987" y="71500"/>
                  </a:lnTo>
                  <a:cubicBezTo>
                    <a:pt x="265821" y="71500"/>
                    <a:pt x="268377" y="74054"/>
                    <a:pt x="268377" y="77884"/>
                  </a:cubicBezTo>
                  <a:lnTo>
                    <a:pt x="267738" y="224716"/>
                  </a:lnTo>
                  <a:close/>
                </a:path>
              </a:pathLst>
            </a:custGeom>
            <a:grpFill/>
            <a:ln w="6390" cap="flat">
              <a:noFill/>
              <a:prstDash val="solid"/>
              <a:miter/>
            </a:ln>
          </p:spPr>
          <p:txBody>
            <a:bodyPr rtlCol="0" anchor="ctr"/>
            <a:lstStyle/>
            <a:p>
              <a:endParaRPr lang="en-US"/>
            </a:p>
          </p:txBody>
        </p:sp>
      </p:grpSp>
      <p:sp>
        <p:nvSpPr>
          <p:cNvPr id="3" name="Rectangle 24">
            <a:hlinkClick r:id="rId7" action="ppaction://hlinksldjump"/>
            <a:extLst>
              <a:ext uri="{FF2B5EF4-FFF2-40B4-BE49-F238E27FC236}">
                <a16:creationId xmlns:a16="http://schemas.microsoft.com/office/drawing/2014/main" id="{398B798F-1233-31C5-D8E3-90D5450B7693}"/>
              </a:ext>
            </a:extLst>
          </p:cNvPr>
          <p:cNvSpPr/>
          <p:nvPr/>
        </p:nvSpPr>
        <p:spPr bwMode="gray">
          <a:xfrm>
            <a:off x="637402" y="-1277"/>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Objective and Strategic Context</a:t>
            </a:r>
          </a:p>
        </p:txBody>
      </p:sp>
      <p:sp>
        <p:nvSpPr>
          <p:cNvPr id="4" name="Freeform 15">
            <a:extLst>
              <a:ext uri="{FF2B5EF4-FFF2-40B4-BE49-F238E27FC236}">
                <a16:creationId xmlns:a16="http://schemas.microsoft.com/office/drawing/2014/main" id="{3885082F-2E14-9AE3-DC6F-77A921867478}"/>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13" name="Freeform 16">
            <a:extLst>
              <a:ext uri="{FF2B5EF4-FFF2-40B4-BE49-F238E27FC236}">
                <a16:creationId xmlns:a16="http://schemas.microsoft.com/office/drawing/2014/main" id="{30B051D5-A826-B81C-BC64-18F20FDCBB9F}"/>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accent1"/>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14" name="Freeform 6">
            <a:extLst>
              <a:ext uri="{FF2B5EF4-FFF2-40B4-BE49-F238E27FC236}">
                <a16:creationId xmlns:a16="http://schemas.microsoft.com/office/drawing/2014/main" id="{E75D7994-ABF7-D6FD-34B6-D04FBC430F43}"/>
              </a:ext>
            </a:extLst>
          </p:cNvPr>
          <p:cNvSpPr>
            <a:spLocks/>
          </p:cNvSpPr>
          <p:nvPr/>
        </p:nvSpPr>
        <p:spPr bwMode="gray">
          <a:xfrm>
            <a:off x="2012347"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pic>
        <p:nvPicPr>
          <p:cNvPr id="16" name="Picture 15">
            <a:hlinkClick r:id="rId8" action="ppaction://hlinksldjump"/>
            <a:extLst>
              <a:ext uri="{FF2B5EF4-FFF2-40B4-BE49-F238E27FC236}">
                <a16:creationId xmlns:a16="http://schemas.microsoft.com/office/drawing/2014/main" id="{2D8BBA4A-0E29-4CDD-15A5-6F87A647D3F4}"/>
              </a:ext>
            </a:extLst>
          </p:cNvPr>
          <p:cNvPicPr>
            <a:picLocks noChangeAspect="1"/>
          </p:cNvPicPr>
          <p:nvPr/>
        </p:nvPicPr>
        <p:blipFill>
          <a:blip r:embed="rId9"/>
          <a:stretch>
            <a:fillRect/>
          </a:stretch>
        </p:blipFill>
        <p:spPr>
          <a:xfrm>
            <a:off x="11726283" y="113485"/>
            <a:ext cx="359695" cy="365792"/>
          </a:xfrm>
          <a:prstGeom prst="rect">
            <a:avLst/>
          </a:prstGeom>
        </p:spPr>
      </p:pic>
    </p:spTree>
    <p:extLst>
      <p:ext uri="{BB962C8B-B14F-4D97-AF65-F5344CB8AC3E}">
        <p14:creationId xmlns:p14="http://schemas.microsoft.com/office/powerpoint/2010/main" val="415715887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purple background&#10;&#10;Description automatically generated">
            <a:extLst>
              <a:ext uri="{FF2B5EF4-FFF2-40B4-BE49-F238E27FC236}">
                <a16:creationId xmlns:a16="http://schemas.microsoft.com/office/drawing/2014/main" id="{DF1C830F-F668-0BE3-F2B3-88244BA254A9}"/>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tretch>
            <a:fillRect/>
          </a:stretch>
        </p:blipFill>
        <p:spPr>
          <a:xfrm>
            <a:off x="0" y="1371283"/>
            <a:ext cx="12192000" cy="5486717"/>
          </a:xfrm>
          <a:prstGeom prst="rect">
            <a:avLst/>
          </a:prstGeom>
        </p:spPr>
      </p:pic>
      <p:sp>
        <p:nvSpPr>
          <p:cNvPr id="4" name="Rectangle 3">
            <a:extLst>
              <a:ext uri="{FF2B5EF4-FFF2-40B4-BE49-F238E27FC236}">
                <a16:creationId xmlns:a16="http://schemas.microsoft.com/office/drawing/2014/main" id="{54107920-CD4A-0519-6177-A5798464AD44}"/>
              </a:ext>
            </a:extLst>
          </p:cNvPr>
          <p:cNvSpPr/>
          <p:nvPr/>
        </p:nvSpPr>
        <p:spPr bwMode="gray">
          <a:xfrm>
            <a:off x="0" y="0"/>
            <a:ext cx="12192000" cy="6858000"/>
          </a:xfrm>
          <a:prstGeom prst="rect">
            <a:avLst/>
          </a:prstGeom>
          <a:gradFill>
            <a:gsLst>
              <a:gs pos="26000">
                <a:srgbClr val="0E2742"/>
              </a:gs>
              <a:gs pos="100000">
                <a:srgbClr val="0E2742">
                  <a:alpha val="0"/>
                </a:srgbClr>
              </a:gs>
            </a:gsLst>
            <a:lin ang="540000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970D5ED6-9E31-9DC7-D688-8CAB05DA4842}"/>
              </a:ext>
            </a:extLst>
          </p:cNvPr>
          <p:cNvGrpSpPr/>
          <p:nvPr/>
        </p:nvGrpSpPr>
        <p:grpSpPr>
          <a:xfrm>
            <a:off x="600404" y="282670"/>
            <a:ext cx="5733020" cy="2570724"/>
            <a:chOff x="495300" y="1189181"/>
            <a:chExt cx="5733020" cy="2570724"/>
          </a:xfrm>
        </p:grpSpPr>
        <p:sp>
          <p:nvSpPr>
            <p:cNvPr id="2" name="TextBox 6">
              <a:extLst>
                <a:ext uri="{FF2B5EF4-FFF2-40B4-BE49-F238E27FC236}">
                  <a16:creationId xmlns:a16="http://schemas.microsoft.com/office/drawing/2014/main" id="{BFFBE392-AF08-36D4-7BC7-0618502EBEAE}"/>
                </a:ext>
              </a:extLst>
            </p:cNvPr>
            <p:cNvSpPr txBox="1"/>
            <p:nvPr/>
          </p:nvSpPr>
          <p:spPr>
            <a:xfrm>
              <a:off x="734988" y="1189181"/>
              <a:ext cx="2281481" cy="2139688"/>
            </a:xfrm>
            <a:prstGeom prst="rect">
              <a:avLst/>
            </a:prstGeom>
          </p:spPr>
          <p:txBody>
            <a:bodyPr wrap="square" lIns="0" tIns="0" rIns="0" bIns="0" rtlCol="0" anchor="t">
              <a:spAutoFit/>
            </a:bodyPr>
            <a:lstStyle/>
            <a:p>
              <a:pPr marL="0" marR="0" lvl="0" indent="0" algn="l" defTabSz="914400" rtl="0" eaLnBrk="1" fontAlgn="auto" latinLnBrk="0" hangingPunct="1">
                <a:lnSpc>
                  <a:spcPts val="17980"/>
                </a:lnSpc>
                <a:spcBef>
                  <a:spcPts val="0"/>
                </a:spcBef>
                <a:spcAft>
                  <a:spcPts val="0"/>
                </a:spcAft>
                <a:buClrTx/>
                <a:buSzTx/>
                <a:buFontTx/>
                <a:buNone/>
                <a:tabLst/>
                <a:defRPr/>
              </a:pPr>
              <a:r>
                <a:rPr kumimoji="0" lang="en-US" sz="11500" b="0" i="0" u="none" strike="noStrike" kern="1200" cap="none" spc="12" normalizeH="0" baseline="0" noProof="0">
                  <a:ln>
                    <a:noFill/>
                  </a:ln>
                  <a:solidFill>
                    <a:srgbClr val="32E9FF"/>
                  </a:solidFill>
                  <a:effectLst/>
                  <a:uLnTx/>
                  <a:uFillTx/>
                  <a:latin typeface="Aptos" panose="020B0004020202020204" pitchFamily="34" charset="0"/>
                  <a:ea typeface="+mn-ea"/>
                  <a:cs typeface="+mn-cs"/>
                </a:rPr>
                <a:t>02</a:t>
              </a:r>
            </a:p>
          </p:txBody>
        </p:sp>
        <p:grpSp>
          <p:nvGrpSpPr>
            <p:cNvPr id="5" name="Group 4">
              <a:extLst>
                <a:ext uri="{FF2B5EF4-FFF2-40B4-BE49-F238E27FC236}">
                  <a16:creationId xmlns:a16="http://schemas.microsoft.com/office/drawing/2014/main" id="{A2D0C634-E158-36CC-D7BD-49608E447B1F}"/>
                </a:ext>
              </a:extLst>
            </p:cNvPr>
            <p:cNvGrpSpPr/>
            <p:nvPr/>
          </p:nvGrpSpPr>
          <p:grpSpPr>
            <a:xfrm>
              <a:off x="495300" y="2610854"/>
              <a:ext cx="5733020" cy="1149051"/>
              <a:chOff x="495300" y="2610854"/>
              <a:chExt cx="5733020" cy="1149051"/>
            </a:xfrm>
          </p:grpSpPr>
          <p:sp>
            <p:nvSpPr>
              <p:cNvPr id="9" name="Freeform 682">
                <a:extLst>
                  <a:ext uri="{FF2B5EF4-FFF2-40B4-BE49-F238E27FC236}">
                    <a16:creationId xmlns:a16="http://schemas.microsoft.com/office/drawing/2014/main" id="{C967D441-DD59-12E6-9EFA-09EF94E2C4EA}"/>
                  </a:ext>
                </a:extLst>
              </p:cNvPr>
              <p:cNvSpPr>
                <a:spLocks noEditPoints="1"/>
              </p:cNvSpPr>
              <p:nvPr/>
            </p:nvSpPr>
            <p:spPr bwMode="auto">
              <a:xfrm rot="5400000">
                <a:off x="5410174" y="2610854"/>
                <a:ext cx="818146" cy="818146"/>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adFill>
                <a:gsLst>
                  <a:gs pos="0">
                    <a:srgbClr val="00ABAB"/>
                  </a:gs>
                  <a:gs pos="53000">
                    <a:srgbClr val="0097A9"/>
                  </a:gs>
                  <a:gs pos="100000">
                    <a:srgbClr val="040D21"/>
                  </a:gs>
                </a:gsLst>
                <a:lin ang="8100000" scaled="1"/>
              </a:gradFill>
              <a:ln w="3175" algn="ctr">
                <a:noFill/>
                <a:miter lim="800000"/>
                <a:headEnd/>
                <a:tailEnd/>
              </a:ln>
              <a:extLst>
                <a:ext uri="{91240B29-F687-4f45-9708-019B960494DF}">
                  <a14:hiddenLine xmlns="" xmlns:a14="http://schemas.microsoft.com/office/drawing/2010/main" w="9525">
                    <a:solidFill>
                      <a:srgbClr val="000000"/>
                    </a:solidFill>
                    <a:round/>
                    <a:headEnd/>
                    <a:tailEnd/>
                  </a14:hiddenLine>
                </a:ext>
              </a:extLst>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3D5B8B0-BF51-EF43-C5CA-87BFBB9C2108}"/>
                  </a:ext>
                </a:extLst>
              </p:cNvPr>
              <p:cNvGrpSpPr/>
              <p:nvPr/>
            </p:nvGrpSpPr>
            <p:grpSpPr>
              <a:xfrm>
                <a:off x="495300" y="3019927"/>
                <a:ext cx="4937760" cy="167148"/>
                <a:chOff x="0" y="2794883"/>
                <a:chExt cx="6776832" cy="167148"/>
              </a:xfrm>
            </p:grpSpPr>
            <p:cxnSp>
              <p:nvCxnSpPr>
                <p:cNvPr id="8" name="Straight Connector 7">
                  <a:extLst>
                    <a:ext uri="{FF2B5EF4-FFF2-40B4-BE49-F238E27FC236}">
                      <a16:creationId xmlns:a16="http://schemas.microsoft.com/office/drawing/2014/main" id="{EDA7E85C-A518-E5DF-0039-51F8638AD094}"/>
                    </a:ext>
                  </a:extLst>
                </p:cNvPr>
                <p:cNvCxnSpPr>
                  <a:cxnSpLocks/>
                </p:cNvCxnSpPr>
                <p:nvPr/>
              </p:nvCxnSpPr>
              <p:spPr>
                <a:xfrm>
                  <a:off x="0" y="2794883"/>
                  <a:ext cx="6776832" cy="0"/>
                </a:xfrm>
                <a:prstGeom prst="line">
                  <a:avLst/>
                </a:prstGeom>
                <a:ln w="38100">
                  <a:solidFill>
                    <a:srgbClr val="02536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54A6F95-74DE-380C-B70E-2657245960F2}"/>
                    </a:ext>
                  </a:extLst>
                </p:cNvPr>
                <p:cNvCxnSpPr>
                  <a:cxnSpLocks/>
                </p:cNvCxnSpPr>
                <p:nvPr/>
              </p:nvCxnSpPr>
              <p:spPr>
                <a:xfrm>
                  <a:off x="0" y="2962031"/>
                  <a:ext cx="3695700" cy="0"/>
                </a:xfrm>
                <a:prstGeom prst="line">
                  <a:avLst/>
                </a:prstGeom>
                <a:ln w="6350">
                  <a:solidFill>
                    <a:srgbClr val="9DD4CF"/>
                  </a:solidFill>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9F1B1092-B9F5-FCFA-D290-979B5B556687}"/>
                  </a:ext>
                </a:extLst>
              </p:cNvPr>
              <p:cNvGrpSpPr/>
              <p:nvPr/>
            </p:nvGrpSpPr>
            <p:grpSpPr>
              <a:xfrm>
                <a:off x="5499154" y="2699891"/>
                <a:ext cx="640078" cy="640081"/>
                <a:chOff x="8258262" y="1230401"/>
                <a:chExt cx="313568" cy="313273"/>
              </a:xfrm>
            </p:grpSpPr>
            <p:sp>
              <p:nvSpPr>
                <p:cNvPr id="38" name="Graphic 4">
                  <a:extLst>
                    <a:ext uri="{FF2B5EF4-FFF2-40B4-BE49-F238E27FC236}">
                      <a16:creationId xmlns:a16="http://schemas.microsoft.com/office/drawing/2014/main" id="{7938B1C2-1166-A8D0-E2E6-1BF88CA88F55}"/>
                    </a:ext>
                  </a:extLst>
                </p:cNvPr>
                <p:cNvSpPr/>
                <p:nvPr/>
              </p:nvSpPr>
              <p:spPr>
                <a:xfrm>
                  <a:off x="8391457" y="1330385"/>
                  <a:ext cx="48749" cy="59692"/>
                </a:xfrm>
                <a:custGeom>
                  <a:avLst/>
                  <a:gdLst>
                    <a:gd name="connsiteX0" fmla="*/ 16710 w 56327"/>
                    <a:gd name="connsiteY0" fmla="*/ 68971 h 68971"/>
                    <a:gd name="connsiteX1" fmla="*/ 39075 w 56327"/>
                    <a:gd name="connsiteY1" fmla="*/ 68971 h 68971"/>
                    <a:gd name="connsiteX2" fmla="*/ 49299 w 56327"/>
                    <a:gd name="connsiteY2" fmla="*/ 45989 h 68971"/>
                    <a:gd name="connsiteX3" fmla="*/ 56328 w 56327"/>
                    <a:gd name="connsiteY3" fmla="*/ 26837 h 68971"/>
                    <a:gd name="connsiteX4" fmla="*/ 26934 w 56327"/>
                    <a:gd name="connsiteY4" fmla="*/ 24 h 68971"/>
                    <a:gd name="connsiteX5" fmla="*/ 97 w 56327"/>
                    <a:gd name="connsiteY5" fmla="*/ 26837 h 68971"/>
                    <a:gd name="connsiteX6" fmla="*/ 7125 w 56327"/>
                    <a:gd name="connsiteY6" fmla="*/ 45989 h 68971"/>
                    <a:gd name="connsiteX7" fmla="*/ 16710 w 56327"/>
                    <a:gd name="connsiteY7" fmla="*/ 68971 h 6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27" h="68971">
                      <a:moveTo>
                        <a:pt x="16710" y="68971"/>
                      </a:moveTo>
                      <a:lnTo>
                        <a:pt x="39075" y="68971"/>
                      </a:lnTo>
                      <a:cubicBezTo>
                        <a:pt x="39714" y="60672"/>
                        <a:pt x="43548" y="52373"/>
                        <a:pt x="49299" y="45989"/>
                      </a:cubicBezTo>
                      <a:cubicBezTo>
                        <a:pt x="53772" y="40882"/>
                        <a:pt x="56328" y="33859"/>
                        <a:pt x="56328" y="26837"/>
                      </a:cubicBezTo>
                      <a:cubicBezTo>
                        <a:pt x="55689" y="11516"/>
                        <a:pt x="42270" y="-614"/>
                        <a:pt x="26934" y="24"/>
                      </a:cubicBezTo>
                      <a:cubicBezTo>
                        <a:pt x="12237" y="663"/>
                        <a:pt x="736" y="12154"/>
                        <a:pt x="97" y="26837"/>
                      </a:cubicBezTo>
                      <a:cubicBezTo>
                        <a:pt x="-543" y="33859"/>
                        <a:pt x="2013" y="40882"/>
                        <a:pt x="7125" y="45989"/>
                      </a:cubicBezTo>
                      <a:cubicBezTo>
                        <a:pt x="12237" y="52373"/>
                        <a:pt x="16071" y="60672"/>
                        <a:pt x="16710" y="68971"/>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Graphic 4">
                  <a:extLst>
                    <a:ext uri="{FF2B5EF4-FFF2-40B4-BE49-F238E27FC236}">
                      <a16:creationId xmlns:a16="http://schemas.microsoft.com/office/drawing/2014/main" id="{120C6DB6-1EBE-D024-5339-5593FE2B84F0}"/>
                    </a:ext>
                  </a:extLst>
                </p:cNvPr>
                <p:cNvSpPr/>
                <p:nvPr/>
              </p:nvSpPr>
              <p:spPr>
                <a:xfrm>
                  <a:off x="8258262" y="1230401"/>
                  <a:ext cx="313568" cy="313273"/>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24926 w 362313"/>
                    <a:gd name="connsiteY6" fmla="*/ 101505 h 361971"/>
                    <a:gd name="connsiteX7" fmla="*/ 237706 w 362313"/>
                    <a:gd name="connsiteY7" fmla="*/ 93206 h 361971"/>
                    <a:gd name="connsiteX8" fmla="*/ 246652 w 362313"/>
                    <a:gd name="connsiteY8" fmla="*/ 95121 h 361971"/>
                    <a:gd name="connsiteX9" fmla="*/ 244735 w 362313"/>
                    <a:gd name="connsiteY9" fmla="*/ 104059 h 361971"/>
                    <a:gd name="connsiteX10" fmla="*/ 231955 w 362313"/>
                    <a:gd name="connsiteY10" fmla="*/ 112358 h 361971"/>
                    <a:gd name="connsiteX11" fmla="*/ 223009 w 362313"/>
                    <a:gd name="connsiteY11" fmla="*/ 110443 h 361971"/>
                    <a:gd name="connsiteX12" fmla="*/ 224926 w 362313"/>
                    <a:gd name="connsiteY12" fmla="*/ 101505 h 361971"/>
                    <a:gd name="connsiteX13" fmla="*/ 175084 w 362313"/>
                    <a:gd name="connsiteY13" fmla="*/ 66394 h 361971"/>
                    <a:gd name="connsiteX14" fmla="*/ 181474 w 362313"/>
                    <a:gd name="connsiteY14" fmla="*/ 60010 h 361971"/>
                    <a:gd name="connsiteX15" fmla="*/ 187864 w 362313"/>
                    <a:gd name="connsiteY15" fmla="*/ 66394 h 361971"/>
                    <a:gd name="connsiteX16" fmla="*/ 187864 w 362313"/>
                    <a:gd name="connsiteY16" fmla="*/ 80438 h 361971"/>
                    <a:gd name="connsiteX17" fmla="*/ 181474 w 362313"/>
                    <a:gd name="connsiteY17" fmla="*/ 86822 h 361971"/>
                    <a:gd name="connsiteX18" fmla="*/ 175084 w 362313"/>
                    <a:gd name="connsiteY18" fmla="*/ 80438 h 361971"/>
                    <a:gd name="connsiteX19" fmla="*/ 175084 w 362313"/>
                    <a:gd name="connsiteY19" fmla="*/ 66394 h 361971"/>
                    <a:gd name="connsiteX20" fmla="*/ 181474 w 362313"/>
                    <a:gd name="connsiteY20" fmla="*/ 102144 h 361971"/>
                    <a:gd name="connsiteX21" fmla="*/ 222370 w 362313"/>
                    <a:gd name="connsiteY21" fmla="*/ 141086 h 361971"/>
                    <a:gd name="connsiteX22" fmla="*/ 222370 w 362313"/>
                    <a:gd name="connsiteY22" fmla="*/ 141724 h 361971"/>
                    <a:gd name="connsiteX23" fmla="*/ 212785 w 362313"/>
                    <a:gd name="connsiteY23" fmla="*/ 168537 h 361971"/>
                    <a:gd name="connsiteX24" fmla="*/ 205117 w 362313"/>
                    <a:gd name="connsiteY24" fmla="*/ 190243 h 361971"/>
                    <a:gd name="connsiteX25" fmla="*/ 198727 w 362313"/>
                    <a:gd name="connsiteY25" fmla="*/ 196627 h 361971"/>
                    <a:gd name="connsiteX26" fmla="*/ 164221 w 362313"/>
                    <a:gd name="connsiteY26" fmla="*/ 196627 h 361971"/>
                    <a:gd name="connsiteX27" fmla="*/ 157832 w 362313"/>
                    <a:gd name="connsiteY27" fmla="*/ 190243 h 361971"/>
                    <a:gd name="connsiteX28" fmla="*/ 150164 w 362313"/>
                    <a:gd name="connsiteY28" fmla="*/ 168537 h 361971"/>
                    <a:gd name="connsiteX29" fmla="*/ 140579 w 362313"/>
                    <a:gd name="connsiteY29" fmla="*/ 141724 h 361971"/>
                    <a:gd name="connsiteX30" fmla="*/ 180835 w 362313"/>
                    <a:gd name="connsiteY30" fmla="*/ 102144 h 361971"/>
                    <a:gd name="connsiteX31" fmla="*/ 181474 w 362313"/>
                    <a:gd name="connsiteY31" fmla="*/ 102144 h 361971"/>
                    <a:gd name="connsiteX32" fmla="*/ 181474 w 362313"/>
                    <a:gd name="connsiteY32" fmla="*/ 102144 h 361971"/>
                    <a:gd name="connsiteX33" fmla="*/ 204478 w 362313"/>
                    <a:gd name="connsiteY33" fmla="*/ 209395 h 361971"/>
                    <a:gd name="connsiteX34" fmla="*/ 198088 w 362313"/>
                    <a:gd name="connsiteY34" fmla="*/ 215779 h 361971"/>
                    <a:gd name="connsiteX35" fmla="*/ 165499 w 362313"/>
                    <a:gd name="connsiteY35" fmla="*/ 215779 h 361971"/>
                    <a:gd name="connsiteX36" fmla="*/ 159109 w 362313"/>
                    <a:gd name="connsiteY36" fmla="*/ 209395 h 361971"/>
                    <a:gd name="connsiteX37" fmla="*/ 165499 w 362313"/>
                    <a:gd name="connsiteY37" fmla="*/ 203011 h 361971"/>
                    <a:gd name="connsiteX38" fmla="*/ 198088 w 362313"/>
                    <a:gd name="connsiteY38" fmla="*/ 203011 h 361971"/>
                    <a:gd name="connsiteX39" fmla="*/ 204478 w 362313"/>
                    <a:gd name="connsiteY39" fmla="*/ 209395 h 361971"/>
                    <a:gd name="connsiteX40" fmla="*/ 116936 w 362313"/>
                    <a:gd name="connsiteY40" fmla="*/ 95121 h 361971"/>
                    <a:gd name="connsiteX41" fmla="*/ 125882 w 362313"/>
                    <a:gd name="connsiteY41" fmla="*/ 93206 h 361971"/>
                    <a:gd name="connsiteX42" fmla="*/ 138662 w 362313"/>
                    <a:gd name="connsiteY42" fmla="*/ 101505 h 361971"/>
                    <a:gd name="connsiteX43" fmla="*/ 140579 w 362313"/>
                    <a:gd name="connsiteY43" fmla="*/ 110443 h 361971"/>
                    <a:gd name="connsiteX44" fmla="*/ 135467 w 362313"/>
                    <a:gd name="connsiteY44" fmla="*/ 113635 h 361971"/>
                    <a:gd name="connsiteX45" fmla="*/ 131633 w 362313"/>
                    <a:gd name="connsiteY45" fmla="*/ 112358 h 361971"/>
                    <a:gd name="connsiteX46" fmla="*/ 118853 w 362313"/>
                    <a:gd name="connsiteY46" fmla="*/ 104059 h 361971"/>
                    <a:gd name="connsiteX47" fmla="*/ 116936 w 362313"/>
                    <a:gd name="connsiteY47" fmla="*/ 95121 h 361971"/>
                    <a:gd name="connsiteX48" fmla="*/ 116936 w 362313"/>
                    <a:gd name="connsiteY48" fmla="*/ 95121 h 361971"/>
                    <a:gd name="connsiteX49" fmla="*/ 104156 w 362313"/>
                    <a:gd name="connsiteY49" fmla="*/ 157684 h 361971"/>
                    <a:gd name="connsiteX50" fmla="*/ 110546 w 362313"/>
                    <a:gd name="connsiteY50" fmla="*/ 151300 h 361971"/>
                    <a:gd name="connsiteX51" fmla="*/ 125882 w 362313"/>
                    <a:gd name="connsiteY51" fmla="*/ 151300 h 361971"/>
                    <a:gd name="connsiteX52" fmla="*/ 132272 w 362313"/>
                    <a:gd name="connsiteY52" fmla="*/ 157684 h 361971"/>
                    <a:gd name="connsiteX53" fmla="*/ 125882 w 362313"/>
                    <a:gd name="connsiteY53" fmla="*/ 164068 h 361971"/>
                    <a:gd name="connsiteX54" fmla="*/ 110546 w 362313"/>
                    <a:gd name="connsiteY54" fmla="*/ 164068 h 361971"/>
                    <a:gd name="connsiteX55" fmla="*/ 104156 w 362313"/>
                    <a:gd name="connsiteY55" fmla="*/ 157684 h 361971"/>
                    <a:gd name="connsiteX56" fmla="*/ 104156 w 362313"/>
                    <a:gd name="connsiteY56" fmla="*/ 157684 h 361971"/>
                    <a:gd name="connsiteX57" fmla="*/ 256876 w 362313"/>
                    <a:gd name="connsiteY57" fmla="*/ 295578 h 361971"/>
                    <a:gd name="connsiteX58" fmla="*/ 250486 w 362313"/>
                    <a:gd name="connsiteY58" fmla="*/ 301962 h 361971"/>
                    <a:gd name="connsiteX59" fmla="*/ 244096 w 362313"/>
                    <a:gd name="connsiteY59" fmla="*/ 295578 h 361971"/>
                    <a:gd name="connsiteX60" fmla="*/ 244096 w 362313"/>
                    <a:gd name="connsiteY60" fmla="*/ 284087 h 361971"/>
                    <a:gd name="connsiteX61" fmla="*/ 200644 w 362313"/>
                    <a:gd name="connsiteY61" fmla="*/ 236846 h 361971"/>
                    <a:gd name="connsiteX62" fmla="*/ 162304 w 362313"/>
                    <a:gd name="connsiteY62" fmla="*/ 236846 h 361971"/>
                    <a:gd name="connsiteX63" fmla="*/ 118853 w 362313"/>
                    <a:gd name="connsiteY63" fmla="*/ 284087 h 361971"/>
                    <a:gd name="connsiteX64" fmla="*/ 118853 w 362313"/>
                    <a:gd name="connsiteY64" fmla="*/ 295578 h 361971"/>
                    <a:gd name="connsiteX65" fmla="*/ 112463 w 362313"/>
                    <a:gd name="connsiteY65" fmla="*/ 301962 h 361971"/>
                    <a:gd name="connsiteX66" fmla="*/ 106073 w 362313"/>
                    <a:gd name="connsiteY66" fmla="*/ 295578 h 361971"/>
                    <a:gd name="connsiteX67" fmla="*/ 106073 w 362313"/>
                    <a:gd name="connsiteY67" fmla="*/ 284087 h 361971"/>
                    <a:gd name="connsiteX68" fmla="*/ 162304 w 362313"/>
                    <a:gd name="connsiteY68" fmla="*/ 224078 h 361971"/>
                    <a:gd name="connsiteX69" fmla="*/ 200644 w 362313"/>
                    <a:gd name="connsiteY69" fmla="*/ 224078 h 361971"/>
                    <a:gd name="connsiteX70" fmla="*/ 256876 w 362313"/>
                    <a:gd name="connsiteY70" fmla="*/ 284087 h 361971"/>
                    <a:gd name="connsiteX71" fmla="*/ 256876 w 362313"/>
                    <a:gd name="connsiteY71" fmla="*/ 295578 h 361971"/>
                    <a:gd name="connsiteX72" fmla="*/ 253042 w 362313"/>
                    <a:gd name="connsiteY72" fmla="*/ 164068 h 361971"/>
                    <a:gd name="connsiteX73" fmla="*/ 237706 w 362313"/>
                    <a:gd name="connsiteY73" fmla="*/ 164068 h 361971"/>
                    <a:gd name="connsiteX74" fmla="*/ 231316 w 362313"/>
                    <a:gd name="connsiteY74" fmla="*/ 157684 h 361971"/>
                    <a:gd name="connsiteX75" fmla="*/ 237706 w 362313"/>
                    <a:gd name="connsiteY75" fmla="*/ 151300 h 361971"/>
                    <a:gd name="connsiteX76" fmla="*/ 253042 w 362313"/>
                    <a:gd name="connsiteY76" fmla="*/ 151300 h 361971"/>
                    <a:gd name="connsiteX77" fmla="*/ 259431 w 362313"/>
                    <a:gd name="connsiteY77" fmla="*/ 157684 h 361971"/>
                    <a:gd name="connsiteX78" fmla="*/ 253042 w 362313"/>
                    <a:gd name="connsiteY78" fmla="*/ 16406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224926" y="101505"/>
                      </a:moveTo>
                      <a:lnTo>
                        <a:pt x="237706" y="93206"/>
                      </a:lnTo>
                      <a:cubicBezTo>
                        <a:pt x="240901" y="91291"/>
                        <a:pt x="244735" y="91930"/>
                        <a:pt x="246652" y="95121"/>
                      </a:cubicBezTo>
                      <a:cubicBezTo>
                        <a:pt x="248569" y="98313"/>
                        <a:pt x="247929" y="102144"/>
                        <a:pt x="244735" y="104059"/>
                      </a:cubicBezTo>
                      <a:lnTo>
                        <a:pt x="231955" y="112358"/>
                      </a:lnTo>
                      <a:cubicBezTo>
                        <a:pt x="228760" y="114273"/>
                        <a:pt x="224926" y="113635"/>
                        <a:pt x="223009" y="110443"/>
                      </a:cubicBezTo>
                      <a:cubicBezTo>
                        <a:pt x="221092" y="107889"/>
                        <a:pt x="221731" y="103421"/>
                        <a:pt x="224926" y="101505"/>
                      </a:cubicBezTo>
                      <a:close/>
                      <a:moveTo>
                        <a:pt x="175084" y="66394"/>
                      </a:moveTo>
                      <a:cubicBezTo>
                        <a:pt x="175084" y="62563"/>
                        <a:pt x="177640" y="60010"/>
                        <a:pt x="181474" y="60010"/>
                      </a:cubicBezTo>
                      <a:cubicBezTo>
                        <a:pt x="185308" y="60010"/>
                        <a:pt x="187864" y="62563"/>
                        <a:pt x="187864" y="66394"/>
                      </a:cubicBezTo>
                      <a:lnTo>
                        <a:pt x="187864" y="80438"/>
                      </a:lnTo>
                      <a:cubicBezTo>
                        <a:pt x="187864" y="84269"/>
                        <a:pt x="185308" y="86822"/>
                        <a:pt x="181474" y="86822"/>
                      </a:cubicBezTo>
                      <a:cubicBezTo>
                        <a:pt x="177640" y="86822"/>
                        <a:pt x="175084" y="84269"/>
                        <a:pt x="175084" y="80438"/>
                      </a:cubicBezTo>
                      <a:lnTo>
                        <a:pt x="175084" y="66394"/>
                      </a:lnTo>
                      <a:close/>
                      <a:moveTo>
                        <a:pt x="181474" y="102144"/>
                      </a:moveTo>
                      <a:cubicBezTo>
                        <a:pt x="203839" y="101505"/>
                        <a:pt x="221731" y="119381"/>
                        <a:pt x="222370" y="141086"/>
                      </a:cubicBezTo>
                      <a:cubicBezTo>
                        <a:pt x="222370" y="141086"/>
                        <a:pt x="222370" y="141724"/>
                        <a:pt x="222370" y="141724"/>
                      </a:cubicBezTo>
                      <a:cubicBezTo>
                        <a:pt x="223009" y="151939"/>
                        <a:pt x="219175" y="161515"/>
                        <a:pt x="212785" y="168537"/>
                      </a:cubicBezTo>
                      <a:cubicBezTo>
                        <a:pt x="207673" y="174283"/>
                        <a:pt x="204478" y="182582"/>
                        <a:pt x="205117" y="190243"/>
                      </a:cubicBezTo>
                      <a:cubicBezTo>
                        <a:pt x="205117" y="194073"/>
                        <a:pt x="202561" y="196627"/>
                        <a:pt x="198727" y="196627"/>
                      </a:cubicBezTo>
                      <a:lnTo>
                        <a:pt x="164221" y="196627"/>
                      </a:lnTo>
                      <a:cubicBezTo>
                        <a:pt x="160387" y="196627"/>
                        <a:pt x="157832" y="194073"/>
                        <a:pt x="157832" y="190243"/>
                      </a:cubicBezTo>
                      <a:cubicBezTo>
                        <a:pt x="158470" y="181944"/>
                        <a:pt x="155275" y="174283"/>
                        <a:pt x="150164" y="168537"/>
                      </a:cubicBezTo>
                      <a:cubicBezTo>
                        <a:pt x="143774" y="160876"/>
                        <a:pt x="139940" y="151300"/>
                        <a:pt x="140579" y="141724"/>
                      </a:cubicBezTo>
                      <a:cubicBezTo>
                        <a:pt x="140579" y="119381"/>
                        <a:pt x="158470" y="101505"/>
                        <a:pt x="180835" y="102144"/>
                      </a:cubicBezTo>
                      <a:cubicBezTo>
                        <a:pt x="181474" y="102144"/>
                        <a:pt x="181474" y="102144"/>
                        <a:pt x="181474" y="102144"/>
                      </a:cubicBezTo>
                      <a:lnTo>
                        <a:pt x="181474" y="102144"/>
                      </a:lnTo>
                      <a:close/>
                      <a:moveTo>
                        <a:pt x="204478" y="209395"/>
                      </a:moveTo>
                      <a:cubicBezTo>
                        <a:pt x="204478" y="213225"/>
                        <a:pt x="201922" y="215779"/>
                        <a:pt x="198088" y="215779"/>
                      </a:cubicBezTo>
                      <a:lnTo>
                        <a:pt x="165499" y="215779"/>
                      </a:lnTo>
                      <a:cubicBezTo>
                        <a:pt x="161665" y="215779"/>
                        <a:pt x="159109" y="213225"/>
                        <a:pt x="159109" y="209395"/>
                      </a:cubicBezTo>
                      <a:cubicBezTo>
                        <a:pt x="159109" y="205564"/>
                        <a:pt x="161665" y="203011"/>
                        <a:pt x="165499" y="203011"/>
                      </a:cubicBezTo>
                      <a:lnTo>
                        <a:pt x="198088" y="203011"/>
                      </a:lnTo>
                      <a:cubicBezTo>
                        <a:pt x="201283" y="203011"/>
                        <a:pt x="204478" y="205564"/>
                        <a:pt x="204478" y="209395"/>
                      </a:cubicBezTo>
                      <a:close/>
                      <a:moveTo>
                        <a:pt x="116936" y="95121"/>
                      </a:moveTo>
                      <a:cubicBezTo>
                        <a:pt x="118853" y="91930"/>
                        <a:pt x="122687" y="91291"/>
                        <a:pt x="125882" y="93206"/>
                      </a:cubicBezTo>
                      <a:lnTo>
                        <a:pt x="138662" y="101505"/>
                      </a:lnTo>
                      <a:cubicBezTo>
                        <a:pt x="141857" y="103421"/>
                        <a:pt x="142496" y="107251"/>
                        <a:pt x="140579" y="110443"/>
                      </a:cubicBezTo>
                      <a:cubicBezTo>
                        <a:pt x="139301" y="112358"/>
                        <a:pt x="137384" y="113635"/>
                        <a:pt x="135467" y="113635"/>
                      </a:cubicBezTo>
                      <a:cubicBezTo>
                        <a:pt x="134189" y="113635"/>
                        <a:pt x="132911" y="112997"/>
                        <a:pt x="131633" y="112358"/>
                      </a:cubicBezTo>
                      <a:lnTo>
                        <a:pt x="118853" y="104059"/>
                      </a:lnTo>
                      <a:cubicBezTo>
                        <a:pt x="115658" y="102144"/>
                        <a:pt x="115019" y="97675"/>
                        <a:pt x="116936" y="95121"/>
                      </a:cubicBezTo>
                      <a:cubicBezTo>
                        <a:pt x="116936" y="95121"/>
                        <a:pt x="116936" y="95121"/>
                        <a:pt x="116936" y="95121"/>
                      </a:cubicBezTo>
                      <a:close/>
                      <a:moveTo>
                        <a:pt x="104156" y="157684"/>
                      </a:moveTo>
                      <a:cubicBezTo>
                        <a:pt x="104156" y="153854"/>
                        <a:pt x="106712" y="151300"/>
                        <a:pt x="110546" y="151300"/>
                      </a:cubicBezTo>
                      <a:lnTo>
                        <a:pt x="125882" y="151300"/>
                      </a:lnTo>
                      <a:cubicBezTo>
                        <a:pt x="129716" y="151300"/>
                        <a:pt x="132272" y="153854"/>
                        <a:pt x="132272" y="157684"/>
                      </a:cubicBezTo>
                      <a:cubicBezTo>
                        <a:pt x="132272" y="161515"/>
                        <a:pt x="129716" y="164068"/>
                        <a:pt x="125882" y="164068"/>
                      </a:cubicBezTo>
                      <a:lnTo>
                        <a:pt x="110546" y="164068"/>
                      </a:lnTo>
                      <a:cubicBezTo>
                        <a:pt x="106712" y="164068"/>
                        <a:pt x="104156" y="160876"/>
                        <a:pt x="104156" y="157684"/>
                      </a:cubicBezTo>
                      <a:lnTo>
                        <a:pt x="104156" y="157684"/>
                      </a:lnTo>
                      <a:close/>
                      <a:moveTo>
                        <a:pt x="256876" y="295578"/>
                      </a:moveTo>
                      <a:cubicBezTo>
                        <a:pt x="256876" y="299409"/>
                        <a:pt x="254319" y="301962"/>
                        <a:pt x="250486" y="301962"/>
                      </a:cubicBezTo>
                      <a:cubicBezTo>
                        <a:pt x="246652" y="301962"/>
                        <a:pt x="244096" y="299409"/>
                        <a:pt x="244096" y="295578"/>
                      </a:cubicBezTo>
                      <a:lnTo>
                        <a:pt x="244096" y="284087"/>
                      </a:lnTo>
                      <a:cubicBezTo>
                        <a:pt x="244096" y="257913"/>
                        <a:pt x="224287" y="236846"/>
                        <a:pt x="200644" y="236846"/>
                      </a:cubicBezTo>
                      <a:lnTo>
                        <a:pt x="162304" y="236846"/>
                      </a:lnTo>
                      <a:cubicBezTo>
                        <a:pt x="138023" y="236846"/>
                        <a:pt x="118853" y="257913"/>
                        <a:pt x="118853" y="284087"/>
                      </a:cubicBezTo>
                      <a:lnTo>
                        <a:pt x="118853" y="295578"/>
                      </a:lnTo>
                      <a:cubicBezTo>
                        <a:pt x="118853" y="299409"/>
                        <a:pt x="116297" y="301962"/>
                        <a:pt x="112463" y="301962"/>
                      </a:cubicBezTo>
                      <a:cubicBezTo>
                        <a:pt x="108629" y="301962"/>
                        <a:pt x="106073" y="299409"/>
                        <a:pt x="106073" y="295578"/>
                      </a:cubicBezTo>
                      <a:lnTo>
                        <a:pt x="106073" y="284087"/>
                      </a:lnTo>
                      <a:cubicBezTo>
                        <a:pt x="106073" y="250890"/>
                        <a:pt x="131633" y="224078"/>
                        <a:pt x="162304" y="224078"/>
                      </a:cubicBezTo>
                      <a:lnTo>
                        <a:pt x="200644" y="224078"/>
                      </a:lnTo>
                      <a:cubicBezTo>
                        <a:pt x="231955" y="224078"/>
                        <a:pt x="256876" y="250890"/>
                        <a:pt x="256876" y="284087"/>
                      </a:cubicBezTo>
                      <a:lnTo>
                        <a:pt x="256876" y="295578"/>
                      </a:lnTo>
                      <a:close/>
                      <a:moveTo>
                        <a:pt x="253042" y="164068"/>
                      </a:moveTo>
                      <a:lnTo>
                        <a:pt x="237706" y="164068"/>
                      </a:lnTo>
                      <a:cubicBezTo>
                        <a:pt x="233872" y="164068"/>
                        <a:pt x="231316" y="161515"/>
                        <a:pt x="231316" y="157684"/>
                      </a:cubicBezTo>
                      <a:cubicBezTo>
                        <a:pt x="231316" y="153854"/>
                        <a:pt x="233872" y="151300"/>
                        <a:pt x="237706" y="151300"/>
                      </a:cubicBezTo>
                      <a:lnTo>
                        <a:pt x="253042" y="151300"/>
                      </a:lnTo>
                      <a:cubicBezTo>
                        <a:pt x="256876" y="151300"/>
                        <a:pt x="259431" y="153854"/>
                        <a:pt x="259431" y="157684"/>
                      </a:cubicBezTo>
                      <a:cubicBezTo>
                        <a:pt x="259431" y="161515"/>
                        <a:pt x="256237" y="164068"/>
                        <a:pt x="253042" y="164068"/>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7">
                <a:extLst>
                  <a:ext uri="{FF2B5EF4-FFF2-40B4-BE49-F238E27FC236}">
                    <a16:creationId xmlns:a16="http://schemas.microsoft.com/office/drawing/2014/main" id="{5598FCFA-826B-E31C-D81E-37D1EC8731A7}"/>
                  </a:ext>
                </a:extLst>
              </p:cNvPr>
              <p:cNvSpPr txBox="1"/>
              <p:nvPr/>
            </p:nvSpPr>
            <p:spPr>
              <a:xfrm>
                <a:off x="495300" y="3232645"/>
                <a:ext cx="5529272" cy="527260"/>
              </a:xfrm>
              <a:prstGeom prst="rect">
                <a:avLst/>
              </a:prstGeom>
            </p:spPr>
            <p:txBody>
              <a:bodyPr lIns="0" tIns="0" rIns="0" bIns="0" rtlCol="0" anchor="t">
                <a:spAutoFit/>
              </a:bodyPr>
              <a:lstStyle/>
              <a:p>
                <a:pPr marL="0" marR="0" lvl="0" indent="0" algn="l" defTabSz="914400" rtl="0" eaLnBrk="1" fontAlgn="auto" latinLnBrk="0" hangingPunct="1">
                  <a:lnSpc>
                    <a:spcPts val="4279"/>
                  </a:lnSpc>
                  <a:spcBef>
                    <a:spcPts val="0"/>
                  </a:spcBef>
                  <a:spcAft>
                    <a:spcPts val="0"/>
                  </a:spcAft>
                  <a:buClrTx/>
                  <a:buSzTx/>
                  <a:buFontTx/>
                  <a:buNone/>
                  <a:tabLst/>
                  <a:defRPr/>
                </a:pPr>
                <a:r>
                  <a:rPr kumimoji="0" lang="en-US" sz="3200" b="1" i="0" u="none" strike="noStrike" kern="1200" cap="none" spc="0" normalizeH="0" baseline="0" noProof="0">
                    <a:ln>
                      <a:noFill/>
                    </a:ln>
                    <a:solidFill>
                      <a:srgbClr val="FFFFFF"/>
                    </a:solidFill>
                    <a:effectLst/>
                    <a:uLnTx/>
                    <a:uFillTx/>
                    <a:latin typeface="Aptos" panose="020B0004020202020204" pitchFamily="34" charset="0"/>
                    <a:ea typeface="+mn-ea"/>
                    <a:cs typeface="+mn-cs"/>
                  </a:rPr>
                  <a:t>Approach &amp; Methodology</a:t>
                </a:r>
              </a:p>
            </p:txBody>
          </p:sp>
        </p:grpSp>
      </p:grpSp>
    </p:spTree>
    <p:extLst>
      <p:ext uri="{BB962C8B-B14F-4D97-AF65-F5344CB8AC3E}">
        <p14:creationId xmlns:p14="http://schemas.microsoft.com/office/powerpoint/2010/main" val="134960455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63550C7-BE75-7F9C-C92B-195A3A59EAA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 name="think-cell data - do not delete" hidden="1">
                        <a:extLst>
                          <a:ext uri="{FF2B5EF4-FFF2-40B4-BE49-F238E27FC236}">
                            <a16:creationId xmlns:a16="http://schemas.microsoft.com/office/drawing/2014/main" id="{763550C7-BE75-7F9C-C92B-195A3A59EA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2" name="Rectangle: Rounded Corners 101">
            <a:extLst>
              <a:ext uri="{FF2B5EF4-FFF2-40B4-BE49-F238E27FC236}">
                <a16:creationId xmlns:a16="http://schemas.microsoft.com/office/drawing/2014/main" id="{B856CB79-727C-6146-FC5E-54E826589DCF}"/>
              </a:ext>
            </a:extLst>
          </p:cNvPr>
          <p:cNvSpPr/>
          <p:nvPr/>
        </p:nvSpPr>
        <p:spPr bwMode="gray">
          <a:xfrm>
            <a:off x="439621" y="6058331"/>
            <a:ext cx="11250724" cy="369646"/>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We will engage in the Strategy &amp; Ideation phase with DVC management and key stakeholders to understand their vision, strategic priorities, and long-term aspirations</a:t>
            </a:r>
          </a:p>
        </p:txBody>
      </p:sp>
      <p:sp>
        <p:nvSpPr>
          <p:cNvPr id="5" name="Title 4">
            <a:extLst>
              <a:ext uri="{FF2B5EF4-FFF2-40B4-BE49-F238E27FC236}">
                <a16:creationId xmlns:a16="http://schemas.microsoft.com/office/drawing/2014/main" id="{A59B64F4-DFF3-B1D3-F805-94F01E6C827B}"/>
              </a:ext>
            </a:extLst>
          </p:cNvPr>
          <p:cNvSpPr>
            <a:spLocks noGrp="1"/>
          </p:cNvSpPr>
          <p:nvPr>
            <p:ph type="title"/>
          </p:nvPr>
        </p:nvSpPr>
        <p:spPr>
          <a:xfrm>
            <a:off x="470633" y="312969"/>
            <a:ext cx="11436350" cy="307777"/>
          </a:xfrm>
        </p:spPr>
        <p:txBody>
          <a:bodyPr vert="horz"/>
          <a:lstStyle/>
          <a:p>
            <a:r>
              <a:rPr lang="en-US" sz="1800" b="1">
                <a:latin typeface="Verdana" panose="020B0604030504040204" pitchFamily="34" charset="0"/>
                <a:ea typeface="Verdana" panose="020B0604030504040204" pitchFamily="34" charset="0"/>
              </a:rPr>
              <a:t>Finance and Resource Support</a:t>
            </a:r>
          </a:p>
        </p:txBody>
      </p:sp>
      <p:graphicFrame>
        <p:nvGraphicFramePr>
          <p:cNvPr id="26" name="Table 25">
            <a:extLst>
              <a:ext uri="{FF2B5EF4-FFF2-40B4-BE49-F238E27FC236}">
                <a16:creationId xmlns:a16="http://schemas.microsoft.com/office/drawing/2014/main" id="{513989C9-4896-CF18-2533-6E6B16D82F18}"/>
              </a:ext>
            </a:extLst>
          </p:cNvPr>
          <p:cNvGraphicFramePr>
            <a:graphicFrameLocks noGrp="1"/>
          </p:cNvGraphicFramePr>
          <p:nvPr>
            <p:extLst>
              <p:ext uri="{D42A27DB-BD31-4B8C-83A1-F6EECF244321}">
                <p14:modId xmlns:p14="http://schemas.microsoft.com/office/powerpoint/2010/main" val="4052410627"/>
              </p:ext>
            </p:extLst>
          </p:nvPr>
        </p:nvGraphicFramePr>
        <p:xfrm>
          <a:off x="439621" y="750296"/>
          <a:ext cx="11250728" cy="897356"/>
        </p:xfrm>
        <a:graphic>
          <a:graphicData uri="http://schemas.openxmlformats.org/drawingml/2006/table">
            <a:tbl>
              <a:tblPr>
                <a:tableStyleId>{2D5ABB26-0587-4C30-8999-92F81FD0307C}</a:tableStyleId>
              </a:tblPr>
              <a:tblGrid>
                <a:gridCol w="11250728">
                  <a:extLst>
                    <a:ext uri="{9D8B030D-6E8A-4147-A177-3AD203B41FA5}">
                      <a16:colId xmlns:a16="http://schemas.microsoft.com/office/drawing/2014/main" val="3552669064"/>
                    </a:ext>
                  </a:extLst>
                </a:gridCol>
              </a:tblGrid>
              <a:tr h="19863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200" b="1" u="none" strike="noStrike" kern="1200" cap="none" normalizeH="0" baseline="0">
                          <a:ln>
                            <a:noFill/>
                          </a:ln>
                          <a:solidFill>
                            <a:schemeClr val="bg1"/>
                          </a:solidFill>
                          <a:effectLst/>
                          <a:latin typeface="Verdana" panose="020B0604030504040204" pitchFamily="34" charset="0"/>
                          <a:ea typeface="Verdana" panose="020B0604030504040204" pitchFamily="34" charset="0"/>
                          <a:cs typeface="Arial" panose="020B0604020202020204" pitchFamily="34" charset="0"/>
                        </a:rPr>
                        <a:t>Objective - Finance and Resource Support</a:t>
                      </a:r>
                    </a:p>
                  </a:txBody>
                  <a:tcPr marL="82918" marR="82918" marT="41459" marB="41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0"/>
                  </a:ext>
                </a:extLst>
              </a:tr>
              <a:tr h="504103">
                <a:tc>
                  <a:txBody>
                    <a:bodyPr/>
                    <a:lstStyle/>
                    <a:p>
                      <a:pPr algn="just"/>
                      <a:r>
                        <a:rPr lang="en-US" sz="1200" i="1">
                          <a:solidFill>
                            <a:schemeClr val="tx1"/>
                          </a:solidFill>
                          <a:latin typeface="Verdana" panose="020B0604030504040204" pitchFamily="34" charset="0"/>
                          <a:ea typeface="Verdana" panose="020B0604030504040204" pitchFamily="34" charset="0"/>
                          <a:cs typeface="Open Sans" panose="020B0606030504020204" pitchFamily="34" charset="0"/>
                        </a:rPr>
                        <a:t>DVC aims to develop a comprehensive financial management strategy that enhances the financial strength of its business units through newer financing instruments. Goal is to have an updated financing roadmap and model, with alternative sources of financing that DVC can readily implement. </a:t>
                      </a:r>
                    </a:p>
                  </a:txBody>
                  <a:tcPr marL="82918" marR="82918" marT="41459" marB="41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4601889"/>
                  </a:ext>
                </a:extLst>
              </a:tr>
            </a:tbl>
          </a:graphicData>
        </a:graphic>
      </p:graphicFrame>
      <p:grpSp>
        <p:nvGrpSpPr>
          <p:cNvPr id="122" name="Group 121">
            <a:extLst>
              <a:ext uri="{FF2B5EF4-FFF2-40B4-BE49-F238E27FC236}">
                <a16:creationId xmlns:a16="http://schemas.microsoft.com/office/drawing/2014/main" id="{2B529E54-683E-365C-35CE-3DF184E0E4E8}"/>
              </a:ext>
            </a:extLst>
          </p:cNvPr>
          <p:cNvGrpSpPr/>
          <p:nvPr/>
        </p:nvGrpSpPr>
        <p:grpSpPr>
          <a:xfrm>
            <a:off x="1412019" y="2889452"/>
            <a:ext cx="10053440" cy="1718087"/>
            <a:chOff x="1358978" y="2880929"/>
            <a:chExt cx="9824885" cy="1591385"/>
          </a:xfrm>
        </p:grpSpPr>
        <p:cxnSp>
          <p:nvCxnSpPr>
            <p:cNvPr id="109" name="Straight Connector 108">
              <a:extLst>
                <a:ext uri="{FF2B5EF4-FFF2-40B4-BE49-F238E27FC236}">
                  <a16:creationId xmlns:a16="http://schemas.microsoft.com/office/drawing/2014/main" id="{2D4F516D-CD0B-3A8B-86A9-7AACA18BB94E}"/>
                </a:ext>
              </a:extLst>
            </p:cNvPr>
            <p:cNvCxnSpPr/>
            <p:nvPr/>
          </p:nvCxnSpPr>
          <p:spPr>
            <a:xfrm>
              <a:off x="1850832" y="3700581"/>
              <a:ext cx="904166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05" name="Group 104">
              <a:extLst>
                <a:ext uri="{FF2B5EF4-FFF2-40B4-BE49-F238E27FC236}">
                  <a16:creationId xmlns:a16="http://schemas.microsoft.com/office/drawing/2014/main" id="{86E7B429-FEB0-815D-530D-795D44A6074E}"/>
                </a:ext>
              </a:extLst>
            </p:cNvPr>
            <p:cNvGrpSpPr/>
            <p:nvPr/>
          </p:nvGrpSpPr>
          <p:grpSpPr>
            <a:xfrm>
              <a:off x="6945842" y="2880929"/>
              <a:ext cx="1444589" cy="1591385"/>
              <a:chOff x="4364274" y="2522153"/>
              <a:chExt cx="1444589" cy="1591385"/>
            </a:xfrm>
          </p:grpSpPr>
          <p:grpSp>
            <p:nvGrpSpPr>
              <p:cNvPr id="13" name="Group 12">
                <a:extLst>
                  <a:ext uri="{FF2B5EF4-FFF2-40B4-BE49-F238E27FC236}">
                    <a16:creationId xmlns:a16="http://schemas.microsoft.com/office/drawing/2014/main" id="{AE729F84-470B-37DF-5DC5-9D898834A89A}"/>
                  </a:ext>
                </a:extLst>
              </p:cNvPr>
              <p:cNvGrpSpPr/>
              <p:nvPr/>
            </p:nvGrpSpPr>
            <p:grpSpPr>
              <a:xfrm>
                <a:off x="4364274" y="2565538"/>
                <a:ext cx="1444589" cy="1548000"/>
                <a:chOff x="755576" y="1338821"/>
                <a:chExt cx="1872208" cy="2952515"/>
              </a:xfrm>
            </p:grpSpPr>
            <p:sp>
              <p:nvSpPr>
                <p:cNvPr id="14" name="Isosceles Triangle 13">
                  <a:extLst>
                    <a:ext uri="{FF2B5EF4-FFF2-40B4-BE49-F238E27FC236}">
                      <a16:creationId xmlns:a16="http://schemas.microsoft.com/office/drawing/2014/main" id="{3FDF97C9-62E2-BE8E-6BDA-3C2EABBA41F8}"/>
                    </a:ext>
                  </a:extLst>
                </p:cNvPr>
                <p:cNvSpPr>
                  <a:spLocks noChangeAspect="1"/>
                </p:cNvSpPr>
                <p:nvPr/>
              </p:nvSpPr>
              <p:spPr>
                <a:xfrm>
                  <a:off x="755576" y="1338822"/>
                  <a:ext cx="1872208" cy="1476164"/>
                </a:xfrm>
                <a:prstGeom prst="triangle">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5" name="Isosceles Triangle 14">
                  <a:extLst>
                    <a:ext uri="{FF2B5EF4-FFF2-40B4-BE49-F238E27FC236}">
                      <a16:creationId xmlns:a16="http://schemas.microsoft.com/office/drawing/2014/main" id="{15738A64-4996-B649-3FC2-C6180F86D504}"/>
                    </a:ext>
                  </a:extLst>
                </p:cNvPr>
                <p:cNvSpPr>
                  <a:spLocks noChangeAspect="1"/>
                </p:cNvSpPr>
                <p:nvPr/>
              </p:nvSpPr>
              <p:spPr>
                <a:xfrm rot="10800000">
                  <a:off x="1091939" y="1338821"/>
                  <a:ext cx="606090" cy="477879"/>
                </a:xfrm>
                <a:prstGeom prst="triangle">
                  <a:avLst/>
                </a:prstGeom>
                <a:solidFill>
                  <a:srgbClr val="6366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6" name="Isosceles Triangle 15">
                  <a:extLst>
                    <a:ext uri="{FF2B5EF4-FFF2-40B4-BE49-F238E27FC236}">
                      <a16:creationId xmlns:a16="http://schemas.microsoft.com/office/drawing/2014/main" id="{4BE2BB2A-66FD-212E-3579-4AFB4123E9DE}"/>
                    </a:ext>
                  </a:extLst>
                </p:cNvPr>
                <p:cNvSpPr>
                  <a:spLocks noChangeAspect="1"/>
                </p:cNvSpPr>
                <p:nvPr/>
              </p:nvSpPr>
              <p:spPr>
                <a:xfrm rot="10800000">
                  <a:off x="755576" y="2815172"/>
                  <a:ext cx="1872208" cy="1476164"/>
                </a:xfrm>
                <a:prstGeom prst="triangl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sp>
            <p:nvSpPr>
              <p:cNvPr id="23" name="TextBox 22">
                <a:extLst>
                  <a:ext uri="{FF2B5EF4-FFF2-40B4-BE49-F238E27FC236}">
                    <a16:creationId xmlns:a16="http://schemas.microsoft.com/office/drawing/2014/main" id="{5E620A44-DD96-BDF3-B804-6DDAFDAC47D2}"/>
                  </a:ext>
                </a:extLst>
              </p:cNvPr>
              <p:cNvSpPr txBox="1"/>
              <p:nvPr/>
            </p:nvSpPr>
            <p:spPr>
              <a:xfrm>
                <a:off x="4650295" y="2522153"/>
                <a:ext cx="45728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03</a:t>
                </a:r>
              </a:p>
            </p:txBody>
          </p:sp>
          <p:sp>
            <p:nvSpPr>
              <p:cNvPr id="27" name="Isosceles Triangle 47">
                <a:extLst>
                  <a:ext uri="{FF2B5EF4-FFF2-40B4-BE49-F238E27FC236}">
                    <a16:creationId xmlns:a16="http://schemas.microsoft.com/office/drawing/2014/main" id="{BC7E7C0A-662E-40BB-6C29-4EF97C6B0B21}"/>
                  </a:ext>
                </a:extLst>
              </p:cNvPr>
              <p:cNvSpPr>
                <a:spLocks noChangeAspect="1"/>
              </p:cNvSpPr>
              <p:nvPr/>
            </p:nvSpPr>
            <p:spPr>
              <a:xfrm rot="10800000">
                <a:off x="5006964" y="3925836"/>
                <a:ext cx="153811" cy="82405"/>
              </a:xfrm>
              <a:prstGeom prst="triangle">
                <a:avLst/>
              </a:prstGeom>
              <a:solidFill>
                <a:srgbClr val="FFFFFF">
                  <a:alpha val="30196"/>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grpSp>
          <p:nvGrpSpPr>
            <p:cNvPr id="104" name="Group 103">
              <a:extLst>
                <a:ext uri="{FF2B5EF4-FFF2-40B4-BE49-F238E27FC236}">
                  <a16:creationId xmlns:a16="http://schemas.microsoft.com/office/drawing/2014/main" id="{B8AD94DD-10AF-EE22-4AE6-0982B166F1EA}"/>
                </a:ext>
              </a:extLst>
            </p:cNvPr>
            <p:cNvGrpSpPr/>
            <p:nvPr/>
          </p:nvGrpSpPr>
          <p:grpSpPr>
            <a:xfrm>
              <a:off x="9739274" y="2880929"/>
              <a:ext cx="1444589" cy="1589317"/>
              <a:chOff x="5540105" y="2524221"/>
              <a:chExt cx="1444589" cy="1589317"/>
            </a:xfrm>
          </p:grpSpPr>
          <p:grpSp>
            <p:nvGrpSpPr>
              <p:cNvPr id="17" name="Group 16">
                <a:extLst>
                  <a:ext uri="{FF2B5EF4-FFF2-40B4-BE49-F238E27FC236}">
                    <a16:creationId xmlns:a16="http://schemas.microsoft.com/office/drawing/2014/main" id="{95801784-CE29-6F4A-DBC9-09BC37026586}"/>
                  </a:ext>
                </a:extLst>
              </p:cNvPr>
              <p:cNvGrpSpPr/>
              <p:nvPr/>
            </p:nvGrpSpPr>
            <p:grpSpPr>
              <a:xfrm>
                <a:off x="5540105" y="2565538"/>
                <a:ext cx="1444589" cy="1548000"/>
                <a:chOff x="755576" y="1338821"/>
                <a:chExt cx="1872208" cy="2952515"/>
              </a:xfrm>
            </p:grpSpPr>
            <p:sp>
              <p:nvSpPr>
                <p:cNvPr id="18" name="Isosceles Triangle 17">
                  <a:extLst>
                    <a:ext uri="{FF2B5EF4-FFF2-40B4-BE49-F238E27FC236}">
                      <a16:creationId xmlns:a16="http://schemas.microsoft.com/office/drawing/2014/main" id="{9B4427E0-BC82-44C1-02B3-6C72EE665F41}"/>
                    </a:ext>
                  </a:extLst>
                </p:cNvPr>
                <p:cNvSpPr>
                  <a:spLocks noChangeAspect="1"/>
                </p:cNvSpPr>
                <p:nvPr/>
              </p:nvSpPr>
              <p:spPr>
                <a:xfrm>
                  <a:off x="755576" y="1338822"/>
                  <a:ext cx="1872208" cy="1476164"/>
                </a:xfrm>
                <a:prstGeom prs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9" name="Isosceles Triangle 18">
                  <a:extLst>
                    <a:ext uri="{FF2B5EF4-FFF2-40B4-BE49-F238E27FC236}">
                      <a16:creationId xmlns:a16="http://schemas.microsoft.com/office/drawing/2014/main" id="{BF457CA5-9277-E742-F9FD-F0DF643A7D00}"/>
                    </a:ext>
                  </a:extLst>
                </p:cNvPr>
                <p:cNvSpPr>
                  <a:spLocks noChangeAspect="1"/>
                </p:cNvSpPr>
                <p:nvPr/>
              </p:nvSpPr>
              <p:spPr>
                <a:xfrm rot="10800000">
                  <a:off x="1091939" y="1338821"/>
                  <a:ext cx="606090" cy="477879"/>
                </a:xfrm>
                <a:prstGeom prst="triangle">
                  <a:avLst/>
                </a:prstGeom>
                <a:gradFill flip="none" rotWithShape="1">
                  <a:gsLst>
                    <a:gs pos="0">
                      <a:schemeClr val="tx2">
                        <a:lumMod val="75000"/>
                      </a:schemeClr>
                    </a:gs>
                    <a:gs pos="100000">
                      <a:schemeClr val="tx2"/>
                    </a:gs>
                  </a:gsLst>
                  <a:lin ang="18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20" name="Isosceles Triangle 19">
                  <a:extLst>
                    <a:ext uri="{FF2B5EF4-FFF2-40B4-BE49-F238E27FC236}">
                      <a16:creationId xmlns:a16="http://schemas.microsoft.com/office/drawing/2014/main" id="{5933BE03-9608-7732-FD5F-422CEC46595B}"/>
                    </a:ext>
                  </a:extLst>
                </p:cNvPr>
                <p:cNvSpPr>
                  <a:spLocks noChangeAspect="1"/>
                </p:cNvSpPr>
                <p:nvPr/>
              </p:nvSpPr>
              <p:spPr>
                <a:xfrm rot="10800000">
                  <a:off x="755576" y="2815172"/>
                  <a:ext cx="1872208" cy="1476164"/>
                </a:xfrm>
                <a:prstGeom prst="triangl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sp>
            <p:nvSpPr>
              <p:cNvPr id="24" name="TextBox 23">
                <a:extLst>
                  <a:ext uri="{FF2B5EF4-FFF2-40B4-BE49-F238E27FC236}">
                    <a16:creationId xmlns:a16="http://schemas.microsoft.com/office/drawing/2014/main" id="{F577D47E-7C5B-32DA-4BAD-2336722C50A4}"/>
                  </a:ext>
                </a:extLst>
              </p:cNvPr>
              <p:cNvSpPr txBox="1"/>
              <p:nvPr/>
            </p:nvSpPr>
            <p:spPr>
              <a:xfrm>
                <a:off x="5833301" y="2524221"/>
                <a:ext cx="45728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04</a:t>
                </a:r>
              </a:p>
            </p:txBody>
          </p:sp>
          <p:sp>
            <p:nvSpPr>
              <p:cNvPr id="28" name="Isosceles Triangle 48">
                <a:extLst>
                  <a:ext uri="{FF2B5EF4-FFF2-40B4-BE49-F238E27FC236}">
                    <a16:creationId xmlns:a16="http://schemas.microsoft.com/office/drawing/2014/main" id="{D15E5CBC-24DA-6164-1DA5-C6FFFBD0D3F1}"/>
                  </a:ext>
                </a:extLst>
              </p:cNvPr>
              <p:cNvSpPr>
                <a:spLocks noChangeAspect="1"/>
              </p:cNvSpPr>
              <p:nvPr/>
            </p:nvSpPr>
            <p:spPr>
              <a:xfrm rot="10800000">
                <a:off x="6179571" y="3925836"/>
                <a:ext cx="153811" cy="82405"/>
              </a:xfrm>
              <a:prstGeom prst="triangle">
                <a:avLst/>
              </a:prstGeom>
              <a:solidFill>
                <a:srgbClr val="FFFFFF">
                  <a:alpha val="30196"/>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grpSp>
          <p:nvGrpSpPr>
            <p:cNvPr id="106" name="Group 105">
              <a:extLst>
                <a:ext uri="{FF2B5EF4-FFF2-40B4-BE49-F238E27FC236}">
                  <a16:creationId xmlns:a16="http://schemas.microsoft.com/office/drawing/2014/main" id="{36B1BE52-A1B9-11C9-0CB9-0C972FEF824F}"/>
                </a:ext>
              </a:extLst>
            </p:cNvPr>
            <p:cNvGrpSpPr/>
            <p:nvPr/>
          </p:nvGrpSpPr>
          <p:grpSpPr>
            <a:xfrm>
              <a:off x="4152410" y="2880929"/>
              <a:ext cx="1444589" cy="1589837"/>
              <a:chOff x="3176826" y="2523701"/>
              <a:chExt cx="1444589" cy="1589837"/>
            </a:xfrm>
          </p:grpSpPr>
          <p:grpSp>
            <p:nvGrpSpPr>
              <p:cNvPr id="9" name="Group 8">
                <a:extLst>
                  <a:ext uri="{FF2B5EF4-FFF2-40B4-BE49-F238E27FC236}">
                    <a16:creationId xmlns:a16="http://schemas.microsoft.com/office/drawing/2014/main" id="{8CF28C01-42B5-0A90-1B69-4DBB07927272}"/>
                  </a:ext>
                </a:extLst>
              </p:cNvPr>
              <p:cNvGrpSpPr/>
              <p:nvPr/>
            </p:nvGrpSpPr>
            <p:grpSpPr>
              <a:xfrm>
                <a:off x="3176826" y="2565538"/>
                <a:ext cx="1444589" cy="1548000"/>
                <a:chOff x="755576" y="1338821"/>
                <a:chExt cx="1872208" cy="2952515"/>
              </a:xfrm>
            </p:grpSpPr>
            <p:sp>
              <p:nvSpPr>
                <p:cNvPr id="10" name="Isosceles Triangle 9">
                  <a:extLst>
                    <a:ext uri="{FF2B5EF4-FFF2-40B4-BE49-F238E27FC236}">
                      <a16:creationId xmlns:a16="http://schemas.microsoft.com/office/drawing/2014/main" id="{A349BAB3-060B-B40B-C3DA-E4AF5449CB12}"/>
                    </a:ext>
                  </a:extLst>
                </p:cNvPr>
                <p:cNvSpPr>
                  <a:spLocks noChangeAspect="1"/>
                </p:cNvSpPr>
                <p:nvPr/>
              </p:nvSpPr>
              <p:spPr>
                <a:xfrm>
                  <a:off x="755576" y="1338822"/>
                  <a:ext cx="1872208" cy="1476164"/>
                </a:xfrm>
                <a:prstGeom prst="triangl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1" name="Isosceles Triangle 10">
                  <a:extLst>
                    <a:ext uri="{FF2B5EF4-FFF2-40B4-BE49-F238E27FC236}">
                      <a16:creationId xmlns:a16="http://schemas.microsoft.com/office/drawing/2014/main" id="{5350B3B8-1D3E-FF10-FEA4-AEDC46BD5C03}"/>
                    </a:ext>
                  </a:extLst>
                </p:cNvPr>
                <p:cNvSpPr>
                  <a:spLocks noChangeAspect="1"/>
                </p:cNvSpPr>
                <p:nvPr/>
              </p:nvSpPr>
              <p:spPr>
                <a:xfrm rot="10800000">
                  <a:off x="1091939" y="1338821"/>
                  <a:ext cx="606090" cy="477879"/>
                </a:xfrm>
                <a:prstGeom prst="triangle">
                  <a:avLst/>
                </a:prstGeom>
                <a:gradFill flip="none" rotWithShape="1">
                  <a:gsLst>
                    <a:gs pos="0">
                      <a:schemeClr val="accent3">
                        <a:lumMod val="75000"/>
                      </a:schemeClr>
                    </a:gs>
                    <a:gs pos="100000">
                      <a:schemeClr val="accent3"/>
                    </a:gs>
                  </a:gsLst>
                  <a:lin ang="18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12" name="Isosceles Triangle 11">
                  <a:extLst>
                    <a:ext uri="{FF2B5EF4-FFF2-40B4-BE49-F238E27FC236}">
                      <a16:creationId xmlns:a16="http://schemas.microsoft.com/office/drawing/2014/main" id="{FC926B69-BC5B-548F-FE95-B97EB552074D}"/>
                    </a:ext>
                  </a:extLst>
                </p:cNvPr>
                <p:cNvSpPr>
                  <a:spLocks noChangeAspect="1"/>
                </p:cNvSpPr>
                <p:nvPr/>
              </p:nvSpPr>
              <p:spPr>
                <a:xfrm rot="10800000">
                  <a:off x="755576" y="2815172"/>
                  <a:ext cx="1872208" cy="1476164"/>
                </a:xfrm>
                <a:prstGeom prst="triangle">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sp>
            <p:nvSpPr>
              <p:cNvPr id="22" name="TextBox 21">
                <a:extLst>
                  <a:ext uri="{FF2B5EF4-FFF2-40B4-BE49-F238E27FC236}">
                    <a16:creationId xmlns:a16="http://schemas.microsoft.com/office/drawing/2014/main" id="{7AAB7F80-2D3C-E9C2-9976-525345C742C1}"/>
                  </a:ext>
                </a:extLst>
              </p:cNvPr>
              <p:cNvSpPr txBox="1"/>
              <p:nvPr/>
            </p:nvSpPr>
            <p:spPr>
              <a:xfrm>
                <a:off x="3444161" y="2523701"/>
                <a:ext cx="45728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02</a:t>
                </a:r>
              </a:p>
            </p:txBody>
          </p:sp>
          <p:sp>
            <p:nvSpPr>
              <p:cNvPr id="29" name="Isosceles Triangle 49">
                <a:extLst>
                  <a:ext uri="{FF2B5EF4-FFF2-40B4-BE49-F238E27FC236}">
                    <a16:creationId xmlns:a16="http://schemas.microsoft.com/office/drawing/2014/main" id="{60254893-E34B-DDE5-1448-50F0AEF2C423}"/>
                  </a:ext>
                </a:extLst>
              </p:cNvPr>
              <p:cNvSpPr>
                <a:spLocks noChangeAspect="1"/>
              </p:cNvSpPr>
              <p:nvPr/>
            </p:nvSpPr>
            <p:spPr>
              <a:xfrm rot="10800000">
                <a:off x="3822217" y="3932243"/>
                <a:ext cx="153811" cy="82405"/>
              </a:xfrm>
              <a:prstGeom prst="triangle">
                <a:avLst/>
              </a:prstGeom>
              <a:solidFill>
                <a:srgbClr val="FFFFFF">
                  <a:alpha val="30196"/>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grpSp>
          <p:nvGrpSpPr>
            <p:cNvPr id="107" name="Group 106">
              <a:extLst>
                <a:ext uri="{FF2B5EF4-FFF2-40B4-BE49-F238E27FC236}">
                  <a16:creationId xmlns:a16="http://schemas.microsoft.com/office/drawing/2014/main" id="{9FC82B66-B807-0B98-158D-0772815A6F5D}"/>
                </a:ext>
              </a:extLst>
            </p:cNvPr>
            <p:cNvGrpSpPr/>
            <p:nvPr/>
          </p:nvGrpSpPr>
          <p:grpSpPr>
            <a:xfrm>
              <a:off x="1358978" y="2880929"/>
              <a:ext cx="1444589" cy="1587574"/>
              <a:chOff x="1990224" y="2525964"/>
              <a:chExt cx="1444589" cy="1587574"/>
            </a:xfrm>
          </p:grpSpPr>
          <p:grpSp>
            <p:nvGrpSpPr>
              <p:cNvPr id="2" name="Group 1">
                <a:extLst>
                  <a:ext uri="{FF2B5EF4-FFF2-40B4-BE49-F238E27FC236}">
                    <a16:creationId xmlns:a16="http://schemas.microsoft.com/office/drawing/2014/main" id="{2E4D1405-4E33-B5DB-1471-C32D4D2A0E90}"/>
                  </a:ext>
                </a:extLst>
              </p:cNvPr>
              <p:cNvGrpSpPr/>
              <p:nvPr/>
            </p:nvGrpSpPr>
            <p:grpSpPr>
              <a:xfrm>
                <a:off x="1990224" y="2565538"/>
                <a:ext cx="1444589" cy="1548000"/>
                <a:chOff x="755576" y="1338821"/>
                <a:chExt cx="1872208" cy="2952515"/>
              </a:xfrm>
            </p:grpSpPr>
            <p:sp>
              <p:nvSpPr>
                <p:cNvPr id="4" name="Isosceles Triangle 5">
                  <a:extLst>
                    <a:ext uri="{FF2B5EF4-FFF2-40B4-BE49-F238E27FC236}">
                      <a16:creationId xmlns:a16="http://schemas.microsoft.com/office/drawing/2014/main" id="{EBD6CCBC-6C5B-CF2E-A175-FE7E53D8E380}"/>
                    </a:ext>
                  </a:extLst>
                </p:cNvPr>
                <p:cNvSpPr>
                  <a:spLocks noChangeAspect="1"/>
                </p:cNvSpPr>
                <p:nvPr/>
              </p:nvSpPr>
              <p:spPr>
                <a:xfrm>
                  <a:off x="755576" y="1338822"/>
                  <a:ext cx="1872208" cy="147616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7" name="Isosceles Triangle 6">
                  <a:extLst>
                    <a:ext uri="{FF2B5EF4-FFF2-40B4-BE49-F238E27FC236}">
                      <a16:creationId xmlns:a16="http://schemas.microsoft.com/office/drawing/2014/main" id="{A1CC1872-21FF-A3B3-20A3-4713CF3F00AD}"/>
                    </a:ext>
                  </a:extLst>
                </p:cNvPr>
                <p:cNvSpPr>
                  <a:spLocks noChangeAspect="1"/>
                </p:cNvSpPr>
                <p:nvPr/>
              </p:nvSpPr>
              <p:spPr>
                <a:xfrm rot="10800000">
                  <a:off x="1091939" y="1338821"/>
                  <a:ext cx="606090" cy="477879"/>
                </a:xfrm>
                <a:prstGeom prst="triangle">
                  <a:avLst/>
                </a:prstGeom>
                <a:gradFill flip="none" rotWithShape="1">
                  <a:gsLst>
                    <a:gs pos="0">
                      <a:schemeClr val="accent1">
                        <a:lumMod val="75000"/>
                      </a:schemeClr>
                    </a:gs>
                    <a:gs pos="100000">
                      <a:schemeClr val="accent1">
                        <a:shade val="100000"/>
                        <a:satMod val="115000"/>
                      </a:schemeClr>
                    </a:gs>
                  </a:gsLst>
                  <a:lin ang="18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8" name="Isosceles Triangle 7">
                  <a:extLst>
                    <a:ext uri="{FF2B5EF4-FFF2-40B4-BE49-F238E27FC236}">
                      <a16:creationId xmlns:a16="http://schemas.microsoft.com/office/drawing/2014/main" id="{CA35646E-4DAE-180B-CBA7-F26B87E9FA61}"/>
                    </a:ext>
                  </a:extLst>
                </p:cNvPr>
                <p:cNvSpPr>
                  <a:spLocks noChangeAspect="1"/>
                </p:cNvSpPr>
                <p:nvPr/>
              </p:nvSpPr>
              <p:spPr>
                <a:xfrm rot="10800000">
                  <a:off x="755576" y="2815172"/>
                  <a:ext cx="1872208" cy="1476164"/>
                </a:xfrm>
                <a:prstGeom prst="triangle">
                  <a:avLst/>
                </a:prstGeom>
                <a:solidFill>
                  <a:srgbClr val="009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sp>
            <p:nvSpPr>
              <p:cNvPr id="21" name="TextBox 20">
                <a:extLst>
                  <a:ext uri="{FF2B5EF4-FFF2-40B4-BE49-F238E27FC236}">
                    <a16:creationId xmlns:a16="http://schemas.microsoft.com/office/drawing/2014/main" id="{B719997E-24AA-E3CE-F5D0-7ED2271069B4}"/>
                  </a:ext>
                </a:extLst>
              </p:cNvPr>
              <p:cNvSpPr txBox="1"/>
              <p:nvPr/>
            </p:nvSpPr>
            <p:spPr>
              <a:xfrm>
                <a:off x="2273515" y="2525964"/>
                <a:ext cx="45728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01</a:t>
                </a:r>
              </a:p>
            </p:txBody>
          </p:sp>
          <p:sp>
            <p:nvSpPr>
              <p:cNvPr id="30" name="Isosceles Triangle 50">
                <a:extLst>
                  <a:ext uri="{FF2B5EF4-FFF2-40B4-BE49-F238E27FC236}">
                    <a16:creationId xmlns:a16="http://schemas.microsoft.com/office/drawing/2014/main" id="{CBBE6D4C-5536-1599-0A7F-788307105010}"/>
                  </a:ext>
                </a:extLst>
              </p:cNvPr>
              <p:cNvSpPr>
                <a:spLocks noChangeAspect="1"/>
              </p:cNvSpPr>
              <p:nvPr/>
            </p:nvSpPr>
            <p:spPr>
              <a:xfrm rot="10800000">
                <a:off x="2635613" y="3932243"/>
                <a:ext cx="153811" cy="82405"/>
              </a:xfrm>
              <a:prstGeom prst="triangle">
                <a:avLst/>
              </a:prstGeom>
              <a:solidFill>
                <a:srgbClr val="FFFFFF">
                  <a:alpha val="30196"/>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grpSp>
      </p:grpSp>
      <p:sp>
        <p:nvSpPr>
          <p:cNvPr id="101" name="TextBox 100">
            <a:extLst>
              <a:ext uri="{FF2B5EF4-FFF2-40B4-BE49-F238E27FC236}">
                <a16:creationId xmlns:a16="http://schemas.microsoft.com/office/drawing/2014/main" id="{7B701AE5-3D42-D4D9-3743-50E971A708F6}"/>
              </a:ext>
            </a:extLst>
          </p:cNvPr>
          <p:cNvSpPr txBox="1"/>
          <p:nvPr/>
        </p:nvSpPr>
        <p:spPr>
          <a:xfrm>
            <a:off x="751985" y="2209236"/>
            <a:ext cx="2268000" cy="50783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Evaluation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of prior financing roadmap</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 and recommendation for similar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future strategy  </a:t>
            </a:r>
          </a:p>
        </p:txBody>
      </p:sp>
      <p:sp>
        <p:nvSpPr>
          <p:cNvPr id="112" name="TextBox 111">
            <a:extLst>
              <a:ext uri="{FF2B5EF4-FFF2-40B4-BE49-F238E27FC236}">
                <a16:creationId xmlns:a16="http://schemas.microsoft.com/office/drawing/2014/main" id="{A70F76FF-7B1E-8317-1019-70A615CDF18B}"/>
              </a:ext>
            </a:extLst>
          </p:cNvPr>
          <p:cNvSpPr txBox="1"/>
          <p:nvPr/>
        </p:nvSpPr>
        <p:spPr>
          <a:xfrm>
            <a:off x="3544562" y="2209236"/>
            <a:ext cx="2268000" cy="50783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Assess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newer financing options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and the compliances required by DVC for using them </a:t>
            </a:r>
          </a:p>
        </p:txBody>
      </p:sp>
      <p:sp>
        <p:nvSpPr>
          <p:cNvPr id="113" name="TextBox 112">
            <a:extLst>
              <a:ext uri="{FF2B5EF4-FFF2-40B4-BE49-F238E27FC236}">
                <a16:creationId xmlns:a16="http://schemas.microsoft.com/office/drawing/2014/main" id="{BB6F8B96-70C4-8302-9B2D-D0D6A3AA90AF}"/>
              </a:ext>
            </a:extLst>
          </p:cNvPr>
          <p:cNvSpPr txBox="1"/>
          <p:nvPr/>
        </p:nvSpPr>
        <p:spPr>
          <a:xfrm>
            <a:off x="6193967" y="2209236"/>
            <a:ext cx="2681344" cy="50783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Pro-con analysis of each financing option, along with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strategy and model for phased implementation   </a:t>
            </a:r>
          </a:p>
        </p:txBody>
      </p:sp>
      <p:sp>
        <p:nvSpPr>
          <p:cNvPr id="114" name="TextBox 113">
            <a:extLst>
              <a:ext uri="{FF2B5EF4-FFF2-40B4-BE49-F238E27FC236}">
                <a16:creationId xmlns:a16="http://schemas.microsoft.com/office/drawing/2014/main" id="{9CF1758D-327F-13CD-5FF8-486FC3374138}"/>
              </a:ext>
            </a:extLst>
          </p:cNvPr>
          <p:cNvSpPr txBox="1"/>
          <p:nvPr/>
        </p:nvSpPr>
        <p:spPr>
          <a:xfrm>
            <a:off x="9244015" y="2209236"/>
            <a:ext cx="2268000"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Implementation support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and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stakeholder coordination  </a:t>
            </a:r>
          </a:p>
        </p:txBody>
      </p:sp>
      <p:sp>
        <p:nvSpPr>
          <p:cNvPr id="116" name="TextBox 115">
            <a:extLst>
              <a:ext uri="{FF2B5EF4-FFF2-40B4-BE49-F238E27FC236}">
                <a16:creationId xmlns:a16="http://schemas.microsoft.com/office/drawing/2014/main" id="{6167524A-BEB0-D2C5-C4AE-10228F9830A7}"/>
              </a:ext>
            </a:extLst>
          </p:cNvPr>
          <p:cNvSpPr txBox="1"/>
          <p:nvPr/>
        </p:nvSpPr>
        <p:spPr>
          <a:xfrm rot="16200000">
            <a:off x="-500969" y="2854119"/>
            <a:ext cx="2061843"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description</a:t>
            </a:r>
          </a:p>
        </p:txBody>
      </p:sp>
      <p:sp>
        <p:nvSpPr>
          <p:cNvPr id="117" name="TextBox 116">
            <a:extLst>
              <a:ext uri="{FF2B5EF4-FFF2-40B4-BE49-F238E27FC236}">
                <a16:creationId xmlns:a16="http://schemas.microsoft.com/office/drawing/2014/main" id="{7359D38F-4B40-5656-1230-3876C0625B06}"/>
              </a:ext>
            </a:extLst>
          </p:cNvPr>
          <p:cNvSpPr txBox="1"/>
          <p:nvPr/>
        </p:nvSpPr>
        <p:spPr>
          <a:xfrm rot="16200000">
            <a:off x="-497481" y="4693155"/>
            <a:ext cx="2061843"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Expected outcomes</a:t>
            </a:r>
          </a:p>
        </p:txBody>
      </p:sp>
      <p:sp>
        <p:nvSpPr>
          <p:cNvPr id="118" name="TextBox 117">
            <a:extLst>
              <a:ext uri="{FF2B5EF4-FFF2-40B4-BE49-F238E27FC236}">
                <a16:creationId xmlns:a16="http://schemas.microsoft.com/office/drawing/2014/main" id="{348BB815-A448-A920-E81D-63ABF1CC51D5}"/>
              </a:ext>
            </a:extLst>
          </p:cNvPr>
          <p:cNvSpPr txBox="1"/>
          <p:nvPr/>
        </p:nvSpPr>
        <p:spPr>
          <a:xfrm>
            <a:off x="777385" y="4776816"/>
            <a:ext cx="2268000" cy="1692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Updated financing</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 roadmap </a:t>
            </a:r>
          </a:p>
        </p:txBody>
      </p:sp>
      <p:sp>
        <p:nvSpPr>
          <p:cNvPr id="119" name="TextBox 118">
            <a:extLst>
              <a:ext uri="{FF2B5EF4-FFF2-40B4-BE49-F238E27FC236}">
                <a16:creationId xmlns:a16="http://schemas.microsoft.com/office/drawing/2014/main" id="{60BBDE39-D4DC-3EC1-932A-944604294CA3}"/>
              </a:ext>
            </a:extLst>
          </p:cNvPr>
          <p:cNvSpPr txBox="1"/>
          <p:nvPr/>
        </p:nvSpPr>
        <p:spPr>
          <a:xfrm>
            <a:off x="3608061" y="4817653"/>
            <a:ext cx="2611305"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List of options that DVC can explore for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augmenting revenues </a:t>
            </a:r>
          </a:p>
        </p:txBody>
      </p:sp>
      <p:sp>
        <p:nvSpPr>
          <p:cNvPr id="120" name="TextBox 119">
            <a:extLst>
              <a:ext uri="{FF2B5EF4-FFF2-40B4-BE49-F238E27FC236}">
                <a16:creationId xmlns:a16="http://schemas.microsoft.com/office/drawing/2014/main" id="{F265A025-88B4-9B4A-9038-35C927F74C98}"/>
              </a:ext>
            </a:extLst>
          </p:cNvPr>
          <p:cNvSpPr txBox="1"/>
          <p:nvPr/>
        </p:nvSpPr>
        <p:spPr>
          <a:xfrm>
            <a:off x="6438739" y="4817652"/>
            <a:ext cx="2268000"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Updated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implementation strategy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for DVC</a:t>
            </a:r>
          </a:p>
        </p:txBody>
      </p:sp>
      <p:sp>
        <p:nvSpPr>
          <p:cNvPr id="121" name="TextBox 120">
            <a:extLst>
              <a:ext uri="{FF2B5EF4-FFF2-40B4-BE49-F238E27FC236}">
                <a16:creationId xmlns:a16="http://schemas.microsoft.com/office/drawing/2014/main" id="{2FD4EC72-3152-7918-E39E-8CFE4693935F}"/>
              </a:ext>
            </a:extLst>
          </p:cNvPr>
          <p:cNvSpPr txBox="1"/>
          <p:nvPr/>
        </p:nvSpPr>
        <p:spPr>
          <a:xfrm>
            <a:off x="9130087" y="4817654"/>
            <a:ext cx="2611304"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Continuous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management support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and socialization of DVC’s strategy   </a:t>
            </a:r>
          </a:p>
        </p:txBody>
      </p:sp>
      <p:pic>
        <p:nvPicPr>
          <p:cNvPr id="35" name="Picture 34">
            <a:hlinkClick r:id="rId6" action="ppaction://hlinksldjump"/>
            <a:extLst>
              <a:ext uri="{FF2B5EF4-FFF2-40B4-BE49-F238E27FC236}">
                <a16:creationId xmlns:a16="http://schemas.microsoft.com/office/drawing/2014/main" id="{2DD91D6A-3F30-011F-EE81-6A5BF08101EC}"/>
              </a:ext>
            </a:extLst>
          </p:cNvPr>
          <p:cNvPicPr>
            <a:picLocks noChangeAspect="1"/>
          </p:cNvPicPr>
          <p:nvPr/>
        </p:nvPicPr>
        <p:blipFill>
          <a:blip r:embed="rId7"/>
          <a:stretch>
            <a:fillRect/>
          </a:stretch>
        </p:blipFill>
        <p:spPr>
          <a:xfrm>
            <a:off x="11726283" y="113485"/>
            <a:ext cx="359695" cy="365792"/>
          </a:xfrm>
          <a:prstGeom prst="rect">
            <a:avLst/>
          </a:prstGeom>
        </p:spPr>
      </p:pic>
      <p:sp>
        <p:nvSpPr>
          <p:cNvPr id="36" name="Rectangle 35">
            <a:hlinkClick r:id="rId8" action="ppaction://hlinksldjump"/>
            <a:extLst>
              <a:ext uri="{FF2B5EF4-FFF2-40B4-BE49-F238E27FC236}">
                <a16:creationId xmlns:a16="http://schemas.microsoft.com/office/drawing/2014/main" id="{BB7B0A56-6F5C-1CDE-3007-F1DA065DF498}"/>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37" name="Freeform 15">
            <a:extLst>
              <a:ext uri="{FF2B5EF4-FFF2-40B4-BE49-F238E27FC236}">
                <a16:creationId xmlns:a16="http://schemas.microsoft.com/office/drawing/2014/main" id="{41E9F62C-6ED1-34CD-F7A9-1C325738A99C}"/>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38" name="Freeform 16">
            <a:extLst>
              <a:ext uri="{FF2B5EF4-FFF2-40B4-BE49-F238E27FC236}">
                <a16:creationId xmlns:a16="http://schemas.microsoft.com/office/drawing/2014/main" id="{49D20BC6-ECD6-231E-EF4A-EB43DEF59A5B}"/>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39" name="Freeform 6">
            <a:extLst>
              <a:ext uri="{FF2B5EF4-FFF2-40B4-BE49-F238E27FC236}">
                <a16:creationId xmlns:a16="http://schemas.microsoft.com/office/drawing/2014/main" id="{7C3943BE-8213-E148-4E96-7F511E5F3242}"/>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40" name="Rectangle: Rounded Corners 39">
            <a:extLst>
              <a:ext uri="{FF2B5EF4-FFF2-40B4-BE49-F238E27FC236}">
                <a16:creationId xmlns:a16="http://schemas.microsoft.com/office/drawing/2014/main" id="{CD9E9E35-1397-1419-EC69-3F0EA2C44BAA}"/>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41" name="Rectangle 40">
            <a:hlinkClick r:id="rId9" action="ppaction://hlinksldjump"/>
            <a:extLst>
              <a:ext uri="{FF2B5EF4-FFF2-40B4-BE49-F238E27FC236}">
                <a16:creationId xmlns:a16="http://schemas.microsoft.com/office/drawing/2014/main" id="{50F3E23D-6D0C-66E0-B075-72F8477047AC}"/>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42" name="Rectangle 41">
            <a:hlinkClick r:id="" action="ppaction://noaction"/>
            <a:extLst>
              <a:ext uri="{FF2B5EF4-FFF2-40B4-BE49-F238E27FC236}">
                <a16:creationId xmlns:a16="http://schemas.microsoft.com/office/drawing/2014/main" id="{20FA55B9-3A94-4FF9-10C5-2906E1C5D662}"/>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43" name="Rectangle 42">
            <a:hlinkClick r:id="rId10" action="ppaction://hlinksldjump"/>
            <a:extLst>
              <a:ext uri="{FF2B5EF4-FFF2-40B4-BE49-F238E27FC236}">
                <a16:creationId xmlns:a16="http://schemas.microsoft.com/office/drawing/2014/main" id="{DF37ACAE-A3B5-E91E-7D92-ED171884A662}"/>
              </a:ext>
            </a:extLst>
          </p:cNvPr>
          <p:cNvSpPr/>
          <p:nvPr/>
        </p:nvSpPr>
        <p:spPr bwMode="gray">
          <a:xfrm>
            <a:off x="9660055" y="-9900"/>
            <a:ext cx="274320" cy="274320"/>
          </a:xfrm>
          <a:prstGeom prst="rect">
            <a:avLst/>
          </a:prstGeom>
          <a:solidFill>
            <a:srgbClr val="0D8390"/>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47" name="Rectangle 46">
            <a:hlinkClick r:id="rId11" action="ppaction://hlinksldjump"/>
            <a:extLst>
              <a:ext uri="{FF2B5EF4-FFF2-40B4-BE49-F238E27FC236}">
                <a16:creationId xmlns:a16="http://schemas.microsoft.com/office/drawing/2014/main" id="{748D6A78-C497-6431-6B5C-7DBFEF8A4428}"/>
              </a:ext>
            </a:extLst>
          </p:cNvPr>
          <p:cNvSpPr/>
          <p:nvPr/>
        </p:nvSpPr>
        <p:spPr bwMode="gray">
          <a:xfrm>
            <a:off x="10003078"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48" name="Rectangle 47">
            <a:hlinkClick r:id="rId12" action="ppaction://hlinksldjump"/>
            <a:extLst>
              <a:ext uri="{FF2B5EF4-FFF2-40B4-BE49-F238E27FC236}">
                <a16:creationId xmlns:a16="http://schemas.microsoft.com/office/drawing/2014/main" id="{8561F352-0D0D-87B5-1C0B-F314125CCEF9}"/>
              </a:ext>
            </a:extLst>
          </p:cNvPr>
          <p:cNvSpPr/>
          <p:nvPr/>
        </p:nvSpPr>
        <p:spPr bwMode="gray">
          <a:xfrm>
            <a:off x="10346101"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49" name="Rectangle 48">
            <a:hlinkClick r:id="rId13" action="ppaction://hlinksldjump"/>
            <a:extLst>
              <a:ext uri="{FF2B5EF4-FFF2-40B4-BE49-F238E27FC236}">
                <a16:creationId xmlns:a16="http://schemas.microsoft.com/office/drawing/2014/main" id="{07CCEE06-B58F-7C38-2EF3-1A8DA964097C}"/>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398233097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9551B614-C3C9-C247-D316-DEA27B3D30AE}"/>
              </a:ext>
            </a:extLst>
          </p:cNvPr>
          <p:cNvSpPr/>
          <p:nvPr/>
        </p:nvSpPr>
        <p:spPr bwMode="gray">
          <a:xfrm>
            <a:off x="567898" y="1919135"/>
            <a:ext cx="5601550" cy="4426582"/>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28" name="Text Placeholder 5">
            <a:extLst>
              <a:ext uri="{FF2B5EF4-FFF2-40B4-BE49-F238E27FC236}">
                <a16:creationId xmlns:a16="http://schemas.microsoft.com/office/drawing/2014/main" id="{8DB500D2-D2AC-CC4D-3C79-3662B9E78F8A}"/>
              </a:ext>
            </a:extLst>
          </p:cNvPr>
          <p:cNvSpPr txBox="1">
            <a:spLocks/>
          </p:cNvSpPr>
          <p:nvPr/>
        </p:nvSpPr>
        <p:spPr>
          <a:xfrm>
            <a:off x="547682" y="891480"/>
            <a:ext cx="11188700" cy="555183"/>
          </a:xfrm>
          <a:prstGeom prst="rect">
            <a:avLst/>
          </a:prstGeom>
        </p:spPr>
        <p:txBody>
          <a:bodyPr vert="horz" lIns="0" tIns="0" rIns="0" bIns="0" rtlCol="0" anchor="ctr">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1" kern="1200">
                <a:solidFill>
                  <a:schemeClr val="accent5"/>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1000"/>
              </a:spcAft>
              <a:buClrTx/>
              <a:buSzPct val="100000"/>
              <a:buFont typeface="Arial" panose="020B0604020202020204" pitchFamily="34" charset="0"/>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Presently DVC uses relatively traditional methods of financing. </a:t>
            </a:r>
            <a:r>
              <a:rPr lang="en-US" sz="1100">
                <a:solidFill>
                  <a:prstClr val="black"/>
                </a:solidFill>
                <a:latin typeface="Verdana" panose="020B0604030504040204" pitchFamily="34" charset="0"/>
                <a:ea typeface="Verdana" panose="020B0604030504040204" pitchFamily="34" charset="0"/>
                <a:cs typeface="Calibri" panose="020F0502020204030204" pitchFamily="34" charset="0"/>
              </a:rPr>
              <a:t>The latest financing roadmap </a:t>
            </a: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for DVC explores newer modes of financing. </a:t>
            </a:r>
            <a:r>
              <a:rPr lang="en-US" sz="1100">
                <a:solidFill>
                  <a:prstClr val="black"/>
                </a:solidFill>
                <a:latin typeface="Verdana" panose="020B0604030504040204" pitchFamily="34" charset="0"/>
                <a:ea typeface="Verdana" panose="020B0604030504040204" pitchFamily="34" charset="0"/>
                <a:cs typeface="Calibri" panose="020F0502020204030204" pitchFamily="34" charset="0"/>
              </a:rPr>
              <a:t>Under this task, we shall review these plans and seek areas of upgrade. </a:t>
            </a:r>
            <a:endPar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56" name="Group 55">
            <a:extLst>
              <a:ext uri="{FF2B5EF4-FFF2-40B4-BE49-F238E27FC236}">
                <a16:creationId xmlns:a16="http://schemas.microsoft.com/office/drawing/2014/main" id="{83411DF1-FE02-18AF-922D-5F6978F6CC08}"/>
              </a:ext>
            </a:extLst>
          </p:cNvPr>
          <p:cNvGrpSpPr/>
          <p:nvPr/>
        </p:nvGrpSpPr>
        <p:grpSpPr>
          <a:xfrm>
            <a:off x="757005" y="2102237"/>
            <a:ext cx="4999625" cy="4137130"/>
            <a:chOff x="358575" y="2136614"/>
            <a:chExt cx="4999625" cy="4137130"/>
          </a:xfrm>
        </p:grpSpPr>
        <p:grpSp>
          <p:nvGrpSpPr>
            <p:cNvPr id="4" name="Group 3">
              <a:extLst>
                <a:ext uri="{FF2B5EF4-FFF2-40B4-BE49-F238E27FC236}">
                  <a16:creationId xmlns:a16="http://schemas.microsoft.com/office/drawing/2014/main" id="{5FBB70CD-DB12-7E32-0E99-B37412369AB8}"/>
                </a:ext>
              </a:extLst>
            </p:cNvPr>
            <p:cNvGrpSpPr/>
            <p:nvPr/>
          </p:nvGrpSpPr>
          <p:grpSpPr>
            <a:xfrm>
              <a:off x="358575" y="2136614"/>
              <a:ext cx="1619999" cy="4137130"/>
              <a:chOff x="7249883" y="1908065"/>
              <a:chExt cx="1828800" cy="3500276"/>
            </a:xfrm>
          </p:grpSpPr>
          <p:sp>
            <p:nvSpPr>
              <p:cNvPr id="50" name="AutoShape 3">
                <a:extLst>
                  <a:ext uri="{FF2B5EF4-FFF2-40B4-BE49-F238E27FC236}">
                    <a16:creationId xmlns:a16="http://schemas.microsoft.com/office/drawing/2014/main" id="{967B0887-CC3B-CF0F-EEA4-02912D6F84A0}"/>
                  </a:ext>
                </a:extLst>
              </p:cNvPr>
              <p:cNvSpPr>
                <a:spLocks noChangeArrowheads="1"/>
              </p:cNvSpPr>
              <p:nvPr/>
            </p:nvSpPr>
            <p:spPr bwMode="auto">
              <a:xfrm rot="5400000">
                <a:off x="7524203" y="1633745"/>
                <a:ext cx="1280160" cy="1828799"/>
              </a:xfrm>
              <a:prstGeom prst="chevron">
                <a:avLst>
                  <a:gd name="adj" fmla="val 25000"/>
                </a:avLst>
              </a:prstGeom>
              <a:solidFill>
                <a:srgbClr val="E3E48D"/>
              </a:solidFill>
              <a:ln w="6350" algn="ctr">
                <a:noFill/>
                <a:miter lim="800000"/>
                <a:headEnd/>
                <a:tailEnd/>
              </a:ln>
            </p:spPr>
            <p:txBody>
              <a:bodyPr rot="10800000" vert="eaVert" lIns="88900" tIns="88900" rIns="88900" bIns="88900" anchor="ctr"/>
              <a:lstStyle/>
              <a:p>
                <a:pPr algn="ctr">
                  <a:defRPr/>
                </a:pPr>
                <a:r>
                  <a:rPr lang="en-US" sz="1400" b="1">
                    <a:latin typeface="Calibri" panose="020F0502020204030204" pitchFamily="34" charset="0"/>
                    <a:ea typeface="Calibri" panose="020F0502020204030204" pitchFamily="34" charset="0"/>
                    <a:cs typeface="Calibri" panose="020F0502020204030204" pitchFamily="34" charset="0"/>
                  </a:rPr>
                  <a:t>Review present financing mechanisms used by DVC  </a:t>
                </a:r>
              </a:p>
            </p:txBody>
          </p:sp>
          <p:sp>
            <p:nvSpPr>
              <p:cNvPr id="51" name="AutoShape 4">
                <a:extLst>
                  <a:ext uri="{FF2B5EF4-FFF2-40B4-BE49-F238E27FC236}">
                    <a16:creationId xmlns:a16="http://schemas.microsoft.com/office/drawing/2014/main" id="{143FACFE-984F-A5C6-15AA-D20381594316}"/>
                  </a:ext>
                </a:extLst>
              </p:cNvPr>
              <p:cNvSpPr>
                <a:spLocks noChangeArrowheads="1"/>
              </p:cNvSpPr>
              <p:nvPr/>
            </p:nvSpPr>
            <p:spPr bwMode="auto">
              <a:xfrm rot="5400000">
                <a:off x="7498698" y="2743804"/>
                <a:ext cx="1331171" cy="1828799"/>
              </a:xfrm>
              <a:prstGeom prst="chevron">
                <a:avLst>
                  <a:gd name="adj" fmla="val 25000"/>
                </a:avLst>
              </a:prstGeom>
              <a:solidFill>
                <a:srgbClr val="C4D600"/>
              </a:solidFill>
              <a:ln w="6350" algn="ctr">
                <a:noFill/>
                <a:miter lim="800000"/>
                <a:headEnd/>
                <a:tailEnd/>
              </a:ln>
            </p:spPr>
            <p:txBody>
              <a:bodyPr rot="10800000" vert="eaVert" lIns="0" tIns="36000" rIns="0" bIns="36000" anchor="ctr"/>
              <a:lstStyle/>
              <a:p>
                <a:pPr algn="ctr">
                  <a:defRPr/>
                </a:pPr>
                <a:r>
                  <a:rPr lang="en-US" sz="1400" b="1">
                    <a:latin typeface="Calibri" panose="020F0502020204030204" pitchFamily="34" charset="0"/>
                    <a:ea typeface="Calibri" panose="020F0502020204030204" pitchFamily="34" charset="0"/>
                    <a:cs typeface="Calibri" panose="020F0502020204030204" pitchFamily="34" charset="0"/>
                  </a:rPr>
                  <a:t>Review newer financing options in DVC’s latest financing roadmap </a:t>
                </a:r>
              </a:p>
            </p:txBody>
          </p:sp>
          <p:sp>
            <p:nvSpPr>
              <p:cNvPr id="52" name="AutoShape 5">
                <a:extLst>
                  <a:ext uri="{FF2B5EF4-FFF2-40B4-BE49-F238E27FC236}">
                    <a16:creationId xmlns:a16="http://schemas.microsoft.com/office/drawing/2014/main" id="{6B65718C-C2D8-1166-5B3F-6CBDE7C7C2DF}"/>
                  </a:ext>
                </a:extLst>
              </p:cNvPr>
              <p:cNvSpPr>
                <a:spLocks noChangeArrowheads="1"/>
              </p:cNvSpPr>
              <p:nvPr/>
            </p:nvSpPr>
            <p:spPr bwMode="auto">
              <a:xfrm rot="5400000">
                <a:off x="7524203" y="3853861"/>
                <a:ext cx="1280160" cy="1828800"/>
              </a:xfrm>
              <a:prstGeom prst="chevron">
                <a:avLst>
                  <a:gd name="adj" fmla="val 25000"/>
                </a:avLst>
              </a:prstGeom>
              <a:solidFill>
                <a:srgbClr val="9FB000"/>
              </a:solidFill>
              <a:ln w="6350" algn="ctr">
                <a:noFill/>
                <a:miter lim="800000"/>
                <a:headEnd/>
                <a:tailEnd/>
              </a:ln>
            </p:spPr>
            <p:txBody>
              <a:bodyPr rot="10800000" vert="eaVert" lIns="88900" tIns="88900" rIns="144000" bIns="88900" anchor="ctr"/>
              <a:lstStyle/>
              <a:p>
                <a:pPr algn="ctr">
                  <a:defRPr/>
                </a:pPr>
                <a:r>
                  <a:rPr lang="en-US" sz="1400" b="1">
                    <a:latin typeface="Calibri" panose="020F0502020204030204" pitchFamily="34" charset="0"/>
                    <a:ea typeface="Calibri" panose="020F0502020204030204" pitchFamily="34" charset="0"/>
                    <a:cs typeface="Calibri" panose="020F0502020204030204" pitchFamily="34" charset="0"/>
                  </a:rPr>
                  <a:t>Exploring other financing modes </a:t>
                </a:r>
              </a:p>
            </p:txBody>
          </p:sp>
        </p:grpSp>
        <p:sp>
          <p:nvSpPr>
            <p:cNvPr id="7" name="Text Placeholder 5">
              <a:extLst>
                <a:ext uri="{FF2B5EF4-FFF2-40B4-BE49-F238E27FC236}">
                  <a16:creationId xmlns:a16="http://schemas.microsoft.com/office/drawing/2014/main" id="{90D53CE9-06F5-9846-C1D9-6E2C8BA036B4}"/>
                </a:ext>
              </a:extLst>
            </p:cNvPr>
            <p:cNvSpPr txBox="1">
              <a:spLocks/>
            </p:cNvSpPr>
            <p:nvPr/>
          </p:nvSpPr>
          <p:spPr>
            <a:xfrm>
              <a:off x="2076409" y="2268611"/>
              <a:ext cx="3281791" cy="846387"/>
            </a:xfrm>
            <a:prstGeom prst="rect">
              <a:avLst/>
            </a:prstGeom>
          </p:spPr>
          <p:txBody>
            <a:bodyPr wrap="square" lIns="0" tIns="0" rIns="0" bIns="0">
              <a:spAutoFit/>
            </a:bodyPr>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lvl="1" algn="just">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Secured and unsecured bonds</a:t>
              </a:r>
            </a:p>
            <a:p>
              <a:pPr lvl="1" algn="just">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Terms loans from banks and financial institutions </a:t>
              </a:r>
            </a:p>
            <a:p>
              <a:pPr lvl="1" algn="just">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Loan from Government of India</a:t>
              </a:r>
            </a:p>
            <a:p>
              <a:pPr lvl="1" algn="just">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Equity </a:t>
              </a:r>
            </a:p>
          </p:txBody>
        </p:sp>
        <p:sp>
          <p:nvSpPr>
            <p:cNvPr id="48" name="Text Placeholder 5">
              <a:extLst>
                <a:ext uri="{FF2B5EF4-FFF2-40B4-BE49-F238E27FC236}">
                  <a16:creationId xmlns:a16="http://schemas.microsoft.com/office/drawing/2014/main" id="{20D17E70-C43C-0545-15DA-5698EEAE4988}"/>
                </a:ext>
              </a:extLst>
            </p:cNvPr>
            <p:cNvSpPr txBox="1">
              <a:spLocks/>
            </p:cNvSpPr>
            <p:nvPr/>
          </p:nvSpPr>
          <p:spPr>
            <a:xfrm>
              <a:off x="2076409" y="3456496"/>
              <a:ext cx="3281791" cy="1228991"/>
            </a:xfrm>
            <a:prstGeom prst="rect">
              <a:avLst/>
            </a:prstGeom>
          </p:spPr>
          <p:txBody>
            <a:bodyPr wrap="square" lIns="0" tIns="0" rIns="0" bIns="0">
              <a:spAutoFit/>
            </a:bodyPr>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lvl="1" algn="just">
                <a:lnSpc>
                  <a:spcPct val="105000"/>
                </a:lnSpc>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Refinancing of bonds</a:t>
              </a:r>
            </a:p>
            <a:p>
              <a:pPr lvl="1" algn="just">
                <a:lnSpc>
                  <a:spcPct val="105000"/>
                </a:lnSpc>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Securitization of cash flows </a:t>
              </a:r>
            </a:p>
            <a:p>
              <a:pPr lvl="1" algn="just">
                <a:lnSpc>
                  <a:spcPct val="105000"/>
                </a:lnSpc>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Stake sale in JVs</a:t>
              </a:r>
            </a:p>
            <a:p>
              <a:pPr lvl="1" algn="just">
                <a:lnSpc>
                  <a:spcPct val="105000"/>
                </a:lnSpc>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Funding support from multi-laterals </a:t>
              </a:r>
            </a:p>
            <a:p>
              <a:pPr lvl="1" algn="just">
                <a:lnSpc>
                  <a:spcPct val="105000"/>
                </a:lnSpc>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Monetization through InvIT</a:t>
              </a:r>
            </a:p>
            <a:p>
              <a:pPr lvl="1" algn="just">
                <a:lnSpc>
                  <a:spcPct val="105000"/>
                </a:lnSpc>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Monetization of Land Banks</a:t>
              </a:r>
            </a:p>
            <a:p>
              <a:pPr lvl="1" algn="just">
                <a:lnSpc>
                  <a:spcPct val="105000"/>
                </a:lnSpc>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Corporatization leading to IPO</a:t>
              </a:r>
            </a:p>
          </p:txBody>
        </p:sp>
        <p:sp>
          <p:nvSpPr>
            <p:cNvPr id="49" name="Text Placeholder 5">
              <a:extLst>
                <a:ext uri="{FF2B5EF4-FFF2-40B4-BE49-F238E27FC236}">
                  <a16:creationId xmlns:a16="http://schemas.microsoft.com/office/drawing/2014/main" id="{4192F4F2-B4FE-CFA6-7770-960D6FDF8E44}"/>
                </a:ext>
              </a:extLst>
            </p:cNvPr>
            <p:cNvSpPr txBox="1">
              <a:spLocks/>
            </p:cNvSpPr>
            <p:nvPr/>
          </p:nvSpPr>
          <p:spPr>
            <a:xfrm>
              <a:off x="2076409" y="5071070"/>
              <a:ext cx="3281791" cy="677108"/>
            </a:xfrm>
            <a:prstGeom prst="rect">
              <a:avLst/>
            </a:prstGeom>
          </p:spPr>
          <p:txBody>
            <a:bodyPr wrap="square" lIns="0" tIns="0" rIns="0" bIns="0">
              <a:spAutoFit/>
            </a:bodyPr>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lvl="1" algn="just">
                <a:spcBef>
                  <a:spcPts val="0"/>
                </a:spcBef>
                <a:buSzPct val="100000"/>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Exploring DVC’s projects and asset register for other modes of innovative financing and monetization. </a:t>
              </a:r>
            </a:p>
            <a:p>
              <a:pPr marL="180000" lvl="2" indent="0" algn="just">
                <a:spcBef>
                  <a:spcPts val="0"/>
                </a:spcBef>
                <a:buSzPct val="100000"/>
                <a:buNone/>
              </a:pP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E.g. </a:t>
              </a:r>
              <a:r>
                <a:rPr lang="en-US" sz="1100" err="1">
                  <a:solidFill>
                    <a:schemeClr val="tx1"/>
                  </a:solidFill>
                  <a:latin typeface="Verdana" panose="020B0604030504040204" pitchFamily="34" charset="0"/>
                  <a:ea typeface="Verdana" panose="020B0604030504040204" pitchFamily="34" charset="0"/>
                  <a:cs typeface="Calibri" panose="020F0502020204030204" pitchFamily="34" charset="0"/>
                </a:rPr>
                <a:t>OMDA</a:t>
              </a:r>
              <a:r>
                <a:rPr lang="en-US" sz="1100">
                  <a:solidFill>
                    <a:schemeClr val="tx1"/>
                  </a:solidFill>
                  <a:latin typeface="Verdana" panose="020B0604030504040204" pitchFamily="34" charset="0"/>
                  <a:ea typeface="Verdana" panose="020B0604030504040204" pitchFamily="34" charset="0"/>
                  <a:cs typeface="Calibri" panose="020F0502020204030204" pitchFamily="34" charset="0"/>
                </a:rPr>
                <a:t> model for mining projects. </a:t>
              </a:r>
            </a:p>
          </p:txBody>
        </p:sp>
      </p:grpSp>
      <p:grpSp>
        <p:nvGrpSpPr>
          <p:cNvPr id="14" name="Group 13">
            <a:extLst>
              <a:ext uri="{FF2B5EF4-FFF2-40B4-BE49-F238E27FC236}">
                <a16:creationId xmlns:a16="http://schemas.microsoft.com/office/drawing/2014/main" id="{DD2263EE-C956-54A8-134A-3A57AE17AA92}"/>
              </a:ext>
            </a:extLst>
          </p:cNvPr>
          <p:cNvGrpSpPr/>
          <p:nvPr/>
        </p:nvGrpSpPr>
        <p:grpSpPr>
          <a:xfrm>
            <a:off x="6714699" y="2850064"/>
            <a:ext cx="4933547" cy="2493117"/>
            <a:chOff x="6714699" y="2850064"/>
            <a:chExt cx="4933547" cy="2493117"/>
          </a:xfrm>
        </p:grpSpPr>
        <p:sp>
          <p:nvSpPr>
            <p:cNvPr id="13" name="Rectangle 12">
              <a:extLst>
                <a:ext uri="{FF2B5EF4-FFF2-40B4-BE49-F238E27FC236}">
                  <a16:creationId xmlns:a16="http://schemas.microsoft.com/office/drawing/2014/main" id="{9FCDD084-CC5D-7C21-20CF-26D2A744EF27}"/>
                </a:ext>
              </a:extLst>
            </p:cNvPr>
            <p:cNvSpPr/>
            <p:nvPr/>
          </p:nvSpPr>
          <p:spPr bwMode="gray">
            <a:xfrm>
              <a:off x="7100661" y="3258522"/>
              <a:ext cx="4547585" cy="2084659"/>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54" name="TextBox 53">
              <a:extLst>
                <a:ext uri="{FF2B5EF4-FFF2-40B4-BE49-F238E27FC236}">
                  <a16:creationId xmlns:a16="http://schemas.microsoft.com/office/drawing/2014/main" id="{F9C3F265-04F0-8FA5-C8A2-09BA11699DE8}"/>
                </a:ext>
              </a:extLst>
            </p:cNvPr>
            <p:cNvSpPr txBox="1"/>
            <p:nvPr/>
          </p:nvSpPr>
          <p:spPr>
            <a:xfrm>
              <a:off x="7122695" y="2922260"/>
              <a:ext cx="3552649" cy="348648"/>
            </a:xfrm>
            <a:prstGeom prst="snip1Rect">
              <a:avLst>
                <a:gd name="adj" fmla="val 16667"/>
              </a:avLst>
            </a:prstGeom>
            <a:solidFill>
              <a:srgbClr val="86BC25"/>
            </a:solidFill>
          </p:spPr>
          <p:txBody>
            <a:bodyPr wrap="square" lIns="36000" tIns="0" rIns="0" bIns="0" anchor="ctr">
              <a:noAutofit/>
            </a:bodyPr>
            <a:lstStyle/>
            <a:p>
              <a:pPr marL="0" marR="0" lvl="0" indent="0" defTabSz="1219170" rtl="0" eaLnBrk="1" fontAlgn="auto" latinLnBrk="0" hangingPunct="1">
                <a:spcBef>
                  <a:spcPts val="0"/>
                </a:spcBef>
                <a:spcAft>
                  <a:spcPts val="0"/>
                </a:spcAft>
                <a:buClrTx/>
                <a:buSzTx/>
                <a:buFontTx/>
                <a:buNone/>
                <a:tabLst/>
                <a:defRPr/>
              </a:pPr>
              <a:r>
                <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Calibri" panose="020F0502020204030204" pitchFamily="34" charset="0"/>
                </a:rPr>
                <a:t>  Revised financing plan</a:t>
              </a:r>
            </a:p>
          </p:txBody>
        </p:sp>
        <p:sp>
          <p:nvSpPr>
            <p:cNvPr id="65" name="TextBox 64">
              <a:extLst>
                <a:ext uri="{FF2B5EF4-FFF2-40B4-BE49-F238E27FC236}">
                  <a16:creationId xmlns:a16="http://schemas.microsoft.com/office/drawing/2014/main" id="{EE7C8799-9F76-8CB1-E1B7-312E2FEC075E}"/>
                </a:ext>
              </a:extLst>
            </p:cNvPr>
            <p:cNvSpPr txBox="1"/>
            <p:nvPr/>
          </p:nvSpPr>
          <p:spPr>
            <a:xfrm>
              <a:off x="7219248" y="3511649"/>
              <a:ext cx="4354478" cy="1600438"/>
            </a:xfrm>
            <a:prstGeom prst="rect">
              <a:avLst/>
            </a:prstGeom>
            <a:noFill/>
          </p:spPr>
          <p:txBody>
            <a:bodyPr wrap="square">
              <a:spAutoFit/>
            </a:bodyPr>
            <a:lstStyle/>
            <a:p>
              <a:pPr marL="171450" indent="-171450" algn="just">
                <a:spcBef>
                  <a:spcPts val="600"/>
                </a:spcBef>
                <a:spcAft>
                  <a:spcPts val="600"/>
                </a:spcAft>
                <a:buFont typeface="Arial" panose="020B0604020202020204" pitchFamily="34" charset="0"/>
                <a:buChar char="•"/>
              </a:pPr>
              <a:r>
                <a:rPr lang="en-US" sz="1100" b="1">
                  <a:latin typeface="Verdana" panose="020B0604030504040204" pitchFamily="34" charset="0"/>
                  <a:ea typeface="Verdana" panose="020B0604030504040204" pitchFamily="34" charset="0"/>
                  <a:cs typeface="Calibri" panose="020F0502020204030204" pitchFamily="34" charset="0"/>
                </a:rPr>
                <a:t>Revision of financing roadmap: </a:t>
              </a:r>
              <a:r>
                <a:rPr lang="en-US" sz="1100">
                  <a:latin typeface="Verdana" panose="020B0604030504040204" pitchFamily="34" charset="0"/>
                  <a:ea typeface="Verdana" panose="020B0604030504040204" pitchFamily="34" charset="0"/>
                  <a:cs typeface="Calibri" panose="020F0502020204030204" pitchFamily="34" charset="0"/>
                </a:rPr>
                <a:t>Discussion with DVC on the newer models, compliance considerations and changes in policy. Revision and </a:t>
              </a:r>
              <a:r>
                <a:rPr lang="en-US" sz="1100" err="1">
                  <a:latin typeface="Verdana" panose="020B0604030504040204" pitchFamily="34" charset="0"/>
                  <a:ea typeface="Verdana" panose="020B0604030504040204" pitchFamily="34" charset="0"/>
                  <a:cs typeface="Calibri" panose="020F0502020204030204" pitchFamily="34" charset="0"/>
                </a:rPr>
                <a:t>updation</a:t>
              </a:r>
              <a:r>
                <a:rPr lang="en-US" sz="1100">
                  <a:latin typeface="Verdana" panose="020B0604030504040204" pitchFamily="34" charset="0"/>
                  <a:ea typeface="Verdana" panose="020B0604030504040204" pitchFamily="34" charset="0"/>
                  <a:cs typeface="Calibri" panose="020F0502020204030204" pitchFamily="34" charset="0"/>
                </a:rPr>
                <a:t> of financing plan and model accordingly.   </a:t>
              </a:r>
            </a:p>
            <a:p>
              <a:pPr marL="171450" indent="-171450" algn="just">
                <a:spcBef>
                  <a:spcPts val="600"/>
                </a:spcBef>
                <a:spcAft>
                  <a:spcPts val="600"/>
                </a:spcAft>
                <a:buFont typeface="Arial" panose="020B0604020202020204" pitchFamily="34" charset="0"/>
                <a:buChar char="•"/>
              </a:pPr>
              <a:r>
                <a:rPr lang="en-US" sz="1100" b="1">
                  <a:latin typeface="Verdana" panose="020B0604030504040204" pitchFamily="34" charset="0"/>
                  <a:ea typeface="Verdana" panose="020B0604030504040204" pitchFamily="34" charset="0"/>
                  <a:cs typeface="Calibri" panose="020F0502020204030204" pitchFamily="34" charset="0"/>
                </a:rPr>
                <a:t>Finalization of the financial model, including phasing of implementation: </a:t>
              </a:r>
              <a:r>
                <a:rPr lang="en-US" sz="1100">
                  <a:latin typeface="Verdana" panose="020B0604030504040204" pitchFamily="34" charset="0"/>
                  <a:ea typeface="Verdana" panose="020B0604030504040204" pitchFamily="34" charset="0"/>
                  <a:cs typeface="Calibri" panose="020F0502020204030204" pitchFamily="34" charset="0"/>
                </a:rPr>
                <a:t>above analysis shall take into consideration phasing of financing options depending on the nature of respective assets/projects.  </a:t>
              </a:r>
            </a:p>
          </p:txBody>
        </p:sp>
        <p:grpSp>
          <p:nvGrpSpPr>
            <p:cNvPr id="5" name="Group 4">
              <a:extLst>
                <a:ext uri="{FF2B5EF4-FFF2-40B4-BE49-F238E27FC236}">
                  <a16:creationId xmlns:a16="http://schemas.microsoft.com/office/drawing/2014/main" id="{B03CB1E0-4AA3-F4F7-B1DA-C8F019B5C023}"/>
                </a:ext>
              </a:extLst>
            </p:cNvPr>
            <p:cNvGrpSpPr/>
            <p:nvPr/>
          </p:nvGrpSpPr>
          <p:grpSpPr>
            <a:xfrm>
              <a:off x="6714699" y="2850064"/>
              <a:ext cx="488823" cy="488823"/>
              <a:chOff x="3672870" y="1647632"/>
              <a:chExt cx="488823" cy="488823"/>
            </a:xfrm>
          </p:grpSpPr>
          <p:sp>
            <p:nvSpPr>
              <p:cNvPr id="2" name="Oval 1">
                <a:extLst>
                  <a:ext uri="{FF2B5EF4-FFF2-40B4-BE49-F238E27FC236}">
                    <a16:creationId xmlns:a16="http://schemas.microsoft.com/office/drawing/2014/main" id="{837CF240-653A-6139-B58F-4E3174418ADB}"/>
                  </a:ext>
                </a:extLst>
              </p:cNvPr>
              <p:cNvSpPr/>
              <p:nvPr/>
            </p:nvSpPr>
            <p:spPr bwMode="gray">
              <a:xfrm>
                <a:off x="3672870" y="1647632"/>
                <a:ext cx="488823" cy="488823"/>
              </a:xfrm>
              <a:prstGeom prst="ellipse">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3" name="Freeform 783">
                <a:extLst>
                  <a:ext uri="{FF2B5EF4-FFF2-40B4-BE49-F238E27FC236}">
                    <a16:creationId xmlns:a16="http://schemas.microsoft.com/office/drawing/2014/main" id="{B706D6E4-B9B9-CCDB-B7D3-CD5DB1D4960C}"/>
                  </a:ext>
                </a:extLst>
              </p:cNvPr>
              <p:cNvSpPr>
                <a:spLocks noEditPoints="1"/>
              </p:cNvSpPr>
              <p:nvPr/>
            </p:nvSpPr>
            <p:spPr bwMode="auto">
              <a:xfrm>
                <a:off x="3720515" y="1697108"/>
                <a:ext cx="382385" cy="382385"/>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6 w 512"/>
                  <a:gd name="T11" fmla="*/ 266 h 512"/>
                  <a:gd name="T12" fmla="*/ 405 w 512"/>
                  <a:gd name="T13" fmla="*/ 277 h 512"/>
                  <a:gd name="T14" fmla="*/ 394 w 512"/>
                  <a:gd name="T15" fmla="*/ 277 h 512"/>
                  <a:gd name="T16" fmla="*/ 394 w 512"/>
                  <a:gd name="T17" fmla="*/ 373 h 512"/>
                  <a:gd name="T18" fmla="*/ 384 w 512"/>
                  <a:gd name="T19" fmla="*/ 384 h 512"/>
                  <a:gd name="T20" fmla="*/ 128 w 512"/>
                  <a:gd name="T21" fmla="*/ 384 h 512"/>
                  <a:gd name="T22" fmla="*/ 117 w 512"/>
                  <a:gd name="T23" fmla="*/ 373 h 512"/>
                  <a:gd name="T24" fmla="*/ 117 w 512"/>
                  <a:gd name="T25" fmla="*/ 277 h 512"/>
                  <a:gd name="T26" fmla="*/ 106 w 512"/>
                  <a:gd name="T27" fmla="*/ 277 h 512"/>
                  <a:gd name="T28" fmla="*/ 96 w 512"/>
                  <a:gd name="T29" fmla="*/ 266 h 512"/>
                  <a:gd name="T30" fmla="*/ 96 w 512"/>
                  <a:gd name="T31" fmla="*/ 160 h 512"/>
                  <a:gd name="T32" fmla="*/ 106 w 512"/>
                  <a:gd name="T33" fmla="*/ 149 h 512"/>
                  <a:gd name="T34" fmla="*/ 202 w 512"/>
                  <a:gd name="T35" fmla="*/ 149 h 512"/>
                  <a:gd name="T36" fmla="*/ 202 w 512"/>
                  <a:gd name="T37" fmla="*/ 117 h 512"/>
                  <a:gd name="T38" fmla="*/ 213 w 512"/>
                  <a:gd name="T39" fmla="*/ 106 h 512"/>
                  <a:gd name="T40" fmla="*/ 298 w 512"/>
                  <a:gd name="T41" fmla="*/ 106 h 512"/>
                  <a:gd name="T42" fmla="*/ 309 w 512"/>
                  <a:gd name="T43" fmla="*/ 117 h 512"/>
                  <a:gd name="T44" fmla="*/ 309 w 512"/>
                  <a:gd name="T45" fmla="*/ 149 h 512"/>
                  <a:gd name="T46" fmla="*/ 405 w 512"/>
                  <a:gd name="T47" fmla="*/ 149 h 512"/>
                  <a:gd name="T48" fmla="*/ 416 w 512"/>
                  <a:gd name="T49" fmla="*/ 160 h 512"/>
                  <a:gd name="T50" fmla="*/ 416 w 512"/>
                  <a:gd name="T51" fmla="*/ 266 h 512"/>
                  <a:gd name="T52" fmla="*/ 330 w 512"/>
                  <a:gd name="T53" fmla="*/ 277 h 512"/>
                  <a:gd name="T54" fmla="*/ 373 w 512"/>
                  <a:gd name="T55" fmla="*/ 277 h 512"/>
                  <a:gd name="T56" fmla="*/ 373 w 512"/>
                  <a:gd name="T57" fmla="*/ 362 h 512"/>
                  <a:gd name="T58" fmla="*/ 138 w 512"/>
                  <a:gd name="T59" fmla="*/ 362 h 512"/>
                  <a:gd name="T60" fmla="*/ 138 w 512"/>
                  <a:gd name="T61" fmla="*/ 277 h 512"/>
                  <a:gd name="T62" fmla="*/ 181 w 512"/>
                  <a:gd name="T63" fmla="*/ 277 h 512"/>
                  <a:gd name="T64" fmla="*/ 181 w 512"/>
                  <a:gd name="T65" fmla="*/ 288 h 512"/>
                  <a:gd name="T66" fmla="*/ 192 w 512"/>
                  <a:gd name="T67" fmla="*/ 298 h 512"/>
                  <a:gd name="T68" fmla="*/ 202 w 512"/>
                  <a:gd name="T69" fmla="*/ 288 h 512"/>
                  <a:gd name="T70" fmla="*/ 202 w 512"/>
                  <a:gd name="T71" fmla="*/ 277 h 512"/>
                  <a:gd name="T72" fmla="*/ 309 w 512"/>
                  <a:gd name="T73" fmla="*/ 277 h 512"/>
                  <a:gd name="T74" fmla="*/ 309 w 512"/>
                  <a:gd name="T75" fmla="*/ 288 h 512"/>
                  <a:gd name="T76" fmla="*/ 320 w 512"/>
                  <a:gd name="T77" fmla="*/ 298 h 512"/>
                  <a:gd name="T78" fmla="*/ 330 w 512"/>
                  <a:gd name="T79" fmla="*/ 288 h 512"/>
                  <a:gd name="T80" fmla="*/ 330 w 512"/>
                  <a:gd name="T81" fmla="*/ 277 h 512"/>
                  <a:gd name="T82" fmla="*/ 288 w 512"/>
                  <a:gd name="T83" fmla="*/ 149 h 512"/>
                  <a:gd name="T84" fmla="*/ 224 w 512"/>
                  <a:gd name="T85" fmla="*/ 149 h 512"/>
                  <a:gd name="T86" fmla="*/ 224 w 512"/>
                  <a:gd name="T87" fmla="*/ 128 h 512"/>
                  <a:gd name="T88" fmla="*/ 288 w 512"/>
                  <a:gd name="T89" fmla="*/ 128 h 512"/>
                  <a:gd name="T90" fmla="*/ 288 w 512"/>
                  <a:gd name="T91" fmla="*/ 149 h 512"/>
                  <a:gd name="T92" fmla="*/ 117 w 512"/>
                  <a:gd name="T93" fmla="*/ 170 h 512"/>
                  <a:gd name="T94" fmla="*/ 394 w 512"/>
                  <a:gd name="T95" fmla="*/ 170 h 512"/>
                  <a:gd name="T96" fmla="*/ 394 w 512"/>
                  <a:gd name="T97" fmla="*/ 256 h 512"/>
                  <a:gd name="T98" fmla="*/ 330 w 512"/>
                  <a:gd name="T99" fmla="*/ 256 h 512"/>
                  <a:gd name="T100" fmla="*/ 330 w 512"/>
                  <a:gd name="T101" fmla="*/ 245 h 512"/>
                  <a:gd name="T102" fmla="*/ 320 w 512"/>
                  <a:gd name="T103" fmla="*/ 234 h 512"/>
                  <a:gd name="T104" fmla="*/ 309 w 512"/>
                  <a:gd name="T105" fmla="*/ 245 h 512"/>
                  <a:gd name="T106" fmla="*/ 309 w 512"/>
                  <a:gd name="T107" fmla="*/ 256 h 512"/>
                  <a:gd name="T108" fmla="*/ 202 w 512"/>
                  <a:gd name="T109" fmla="*/ 256 h 512"/>
                  <a:gd name="T110" fmla="*/ 202 w 512"/>
                  <a:gd name="T111" fmla="*/ 245 h 512"/>
                  <a:gd name="T112" fmla="*/ 192 w 512"/>
                  <a:gd name="T113" fmla="*/ 234 h 512"/>
                  <a:gd name="T114" fmla="*/ 181 w 512"/>
                  <a:gd name="T115" fmla="*/ 245 h 512"/>
                  <a:gd name="T116" fmla="*/ 181 w 512"/>
                  <a:gd name="T117" fmla="*/ 256 h 512"/>
                  <a:gd name="T118" fmla="*/ 117 w 512"/>
                  <a:gd name="T119" fmla="*/ 256 h 512"/>
                  <a:gd name="T120" fmla="*/ 117 w 512"/>
                  <a:gd name="T121"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266"/>
                    </a:moveTo>
                    <a:cubicBezTo>
                      <a:pt x="416" y="272"/>
                      <a:pt x="411" y="277"/>
                      <a:pt x="405" y="277"/>
                    </a:cubicBezTo>
                    <a:cubicBezTo>
                      <a:pt x="394" y="277"/>
                      <a:pt x="394" y="277"/>
                      <a:pt x="394" y="277"/>
                    </a:cubicBezTo>
                    <a:cubicBezTo>
                      <a:pt x="394" y="373"/>
                      <a:pt x="394" y="373"/>
                      <a:pt x="394" y="373"/>
                    </a:cubicBezTo>
                    <a:cubicBezTo>
                      <a:pt x="394" y="379"/>
                      <a:pt x="390" y="384"/>
                      <a:pt x="384" y="384"/>
                    </a:cubicBezTo>
                    <a:cubicBezTo>
                      <a:pt x="128" y="384"/>
                      <a:pt x="128" y="384"/>
                      <a:pt x="128" y="384"/>
                    </a:cubicBezTo>
                    <a:cubicBezTo>
                      <a:pt x="122" y="384"/>
                      <a:pt x="117" y="379"/>
                      <a:pt x="117" y="373"/>
                    </a:cubicBezTo>
                    <a:cubicBezTo>
                      <a:pt x="117" y="277"/>
                      <a:pt x="117" y="277"/>
                      <a:pt x="117" y="277"/>
                    </a:cubicBezTo>
                    <a:cubicBezTo>
                      <a:pt x="106" y="277"/>
                      <a:pt x="106" y="277"/>
                      <a:pt x="106" y="277"/>
                    </a:cubicBezTo>
                    <a:cubicBezTo>
                      <a:pt x="100" y="277"/>
                      <a:pt x="96" y="272"/>
                      <a:pt x="96" y="266"/>
                    </a:cubicBezTo>
                    <a:cubicBezTo>
                      <a:pt x="96" y="160"/>
                      <a:pt x="96" y="160"/>
                      <a:pt x="96" y="160"/>
                    </a:cubicBezTo>
                    <a:cubicBezTo>
                      <a:pt x="96" y="154"/>
                      <a:pt x="100" y="149"/>
                      <a:pt x="106" y="149"/>
                    </a:cubicBezTo>
                    <a:cubicBezTo>
                      <a:pt x="202" y="149"/>
                      <a:pt x="202" y="149"/>
                      <a:pt x="202" y="149"/>
                    </a:cubicBezTo>
                    <a:cubicBezTo>
                      <a:pt x="202" y="117"/>
                      <a:pt x="202" y="117"/>
                      <a:pt x="202" y="117"/>
                    </a:cubicBezTo>
                    <a:cubicBezTo>
                      <a:pt x="202" y="111"/>
                      <a:pt x="207" y="106"/>
                      <a:pt x="213" y="106"/>
                    </a:cubicBezTo>
                    <a:cubicBezTo>
                      <a:pt x="298" y="106"/>
                      <a:pt x="298" y="106"/>
                      <a:pt x="298" y="106"/>
                    </a:cubicBezTo>
                    <a:cubicBezTo>
                      <a:pt x="304" y="106"/>
                      <a:pt x="309" y="111"/>
                      <a:pt x="309" y="117"/>
                    </a:cubicBezTo>
                    <a:cubicBezTo>
                      <a:pt x="309" y="149"/>
                      <a:pt x="309" y="149"/>
                      <a:pt x="309" y="149"/>
                    </a:cubicBezTo>
                    <a:cubicBezTo>
                      <a:pt x="405" y="149"/>
                      <a:pt x="405" y="149"/>
                      <a:pt x="405" y="149"/>
                    </a:cubicBezTo>
                    <a:cubicBezTo>
                      <a:pt x="411" y="149"/>
                      <a:pt x="416" y="154"/>
                      <a:pt x="416" y="160"/>
                    </a:cubicBezTo>
                    <a:lnTo>
                      <a:pt x="416" y="266"/>
                    </a:lnTo>
                    <a:close/>
                    <a:moveTo>
                      <a:pt x="330" y="277"/>
                    </a:moveTo>
                    <a:cubicBezTo>
                      <a:pt x="373" y="277"/>
                      <a:pt x="373" y="277"/>
                      <a:pt x="373" y="277"/>
                    </a:cubicBezTo>
                    <a:cubicBezTo>
                      <a:pt x="373" y="362"/>
                      <a:pt x="373" y="362"/>
                      <a:pt x="373" y="362"/>
                    </a:cubicBezTo>
                    <a:cubicBezTo>
                      <a:pt x="138" y="362"/>
                      <a:pt x="138" y="362"/>
                      <a:pt x="138" y="362"/>
                    </a:cubicBezTo>
                    <a:cubicBezTo>
                      <a:pt x="138" y="277"/>
                      <a:pt x="138" y="277"/>
                      <a:pt x="138" y="277"/>
                    </a:cubicBezTo>
                    <a:cubicBezTo>
                      <a:pt x="181" y="277"/>
                      <a:pt x="181" y="277"/>
                      <a:pt x="181" y="277"/>
                    </a:cubicBezTo>
                    <a:cubicBezTo>
                      <a:pt x="181" y="288"/>
                      <a:pt x="181" y="288"/>
                      <a:pt x="181" y="288"/>
                    </a:cubicBezTo>
                    <a:cubicBezTo>
                      <a:pt x="181" y="294"/>
                      <a:pt x="186" y="298"/>
                      <a:pt x="192" y="298"/>
                    </a:cubicBezTo>
                    <a:cubicBezTo>
                      <a:pt x="198" y="298"/>
                      <a:pt x="202" y="294"/>
                      <a:pt x="202" y="288"/>
                    </a:cubicBezTo>
                    <a:cubicBezTo>
                      <a:pt x="202" y="277"/>
                      <a:pt x="202" y="277"/>
                      <a:pt x="202" y="277"/>
                    </a:cubicBezTo>
                    <a:cubicBezTo>
                      <a:pt x="309" y="277"/>
                      <a:pt x="309" y="277"/>
                      <a:pt x="309" y="277"/>
                    </a:cubicBezTo>
                    <a:cubicBezTo>
                      <a:pt x="309" y="288"/>
                      <a:pt x="309" y="288"/>
                      <a:pt x="309" y="288"/>
                    </a:cubicBezTo>
                    <a:cubicBezTo>
                      <a:pt x="309" y="294"/>
                      <a:pt x="314" y="298"/>
                      <a:pt x="320" y="298"/>
                    </a:cubicBezTo>
                    <a:cubicBezTo>
                      <a:pt x="326" y="298"/>
                      <a:pt x="330" y="294"/>
                      <a:pt x="330" y="288"/>
                    </a:cubicBezTo>
                    <a:lnTo>
                      <a:pt x="330" y="277"/>
                    </a:lnTo>
                    <a:close/>
                    <a:moveTo>
                      <a:pt x="288" y="149"/>
                    </a:moveTo>
                    <a:cubicBezTo>
                      <a:pt x="224" y="149"/>
                      <a:pt x="224" y="149"/>
                      <a:pt x="224" y="149"/>
                    </a:cubicBezTo>
                    <a:cubicBezTo>
                      <a:pt x="224" y="128"/>
                      <a:pt x="224" y="128"/>
                      <a:pt x="224" y="128"/>
                    </a:cubicBezTo>
                    <a:cubicBezTo>
                      <a:pt x="288" y="128"/>
                      <a:pt x="288" y="128"/>
                      <a:pt x="288" y="128"/>
                    </a:cubicBezTo>
                    <a:lnTo>
                      <a:pt x="288" y="149"/>
                    </a:lnTo>
                    <a:close/>
                    <a:moveTo>
                      <a:pt x="117" y="170"/>
                    </a:moveTo>
                    <a:cubicBezTo>
                      <a:pt x="394" y="170"/>
                      <a:pt x="394" y="170"/>
                      <a:pt x="394" y="170"/>
                    </a:cubicBezTo>
                    <a:cubicBezTo>
                      <a:pt x="394" y="256"/>
                      <a:pt x="394" y="256"/>
                      <a:pt x="394" y="256"/>
                    </a:cubicBezTo>
                    <a:cubicBezTo>
                      <a:pt x="330" y="256"/>
                      <a:pt x="330" y="256"/>
                      <a:pt x="330" y="256"/>
                    </a:cubicBezTo>
                    <a:cubicBezTo>
                      <a:pt x="330" y="245"/>
                      <a:pt x="330" y="245"/>
                      <a:pt x="330" y="245"/>
                    </a:cubicBezTo>
                    <a:cubicBezTo>
                      <a:pt x="330" y="239"/>
                      <a:pt x="326" y="234"/>
                      <a:pt x="320" y="234"/>
                    </a:cubicBezTo>
                    <a:cubicBezTo>
                      <a:pt x="314" y="234"/>
                      <a:pt x="309" y="239"/>
                      <a:pt x="309" y="245"/>
                    </a:cubicBezTo>
                    <a:cubicBezTo>
                      <a:pt x="309" y="256"/>
                      <a:pt x="309" y="256"/>
                      <a:pt x="309" y="256"/>
                    </a:cubicBezTo>
                    <a:cubicBezTo>
                      <a:pt x="202" y="256"/>
                      <a:pt x="202" y="256"/>
                      <a:pt x="202" y="256"/>
                    </a:cubicBezTo>
                    <a:cubicBezTo>
                      <a:pt x="202" y="245"/>
                      <a:pt x="202" y="245"/>
                      <a:pt x="202" y="245"/>
                    </a:cubicBezTo>
                    <a:cubicBezTo>
                      <a:pt x="202" y="239"/>
                      <a:pt x="198" y="234"/>
                      <a:pt x="192" y="234"/>
                    </a:cubicBezTo>
                    <a:cubicBezTo>
                      <a:pt x="186" y="234"/>
                      <a:pt x="181" y="239"/>
                      <a:pt x="181" y="245"/>
                    </a:cubicBezTo>
                    <a:cubicBezTo>
                      <a:pt x="181" y="256"/>
                      <a:pt x="181" y="256"/>
                      <a:pt x="181" y="256"/>
                    </a:cubicBezTo>
                    <a:cubicBezTo>
                      <a:pt x="117" y="256"/>
                      <a:pt x="117" y="256"/>
                      <a:pt x="117" y="256"/>
                    </a:cubicBezTo>
                    <a:lnTo>
                      <a:pt x="117" y="17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grpSp>
      <p:sp>
        <p:nvSpPr>
          <p:cNvPr id="8" name="Isosceles Triangle 7">
            <a:extLst>
              <a:ext uri="{FF2B5EF4-FFF2-40B4-BE49-F238E27FC236}">
                <a16:creationId xmlns:a16="http://schemas.microsoft.com/office/drawing/2014/main" id="{7C138380-EC92-5BD8-67E4-BC0DE1CB5D09}"/>
              </a:ext>
            </a:extLst>
          </p:cNvPr>
          <p:cNvSpPr/>
          <p:nvPr/>
        </p:nvSpPr>
        <p:spPr bwMode="gray">
          <a:xfrm rot="5400000">
            <a:off x="5408302" y="3834574"/>
            <a:ext cx="2229906" cy="384449"/>
          </a:xfrm>
          <a:prstGeom prst="triangle">
            <a:avLst/>
          </a:prstGeom>
          <a:solidFill>
            <a:schemeClr val="tx1">
              <a:lumMod val="85000"/>
              <a:lumOff val="1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 name="TextBox 8">
            <a:extLst>
              <a:ext uri="{FF2B5EF4-FFF2-40B4-BE49-F238E27FC236}">
                <a16:creationId xmlns:a16="http://schemas.microsoft.com/office/drawing/2014/main" id="{C96A35AC-C7E8-4B46-37A4-B8CC162923B2}"/>
              </a:ext>
            </a:extLst>
          </p:cNvPr>
          <p:cNvSpPr txBox="1"/>
          <p:nvPr/>
        </p:nvSpPr>
        <p:spPr>
          <a:xfrm>
            <a:off x="567898" y="1589080"/>
            <a:ext cx="5148000" cy="338554"/>
          </a:xfrm>
          <a:prstGeom prst="snip1Rect">
            <a:avLst>
              <a:gd name="adj" fmla="val 16667"/>
            </a:avLst>
          </a:prstGeom>
          <a:solidFill>
            <a:schemeClr val="accent4">
              <a:lumMod val="50000"/>
            </a:schemeClr>
          </a:solidFill>
        </p:spPr>
        <p:txBody>
          <a:bodyPr wrap="square" lIns="36000" tIns="0" rIns="0" bIns="0" anchor="ctr">
            <a:noAutofit/>
          </a:bodyPr>
          <a:lstStyle/>
          <a:p>
            <a:pPr marL="0" marR="0" lvl="0" indent="0" defTabSz="1219170" rtl="0" eaLnBrk="1" fontAlgn="auto" latinLnBrk="0" hangingPunct="1">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Calibri" panose="020F0502020204030204" pitchFamily="34" charset="0"/>
              </a:rPr>
              <a:t>Review of existing financing plan and analysis of newer options</a:t>
            </a:r>
          </a:p>
        </p:txBody>
      </p:sp>
      <p:sp>
        <p:nvSpPr>
          <p:cNvPr id="12" name="Title 4">
            <a:extLst>
              <a:ext uri="{FF2B5EF4-FFF2-40B4-BE49-F238E27FC236}">
                <a16:creationId xmlns:a16="http://schemas.microsoft.com/office/drawing/2014/main" id="{D2076AA7-DCF3-5CE8-7118-1E9EB97D9092}"/>
              </a:ext>
            </a:extLst>
          </p:cNvPr>
          <p:cNvSpPr>
            <a:spLocks noGrp="1"/>
          </p:cNvSpPr>
          <p:nvPr>
            <p:ph type="title"/>
          </p:nvPr>
        </p:nvSpPr>
        <p:spPr>
          <a:xfrm>
            <a:off x="470633" y="312969"/>
            <a:ext cx="11436350" cy="307777"/>
          </a:xfrm>
        </p:spPr>
        <p:txBody>
          <a:bodyPr vert="horz"/>
          <a:lstStyle/>
          <a:p>
            <a:r>
              <a:rPr lang="en-US" sz="1800" b="1">
                <a:latin typeface="Verdana" panose="020B0604030504040204" pitchFamily="34" charset="0"/>
                <a:ea typeface="Verdana" panose="020B0604030504040204" pitchFamily="34" charset="0"/>
              </a:rPr>
              <a:t>Finance and Resource Support</a:t>
            </a:r>
          </a:p>
        </p:txBody>
      </p:sp>
      <p:pic>
        <p:nvPicPr>
          <p:cNvPr id="10" name="Picture 9">
            <a:hlinkClick r:id="rId2" action="ppaction://hlinksldjump"/>
            <a:extLst>
              <a:ext uri="{FF2B5EF4-FFF2-40B4-BE49-F238E27FC236}">
                <a16:creationId xmlns:a16="http://schemas.microsoft.com/office/drawing/2014/main" id="{A498F9B0-9F3E-7B50-0F4B-3B943B8737E6}"/>
              </a:ext>
            </a:extLst>
          </p:cNvPr>
          <p:cNvPicPr>
            <a:picLocks noChangeAspect="1"/>
          </p:cNvPicPr>
          <p:nvPr/>
        </p:nvPicPr>
        <p:blipFill>
          <a:blip r:embed="rId3"/>
          <a:stretch>
            <a:fillRect/>
          </a:stretch>
        </p:blipFill>
        <p:spPr>
          <a:xfrm>
            <a:off x="11726283" y="113485"/>
            <a:ext cx="359695" cy="365792"/>
          </a:xfrm>
          <a:prstGeom prst="rect">
            <a:avLst/>
          </a:prstGeom>
        </p:spPr>
      </p:pic>
      <p:sp>
        <p:nvSpPr>
          <p:cNvPr id="18" name="Rectangle 17">
            <a:hlinkClick r:id="rId4" action="ppaction://hlinksldjump"/>
            <a:extLst>
              <a:ext uri="{FF2B5EF4-FFF2-40B4-BE49-F238E27FC236}">
                <a16:creationId xmlns:a16="http://schemas.microsoft.com/office/drawing/2014/main" id="{CC9B2A48-E926-D185-6B5B-5FB9E99148E4}"/>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19" name="Freeform 15">
            <a:extLst>
              <a:ext uri="{FF2B5EF4-FFF2-40B4-BE49-F238E27FC236}">
                <a16:creationId xmlns:a16="http://schemas.microsoft.com/office/drawing/2014/main" id="{E8867AC8-1A82-5AA0-93B7-B7CAE23238CF}"/>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20" name="Freeform 16">
            <a:extLst>
              <a:ext uri="{FF2B5EF4-FFF2-40B4-BE49-F238E27FC236}">
                <a16:creationId xmlns:a16="http://schemas.microsoft.com/office/drawing/2014/main" id="{A7720974-F3A4-55D8-C333-A59430972962}"/>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21" name="Freeform 6">
            <a:extLst>
              <a:ext uri="{FF2B5EF4-FFF2-40B4-BE49-F238E27FC236}">
                <a16:creationId xmlns:a16="http://schemas.microsoft.com/office/drawing/2014/main" id="{7097428D-13E3-1466-0029-1C987DDD8816}"/>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22" name="Rectangle: Rounded Corners 21">
            <a:extLst>
              <a:ext uri="{FF2B5EF4-FFF2-40B4-BE49-F238E27FC236}">
                <a16:creationId xmlns:a16="http://schemas.microsoft.com/office/drawing/2014/main" id="{178F1F41-D25F-3AAD-10BA-E4335430065D}"/>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23" name="Rectangle 22">
            <a:hlinkClick r:id="rId5" action="ppaction://hlinksldjump"/>
            <a:extLst>
              <a:ext uri="{FF2B5EF4-FFF2-40B4-BE49-F238E27FC236}">
                <a16:creationId xmlns:a16="http://schemas.microsoft.com/office/drawing/2014/main" id="{F14372D9-4A8F-39F9-2AB1-F275A5DE5684}"/>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24" name="Rectangle 23">
            <a:hlinkClick r:id="" action="ppaction://noaction"/>
            <a:extLst>
              <a:ext uri="{FF2B5EF4-FFF2-40B4-BE49-F238E27FC236}">
                <a16:creationId xmlns:a16="http://schemas.microsoft.com/office/drawing/2014/main" id="{120C2BDC-1E5F-CB93-C977-EC2B92276D4A}"/>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25" name="Rectangle 24">
            <a:hlinkClick r:id="rId6" action="ppaction://hlinksldjump"/>
            <a:extLst>
              <a:ext uri="{FF2B5EF4-FFF2-40B4-BE49-F238E27FC236}">
                <a16:creationId xmlns:a16="http://schemas.microsoft.com/office/drawing/2014/main" id="{AEA9047D-A256-845D-C096-564118852643}"/>
              </a:ext>
            </a:extLst>
          </p:cNvPr>
          <p:cNvSpPr/>
          <p:nvPr/>
        </p:nvSpPr>
        <p:spPr bwMode="gray">
          <a:xfrm>
            <a:off x="9660055" y="-9900"/>
            <a:ext cx="274320" cy="274320"/>
          </a:xfrm>
          <a:prstGeom prst="rect">
            <a:avLst/>
          </a:prstGeom>
          <a:solidFill>
            <a:srgbClr val="0D8390"/>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30" name="Rectangle 29">
            <a:hlinkClick r:id="rId7" action="ppaction://hlinksldjump"/>
            <a:extLst>
              <a:ext uri="{FF2B5EF4-FFF2-40B4-BE49-F238E27FC236}">
                <a16:creationId xmlns:a16="http://schemas.microsoft.com/office/drawing/2014/main" id="{226DE3D2-F7CE-9AE4-6859-E30F4CEC1E72}"/>
              </a:ext>
            </a:extLst>
          </p:cNvPr>
          <p:cNvSpPr/>
          <p:nvPr/>
        </p:nvSpPr>
        <p:spPr bwMode="gray">
          <a:xfrm>
            <a:off x="10003078"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31" name="Rectangle 30">
            <a:hlinkClick r:id="rId5" action="ppaction://hlinksldjump"/>
            <a:extLst>
              <a:ext uri="{FF2B5EF4-FFF2-40B4-BE49-F238E27FC236}">
                <a16:creationId xmlns:a16="http://schemas.microsoft.com/office/drawing/2014/main" id="{2E1158BB-9643-01A0-F5F8-CCF22F840AB1}"/>
              </a:ext>
            </a:extLst>
          </p:cNvPr>
          <p:cNvSpPr/>
          <p:nvPr/>
        </p:nvSpPr>
        <p:spPr bwMode="gray">
          <a:xfrm>
            <a:off x="10346101"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32" name="Rectangle 31">
            <a:hlinkClick r:id="rId8" action="ppaction://hlinksldjump"/>
            <a:extLst>
              <a:ext uri="{FF2B5EF4-FFF2-40B4-BE49-F238E27FC236}">
                <a16:creationId xmlns:a16="http://schemas.microsoft.com/office/drawing/2014/main" id="{CF15E0CF-21B9-5CF2-F718-7DD320C4AE5C}"/>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184925789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45CBD9C5-AD6A-978B-5A90-4EDD908CE23D}"/>
              </a:ext>
            </a:extLst>
          </p:cNvPr>
          <p:cNvSpPr>
            <a:spLocks noGrp="1"/>
          </p:cNvSpPr>
          <p:nvPr>
            <p:ph type="title"/>
          </p:nvPr>
        </p:nvSpPr>
        <p:spPr>
          <a:xfrm>
            <a:off x="470633" y="312969"/>
            <a:ext cx="11436350" cy="307777"/>
          </a:xfrm>
        </p:spPr>
        <p:txBody>
          <a:bodyPr vert="horz"/>
          <a:lstStyle/>
          <a:p>
            <a:r>
              <a:rPr lang="en-US" sz="1800" b="1">
                <a:latin typeface="Verdana" panose="020B0604030504040204" pitchFamily="34" charset="0"/>
                <a:ea typeface="Verdana" panose="020B0604030504040204" pitchFamily="34" charset="0"/>
              </a:rPr>
              <a:t>Alternate Revenue Augmentation, PPP Projects</a:t>
            </a:r>
          </a:p>
        </p:txBody>
      </p:sp>
      <p:graphicFrame>
        <p:nvGraphicFramePr>
          <p:cNvPr id="23" name="Table 22">
            <a:extLst>
              <a:ext uri="{FF2B5EF4-FFF2-40B4-BE49-F238E27FC236}">
                <a16:creationId xmlns:a16="http://schemas.microsoft.com/office/drawing/2014/main" id="{78A90E6E-58EB-B4A6-E648-F72F63489107}"/>
              </a:ext>
            </a:extLst>
          </p:cNvPr>
          <p:cNvGraphicFramePr>
            <a:graphicFrameLocks noGrp="1"/>
          </p:cNvGraphicFramePr>
          <p:nvPr>
            <p:extLst>
              <p:ext uri="{D42A27DB-BD31-4B8C-83A1-F6EECF244321}">
                <p14:modId xmlns:p14="http://schemas.microsoft.com/office/powerpoint/2010/main" val="1204011485"/>
              </p:ext>
            </p:extLst>
          </p:nvPr>
        </p:nvGraphicFramePr>
        <p:xfrm>
          <a:off x="439621" y="750296"/>
          <a:ext cx="11250728" cy="769901"/>
        </p:xfrm>
        <a:graphic>
          <a:graphicData uri="http://schemas.openxmlformats.org/drawingml/2006/table">
            <a:tbl>
              <a:tblPr>
                <a:tableStyleId>{2D5ABB26-0587-4C30-8999-92F81FD0307C}</a:tableStyleId>
              </a:tblPr>
              <a:tblGrid>
                <a:gridCol w="11250728">
                  <a:extLst>
                    <a:ext uri="{9D8B030D-6E8A-4147-A177-3AD203B41FA5}">
                      <a16:colId xmlns:a16="http://schemas.microsoft.com/office/drawing/2014/main" val="3552669064"/>
                    </a:ext>
                  </a:extLst>
                </a:gridCol>
              </a:tblGrid>
              <a:tr h="19863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200" b="1" u="none" strike="noStrike" kern="1200" cap="none" normalizeH="0" baseline="0">
                          <a:ln>
                            <a:noFill/>
                          </a:ln>
                          <a:solidFill>
                            <a:schemeClr val="bg1"/>
                          </a:solidFill>
                          <a:effectLst/>
                          <a:latin typeface="Verdana" panose="020B0604030504040204" pitchFamily="34" charset="0"/>
                          <a:ea typeface="Verdana" panose="020B0604030504040204" pitchFamily="34" charset="0"/>
                          <a:cs typeface="Arial" panose="020B0604020202020204" pitchFamily="34" charset="0"/>
                        </a:rPr>
                        <a:t>Objective - </a:t>
                      </a:r>
                      <a:r>
                        <a:rPr kumimoji="0" lang="fr-FR" sz="1200" b="1" u="none" strike="noStrike" kern="1200" cap="none" normalizeH="0" baseline="0">
                          <a:ln>
                            <a:noFill/>
                          </a:ln>
                          <a:solidFill>
                            <a:schemeClr val="bg1"/>
                          </a:solidFill>
                          <a:effectLst/>
                          <a:latin typeface="Verdana" panose="020B0604030504040204" pitchFamily="34" charset="0"/>
                          <a:ea typeface="Verdana" panose="020B0604030504040204" pitchFamily="34" charset="0"/>
                          <a:cs typeface="Arial" panose="020B0604020202020204" pitchFamily="34" charset="0"/>
                        </a:rPr>
                        <a:t>Alternate Revenue Augmentation, PPP Projects</a:t>
                      </a:r>
                      <a:endParaRPr kumimoji="0" lang="en-US" sz="1200" b="1" u="none" strike="noStrike" kern="1200" cap="none" normalizeH="0" baseline="0">
                        <a:ln>
                          <a:noFill/>
                        </a:ln>
                        <a:solidFill>
                          <a:schemeClr val="bg1"/>
                        </a:solidFill>
                        <a:effectLst/>
                        <a:latin typeface="Verdana" panose="020B0604030504040204" pitchFamily="34" charset="0"/>
                        <a:ea typeface="Verdana" panose="020B0604030504040204" pitchFamily="34" charset="0"/>
                        <a:cs typeface="Arial" panose="020B0604020202020204" pitchFamily="34" charset="0"/>
                      </a:endParaRPr>
                    </a:p>
                  </a:txBody>
                  <a:tcPr marL="82918" marR="82918" marT="41459" marB="41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0"/>
                  </a:ext>
                </a:extLst>
              </a:tr>
              <a:tr h="504103">
                <a:tc>
                  <a:txBody>
                    <a:bodyPr/>
                    <a:lstStyle/>
                    <a:p>
                      <a:pPr algn="just"/>
                      <a:r>
                        <a:rPr lang="en-US" sz="1200" i="1">
                          <a:solidFill>
                            <a:schemeClr val="tx1"/>
                          </a:solidFill>
                          <a:latin typeface="Verdana" panose="020B0604030504040204" pitchFamily="34" charset="0"/>
                          <a:ea typeface="Verdana" panose="020B0604030504040204" pitchFamily="34" charset="0"/>
                          <a:cs typeface="Open Sans" panose="020B0606030504020204" pitchFamily="34" charset="0"/>
                        </a:rPr>
                        <a:t>DVC aims to leverage the PPP model to develop projects that optimally utilize private sector expertise and resources. This shall develop capacity in the line departments of implementation of the PPP model across sectors. </a:t>
                      </a:r>
                    </a:p>
                  </a:txBody>
                  <a:tcPr marL="82918" marR="82918" marT="41459" marB="41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4601889"/>
                  </a:ext>
                </a:extLst>
              </a:tr>
            </a:tbl>
          </a:graphicData>
        </a:graphic>
      </p:graphicFrame>
      <p:sp>
        <p:nvSpPr>
          <p:cNvPr id="24" name="Rectangle: Rounded Corners 23">
            <a:extLst>
              <a:ext uri="{FF2B5EF4-FFF2-40B4-BE49-F238E27FC236}">
                <a16:creationId xmlns:a16="http://schemas.microsoft.com/office/drawing/2014/main" id="{FBCFCFB4-CCB6-1C75-91E9-C57DDA734BB9}"/>
              </a:ext>
            </a:extLst>
          </p:cNvPr>
          <p:cNvSpPr/>
          <p:nvPr/>
        </p:nvSpPr>
        <p:spPr bwMode="gray">
          <a:xfrm>
            <a:off x="439621" y="6058331"/>
            <a:ext cx="11250724" cy="369646"/>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We shall request DVC for information on ongoing and pipeline PPP projects, along with points of contacts in line departments. </a:t>
            </a:r>
          </a:p>
        </p:txBody>
      </p:sp>
      <p:sp>
        <p:nvSpPr>
          <p:cNvPr id="28" name="TextBox 27">
            <a:extLst>
              <a:ext uri="{FF2B5EF4-FFF2-40B4-BE49-F238E27FC236}">
                <a16:creationId xmlns:a16="http://schemas.microsoft.com/office/drawing/2014/main" id="{1216255F-42E4-6224-C913-1F6DC01582B9}"/>
              </a:ext>
            </a:extLst>
          </p:cNvPr>
          <p:cNvSpPr txBox="1"/>
          <p:nvPr/>
        </p:nvSpPr>
        <p:spPr>
          <a:xfrm>
            <a:off x="492736" y="2251985"/>
            <a:ext cx="3852000" cy="3524042"/>
          </a:xfrm>
          <a:prstGeom prst="rect">
            <a:avLst/>
          </a:prstGeom>
          <a:noFill/>
        </p:spPr>
        <p:txBody>
          <a:bodyPr wrap="square" lIns="0" tIns="0" rIns="0" bIns="0" rtlCol="0">
            <a:spAutoFit/>
          </a:bodyPr>
          <a:lstStyle/>
          <a:p>
            <a:pPr marL="0" marR="0" lvl="0" indent="0" algn="just" defTabSz="914400" rtl="0" eaLnBrk="1" fontAlgn="auto" latinLnBrk="0" hangingPunct="1">
              <a:lnSpc>
                <a:spcPct val="100000"/>
              </a:lnSpc>
              <a:spcBef>
                <a:spcPts val="800"/>
              </a:spcBef>
              <a:spcAft>
                <a:spcPts val="80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Develop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PPP project structure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across sectors (infrastructure, power, water etc.)</a:t>
            </a:r>
          </a:p>
          <a:p>
            <a:pPr marL="0" marR="0" lvl="0" indent="0" algn="just" defTabSz="914400" rtl="0" eaLnBrk="1" fontAlgn="auto" latinLnBrk="0" hangingPunct="1">
              <a:lnSpc>
                <a:spcPct val="100000"/>
              </a:lnSpc>
              <a:spcBef>
                <a:spcPts val="800"/>
              </a:spcBef>
              <a:spcAft>
                <a:spcPts val="800"/>
              </a:spcAft>
              <a:buClrTx/>
              <a:buSzPct val="100000"/>
              <a:buFontTx/>
              <a:buNone/>
              <a:tabLst/>
              <a:defRPr/>
            </a:pP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Market sounding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of PPP projects </a:t>
            </a:r>
          </a:p>
          <a:p>
            <a:pPr marL="0" marR="0" lvl="0" indent="0" algn="just" defTabSz="914400" rtl="0" eaLnBrk="1" fontAlgn="auto" latinLnBrk="0" hangingPunct="1">
              <a:lnSpc>
                <a:spcPct val="100000"/>
              </a:lnSpc>
              <a:spcBef>
                <a:spcPts val="800"/>
              </a:spcBef>
              <a:spcAft>
                <a:spcPts val="800"/>
              </a:spcAft>
              <a:buClrTx/>
              <a:buSzPct val="100000"/>
              <a:buFontTx/>
              <a:buNone/>
              <a:tabLst/>
              <a:defRPr/>
            </a:pP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Support line departments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in developing transaction plan, review of documents including Concession Agreement and bid process management (if required) </a:t>
            </a:r>
          </a:p>
          <a:p>
            <a:pPr marL="0" marR="0" lvl="0" indent="0" algn="just" defTabSz="914400" rtl="0" eaLnBrk="1" fontAlgn="auto" latinLnBrk="0" hangingPunct="1">
              <a:lnSpc>
                <a:spcPct val="100000"/>
              </a:lnSpc>
              <a:spcBef>
                <a:spcPts val="800"/>
              </a:spcBef>
              <a:spcAft>
                <a:spcPts val="800"/>
              </a:spcAft>
              <a:buClrTx/>
              <a:buSzPct val="100000"/>
              <a:buFontTx/>
              <a:buNone/>
              <a:tabLst/>
              <a:defRPr/>
            </a:pP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Case for VGF</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 review of project model and documents and support in preparation of case for VGF</a:t>
            </a:r>
          </a:p>
          <a:p>
            <a:pPr marL="0" marR="0" lvl="0" indent="0" algn="just" defTabSz="914400" rtl="0" eaLnBrk="1" fontAlgn="auto" latinLnBrk="0" hangingPunct="1">
              <a:lnSpc>
                <a:spcPct val="100000"/>
              </a:lnSpc>
              <a:spcBef>
                <a:spcPts val="800"/>
              </a:spcBef>
              <a:spcAft>
                <a:spcPts val="80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Collection of data from line departments regarding ongoing PPP projects and preparation of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monitoring and reporting mechanism </a:t>
            </a:r>
          </a:p>
          <a:p>
            <a:pPr marL="0" marR="0" lvl="0" indent="0" algn="just" defTabSz="914400" rtl="0" eaLnBrk="1" fontAlgn="auto" latinLnBrk="0" hangingPunct="1">
              <a:lnSpc>
                <a:spcPct val="100000"/>
              </a:lnSpc>
              <a:spcBef>
                <a:spcPts val="800"/>
              </a:spcBef>
              <a:spcAft>
                <a:spcPts val="80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Support DVC in obtaining Central and State Government (West Bengal, Jharkhand) support for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project development funding</a:t>
            </a:r>
          </a:p>
        </p:txBody>
      </p:sp>
      <p:sp>
        <p:nvSpPr>
          <p:cNvPr id="35" name="TextBox 34">
            <a:extLst>
              <a:ext uri="{FF2B5EF4-FFF2-40B4-BE49-F238E27FC236}">
                <a16:creationId xmlns:a16="http://schemas.microsoft.com/office/drawing/2014/main" id="{B1143829-D296-A492-B775-03A92E11D625}"/>
              </a:ext>
            </a:extLst>
          </p:cNvPr>
          <p:cNvSpPr txBox="1"/>
          <p:nvPr/>
        </p:nvSpPr>
        <p:spPr>
          <a:xfrm>
            <a:off x="1196153" y="1735067"/>
            <a:ext cx="2061843"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description</a:t>
            </a:r>
          </a:p>
        </p:txBody>
      </p:sp>
      <p:sp>
        <p:nvSpPr>
          <p:cNvPr id="36" name="TextBox 35">
            <a:extLst>
              <a:ext uri="{FF2B5EF4-FFF2-40B4-BE49-F238E27FC236}">
                <a16:creationId xmlns:a16="http://schemas.microsoft.com/office/drawing/2014/main" id="{15FB4F51-3236-6FA1-ABA3-ADD8A33D6F8A}"/>
              </a:ext>
            </a:extLst>
          </p:cNvPr>
          <p:cNvSpPr txBox="1"/>
          <p:nvPr/>
        </p:nvSpPr>
        <p:spPr>
          <a:xfrm>
            <a:off x="8444997" y="1735067"/>
            <a:ext cx="2061843"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Expected outcomes</a:t>
            </a:r>
          </a:p>
        </p:txBody>
      </p:sp>
      <p:grpSp>
        <p:nvGrpSpPr>
          <p:cNvPr id="50" name="Group 49">
            <a:extLst>
              <a:ext uri="{FF2B5EF4-FFF2-40B4-BE49-F238E27FC236}">
                <a16:creationId xmlns:a16="http://schemas.microsoft.com/office/drawing/2014/main" id="{6C79930E-C428-FFC0-A638-D553AD7341AB}"/>
              </a:ext>
            </a:extLst>
          </p:cNvPr>
          <p:cNvGrpSpPr/>
          <p:nvPr/>
        </p:nvGrpSpPr>
        <p:grpSpPr>
          <a:xfrm>
            <a:off x="4624769" y="1849367"/>
            <a:ext cx="3096831" cy="3892759"/>
            <a:chOff x="4831869" y="2202728"/>
            <a:chExt cx="2721679" cy="3090898"/>
          </a:xfrm>
        </p:grpSpPr>
        <p:grpSp>
          <p:nvGrpSpPr>
            <p:cNvPr id="8" name="Group 7">
              <a:extLst>
                <a:ext uri="{FF2B5EF4-FFF2-40B4-BE49-F238E27FC236}">
                  <a16:creationId xmlns:a16="http://schemas.microsoft.com/office/drawing/2014/main" id="{9A4611B2-B1C4-6E76-C87E-5140405AE58D}"/>
                </a:ext>
              </a:extLst>
            </p:cNvPr>
            <p:cNvGrpSpPr/>
            <p:nvPr/>
          </p:nvGrpSpPr>
          <p:grpSpPr>
            <a:xfrm>
              <a:off x="4843217" y="2202728"/>
              <a:ext cx="2298815" cy="877880"/>
              <a:chOff x="3741738" y="2069741"/>
              <a:chExt cx="4114800" cy="1666875"/>
            </a:xfrm>
          </p:grpSpPr>
          <p:sp>
            <p:nvSpPr>
              <p:cNvPr id="9" name="Freeform 5">
                <a:extLst>
                  <a:ext uri="{FF2B5EF4-FFF2-40B4-BE49-F238E27FC236}">
                    <a16:creationId xmlns:a16="http://schemas.microsoft.com/office/drawing/2014/main" id="{216B4DB3-254D-F7CE-26AA-4B98946860EF}"/>
                  </a:ext>
                </a:extLst>
              </p:cNvPr>
              <p:cNvSpPr>
                <a:spLocks/>
              </p:cNvSpPr>
              <p:nvPr/>
            </p:nvSpPr>
            <p:spPr bwMode="auto">
              <a:xfrm>
                <a:off x="3741738" y="2069741"/>
                <a:ext cx="4114800" cy="1666875"/>
              </a:xfrm>
              <a:custGeom>
                <a:avLst/>
                <a:gdLst>
                  <a:gd name="T0" fmla="*/ 1275 w 1345"/>
                  <a:gd name="T1" fmla="*/ 0 h 543"/>
                  <a:gd name="T2" fmla="*/ 1125 w 1345"/>
                  <a:gd name="T3" fmla="*/ 6 h 543"/>
                  <a:gd name="T4" fmla="*/ 1125 w 1345"/>
                  <a:gd name="T5" fmla="*/ 6 h 543"/>
                  <a:gd name="T6" fmla="*/ 1018 w 1345"/>
                  <a:gd name="T7" fmla="*/ 9 h 543"/>
                  <a:gd name="T8" fmla="*/ 907 w 1345"/>
                  <a:gd name="T9" fmla="*/ 160 h 543"/>
                  <a:gd name="T10" fmla="*/ 1024 w 1345"/>
                  <a:gd name="T11" fmla="*/ 157 h 543"/>
                  <a:gd name="T12" fmla="*/ 965 w 1345"/>
                  <a:gd name="T13" fmla="*/ 230 h 543"/>
                  <a:gd name="T14" fmla="*/ 858 w 1345"/>
                  <a:gd name="T15" fmla="*/ 271 h 543"/>
                  <a:gd name="T16" fmla="*/ 858 w 1345"/>
                  <a:gd name="T17" fmla="*/ 271 h 543"/>
                  <a:gd name="T18" fmla="*/ 46 w 1345"/>
                  <a:gd name="T19" fmla="*/ 273 h 543"/>
                  <a:gd name="T20" fmla="*/ 0 w 1345"/>
                  <a:gd name="T21" fmla="*/ 288 h 543"/>
                  <a:gd name="T22" fmla="*/ 0 w 1345"/>
                  <a:gd name="T23" fmla="*/ 399 h 543"/>
                  <a:gd name="T24" fmla="*/ 0 w 1345"/>
                  <a:gd name="T25" fmla="*/ 399 h 543"/>
                  <a:gd name="T26" fmla="*/ 0 w 1345"/>
                  <a:gd name="T27" fmla="*/ 543 h 543"/>
                  <a:gd name="T28" fmla="*/ 46 w 1345"/>
                  <a:gd name="T29" fmla="*/ 527 h 543"/>
                  <a:gd name="T30" fmla="*/ 913 w 1345"/>
                  <a:gd name="T31" fmla="*/ 527 h 543"/>
                  <a:gd name="T32" fmla="*/ 923 w 1345"/>
                  <a:gd name="T33" fmla="*/ 527 h 543"/>
                  <a:gd name="T34" fmla="*/ 1103 w 1345"/>
                  <a:gd name="T35" fmla="*/ 454 h 543"/>
                  <a:gd name="T36" fmla="*/ 1211 w 1345"/>
                  <a:gd name="T37" fmla="*/ 307 h 543"/>
                  <a:gd name="T38" fmla="*/ 1235 w 1345"/>
                  <a:gd name="T39" fmla="*/ 399 h 543"/>
                  <a:gd name="T40" fmla="*/ 1345 w 1345"/>
                  <a:gd name="T41" fmla="*/ 249 h 543"/>
                  <a:gd name="T42" fmla="*/ 1275 w 1345"/>
                  <a:gd name="T43" fmla="*/ 0 h 543"/>
                  <a:gd name="T44" fmla="*/ 1275 w 1345"/>
                  <a:gd name="T45"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45" h="543">
                    <a:moveTo>
                      <a:pt x="1275" y="0"/>
                    </a:moveTo>
                    <a:cubicBezTo>
                      <a:pt x="1125" y="6"/>
                      <a:pt x="1125" y="6"/>
                      <a:pt x="1125" y="6"/>
                    </a:cubicBezTo>
                    <a:cubicBezTo>
                      <a:pt x="1125" y="6"/>
                      <a:pt x="1125" y="6"/>
                      <a:pt x="1125" y="6"/>
                    </a:cubicBezTo>
                    <a:cubicBezTo>
                      <a:pt x="1018" y="9"/>
                      <a:pt x="1018" y="9"/>
                      <a:pt x="1018" y="9"/>
                    </a:cubicBezTo>
                    <a:cubicBezTo>
                      <a:pt x="907" y="160"/>
                      <a:pt x="907" y="160"/>
                      <a:pt x="907" y="160"/>
                    </a:cubicBezTo>
                    <a:cubicBezTo>
                      <a:pt x="1024" y="157"/>
                      <a:pt x="1024" y="157"/>
                      <a:pt x="1024" y="157"/>
                    </a:cubicBezTo>
                    <a:cubicBezTo>
                      <a:pt x="965" y="230"/>
                      <a:pt x="965" y="230"/>
                      <a:pt x="965" y="230"/>
                    </a:cubicBezTo>
                    <a:cubicBezTo>
                      <a:pt x="965" y="230"/>
                      <a:pt x="938" y="275"/>
                      <a:pt x="858" y="271"/>
                    </a:cubicBezTo>
                    <a:cubicBezTo>
                      <a:pt x="858" y="275"/>
                      <a:pt x="858" y="271"/>
                      <a:pt x="858" y="271"/>
                    </a:cubicBezTo>
                    <a:cubicBezTo>
                      <a:pt x="671" y="271"/>
                      <a:pt x="83" y="273"/>
                      <a:pt x="46" y="273"/>
                    </a:cubicBezTo>
                    <a:cubicBezTo>
                      <a:pt x="0" y="273"/>
                      <a:pt x="0" y="288"/>
                      <a:pt x="0" y="288"/>
                    </a:cubicBezTo>
                    <a:cubicBezTo>
                      <a:pt x="0" y="399"/>
                      <a:pt x="0" y="399"/>
                      <a:pt x="0" y="399"/>
                    </a:cubicBezTo>
                    <a:cubicBezTo>
                      <a:pt x="0" y="399"/>
                      <a:pt x="0" y="399"/>
                      <a:pt x="0" y="399"/>
                    </a:cubicBezTo>
                    <a:cubicBezTo>
                      <a:pt x="0" y="543"/>
                      <a:pt x="0" y="543"/>
                      <a:pt x="0" y="543"/>
                    </a:cubicBezTo>
                    <a:cubicBezTo>
                      <a:pt x="3" y="540"/>
                      <a:pt x="3" y="527"/>
                      <a:pt x="46" y="527"/>
                    </a:cubicBezTo>
                    <a:cubicBezTo>
                      <a:pt x="89" y="527"/>
                      <a:pt x="913" y="527"/>
                      <a:pt x="913" y="527"/>
                    </a:cubicBezTo>
                    <a:cubicBezTo>
                      <a:pt x="913" y="527"/>
                      <a:pt x="916" y="527"/>
                      <a:pt x="923" y="527"/>
                    </a:cubicBezTo>
                    <a:cubicBezTo>
                      <a:pt x="956" y="527"/>
                      <a:pt x="1057" y="518"/>
                      <a:pt x="1103" y="454"/>
                    </a:cubicBezTo>
                    <a:cubicBezTo>
                      <a:pt x="1131" y="420"/>
                      <a:pt x="1171" y="359"/>
                      <a:pt x="1211" y="307"/>
                    </a:cubicBezTo>
                    <a:cubicBezTo>
                      <a:pt x="1235" y="399"/>
                      <a:pt x="1235" y="399"/>
                      <a:pt x="1235" y="399"/>
                    </a:cubicBezTo>
                    <a:cubicBezTo>
                      <a:pt x="1345" y="249"/>
                      <a:pt x="1345" y="249"/>
                      <a:pt x="1345" y="249"/>
                    </a:cubicBezTo>
                    <a:cubicBezTo>
                      <a:pt x="1275" y="0"/>
                      <a:pt x="1275" y="0"/>
                      <a:pt x="1275" y="0"/>
                    </a:cubicBezTo>
                    <a:cubicBezTo>
                      <a:pt x="1275" y="0"/>
                      <a:pt x="1275" y="0"/>
                      <a:pt x="1275" y="0"/>
                    </a:cubicBezTo>
                    <a:close/>
                  </a:path>
                </a:pathLst>
              </a:custGeom>
              <a:solidFill>
                <a:srgbClr val="75787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0" name="TextBox 159">
                <a:extLst>
                  <a:ext uri="{FF2B5EF4-FFF2-40B4-BE49-F238E27FC236}">
                    <a16:creationId xmlns:a16="http://schemas.microsoft.com/office/drawing/2014/main" id="{E8387620-7231-1B9A-70E9-4D56A212C6FE}"/>
                  </a:ext>
                </a:extLst>
              </p:cNvPr>
              <p:cNvSpPr txBox="1"/>
              <p:nvPr/>
            </p:nvSpPr>
            <p:spPr>
              <a:xfrm>
                <a:off x="3963820" y="3109099"/>
                <a:ext cx="2170251" cy="29114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Lato" pitchFamily="34" charset="0"/>
                  </a:rPr>
                  <a:t>1</a:t>
                </a:r>
              </a:p>
            </p:txBody>
          </p:sp>
        </p:grpSp>
        <p:grpSp>
          <p:nvGrpSpPr>
            <p:cNvPr id="11" name="Group 10">
              <a:extLst>
                <a:ext uri="{FF2B5EF4-FFF2-40B4-BE49-F238E27FC236}">
                  <a16:creationId xmlns:a16="http://schemas.microsoft.com/office/drawing/2014/main" id="{D424D87C-D71F-C70E-9D30-CB82D1EF86CF}"/>
                </a:ext>
              </a:extLst>
            </p:cNvPr>
            <p:cNvGrpSpPr/>
            <p:nvPr/>
          </p:nvGrpSpPr>
          <p:grpSpPr>
            <a:xfrm>
              <a:off x="4839669" y="2621045"/>
              <a:ext cx="2030975" cy="912995"/>
              <a:chOff x="3735388" y="2864021"/>
              <a:chExt cx="3635375" cy="1733550"/>
            </a:xfrm>
          </p:grpSpPr>
          <p:sp>
            <p:nvSpPr>
              <p:cNvPr id="12" name="Freeform 9">
                <a:extLst>
                  <a:ext uri="{FF2B5EF4-FFF2-40B4-BE49-F238E27FC236}">
                    <a16:creationId xmlns:a16="http://schemas.microsoft.com/office/drawing/2014/main" id="{A3109E27-3EC0-0303-33C8-1768C05C7F98}"/>
                  </a:ext>
                </a:extLst>
              </p:cNvPr>
              <p:cNvSpPr>
                <a:spLocks/>
              </p:cNvSpPr>
              <p:nvPr/>
            </p:nvSpPr>
            <p:spPr bwMode="auto">
              <a:xfrm>
                <a:off x="3735388" y="2864021"/>
                <a:ext cx="3635375" cy="1733550"/>
              </a:xfrm>
              <a:custGeom>
                <a:avLst/>
                <a:gdLst>
                  <a:gd name="T0" fmla="*/ 1063 w 1134"/>
                  <a:gd name="T1" fmla="*/ 0 h 539"/>
                  <a:gd name="T2" fmla="*/ 910 w 1134"/>
                  <a:gd name="T3" fmla="*/ 3 h 539"/>
                  <a:gd name="T4" fmla="*/ 910 w 1134"/>
                  <a:gd name="T5" fmla="*/ 3 h 539"/>
                  <a:gd name="T6" fmla="*/ 803 w 1134"/>
                  <a:gd name="T7" fmla="*/ 6 h 539"/>
                  <a:gd name="T8" fmla="*/ 693 w 1134"/>
                  <a:gd name="T9" fmla="*/ 159 h 539"/>
                  <a:gd name="T10" fmla="*/ 809 w 1134"/>
                  <a:gd name="T11" fmla="*/ 153 h 539"/>
                  <a:gd name="T12" fmla="*/ 751 w 1134"/>
                  <a:gd name="T13" fmla="*/ 227 h 539"/>
                  <a:gd name="T14" fmla="*/ 644 w 1134"/>
                  <a:gd name="T15" fmla="*/ 269 h 539"/>
                  <a:gd name="T16" fmla="*/ 644 w 1134"/>
                  <a:gd name="T17" fmla="*/ 269 h 539"/>
                  <a:gd name="T18" fmla="*/ 46 w 1134"/>
                  <a:gd name="T19" fmla="*/ 269 h 539"/>
                  <a:gd name="T20" fmla="*/ 0 w 1134"/>
                  <a:gd name="T21" fmla="*/ 288 h 539"/>
                  <a:gd name="T22" fmla="*/ 0 w 1134"/>
                  <a:gd name="T23" fmla="*/ 395 h 539"/>
                  <a:gd name="T24" fmla="*/ 0 w 1134"/>
                  <a:gd name="T25" fmla="*/ 395 h 539"/>
                  <a:gd name="T26" fmla="*/ 0 w 1134"/>
                  <a:gd name="T27" fmla="*/ 539 h 539"/>
                  <a:gd name="T28" fmla="*/ 46 w 1134"/>
                  <a:gd name="T29" fmla="*/ 524 h 539"/>
                  <a:gd name="T30" fmla="*/ 665 w 1134"/>
                  <a:gd name="T31" fmla="*/ 524 h 539"/>
                  <a:gd name="T32" fmla="*/ 699 w 1134"/>
                  <a:gd name="T33" fmla="*/ 524 h 539"/>
                  <a:gd name="T34" fmla="*/ 889 w 1134"/>
                  <a:gd name="T35" fmla="*/ 450 h 539"/>
                  <a:gd name="T36" fmla="*/ 996 w 1134"/>
                  <a:gd name="T37" fmla="*/ 303 h 539"/>
                  <a:gd name="T38" fmla="*/ 1024 w 1134"/>
                  <a:gd name="T39" fmla="*/ 398 h 539"/>
                  <a:gd name="T40" fmla="*/ 1134 w 1134"/>
                  <a:gd name="T41" fmla="*/ 248 h 539"/>
                  <a:gd name="T42" fmla="*/ 1063 w 1134"/>
                  <a:gd name="T43" fmla="*/ 0 h 539"/>
                  <a:gd name="T44" fmla="*/ 1063 w 1134"/>
                  <a:gd name="T45" fmla="*/ 0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34" h="539">
                    <a:moveTo>
                      <a:pt x="1063" y="0"/>
                    </a:moveTo>
                    <a:cubicBezTo>
                      <a:pt x="910" y="3"/>
                      <a:pt x="910" y="3"/>
                      <a:pt x="910" y="3"/>
                    </a:cubicBezTo>
                    <a:cubicBezTo>
                      <a:pt x="910" y="3"/>
                      <a:pt x="910" y="3"/>
                      <a:pt x="910" y="3"/>
                    </a:cubicBezTo>
                    <a:cubicBezTo>
                      <a:pt x="803" y="6"/>
                      <a:pt x="803" y="6"/>
                      <a:pt x="803" y="6"/>
                    </a:cubicBezTo>
                    <a:cubicBezTo>
                      <a:pt x="693" y="159"/>
                      <a:pt x="693" y="159"/>
                      <a:pt x="693" y="159"/>
                    </a:cubicBezTo>
                    <a:cubicBezTo>
                      <a:pt x="809" y="153"/>
                      <a:pt x="809" y="153"/>
                      <a:pt x="809" y="153"/>
                    </a:cubicBezTo>
                    <a:cubicBezTo>
                      <a:pt x="751" y="227"/>
                      <a:pt x="751" y="227"/>
                      <a:pt x="751" y="227"/>
                    </a:cubicBezTo>
                    <a:cubicBezTo>
                      <a:pt x="751" y="227"/>
                      <a:pt x="723" y="269"/>
                      <a:pt x="644" y="269"/>
                    </a:cubicBezTo>
                    <a:cubicBezTo>
                      <a:pt x="644" y="269"/>
                      <a:pt x="644" y="269"/>
                      <a:pt x="644" y="269"/>
                    </a:cubicBezTo>
                    <a:cubicBezTo>
                      <a:pt x="539" y="269"/>
                      <a:pt x="86" y="269"/>
                      <a:pt x="46" y="269"/>
                    </a:cubicBezTo>
                    <a:cubicBezTo>
                      <a:pt x="0" y="269"/>
                      <a:pt x="0" y="288"/>
                      <a:pt x="0" y="288"/>
                    </a:cubicBezTo>
                    <a:cubicBezTo>
                      <a:pt x="0" y="395"/>
                      <a:pt x="0" y="395"/>
                      <a:pt x="0" y="395"/>
                    </a:cubicBezTo>
                    <a:cubicBezTo>
                      <a:pt x="0" y="395"/>
                      <a:pt x="0" y="395"/>
                      <a:pt x="0" y="395"/>
                    </a:cubicBezTo>
                    <a:cubicBezTo>
                      <a:pt x="0" y="539"/>
                      <a:pt x="0" y="539"/>
                      <a:pt x="0" y="539"/>
                    </a:cubicBezTo>
                    <a:cubicBezTo>
                      <a:pt x="3" y="536"/>
                      <a:pt x="3" y="524"/>
                      <a:pt x="46" y="524"/>
                    </a:cubicBezTo>
                    <a:cubicBezTo>
                      <a:pt x="89" y="524"/>
                      <a:pt x="665" y="524"/>
                      <a:pt x="665" y="524"/>
                    </a:cubicBezTo>
                    <a:cubicBezTo>
                      <a:pt x="699" y="524"/>
                      <a:pt x="699" y="524"/>
                      <a:pt x="699" y="524"/>
                    </a:cubicBezTo>
                    <a:cubicBezTo>
                      <a:pt x="699" y="524"/>
                      <a:pt x="834" y="527"/>
                      <a:pt x="889" y="450"/>
                    </a:cubicBezTo>
                    <a:cubicBezTo>
                      <a:pt x="916" y="416"/>
                      <a:pt x="959" y="358"/>
                      <a:pt x="996" y="303"/>
                    </a:cubicBezTo>
                    <a:cubicBezTo>
                      <a:pt x="1024" y="398"/>
                      <a:pt x="1024" y="398"/>
                      <a:pt x="1024" y="398"/>
                    </a:cubicBezTo>
                    <a:cubicBezTo>
                      <a:pt x="1134" y="248"/>
                      <a:pt x="1134" y="248"/>
                      <a:pt x="1134" y="248"/>
                    </a:cubicBezTo>
                    <a:cubicBezTo>
                      <a:pt x="1063" y="0"/>
                      <a:pt x="1063" y="0"/>
                      <a:pt x="1063" y="0"/>
                    </a:cubicBezTo>
                    <a:cubicBezTo>
                      <a:pt x="1063" y="0"/>
                      <a:pt x="1063" y="0"/>
                      <a:pt x="1063" y="0"/>
                    </a:cubicBez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3" name="TextBox 170">
                <a:extLst>
                  <a:ext uri="{FF2B5EF4-FFF2-40B4-BE49-F238E27FC236}">
                    <a16:creationId xmlns:a16="http://schemas.microsoft.com/office/drawing/2014/main" id="{D41E94C9-E538-D0AA-5B3C-9A3D1933D556}"/>
                  </a:ext>
                </a:extLst>
              </p:cNvPr>
              <p:cNvSpPr txBox="1"/>
              <p:nvPr/>
            </p:nvSpPr>
            <p:spPr>
              <a:xfrm>
                <a:off x="3911007" y="3953214"/>
                <a:ext cx="2170251" cy="29114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Lato" pitchFamily="34" charset="0"/>
                  </a:rPr>
                  <a:t>2</a:t>
                </a:r>
              </a:p>
            </p:txBody>
          </p:sp>
        </p:grpSp>
        <p:grpSp>
          <p:nvGrpSpPr>
            <p:cNvPr id="14" name="Group 13">
              <a:extLst>
                <a:ext uri="{FF2B5EF4-FFF2-40B4-BE49-F238E27FC236}">
                  <a16:creationId xmlns:a16="http://schemas.microsoft.com/office/drawing/2014/main" id="{D8535F97-0268-492F-2813-DC15883B46B0}"/>
                </a:ext>
              </a:extLst>
            </p:cNvPr>
            <p:cNvGrpSpPr/>
            <p:nvPr/>
          </p:nvGrpSpPr>
          <p:grpSpPr>
            <a:xfrm>
              <a:off x="4841443" y="3056761"/>
              <a:ext cx="2712105" cy="915503"/>
              <a:chOff x="3738563" y="3691336"/>
              <a:chExt cx="4854575" cy="1738312"/>
            </a:xfrm>
          </p:grpSpPr>
          <p:sp>
            <p:nvSpPr>
              <p:cNvPr id="15" name="Freeform 13">
                <a:extLst>
                  <a:ext uri="{FF2B5EF4-FFF2-40B4-BE49-F238E27FC236}">
                    <a16:creationId xmlns:a16="http://schemas.microsoft.com/office/drawing/2014/main" id="{CA1AD433-5BE5-1AD0-D48C-735CED372A63}"/>
                  </a:ext>
                </a:extLst>
              </p:cNvPr>
              <p:cNvSpPr>
                <a:spLocks/>
              </p:cNvSpPr>
              <p:nvPr/>
            </p:nvSpPr>
            <p:spPr bwMode="auto">
              <a:xfrm>
                <a:off x="3738563" y="3691336"/>
                <a:ext cx="4854575" cy="1738312"/>
              </a:xfrm>
              <a:custGeom>
                <a:avLst/>
                <a:gdLst>
                  <a:gd name="T0" fmla="*/ 1440 w 1510"/>
                  <a:gd name="T1" fmla="*/ 0 h 539"/>
                  <a:gd name="T2" fmla="*/ 1287 w 1510"/>
                  <a:gd name="T3" fmla="*/ 6 h 539"/>
                  <a:gd name="T4" fmla="*/ 1287 w 1510"/>
                  <a:gd name="T5" fmla="*/ 6 h 539"/>
                  <a:gd name="T6" fmla="*/ 1179 w 1510"/>
                  <a:gd name="T7" fmla="*/ 9 h 539"/>
                  <a:gd name="T8" fmla="*/ 1069 w 1510"/>
                  <a:gd name="T9" fmla="*/ 159 h 539"/>
                  <a:gd name="T10" fmla="*/ 1185 w 1510"/>
                  <a:gd name="T11" fmla="*/ 156 h 539"/>
                  <a:gd name="T12" fmla="*/ 1127 w 1510"/>
                  <a:gd name="T13" fmla="*/ 227 h 539"/>
                  <a:gd name="T14" fmla="*/ 1045 w 1510"/>
                  <a:gd name="T15" fmla="*/ 269 h 539"/>
                  <a:gd name="T16" fmla="*/ 46 w 1510"/>
                  <a:gd name="T17" fmla="*/ 269 h 539"/>
                  <a:gd name="T18" fmla="*/ 0 w 1510"/>
                  <a:gd name="T19" fmla="*/ 288 h 539"/>
                  <a:gd name="T20" fmla="*/ 0 w 1510"/>
                  <a:gd name="T21" fmla="*/ 395 h 539"/>
                  <a:gd name="T22" fmla="*/ 0 w 1510"/>
                  <a:gd name="T23" fmla="*/ 395 h 539"/>
                  <a:gd name="T24" fmla="*/ 0 w 1510"/>
                  <a:gd name="T25" fmla="*/ 539 h 539"/>
                  <a:gd name="T26" fmla="*/ 46 w 1510"/>
                  <a:gd name="T27" fmla="*/ 524 h 539"/>
                  <a:gd name="T28" fmla="*/ 1090 w 1510"/>
                  <a:gd name="T29" fmla="*/ 524 h 539"/>
                  <a:gd name="T30" fmla="*/ 1094 w 1510"/>
                  <a:gd name="T31" fmla="*/ 524 h 539"/>
                  <a:gd name="T32" fmla="*/ 1265 w 1510"/>
                  <a:gd name="T33" fmla="*/ 453 h 539"/>
                  <a:gd name="T34" fmla="*/ 1372 w 1510"/>
                  <a:gd name="T35" fmla="*/ 306 h 539"/>
                  <a:gd name="T36" fmla="*/ 1400 w 1510"/>
                  <a:gd name="T37" fmla="*/ 398 h 539"/>
                  <a:gd name="T38" fmla="*/ 1510 w 1510"/>
                  <a:gd name="T39" fmla="*/ 248 h 539"/>
                  <a:gd name="T40" fmla="*/ 1440 w 1510"/>
                  <a:gd name="T41" fmla="*/ 0 h 539"/>
                  <a:gd name="T42" fmla="*/ 1440 w 1510"/>
                  <a:gd name="T43" fmla="*/ 0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0" h="539">
                    <a:moveTo>
                      <a:pt x="1440" y="0"/>
                    </a:moveTo>
                    <a:cubicBezTo>
                      <a:pt x="1287" y="6"/>
                      <a:pt x="1287" y="6"/>
                      <a:pt x="1287" y="6"/>
                    </a:cubicBezTo>
                    <a:cubicBezTo>
                      <a:pt x="1287" y="6"/>
                      <a:pt x="1287" y="6"/>
                      <a:pt x="1287" y="6"/>
                    </a:cubicBezTo>
                    <a:cubicBezTo>
                      <a:pt x="1179" y="9"/>
                      <a:pt x="1179" y="9"/>
                      <a:pt x="1179" y="9"/>
                    </a:cubicBezTo>
                    <a:cubicBezTo>
                      <a:pt x="1069" y="159"/>
                      <a:pt x="1069" y="159"/>
                      <a:pt x="1069" y="159"/>
                    </a:cubicBezTo>
                    <a:cubicBezTo>
                      <a:pt x="1185" y="156"/>
                      <a:pt x="1185" y="156"/>
                      <a:pt x="1185" y="156"/>
                    </a:cubicBezTo>
                    <a:cubicBezTo>
                      <a:pt x="1127" y="227"/>
                      <a:pt x="1127" y="227"/>
                      <a:pt x="1127" y="227"/>
                    </a:cubicBezTo>
                    <a:cubicBezTo>
                      <a:pt x="1127" y="227"/>
                      <a:pt x="1106" y="263"/>
                      <a:pt x="1045" y="269"/>
                    </a:cubicBezTo>
                    <a:cubicBezTo>
                      <a:pt x="848" y="269"/>
                      <a:pt x="82" y="269"/>
                      <a:pt x="46" y="269"/>
                    </a:cubicBezTo>
                    <a:cubicBezTo>
                      <a:pt x="0" y="269"/>
                      <a:pt x="0" y="288"/>
                      <a:pt x="0" y="288"/>
                    </a:cubicBezTo>
                    <a:cubicBezTo>
                      <a:pt x="0" y="395"/>
                      <a:pt x="0" y="395"/>
                      <a:pt x="0" y="395"/>
                    </a:cubicBezTo>
                    <a:cubicBezTo>
                      <a:pt x="0" y="395"/>
                      <a:pt x="0" y="395"/>
                      <a:pt x="0" y="395"/>
                    </a:cubicBezTo>
                    <a:cubicBezTo>
                      <a:pt x="0" y="539"/>
                      <a:pt x="0" y="539"/>
                      <a:pt x="0" y="539"/>
                    </a:cubicBezTo>
                    <a:cubicBezTo>
                      <a:pt x="3" y="536"/>
                      <a:pt x="3" y="524"/>
                      <a:pt x="46" y="524"/>
                    </a:cubicBezTo>
                    <a:cubicBezTo>
                      <a:pt x="89" y="524"/>
                      <a:pt x="1090" y="524"/>
                      <a:pt x="1090" y="524"/>
                    </a:cubicBezTo>
                    <a:cubicBezTo>
                      <a:pt x="1090" y="524"/>
                      <a:pt x="1090" y="524"/>
                      <a:pt x="1094" y="524"/>
                    </a:cubicBezTo>
                    <a:cubicBezTo>
                      <a:pt x="1133" y="521"/>
                      <a:pt x="1222" y="512"/>
                      <a:pt x="1265" y="453"/>
                    </a:cubicBezTo>
                    <a:cubicBezTo>
                      <a:pt x="1293" y="417"/>
                      <a:pt x="1336" y="358"/>
                      <a:pt x="1372" y="306"/>
                    </a:cubicBezTo>
                    <a:cubicBezTo>
                      <a:pt x="1400" y="398"/>
                      <a:pt x="1400" y="398"/>
                      <a:pt x="1400" y="398"/>
                    </a:cubicBezTo>
                    <a:cubicBezTo>
                      <a:pt x="1510" y="248"/>
                      <a:pt x="1510" y="248"/>
                      <a:pt x="1510" y="248"/>
                    </a:cubicBezTo>
                    <a:cubicBezTo>
                      <a:pt x="1440" y="0"/>
                      <a:pt x="1440" y="0"/>
                      <a:pt x="1440" y="0"/>
                    </a:cubicBezTo>
                    <a:cubicBezTo>
                      <a:pt x="1440" y="0"/>
                      <a:pt x="1440" y="0"/>
                      <a:pt x="1440" y="0"/>
                    </a:cubicBez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6" name="TextBox 187">
                <a:extLst>
                  <a:ext uri="{FF2B5EF4-FFF2-40B4-BE49-F238E27FC236}">
                    <a16:creationId xmlns:a16="http://schemas.microsoft.com/office/drawing/2014/main" id="{7D738243-B64E-AEAE-9A3A-F30F479A38A6}"/>
                  </a:ext>
                </a:extLst>
              </p:cNvPr>
              <p:cNvSpPr txBox="1"/>
              <p:nvPr/>
            </p:nvSpPr>
            <p:spPr>
              <a:xfrm>
                <a:off x="3911008" y="4809897"/>
                <a:ext cx="2170249" cy="29114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Lato" pitchFamily="34" charset="0"/>
                  </a:rPr>
                  <a:t>3</a:t>
                </a:r>
              </a:p>
            </p:txBody>
          </p:sp>
        </p:grpSp>
        <p:grpSp>
          <p:nvGrpSpPr>
            <p:cNvPr id="17" name="Group 16">
              <a:extLst>
                <a:ext uri="{FF2B5EF4-FFF2-40B4-BE49-F238E27FC236}">
                  <a16:creationId xmlns:a16="http://schemas.microsoft.com/office/drawing/2014/main" id="{CC3CD768-D64E-E4AD-4BF4-F5CCA343F1D0}"/>
                </a:ext>
              </a:extLst>
            </p:cNvPr>
            <p:cNvGrpSpPr/>
            <p:nvPr/>
          </p:nvGrpSpPr>
          <p:grpSpPr>
            <a:xfrm>
              <a:off x="4841442" y="3494984"/>
              <a:ext cx="2340000" cy="936000"/>
              <a:chOff x="3738561" y="4523414"/>
              <a:chExt cx="4188521" cy="1777231"/>
            </a:xfrm>
          </p:grpSpPr>
          <p:sp>
            <p:nvSpPr>
              <p:cNvPr id="18" name="Freeform 17">
                <a:extLst>
                  <a:ext uri="{FF2B5EF4-FFF2-40B4-BE49-F238E27FC236}">
                    <a16:creationId xmlns:a16="http://schemas.microsoft.com/office/drawing/2014/main" id="{22B96A06-0FFB-98A7-9EE4-BECC78EEB4F3}"/>
                  </a:ext>
                </a:extLst>
              </p:cNvPr>
              <p:cNvSpPr>
                <a:spLocks/>
              </p:cNvSpPr>
              <p:nvPr/>
            </p:nvSpPr>
            <p:spPr bwMode="auto">
              <a:xfrm>
                <a:off x="3738561" y="4523414"/>
                <a:ext cx="4188521" cy="1777231"/>
              </a:xfrm>
              <a:custGeom>
                <a:avLst/>
                <a:gdLst>
                  <a:gd name="T0" fmla="*/ 1183 w 1254"/>
                  <a:gd name="T1" fmla="*/ 0 h 543"/>
                  <a:gd name="T2" fmla="*/ 923 w 1254"/>
                  <a:gd name="T3" fmla="*/ 10 h 543"/>
                  <a:gd name="T4" fmla="*/ 812 w 1254"/>
                  <a:gd name="T5" fmla="*/ 160 h 543"/>
                  <a:gd name="T6" fmla="*/ 929 w 1254"/>
                  <a:gd name="T7" fmla="*/ 157 h 543"/>
                  <a:gd name="T8" fmla="*/ 871 w 1254"/>
                  <a:gd name="T9" fmla="*/ 227 h 543"/>
                  <a:gd name="T10" fmla="*/ 763 w 1254"/>
                  <a:gd name="T11" fmla="*/ 273 h 543"/>
                  <a:gd name="T12" fmla="*/ 763 w 1254"/>
                  <a:gd name="T13" fmla="*/ 273 h 543"/>
                  <a:gd name="T14" fmla="*/ 46 w 1254"/>
                  <a:gd name="T15" fmla="*/ 273 h 543"/>
                  <a:gd name="T16" fmla="*/ 0 w 1254"/>
                  <a:gd name="T17" fmla="*/ 289 h 543"/>
                  <a:gd name="T18" fmla="*/ 0 w 1254"/>
                  <a:gd name="T19" fmla="*/ 399 h 543"/>
                  <a:gd name="T20" fmla="*/ 0 w 1254"/>
                  <a:gd name="T21" fmla="*/ 399 h 543"/>
                  <a:gd name="T22" fmla="*/ 0 w 1254"/>
                  <a:gd name="T23" fmla="*/ 543 h 543"/>
                  <a:gd name="T24" fmla="*/ 46 w 1254"/>
                  <a:gd name="T25" fmla="*/ 528 h 543"/>
                  <a:gd name="T26" fmla="*/ 818 w 1254"/>
                  <a:gd name="T27" fmla="*/ 521 h 543"/>
                  <a:gd name="T28" fmla="*/ 1008 w 1254"/>
                  <a:gd name="T29" fmla="*/ 454 h 543"/>
                  <a:gd name="T30" fmla="*/ 1116 w 1254"/>
                  <a:gd name="T31" fmla="*/ 304 h 543"/>
                  <a:gd name="T32" fmla="*/ 1143 w 1254"/>
                  <a:gd name="T33" fmla="*/ 399 h 543"/>
                  <a:gd name="T34" fmla="*/ 1254 w 1254"/>
                  <a:gd name="T35" fmla="*/ 249 h 543"/>
                  <a:gd name="T36" fmla="*/ 1183 w 1254"/>
                  <a:gd name="T37" fmla="*/ 0 h 543"/>
                  <a:gd name="T38" fmla="*/ 1183 w 1254"/>
                  <a:gd name="T39"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4" h="543">
                    <a:moveTo>
                      <a:pt x="1183" y="0"/>
                    </a:moveTo>
                    <a:cubicBezTo>
                      <a:pt x="1030" y="4"/>
                      <a:pt x="923" y="10"/>
                      <a:pt x="923" y="10"/>
                    </a:cubicBezTo>
                    <a:cubicBezTo>
                      <a:pt x="812" y="160"/>
                      <a:pt x="812" y="160"/>
                      <a:pt x="812" y="160"/>
                    </a:cubicBezTo>
                    <a:cubicBezTo>
                      <a:pt x="929" y="157"/>
                      <a:pt x="929" y="157"/>
                      <a:pt x="929" y="157"/>
                    </a:cubicBezTo>
                    <a:cubicBezTo>
                      <a:pt x="871" y="227"/>
                      <a:pt x="871" y="227"/>
                      <a:pt x="871" y="227"/>
                    </a:cubicBezTo>
                    <a:cubicBezTo>
                      <a:pt x="871" y="227"/>
                      <a:pt x="843" y="273"/>
                      <a:pt x="763" y="273"/>
                    </a:cubicBezTo>
                    <a:cubicBezTo>
                      <a:pt x="763" y="276"/>
                      <a:pt x="763" y="273"/>
                      <a:pt x="763" y="273"/>
                    </a:cubicBezTo>
                    <a:cubicBezTo>
                      <a:pt x="659" y="273"/>
                      <a:pt x="86" y="273"/>
                      <a:pt x="46" y="273"/>
                    </a:cubicBezTo>
                    <a:cubicBezTo>
                      <a:pt x="0" y="273"/>
                      <a:pt x="0" y="289"/>
                      <a:pt x="0" y="289"/>
                    </a:cubicBezTo>
                    <a:cubicBezTo>
                      <a:pt x="0" y="399"/>
                      <a:pt x="0" y="399"/>
                      <a:pt x="0" y="399"/>
                    </a:cubicBezTo>
                    <a:cubicBezTo>
                      <a:pt x="0" y="399"/>
                      <a:pt x="0" y="399"/>
                      <a:pt x="0" y="399"/>
                    </a:cubicBezTo>
                    <a:cubicBezTo>
                      <a:pt x="0" y="543"/>
                      <a:pt x="0" y="543"/>
                      <a:pt x="0" y="543"/>
                    </a:cubicBezTo>
                    <a:cubicBezTo>
                      <a:pt x="3" y="540"/>
                      <a:pt x="3" y="528"/>
                      <a:pt x="46" y="528"/>
                    </a:cubicBezTo>
                    <a:cubicBezTo>
                      <a:pt x="89" y="528"/>
                      <a:pt x="818" y="521"/>
                      <a:pt x="818" y="521"/>
                    </a:cubicBezTo>
                    <a:cubicBezTo>
                      <a:pt x="818" y="521"/>
                      <a:pt x="953" y="528"/>
                      <a:pt x="1008" y="454"/>
                    </a:cubicBezTo>
                    <a:cubicBezTo>
                      <a:pt x="1036" y="417"/>
                      <a:pt x="1079" y="359"/>
                      <a:pt x="1116" y="304"/>
                    </a:cubicBezTo>
                    <a:cubicBezTo>
                      <a:pt x="1143" y="399"/>
                      <a:pt x="1143" y="399"/>
                      <a:pt x="1143" y="399"/>
                    </a:cubicBezTo>
                    <a:cubicBezTo>
                      <a:pt x="1254" y="249"/>
                      <a:pt x="1254" y="249"/>
                      <a:pt x="1254" y="249"/>
                    </a:cubicBezTo>
                    <a:cubicBezTo>
                      <a:pt x="1183" y="0"/>
                      <a:pt x="1183" y="0"/>
                      <a:pt x="1183" y="0"/>
                    </a:cubicBezTo>
                    <a:cubicBezTo>
                      <a:pt x="1183" y="0"/>
                      <a:pt x="1183" y="0"/>
                      <a:pt x="1183" y="0"/>
                    </a:cubicBez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9" name="TextBox 205">
                <a:extLst>
                  <a:ext uri="{FF2B5EF4-FFF2-40B4-BE49-F238E27FC236}">
                    <a16:creationId xmlns:a16="http://schemas.microsoft.com/office/drawing/2014/main" id="{E7FC1C93-23B1-6C6D-DED6-B0461FEF1DEB}"/>
                  </a:ext>
                </a:extLst>
              </p:cNvPr>
              <p:cNvSpPr txBox="1"/>
              <p:nvPr/>
            </p:nvSpPr>
            <p:spPr>
              <a:xfrm>
                <a:off x="3911007" y="5624659"/>
                <a:ext cx="2170252" cy="29114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Lato" pitchFamily="34" charset="0"/>
                  </a:rPr>
                  <a:t>4</a:t>
                </a:r>
              </a:p>
            </p:txBody>
          </p:sp>
        </p:grpSp>
        <p:grpSp>
          <p:nvGrpSpPr>
            <p:cNvPr id="38" name="Group 37">
              <a:extLst>
                <a:ext uri="{FF2B5EF4-FFF2-40B4-BE49-F238E27FC236}">
                  <a16:creationId xmlns:a16="http://schemas.microsoft.com/office/drawing/2014/main" id="{3FE18EFC-B480-6D15-FF46-0D447F34D7D2}"/>
                </a:ext>
              </a:extLst>
            </p:cNvPr>
            <p:cNvGrpSpPr/>
            <p:nvPr/>
          </p:nvGrpSpPr>
          <p:grpSpPr>
            <a:xfrm>
              <a:off x="4835416" y="3987714"/>
              <a:ext cx="2160000" cy="864000"/>
              <a:chOff x="3741738" y="2117969"/>
              <a:chExt cx="3866325" cy="1640520"/>
            </a:xfrm>
          </p:grpSpPr>
          <p:sp>
            <p:nvSpPr>
              <p:cNvPr id="48" name="Freeform 5">
                <a:extLst>
                  <a:ext uri="{FF2B5EF4-FFF2-40B4-BE49-F238E27FC236}">
                    <a16:creationId xmlns:a16="http://schemas.microsoft.com/office/drawing/2014/main" id="{D7B5641E-6F92-ABC7-562D-8BFAD0DBF579}"/>
                  </a:ext>
                </a:extLst>
              </p:cNvPr>
              <p:cNvSpPr>
                <a:spLocks/>
              </p:cNvSpPr>
              <p:nvPr/>
            </p:nvSpPr>
            <p:spPr bwMode="auto">
              <a:xfrm>
                <a:off x="3741738" y="2117969"/>
                <a:ext cx="3866325" cy="1640520"/>
              </a:xfrm>
              <a:custGeom>
                <a:avLst/>
                <a:gdLst>
                  <a:gd name="T0" fmla="*/ 1275 w 1345"/>
                  <a:gd name="T1" fmla="*/ 0 h 543"/>
                  <a:gd name="T2" fmla="*/ 1125 w 1345"/>
                  <a:gd name="T3" fmla="*/ 6 h 543"/>
                  <a:gd name="T4" fmla="*/ 1125 w 1345"/>
                  <a:gd name="T5" fmla="*/ 6 h 543"/>
                  <a:gd name="T6" fmla="*/ 1018 w 1345"/>
                  <a:gd name="T7" fmla="*/ 9 h 543"/>
                  <a:gd name="T8" fmla="*/ 907 w 1345"/>
                  <a:gd name="T9" fmla="*/ 160 h 543"/>
                  <a:gd name="T10" fmla="*/ 1024 w 1345"/>
                  <a:gd name="T11" fmla="*/ 157 h 543"/>
                  <a:gd name="T12" fmla="*/ 965 w 1345"/>
                  <a:gd name="T13" fmla="*/ 230 h 543"/>
                  <a:gd name="T14" fmla="*/ 858 w 1345"/>
                  <a:gd name="T15" fmla="*/ 271 h 543"/>
                  <a:gd name="T16" fmla="*/ 858 w 1345"/>
                  <a:gd name="T17" fmla="*/ 271 h 543"/>
                  <a:gd name="T18" fmla="*/ 46 w 1345"/>
                  <a:gd name="T19" fmla="*/ 273 h 543"/>
                  <a:gd name="T20" fmla="*/ 0 w 1345"/>
                  <a:gd name="T21" fmla="*/ 288 h 543"/>
                  <a:gd name="T22" fmla="*/ 0 w 1345"/>
                  <a:gd name="T23" fmla="*/ 399 h 543"/>
                  <a:gd name="T24" fmla="*/ 0 w 1345"/>
                  <a:gd name="T25" fmla="*/ 399 h 543"/>
                  <a:gd name="T26" fmla="*/ 0 w 1345"/>
                  <a:gd name="T27" fmla="*/ 543 h 543"/>
                  <a:gd name="T28" fmla="*/ 46 w 1345"/>
                  <a:gd name="T29" fmla="*/ 527 h 543"/>
                  <a:gd name="T30" fmla="*/ 913 w 1345"/>
                  <a:gd name="T31" fmla="*/ 527 h 543"/>
                  <a:gd name="T32" fmla="*/ 923 w 1345"/>
                  <a:gd name="T33" fmla="*/ 527 h 543"/>
                  <a:gd name="T34" fmla="*/ 1103 w 1345"/>
                  <a:gd name="T35" fmla="*/ 454 h 543"/>
                  <a:gd name="T36" fmla="*/ 1211 w 1345"/>
                  <a:gd name="T37" fmla="*/ 307 h 543"/>
                  <a:gd name="T38" fmla="*/ 1235 w 1345"/>
                  <a:gd name="T39" fmla="*/ 399 h 543"/>
                  <a:gd name="T40" fmla="*/ 1345 w 1345"/>
                  <a:gd name="T41" fmla="*/ 249 h 543"/>
                  <a:gd name="T42" fmla="*/ 1275 w 1345"/>
                  <a:gd name="T43" fmla="*/ 0 h 543"/>
                  <a:gd name="T44" fmla="*/ 1275 w 1345"/>
                  <a:gd name="T45"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45" h="543">
                    <a:moveTo>
                      <a:pt x="1275" y="0"/>
                    </a:moveTo>
                    <a:cubicBezTo>
                      <a:pt x="1125" y="6"/>
                      <a:pt x="1125" y="6"/>
                      <a:pt x="1125" y="6"/>
                    </a:cubicBezTo>
                    <a:cubicBezTo>
                      <a:pt x="1125" y="6"/>
                      <a:pt x="1125" y="6"/>
                      <a:pt x="1125" y="6"/>
                    </a:cubicBezTo>
                    <a:cubicBezTo>
                      <a:pt x="1018" y="9"/>
                      <a:pt x="1018" y="9"/>
                      <a:pt x="1018" y="9"/>
                    </a:cubicBezTo>
                    <a:cubicBezTo>
                      <a:pt x="907" y="160"/>
                      <a:pt x="907" y="160"/>
                      <a:pt x="907" y="160"/>
                    </a:cubicBezTo>
                    <a:cubicBezTo>
                      <a:pt x="1024" y="157"/>
                      <a:pt x="1024" y="157"/>
                      <a:pt x="1024" y="157"/>
                    </a:cubicBezTo>
                    <a:cubicBezTo>
                      <a:pt x="965" y="230"/>
                      <a:pt x="965" y="230"/>
                      <a:pt x="965" y="230"/>
                    </a:cubicBezTo>
                    <a:cubicBezTo>
                      <a:pt x="965" y="230"/>
                      <a:pt x="938" y="275"/>
                      <a:pt x="858" y="271"/>
                    </a:cubicBezTo>
                    <a:cubicBezTo>
                      <a:pt x="858" y="275"/>
                      <a:pt x="858" y="271"/>
                      <a:pt x="858" y="271"/>
                    </a:cubicBezTo>
                    <a:cubicBezTo>
                      <a:pt x="671" y="271"/>
                      <a:pt x="83" y="273"/>
                      <a:pt x="46" y="273"/>
                    </a:cubicBezTo>
                    <a:cubicBezTo>
                      <a:pt x="0" y="273"/>
                      <a:pt x="0" y="288"/>
                      <a:pt x="0" y="288"/>
                    </a:cubicBezTo>
                    <a:cubicBezTo>
                      <a:pt x="0" y="399"/>
                      <a:pt x="0" y="399"/>
                      <a:pt x="0" y="399"/>
                    </a:cubicBezTo>
                    <a:cubicBezTo>
                      <a:pt x="0" y="399"/>
                      <a:pt x="0" y="399"/>
                      <a:pt x="0" y="399"/>
                    </a:cubicBezTo>
                    <a:cubicBezTo>
                      <a:pt x="0" y="543"/>
                      <a:pt x="0" y="543"/>
                      <a:pt x="0" y="543"/>
                    </a:cubicBezTo>
                    <a:cubicBezTo>
                      <a:pt x="3" y="540"/>
                      <a:pt x="3" y="527"/>
                      <a:pt x="46" y="527"/>
                    </a:cubicBezTo>
                    <a:cubicBezTo>
                      <a:pt x="89" y="527"/>
                      <a:pt x="913" y="527"/>
                      <a:pt x="913" y="527"/>
                    </a:cubicBezTo>
                    <a:cubicBezTo>
                      <a:pt x="913" y="527"/>
                      <a:pt x="916" y="527"/>
                      <a:pt x="923" y="527"/>
                    </a:cubicBezTo>
                    <a:cubicBezTo>
                      <a:pt x="956" y="527"/>
                      <a:pt x="1057" y="518"/>
                      <a:pt x="1103" y="454"/>
                    </a:cubicBezTo>
                    <a:cubicBezTo>
                      <a:pt x="1131" y="420"/>
                      <a:pt x="1171" y="359"/>
                      <a:pt x="1211" y="307"/>
                    </a:cubicBezTo>
                    <a:cubicBezTo>
                      <a:pt x="1235" y="399"/>
                      <a:pt x="1235" y="399"/>
                      <a:pt x="1235" y="399"/>
                    </a:cubicBezTo>
                    <a:cubicBezTo>
                      <a:pt x="1345" y="249"/>
                      <a:pt x="1345" y="249"/>
                      <a:pt x="1345" y="249"/>
                    </a:cubicBezTo>
                    <a:cubicBezTo>
                      <a:pt x="1275" y="0"/>
                      <a:pt x="1275" y="0"/>
                      <a:pt x="1275" y="0"/>
                    </a:cubicBezTo>
                    <a:cubicBezTo>
                      <a:pt x="1275" y="0"/>
                      <a:pt x="1275" y="0"/>
                      <a:pt x="1275" y="0"/>
                    </a:cubicBezTo>
                    <a:close/>
                  </a:path>
                </a:pathLst>
              </a:custGeom>
              <a:solidFill>
                <a:srgbClr val="75787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9" name="TextBox 159">
                <a:extLst>
                  <a:ext uri="{FF2B5EF4-FFF2-40B4-BE49-F238E27FC236}">
                    <a16:creationId xmlns:a16="http://schemas.microsoft.com/office/drawing/2014/main" id="{B75BD775-37B9-2B31-D7B4-3847844A6A96}"/>
                  </a:ext>
                </a:extLst>
              </p:cNvPr>
              <p:cNvSpPr txBox="1"/>
              <p:nvPr/>
            </p:nvSpPr>
            <p:spPr>
              <a:xfrm>
                <a:off x="3963819" y="3090674"/>
                <a:ext cx="2170251" cy="4090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Lato" pitchFamily="34" charset="0"/>
                  </a:rPr>
                  <a:t>5</a:t>
                </a:r>
              </a:p>
            </p:txBody>
          </p:sp>
        </p:grpSp>
        <p:grpSp>
          <p:nvGrpSpPr>
            <p:cNvPr id="39" name="Group 38">
              <a:extLst>
                <a:ext uri="{FF2B5EF4-FFF2-40B4-BE49-F238E27FC236}">
                  <a16:creationId xmlns:a16="http://schemas.microsoft.com/office/drawing/2014/main" id="{8D09D091-14F4-9066-7D9F-A4B4FC61C330}"/>
                </a:ext>
              </a:extLst>
            </p:cNvPr>
            <p:cNvGrpSpPr/>
            <p:nvPr/>
          </p:nvGrpSpPr>
          <p:grpSpPr>
            <a:xfrm>
              <a:off x="4831869" y="4380631"/>
              <a:ext cx="1940374" cy="912995"/>
              <a:chOff x="3735390" y="2864021"/>
              <a:chExt cx="3473203" cy="1733550"/>
            </a:xfrm>
          </p:grpSpPr>
          <p:sp>
            <p:nvSpPr>
              <p:cNvPr id="46" name="Freeform 9">
                <a:extLst>
                  <a:ext uri="{FF2B5EF4-FFF2-40B4-BE49-F238E27FC236}">
                    <a16:creationId xmlns:a16="http://schemas.microsoft.com/office/drawing/2014/main" id="{918B56B4-8830-BC03-C4E1-18D8CCA07AA5}"/>
                  </a:ext>
                </a:extLst>
              </p:cNvPr>
              <p:cNvSpPr>
                <a:spLocks/>
              </p:cNvSpPr>
              <p:nvPr/>
            </p:nvSpPr>
            <p:spPr bwMode="auto">
              <a:xfrm>
                <a:off x="3735390" y="2864021"/>
                <a:ext cx="3473203" cy="1733550"/>
              </a:xfrm>
              <a:custGeom>
                <a:avLst/>
                <a:gdLst>
                  <a:gd name="T0" fmla="*/ 1063 w 1134"/>
                  <a:gd name="T1" fmla="*/ 0 h 539"/>
                  <a:gd name="T2" fmla="*/ 910 w 1134"/>
                  <a:gd name="T3" fmla="*/ 3 h 539"/>
                  <a:gd name="T4" fmla="*/ 910 w 1134"/>
                  <a:gd name="T5" fmla="*/ 3 h 539"/>
                  <a:gd name="T6" fmla="*/ 803 w 1134"/>
                  <a:gd name="T7" fmla="*/ 6 h 539"/>
                  <a:gd name="T8" fmla="*/ 693 w 1134"/>
                  <a:gd name="T9" fmla="*/ 159 h 539"/>
                  <a:gd name="T10" fmla="*/ 809 w 1134"/>
                  <a:gd name="T11" fmla="*/ 153 h 539"/>
                  <a:gd name="T12" fmla="*/ 751 w 1134"/>
                  <a:gd name="T13" fmla="*/ 227 h 539"/>
                  <a:gd name="T14" fmla="*/ 644 w 1134"/>
                  <a:gd name="T15" fmla="*/ 269 h 539"/>
                  <a:gd name="T16" fmla="*/ 644 w 1134"/>
                  <a:gd name="T17" fmla="*/ 269 h 539"/>
                  <a:gd name="T18" fmla="*/ 46 w 1134"/>
                  <a:gd name="T19" fmla="*/ 269 h 539"/>
                  <a:gd name="T20" fmla="*/ 0 w 1134"/>
                  <a:gd name="T21" fmla="*/ 288 h 539"/>
                  <a:gd name="T22" fmla="*/ 0 w 1134"/>
                  <a:gd name="T23" fmla="*/ 395 h 539"/>
                  <a:gd name="T24" fmla="*/ 0 w 1134"/>
                  <a:gd name="T25" fmla="*/ 395 h 539"/>
                  <a:gd name="T26" fmla="*/ 0 w 1134"/>
                  <a:gd name="T27" fmla="*/ 539 h 539"/>
                  <a:gd name="T28" fmla="*/ 46 w 1134"/>
                  <a:gd name="T29" fmla="*/ 524 h 539"/>
                  <a:gd name="T30" fmla="*/ 665 w 1134"/>
                  <a:gd name="T31" fmla="*/ 524 h 539"/>
                  <a:gd name="T32" fmla="*/ 699 w 1134"/>
                  <a:gd name="T33" fmla="*/ 524 h 539"/>
                  <a:gd name="T34" fmla="*/ 889 w 1134"/>
                  <a:gd name="T35" fmla="*/ 450 h 539"/>
                  <a:gd name="T36" fmla="*/ 996 w 1134"/>
                  <a:gd name="T37" fmla="*/ 303 h 539"/>
                  <a:gd name="T38" fmla="*/ 1024 w 1134"/>
                  <a:gd name="T39" fmla="*/ 398 h 539"/>
                  <a:gd name="T40" fmla="*/ 1134 w 1134"/>
                  <a:gd name="T41" fmla="*/ 248 h 539"/>
                  <a:gd name="T42" fmla="*/ 1063 w 1134"/>
                  <a:gd name="T43" fmla="*/ 0 h 539"/>
                  <a:gd name="T44" fmla="*/ 1063 w 1134"/>
                  <a:gd name="T45" fmla="*/ 0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34" h="539">
                    <a:moveTo>
                      <a:pt x="1063" y="0"/>
                    </a:moveTo>
                    <a:cubicBezTo>
                      <a:pt x="910" y="3"/>
                      <a:pt x="910" y="3"/>
                      <a:pt x="910" y="3"/>
                    </a:cubicBezTo>
                    <a:cubicBezTo>
                      <a:pt x="910" y="3"/>
                      <a:pt x="910" y="3"/>
                      <a:pt x="910" y="3"/>
                    </a:cubicBezTo>
                    <a:cubicBezTo>
                      <a:pt x="803" y="6"/>
                      <a:pt x="803" y="6"/>
                      <a:pt x="803" y="6"/>
                    </a:cubicBezTo>
                    <a:cubicBezTo>
                      <a:pt x="693" y="159"/>
                      <a:pt x="693" y="159"/>
                      <a:pt x="693" y="159"/>
                    </a:cubicBezTo>
                    <a:cubicBezTo>
                      <a:pt x="809" y="153"/>
                      <a:pt x="809" y="153"/>
                      <a:pt x="809" y="153"/>
                    </a:cubicBezTo>
                    <a:cubicBezTo>
                      <a:pt x="751" y="227"/>
                      <a:pt x="751" y="227"/>
                      <a:pt x="751" y="227"/>
                    </a:cubicBezTo>
                    <a:cubicBezTo>
                      <a:pt x="751" y="227"/>
                      <a:pt x="723" y="269"/>
                      <a:pt x="644" y="269"/>
                    </a:cubicBezTo>
                    <a:cubicBezTo>
                      <a:pt x="644" y="269"/>
                      <a:pt x="644" y="269"/>
                      <a:pt x="644" y="269"/>
                    </a:cubicBezTo>
                    <a:cubicBezTo>
                      <a:pt x="539" y="269"/>
                      <a:pt x="86" y="269"/>
                      <a:pt x="46" y="269"/>
                    </a:cubicBezTo>
                    <a:cubicBezTo>
                      <a:pt x="0" y="269"/>
                      <a:pt x="0" y="288"/>
                      <a:pt x="0" y="288"/>
                    </a:cubicBezTo>
                    <a:cubicBezTo>
                      <a:pt x="0" y="395"/>
                      <a:pt x="0" y="395"/>
                      <a:pt x="0" y="395"/>
                    </a:cubicBezTo>
                    <a:cubicBezTo>
                      <a:pt x="0" y="395"/>
                      <a:pt x="0" y="395"/>
                      <a:pt x="0" y="395"/>
                    </a:cubicBezTo>
                    <a:cubicBezTo>
                      <a:pt x="0" y="539"/>
                      <a:pt x="0" y="539"/>
                      <a:pt x="0" y="539"/>
                    </a:cubicBezTo>
                    <a:cubicBezTo>
                      <a:pt x="3" y="536"/>
                      <a:pt x="3" y="524"/>
                      <a:pt x="46" y="524"/>
                    </a:cubicBezTo>
                    <a:cubicBezTo>
                      <a:pt x="89" y="524"/>
                      <a:pt x="665" y="524"/>
                      <a:pt x="665" y="524"/>
                    </a:cubicBezTo>
                    <a:cubicBezTo>
                      <a:pt x="699" y="524"/>
                      <a:pt x="699" y="524"/>
                      <a:pt x="699" y="524"/>
                    </a:cubicBezTo>
                    <a:cubicBezTo>
                      <a:pt x="699" y="524"/>
                      <a:pt x="834" y="527"/>
                      <a:pt x="889" y="450"/>
                    </a:cubicBezTo>
                    <a:cubicBezTo>
                      <a:pt x="916" y="416"/>
                      <a:pt x="959" y="358"/>
                      <a:pt x="996" y="303"/>
                    </a:cubicBezTo>
                    <a:cubicBezTo>
                      <a:pt x="1024" y="398"/>
                      <a:pt x="1024" y="398"/>
                      <a:pt x="1024" y="398"/>
                    </a:cubicBezTo>
                    <a:cubicBezTo>
                      <a:pt x="1134" y="248"/>
                      <a:pt x="1134" y="248"/>
                      <a:pt x="1134" y="248"/>
                    </a:cubicBezTo>
                    <a:cubicBezTo>
                      <a:pt x="1063" y="0"/>
                      <a:pt x="1063" y="0"/>
                      <a:pt x="1063" y="0"/>
                    </a:cubicBezTo>
                    <a:cubicBezTo>
                      <a:pt x="1063" y="0"/>
                      <a:pt x="1063" y="0"/>
                      <a:pt x="1063" y="0"/>
                    </a:cubicBezTo>
                    <a:close/>
                  </a:path>
                </a:pathLst>
              </a:custGeom>
              <a:solidFill>
                <a:srgbClr val="86BC2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7" name="TextBox 170">
                <a:extLst>
                  <a:ext uri="{FF2B5EF4-FFF2-40B4-BE49-F238E27FC236}">
                    <a16:creationId xmlns:a16="http://schemas.microsoft.com/office/drawing/2014/main" id="{55FC7124-9E50-78BC-E166-1C3220BF19F8}"/>
                  </a:ext>
                </a:extLst>
              </p:cNvPr>
              <p:cNvSpPr txBox="1"/>
              <p:nvPr/>
            </p:nvSpPr>
            <p:spPr>
              <a:xfrm>
                <a:off x="3911007" y="3934068"/>
                <a:ext cx="2170251" cy="40907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Lato" pitchFamily="34" charset="0"/>
                  </a:rPr>
                  <a:t>6</a:t>
                </a:r>
              </a:p>
            </p:txBody>
          </p:sp>
        </p:grpSp>
      </p:grpSp>
      <p:sp>
        <p:nvSpPr>
          <p:cNvPr id="52" name="TextBox 51">
            <a:extLst>
              <a:ext uri="{FF2B5EF4-FFF2-40B4-BE49-F238E27FC236}">
                <a16:creationId xmlns:a16="http://schemas.microsoft.com/office/drawing/2014/main" id="{C980661E-C6F4-AC8C-5B7A-013C6002639C}"/>
              </a:ext>
            </a:extLst>
          </p:cNvPr>
          <p:cNvSpPr txBox="1"/>
          <p:nvPr/>
        </p:nvSpPr>
        <p:spPr>
          <a:xfrm>
            <a:off x="7831218" y="2251985"/>
            <a:ext cx="3852000" cy="3483005"/>
          </a:xfrm>
          <a:prstGeom prst="rect">
            <a:avLst/>
          </a:prstGeom>
          <a:noFill/>
        </p:spPr>
        <p:txBody>
          <a:bodyPr wrap="square" lIns="0" tIns="0" rIns="0" bIns="0" rtlCol="0">
            <a:spAutoFit/>
          </a:bodyPr>
          <a:lstStyle/>
          <a:p>
            <a:pPr marL="0" marR="0" lvl="0" indent="0" algn="just" defTabSz="914400" rtl="0" eaLnBrk="1" fontAlgn="auto" latinLnBrk="0" hangingPunct="1">
              <a:lnSpc>
                <a:spcPct val="100000"/>
              </a:lnSpc>
              <a:spcBef>
                <a:spcPts val="800"/>
              </a:spcBef>
              <a:spcAft>
                <a:spcPts val="1200"/>
              </a:spcAft>
              <a:buClrTx/>
              <a:buSzPct val="100000"/>
              <a:buFontTx/>
              <a:buNone/>
              <a:tabLst/>
              <a:defRPr/>
            </a:pP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Soundly structured projects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to help smooth and timely execution </a:t>
            </a:r>
          </a:p>
          <a:p>
            <a:pPr marL="0" marR="0" lvl="0" indent="0" algn="just" defTabSz="914400" rtl="0" eaLnBrk="1" fontAlgn="auto" latinLnBrk="0" hangingPunct="1">
              <a:lnSpc>
                <a:spcPct val="100000"/>
              </a:lnSpc>
              <a:spcBef>
                <a:spcPts val="800"/>
              </a:spcBef>
              <a:spcAft>
                <a:spcPts val="120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Knowledge about the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interest level in the market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and related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expectations</a:t>
            </a:r>
          </a:p>
          <a:p>
            <a:pPr marL="0" marR="0" lvl="0" indent="0" algn="just" defTabSz="914400" rtl="0" eaLnBrk="1" fontAlgn="auto" latinLnBrk="0" hangingPunct="1">
              <a:lnSpc>
                <a:spcPct val="100000"/>
              </a:lnSpc>
              <a:spcBef>
                <a:spcPts val="800"/>
              </a:spcBef>
              <a:spcAft>
                <a:spcPts val="1200"/>
              </a:spcAft>
              <a:buClrTx/>
              <a:buSzPct val="100000"/>
              <a:buFontTx/>
              <a:buNone/>
              <a:tabLst/>
              <a:defRPr/>
            </a:pP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Uniformity in assumptions, structures, bid documents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across implementing agencies</a:t>
            </a:r>
          </a:p>
          <a:p>
            <a:pPr marL="0" marR="0" lvl="0" indent="0" algn="just" defTabSz="914400" rtl="0" eaLnBrk="1" fontAlgn="auto" latinLnBrk="0" hangingPunct="1">
              <a:lnSpc>
                <a:spcPct val="100000"/>
              </a:lnSpc>
              <a:spcBef>
                <a:spcPts val="800"/>
              </a:spcBef>
              <a:spcAft>
                <a:spcPts val="120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Possible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additional support for PPP projects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in the form of VGF </a:t>
            </a:r>
          </a:p>
          <a:p>
            <a:pPr marL="0" marR="0" lvl="0" indent="0" algn="just" defTabSz="914400" rtl="0" eaLnBrk="1" fontAlgn="auto" latinLnBrk="0" hangingPunct="1">
              <a:lnSpc>
                <a:spcPct val="100000"/>
              </a:lnSpc>
              <a:spcBef>
                <a:spcPts val="800"/>
              </a:spcBef>
              <a:spcAft>
                <a:spcPts val="1200"/>
              </a:spcAft>
              <a:buClrTx/>
              <a:buSzPct val="100000"/>
              <a:buFontTx/>
              <a:buNone/>
              <a:tabLst/>
              <a:defRPr/>
            </a:pP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Project management</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 monitoring execution of PPP projects throughout the project lifecycle</a:t>
            </a:r>
          </a:p>
          <a:p>
            <a:pPr marL="0" marR="0" lvl="0" indent="0" algn="just" defTabSz="914400" rtl="0" eaLnBrk="1" fontAlgn="auto" latinLnBrk="0" hangingPunct="1">
              <a:lnSpc>
                <a:spcPct val="100000"/>
              </a:lnSpc>
              <a:spcBef>
                <a:spcPts val="800"/>
              </a:spcBef>
              <a:spcAft>
                <a:spcPts val="120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Possible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Central/State level funding support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to projects; regular progress </a:t>
            </a:r>
            <a:r>
              <a:rPr kumimoji="0" lang="en-US" sz="1100" b="1"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updates to stakeholders </a:t>
            </a: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mn-cs"/>
              </a:rPr>
              <a:t>to mitigate any potential risks or delays</a:t>
            </a:r>
          </a:p>
        </p:txBody>
      </p:sp>
      <p:pic>
        <p:nvPicPr>
          <p:cNvPr id="3" name="Picture 2">
            <a:hlinkClick r:id="rId2" action="ppaction://hlinksldjump"/>
            <a:extLst>
              <a:ext uri="{FF2B5EF4-FFF2-40B4-BE49-F238E27FC236}">
                <a16:creationId xmlns:a16="http://schemas.microsoft.com/office/drawing/2014/main" id="{84F87EB3-F0E9-B4D0-D2EE-87BEF79F0620}"/>
              </a:ext>
            </a:extLst>
          </p:cNvPr>
          <p:cNvPicPr>
            <a:picLocks noChangeAspect="1"/>
          </p:cNvPicPr>
          <p:nvPr/>
        </p:nvPicPr>
        <p:blipFill>
          <a:blip r:embed="rId3"/>
          <a:stretch>
            <a:fillRect/>
          </a:stretch>
        </p:blipFill>
        <p:spPr>
          <a:xfrm>
            <a:off x="11726283" y="113485"/>
            <a:ext cx="359695" cy="365792"/>
          </a:xfrm>
          <a:prstGeom prst="rect">
            <a:avLst/>
          </a:prstGeom>
        </p:spPr>
      </p:pic>
      <p:sp>
        <p:nvSpPr>
          <p:cNvPr id="4" name="Rectangle 3">
            <a:hlinkClick r:id="rId4" action="ppaction://hlinksldjump"/>
            <a:extLst>
              <a:ext uri="{FF2B5EF4-FFF2-40B4-BE49-F238E27FC236}">
                <a16:creationId xmlns:a16="http://schemas.microsoft.com/office/drawing/2014/main" id="{D2E5692A-37B5-7CF8-E556-DDFA8E9F506A}"/>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5" name="Freeform 15">
            <a:extLst>
              <a:ext uri="{FF2B5EF4-FFF2-40B4-BE49-F238E27FC236}">
                <a16:creationId xmlns:a16="http://schemas.microsoft.com/office/drawing/2014/main" id="{F29B846E-3368-9AE6-4222-9A99E5770839}"/>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7" name="Freeform 16">
            <a:extLst>
              <a:ext uri="{FF2B5EF4-FFF2-40B4-BE49-F238E27FC236}">
                <a16:creationId xmlns:a16="http://schemas.microsoft.com/office/drawing/2014/main" id="{6A632042-01F0-88B7-CB57-A9E834A0604D}"/>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20" name="Freeform 6">
            <a:extLst>
              <a:ext uri="{FF2B5EF4-FFF2-40B4-BE49-F238E27FC236}">
                <a16:creationId xmlns:a16="http://schemas.microsoft.com/office/drawing/2014/main" id="{9B35B075-8A92-2CA3-1A29-2C4B814DAEB0}"/>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21" name="Rectangle: Rounded Corners 20">
            <a:extLst>
              <a:ext uri="{FF2B5EF4-FFF2-40B4-BE49-F238E27FC236}">
                <a16:creationId xmlns:a16="http://schemas.microsoft.com/office/drawing/2014/main" id="{042DCC8C-E135-037A-2617-AF960B665165}"/>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22" name="Rectangle 21">
            <a:hlinkClick r:id="rId5" action="ppaction://hlinksldjump"/>
            <a:extLst>
              <a:ext uri="{FF2B5EF4-FFF2-40B4-BE49-F238E27FC236}">
                <a16:creationId xmlns:a16="http://schemas.microsoft.com/office/drawing/2014/main" id="{A17897AA-2EA7-3782-CAB2-7A1A8BFDEC03}"/>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25" name="Rectangle 24">
            <a:hlinkClick r:id="rId6" action="ppaction://hlinksldjump"/>
            <a:extLst>
              <a:ext uri="{FF2B5EF4-FFF2-40B4-BE49-F238E27FC236}">
                <a16:creationId xmlns:a16="http://schemas.microsoft.com/office/drawing/2014/main" id="{F0FEEA83-06BE-FB71-176C-0E46C0BA6276}"/>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26" name="Rectangle 25">
            <a:hlinkClick r:id="rId7" action="ppaction://hlinksldjump"/>
            <a:extLst>
              <a:ext uri="{FF2B5EF4-FFF2-40B4-BE49-F238E27FC236}">
                <a16:creationId xmlns:a16="http://schemas.microsoft.com/office/drawing/2014/main" id="{72922C60-F51C-9A16-20F5-AD47D4B829FF}"/>
              </a:ext>
            </a:extLst>
          </p:cNvPr>
          <p:cNvSpPr/>
          <p:nvPr/>
        </p:nvSpPr>
        <p:spPr bwMode="gray">
          <a:xfrm>
            <a:off x="9660055"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27" name="Rectangle 26">
            <a:hlinkClick r:id="rId8" action="ppaction://hlinksldjump"/>
            <a:extLst>
              <a:ext uri="{FF2B5EF4-FFF2-40B4-BE49-F238E27FC236}">
                <a16:creationId xmlns:a16="http://schemas.microsoft.com/office/drawing/2014/main" id="{979834EB-0EA5-2AF2-A8E4-77EBBAD2922A}"/>
              </a:ext>
            </a:extLst>
          </p:cNvPr>
          <p:cNvSpPr/>
          <p:nvPr/>
        </p:nvSpPr>
        <p:spPr bwMode="gray">
          <a:xfrm>
            <a:off x="10003078"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29" name="Rectangle 28">
            <a:hlinkClick r:id="rId9" action="ppaction://hlinksldjump"/>
            <a:extLst>
              <a:ext uri="{FF2B5EF4-FFF2-40B4-BE49-F238E27FC236}">
                <a16:creationId xmlns:a16="http://schemas.microsoft.com/office/drawing/2014/main" id="{6A7E78E2-453A-D339-33D7-4F022732E2E7}"/>
              </a:ext>
            </a:extLst>
          </p:cNvPr>
          <p:cNvSpPr/>
          <p:nvPr/>
        </p:nvSpPr>
        <p:spPr bwMode="gray">
          <a:xfrm>
            <a:off x="10346101" y="-9900"/>
            <a:ext cx="274320" cy="274320"/>
          </a:xfrm>
          <a:prstGeom prst="rect">
            <a:avLst/>
          </a:prstGeom>
          <a:solidFill>
            <a:schemeClr val="accent6"/>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31" name="Rectangle 30">
            <a:hlinkClick r:id="rId10" action="ppaction://hlinksldjump"/>
            <a:extLst>
              <a:ext uri="{FF2B5EF4-FFF2-40B4-BE49-F238E27FC236}">
                <a16:creationId xmlns:a16="http://schemas.microsoft.com/office/drawing/2014/main" id="{E955568D-D804-2AC5-1B27-FBF5A36913EF}"/>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266366068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think-cell data - do not delete" hidden="1">
            <a:extLst>
              <a:ext uri="{FF2B5EF4-FFF2-40B4-BE49-F238E27FC236}">
                <a16:creationId xmlns:a16="http://schemas.microsoft.com/office/drawing/2014/main" id="{98645113-9864-FD42-F29E-80727160182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46" name="think-cell data - do not delete" hidden="1">
                        <a:extLst>
                          <a:ext uri="{FF2B5EF4-FFF2-40B4-BE49-F238E27FC236}">
                            <a16:creationId xmlns:a16="http://schemas.microsoft.com/office/drawing/2014/main" id="{98645113-9864-FD42-F29E-80727160182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4">
            <a:extLst>
              <a:ext uri="{FF2B5EF4-FFF2-40B4-BE49-F238E27FC236}">
                <a16:creationId xmlns:a16="http://schemas.microsoft.com/office/drawing/2014/main" id="{45CBD9C5-AD6A-978B-5A90-4EDD908CE23D}"/>
              </a:ext>
            </a:extLst>
          </p:cNvPr>
          <p:cNvSpPr>
            <a:spLocks noGrp="1"/>
          </p:cNvSpPr>
          <p:nvPr>
            <p:ph type="title"/>
          </p:nvPr>
        </p:nvSpPr>
        <p:spPr>
          <a:xfrm>
            <a:off x="470633" y="312969"/>
            <a:ext cx="10943956" cy="287625"/>
          </a:xfrm>
        </p:spPr>
        <p:txBody>
          <a:bodyPr vert="horz"/>
          <a:lstStyle/>
          <a:p>
            <a:r>
              <a:rPr lang="en-US" sz="1800" b="1">
                <a:latin typeface="Verdana" panose="020B0604030504040204" pitchFamily="34" charset="0"/>
                <a:ea typeface="Verdana" panose="020B0604030504040204" pitchFamily="34" charset="0"/>
              </a:rPr>
              <a:t>Alternate Revenue Augmentation, PPP Projects</a:t>
            </a:r>
          </a:p>
        </p:txBody>
      </p:sp>
      <p:sp>
        <p:nvSpPr>
          <p:cNvPr id="2" name="TextBox 1">
            <a:extLst>
              <a:ext uri="{FF2B5EF4-FFF2-40B4-BE49-F238E27FC236}">
                <a16:creationId xmlns:a16="http://schemas.microsoft.com/office/drawing/2014/main" id="{FE590878-048E-F061-5A86-6776F73F9037}"/>
              </a:ext>
            </a:extLst>
          </p:cNvPr>
          <p:cNvSpPr txBox="1"/>
          <p:nvPr/>
        </p:nvSpPr>
        <p:spPr>
          <a:xfrm>
            <a:off x="407226" y="931294"/>
            <a:ext cx="11268000" cy="430887"/>
          </a:xfrm>
          <a:prstGeom prst="rect">
            <a:avLst/>
          </a:prstGeom>
          <a:noFill/>
        </p:spPr>
        <p:txBody>
          <a:bodyPr wrap="square" lIns="36000" tIns="36000" rIns="36000" bIns="3600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Usage of PPP and other forms of private sector participation in DVC projects can be increased through effective structuring and market sounding. This task focuses on assisting implementing agencies undertake the same. </a:t>
            </a:r>
            <a:endParaRPr kumimoji="0" lang="en-IN"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nvGrpSpPr>
          <p:cNvPr id="88" name="Group 87">
            <a:extLst>
              <a:ext uri="{FF2B5EF4-FFF2-40B4-BE49-F238E27FC236}">
                <a16:creationId xmlns:a16="http://schemas.microsoft.com/office/drawing/2014/main" id="{1C50FE52-CAD9-D07B-185A-66B9C6A7E5F9}"/>
              </a:ext>
            </a:extLst>
          </p:cNvPr>
          <p:cNvGrpSpPr/>
          <p:nvPr/>
        </p:nvGrpSpPr>
        <p:grpSpPr>
          <a:xfrm>
            <a:off x="316535" y="1478837"/>
            <a:ext cx="11449381" cy="4223281"/>
            <a:chOff x="309263" y="1807899"/>
            <a:chExt cx="11449381" cy="4223281"/>
          </a:xfrm>
        </p:grpSpPr>
        <p:sp>
          <p:nvSpPr>
            <p:cNvPr id="86" name="Rectangle 85">
              <a:extLst>
                <a:ext uri="{FF2B5EF4-FFF2-40B4-BE49-F238E27FC236}">
                  <a16:creationId xmlns:a16="http://schemas.microsoft.com/office/drawing/2014/main" id="{8ADACAB1-4850-82E7-6979-E32A77F19B9C}"/>
                </a:ext>
              </a:extLst>
            </p:cNvPr>
            <p:cNvSpPr/>
            <p:nvPr/>
          </p:nvSpPr>
          <p:spPr bwMode="gray">
            <a:xfrm>
              <a:off x="5129983" y="2092844"/>
              <a:ext cx="6477577" cy="3938336"/>
            </a:xfrm>
            <a:prstGeom prst="rect">
              <a:avLst/>
            </a:prstGeom>
            <a:solidFill>
              <a:srgbClr val="DDEFE8">
                <a:alpha val="40000"/>
              </a:srgbClr>
            </a:solidFill>
            <a:ln w="19050" algn="ctr">
              <a:solidFill>
                <a:srgbClr val="6FC2B4"/>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nvGrpSpPr>
            <p:cNvPr id="85" name="Group 84">
              <a:extLst>
                <a:ext uri="{FF2B5EF4-FFF2-40B4-BE49-F238E27FC236}">
                  <a16:creationId xmlns:a16="http://schemas.microsoft.com/office/drawing/2014/main" id="{45CCFD43-6E1D-701A-5CEF-40AE70C7A89D}"/>
                </a:ext>
              </a:extLst>
            </p:cNvPr>
            <p:cNvGrpSpPr/>
            <p:nvPr/>
          </p:nvGrpSpPr>
          <p:grpSpPr>
            <a:xfrm>
              <a:off x="645535" y="2092844"/>
              <a:ext cx="11113109" cy="3938336"/>
              <a:chOff x="288758" y="1459832"/>
              <a:chExt cx="11113109" cy="3938336"/>
            </a:xfrm>
          </p:grpSpPr>
          <p:sp>
            <p:nvSpPr>
              <p:cNvPr id="84" name="Rectangle 83">
                <a:extLst>
                  <a:ext uri="{FF2B5EF4-FFF2-40B4-BE49-F238E27FC236}">
                    <a16:creationId xmlns:a16="http://schemas.microsoft.com/office/drawing/2014/main" id="{8AC74BB8-C809-2857-AD06-ED442612EB2F}"/>
                  </a:ext>
                </a:extLst>
              </p:cNvPr>
              <p:cNvSpPr/>
              <p:nvPr/>
            </p:nvSpPr>
            <p:spPr bwMode="gray">
              <a:xfrm>
                <a:off x="288758" y="1459832"/>
                <a:ext cx="4456608" cy="3938336"/>
              </a:xfrm>
              <a:prstGeom prst="rect">
                <a:avLst/>
              </a:prstGeom>
              <a:solidFill>
                <a:schemeClr val="bg1">
                  <a:lumMod val="85000"/>
                </a:schemeClr>
              </a:solidFill>
              <a:ln w="19050" algn="ctr">
                <a:solidFill>
                  <a:schemeClr val="bg1">
                    <a:lumMod val="8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pic>
            <p:nvPicPr>
              <p:cNvPr id="5" name="Graphic 18" descr="Barcode with solid fill">
                <a:extLst>
                  <a:ext uri="{FF2B5EF4-FFF2-40B4-BE49-F238E27FC236}">
                    <a16:creationId xmlns:a16="http://schemas.microsoft.com/office/drawing/2014/main" id="{45ECBB76-9808-9E43-48EE-78CF7BF3F4B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4263" y="1858789"/>
                <a:ext cx="521335" cy="521335"/>
              </a:xfrm>
              <a:prstGeom prst="rect">
                <a:avLst/>
              </a:prstGeom>
            </p:spPr>
          </p:pic>
          <p:sp>
            <p:nvSpPr>
              <p:cNvPr id="7" name="TextBox 6">
                <a:extLst>
                  <a:ext uri="{FF2B5EF4-FFF2-40B4-BE49-F238E27FC236}">
                    <a16:creationId xmlns:a16="http://schemas.microsoft.com/office/drawing/2014/main" id="{244665D0-5733-9AEF-D8BA-85F157804451}"/>
                  </a:ext>
                </a:extLst>
              </p:cNvPr>
              <p:cNvSpPr txBox="1"/>
              <p:nvPr/>
            </p:nvSpPr>
            <p:spPr>
              <a:xfrm>
                <a:off x="2630422" y="1670675"/>
                <a:ext cx="1545270" cy="769441"/>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03</a:t>
                </a:r>
                <a:r>
                  <a:rPr kumimoji="0" lang="en-US" sz="1100" b="1" i="0" u="none" strike="noStrike" kern="1200" cap="none" spc="0" normalizeH="0" baseline="0" noProof="0">
                    <a:ln>
                      <a:noFill/>
                    </a:ln>
                    <a:solidFill>
                      <a:srgbClr val="53565A"/>
                    </a:solidFill>
                    <a:effectLst/>
                    <a:uLnTx/>
                    <a:uFillTx/>
                    <a:latin typeface="Verdana" panose="020B0604030504040204" pitchFamily="34" charset="0"/>
                    <a:ea typeface="Verdana" panose="020B0604030504040204" pitchFamily="34" charset="0"/>
                    <a:cs typeface="+mn-cs"/>
                  </a:rPr>
                  <a:t>: Activities Post Identification &amp; Pre-feasibility</a:t>
                </a:r>
              </a:p>
            </p:txBody>
          </p:sp>
          <p:pic>
            <p:nvPicPr>
              <p:cNvPr id="20" name="Graphic 19" descr="Blockchain with solid fill">
                <a:extLst>
                  <a:ext uri="{FF2B5EF4-FFF2-40B4-BE49-F238E27FC236}">
                    <a16:creationId xmlns:a16="http://schemas.microsoft.com/office/drawing/2014/main" id="{086F7D68-3A71-5CA3-6D78-9A1F33657BE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5351" y="3965984"/>
                <a:ext cx="521335" cy="521335"/>
              </a:xfrm>
              <a:prstGeom prst="rect">
                <a:avLst/>
              </a:prstGeom>
            </p:spPr>
          </p:pic>
          <p:sp>
            <p:nvSpPr>
              <p:cNvPr id="21" name="TextBox 20">
                <a:extLst>
                  <a:ext uri="{FF2B5EF4-FFF2-40B4-BE49-F238E27FC236}">
                    <a16:creationId xmlns:a16="http://schemas.microsoft.com/office/drawing/2014/main" id="{D844A2EA-6957-A299-2BF0-35C24263BDE5}"/>
                  </a:ext>
                </a:extLst>
              </p:cNvPr>
              <p:cNvSpPr txBox="1"/>
              <p:nvPr/>
            </p:nvSpPr>
            <p:spPr>
              <a:xfrm>
                <a:off x="867188" y="4431321"/>
                <a:ext cx="1307771" cy="600164"/>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02: </a:t>
                </a:r>
                <a:r>
                  <a:rPr kumimoji="0" lang="en-US" sz="1100" b="1" i="0" u="none" strike="noStrike" kern="1200" cap="none" spc="0" normalizeH="0" baseline="0" noProof="0">
                    <a:ln>
                      <a:noFill/>
                    </a:ln>
                    <a:solidFill>
                      <a:srgbClr val="007CB0"/>
                    </a:solidFill>
                    <a:effectLst/>
                    <a:uLnTx/>
                    <a:uFillTx/>
                    <a:latin typeface="Verdana" panose="020B0604030504040204" pitchFamily="34" charset="0"/>
                    <a:ea typeface="Verdana" panose="020B0604030504040204" pitchFamily="34" charset="0"/>
                    <a:cs typeface="+mn-cs"/>
                  </a:rPr>
                  <a:t>Pre-feasibility Studies </a:t>
                </a:r>
              </a:p>
            </p:txBody>
          </p:sp>
          <p:pic>
            <p:nvPicPr>
              <p:cNvPr id="22" name="Graphic 20" descr="Hamburger Menu Icon with solid fill">
                <a:extLst>
                  <a:ext uri="{FF2B5EF4-FFF2-40B4-BE49-F238E27FC236}">
                    <a16:creationId xmlns:a16="http://schemas.microsoft.com/office/drawing/2014/main" id="{556FB391-549E-5310-64F5-47310A2BBFF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22804" y="1716334"/>
                <a:ext cx="444500" cy="444500"/>
              </a:xfrm>
              <a:prstGeom prst="rect">
                <a:avLst/>
              </a:prstGeom>
            </p:spPr>
          </p:pic>
          <p:cxnSp>
            <p:nvCxnSpPr>
              <p:cNvPr id="25" name="直接连接符 5">
                <a:extLst>
                  <a:ext uri="{FF2B5EF4-FFF2-40B4-BE49-F238E27FC236}">
                    <a16:creationId xmlns:a16="http://schemas.microsoft.com/office/drawing/2014/main" id="{FDF63C61-EB65-E7BC-B5A0-0252531D7A00}"/>
                  </a:ext>
                </a:extLst>
              </p:cNvPr>
              <p:cNvCxnSpPr>
                <a:cxnSpLocks/>
              </p:cNvCxnSpPr>
              <p:nvPr/>
            </p:nvCxnSpPr>
            <p:spPr>
              <a:xfrm>
                <a:off x="470633" y="3479044"/>
                <a:ext cx="10467875" cy="0"/>
              </a:xfrm>
              <a:prstGeom prst="line">
                <a:avLst/>
              </a:prstGeom>
              <a:ln w="19050">
                <a:solidFill>
                  <a:srgbClr val="53565A"/>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6" name="椭圆 30">
                <a:extLst>
                  <a:ext uri="{FF2B5EF4-FFF2-40B4-BE49-F238E27FC236}">
                    <a16:creationId xmlns:a16="http://schemas.microsoft.com/office/drawing/2014/main" id="{E19800E3-CD78-F3A9-A80B-5E1950E54C0A}"/>
                  </a:ext>
                </a:extLst>
              </p:cNvPr>
              <p:cNvSpPr/>
              <p:nvPr/>
            </p:nvSpPr>
            <p:spPr bwMode="gray">
              <a:xfrm>
                <a:off x="800905" y="3346539"/>
                <a:ext cx="238621" cy="238621"/>
              </a:xfrm>
              <a:prstGeom prst="ellipse">
                <a:avLst/>
              </a:prstGeom>
              <a:solidFill>
                <a:schemeClr val="bg1"/>
              </a:solidFill>
              <a:ln w="28575" cmpd="sng" algn="ctr">
                <a:solidFill>
                  <a:schemeClr val="accent2"/>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27" name="椭圆 28">
                <a:extLst>
                  <a:ext uri="{FF2B5EF4-FFF2-40B4-BE49-F238E27FC236}">
                    <a16:creationId xmlns:a16="http://schemas.microsoft.com/office/drawing/2014/main" id="{C314F332-40CD-9591-BA0C-5602B2CB0CE4}"/>
                  </a:ext>
                </a:extLst>
              </p:cNvPr>
              <p:cNvSpPr/>
              <p:nvPr/>
            </p:nvSpPr>
            <p:spPr bwMode="gray">
              <a:xfrm>
                <a:off x="848629" y="3394264"/>
                <a:ext cx="143173" cy="143173"/>
              </a:xfrm>
              <a:prstGeom prst="ellipse">
                <a:avLst/>
              </a:prstGeom>
              <a:solidFill>
                <a:schemeClr val="bg1"/>
              </a:solidFill>
              <a:ln w="19050" cmpd="sng" algn="ctr">
                <a:solidFill>
                  <a:schemeClr val="accent2"/>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29" name="椭圆 45">
                <a:extLst>
                  <a:ext uri="{FF2B5EF4-FFF2-40B4-BE49-F238E27FC236}">
                    <a16:creationId xmlns:a16="http://schemas.microsoft.com/office/drawing/2014/main" id="{4A957339-F8CB-13B6-9825-FBFDB00188F6}"/>
                  </a:ext>
                </a:extLst>
              </p:cNvPr>
              <p:cNvSpPr/>
              <p:nvPr/>
            </p:nvSpPr>
            <p:spPr bwMode="gray">
              <a:xfrm>
                <a:off x="5126541" y="3359733"/>
                <a:ext cx="238621" cy="238621"/>
              </a:xfrm>
              <a:prstGeom prst="ellipse">
                <a:avLst/>
              </a:prstGeom>
              <a:solidFill>
                <a:schemeClr val="bg1"/>
              </a:solidFill>
              <a:ln w="28575" cmpd="sng" algn="ctr">
                <a:solidFill>
                  <a:srgbClr val="97999B"/>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30" name="椭圆 53">
                <a:extLst>
                  <a:ext uri="{FF2B5EF4-FFF2-40B4-BE49-F238E27FC236}">
                    <a16:creationId xmlns:a16="http://schemas.microsoft.com/office/drawing/2014/main" id="{6ABF6788-5F39-0AE4-0377-F82EA85B95C0}"/>
                  </a:ext>
                </a:extLst>
              </p:cNvPr>
              <p:cNvSpPr/>
              <p:nvPr/>
            </p:nvSpPr>
            <p:spPr bwMode="gray">
              <a:xfrm>
                <a:off x="5174266" y="3407458"/>
                <a:ext cx="143173" cy="143173"/>
              </a:xfrm>
              <a:prstGeom prst="ellipse">
                <a:avLst/>
              </a:prstGeom>
              <a:solidFill>
                <a:schemeClr val="bg1"/>
              </a:solidFill>
              <a:ln w="19050" cmpd="sng" algn="ctr">
                <a:solidFill>
                  <a:srgbClr val="97999B"/>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31" name="椭圆 75">
                <a:extLst>
                  <a:ext uri="{FF2B5EF4-FFF2-40B4-BE49-F238E27FC236}">
                    <a16:creationId xmlns:a16="http://schemas.microsoft.com/office/drawing/2014/main" id="{4875338A-F088-E476-9D7E-28DA61BE18F0}"/>
                  </a:ext>
                </a:extLst>
              </p:cNvPr>
              <p:cNvSpPr/>
              <p:nvPr/>
            </p:nvSpPr>
            <p:spPr bwMode="gray">
              <a:xfrm>
                <a:off x="1823222" y="3350827"/>
                <a:ext cx="238621" cy="238621"/>
              </a:xfrm>
              <a:prstGeom prst="ellipse">
                <a:avLst/>
              </a:prstGeom>
              <a:solidFill>
                <a:schemeClr val="bg1"/>
              </a:solidFill>
              <a:ln w="28575" cmpd="sng" algn="ctr">
                <a:solidFill>
                  <a:schemeClr val="accent6"/>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32" name="椭圆 83">
                <a:extLst>
                  <a:ext uri="{FF2B5EF4-FFF2-40B4-BE49-F238E27FC236}">
                    <a16:creationId xmlns:a16="http://schemas.microsoft.com/office/drawing/2014/main" id="{32FE82A8-DDCF-7767-6F19-06F6EBC2827A}"/>
                  </a:ext>
                </a:extLst>
              </p:cNvPr>
              <p:cNvSpPr/>
              <p:nvPr/>
            </p:nvSpPr>
            <p:spPr bwMode="gray">
              <a:xfrm>
                <a:off x="1870947" y="3398552"/>
                <a:ext cx="143173" cy="143173"/>
              </a:xfrm>
              <a:prstGeom prst="ellipse">
                <a:avLst/>
              </a:prstGeom>
              <a:solidFill>
                <a:schemeClr val="bg1"/>
              </a:solidFill>
              <a:ln w="19050" cmpd="sng" algn="ctr">
                <a:solidFill>
                  <a:schemeClr val="accent6"/>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33" name="TextBox 32">
                <a:extLst>
                  <a:ext uri="{FF2B5EF4-FFF2-40B4-BE49-F238E27FC236}">
                    <a16:creationId xmlns:a16="http://schemas.microsoft.com/office/drawing/2014/main" id="{F716D079-AE7E-4472-5A6D-FB677FF525FE}"/>
                  </a:ext>
                </a:extLst>
              </p:cNvPr>
              <p:cNvSpPr txBox="1"/>
              <p:nvPr/>
            </p:nvSpPr>
            <p:spPr>
              <a:xfrm>
                <a:off x="2891506" y="4399645"/>
                <a:ext cx="1752116" cy="600164"/>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04: </a:t>
                </a:r>
                <a:r>
                  <a:rPr kumimoji="0" lang="en-US" sz="1100" b="1" i="0" u="none" strike="noStrike" kern="1200" cap="none" spc="0" normalizeH="0" baseline="0" noProof="0">
                    <a:ln>
                      <a:noFill/>
                    </a:ln>
                    <a:solidFill>
                      <a:srgbClr val="86BC25"/>
                    </a:solidFill>
                    <a:effectLst/>
                    <a:uLnTx/>
                    <a:uFillTx/>
                    <a:latin typeface="Verdana" panose="020B0604030504040204" pitchFamily="34" charset="0"/>
                    <a:ea typeface="Verdana" panose="020B0604030504040204" pitchFamily="34" charset="0"/>
                    <a:cs typeface="+mn-cs"/>
                  </a:rPr>
                  <a:t>Project Feasibility Assessment </a:t>
                </a:r>
              </a:p>
            </p:txBody>
          </p:sp>
          <p:pic>
            <p:nvPicPr>
              <p:cNvPr id="34" name="Graphic 21" descr="Artificial Intelligence with solid fill">
                <a:extLst>
                  <a:ext uri="{FF2B5EF4-FFF2-40B4-BE49-F238E27FC236}">
                    <a16:creationId xmlns:a16="http://schemas.microsoft.com/office/drawing/2014/main" id="{787D3878-8D76-F3D5-1EDB-FB22D9E4E11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44591" y="4016437"/>
                <a:ext cx="461224" cy="477520"/>
              </a:xfrm>
              <a:prstGeom prst="rect">
                <a:avLst/>
              </a:prstGeom>
            </p:spPr>
          </p:pic>
          <p:pic>
            <p:nvPicPr>
              <p:cNvPr id="37" name="Graphic 24" descr="Pyramid with levels with solid fill">
                <a:extLst>
                  <a:ext uri="{FF2B5EF4-FFF2-40B4-BE49-F238E27FC236}">
                    <a16:creationId xmlns:a16="http://schemas.microsoft.com/office/drawing/2014/main" id="{C3B5E7AF-BF41-CF7A-931A-0F855227F47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832299" y="4716468"/>
                <a:ext cx="485140" cy="485140"/>
              </a:xfrm>
              <a:prstGeom prst="rect">
                <a:avLst/>
              </a:prstGeom>
            </p:spPr>
          </p:pic>
          <p:sp>
            <p:nvSpPr>
              <p:cNvPr id="40" name="TextBox 39">
                <a:extLst>
                  <a:ext uri="{FF2B5EF4-FFF2-40B4-BE49-F238E27FC236}">
                    <a16:creationId xmlns:a16="http://schemas.microsoft.com/office/drawing/2014/main" id="{01DC5668-6CF1-801D-07AC-2BDA5C3C5320}"/>
                  </a:ext>
                </a:extLst>
              </p:cNvPr>
              <p:cNvSpPr txBox="1"/>
              <p:nvPr/>
            </p:nvSpPr>
            <p:spPr>
              <a:xfrm>
                <a:off x="5254476" y="4663481"/>
                <a:ext cx="1334090" cy="600164"/>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05: </a:t>
                </a:r>
                <a:r>
                  <a:rPr kumimoji="0" lang="en-US" sz="1100" b="1" i="0" u="none" strike="noStrike" kern="1200" cap="none" spc="0" normalizeH="0" baseline="0" noProof="0">
                    <a:ln>
                      <a:noFill/>
                    </a:ln>
                    <a:solidFill>
                      <a:prstClr val="black">
                        <a:lumMod val="50000"/>
                        <a:lumOff val="50000"/>
                      </a:prstClr>
                    </a:solidFill>
                    <a:effectLst/>
                    <a:uLnTx/>
                    <a:uFillTx/>
                    <a:latin typeface="Verdana" panose="020B0604030504040204" pitchFamily="34" charset="0"/>
                    <a:ea typeface="Verdana" panose="020B0604030504040204" pitchFamily="34" charset="0"/>
                    <a:cs typeface="+mn-cs"/>
                  </a:rPr>
                  <a:t>Project Structuring </a:t>
                </a:r>
              </a:p>
            </p:txBody>
          </p:sp>
          <p:sp>
            <p:nvSpPr>
              <p:cNvPr id="41" name="TextBox 40">
                <a:extLst>
                  <a:ext uri="{FF2B5EF4-FFF2-40B4-BE49-F238E27FC236}">
                    <a16:creationId xmlns:a16="http://schemas.microsoft.com/office/drawing/2014/main" id="{4F741653-D17C-E04B-08C1-9645403A03CB}"/>
                  </a:ext>
                </a:extLst>
              </p:cNvPr>
              <p:cNvSpPr txBox="1"/>
              <p:nvPr/>
            </p:nvSpPr>
            <p:spPr>
              <a:xfrm>
                <a:off x="624829" y="2268860"/>
                <a:ext cx="1545270" cy="430887"/>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01: </a:t>
                </a:r>
                <a:r>
                  <a:rPr kumimoji="0" lang="en-US" sz="1100" b="1" i="0" u="none" strike="noStrike" kern="1200" cap="none" spc="0" normalizeH="0" baseline="0" noProof="0">
                    <a:ln>
                      <a:noFill/>
                    </a:ln>
                    <a:solidFill>
                      <a:srgbClr val="43B02A"/>
                    </a:solidFill>
                    <a:effectLst/>
                    <a:uLnTx/>
                    <a:uFillTx/>
                    <a:latin typeface="Verdana" panose="020B0604030504040204" pitchFamily="34" charset="0"/>
                    <a:ea typeface="Verdana" panose="020B0604030504040204" pitchFamily="34" charset="0"/>
                    <a:cs typeface="+mn-cs"/>
                  </a:rPr>
                  <a:t>Project Identification </a:t>
                </a:r>
              </a:p>
            </p:txBody>
          </p:sp>
          <p:sp>
            <p:nvSpPr>
              <p:cNvPr id="42" name="椭圆 30">
                <a:extLst>
                  <a:ext uri="{FF2B5EF4-FFF2-40B4-BE49-F238E27FC236}">
                    <a16:creationId xmlns:a16="http://schemas.microsoft.com/office/drawing/2014/main" id="{101FD326-E8E5-F94C-AC5A-000BF6A102B2}"/>
                  </a:ext>
                </a:extLst>
              </p:cNvPr>
              <p:cNvSpPr/>
              <p:nvPr/>
            </p:nvSpPr>
            <p:spPr bwMode="gray">
              <a:xfrm>
                <a:off x="2725613" y="3346539"/>
                <a:ext cx="238621" cy="238621"/>
              </a:xfrm>
              <a:prstGeom prst="ellipse">
                <a:avLst/>
              </a:prstGeom>
              <a:solidFill>
                <a:schemeClr val="bg1"/>
              </a:solidFill>
              <a:ln w="28575" cmpd="sng" algn="ctr">
                <a:solidFill>
                  <a:schemeClr val="tx2"/>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43" name="椭圆 28">
                <a:extLst>
                  <a:ext uri="{FF2B5EF4-FFF2-40B4-BE49-F238E27FC236}">
                    <a16:creationId xmlns:a16="http://schemas.microsoft.com/office/drawing/2014/main" id="{26FA060F-2BAB-36AF-F08D-2A2290BC8991}"/>
                  </a:ext>
                </a:extLst>
              </p:cNvPr>
              <p:cNvSpPr/>
              <p:nvPr/>
            </p:nvSpPr>
            <p:spPr bwMode="gray">
              <a:xfrm>
                <a:off x="2773337" y="3394264"/>
                <a:ext cx="143173" cy="143173"/>
              </a:xfrm>
              <a:prstGeom prst="ellipse">
                <a:avLst/>
              </a:prstGeom>
              <a:solidFill>
                <a:schemeClr val="bg1"/>
              </a:solidFill>
              <a:ln w="19050" cmpd="sng" algn="ctr">
                <a:solidFill>
                  <a:schemeClr val="tx2"/>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44" name="椭圆 30">
                <a:extLst>
                  <a:ext uri="{FF2B5EF4-FFF2-40B4-BE49-F238E27FC236}">
                    <a16:creationId xmlns:a16="http://schemas.microsoft.com/office/drawing/2014/main" id="{8A57E8F9-A5D4-21C5-C737-EDE3C1C7CBBC}"/>
                  </a:ext>
                </a:extLst>
              </p:cNvPr>
              <p:cNvSpPr/>
              <p:nvPr/>
            </p:nvSpPr>
            <p:spPr bwMode="gray">
              <a:xfrm>
                <a:off x="3743513" y="3346539"/>
                <a:ext cx="238621" cy="238621"/>
              </a:xfrm>
              <a:prstGeom prst="ellipse">
                <a:avLst/>
              </a:prstGeom>
              <a:solidFill>
                <a:schemeClr val="bg1"/>
              </a:solidFill>
              <a:ln w="28575" cmpd="sng" algn="ctr">
                <a:solidFill>
                  <a:schemeClr val="accent1"/>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45" name="椭圆 28">
                <a:extLst>
                  <a:ext uri="{FF2B5EF4-FFF2-40B4-BE49-F238E27FC236}">
                    <a16:creationId xmlns:a16="http://schemas.microsoft.com/office/drawing/2014/main" id="{4A21F50B-0F29-E810-15DE-DFC75C704224}"/>
                  </a:ext>
                </a:extLst>
              </p:cNvPr>
              <p:cNvSpPr/>
              <p:nvPr/>
            </p:nvSpPr>
            <p:spPr bwMode="gray">
              <a:xfrm>
                <a:off x="3791237" y="3394264"/>
                <a:ext cx="143173" cy="143173"/>
              </a:xfrm>
              <a:prstGeom prst="ellipse">
                <a:avLst/>
              </a:prstGeom>
              <a:solidFill>
                <a:schemeClr val="bg1"/>
              </a:solidFill>
              <a:ln w="19050" cmpd="sng" algn="ctr">
                <a:solidFill>
                  <a:schemeClr val="accent1"/>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cxnSp>
            <p:nvCxnSpPr>
              <p:cNvPr id="51" name="Straight Connector 50">
                <a:extLst>
                  <a:ext uri="{FF2B5EF4-FFF2-40B4-BE49-F238E27FC236}">
                    <a16:creationId xmlns:a16="http://schemas.microsoft.com/office/drawing/2014/main" id="{071ECCDA-DD60-0693-BA9D-36F0437DD413}"/>
                  </a:ext>
                </a:extLst>
              </p:cNvPr>
              <p:cNvCxnSpPr>
                <a:cxnSpLocks/>
                <a:stCxn id="26" idx="0"/>
              </p:cNvCxnSpPr>
              <p:nvPr/>
            </p:nvCxnSpPr>
            <p:spPr>
              <a:xfrm flipV="1">
                <a:off x="920216" y="2761303"/>
                <a:ext cx="0" cy="585236"/>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53" name="Freeform: Shape 52">
                <a:extLst>
                  <a:ext uri="{FF2B5EF4-FFF2-40B4-BE49-F238E27FC236}">
                    <a16:creationId xmlns:a16="http://schemas.microsoft.com/office/drawing/2014/main" id="{FB79DFD1-31BB-1104-9F00-D71AC9E056ED}"/>
                  </a:ext>
                </a:extLst>
              </p:cNvPr>
              <p:cNvSpPr/>
              <p:nvPr/>
            </p:nvSpPr>
            <p:spPr bwMode="gray">
              <a:xfrm>
                <a:off x="1539958" y="3618833"/>
                <a:ext cx="369597" cy="558968"/>
              </a:xfrm>
              <a:custGeom>
                <a:avLst/>
                <a:gdLst>
                  <a:gd name="connsiteX0" fmla="*/ 397933 w 397933"/>
                  <a:gd name="connsiteY0" fmla="*/ 0 h 668866"/>
                  <a:gd name="connsiteX1" fmla="*/ 397933 w 397933"/>
                  <a:gd name="connsiteY1" fmla="*/ 668866 h 668866"/>
                  <a:gd name="connsiteX2" fmla="*/ 0 w 397933"/>
                  <a:gd name="connsiteY2" fmla="*/ 668866 h 668866"/>
                </a:gdLst>
                <a:ahLst/>
                <a:cxnLst>
                  <a:cxn ang="0">
                    <a:pos x="connsiteX0" y="connsiteY0"/>
                  </a:cxn>
                  <a:cxn ang="0">
                    <a:pos x="connsiteX1" y="connsiteY1"/>
                  </a:cxn>
                  <a:cxn ang="0">
                    <a:pos x="connsiteX2" y="connsiteY2"/>
                  </a:cxn>
                </a:cxnLst>
                <a:rect l="l" t="t" r="r" b="b"/>
                <a:pathLst>
                  <a:path w="397933" h="668866">
                    <a:moveTo>
                      <a:pt x="397933" y="0"/>
                    </a:moveTo>
                    <a:lnTo>
                      <a:pt x="397933" y="668866"/>
                    </a:lnTo>
                    <a:lnTo>
                      <a:pt x="0" y="668866"/>
                    </a:lnTo>
                  </a:path>
                </a:pathLst>
              </a:custGeom>
              <a:noFill/>
              <a:ln w="19050" algn="ctr">
                <a:solidFill>
                  <a:schemeClr val="accent6"/>
                </a:solidFill>
                <a:prstDash val="sysDash"/>
                <a:miter lim="800000"/>
                <a:headEnd/>
                <a:tailEnd/>
              </a:ln>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4" name="Freeform: Shape 53">
                <a:extLst>
                  <a:ext uri="{FF2B5EF4-FFF2-40B4-BE49-F238E27FC236}">
                    <a16:creationId xmlns:a16="http://schemas.microsoft.com/office/drawing/2014/main" id="{FE68E405-BD26-AB40-574F-5BABCA8D42C0}"/>
                  </a:ext>
                </a:extLst>
              </p:cNvPr>
              <p:cNvSpPr/>
              <p:nvPr/>
            </p:nvSpPr>
            <p:spPr bwMode="gray">
              <a:xfrm>
                <a:off x="2860483" y="2366678"/>
                <a:ext cx="108000" cy="1008000"/>
              </a:xfrm>
              <a:custGeom>
                <a:avLst/>
                <a:gdLst>
                  <a:gd name="connsiteX0" fmla="*/ 0 w 0"/>
                  <a:gd name="connsiteY0" fmla="*/ 1058333 h 1058333"/>
                  <a:gd name="connsiteX1" fmla="*/ 0 w 0"/>
                  <a:gd name="connsiteY1" fmla="*/ 0 h 1058333"/>
                </a:gdLst>
                <a:ahLst/>
                <a:cxnLst>
                  <a:cxn ang="0">
                    <a:pos x="connsiteX0" y="connsiteY0"/>
                  </a:cxn>
                  <a:cxn ang="0">
                    <a:pos x="connsiteX1" y="connsiteY1"/>
                  </a:cxn>
                </a:cxnLst>
                <a:rect l="l" t="t" r="r" b="b"/>
                <a:pathLst>
                  <a:path h="1058333">
                    <a:moveTo>
                      <a:pt x="0" y="1058333"/>
                    </a:moveTo>
                    <a:lnTo>
                      <a:pt x="0" y="0"/>
                    </a:lnTo>
                  </a:path>
                </a:pathLst>
              </a:custGeom>
              <a:noFill/>
              <a:ln w="19050" algn="ctr">
                <a:solidFill>
                  <a:schemeClr val="tx2"/>
                </a:solidFill>
                <a:prstDash val="sysDash"/>
                <a:miter lim="800000"/>
                <a:headEnd/>
                <a:tailEnd/>
              </a:ln>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5" name="Freeform: Shape 54">
                <a:extLst>
                  <a:ext uri="{FF2B5EF4-FFF2-40B4-BE49-F238E27FC236}">
                    <a16:creationId xmlns:a16="http://schemas.microsoft.com/office/drawing/2014/main" id="{CD43F6B2-F399-A1D1-4C99-7D809B4A7076}"/>
                  </a:ext>
                </a:extLst>
              </p:cNvPr>
              <p:cNvSpPr/>
              <p:nvPr/>
            </p:nvSpPr>
            <p:spPr bwMode="gray">
              <a:xfrm>
                <a:off x="3176852" y="3577963"/>
                <a:ext cx="692829" cy="593552"/>
              </a:xfrm>
              <a:custGeom>
                <a:avLst/>
                <a:gdLst>
                  <a:gd name="connsiteX0" fmla="*/ 397933 w 397933"/>
                  <a:gd name="connsiteY0" fmla="*/ 0 h 668866"/>
                  <a:gd name="connsiteX1" fmla="*/ 397933 w 397933"/>
                  <a:gd name="connsiteY1" fmla="*/ 668866 h 668866"/>
                  <a:gd name="connsiteX2" fmla="*/ 0 w 397933"/>
                  <a:gd name="connsiteY2" fmla="*/ 668866 h 668866"/>
                </a:gdLst>
                <a:ahLst/>
                <a:cxnLst>
                  <a:cxn ang="0">
                    <a:pos x="connsiteX0" y="connsiteY0"/>
                  </a:cxn>
                  <a:cxn ang="0">
                    <a:pos x="connsiteX1" y="connsiteY1"/>
                  </a:cxn>
                  <a:cxn ang="0">
                    <a:pos x="connsiteX2" y="connsiteY2"/>
                  </a:cxn>
                </a:cxnLst>
                <a:rect l="l" t="t" r="r" b="b"/>
                <a:pathLst>
                  <a:path w="397933" h="668866">
                    <a:moveTo>
                      <a:pt x="397933" y="0"/>
                    </a:moveTo>
                    <a:lnTo>
                      <a:pt x="397933" y="668866"/>
                    </a:lnTo>
                    <a:lnTo>
                      <a:pt x="0" y="668866"/>
                    </a:lnTo>
                  </a:path>
                </a:pathLst>
              </a:custGeom>
              <a:noFill/>
              <a:ln w="19050" algn="ctr">
                <a:solidFill>
                  <a:schemeClr val="accent1"/>
                </a:solidFill>
                <a:prstDash val="sysDash"/>
                <a:miter lim="800000"/>
                <a:headEnd/>
                <a:tailEnd/>
              </a:ln>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6" name="Freeform: Shape 55">
                <a:extLst>
                  <a:ext uri="{FF2B5EF4-FFF2-40B4-BE49-F238E27FC236}">
                    <a16:creationId xmlns:a16="http://schemas.microsoft.com/office/drawing/2014/main" id="{CA460714-A135-D620-2132-8C75B04979D1}"/>
                  </a:ext>
                </a:extLst>
              </p:cNvPr>
              <p:cNvSpPr/>
              <p:nvPr/>
            </p:nvSpPr>
            <p:spPr bwMode="gray">
              <a:xfrm flipH="1">
                <a:off x="5159927" y="3598353"/>
                <a:ext cx="86088" cy="1044000"/>
              </a:xfrm>
              <a:custGeom>
                <a:avLst/>
                <a:gdLst>
                  <a:gd name="connsiteX0" fmla="*/ 0 w 0"/>
                  <a:gd name="connsiteY0" fmla="*/ 1058333 h 1058333"/>
                  <a:gd name="connsiteX1" fmla="*/ 0 w 0"/>
                  <a:gd name="connsiteY1" fmla="*/ 0 h 1058333"/>
                </a:gdLst>
                <a:ahLst/>
                <a:cxnLst>
                  <a:cxn ang="0">
                    <a:pos x="connsiteX0" y="connsiteY0"/>
                  </a:cxn>
                  <a:cxn ang="0">
                    <a:pos x="connsiteX1" y="connsiteY1"/>
                  </a:cxn>
                </a:cxnLst>
                <a:rect l="l" t="t" r="r" b="b"/>
                <a:pathLst>
                  <a:path h="1058333">
                    <a:moveTo>
                      <a:pt x="0" y="1058333"/>
                    </a:moveTo>
                    <a:lnTo>
                      <a:pt x="0" y="0"/>
                    </a:lnTo>
                  </a:path>
                </a:pathLst>
              </a:custGeom>
              <a:noFill/>
              <a:ln w="19050" algn="ctr">
                <a:solidFill>
                  <a:schemeClr val="bg2">
                    <a:lumMod val="75000"/>
                  </a:schemeClr>
                </a:solidFill>
                <a:prstDash val="sysDash"/>
                <a:miter lim="800000"/>
                <a:headEnd/>
                <a:tailEnd/>
              </a:ln>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57" name="椭圆 30">
                <a:extLst>
                  <a:ext uri="{FF2B5EF4-FFF2-40B4-BE49-F238E27FC236}">
                    <a16:creationId xmlns:a16="http://schemas.microsoft.com/office/drawing/2014/main" id="{6D72A834-F9E5-6095-EED4-855A9F5BF31E}"/>
                  </a:ext>
                </a:extLst>
              </p:cNvPr>
              <p:cNvSpPr/>
              <p:nvPr/>
            </p:nvSpPr>
            <p:spPr bwMode="gray">
              <a:xfrm>
                <a:off x="5931873" y="3346539"/>
                <a:ext cx="238621" cy="238621"/>
              </a:xfrm>
              <a:prstGeom prst="ellipse">
                <a:avLst/>
              </a:prstGeom>
              <a:solidFill>
                <a:schemeClr val="bg1"/>
              </a:solidFill>
              <a:ln w="28575" cmpd="sng" algn="ctr">
                <a:solidFill>
                  <a:schemeClr val="accent2"/>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58" name="椭圆 28">
                <a:extLst>
                  <a:ext uri="{FF2B5EF4-FFF2-40B4-BE49-F238E27FC236}">
                    <a16:creationId xmlns:a16="http://schemas.microsoft.com/office/drawing/2014/main" id="{B9E4317B-ABB9-0DE1-721B-C313EFCF380E}"/>
                  </a:ext>
                </a:extLst>
              </p:cNvPr>
              <p:cNvSpPr/>
              <p:nvPr/>
            </p:nvSpPr>
            <p:spPr bwMode="gray">
              <a:xfrm>
                <a:off x="5979597" y="3394264"/>
                <a:ext cx="143173" cy="143173"/>
              </a:xfrm>
              <a:prstGeom prst="ellipse">
                <a:avLst/>
              </a:prstGeom>
              <a:solidFill>
                <a:schemeClr val="bg1"/>
              </a:solidFill>
              <a:ln w="19050" cmpd="sng" algn="ctr">
                <a:solidFill>
                  <a:schemeClr val="accent2"/>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59" name="椭圆 45">
                <a:extLst>
                  <a:ext uri="{FF2B5EF4-FFF2-40B4-BE49-F238E27FC236}">
                    <a16:creationId xmlns:a16="http://schemas.microsoft.com/office/drawing/2014/main" id="{EFD57187-74F4-16C7-BAE6-D173F955A915}"/>
                  </a:ext>
                </a:extLst>
              </p:cNvPr>
              <p:cNvSpPr/>
              <p:nvPr/>
            </p:nvSpPr>
            <p:spPr bwMode="gray">
              <a:xfrm>
                <a:off x="10270987" y="3359733"/>
                <a:ext cx="238621" cy="238621"/>
              </a:xfrm>
              <a:prstGeom prst="ellipse">
                <a:avLst/>
              </a:prstGeom>
              <a:solidFill>
                <a:schemeClr val="bg1"/>
              </a:solidFill>
              <a:ln w="28575" cmpd="sng" algn="ctr">
                <a:solidFill>
                  <a:srgbClr val="97999B"/>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60" name="椭圆 53">
                <a:extLst>
                  <a:ext uri="{FF2B5EF4-FFF2-40B4-BE49-F238E27FC236}">
                    <a16:creationId xmlns:a16="http://schemas.microsoft.com/office/drawing/2014/main" id="{1E981EE0-24B5-7721-14DC-AF12652D804D}"/>
                  </a:ext>
                </a:extLst>
              </p:cNvPr>
              <p:cNvSpPr/>
              <p:nvPr/>
            </p:nvSpPr>
            <p:spPr bwMode="gray">
              <a:xfrm>
                <a:off x="10318712" y="3407458"/>
                <a:ext cx="143173" cy="143173"/>
              </a:xfrm>
              <a:prstGeom prst="ellipse">
                <a:avLst/>
              </a:prstGeom>
              <a:solidFill>
                <a:schemeClr val="bg1"/>
              </a:solidFill>
              <a:ln w="19050" cmpd="sng" algn="ctr">
                <a:solidFill>
                  <a:srgbClr val="97999B"/>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61" name="椭圆 75">
                <a:extLst>
                  <a:ext uri="{FF2B5EF4-FFF2-40B4-BE49-F238E27FC236}">
                    <a16:creationId xmlns:a16="http://schemas.microsoft.com/office/drawing/2014/main" id="{A92FED7A-8694-EB35-D9B6-323991A43259}"/>
                  </a:ext>
                </a:extLst>
              </p:cNvPr>
              <p:cNvSpPr/>
              <p:nvPr/>
            </p:nvSpPr>
            <p:spPr bwMode="gray">
              <a:xfrm>
                <a:off x="7001039" y="3350827"/>
                <a:ext cx="238621" cy="238621"/>
              </a:xfrm>
              <a:prstGeom prst="ellipse">
                <a:avLst/>
              </a:prstGeom>
              <a:solidFill>
                <a:schemeClr val="bg1"/>
              </a:solidFill>
              <a:ln w="28575" cmpd="sng" algn="ctr">
                <a:solidFill>
                  <a:schemeClr val="accent6"/>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62" name="椭圆 83">
                <a:extLst>
                  <a:ext uri="{FF2B5EF4-FFF2-40B4-BE49-F238E27FC236}">
                    <a16:creationId xmlns:a16="http://schemas.microsoft.com/office/drawing/2014/main" id="{0DF095E1-26E5-1EE6-5683-3643309599AC}"/>
                  </a:ext>
                </a:extLst>
              </p:cNvPr>
              <p:cNvSpPr/>
              <p:nvPr/>
            </p:nvSpPr>
            <p:spPr bwMode="gray">
              <a:xfrm>
                <a:off x="7048764" y="3398552"/>
                <a:ext cx="143173" cy="143173"/>
              </a:xfrm>
              <a:prstGeom prst="ellipse">
                <a:avLst/>
              </a:prstGeom>
              <a:solidFill>
                <a:schemeClr val="bg1"/>
              </a:solidFill>
              <a:ln w="19050" cmpd="sng" algn="ctr">
                <a:solidFill>
                  <a:schemeClr val="accent6"/>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63" name="椭圆 30">
                <a:extLst>
                  <a:ext uri="{FF2B5EF4-FFF2-40B4-BE49-F238E27FC236}">
                    <a16:creationId xmlns:a16="http://schemas.microsoft.com/office/drawing/2014/main" id="{094E927C-E0DD-F5F4-C2E2-AD0378D996AD}"/>
                  </a:ext>
                </a:extLst>
              </p:cNvPr>
              <p:cNvSpPr/>
              <p:nvPr/>
            </p:nvSpPr>
            <p:spPr bwMode="gray">
              <a:xfrm>
                <a:off x="8122501" y="3359732"/>
                <a:ext cx="238621" cy="238621"/>
              </a:xfrm>
              <a:prstGeom prst="ellipse">
                <a:avLst/>
              </a:prstGeom>
              <a:solidFill>
                <a:schemeClr val="bg1"/>
              </a:solidFill>
              <a:ln w="28575" cmpd="sng" algn="ctr">
                <a:solidFill>
                  <a:schemeClr val="tx2"/>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64" name="椭圆 28">
                <a:extLst>
                  <a:ext uri="{FF2B5EF4-FFF2-40B4-BE49-F238E27FC236}">
                    <a16:creationId xmlns:a16="http://schemas.microsoft.com/office/drawing/2014/main" id="{B7347481-7694-DD0A-F801-66B5BA1DA07F}"/>
                  </a:ext>
                </a:extLst>
              </p:cNvPr>
              <p:cNvSpPr/>
              <p:nvPr/>
            </p:nvSpPr>
            <p:spPr bwMode="gray">
              <a:xfrm>
                <a:off x="8170225" y="3407457"/>
                <a:ext cx="143173" cy="143173"/>
              </a:xfrm>
              <a:prstGeom prst="ellipse">
                <a:avLst/>
              </a:prstGeom>
              <a:solidFill>
                <a:schemeClr val="bg1"/>
              </a:solidFill>
              <a:ln w="19050" cmpd="sng" algn="ctr">
                <a:solidFill>
                  <a:schemeClr val="tx2"/>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65" name="椭圆 30">
                <a:extLst>
                  <a:ext uri="{FF2B5EF4-FFF2-40B4-BE49-F238E27FC236}">
                    <a16:creationId xmlns:a16="http://schemas.microsoft.com/office/drawing/2014/main" id="{AF249C2B-BA70-5F5C-28A5-EB3A2A69234F}"/>
                  </a:ext>
                </a:extLst>
              </p:cNvPr>
              <p:cNvSpPr/>
              <p:nvPr/>
            </p:nvSpPr>
            <p:spPr bwMode="gray">
              <a:xfrm>
                <a:off x="9188391" y="3346539"/>
                <a:ext cx="238621" cy="238621"/>
              </a:xfrm>
              <a:prstGeom prst="ellipse">
                <a:avLst/>
              </a:prstGeom>
              <a:solidFill>
                <a:schemeClr val="bg1"/>
              </a:solidFill>
              <a:ln w="28575" cmpd="sng" algn="ctr">
                <a:solidFill>
                  <a:schemeClr val="accent1"/>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66" name="椭圆 28">
                <a:extLst>
                  <a:ext uri="{FF2B5EF4-FFF2-40B4-BE49-F238E27FC236}">
                    <a16:creationId xmlns:a16="http://schemas.microsoft.com/office/drawing/2014/main" id="{D254BEF1-7BCA-A252-D660-DB890F389C63}"/>
                  </a:ext>
                </a:extLst>
              </p:cNvPr>
              <p:cNvSpPr/>
              <p:nvPr/>
            </p:nvSpPr>
            <p:spPr bwMode="gray">
              <a:xfrm>
                <a:off x="9236115" y="3394264"/>
                <a:ext cx="143173" cy="143173"/>
              </a:xfrm>
              <a:prstGeom prst="ellipse">
                <a:avLst/>
              </a:prstGeom>
              <a:solidFill>
                <a:schemeClr val="bg1"/>
              </a:solidFill>
              <a:ln w="19050" cmpd="sng" algn="ctr">
                <a:solidFill>
                  <a:schemeClr val="accent1"/>
                </a:solidFill>
                <a:prstDash val="solid"/>
                <a:miter lim="800000"/>
                <a:headEnd/>
                <a:tailEnd/>
              </a:ln>
            </p:spPr>
            <p:txBody>
              <a:bodyPr wrap="square" lIns="88900" tIns="88900" rIns="88900" bIns="88900" rtlCol="0" anchor="ctr"/>
              <a:lstStyle/>
              <a:p>
                <a:pPr marL="0" marR="0" lvl="0" indent="0" algn="ctr" defTabSz="1219170" rtl="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67" name="TextBox 66">
                <a:extLst>
                  <a:ext uri="{FF2B5EF4-FFF2-40B4-BE49-F238E27FC236}">
                    <a16:creationId xmlns:a16="http://schemas.microsoft.com/office/drawing/2014/main" id="{A4533465-6456-6030-623D-E0B377843A25}"/>
                  </a:ext>
                </a:extLst>
              </p:cNvPr>
              <p:cNvSpPr txBox="1"/>
              <p:nvPr/>
            </p:nvSpPr>
            <p:spPr>
              <a:xfrm>
                <a:off x="5742933" y="2268860"/>
                <a:ext cx="1545270" cy="430887"/>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06: </a:t>
                </a:r>
                <a:r>
                  <a:rPr kumimoji="0" lang="en-US" sz="1100" b="1" i="0" u="none" strike="noStrike" kern="1200" cap="none" spc="0" normalizeH="0" baseline="0" noProof="0">
                    <a:ln>
                      <a:noFill/>
                    </a:ln>
                    <a:solidFill>
                      <a:srgbClr val="43B02A"/>
                    </a:solidFill>
                    <a:effectLst/>
                    <a:uLnTx/>
                    <a:uFillTx/>
                    <a:latin typeface="Verdana" panose="020B0604030504040204" pitchFamily="34" charset="0"/>
                    <a:ea typeface="Verdana" panose="020B0604030504040204" pitchFamily="34" charset="0"/>
                    <a:cs typeface="+mn-cs"/>
                  </a:rPr>
                  <a:t>Bid Documentation </a:t>
                </a:r>
              </a:p>
            </p:txBody>
          </p:sp>
          <p:sp>
            <p:nvSpPr>
              <p:cNvPr id="68" name="TextBox 67">
                <a:extLst>
                  <a:ext uri="{FF2B5EF4-FFF2-40B4-BE49-F238E27FC236}">
                    <a16:creationId xmlns:a16="http://schemas.microsoft.com/office/drawing/2014/main" id="{B4D81B6A-E4FD-83FC-D85D-C712B079A65E}"/>
                  </a:ext>
                </a:extLst>
              </p:cNvPr>
              <p:cNvSpPr txBox="1"/>
              <p:nvPr/>
            </p:nvSpPr>
            <p:spPr>
              <a:xfrm>
                <a:off x="6553915" y="3954692"/>
                <a:ext cx="2041952" cy="600164"/>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07: </a:t>
                </a:r>
                <a:r>
                  <a:rPr kumimoji="0" lang="en-US" sz="1100" b="1" i="0" u="none" strike="noStrike" kern="1200" cap="none" spc="0" normalizeH="0" baseline="0" noProof="0">
                    <a:ln>
                      <a:noFill/>
                    </a:ln>
                    <a:solidFill>
                      <a:srgbClr val="007CB0"/>
                    </a:solidFill>
                    <a:effectLst/>
                    <a:uLnTx/>
                    <a:uFillTx/>
                    <a:latin typeface="Verdana" panose="020B0604030504040204" pitchFamily="34" charset="0"/>
                    <a:ea typeface="Verdana" panose="020B0604030504040204" pitchFamily="34" charset="0"/>
                    <a:cs typeface="+mn-cs"/>
                  </a:rPr>
                  <a:t>PPP Project Appraisal &amp; Approval, including VGF  </a:t>
                </a:r>
              </a:p>
            </p:txBody>
          </p:sp>
          <p:pic>
            <p:nvPicPr>
              <p:cNvPr id="69" name="Graphic 2085002223" descr="Folder Search with solid fill">
                <a:extLst>
                  <a:ext uri="{FF2B5EF4-FFF2-40B4-BE49-F238E27FC236}">
                    <a16:creationId xmlns:a16="http://schemas.microsoft.com/office/drawing/2014/main" id="{6D4A1E62-DA44-247D-A71A-FC31968EB6A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338352" y="2243626"/>
                <a:ext cx="494030" cy="494030"/>
              </a:xfrm>
              <a:prstGeom prst="rect">
                <a:avLst/>
              </a:prstGeom>
            </p:spPr>
          </p:pic>
          <p:pic>
            <p:nvPicPr>
              <p:cNvPr id="70" name="Graphic 22" descr="Basic Shapes with solid fill">
                <a:extLst>
                  <a:ext uri="{FF2B5EF4-FFF2-40B4-BE49-F238E27FC236}">
                    <a16:creationId xmlns:a16="http://schemas.microsoft.com/office/drawing/2014/main" id="{D5115984-F2A4-D932-460C-8235E8D5518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189899" y="3918257"/>
                <a:ext cx="483870" cy="483870"/>
              </a:xfrm>
              <a:prstGeom prst="rect">
                <a:avLst/>
              </a:prstGeom>
            </p:spPr>
          </p:pic>
          <p:cxnSp>
            <p:nvCxnSpPr>
              <p:cNvPr id="71" name="Straight Connector 70">
                <a:extLst>
                  <a:ext uri="{FF2B5EF4-FFF2-40B4-BE49-F238E27FC236}">
                    <a16:creationId xmlns:a16="http://schemas.microsoft.com/office/drawing/2014/main" id="{62B9A49B-ECA1-FD4F-A155-56859B461330}"/>
                  </a:ext>
                </a:extLst>
              </p:cNvPr>
              <p:cNvCxnSpPr>
                <a:cxnSpLocks/>
              </p:cNvCxnSpPr>
              <p:nvPr/>
            </p:nvCxnSpPr>
            <p:spPr>
              <a:xfrm flipV="1">
                <a:off x="6052234" y="2761303"/>
                <a:ext cx="0" cy="585236"/>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D590A9E-57BD-8C1A-565C-5149900BA51C}"/>
                  </a:ext>
                </a:extLst>
              </p:cNvPr>
              <p:cNvCxnSpPr>
                <a:cxnSpLocks/>
              </p:cNvCxnSpPr>
              <p:nvPr/>
            </p:nvCxnSpPr>
            <p:spPr>
              <a:xfrm flipV="1">
                <a:off x="7123418" y="3639580"/>
                <a:ext cx="0" cy="326404"/>
              </a:xfrm>
              <a:prstGeom prst="line">
                <a:avLst/>
              </a:prstGeom>
              <a:ln w="19050">
                <a:solidFill>
                  <a:schemeClr val="accent6"/>
                </a:solidFill>
                <a:prstDash val="sysDash"/>
              </a:ln>
            </p:spPr>
            <p:style>
              <a:lnRef idx="1">
                <a:schemeClr val="accent1"/>
              </a:lnRef>
              <a:fillRef idx="0">
                <a:schemeClr val="accent1"/>
              </a:fillRef>
              <a:effectRef idx="0">
                <a:schemeClr val="accent1"/>
              </a:effectRef>
              <a:fontRef idx="minor">
                <a:schemeClr val="tx1"/>
              </a:fontRef>
            </p:style>
          </p:cxnSp>
          <p:pic>
            <p:nvPicPr>
              <p:cNvPr id="73" name="Graphic 25" descr="Acquisition with solid fill">
                <a:extLst>
                  <a:ext uri="{FF2B5EF4-FFF2-40B4-BE49-F238E27FC236}">
                    <a16:creationId xmlns:a16="http://schemas.microsoft.com/office/drawing/2014/main" id="{56058D9F-5085-FAEC-9E09-68EF93D9763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358611" y="1786240"/>
                <a:ext cx="550003" cy="550003"/>
              </a:xfrm>
              <a:prstGeom prst="rect">
                <a:avLst/>
              </a:prstGeom>
            </p:spPr>
          </p:pic>
          <p:sp>
            <p:nvSpPr>
              <p:cNvPr id="74" name="TextBox 73">
                <a:extLst>
                  <a:ext uri="{FF2B5EF4-FFF2-40B4-BE49-F238E27FC236}">
                    <a16:creationId xmlns:a16="http://schemas.microsoft.com/office/drawing/2014/main" id="{2E3719AF-1F20-534C-9AF1-84AA5A17E64F}"/>
                  </a:ext>
                </a:extLst>
              </p:cNvPr>
              <p:cNvSpPr txBox="1"/>
              <p:nvPr/>
            </p:nvSpPr>
            <p:spPr>
              <a:xfrm>
                <a:off x="7846005" y="1741025"/>
                <a:ext cx="1507139" cy="600164"/>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08</a:t>
                </a:r>
                <a:r>
                  <a:rPr kumimoji="0" lang="en-US" sz="1100" b="1" i="0" u="none" strike="noStrike" kern="1200" cap="none" spc="0" normalizeH="0" baseline="0" noProof="0">
                    <a:ln>
                      <a:noFill/>
                    </a:ln>
                    <a:solidFill>
                      <a:srgbClr val="53565A"/>
                    </a:solidFill>
                    <a:effectLst/>
                    <a:uLnTx/>
                    <a:uFillTx/>
                    <a:latin typeface="Verdana" panose="020B0604030504040204" pitchFamily="34" charset="0"/>
                    <a:ea typeface="Verdana" panose="020B0604030504040204" pitchFamily="34" charset="0"/>
                    <a:cs typeface="+mn-cs"/>
                  </a:rPr>
                  <a:t>: Pre-procurement Activities </a:t>
                </a:r>
              </a:p>
            </p:txBody>
          </p:sp>
          <p:cxnSp>
            <p:nvCxnSpPr>
              <p:cNvPr id="75" name="Straight Connector 74">
                <a:extLst>
                  <a:ext uri="{FF2B5EF4-FFF2-40B4-BE49-F238E27FC236}">
                    <a16:creationId xmlns:a16="http://schemas.microsoft.com/office/drawing/2014/main" id="{7810CAE3-A837-4CFC-77C8-6DB0ADE01D32}"/>
                  </a:ext>
                </a:extLst>
              </p:cNvPr>
              <p:cNvCxnSpPr>
                <a:cxnSpLocks/>
              </p:cNvCxnSpPr>
              <p:nvPr/>
            </p:nvCxnSpPr>
            <p:spPr>
              <a:xfrm flipV="1">
                <a:off x="8229111" y="2452308"/>
                <a:ext cx="12700" cy="894231"/>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pic>
            <p:nvPicPr>
              <p:cNvPr id="76" name="Graphic 26" descr="Customer review with solid fill">
                <a:extLst>
                  <a:ext uri="{FF2B5EF4-FFF2-40B4-BE49-F238E27FC236}">
                    <a16:creationId xmlns:a16="http://schemas.microsoft.com/office/drawing/2014/main" id="{65B507D3-9307-ABCE-5D3E-5C99B7117D4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505213" y="3853405"/>
                <a:ext cx="483870" cy="483870"/>
              </a:xfrm>
              <a:prstGeom prst="rect">
                <a:avLst/>
              </a:prstGeom>
            </p:spPr>
          </p:pic>
          <p:sp>
            <p:nvSpPr>
              <p:cNvPr id="77" name="TextBox 76">
                <a:extLst>
                  <a:ext uri="{FF2B5EF4-FFF2-40B4-BE49-F238E27FC236}">
                    <a16:creationId xmlns:a16="http://schemas.microsoft.com/office/drawing/2014/main" id="{BDF523AD-8F14-47FF-996D-3FC4D07C27F8}"/>
                  </a:ext>
                </a:extLst>
              </p:cNvPr>
              <p:cNvSpPr txBox="1"/>
              <p:nvPr/>
            </p:nvSpPr>
            <p:spPr>
              <a:xfrm>
                <a:off x="9937666" y="3809744"/>
                <a:ext cx="1464201" cy="600164"/>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09: </a:t>
                </a:r>
                <a:r>
                  <a:rPr kumimoji="0" lang="en-US" sz="1100" b="1" i="0" u="none" strike="noStrike" kern="1200" cap="none" spc="0" normalizeH="0" baseline="0" noProof="0">
                    <a:ln>
                      <a:noFill/>
                    </a:ln>
                    <a:solidFill>
                      <a:srgbClr val="86BC25"/>
                    </a:solidFill>
                    <a:effectLst/>
                    <a:uLnTx/>
                    <a:uFillTx/>
                    <a:latin typeface="Verdana" panose="020B0604030504040204" pitchFamily="34" charset="0"/>
                    <a:ea typeface="Verdana" panose="020B0604030504040204" pitchFamily="34" charset="0"/>
                    <a:cs typeface="+mn-cs"/>
                  </a:rPr>
                  <a:t>Bid Process Management</a:t>
                </a:r>
              </a:p>
            </p:txBody>
          </p:sp>
          <p:sp>
            <p:nvSpPr>
              <p:cNvPr id="78" name="TextBox 77">
                <a:extLst>
                  <a:ext uri="{FF2B5EF4-FFF2-40B4-BE49-F238E27FC236}">
                    <a16:creationId xmlns:a16="http://schemas.microsoft.com/office/drawing/2014/main" id="{B49F0DF1-F78A-5603-0911-192E45F4E0A1}"/>
                  </a:ext>
                </a:extLst>
              </p:cNvPr>
              <p:cNvSpPr txBox="1"/>
              <p:nvPr/>
            </p:nvSpPr>
            <p:spPr>
              <a:xfrm>
                <a:off x="9649377" y="2107579"/>
                <a:ext cx="1739115" cy="430887"/>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Stage 10: </a:t>
                </a:r>
                <a:r>
                  <a:rPr kumimoji="0" lang="en-US" sz="1100" b="1" i="0" u="none" strike="noStrike" kern="1200" cap="none" spc="0" normalizeH="0" baseline="0" noProof="0">
                    <a:ln>
                      <a:noFill/>
                    </a:ln>
                    <a:solidFill>
                      <a:prstClr val="black">
                        <a:lumMod val="50000"/>
                        <a:lumOff val="50000"/>
                      </a:prstClr>
                    </a:solidFill>
                    <a:effectLst/>
                    <a:uLnTx/>
                    <a:uFillTx/>
                    <a:latin typeface="Verdana" panose="020B0604030504040204" pitchFamily="34" charset="0"/>
                    <a:ea typeface="Verdana" panose="020B0604030504040204" pitchFamily="34" charset="0"/>
                    <a:cs typeface="+mn-cs"/>
                  </a:rPr>
                  <a:t>PPP Contract Signing </a:t>
                </a:r>
              </a:p>
            </p:txBody>
          </p:sp>
          <p:pic>
            <p:nvPicPr>
              <p:cNvPr id="79" name="Graphic 216330045" descr="Contract with solid fill">
                <a:extLst>
                  <a:ext uri="{FF2B5EF4-FFF2-40B4-BE49-F238E27FC236}">
                    <a16:creationId xmlns:a16="http://schemas.microsoft.com/office/drawing/2014/main" id="{AFE979E8-7E0C-E70C-D82D-A2D105B5949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350477" y="2121057"/>
                <a:ext cx="403929" cy="403929"/>
              </a:xfrm>
              <a:prstGeom prst="rect">
                <a:avLst/>
              </a:prstGeom>
            </p:spPr>
          </p:pic>
          <p:sp>
            <p:nvSpPr>
              <p:cNvPr id="80" name="Freeform: Shape 79">
                <a:extLst>
                  <a:ext uri="{FF2B5EF4-FFF2-40B4-BE49-F238E27FC236}">
                    <a16:creationId xmlns:a16="http://schemas.microsoft.com/office/drawing/2014/main" id="{701C8153-F93C-3D6F-26DC-B61720EE6BA1}"/>
                  </a:ext>
                </a:extLst>
              </p:cNvPr>
              <p:cNvSpPr/>
              <p:nvPr/>
            </p:nvSpPr>
            <p:spPr bwMode="gray">
              <a:xfrm flipH="1">
                <a:off x="9307095" y="3589269"/>
                <a:ext cx="193970" cy="465267"/>
              </a:xfrm>
              <a:custGeom>
                <a:avLst/>
                <a:gdLst>
                  <a:gd name="connsiteX0" fmla="*/ 397933 w 397933"/>
                  <a:gd name="connsiteY0" fmla="*/ 0 h 668866"/>
                  <a:gd name="connsiteX1" fmla="*/ 397933 w 397933"/>
                  <a:gd name="connsiteY1" fmla="*/ 668866 h 668866"/>
                  <a:gd name="connsiteX2" fmla="*/ 0 w 397933"/>
                  <a:gd name="connsiteY2" fmla="*/ 668866 h 668866"/>
                </a:gdLst>
                <a:ahLst/>
                <a:cxnLst>
                  <a:cxn ang="0">
                    <a:pos x="connsiteX0" y="connsiteY0"/>
                  </a:cxn>
                  <a:cxn ang="0">
                    <a:pos x="connsiteX1" y="connsiteY1"/>
                  </a:cxn>
                  <a:cxn ang="0">
                    <a:pos x="connsiteX2" y="connsiteY2"/>
                  </a:cxn>
                </a:cxnLst>
                <a:rect l="l" t="t" r="r" b="b"/>
                <a:pathLst>
                  <a:path w="397933" h="668866">
                    <a:moveTo>
                      <a:pt x="397933" y="0"/>
                    </a:moveTo>
                    <a:lnTo>
                      <a:pt x="397933" y="668866"/>
                    </a:lnTo>
                    <a:lnTo>
                      <a:pt x="0" y="668866"/>
                    </a:lnTo>
                  </a:path>
                </a:pathLst>
              </a:custGeom>
              <a:noFill/>
              <a:ln w="19050" algn="ctr">
                <a:solidFill>
                  <a:schemeClr val="accent1"/>
                </a:solidFill>
                <a:prstDash val="sysDash"/>
                <a:miter lim="800000"/>
                <a:headEnd/>
                <a:tailEnd/>
              </a:ln>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cxnSp>
            <p:nvCxnSpPr>
              <p:cNvPr id="81" name="Straight Connector 80">
                <a:extLst>
                  <a:ext uri="{FF2B5EF4-FFF2-40B4-BE49-F238E27FC236}">
                    <a16:creationId xmlns:a16="http://schemas.microsoft.com/office/drawing/2014/main" id="{AD8A5D44-6583-7744-0FA6-48F52FB77665}"/>
                  </a:ext>
                </a:extLst>
              </p:cNvPr>
              <p:cNvCxnSpPr>
                <a:cxnSpLocks/>
              </p:cNvCxnSpPr>
              <p:nvPr/>
            </p:nvCxnSpPr>
            <p:spPr>
              <a:xfrm flipV="1">
                <a:off x="10373135" y="2671757"/>
                <a:ext cx="3028" cy="687975"/>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grpSp>
        <p:sp>
          <p:nvSpPr>
            <p:cNvPr id="82" name="TextBox 81">
              <a:extLst>
                <a:ext uri="{FF2B5EF4-FFF2-40B4-BE49-F238E27FC236}">
                  <a16:creationId xmlns:a16="http://schemas.microsoft.com/office/drawing/2014/main" id="{70C7CF04-65F7-CC35-328E-D64C0F80A62B}"/>
                </a:ext>
              </a:extLst>
            </p:cNvPr>
            <p:cNvSpPr txBox="1"/>
            <p:nvPr/>
          </p:nvSpPr>
          <p:spPr>
            <a:xfrm>
              <a:off x="5081760" y="1807899"/>
              <a:ext cx="6156000" cy="244662"/>
            </a:xfrm>
            <a:prstGeom prst="rect">
              <a:avLst/>
            </a:prstGeom>
            <a:noFill/>
          </p:spPr>
          <p:txBody>
            <a:bodyPr wrap="square" lIns="0" tIns="0" rIns="0" bIns="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9592"/>
                  </a:solidFill>
                  <a:effectLst/>
                  <a:uLnTx/>
                  <a:uFillTx/>
                  <a:latin typeface="Verdana" panose="020B0604030504040204" pitchFamily="34" charset="0"/>
                  <a:ea typeface="Verdana" panose="020B0604030504040204" pitchFamily="34" charset="0"/>
                  <a:cs typeface="+mn-cs"/>
                </a:rPr>
                <a:t>Support line departments in below stages of the PPP transaction advisory lifecycle…  </a:t>
              </a:r>
            </a:p>
          </p:txBody>
        </p:sp>
        <p:sp>
          <p:nvSpPr>
            <p:cNvPr id="87" name="TextBox 86">
              <a:extLst>
                <a:ext uri="{FF2B5EF4-FFF2-40B4-BE49-F238E27FC236}">
                  <a16:creationId xmlns:a16="http://schemas.microsoft.com/office/drawing/2014/main" id="{35DDD5A9-719A-6CEE-EAA1-0F8241F1E92D}"/>
                </a:ext>
              </a:extLst>
            </p:cNvPr>
            <p:cNvSpPr txBox="1"/>
            <p:nvPr/>
          </p:nvSpPr>
          <p:spPr>
            <a:xfrm rot="16200000">
              <a:off x="-1323014" y="3854244"/>
              <a:ext cx="3541553"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PPP transaction advisory lifecycle </a:t>
              </a:r>
            </a:p>
          </p:txBody>
        </p:sp>
      </p:grpSp>
      <p:sp>
        <p:nvSpPr>
          <p:cNvPr id="89" name="TextBox 88">
            <a:extLst>
              <a:ext uri="{FF2B5EF4-FFF2-40B4-BE49-F238E27FC236}">
                <a16:creationId xmlns:a16="http://schemas.microsoft.com/office/drawing/2014/main" id="{55D61658-96EE-4B76-4719-B1EE2F26BF56}"/>
              </a:ext>
            </a:extLst>
          </p:cNvPr>
          <p:cNvSpPr txBox="1"/>
          <p:nvPr/>
        </p:nvSpPr>
        <p:spPr>
          <a:xfrm>
            <a:off x="462000" y="5862032"/>
            <a:ext cx="11268000" cy="430887"/>
          </a:xfrm>
          <a:prstGeom prst="rect">
            <a:avLst/>
          </a:prstGeom>
          <a:noFill/>
        </p:spPr>
        <p:txBody>
          <a:bodyPr wrap="square" lIns="36000" tIns="36000" rIns="36000" bIns="3600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9592"/>
                </a:solidFill>
                <a:effectLst/>
                <a:uLnTx/>
                <a:uFillTx/>
                <a:latin typeface="Verdana" panose="020B0604030504040204" pitchFamily="34" charset="0"/>
                <a:ea typeface="Verdana" panose="020B0604030504040204" pitchFamily="34" charset="0"/>
                <a:cs typeface="+mn-cs"/>
              </a:rPr>
              <a:t>Initial structuring of projects, followed by identification of relevant investors, preparing marketing collateral and meeting potential developers/investors to market test projects shall also be undertaken. Further, status updates on ongoing PPP projects shall be collected, recorded and presented to DVC periodically. </a:t>
            </a:r>
            <a:endParaRPr kumimoji="0" lang="en-IN" sz="1100" b="0" i="0" u="none" strike="noStrike" kern="1200" cap="none" spc="0" normalizeH="0" baseline="0" noProof="0">
              <a:ln>
                <a:noFill/>
              </a:ln>
              <a:solidFill>
                <a:srgbClr val="009592"/>
              </a:solidFill>
              <a:effectLst/>
              <a:uLnTx/>
              <a:uFillTx/>
              <a:latin typeface="Verdana" panose="020B0604030504040204" pitchFamily="34" charset="0"/>
              <a:ea typeface="Verdana" panose="020B0604030504040204" pitchFamily="34" charset="0"/>
              <a:cs typeface="+mn-cs"/>
            </a:endParaRPr>
          </a:p>
        </p:txBody>
      </p:sp>
      <p:pic>
        <p:nvPicPr>
          <p:cNvPr id="4" name="Picture 3">
            <a:hlinkClick r:id="rId25" action="ppaction://hlinksldjump"/>
            <a:extLst>
              <a:ext uri="{FF2B5EF4-FFF2-40B4-BE49-F238E27FC236}">
                <a16:creationId xmlns:a16="http://schemas.microsoft.com/office/drawing/2014/main" id="{60DAA993-593E-DB59-560C-798F39BC2F61}"/>
              </a:ext>
            </a:extLst>
          </p:cNvPr>
          <p:cNvPicPr>
            <a:picLocks noChangeAspect="1"/>
          </p:cNvPicPr>
          <p:nvPr/>
        </p:nvPicPr>
        <p:blipFill>
          <a:blip r:embed="rId26"/>
          <a:stretch>
            <a:fillRect/>
          </a:stretch>
        </p:blipFill>
        <p:spPr>
          <a:xfrm>
            <a:off x="11726283" y="113485"/>
            <a:ext cx="359695" cy="365792"/>
          </a:xfrm>
          <a:prstGeom prst="rect">
            <a:avLst/>
          </a:prstGeom>
        </p:spPr>
      </p:pic>
      <p:sp>
        <p:nvSpPr>
          <p:cNvPr id="8" name="Rectangle 7">
            <a:hlinkClick r:id="rId27" action="ppaction://hlinksldjump"/>
            <a:extLst>
              <a:ext uri="{FF2B5EF4-FFF2-40B4-BE49-F238E27FC236}">
                <a16:creationId xmlns:a16="http://schemas.microsoft.com/office/drawing/2014/main" id="{22207121-B9E8-E7FA-52F8-DD6885927F43}"/>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9" name="Freeform 15">
            <a:extLst>
              <a:ext uri="{FF2B5EF4-FFF2-40B4-BE49-F238E27FC236}">
                <a16:creationId xmlns:a16="http://schemas.microsoft.com/office/drawing/2014/main" id="{05096F4C-70AD-9F8C-D7E8-A2E664AE2349}"/>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10" name="Freeform 16">
            <a:extLst>
              <a:ext uri="{FF2B5EF4-FFF2-40B4-BE49-F238E27FC236}">
                <a16:creationId xmlns:a16="http://schemas.microsoft.com/office/drawing/2014/main" id="{6FE6E78B-4F31-1B4E-42AA-B61EDB82AEF6}"/>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11" name="Freeform 6">
            <a:extLst>
              <a:ext uri="{FF2B5EF4-FFF2-40B4-BE49-F238E27FC236}">
                <a16:creationId xmlns:a16="http://schemas.microsoft.com/office/drawing/2014/main" id="{1DE9D40C-FE0E-4894-4DB8-48FDAB3DABC9}"/>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12" name="Rectangle: Rounded Corners 11">
            <a:extLst>
              <a:ext uri="{FF2B5EF4-FFF2-40B4-BE49-F238E27FC236}">
                <a16:creationId xmlns:a16="http://schemas.microsoft.com/office/drawing/2014/main" id="{AE48A796-DCAE-31D8-A2D9-7D0EB0E05775}"/>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19" name="Rectangle 18">
            <a:hlinkClick r:id="rId28" action="ppaction://hlinksldjump"/>
            <a:extLst>
              <a:ext uri="{FF2B5EF4-FFF2-40B4-BE49-F238E27FC236}">
                <a16:creationId xmlns:a16="http://schemas.microsoft.com/office/drawing/2014/main" id="{ADB11720-71E1-2628-B0A4-2E7138AF33C6}"/>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23" name="Rectangle 22">
            <a:hlinkClick r:id="rId29" action="ppaction://hlinksldjump"/>
            <a:extLst>
              <a:ext uri="{FF2B5EF4-FFF2-40B4-BE49-F238E27FC236}">
                <a16:creationId xmlns:a16="http://schemas.microsoft.com/office/drawing/2014/main" id="{E90F0426-7366-2BFD-8B82-38B305A9BEB8}"/>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24" name="Rectangle 23">
            <a:hlinkClick r:id="rId30" action="ppaction://hlinksldjump"/>
            <a:extLst>
              <a:ext uri="{FF2B5EF4-FFF2-40B4-BE49-F238E27FC236}">
                <a16:creationId xmlns:a16="http://schemas.microsoft.com/office/drawing/2014/main" id="{A98E60A1-0E3D-D756-CD91-D95616E11873}"/>
              </a:ext>
            </a:extLst>
          </p:cNvPr>
          <p:cNvSpPr/>
          <p:nvPr/>
        </p:nvSpPr>
        <p:spPr bwMode="gray">
          <a:xfrm>
            <a:off x="9660055"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28" name="Rectangle 27">
            <a:hlinkClick r:id="rId31" action="ppaction://hlinksldjump"/>
            <a:extLst>
              <a:ext uri="{FF2B5EF4-FFF2-40B4-BE49-F238E27FC236}">
                <a16:creationId xmlns:a16="http://schemas.microsoft.com/office/drawing/2014/main" id="{18D855CC-9962-D3EB-8F7A-37D1C1DC5011}"/>
              </a:ext>
            </a:extLst>
          </p:cNvPr>
          <p:cNvSpPr/>
          <p:nvPr/>
        </p:nvSpPr>
        <p:spPr bwMode="gray">
          <a:xfrm>
            <a:off x="10003078"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35" name="Rectangle 34">
            <a:hlinkClick r:id="rId32" action="ppaction://hlinksldjump"/>
            <a:extLst>
              <a:ext uri="{FF2B5EF4-FFF2-40B4-BE49-F238E27FC236}">
                <a16:creationId xmlns:a16="http://schemas.microsoft.com/office/drawing/2014/main" id="{4D6C785C-D29E-DC3F-936D-0667D9B57FE8}"/>
              </a:ext>
            </a:extLst>
          </p:cNvPr>
          <p:cNvSpPr/>
          <p:nvPr/>
        </p:nvSpPr>
        <p:spPr bwMode="gray">
          <a:xfrm>
            <a:off x="10346101" y="-9900"/>
            <a:ext cx="274320" cy="274320"/>
          </a:xfrm>
          <a:prstGeom prst="rect">
            <a:avLst/>
          </a:prstGeom>
          <a:solidFill>
            <a:schemeClr val="accent6"/>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38" name="Rectangle 37">
            <a:hlinkClick r:id="rId33" action="ppaction://hlinksldjump"/>
            <a:extLst>
              <a:ext uri="{FF2B5EF4-FFF2-40B4-BE49-F238E27FC236}">
                <a16:creationId xmlns:a16="http://schemas.microsoft.com/office/drawing/2014/main" id="{A5F4DA88-13AD-37D3-7A33-0DA6F8A7D702}"/>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75063324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45CBD9C5-AD6A-978B-5A90-4EDD908CE23D}"/>
              </a:ext>
            </a:extLst>
          </p:cNvPr>
          <p:cNvSpPr>
            <a:spLocks noGrp="1"/>
          </p:cNvSpPr>
          <p:nvPr>
            <p:ph type="title"/>
          </p:nvPr>
        </p:nvSpPr>
        <p:spPr>
          <a:xfrm>
            <a:off x="470633" y="312969"/>
            <a:ext cx="11436350" cy="307777"/>
          </a:xfrm>
        </p:spPr>
        <p:txBody>
          <a:bodyPr vert="horz"/>
          <a:lstStyle/>
          <a:p>
            <a:r>
              <a:rPr lang="en-US" sz="1800" b="1">
                <a:latin typeface="Verdana" panose="020B0604030504040204" pitchFamily="34" charset="0"/>
                <a:ea typeface="Verdana" panose="020B0604030504040204" pitchFamily="34" charset="0"/>
              </a:rPr>
              <a:t>Monetization example: land parcel based monetization </a:t>
            </a:r>
            <a:br>
              <a:rPr lang="en-US" sz="1800" b="1">
                <a:latin typeface="Verdana" panose="020B0604030504040204" pitchFamily="34" charset="0"/>
                <a:ea typeface="Verdana" panose="020B0604030504040204" pitchFamily="34" charset="0"/>
              </a:rPr>
            </a:br>
            <a:endParaRPr lang="en-US" sz="1800" b="1">
              <a:latin typeface="Verdana" panose="020B0604030504040204" pitchFamily="34" charset="0"/>
              <a:ea typeface="Verdana" panose="020B0604030504040204" pitchFamily="34" charset="0"/>
            </a:endParaRPr>
          </a:p>
        </p:txBody>
      </p:sp>
      <p:sp>
        <p:nvSpPr>
          <p:cNvPr id="86" name="Rectangle 85">
            <a:extLst>
              <a:ext uri="{FF2B5EF4-FFF2-40B4-BE49-F238E27FC236}">
                <a16:creationId xmlns:a16="http://schemas.microsoft.com/office/drawing/2014/main" id="{BD658CB9-5149-4399-9220-88F2119D21CE}"/>
              </a:ext>
            </a:extLst>
          </p:cNvPr>
          <p:cNvSpPr/>
          <p:nvPr/>
        </p:nvSpPr>
        <p:spPr bwMode="gray">
          <a:xfrm>
            <a:off x="2936562" y="1665441"/>
            <a:ext cx="8626672" cy="442304"/>
          </a:xfrm>
          <a:prstGeom prst="rect">
            <a:avLst/>
          </a:prstGeom>
          <a:solidFill>
            <a:srgbClr val="004F59"/>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Damodar Valley Corporation (DVC)</a:t>
            </a:r>
          </a:p>
        </p:txBody>
      </p:sp>
      <p:sp>
        <p:nvSpPr>
          <p:cNvPr id="96" name="TextBox 95">
            <a:extLst>
              <a:ext uri="{FF2B5EF4-FFF2-40B4-BE49-F238E27FC236}">
                <a16:creationId xmlns:a16="http://schemas.microsoft.com/office/drawing/2014/main" id="{E31E4082-5047-EB83-32E3-8DE07E689627}"/>
              </a:ext>
            </a:extLst>
          </p:cNvPr>
          <p:cNvSpPr txBox="1"/>
          <p:nvPr/>
        </p:nvSpPr>
        <p:spPr>
          <a:xfrm>
            <a:off x="528972" y="1820267"/>
            <a:ext cx="1112702"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Authority</a:t>
            </a:r>
          </a:p>
        </p:txBody>
      </p:sp>
      <p:sp>
        <p:nvSpPr>
          <p:cNvPr id="99" name="TextBox 98">
            <a:extLst>
              <a:ext uri="{FF2B5EF4-FFF2-40B4-BE49-F238E27FC236}">
                <a16:creationId xmlns:a16="http://schemas.microsoft.com/office/drawing/2014/main" id="{67817DCF-FAE6-FEB8-F3C4-6C49DCA957A5}"/>
              </a:ext>
            </a:extLst>
          </p:cNvPr>
          <p:cNvSpPr txBox="1"/>
          <p:nvPr/>
        </p:nvSpPr>
        <p:spPr>
          <a:xfrm>
            <a:off x="528973" y="3123324"/>
            <a:ext cx="2107916"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Broad PPP structures for development</a:t>
            </a:r>
          </a:p>
        </p:txBody>
      </p:sp>
      <p:sp>
        <p:nvSpPr>
          <p:cNvPr id="104" name="TextBox 103">
            <a:extLst>
              <a:ext uri="{FF2B5EF4-FFF2-40B4-BE49-F238E27FC236}">
                <a16:creationId xmlns:a16="http://schemas.microsoft.com/office/drawing/2014/main" id="{BC9ED88E-D5AC-0263-A1FC-79F0A97D9B75}"/>
              </a:ext>
            </a:extLst>
          </p:cNvPr>
          <p:cNvSpPr txBox="1"/>
          <p:nvPr/>
        </p:nvSpPr>
        <p:spPr>
          <a:xfrm>
            <a:off x="528972" y="4787247"/>
            <a:ext cx="2107917"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Project structuring</a:t>
            </a:r>
          </a:p>
        </p:txBody>
      </p:sp>
      <p:sp>
        <p:nvSpPr>
          <p:cNvPr id="105" name="TextBox 104">
            <a:extLst>
              <a:ext uri="{FF2B5EF4-FFF2-40B4-BE49-F238E27FC236}">
                <a16:creationId xmlns:a16="http://schemas.microsoft.com/office/drawing/2014/main" id="{CE4C4C1F-CED0-9753-95AA-AE008DADA578}"/>
              </a:ext>
            </a:extLst>
          </p:cNvPr>
          <p:cNvSpPr txBox="1"/>
          <p:nvPr/>
        </p:nvSpPr>
        <p:spPr>
          <a:xfrm>
            <a:off x="528972" y="2238369"/>
            <a:ext cx="210791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Possible support required from DVC </a:t>
            </a:r>
          </a:p>
        </p:txBody>
      </p:sp>
      <p:sp>
        <p:nvSpPr>
          <p:cNvPr id="106" name="TextBox 105">
            <a:extLst>
              <a:ext uri="{FF2B5EF4-FFF2-40B4-BE49-F238E27FC236}">
                <a16:creationId xmlns:a16="http://schemas.microsoft.com/office/drawing/2014/main" id="{0BDCEA0B-6166-25DF-63D0-D5DB5234D34B}"/>
              </a:ext>
            </a:extLst>
          </p:cNvPr>
          <p:cNvSpPr txBox="1"/>
          <p:nvPr/>
        </p:nvSpPr>
        <p:spPr>
          <a:xfrm>
            <a:off x="2905311" y="2247233"/>
            <a:ext cx="8657923"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313131"/>
                </a:solidFill>
                <a:effectLst/>
                <a:uLnTx/>
                <a:uFillTx/>
                <a:latin typeface="Verdana" panose="020B0604030504040204" pitchFamily="34" charset="0"/>
                <a:ea typeface="Verdana" panose="020B0604030504040204" pitchFamily="34" charset="0"/>
                <a:cs typeface="Calibri" panose="020F0502020204030204" pitchFamily="34" charset="0"/>
              </a:rPr>
              <a:t>Capital support/grant for development of common infrastructure facilities and provisions for operational grant to the developer and subsidy to the end users</a:t>
            </a:r>
          </a:p>
        </p:txBody>
      </p:sp>
      <p:sp>
        <p:nvSpPr>
          <p:cNvPr id="111" name="TextBox 110">
            <a:extLst>
              <a:ext uri="{FF2B5EF4-FFF2-40B4-BE49-F238E27FC236}">
                <a16:creationId xmlns:a16="http://schemas.microsoft.com/office/drawing/2014/main" id="{A2D54F19-92FC-4BEB-E5A0-96D0A5B68052}"/>
              </a:ext>
            </a:extLst>
          </p:cNvPr>
          <p:cNvSpPr txBox="1"/>
          <p:nvPr/>
        </p:nvSpPr>
        <p:spPr>
          <a:xfrm>
            <a:off x="378033" y="1122919"/>
            <a:ext cx="11358049"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angal" panose="02040503050203030202" pitchFamily="18" charset="0"/>
              </a:rPr>
              <a:t>DVC may monetize its suitable land parcels in Jharkhand and West Bengal as an additional and alternative source of revenue. </a:t>
            </a:r>
          </a:p>
        </p:txBody>
      </p:sp>
      <p:grpSp>
        <p:nvGrpSpPr>
          <p:cNvPr id="116" name="Group 115">
            <a:extLst>
              <a:ext uri="{FF2B5EF4-FFF2-40B4-BE49-F238E27FC236}">
                <a16:creationId xmlns:a16="http://schemas.microsoft.com/office/drawing/2014/main" id="{F44E1869-DB08-431B-0106-F250F3617F45}"/>
              </a:ext>
            </a:extLst>
          </p:cNvPr>
          <p:cNvGrpSpPr/>
          <p:nvPr/>
        </p:nvGrpSpPr>
        <p:grpSpPr>
          <a:xfrm>
            <a:off x="2936562" y="2816971"/>
            <a:ext cx="8626672" cy="2565323"/>
            <a:chOff x="2936562" y="3299571"/>
            <a:chExt cx="8626672" cy="2565323"/>
          </a:xfrm>
        </p:grpSpPr>
        <p:cxnSp>
          <p:nvCxnSpPr>
            <p:cNvPr id="101" name="Straight Connector 100">
              <a:extLst>
                <a:ext uri="{FF2B5EF4-FFF2-40B4-BE49-F238E27FC236}">
                  <a16:creationId xmlns:a16="http://schemas.microsoft.com/office/drawing/2014/main" id="{C69778ED-0F9A-6177-7B16-BD92D8594BA5}"/>
                </a:ext>
              </a:extLst>
            </p:cNvPr>
            <p:cNvCxnSpPr/>
            <p:nvPr/>
          </p:nvCxnSpPr>
          <p:spPr>
            <a:xfrm>
              <a:off x="7254779" y="3674715"/>
              <a:ext cx="0" cy="684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1" name="Rectangle: Rounded Corners 90">
              <a:extLst>
                <a:ext uri="{FF2B5EF4-FFF2-40B4-BE49-F238E27FC236}">
                  <a16:creationId xmlns:a16="http://schemas.microsoft.com/office/drawing/2014/main" id="{F9FA8670-76FB-AC20-D06B-EC26D8C508BB}"/>
                </a:ext>
              </a:extLst>
            </p:cNvPr>
            <p:cNvSpPr/>
            <p:nvPr/>
          </p:nvSpPr>
          <p:spPr bwMode="gray">
            <a:xfrm>
              <a:off x="4988023" y="3299571"/>
              <a:ext cx="4398854" cy="477207"/>
            </a:xfrm>
            <a:prstGeom prst="roundRect">
              <a:avLst>
                <a:gd name="adj" fmla="val 20298"/>
              </a:avLst>
            </a:prstGeom>
            <a:solidFill>
              <a:srgbClr val="86BC25"/>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Calibri" panose="020F0502020204030204" pitchFamily="34" charset="0"/>
                </a:rPr>
                <a:t>Development on PPP mode</a:t>
              </a:r>
            </a:p>
          </p:txBody>
        </p:sp>
        <p:cxnSp>
          <p:nvCxnSpPr>
            <p:cNvPr id="100" name="Connector: Elbow 99">
              <a:extLst>
                <a:ext uri="{FF2B5EF4-FFF2-40B4-BE49-F238E27FC236}">
                  <a16:creationId xmlns:a16="http://schemas.microsoft.com/office/drawing/2014/main" id="{476A179F-E3EF-E40F-C866-AD9C19D3AF8B}"/>
                </a:ext>
              </a:extLst>
            </p:cNvPr>
            <p:cNvCxnSpPr>
              <a:cxnSpLocks/>
            </p:cNvCxnSpPr>
            <p:nvPr/>
          </p:nvCxnSpPr>
          <p:spPr>
            <a:xfrm flipV="1">
              <a:off x="6700556" y="4361775"/>
              <a:ext cx="1080000" cy="0"/>
            </a:xfrm>
            <a:prstGeom prst="bentConnector3">
              <a:avLst/>
            </a:prstGeom>
            <a:ln>
              <a:solidFill>
                <a:schemeClr val="tx2"/>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113" name="Group 112">
              <a:extLst>
                <a:ext uri="{FF2B5EF4-FFF2-40B4-BE49-F238E27FC236}">
                  <a16:creationId xmlns:a16="http://schemas.microsoft.com/office/drawing/2014/main" id="{9A4BF947-A48B-A926-F436-A0F8C9E69B67}"/>
                </a:ext>
              </a:extLst>
            </p:cNvPr>
            <p:cNvGrpSpPr/>
            <p:nvPr/>
          </p:nvGrpSpPr>
          <p:grpSpPr>
            <a:xfrm>
              <a:off x="2936562" y="3991048"/>
              <a:ext cx="3746918" cy="1872000"/>
              <a:chOff x="3264195" y="3749057"/>
              <a:chExt cx="3746918" cy="1785084"/>
            </a:xfrm>
          </p:grpSpPr>
          <p:sp>
            <p:nvSpPr>
              <p:cNvPr id="92" name="Rectangle: Rounded Corners 91">
                <a:extLst>
                  <a:ext uri="{FF2B5EF4-FFF2-40B4-BE49-F238E27FC236}">
                    <a16:creationId xmlns:a16="http://schemas.microsoft.com/office/drawing/2014/main" id="{5C574321-6BCE-55E5-A180-730463F4E9B7}"/>
                  </a:ext>
                </a:extLst>
              </p:cNvPr>
              <p:cNvSpPr/>
              <p:nvPr/>
            </p:nvSpPr>
            <p:spPr bwMode="gray">
              <a:xfrm>
                <a:off x="3386113" y="3973598"/>
                <a:ext cx="3493214" cy="339187"/>
              </a:xfrm>
              <a:prstGeom prst="roundRect">
                <a:avLst/>
              </a:prstGeom>
              <a:solidFill>
                <a:srgbClr val="62B5E5"/>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PPP Partnership through Concession</a:t>
                </a:r>
              </a:p>
            </p:txBody>
          </p:sp>
          <p:sp>
            <p:nvSpPr>
              <p:cNvPr id="94" name="Rectangle: Rounded Corners 93">
                <a:extLst>
                  <a:ext uri="{FF2B5EF4-FFF2-40B4-BE49-F238E27FC236}">
                    <a16:creationId xmlns:a16="http://schemas.microsoft.com/office/drawing/2014/main" id="{F39ECE73-E6DA-EA61-0897-19401EC6793E}"/>
                  </a:ext>
                </a:extLst>
              </p:cNvPr>
              <p:cNvSpPr/>
              <p:nvPr/>
            </p:nvSpPr>
            <p:spPr bwMode="gray">
              <a:xfrm>
                <a:off x="3386113" y="4483320"/>
                <a:ext cx="1674664" cy="912171"/>
              </a:xfrm>
              <a:prstGeom prst="roundRect">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Sale of land right with Private Entity</a:t>
                </a:r>
              </a:p>
            </p:txBody>
          </p:sp>
          <p:sp>
            <p:nvSpPr>
              <p:cNvPr id="95" name="Rectangle: Rounded Corners 94">
                <a:extLst>
                  <a:ext uri="{FF2B5EF4-FFF2-40B4-BE49-F238E27FC236}">
                    <a16:creationId xmlns:a16="http://schemas.microsoft.com/office/drawing/2014/main" id="{34494EBD-AF53-086E-6B1F-6B450B60D884}"/>
                  </a:ext>
                </a:extLst>
              </p:cNvPr>
              <p:cNvSpPr/>
              <p:nvPr/>
            </p:nvSpPr>
            <p:spPr bwMode="gray">
              <a:xfrm>
                <a:off x="5243007" y="4483320"/>
                <a:ext cx="1674664" cy="912171"/>
              </a:xfrm>
              <a:prstGeom prst="roundRect">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No right of Sale of land with Private Entity</a:t>
                </a:r>
              </a:p>
            </p:txBody>
          </p:sp>
          <p:sp>
            <p:nvSpPr>
              <p:cNvPr id="112" name="Rectangle: Rounded Corners 111">
                <a:extLst>
                  <a:ext uri="{FF2B5EF4-FFF2-40B4-BE49-F238E27FC236}">
                    <a16:creationId xmlns:a16="http://schemas.microsoft.com/office/drawing/2014/main" id="{4726DBB2-2250-B49D-F894-33DFD81E1981}"/>
                  </a:ext>
                </a:extLst>
              </p:cNvPr>
              <p:cNvSpPr/>
              <p:nvPr/>
            </p:nvSpPr>
            <p:spPr bwMode="gray">
              <a:xfrm>
                <a:off x="3264195" y="3749057"/>
                <a:ext cx="3746918" cy="1785084"/>
              </a:xfrm>
              <a:prstGeom prst="roundRect">
                <a:avLst>
                  <a:gd name="adj" fmla="val 4667"/>
                </a:avLst>
              </a:prstGeom>
              <a:noFill/>
              <a:ln w="19050" algn="ctr">
                <a:solidFill>
                  <a:schemeClr val="bg1">
                    <a:lumMod val="75000"/>
                  </a:schemeClr>
                </a:solidFill>
                <a:prstDash val="sys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nvGrpSpPr>
            <p:cNvPr id="115" name="Group 114">
              <a:extLst>
                <a:ext uri="{FF2B5EF4-FFF2-40B4-BE49-F238E27FC236}">
                  <a16:creationId xmlns:a16="http://schemas.microsoft.com/office/drawing/2014/main" id="{A5160852-E12A-2A25-BB8F-18F0A73538B6}"/>
                </a:ext>
              </a:extLst>
            </p:cNvPr>
            <p:cNvGrpSpPr/>
            <p:nvPr/>
          </p:nvGrpSpPr>
          <p:grpSpPr>
            <a:xfrm>
              <a:off x="7816316" y="4028892"/>
              <a:ext cx="3746918" cy="1836002"/>
              <a:chOff x="7403132" y="3818408"/>
              <a:chExt cx="3746918" cy="1750758"/>
            </a:xfrm>
          </p:grpSpPr>
          <p:sp>
            <p:nvSpPr>
              <p:cNvPr id="93" name="Rectangle: Rounded Corners 92">
                <a:extLst>
                  <a:ext uri="{FF2B5EF4-FFF2-40B4-BE49-F238E27FC236}">
                    <a16:creationId xmlns:a16="http://schemas.microsoft.com/office/drawing/2014/main" id="{85D46E27-A9EA-54BF-C096-59DD52DB8806}"/>
                  </a:ext>
                </a:extLst>
              </p:cNvPr>
              <p:cNvSpPr/>
              <p:nvPr/>
            </p:nvSpPr>
            <p:spPr bwMode="gray">
              <a:xfrm>
                <a:off x="7529984" y="3972253"/>
                <a:ext cx="3493214" cy="339187"/>
              </a:xfrm>
              <a:prstGeom prst="roundRect">
                <a:avLst/>
              </a:prstGeom>
              <a:solidFill>
                <a:srgbClr val="6FC2B4"/>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Strategic Partnership through Equity</a:t>
                </a:r>
              </a:p>
            </p:txBody>
          </p:sp>
          <p:sp>
            <p:nvSpPr>
              <p:cNvPr id="102" name="Rectangle: Rounded Corners 101">
                <a:extLst>
                  <a:ext uri="{FF2B5EF4-FFF2-40B4-BE49-F238E27FC236}">
                    <a16:creationId xmlns:a16="http://schemas.microsoft.com/office/drawing/2014/main" id="{CD637A16-BE56-EF10-F707-FD71D8DFCC07}"/>
                  </a:ext>
                </a:extLst>
              </p:cNvPr>
              <p:cNvSpPr/>
              <p:nvPr/>
            </p:nvSpPr>
            <p:spPr bwMode="gray">
              <a:xfrm>
                <a:off x="7529984" y="4483320"/>
                <a:ext cx="1674664" cy="912171"/>
              </a:xfrm>
              <a:prstGeom prst="roundRect">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Majority Stake with DVC</a:t>
                </a:r>
              </a:p>
            </p:txBody>
          </p:sp>
          <p:sp>
            <p:nvSpPr>
              <p:cNvPr id="103" name="Rectangle: Rounded Corners 102">
                <a:extLst>
                  <a:ext uri="{FF2B5EF4-FFF2-40B4-BE49-F238E27FC236}">
                    <a16:creationId xmlns:a16="http://schemas.microsoft.com/office/drawing/2014/main" id="{58099AEC-BDC0-A609-439B-89B22DF8B052}"/>
                  </a:ext>
                </a:extLst>
              </p:cNvPr>
              <p:cNvSpPr/>
              <p:nvPr/>
            </p:nvSpPr>
            <p:spPr bwMode="gray">
              <a:xfrm>
                <a:off x="9386878" y="4483320"/>
                <a:ext cx="1674664" cy="912171"/>
              </a:xfrm>
              <a:prstGeom prst="roundRect">
                <a:avLst/>
              </a:prstGeom>
              <a:solidFill>
                <a:schemeClr val="bg1">
                  <a:lumMod val="50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Calibri" panose="020F0502020204030204" pitchFamily="34" charset="0"/>
                  </a:rPr>
                  <a:t>Minority Stake with DVC</a:t>
                </a:r>
              </a:p>
            </p:txBody>
          </p:sp>
          <p:sp>
            <p:nvSpPr>
              <p:cNvPr id="114" name="Rectangle: Rounded Corners 113">
                <a:extLst>
                  <a:ext uri="{FF2B5EF4-FFF2-40B4-BE49-F238E27FC236}">
                    <a16:creationId xmlns:a16="http://schemas.microsoft.com/office/drawing/2014/main" id="{8B04D714-DF8B-54C4-4ECC-8FBD4295C7C4}"/>
                  </a:ext>
                </a:extLst>
              </p:cNvPr>
              <p:cNvSpPr/>
              <p:nvPr/>
            </p:nvSpPr>
            <p:spPr bwMode="gray">
              <a:xfrm>
                <a:off x="7403132" y="3818408"/>
                <a:ext cx="3746918" cy="1750758"/>
              </a:xfrm>
              <a:prstGeom prst="roundRect">
                <a:avLst>
                  <a:gd name="adj" fmla="val 4667"/>
                </a:avLst>
              </a:prstGeom>
              <a:noFill/>
              <a:ln w="19050" algn="ctr">
                <a:solidFill>
                  <a:schemeClr val="bg1">
                    <a:lumMod val="75000"/>
                  </a:schemeClr>
                </a:solidFill>
                <a:prstDash val="sys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grpSp>
      <p:sp>
        <p:nvSpPr>
          <p:cNvPr id="117" name="Rectangle 116">
            <a:extLst>
              <a:ext uri="{FF2B5EF4-FFF2-40B4-BE49-F238E27FC236}">
                <a16:creationId xmlns:a16="http://schemas.microsoft.com/office/drawing/2014/main" id="{BD381979-56DE-E3F1-72A7-E2872A1E5D33}"/>
              </a:ext>
            </a:extLst>
          </p:cNvPr>
          <p:cNvSpPr/>
          <p:nvPr/>
        </p:nvSpPr>
        <p:spPr bwMode="gray">
          <a:xfrm>
            <a:off x="528972" y="5632557"/>
            <a:ext cx="11034262" cy="771888"/>
          </a:xfrm>
          <a:prstGeom prst="rect">
            <a:avLst/>
          </a:prstGeom>
          <a:solidFill>
            <a:srgbClr val="E3E48D"/>
          </a:solidFill>
          <a:ln w="19050" algn="ctr">
            <a:solidFill>
              <a:srgbClr val="C4D600"/>
            </a:solidFill>
            <a:miter lim="800000"/>
            <a:headEnd/>
            <a:tailEnd/>
          </a:ln>
        </p:spPr>
        <p:txBody>
          <a:bodyPr wrap="square" lIns="36000" tIns="36000" rIns="36000" bIns="360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Development of pharma, bulk drug park, chemical and bio-tech park by Maharashtra Industrial Development Corporation (</a:t>
            </a:r>
            <a:r>
              <a:rPr kumimoji="0" lang="en-US" sz="11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MIDC</a:t>
            </a: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t>
            </a:r>
          </a:p>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explored various land-based PPP options for development of the Bulk Drug Park in the Dighi Port Industrial area of Maharashtra. We developed a detailed techno-economic feasibility study of the project, followed by project structuring and bid process management. </a:t>
            </a:r>
          </a:p>
        </p:txBody>
      </p:sp>
      <p:pic>
        <p:nvPicPr>
          <p:cNvPr id="3" name="Picture 2">
            <a:hlinkClick r:id="rId2" action="ppaction://hlinksldjump"/>
            <a:extLst>
              <a:ext uri="{FF2B5EF4-FFF2-40B4-BE49-F238E27FC236}">
                <a16:creationId xmlns:a16="http://schemas.microsoft.com/office/drawing/2014/main" id="{693ABC32-C2F9-F6FD-CFB8-3BD172E7A844}"/>
              </a:ext>
            </a:extLst>
          </p:cNvPr>
          <p:cNvPicPr>
            <a:picLocks noChangeAspect="1"/>
          </p:cNvPicPr>
          <p:nvPr/>
        </p:nvPicPr>
        <p:blipFill>
          <a:blip r:embed="rId3"/>
          <a:stretch>
            <a:fillRect/>
          </a:stretch>
        </p:blipFill>
        <p:spPr>
          <a:xfrm>
            <a:off x="11726283" y="113485"/>
            <a:ext cx="359695" cy="365792"/>
          </a:xfrm>
          <a:prstGeom prst="rect">
            <a:avLst/>
          </a:prstGeom>
        </p:spPr>
      </p:pic>
      <p:sp>
        <p:nvSpPr>
          <p:cNvPr id="4" name="Rectangle 3">
            <a:hlinkClick r:id="rId4" action="ppaction://hlinksldjump"/>
            <a:extLst>
              <a:ext uri="{FF2B5EF4-FFF2-40B4-BE49-F238E27FC236}">
                <a16:creationId xmlns:a16="http://schemas.microsoft.com/office/drawing/2014/main" id="{90CDB96B-0F14-FBCE-41A8-022A507750B1}"/>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5" name="Freeform 15">
            <a:extLst>
              <a:ext uri="{FF2B5EF4-FFF2-40B4-BE49-F238E27FC236}">
                <a16:creationId xmlns:a16="http://schemas.microsoft.com/office/drawing/2014/main" id="{47A7AF99-1283-A752-E748-EFFD5F32AC08}"/>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7" name="Freeform 16">
            <a:extLst>
              <a:ext uri="{FF2B5EF4-FFF2-40B4-BE49-F238E27FC236}">
                <a16:creationId xmlns:a16="http://schemas.microsoft.com/office/drawing/2014/main" id="{3D1667DF-4AE0-F715-B80D-9EB582B8505A}"/>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8" name="Freeform 6">
            <a:extLst>
              <a:ext uri="{FF2B5EF4-FFF2-40B4-BE49-F238E27FC236}">
                <a16:creationId xmlns:a16="http://schemas.microsoft.com/office/drawing/2014/main" id="{90A13464-6F09-5624-C759-A73D8F2B8971}"/>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9" name="Rectangle: Rounded Corners 8">
            <a:extLst>
              <a:ext uri="{FF2B5EF4-FFF2-40B4-BE49-F238E27FC236}">
                <a16:creationId xmlns:a16="http://schemas.microsoft.com/office/drawing/2014/main" id="{E7E804C1-5258-F0C4-8E36-8DD948FC2D59}"/>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16" name="Rectangle 15">
            <a:hlinkClick r:id="rId5" action="ppaction://hlinksldjump"/>
            <a:extLst>
              <a:ext uri="{FF2B5EF4-FFF2-40B4-BE49-F238E27FC236}">
                <a16:creationId xmlns:a16="http://schemas.microsoft.com/office/drawing/2014/main" id="{9734D30F-FE5F-5BD8-33D2-BF8EF28200C1}"/>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17" name="Rectangle 16">
            <a:hlinkClick r:id="rId6" action="ppaction://hlinksldjump"/>
            <a:extLst>
              <a:ext uri="{FF2B5EF4-FFF2-40B4-BE49-F238E27FC236}">
                <a16:creationId xmlns:a16="http://schemas.microsoft.com/office/drawing/2014/main" id="{AB6E9656-E3E8-A4F3-9E8D-32A8947FD0FC}"/>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18" name="Rectangle 17">
            <a:hlinkClick r:id="rId7" action="ppaction://hlinksldjump"/>
            <a:extLst>
              <a:ext uri="{FF2B5EF4-FFF2-40B4-BE49-F238E27FC236}">
                <a16:creationId xmlns:a16="http://schemas.microsoft.com/office/drawing/2014/main" id="{E38F3D9E-C0D6-A7E0-246E-D2B96C8B6C67}"/>
              </a:ext>
            </a:extLst>
          </p:cNvPr>
          <p:cNvSpPr/>
          <p:nvPr/>
        </p:nvSpPr>
        <p:spPr bwMode="gray">
          <a:xfrm>
            <a:off x="9660055"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19" name="Rectangle 18">
            <a:hlinkClick r:id="rId8" action="ppaction://hlinksldjump"/>
            <a:extLst>
              <a:ext uri="{FF2B5EF4-FFF2-40B4-BE49-F238E27FC236}">
                <a16:creationId xmlns:a16="http://schemas.microsoft.com/office/drawing/2014/main" id="{F4A86B60-F5E4-BB0A-B015-1602CAFC416B}"/>
              </a:ext>
            </a:extLst>
          </p:cNvPr>
          <p:cNvSpPr/>
          <p:nvPr/>
        </p:nvSpPr>
        <p:spPr bwMode="gray">
          <a:xfrm>
            <a:off x="10003078"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20" name="Rectangle 19">
            <a:hlinkClick r:id="rId9" action="ppaction://hlinksldjump"/>
            <a:extLst>
              <a:ext uri="{FF2B5EF4-FFF2-40B4-BE49-F238E27FC236}">
                <a16:creationId xmlns:a16="http://schemas.microsoft.com/office/drawing/2014/main" id="{545575D7-8A9D-D239-04EF-67CCED637C8F}"/>
              </a:ext>
            </a:extLst>
          </p:cNvPr>
          <p:cNvSpPr/>
          <p:nvPr/>
        </p:nvSpPr>
        <p:spPr bwMode="gray">
          <a:xfrm>
            <a:off x="10346101" y="-9900"/>
            <a:ext cx="274320" cy="274320"/>
          </a:xfrm>
          <a:prstGeom prst="rect">
            <a:avLst/>
          </a:prstGeom>
          <a:solidFill>
            <a:schemeClr val="accent6"/>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22" name="Rectangle 21">
            <a:hlinkClick r:id="rId10" action="ppaction://hlinksldjump"/>
            <a:extLst>
              <a:ext uri="{FF2B5EF4-FFF2-40B4-BE49-F238E27FC236}">
                <a16:creationId xmlns:a16="http://schemas.microsoft.com/office/drawing/2014/main" id="{A94CAE73-E24E-F15D-BC34-1750BC2C606B}"/>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89255942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45CBD9C5-AD6A-978B-5A90-4EDD908CE23D}"/>
              </a:ext>
            </a:extLst>
          </p:cNvPr>
          <p:cNvSpPr>
            <a:spLocks noGrp="1"/>
          </p:cNvSpPr>
          <p:nvPr>
            <p:ph type="title"/>
          </p:nvPr>
        </p:nvSpPr>
        <p:spPr>
          <a:xfrm>
            <a:off x="470633" y="312969"/>
            <a:ext cx="11436350" cy="307777"/>
          </a:xfrm>
        </p:spPr>
        <p:txBody>
          <a:bodyPr vert="horz"/>
          <a:lstStyle/>
          <a:p>
            <a:r>
              <a:rPr lang="en-US" sz="1800" b="1">
                <a:latin typeface="Verdana" panose="020B0604030504040204" pitchFamily="34" charset="0"/>
                <a:ea typeface="Verdana" panose="020B0604030504040204" pitchFamily="34" charset="0"/>
              </a:rPr>
              <a:t>Monetization example: Toll-Operate-Transfer (TOT) PPP projects</a:t>
            </a:r>
            <a:br>
              <a:rPr lang="en-US" sz="1800" b="1">
                <a:latin typeface="Verdana" panose="020B0604030504040204" pitchFamily="34" charset="0"/>
                <a:ea typeface="Verdana" panose="020B0604030504040204" pitchFamily="34" charset="0"/>
              </a:rPr>
            </a:br>
            <a:endParaRPr lang="en-US" sz="1800" b="1">
              <a:latin typeface="Verdana" panose="020B0604030504040204" pitchFamily="34" charset="0"/>
              <a:ea typeface="Verdana" panose="020B0604030504040204" pitchFamily="34" charset="0"/>
            </a:endParaRPr>
          </a:p>
        </p:txBody>
      </p:sp>
      <p:grpSp>
        <p:nvGrpSpPr>
          <p:cNvPr id="3" name="Group 2">
            <a:extLst>
              <a:ext uri="{FF2B5EF4-FFF2-40B4-BE49-F238E27FC236}">
                <a16:creationId xmlns:a16="http://schemas.microsoft.com/office/drawing/2014/main" id="{6A340050-3D49-4CBF-7853-572CFC604C91}"/>
              </a:ext>
            </a:extLst>
          </p:cNvPr>
          <p:cNvGrpSpPr/>
          <p:nvPr/>
        </p:nvGrpSpPr>
        <p:grpSpPr>
          <a:xfrm>
            <a:off x="275422" y="1090526"/>
            <a:ext cx="5121568" cy="3224520"/>
            <a:chOff x="7066826" y="2655131"/>
            <a:chExt cx="5076386" cy="3521739"/>
          </a:xfrm>
        </p:grpSpPr>
        <p:sp>
          <p:nvSpPr>
            <p:cNvPr id="4" name="Rectangle 3">
              <a:extLst>
                <a:ext uri="{FF2B5EF4-FFF2-40B4-BE49-F238E27FC236}">
                  <a16:creationId xmlns:a16="http://schemas.microsoft.com/office/drawing/2014/main" id="{F2BF5E31-852B-EADD-54A3-250F69476334}"/>
                </a:ext>
              </a:extLst>
            </p:cNvPr>
            <p:cNvSpPr/>
            <p:nvPr/>
          </p:nvSpPr>
          <p:spPr>
            <a:xfrm>
              <a:off x="7066826" y="2950756"/>
              <a:ext cx="1146680" cy="307777"/>
            </a:xfrm>
            <a:prstGeom prst="rect">
              <a:avLst/>
            </a:prstGeom>
            <a:solidFill>
              <a:srgbClr val="00B0F0"/>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alibri"/>
                  <a:ea typeface="+mn-ea"/>
                  <a:cs typeface="+mn-cs"/>
                </a:rPr>
                <a:t>Road Assets</a:t>
              </a:r>
            </a:p>
          </p:txBody>
        </p:sp>
        <p:grpSp>
          <p:nvGrpSpPr>
            <p:cNvPr id="7" name="Group 6">
              <a:extLst>
                <a:ext uri="{FF2B5EF4-FFF2-40B4-BE49-F238E27FC236}">
                  <a16:creationId xmlns:a16="http://schemas.microsoft.com/office/drawing/2014/main" id="{8398A870-0813-3CA5-FCF7-115EECBFCA3F}"/>
                </a:ext>
              </a:extLst>
            </p:cNvPr>
            <p:cNvGrpSpPr/>
            <p:nvPr/>
          </p:nvGrpSpPr>
          <p:grpSpPr>
            <a:xfrm>
              <a:off x="7640165" y="2655131"/>
              <a:ext cx="4503047" cy="3521739"/>
              <a:chOff x="7640165" y="3464383"/>
              <a:chExt cx="4503047" cy="2712487"/>
            </a:xfrm>
          </p:grpSpPr>
          <p:sp>
            <p:nvSpPr>
              <p:cNvPr id="48" name="object 9">
                <a:extLst>
                  <a:ext uri="{FF2B5EF4-FFF2-40B4-BE49-F238E27FC236}">
                    <a16:creationId xmlns:a16="http://schemas.microsoft.com/office/drawing/2014/main" id="{AECDA0F1-B61F-4370-895C-328F4B7A8B93}"/>
                  </a:ext>
                </a:extLst>
              </p:cNvPr>
              <p:cNvSpPr txBox="1"/>
              <p:nvPr/>
            </p:nvSpPr>
            <p:spPr>
              <a:xfrm>
                <a:off x="10062367" y="6001822"/>
                <a:ext cx="1712008" cy="175048"/>
              </a:xfrm>
              <a:prstGeom prst="rect">
                <a:avLst/>
              </a:prstGeom>
            </p:spPr>
            <p:txBody>
              <a:bodyPr vert="horz" wrap="square" lIns="0" tIns="13335" rIns="0" bIns="0" rtlCol="0">
                <a:spAutoFit/>
              </a:bodyPr>
              <a:lstStyle/>
              <a:p>
                <a:pPr marL="220979" marR="5080" lvl="0" indent="-208915" algn="l" defTabSz="914400" rtl="0" eaLnBrk="1" fontAlgn="auto" latinLnBrk="0" hangingPunct="1">
                  <a:lnSpc>
                    <a:spcPct val="100000"/>
                  </a:lnSpc>
                  <a:spcBef>
                    <a:spcPts val="105"/>
                  </a:spcBef>
                  <a:spcAft>
                    <a:spcPts val="0"/>
                  </a:spcAft>
                  <a:buClrTx/>
                  <a:buSzTx/>
                  <a:buFontTx/>
                  <a:buNone/>
                  <a:tabLst/>
                  <a:defRPr/>
                </a:pPr>
                <a:r>
                  <a:rPr kumimoji="0" lang="en-US" sz="1050" b="1" i="0" u="none" strike="noStrike" kern="1200" cap="none" spc="-5" normalizeH="0" baseline="0" noProof="0">
                    <a:ln>
                      <a:noFill/>
                    </a:ln>
                    <a:solidFill>
                      <a:srgbClr val="002245"/>
                    </a:solidFill>
                    <a:effectLst/>
                    <a:uLnTx/>
                    <a:uFillTx/>
                    <a:latin typeface="Carlito"/>
                    <a:ea typeface="+mn-ea"/>
                    <a:cs typeface="Carlito"/>
                  </a:rPr>
                  <a:t>Lenders</a:t>
                </a:r>
                <a:endParaRPr kumimoji="0" sz="1050" b="0" i="0" u="none" strike="noStrike" kern="1200" cap="none" spc="0" normalizeH="0" baseline="0" noProof="0">
                  <a:ln>
                    <a:noFill/>
                  </a:ln>
                  <a:solidFill>
                    <a:prstClr val="black"/>
                  </a:solidFill>
                  <a:effectLst/>
                  <a:uLnTx/>
                  <a:uFillTx/>
                  <a:latin typeface="Carlito"/>
                  <a:ea typeface="+mn-ea"/>
                  <a:cs typeface="Carlito"/>
                </a:endParaRPr>
              </a:p>
            </p:txBody>
          </p:sp>
          <p:sp>
            <p:nvSpPr>
              <p:cNvPr id="49" name="object 11">
                <a:extLst>
                  <a:ext uri="{FF2B5EF4-FFF2-40B4-BE49-F238E27FC236}">
                    <a16:creationId xmlns:a16="http://schemas.microsoft.com/office/drawing/2014/main" id="{9AC06796-945A-7987-EA0B-8D76B6AB50A7}"/>
                  </a:ext>
                </a:extLst>
              </p:cNvPr>
              <p:cNvSpPr txBox="1"/>
              <p:nvPr/>
            </p:nvSpPr>
            <p:spPr>
              <a:xfrm>
                <a:off x="9884692" y="4150106"/>
                <a:ext cx="1470225" cy="182742"/>
              </a:xfrm>
              <a:prstGeom prst="rect">
                <a:avLst/>
              </a:prstGeom>
            </p:spPr>
            <p:txBody>
              <a:bodyPr vert="horz" wrap="square" lIns="0" tIns="13335" rIns="0" bIns="0" rtlCol="0">
                <a:spAutoFit/>
              </a:bodyPr>
              <a:lstStyle/>
              <a:p>
                <a:pPr marL="0" marR="5080" lvl="0" indent="0" algn="ctr" defTabSz="914400" rtl="0" eaLnBrk="1" fontAlgn="auto" latinLnBrk="0" hangingPunct="1">
                  <a:lnSpc>
                    <a:spcPct val="100000"/>
                  </a:lnSpc>
                  <a:spcBef>
                    <a:spcPts val="105"/>
                  </a:spcBef>
                  <a:spcAft>
                    <a:spcPts val="0"/>
                  </a:spcAft>
                  <a:buClrTx/>
                  <a:buSzTx/>
                  <a:buFontTx/>
                  <a:buNone/>
                  <a:tabLst/>
                  <a:defRPr/>
                </a:pPr>
                <a:r>
                  <a:rPr kumimoji="0" sz="1100" b="1" i="0" u="none" strike="noStrike" kern="1200" cap="none" spc="0" normalizeH="0" baseline="0" noProof="0">
                    <a:ln>
                      <a:noFill/>
                    </a:ln>
                    <a:solidFill>
                      <a:srgbClr val="006FC0"/>
                    </a:solidFill>
                    <a:effectLst/>
                    <a:uLnTx/>
                    <a:uFillTx/>
                    <a:latin typeface="Carlito"/>
                    <a:ea typeface="+mn-ea"/>
                    <a:cs typeface="Carlito"/>
                  </a:rPr>
                  <a:t>TOT</a:t>
                </a:r>
                <a:r>
                  <a:rPr kumimoji="0" sz="1100" b="1" i="0" u="none" strike="noStrike" kern="1200" cap="none" spc="-70" normalizeH="0" baseline="0" noProof="0">
                    <a:ln>
                      <a:noFill/>
                    </a:ln>
                    <a:solidFill>
                      <a:srgbClr val="006FC0"/>
                    </a:solidFill>
                    <a:effectLst/>
                    <a:uLnTx/>
                    <a:uFillTx/>
                    <a:latin typeface="Carlito"/>
                    <a:ea typeface="+mn-ea"/>
                    <a:cs typeface="Carlito"/>
                  </a:rPr>
                  <a:t> </a:t>
                </a:r>
                <a:r>
                  <a:rPr kumimoji="0" sz="1100" b="1" i="0" u="none" strike="noStrike" kern="1200" cap="none" spc="0" normalizeH="0" baseline="0" noProof="0">
                    <a:ln>
                      <a:noFill/>
                    </a:ln>
                    <a:solidFill>
                      <a:srgbClr val="006FC0"/>
                    </a:solidFill>
                    <a:effectLst/>
                    <a:uLnTx/>
                    <a:uFillTx/>
                    <a:latin typeface="Carlito"/>
                    <a:ea typeface="+mn-ea"/>
                    <a:cs typeface="Carlito"/>
                  </a:rPr>
                  <a:t>Concession  </a:t>
                </a:r>
                <a:r>
                  <a:rPr kumimoji="0" sz="1100" b="1" i="0" u="none" strike="noStrike" kern="1200" cap="none" spc="-5" normalizeH="0" baseline="0" noProof="0">
                    <a:ln>
                      <a:noFill/>
                    </a:ln>
                    <a:solidFill>
                      <a:srgbClr val="006FC0"/>
                    </a:solidFill>
                    <a:effectLst/>
                    <a:uLnTx/>
                    <a:uFillTx/>
                    <a:latin typeface="Carlito"/>
                    <a:ea typeface="+mn-ea"/>
                    <a:cs typeface="Carlito"/>
                  </a:rPr>
                  <a:t>Contract</a:t>
                </a:r>
                <a:endParaRPr kumimoji="0" sz="1100" b="0" i="0" u="none" strike="noStrike" kern="1200" cap="none" spc="0" normalizeH="0" baseline="0" noProof="0">
                  <a:ln>
                    <a:noFill/>
                  </a:ln>
                  <a:solidFill>
                    <a:prstClr val="black"/>
                  </a:solidFill>
                  <a:effectLst/>
                  <a:uLnTx/>
                  <a:uFillTx/>
                  <a:latin typeface="Carlito"/>
                  <a:ea typeface="+mn-ea"/>
                  <a:cs typeface="Carlito"/>
                </a:endParaRPr>
              </a:p>
            </p:txBody>
          </p:sp>
          <p:grpSp>
            <p:nvGrpSpPr>
              <p:cNvPr id="50" name="object 12">
                <a:extLst>
                  <a:ext uri="{FF2B5EF4-FFF2-40B4-BE49-F238E27FC236}">
                    <a16:creationId xmlns:a16="http://schemas.microsoft.com/office/drawing/2014/main" id="{5F18F99B-782F-8D10-BAAC-0C58A6D4897F}"/>
                  </a:ext>
                </a:extLst>
              </p:cNvPr>
              <p:cNvGrpSpPr/>
              <p:nvPr/>
            </p:nvGrpSpPr>
            <p:grpSpPr>
              <a:xfrm>
                <a:off x="8750005" y="5637295"/>
                <a:ext cx="1841938" cy="325674"/>
                <a:chOff x="4704716" y="5322310"/>
                <a:chExt cx="2235579" cy="623261"/>
              </a:xfrm>
            </p:grpSpPr>
            <p:sp>
              <p:nvSpPr>
                <p:cNvPr id="68" name="object 13">
                  <a:extLst>
                    <a:ext uri="{FF2B5EF4-FFF2-40B4-BE49-F238E27FC236}">
                      <a16:creationId xmlns:a16="http://schemas.microsoft.com/office/drawing/2014/main" id="{CEFB9F28-5C25-7F82-0B4F-0BF934D1BBA7}"/>
                    </a:ext>
                  </a:extLst>
                </p:cNvPr>
                <p:cNvSpPr/>
                <p:nvPr/>
              </p:nvSpPr>
              <p:spPr>
                <a:xfrm>
                  <a:off x="6312407" y="5421349"/>
                  <a:ext cx="627888" cy="489204"/>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object 15">
                  <a:extLst>
                    <a:ext uri="{FF2B5EF4-FFF2-40B4-BE49-F238E27FC236}">
                      <a16:creationId xmlns:a16="http://schemas.microsoft.com/office/drawing/2014/main" id="{1907DCBD-6C3B-F3ED-AC86-DFCD5358FCA1}"/>
                    </a:ext>
                  </a:extLst>
                </p:cNvPr>
                <p:cNvSpPr/>
                <p:nvPr/>
              </p:nvSpPr>
              <p:spPr>
                <a:xfrm>
                  <a:off x="4704716" y="5322310"/>
                  <a:ext cx="624711" cy="623261"/>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1" name="object 20">
                <a:extLst>
                  <a:ext uri="{FF2B5EF4-FFF2-40B4-BE49-F238E27FC236}">
                    <a16:creationId xmlns:a16="http://schemas.microsoft.com/office/drawing/2014/main" id="{8FF6E744-6386-2DB3-FBDE-AB92A541D221}"/>
                  </a:ext>
                </a:extLst>
              </p:cNvPr>
              <p:cNvSpPr txBox="1"/>
              <p:nvPr/>
            </p:nvSpPr>
            <p:spPr>
              <a:xfrm>
                <a:off x="9081863" y="4517198"/>
                <a:ext cx="1257075" cy="261610"/>
              </a:xfrm>
              <a:prstGeom prst="rect">
                <a:avLst/>
              </a:prstGeom>
              <a:solidFill>
                <a:srgbClr val="00B0F0"/>
              </a:solidFill>
            </p:spPr>
            <p:txBody>
              <a:bodyPr wrap="square">
                <a:spAutoFit/>
              </a:bodyPr>
              <a:lstStyle>
                <a:defPPr>
                  <a:defRPr lang="en-US"/>
                </a:defPPr>
                <a:lvl1pPr algn="ctr">
                  <a:defRPr sz="14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prstClr val="white"/>
                    </a:solidFill>
                    <a:effectLst/>
                    <a:uLnTx/>
                    <a:uFillTx/>
                    <a:latin typeface="Calibri"/>
                    <a:ea typeface="+mn-ea"/>
                    <a:cs typeface="+mn-cs"/>
                  </a:rPr>
                  <a:t>Private SPV</a:t>
                </a:r>
              </a:p>
            </p:txBody>
          </p:sp>
          <p:sp>
            <p:nvSpPr>
              <p:cNvPr id="52" name="object 21">
                <a:extLst>
                  <a:ext uri="{FF2B5EF4-FFF2-40B4-BE49-F238E27FC236}">
                    <a16:creationId xmlns:a16="http://schemas.microsoft.com/office/drawing/2014/main" id="{49DA23FE-843E-47C1-EDDF-0C80E555DEF5}"/>
                  </a:ext>
                </a:extLst>
              </p:cNvPr>
              <p:cNvSpPr txBox="1"/>
              <p:nvPr/>
            </p:nvSpPr>
            <p:spPr>
              <a:xfrm>
                <a:off x="8294370" y="3464383"/>
                <a:ext cx="1590309" cy="352019"/>
              </a:xfrm>
              <a:prstGeom prst="rect">
                <a:avLst/>
              </a:prstGeom>
            </p:spPr>
            <p:txBody>
              <a:bodyPr vert="horz" wrap="square" lIns="0" tIns="13335" rIns="0" bIns="0" rtlCol="0">
                <a:spAutoFit/>
              </a:bodyPr>
              <a:lstStyle/>
              <a:p>
                <a:pPr marL="12700" marR="5080" lvl="0" indent="-12700" algn="ctr" defTabSz="914400" rtl="0" eaLnBrk="1" fontAlgn="auto" latinLnBrk="0" hangingPunct="1">
                  <a:lnSpc>
                    <a:spcPct val="100000"/>
                  </a:lnSpc>
                  <a:spcBef>
                    <a:spcPts val="105"/>
                  </a:spcBef>
                  <a:spcAft>
                    <a:spcPts val="0"/>
                  </a:spcAft>
                  <a:buClrTx/>
                  <a:buSzTx/>
                  <a:buFontTx/>
                  <a:buNone/>
                  <a:tabLst/>
                  <a:defRPr/>
                </a:pPr>
                <a:r>
                  <a:rPr kumimoji="0" sz="1100" b="1" i="0" u="none" strike="noStrike" kern="1200" cap="none" spc="-5" normalizeH="0" baseline="0" noProof="0">
                    <a:ln>
                      <a:noFill/>
                    </a:ln>
                    <a:solidFill>
                      <a:srgbClr val="006FC0"/>
                    </a:solidFill>
                    <a:effectLst/>
                    <a:uLnTx/>
                    <a:uFillTx/>
                    <a:latin typeface="Carlito"/>
                    <a:ea typeface="+mn-ea"/>
                    <a:cs typeface="Carlito"/>
                  </a:rPr>
                  <a:t>Pool of</a:t>
                </a:r>
                <a:r>
                  <a:rPr kumimoji="0" lang="en-US" sz="1100" b="1" i="0" u="none" strike="noStrike" kern="1200" cap="none" spc="-5" normalizeH="0" baseline="0" noProof="0">
                    <a:ln>
                      <a:noFill/>
                    </a:ln>
                    <a:solidFill>
                      <a:srgbClr val="006FC0"/>
                    </a:solidFill>
                    <a:effectLst/>
                    <a:uLnTx/>
                    <a:uFillTx/>
                    <a:latin typeface="Carlito"/>
                    <a:ea typeface="+mn-ea"/>
                    <a:cs typeface="Carlito"/>
                  </a:rPr>
                  <a:t> operational toll roads</a:t>
                </a:r>
                <a:endParaRPr kumimoji="0" sz="1100" b="0" i="0" u="none" strike="noStrike" kern="1200" cap="none" spc="0" normalizeH="0" baseline="0" noProof="0">
                  <a:ln>
                    <a:noFill/>
                  </a:ln>
                  <a:solidFill>
                    <a:prstClr val="black"/>
                  </a:solidFill>
                  <a:effectLst/>
                  <a:uLnTx/>
                  <a:uFillTx/>
                  <a:latin typeface="Carlito"/>
                  <a:ea typeface="+mn-ea"/>
                  <a:cs typeface="Carlito"/>
                </a:endParaRPr>
              </a:p>
            </p:txBody>
          </p:sp>
          <p:sp>
            <p:nvSpPr>
              <p:cNvPr id="53" name="object 32">
                <a:extLst>
                  <a:ext uri="{FF2B5EF4-FFF2-40B4-BE49-F238E27FC236}">
                    <a16:creationId xmlns:a16="http://schemas.microsoft.com/office/drawing/2014/main" id="{6049526F-9618-51F1-3640-A0B8FF223CC6}"/>
                  </a:ext>
                </a:extLst>
              </p:cNvPr>
              <p:cNvSpPr txBox="1"/>
              <p:nvPr/>
            </p:nvSpPr>
            <p:spPr>
              <a:xfrm>
                <a:off x="8440022" y="5984443"/>
                <a:ext cx="1000446" cy="175048"/>
              </a:xfrm>
              <a:prstGeom prst="rect">
                <a:avLst/>
              </a:prstGeom>
            </p:spPr>
            <p:txBody>
              <a:bodyPr vert="horz" wrap="square" lIns="0" tIns="13335" rIns="0" bIns="0" rtlCol="0">
                <a:spAutoFit/>
              </a:bodyPr>
              <a:lstStyle/>
              <a:p>
                <a:pPr marL="12700" marR="5080" lvl="0" indent="78105" algn="l" defTabSz="914400" rtl="0" eaLnBrk="1" fontAlgn="auto" latinLnBrk="0" hangingPunct="1">
                  <a:lnSpc>
                    <a:spcPct val="100000"/>
                  </a:lnSpc>
                  <a:spcBef>
                    <a:spcPts val="105"/>
                  </a:spcBef>
                  <a:spcAft>
                    <a:spcPts val="0"/>
                  </a:spcAft>
                  <a:buClrTx/>
                  <a:buSzTx/>
                  <a:buFontTx/>
                  <a:buNone/>
                  <a:tabLst/>
                  <a:defRPr/>
                </a:pPr>
                <a:r>
                  <a:rPr kumimoji="0" lang="en-US" sz="1050" b="1" i="0" u="none" strike="noStrike" kern="1200" cap="none" spc="0" normalizeH="0" baseline="0" noProof="0">
                    <a:ln>
                      <a:noFill/>
                    </a:ln>
                    <a:solidFill>
                      <a:srgbClr val="002245"/>
                    </a:solidFill>
                    <a:effectLst/>
                    <a:uLnTx/>
                    <a:uFillTx/>
                    <a:latin typeface="Carlito"/>
                    <a:ea typeface="+mn-ea"/>
                    <a:cs typeface="Carlito"/>
                  </a:rPr>
                  <a:t>Shareholders</a:t>
                </a:r>
                <a:endParaRPr kumimoji="0" sz="1050" b="0" i="0" u="none" strike="noStrike" kern="1200" cap="none" spc="0" normalizeH="0" baseline="0" noProof="0">
                  <a:ln>
                    <a:noFill/>
                  </a:ln>
                  <a:solidFill>
                    <a:prstClr val="black"/>
                  </a:solidFill>
                  <a:effectLst/>
                  <a:uLnTx/>
                  <a:uFillTx/>
                  <a:latin typeface="Carlito"/>
                  <a:ea typeface="+mn-ea"/>
                  <a:cs typeface="Carlito"/>
                </a:endParaRPr>
              </a:p>
            </p:txBody>
          </p:sp>
          <p:grpSp>
            <p:nvGrpSpPr>
              <p:cNvPr id="54" name="object 33">
                <a:extLst>
                  <a:ext uri="{FF2B5EF4-FFF2-40B4-BE49-F238E27FC236}">
                    <a16:creationId xmlns:a16="http://schemas.microsoft.com/office/drawing/2014/main" id="{31EE17BB-4199-3FCD-9542-F2F754A1E762}"/>
                  </a:ext>
                </a:extLst>
              </p:cNvPr>
              <p:cNvGrpSpPr/>
              <p:nvPr/>
            </p:nvGrpSpPr>
            <p:grpSpPr>
              <a:xfrm>
                <a:off x="10381722" y="4562535"/>
                <a:ext cx="1761490" cy="239897"/>
                <a:chOff x="6113526" y="3601211"/>
                <a:chExt cx="1761490" cy="459105"/>
              </a:xfrm>
            </p:grpSpPr>
            <p:sp>
              <p:nvSpPr>
                <p:cNvPr id="66" name="object 34">
                  <a:extLst>
                    <a:ext uri="{FF2B5EF4-FFF2-40B4-BE49-F238E27FC236}">
                      <a16:creationId xmlns:a16="http://schemas.microsoft.com/office/drawing/2014/main" id="{108723C2-3777-B689-1CE7-0F9A668E22CB}"/>
                    </a:ext>
                  </a:extLst>
                </p:cNvPr>
                <p:cNvSpPr/>
                <p:nvPr/>
              </p:nvSpPr>
              <p:spPr>
                <a:xfrm>
                  <a:off x="7069836" y="3601211"/>
                  <a:ext cx="805180" cy="459105"/>
                </a:xfrm>
                <a:custGeom>
                  <a:avLst/>
                  <a:gdLst/>
                  <a:ahLst/>
                  <a:cxnLst/>
                  <a:rect l="l" t="t" r="r" b="b"/>
                  <a:pathLst>
                    <a:path w="805179" h="459104">
                      <a:moveTo>
                        <a:pt x="804672" y="0"/>
                      </a:moveTo>
                      <a:lnTo>
                        <a:pt x="0" y="0"/>
                      </a:lnTo>
                      <a:lnTo>
                        <a:pt x="0" y="458724"/>
                      </a:lnTo>
                      <a:lnTo>
                        <a:pt x="804672" y="458724"/>
                      </a:lnTo>
                      <a:lnTo>
                        <a:pt x="804672" y="0"/>
                      </a:lnTo>
                      <a:close/>
                    </a:path>
                  </a:pathLst>
                </a:custGeom>
                <a:solidFill>
                  <a:srgbClr val="D0EBFB"/>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a:ea typeface="+mn-ea"/>
                      <a:cs typeface="+mn-cs"/>
                    </a:rPr>
                    <a:t>O&amp;M Partner</a:t>
                  </a:r>
                  <a:endParaRPr kumimoji="0" sz="1000" b="1" i="0" u="none" strike="noStrike" kern="1200" cap="none" spc="0" normalizeH="0" baseline="0" noProof="0">
                    <a:ln>
                      <a:noFill/>
                    </a:ln>
                    <a:solidFill>
                      <a:prstClr val="black"/>
                    </a:solidFill>
                    <a:effectLst/>
                    <a:uLnTx/>
                    <a:uFillTx/>
                    <a:latin typeface="Calibri"/>
                    <a:ea typeface="+mn-ea"/>
                    <a:cs typeface="+mn-cs"/>
                  </a:endParaRPr>
                </a:p>
              </p:txBody>
            </p:sp>
            <p:sp>
              <p:nvSpPr>
                <p:cNvPr id="67" name="object 37">
                  <a:extLst>
                    <a:ext uri="{FF2B5EF4-FFF2-40B4-BE49-F238E27FC236}">
                      <a16:creationId xmlns:a16="http://schemas.microsoft.com/office/drawing/2014/main" id="{03721F6B-7F2C-8BD8-4770-D41244D7869C}"/>
                    </a:ext>
                  </a:extLst>
                </p:cNvPr>
                <p:cNvSpPr/>
                <p:nvPr/>
              </p:nvSpPr>
              <p:spPr>
                <a:xfrm>
                  <a:off x="6113526" y="3787774"/>
                  <a:ext cx="957580" cy="85725"/>
                </a:xfrm>
                <a:custGeom>
                  <a:avLst/>
                  <a:gdLst/>
                  <a:ahLst/>
                  <a:cxnLst/>
                  <a:rect l="l" t="t" r="r" b="b"/>
                  <a:pathLst>
                    <a:path w="957579" h="85725">
                      <a:moveTo>
                        <a:pt x="85725" y="28448"/>
                      </a:moveTo>
                      <a:lnTo>
                        <a:pt x="0" y="28448"/>
                      </a:lnTo>
                      <a:lnTo>
                        <a:pt x="0" y="57023"/>
                      </a:lnTo>
                      <a:lnTo>
                        <a:pt x="85725" y="57023"/>
                      </a:lnTo>
                      <a:lnTo>
                        <a:pt x="85725" y="28448"/>
                      </a:lnTo>
                      <a:close/>
                    </a:path>
                    <a:path w="957579" h="85725">
                      <a:moveTo>
                        <a:pt x="200025" y="28448"/>
                      </a:moveTo>
                      <a:lnTo>
                        <a:pt x="114300" y="28448"/>
                      </a:lnTo>
                      <a:lnTo>
                        <a:pt x="114300" y="57023"/>
                      </a:lnTo>
                      <a:lnTo>
                        <a:pt x="200025" y="57023"/>
                      </a:lnTo>
                      <a:lnTo>
                        <a:pt x="200025" y="28448"/>
                      </a:lnTo>
                      <a:close/>
                    </a:path>
                    <a:path w="957579" h="85725">
                      <a:moveTo>
                        <a:pt x="314325" y="28448"/>
                      </a:moveTo>
                      <a:lnTo>
                        <a:pt x="228600" y="28448"/>
                      </a:lnTo>
                      <a:lnTo>
                        <a:pt x="228600" y="57023"/>
                      </a:lnTo>
                      <a:lnTo>
                        <a:pt x="314325" y="57023"/>
                      </a:lnTo>
                      <a:lnTo>
                        <a:pt x="314325" y="28448"/>
                      </a:lnTo>
                      <a:close/>
                    </a:path>
                    <a:path w="957579" h="85725">
                      <a:moveTo>
                        <a:pt x="428625" y="28448"/>
                      </a:moveTo>
                      <a:lnTo>
                        <a:pt x="342900" y="28448"/>
                      </a:lnTo>
                      <a:lnTo>
                        <a:pt x="342900" y="57023"/>
                      </a:lnTo>
                      <a:lnTo>
                        <a:pt x="428625" y="57023"/>
                      </a:lnTo>
                      <a:lnTo>
                        <a:pt x="428625" y="28448"/>
                      </a:lnTo>
                      <a:close/>
                    </a:path>
                    <a:path w="957579" h="85725">
                      <a:moveTo>
                        <a:pt x="542925" y="28448"/>
                      </a:moveTo>
                      <a:lnTo>
                        <a:pt x="457200" y="28448"/>
                      </a:lnTo>
                      <a:lnTo>
                        <a:pt x="457200" y="57023"/>
                      </a:lnTo>
                      <a:lnTo>
                        <a:pt x="542925" y="57023"/>
                      </a:lnTo>
                      <a:lnTo>
                        <a:pt x="542925" y="28448"/>
                      </a:lnTo>
                      <a:close/>
                    </a:path>
                    <a:path w="957579" h="85725">
                      <a:moveTo>
                        <a:pt x="657225" y="28448"/>
                      </a:moveTo>
                      <a:lnTo>
                        <a:pt x="571500" y="28448"/>
                      </a:lnTo>
                      <a:lnTo>
                        <a:pt x="571500" y="57023"/>
                      </a:lnTo>
                      <a:lnTo>
                        <a:pt x="657225" y="57023"/>
                      </a:lnTo>
                      <a:lnTo>
                        <a:pt x="657225" y="28448"/>
                      </a:lnTo>
                      <a:close/>
                    </a:path>
                    <a:path w="957579" h="85725">
                      <a:moveTo>
                        <a:pt x="771525" y="28448"/>
                      </a:moveTo>
                      <a:lnTo>
                        <a:pt x="685800" y="28448"/>
                      </a:lnTo>
                      <a:lnTo>
                        <a:pt x="685800" y="57023"/>
                      </a:lnTo>
                      <a:lnTo>
                        <a:pt x="771525" y="57023"/>
                      </a:lnTo>
                      <a:lnTo>
                        <a:pt x="771525" y="28448"/>
                      </a:lnTo>
                      <a:close/>
                    </a:path>
                    <a:path w="957579" h="85725">
                      <a:moveTo>
                        <a:pt x="871601" y="57128"/>
                      </a:moveTo>
                      <a:lnTo>
                        <a:pt x="871601" y="85725"/>
                      </a:lnTo>
                      <a:lnTo>
                        <a:pt x="928666" y="57150"/>
                      </a:lnTo>
                      <a:lnTo>
                        <a:pt x="885825" y="57150"/>
                      </a:lnTo>
                      <a:lnTo>
                        <a:pt x="871601" y="57128"/>
                      </a:lnTo>
                      <a:close/>
                    </a:path>
                    <a:path w="957579" h="85725">
                      <a:moveTo>
                        <a:pt x="871601" y="28553"/>
                      </a:moveTo>
                      <a:lnTo>
                        <a:pt x="871601" y="57128"/>
                      </a:lnTo>
                      <a:lnTo>
                        <a:pt x="885825" y="57150"/>
                      </a:lnTo>
                      <a:lnTo>
                        <a:pt x="885825" y="28575"/>
                      </a:lnTo>
                      <a:lnTo>
                        <a:pt x="871601" y="28553"/>
                      </a:lnTo>
                      <a:close/>
                    </a:path>
                    <a:path w="957579" h="85725">
                      <a:moveTo>
                        <a:pt x="871601" y="0"/>
                      </a:moveTo>
                      <a:lnTo>
                        <a:pt x="871601" y="28553"/>
                      </a:lnTo>
                      <a:lnTo>
                        <a:pt x="885825" y="28575"/>
                      </a:lnTo>
                      <a:lnTo>
                        <a:pt x="885825" y="57150"/>
                      </a:lnTo>
                      <a:lnTo>
                        <a:pt x="928666" y="57150"/>
                      </a:lnTo>
                      <a:lnTo>
                        <a:pt x="957326" y="42799"/>
                      </a:lnTo>
                      <a:lnTo>
                        <a:pt x="871601" y="0"/>
                      </a:lnTo>
                      <a:close/>
                    </a:path>
                    <a:path w="957579" h="85725">
                      <a:moveTo>
                        <a:pt x="800100" y="28448"/>
                      </a:moveTo>
                      <a:lnTo>
                        <a:pt x="800100" y="57023"/>
                      </a:lnTo>
                      <a:lnTo>
                        <a:pt x="871601" y="57128"/>
                      </a:lnTo>
                      <a:lnTo>
                        <a:pt x="871601" y="28553"/>
                      </a:lnTo>
                      <a:lnTo>
                        <a:pt x="800100" y="28448"/>
                      </a:lnTo>
                      <a:close/>
                    </a:path>
                  </a:pathLst>
                </a:custGeom>
                <a:solidFill>
                  <a:srgbClr val="001E4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5" name="Rectangle 54">
                <a:extLst>
                  <a:ext uri="{FF2B5EF4-FFF2-40B4-BE49-F238E27FC236}">
                    <a16:creationId xmlns:a16="http://schemas.microsoft.com/office/drawing/2014/main" id="{BFFAF5FA-6D10-6DB4-76FF-BC27D87F1D5C}"/>
                  </a:ext>
                </a:extLst>
              </p:cNvPr>
              <p:cNvSpPr/>
              <p:nvPr/>
            </p:nvSpPr>
            <p:spPr>
              <a:xfrm>
                <a:off x="10304870" y="4677456"/>
                <a:ext cx="1044197" cy="182742"/>
              </a:xfrm>
              <a:prstGeom prst="rect">
                <a:avLst/>
              </a:prstGeom>
            </p:spPr>
            <p:txBody>
              <a:bodyPr vert="horz" wrap="square" lIns="0" tIns="13335" rIns="0" bIns="0" rtlCol="0">
                <a:spAutoFit/>
              </a:bodyPr>
              <a:lstStyle/>
              <a:p>
                <a:pPr marL="0" marR="5080" lvl="0" indent="0" algn="ctr" defTabSz="914400" rtl="0" eaLnBrk="1" fontAlgn="auto" latinLnBrk="0" hangingPunct="1">
                  <a:lnSpc>
                    <a:spcPct val="100000"/>
                  </a:lnSpc>
                  <a:spcBef>
                    <a:spcPts val="105"/>
                  </a:spcBef>
                  <a:spcAft>
                    <a:spcPts val="0"/>
                  </a:spcAft>
                  <a:buClrTx/>
                  <a:buSzTx/>
                  <a:buFontTx/>
                  <a:buNone/>
                  <a:tabLst/>
                  <a:defRPr/>
                </a:pPr>
                <a:r>
                  <a:rPr kumimoji="0" lang="en-US" sz="1100" b="1" i="0" u="none" strike="noStrike" kern="1200" cap="none" spc="0" normalizeH="0" baseline="0" noProof="0">
                    <a:ln>
                      <a:noFill/>
                    </a:ln>
                    <a:solidFill>
                      <a:srgbClr val="006FC0"/>
                    </a:solidFill>
                    <a:effectLst/>
                    <a:uLnTx/>
                    <a:uFillTx/>
                    <a:latin typeface="Carlito"/>
                    <a:ea typeface="+mn-ea"/>
                    <a:cs typeface="+mn-cs"/>
                  </a:rPr>
                  <a:t>O&amp;M Contract</a:t>
                </a:r>
              </a:p>
            </p:txBody>
          </p:sp>
          <p:sp>
            <p:nvSpPr>
              <p:cNvPr id="56" name="Rectangle 55">
                <a:extLst>
                  <a:ext uri="{FF2B5EF4-FFF2-40B4-BE49-F238E27FC236}">
                    <a16:creationId xmlns:a16="http://schemas.microsoft.com/office/drawing/2014/main" id="{0B2E1B28-7193-55DE-8C54-C912AB31704C}"/>
                  </a:ext>
                </a:extLst>
              </p:cNvPr>
              <p:cNvSpPr/>
              <p:nvPr/>
            </p:nvSpPr>
            <p:spPr>
              <a:xfrm>
                <a:off x="9199787" y="4949791"/>
                <a:ext cx="1004121" cy="246221"/>
              </a:xfrm>
              <a:prstGeom prst="rect">
                <a:avLst/>
              </a:prstGeom>
            </p:spPr>
            <p:txBody>
              <a:bodyPr wrap="none">
                <a:spAutoFit/>
              </a:bodyPr>
              <a:lstStyle/>
              <a:p>
                <a:pPr marL="20955" marR="0" lvl="0" indent="0" algn="l" defTabSz="914400" rtl="0" eaLnBrk="1" fontAlgn="auto" latinLnBrk="0" hangingPunct="1">
                  <a:lnSpc>
                    <a:spcPts val="1230"/>
                  </a:lnSpc>
                  <a:spcBef>
                    <a:spcPts val="0"/>
                  </a:spcBef>
                  <a:spcAft>
                    <a:spcPts val="0"/>
                  </a:spcAft>
                  <a:buClrTx/>
                  <a:buSzTx/>
                  <a:buFontTx/>
                  <a:buNone/>
                  <a:tabLst/>
                  <a:defRPr/>
                </a:pPr>
                <a:r>
                  <a:rPr kumimoji="0" lang="en-US" sz="1000" b="1" i="0" u="none" strike="noStrike" kern="1200" cap="none" spc="0" normalizeH="0" baseline="0" noProof="0">
                    <a:ln>
                      <a:noFill/>
                    </a:ln>
                    <a:solidFill>
                      <a:srgbClr val="002245"/>
                    </a:solidFill>
                    <a:effectLst/>
                    <a:uLnTx/>
                    <a:uFillTx/>
                    <a:latin typeface="Calibri"/>
                    <a:ea typeface="+mn-ea"/>
                    <a:cs typeface="Carlito"/>
                  </a:rPr>
                  <a:t>Concessionaire</a:t>
                </a:r>
                <a:endParaRPr kumimoji="0" lang="en-US" sz="1000" b="0" i="0" u="none" strike="noStrike" kern="1200" cap="none" spc="0" normalizeH="0" baseline="0" noProof="0">
                  <a:ln>
                    <a:noFill/>
                  </a:ln>
                  <a:solidFill>
                    <a:prstClr val="black"/>
                  </a:solidFill>
                  <a:effectLst/>
                  <a:uLnTx/>
                  <a:uFillTx/>
                  <a:latin typeface="Calibri"/>
                  <a:ea typeface="+mn-ea"/>
                  <a:cs typeface="Carlito"/>
                </a:endParaRPr>
              </a:p>
            </p:txBody>
          </p:sp>
          <p:cxnSp>
            <p:nvCxnSpPr>
              <p:cNvPr id="57" name="Straight Arrow Connector 56">
                <a:extLst>
                  <a:ext uri="{FF2B5EF4-FFF2-40B4-BE49-F238E27FC236}">
                    <a16:creationId xmlns:a16="http://schemas.microsoft.com/office/drawing/2014/main" id="{AAA8489B-BA1B-22D4-AC7C-E90AC0B57A4D}"/>
                  </a:ext>
                </a:extLst>
              </p:cNvPr>
              <p:cNvCxnSpPr>
                <a:cxnSpLocks/>
                <a:stCxn id="69" idx="0"/>
                <a:endCxn id="56" idx="2"/>
              </p:cNvCxnSpPr>
              <p:nvPr/>
            </p:nvCxnSpPr>
            <p:spPr>
              <a:xfrm flipV="1">
                <a:off x="9007361" y="5196012"/>
                <a:ext cx="694487" cy="441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5E2DB2F0-BDBB-8A73-B486-E013287691CF}"/>
                  </a:ext>
                </a:extLst>
              </p:cNvPr>
              <p:cNvSpPr/>
              <p:nvPr/>
            </p:nvSpPr>
            <p:spPr>
              <a:xfrm>
                <a:off x="7885522" y="5348265"/>
                <a:ext cx="1335943" cy="251223"/>
              </a:xfrm>
              <a:prstGeom prst="rect">
                <a:avLst/>
              </a:prstGeom>
            </p:spPr>
            <p:txBody>
              <a:bodyPr wrap="none">
                <a:spAutoFit/>
              </a:bodyPr>
              <a:lstStyle/>
              <a:p>
                <a:pPr marL="808990" marR="0" lvl="0" indent="0" algn="ctr" defTabSz="914400" rtl="0" eaLnBrk="1" fontAlgn="auto" latinLnBrk="0" hangingPunct="1">
                  <a:lnSpc>
                    <a:spcPts val="1290"/>
                  </a:lnSpc>
                  <a:spcBef>
                    <a:spcPts val="100"/>
                  </a:spcBef>
                  <a:spcAft>
                    <a:spcPts val="0"/>
                  </a:spcAft>
                  <a:buClrTx/>
                  <a:buSzTx/>
                  <a:buFontTx/>
                  <a:buNone/>
                  <a:tabLst/>
                  <a:defRPr/>
                </a:pPr>
                <a:r>
                  <a:rPr kumimoji="0" lang="en-US" sz="1000" b="1" i="0" u="none" strike="noStrike" kern="1200" cap="none" spc="-5" normalizeH="0" baseline="0" noProof="0">
                    <a:ln>
                      <a:noFill/>
                    </a:ln>
                    <a:solidFill>
                      <a:srgbClr val="011F43"/>
                    </a:solidFill>
                    <a:effectLst/>
                    <a:uLnTx/>
                    <a:uFillTx/>
                    <a:latin typeface="Calibri"/>
                    <a:ea typeface="+mn-ea"/>
                    <a:cs typeface="Carlito"/>
                  </a:rPr>
                  <a:t>Equity</a:t>
                </a:r>
                <a:endParaRPr kumimoji="0" lang="en-US" sz="1000" b="0" i="0" u="none" strike="noStrike" kern="1200" cap="none" spc="0" normalizeH="0" baseline="0" noProof="0">
                  <a:ln>
                    <a:noFill/>
                  </a:ln>
                  <a:solidFill>
                    <a:prstClr val="black"/>
                  </a:solidFill>
                  <a:effectLst/>
                  <a:uLnTx/>
                  <a:uFillTx/>
                  <a:latin typeface="Calibri"/>
                  <a:ea typeface="+mn-ea"/>
                  <a:cs typeface="Carlito"/>
                </a:endParaRPr>
              </a:p>
            </p:txBody>
          </p:sp>
          <p:cxnSp>
            <p:nvCxnSpPr>
              <p:cNvPr id="59" name="Connector: Elbow 58">
                <a:extLst>
                  <a:ext uri="{FF2B5EF4-FFF2-40B4-BE49-F238E27FC236}">
                    <a16:creationId xmlns:a16="http://schemas.microsoft.com/office/drawing/2014/main" id="{001A6D52-EC29-5E09-1CCA-71013082B98F}"/>
                  </a:ext>
                </a:extLst>
              </p:cNvPr>
              <p:cNvCxnSpPr>
                <a:cxnSpLocks/>
                <a:stCxn id="4" idx="2"/>
                <a:endCxn id="51" idx="1"/>
              </p:cNvCxnSpPr>
              <p:nvPr/>
            </p:nvCxnSpPr>
            <p:spPr>
              <a:xfrm rot="16200000" flipH="1">
                <a:off x="8001578" y="3567718"/>
                <a:ext cx="718872" cy="1441697"/>
              </a:xfrm>
              <a:prstGeom prst="bentConnector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0FB3EFC0-22D1-1D8F-23B9-B2B78E87B48B}"/>
                  </a:ext>
                </a:extLst>
              </p:cNvPr>
              <p:cNvCxnSpPr>
                <a:cxnSpLocks/>
                <a:stCxn id="4" idx="3"/>
                <a:endCxn id="51" idx="0"/>
              </p:cNvCxnSpPr>
              <p:nvPr/>
            </p:nvCxnSpPr>
            <p:spPr>
              <a:xfrm>
                <a:off x="8213506" y="3810604"/>
                <a:ext cx="1496895" cy="706594"/>
              </a:xfrm>
              <a:prstGeom prst="bentConnector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object 26">
                <a:extLst>
                  <a:ext uri="{FF2B5EF4-FFF2-40B4-BE49-F238E27FC236}">
                    <a16:creationId xmlns:a16="http://schemas.microsoft.com/office/drawing/2014/main" id="{8E169AA8-23E7-6C81-0A5A-2ECDA9ED7CED}"/>
                  </a:ext>
                </a:extLst>
              </p:cNvPr>
              <p:cNvSpPr/>
              <p:nvPr/>
            </p:nvSpPr>
            <p:spPr>
              <a:xfrm>
                <a:off x="9544078" y="3701576"/>
                <a:ext cx="445917" cy="341629"/>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object 8">
                <a:extLst>
                  <a:ext uri="{FF2B5EF4-FFF2-40B4-BE49-F238E27FC236}">
                    <a16:creationId xmlns:a16="http://schemas.microsoft.com/office/drawing/2014/main" id="{D5A0AFED-CE81-A575-BD59-529DB5F9E443}"/>
                  </a:ext>
                </a:extLst>
              </p:cNvPr>
              <p:cNvSpPr txBox="1"/>
              <p:nvPr/>
            </p:nvSpPr>
            <p:spPr>
              <a:xfrm>
                <a:off x="7790163" y="4665127"/>
                <a:ext cx="1156454" cy="270636"/>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sz="1100" b="1" i="0" u="none" strike="noStrike" kern="1200" cap="none" spc="-5" normalizeH="0" baseline="0" noProof="0">
                    <a:ln>
                      <a:noFill/>
                    </a:ln>
                    <a:solidFill>
                      <a:srgbClr val="006FC0"/>
                    </a:solidFill>
                    <a:effectLst/>
                    <a:uLnTx/>
                    <a:uFillTx/>
                    <a:latin typeface="Carlito"/>
                    <a:ea typeface="+mn-ea"/>
                    <a:cs typeface="Carlito"/>
                  </a:rPr>
                  <a:t>Upfront Concession</a:t>
                </a:r>
                <a:r>
                  <a:rPr kumimoji="0" sz="1100" b="1" i="0" u="none" strike="noStrike" kern="1200" cap="none" spc="-55" normalizeH="0" baseline="0" noProof="0">
                    <a:ln>
                      <a:noFill/>
                    </a:ln>
                    <a:solidFill>
                      <a:srgbClr val="006FC0"/>
                    </a:solidFill>
                    <a:effectLst/>
                    <a:uLnTx/>
                    <a:uFillTx/>
                    <a:latin typeface="Carlito"/>
                    <a:ea typeface="+mn-ea"/>
                    <a:cs typeface="Carlito"/>
                  </a:rPr>
                  <a:t> </a:t>
                </a:r>
                <a:r>
                  <a:rPr kumimoji="0" sz="1100" b="1" i="0" u="none" strike="noStrike" kern="1200" cap="none" spc="-5" normalizeH="0" baseline="0" noProof="0">
                    <a:ln>
                      <a:noFill/>
                    </a:ln>
                    <a:solidFill>
                      <a:srgbClr val="006FC0"/>
                    </a:solidFill>
                    <a:effectLst/>
                    <a:uLnTx/>
                    <a:uFillTx/>
                    <a:latin typeface="Carlito"/>
                    <a:ea typeface="+mn-ea"/>
                    <a:cs typeface="Carlito"/>
                  </a:rPr>
                  <a:t>Fee</a:t>
                </a:r>
                <a:endParaRPr kumimoji="0" sz="1100" b="0" i="0" u="none" strike="noStrike" kern="1200" cap="none" spc="0" normalizeH="0" baseline="0" noProof="0">
                  <a:ln>
                    <a:noFill/>
                  </a:ln>
                  <a:solidFill>
                    <a:prstClr val="black"/>
                  </a:solidFill>
                  <a:effectLst/>
                  <a:uLnTx/>
                  <a:uFillTx/>
                  <a:latin typeface="Carlito"/>
                  <a:ea typeface="+mn-ea"/>
                  <a:cs typeface="Carlito"/>
                </a:endParaRPr>
              </a:p>
            </p:txBody>
          </p:sp>
          <p:pic>
            <p:nvPicPr>
              <p:cNvPr id="63" name="Graphic 62" descr="Coins">
                <a:extLst>
                  <a:ext uri="{FF2B5EF4-FFF2-40B4-BE49-F238E27FC236}">
                    <a16:creationId xmlns:a16="http://schemas.microsoft.com/office/drawing/2014/main" id="{033CDBE2-FC2E-5CFF-76A2-0DD7D81C81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82769" y="4390248"/>
                <a:ext cx="439674" cy="229744"/>
              </a:xfrm>
              <a:prstGeom prst="rect">
                <a:avLst/>
              </a:prstGeom>
            </p:spPr>
          </p:pic>
          <p:cxnSp>
            <p:nvCxnSpPr>
              <p:cNvPr id="64" name="Straight Arrow Connector 63">
                <a:extLst>
                  <a:ext uri="{FF2B5EF4-FFF2-40B4-BE49-F238E27FC236}">
                    <a16:creationId xmlns:a16="http://schemas.microsoft.com/office/drawing/2014/main" id="{3C82B6FE-16FA-00B2-2D22-508774C7D81D}"/>
                  </a:ext>
                </a:extLst>
              </p:cNvPr>
              <p:cNvCxnSpPr>
                <a:cxnSpLocks/>
              </p:cNvCxnSpPr>
              <p:nvPr/>
            </p:nvCxnSpPr>
            <p:spPr>
              <a:xfrm flipH="1" flipV="1">
                <a:off x="9701847" y="5188667"/>
                <a:ext cx="641457" cy="417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FD6821A2-7B2B-8415-665A-CA904DC488B6}"/>
                  </a:ext>
                </a:extLst>
              </p:cNvPr>
              <p:cNvSpPr/>
              <p:nvPr/>
            </p:nvSpPr>
            <p:spPr>
              <a:xfrm>
                <a:off x="9485638" y="5362679"/>
                <a:ext cx="1257075" cy="251223"/>
              </a:xfrm>
              <a:prstGeom prst="rect">
                <a:avLst/>
              </a:prstGeom>
            </p:spPr>
            <p:txBody>
              <a:bodyPr wrap="none">
                <a:spAutoFit/>
              </a:bodyPr>
              <a:lstStyle/>
              <a:p>
                <a:pPr marL="808990" marR="0" lvl="0" indent="0" algn="ctr" defTabSz="914400" rtl="0" eaLnBrk="1" fontAlgn="auto" latinLnBrk="0" hangingPunct="1">
                  <a:lnSpc>
                    <a:spcPts val="1290"/>
                  </a:lnSpc>
                  <a:spcBef>
                    <a:spcPts val="100"/>
                  </a:spcBef>
                  <a:spcAft>
                    <a:spcPts val="0"/>
                  </a:spcAft>
                  <a:buClrTx/>
                  <a:buSzTx/>
                  <a:buFontTx/>
                  <a:buNone/>
                  <a:tabLst/>
                  <a:defRPr/>
                </a:pPr>
                <a:r>
                  <a:rPr kumimoji="0" lang="en-US" sz="1000" b="1" i="0" u="none" strike="noStrike" kern="1200" cap="none" spc="-5" normalizeH="0" baseline="0" noProof="0">
                    <a:ln>
                      <a:noFill/>
                    </a:ln>
                    <a:solidFill>
                      <a:srgbClr val="011F43"/>
                    </a:solidFill>
                    <a:effectLst/>
                    <a:uLnTx/>
                    <a:uFillTx/>
                    <a:latin typeface="Calibri"/>
                    <a:ea typeface="+mn-ea"/>
                    <a:cs typeface="Carlito"/>
                  </a:rPr>
                  <a:t>Debt</a:t>
                </a:r>
                <a:endParaRPr kumimoji="0" lang="en-US" sz="1000" b="0" i="0" u="none" strike="noStrike" kern="1200" cap="none" spc="0" normalizeH="0" baseline="0" noProof="0">
                  <a:ln>
                    <a:noFill/>
                  </a:ln>
                  <a:solidFill>
                    <a:prstClr val="black"/>
                  </a:solidFill>
                  <a:effectLst/>
                  <a:uLnTx/>
                  <a:uFillTx/>
                  <a:latin typeface="Calibri"/>
                  <a:ea typeface="+mn-ea"/>
                  <a:cs typeface="Carlito"/>
                </a:endParaRPr>
              </a:p>
            </p:txBody>
          </p:sp>
        </p:grpSp>
      </p:grpSp>
      <p:sp>
        <p:nvSpPr>
          <p:cNvPr id="70" name="Rectangle 69">
            <a:extLst>
              <a:ext uri="{FF2B5EF4-FFF2-40B4-BE49-F238E27FC236}">
                <a16:creationId xmlns:a16="http://schemas.microsoft.com/office/drawing/2014/main" id="{2C4F3C42-1846-701B-1172-8E6116853B15}"/>
              </a:ext>
            </a:extLst>
          </p:cNvPr>
          <p:cNvSpPr/>
          <p:nvPr/>
        </p:nvSpPr>
        <p:spPr>
          <a:xfrm>
            <a:off x="5593132" y="1113452"/>
            <a:ext cx="3014127" cy="408190"/>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mn-cs"/>
              </a:rPr>
              <a:t>Applicability</a:t>
            </a:r>
          </a:p>
        </p:txBody>
      </p:sp>
      <p:sp>
        <p:nvSpPr>
          <p:cNvPr id="71" name="Rectangle 70">
            <a:extLst>
              <a:ext uri="{FF2B5EF4-FFF2-40B4-BE49-F238E27FC236}">
                <a16:creationId xmlns:a16="http://schemas.microsoft.com/office/drawing/2014/main" id="{2E53E9ED-7E4B-08A5-85DC-E5994A3610C5}"/>
              </a:ext>
            </a:extLst>
          </p:cNvPr>
          <p:cNvSpPr/>
          <p:nvPr/>
        </p:nvSpPr>
        <p:spPr>
          <a:xfrm>
            <a:off x="5593132" y="1545207"/>
            <a:ext cx="3014127" cy="143281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Revenue generating brownfield assets under operation and maintenance. </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Prevalent in Roads and Highways projects</a:t>
            </a:r>
          </a:p>
        </p:txBody>
      </p:sp>
      <p:sp>
        <p:nvSpPr>
          <p:cNvPr id="72" name="Rectangle 71">
            <a:extLst>
              <a:ext uri="{FF2B5EF4-FFF2-40B4-BE49-F238E27FC236}">
                <a16:creationId xmlns:a16="http://schemas.microsoft.com/office/drawing/2014/main" id="{6B4B8587-48AE-3C7A-6F80-0E3051E6474E}"/>
              </a:ext>
            </a:extLst>
          </p:cNvPr>
          <p:cNvSpPr/>
          <p:nvPr/>
        </p:nvSpPr>
        <p:spPr>
          <a:xfrm>
            <a:off x="5593132" y="3268111"/>
            <a:ext cx="6224396" cy="34249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Key Challenges</a:t>
            </a:r>
          </a:p>
        </p:txBody>
      </p:sp>
      <p:sp>
        <p:nvSpPr>
          <p:cNvPr id="73" name="Rectangle 72">
            <a:extLst>
              <a:ext uri="{FF2B5EF4-FFF2-40B4-BE49-F238E27FC236}">
                <a16:creationId xmlns:a16="http://schemas.microsoft.com/office/drawing/2014/main" id="{C811EBEE-954A-4E1A-1A82-DDE792B721C7}"/>
              </a:ext>
            </a:extLst>
          </p:cNvPr>
          <p:cNvSpPr/>
          <p:nvPr/>
        </p:nvSpPr>
        <p:spPr>
          <a:xfrm>
            <a:off x="5593132" y="3639422"/>
            <a:ext cx="6224396" cy="101659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Considerable revenue and demand  risk involved for the Concessionaire.</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TOT projects may find it difficult to tie-up debt</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Lack of large-scale investor participation vis a vis INVITs</a:t>
            </a:r>
          </a:p>
        </p:txBody>
      </p:sp>
      <p:sp>
        <p:nvSpPr>
          <p:cNvPr id="74" name="Rectangle 73">
            <a:extLst>
              <a:ext uri="{FF2B5EF4-FFF2-40B4-BE49-F238E27FC236}">
                <a16:creationId xmlns:a16="http://schemas.microsoft.com/office/drawing/2014/main" id="{E3C87540-8D91-8DA2-671E-200A6C46EC6F}"/>
              </a:ext>
            </a:extLst>
          </p:cNvPr>
          <p:cNvSpPr/>
          <p:nvPr/>
        </p:nvSpPr>
        <p:spPr>
          <a:xfrm>
            <a:off x="383520" y="5037791"/>
            <a:ext cx="11436350" cy="1261884"/>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Pioneer in asset monetization in India. First central government entity to adopt the concession-based TOT approach to monetize its asset base. Since 2018, NHAI has monetized 6 bundles to raise proceeds of over INR 26,000 Cr.</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Transaction Structuring: </a:t>
            </a: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asset selection, bundling key reasons for tepid investor response on NHAI’s TOT 2 and TOT 4 bundles, which were eventually shelved</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Proceeds: </a:t>
            </a: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going forward, the TOT model is expected to play an important role in NHAI’s asset monetization strategy. NHAI may use proceeds for future capital expenditure into greenfield assets that may eventually be monetized through another TOT concession after COD. </a:t>
            </a:r>
          </a:p>
        </p:txBody>
      </p:sp>
      <p:sp>
        <p:nvSpPr>
          <p:cNvPr id="75" name="Rectangle 74">
            <a:extLst>
              <a:ext uri="{FF2B5EF4-FFF2-40B4-BE49-F238E27FC236}">
                <a16:creationId xmlns:a16="http://schemas.microsoft.com/office/drawing/2014/main" id="{8D4558C0-76DC-A635-54F6-0024D48D616A}"/>
              </a:ext>
            </a:extLst>
          </p:cNvPr>
          <p:cNvSpPr/>
          <p:nvPr/>
        </p:nvSpPr>
        <p:spPr>
          <a:xfrm>
            <a:off x="414764" y="4634625"/>
            <a:ext cx="3608101" cy="37621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86BC25"/>
                </a:solidFill>
                <a:effectLst/>
                <a:uLnTx/>
                <a:uFillTx/>
                <a:latin typeface="Calibri" panose="020F0502020204030204" pitchFamily="34" charset="0"/>
                <a:ea typeface="+mn-ea"/>
                <a:cs typeface="Calibri" panose="020F0502020204030204" pitchFamily="34" charset="0"/>
              </a:rPr>
              <a:t>NHAI’s experience with TOT</a:t>
            </a:r>
          </a:p>
        </p:txBody>
      </p:sp>
      <p:cxnSp>
        <p:nvCxnSpPr>
          <p:cNvPr id="76" name="Straight Connector 75">
            <a:extLst>
              <a:ext uri="{FF2B5EF4-FFF2-40B4-BE49-F238E27FC236}">
                <a16:creationId xmlns:a16="http://schemas.microsoft.com/office/drawing/2014/main" id="{9C84016A-A51B-E35E-077F-1D8CD4CA9210}"/>
              </a:ext>
            </a:extLst>
          </p:cNvPr>
          <p:cNvCxnSpPr>
            <a:cxnSpLocks/>
          </p:cNvCxnSpPr>
          <p:nvPr/>
        </p:nvCxnSpPr>
        <p:spPr bwMode="auto">
          <a:xfrm flipV="1">
            <a:off x="475904" y="4960352"/>
            <a:ext cx="5178360" cy="38100"/>
          </a:xfrm>
          <a:prstGeom prst="line">
            <a:avLst/>
          </a:prstGeom>
          <a:noFill/>
          <a:ln w="28575" cap="flat" cmpd="sng" algn="ctr">
            <a:solidFill>
              <a:schemeClr val="bg1">
                <a:lumMod val="65000"/>
              </a:schemeClr>
            </a:solidFill>
            <a:prstDash val="solid"/>
            <a:round/>
            <a:headEnd type="none" w="med" len="med"/>
            <a:tailEnd type="none" w="med" len="med"/>
          </a:ln>
          <a:effectLst/>
        </p:spPr>
      </p:cxnSp>
      <p:sp>
        <p:nvSpPr>
          <p:cNvPr id="80" name="Rectangle 79">
            <a:extLst>
              <a:ext uri="{FF2B5EF4-FFF2-40B4-BE49-F238E27FC236}">
                <a16:creationId xmlns:a16="http://schemas.microsoft.com/office/drawing/2014/main" id="{0F6AB471-2183-B1C1-BF28-D4A467FAE8EA}"/>
              </a:ext>
            </a:extLst>
          </p:cNvPr>
          <p:cNvSpPr/>
          <p:nvPr/>
        </p:nvSpPr>
        <p:spPr>
          <a:xfrm>
            <a:off x="8803401" y="1113452"/>
            <a:ext cx="3014127" cy="408190"/>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schemeClr val="tx1"/>
                </a:solidFill>
                <a:effectLst/>
                <a:uLnTx/>
                <a:uFillTx/>
                <a:latin typeface="Verdana" panose="020B0604030504040204" pitchFamily="34" charset="0"/>
                <a:ea typeface="Verdana" panose="020B0604030504040204" pitchFamily="34" charset="0"/>
                <a:cs typeface="+mn-cs"/>
              </a:rPr>
              <a:t>Benefits</a:t>
            </a:r>
          </a:p>
        </p:txBody>
      </p:sp>
      <p:sp>
        <p:nvSpPr>
          <p:cNvPr id="81" name="Rectangle 80">
            <a:extLst>
              <a:ext uri="{FF2B5EF4-FFF2-40B4-BE49-F238E27FC236}">
                <a16:creationId xmlns:a16="http://schemas.microsoft.com/office/drawing/2014/main" id="{8DBBE386-E014-7841-B96F-31CFB042C771}"/>
              </a:ext>
            </a:extLst>
          </p:cNvPr>
          <p:cNvSpPr/>
          <p:nvPr/>
        </p:nvSpPr>
        <p:spPr>
          <a:xfrm>
            <a:off x="8803401" y="1545207"/>
            <a:ext cx="3014127" cy="143281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Easy contract management </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Proceeds from upfront premium may be utilized to fund greenfield projects</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Enhanced operational efficiency</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Allows bundling of assets to garner investors interest</a:t>
            </a:r>
          </a:p>
        </p:txBody>
      </p:sp>
      <p:pic>
        <p:nvPicPr>
          <p:cNvPr id="5" name="Picture 4">
            <a:hlinkClick r:id="rId7" action="ppaction://hlinksldjump"/>
            <a:extLst>
              <a:ext uri="{FF2B5EF4-FFF2-40B4-BE49-F238E27FC236}">
                <a16:creationId xmlns:a16="http://schemas.microsoft.com/office/drawing/2014/main" id="{8F533976-7250-4A75-1E84-4C147CDF88FB}"/>
              </a:ext>
            </a:extLst>
          </p:cNvPr>
          <p:cNvPicPr>
            <a:picLocks noChangeAspect="1"/>
          </p:cNvPicPr>
          <p:nvPr/>
        </p:nvPicPr>
        <p:blipFill>
          <a:blip r:embed="rId8"/>
          <a:stretch>
            <a:fillRect/>
          </a:stretch>
        </p:blipFill>
        <p:spPr>
          <a:xfrm>
            <a:off x="11726283" y="113485"/>
            <a:ext cx="359695" cy="365792"/>
          </a:xfrm>
          <a:prstGeom prst="rect">
            <a:avLst/>
          </a:prstGeom>
        </p:spPr>
      </p:pic>
      <p:sp>
        <p:nvSpPr>
          <p:cNvPr id="8" name="Rectangle 7">
            <a:hlinkClick r:id="rId9" action="ppaction://hlinksldjump"/>
            <a:extLst>
              <a:ext uri="{FF2B5EF4-FFF2-40B4-BE49-F238E27FC236}">
                <a16:creationId xmlns:a16="http://schemas.microsoft.com/office/drawing/2014/main" id="{B908665B-96D4-F6FF-DA70-A9E56EC62AC0}"/>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9" name="Freeform 15">
            <a:extLst>
              <a:ext uri="{FF2B5EF4-FFF2-40B4-BE49-F238E27FC236}">
                <a16:creationId xmlns:a16="http://schemas.microsoft.com/office/drawing/2014/main" id="{F051B15B-6453-1C49-A2F7-E0889D262382}"/>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10" name="Freeform 16">
            <a:extLst>
              <a:ext uri="{FF2B5EF4-FFF2-40B4-BE49-F238E27FC236}">
                <a16:creationId xmlns:a16="http://schemas.microsoft.com/office/drawing/2014/main" id="{2896D46C-7C57-E92E-C70F-DA12D4FE6DF9}"/>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11" name="Freeform 6">
            <a:extLst>
              <a:ext uri="{FF2B5EF4-FFF2-40B4-BE49-F238E27FC236}">
                <a16:creationId xmlns:a16="http://schemas.microsoft.com/office/drawing/2014/main" id="{8373BC69-E84F-BD2B-A9FF-5FC29B54AE80}"/>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12" name="Rectangle: Rounded Corners 11">
            <a:extLst>
              <a:ext uri="{FF2B5EF4-FFF2-40B4-BE49-F238E27FC236}">
                <a16:creationId xmlns:a16="http://schemas.microsoft.com/office/drawing/2014/main" id="{36F19B46-0A25-D6F0-E109-201E54457590}"/>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19" name="Rectangle 18">
            <a:hlinkClick r:id="rId10" action="ppaction://hlinksldjump"/>
            <a:extLst>
              <a:ext uri="{FF2B5EF4-FFF2-40B4-BE49-F238E27FC236}">
                <a16:creationId xmlns:a16="http://schemas.microsoft.com/office/drawing/2014/main" id="{A901E647-402B-47B9-A3C3-5B590B0F960A}"/>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20" name="Rectangle 19">
            <a:hlinkClick r:id="rId11" action="ppaction://hlinksldjump"/>
            <a:extLst>
              <a:ext uri="{FF2B5EF4-FFF2-40B4-BE49-F238E27FC236}">
                <a16:creationId xmlns:a16="http://schemas.microsoft.com/office/drawing/2014/main" id="{2BFC1D29-E231-A4D4-25DA-A24B36A39B67}"/>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21" name="Rectangle 20">
            <a:hlinkClick r:id="rId12" action="ppaction://hlinksldjump"/>
            <a:extLst>
              <a:ext uri="{FF2B5EF4-FFF2-40B4-BE49-F238E27FC236}">
                <a16:creationId xmlns:a16="http://schemas.microsoft.com/office/drawing/2014/main" id="{93F21A23-8C58-F8CF-5CAA-1D3DB38314AF}"/>
              </a:ext>
            </a:extLst>
          </p:cNvPr>
          <p:cNvSpPr/>
          <p:nvPr/>
        </p:nvSpPr>
        <p:spPr bwMode="gray">
          <a:xfrm>
            <a:off x="9660055"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22" name="Rectangle 21">
            <a:hlinkClick r:id="rId13" action="ppaction://hlinksldjump"/>
            <a:extLst>
              <a:ext uri="{FF2B5EF4-FFF2-40B4-BE49-F238E27FC236}">
                <a16:creationId xmlns:a16="http://schemas.microsoft.com/office/drawing/2014/main" id="{59A1DA89-8BC7-441B-7074-1407B33F3D5A}"/>
              </a:ext>
            </a:extLst>
          </p:cNvPr>
          <p:cNvSpPr/>
          <p:nvPr/>
        </p:nvSpPr>
        <p:spPr bwMode="gray">
          <a:xfrm>
            <a:off x="10003078"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23" name="Rectangle 22">
            <a:hlinkClick r:id="rId14" action="ppaction://hlinksldjump"/>
            <a:extLst>
              <a:ext uri="{FF2B5EF4-FFF2-40B4-BE49-F238E27FC236}">
                <a16:creationId xmlns:a16="http://schemas.microsoft.com/office/drawing/2014/main" id="{FD7DB625-5CC9-A1A6-D104-A505551BF1FD}"/>
              </a:ext>
            </a:extLst>
          </p:cNvPr>
          <p:cNvSpPr/>
          <p:nvPr/>
        </p:nvSpPr>
        <p:spPr bwMode="gray">
          <a:xfrm>
            <a:off x="10346101" y="-9900"/>
            <a:ext cx="274320" cy="274320"/>
          </a:xfrm>
          <a:prstGeom prst="rect">
            <a:avLst/>
          </a:prstGeom>
          <a:solidFill>
            <a:schemeClr val="accent6"/>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25" name="Rectangle 24">
            <a:hlinkClick r:id="rId15" action="ppaction://hlinksldjump"/>
            <a:extLst>
              <a:ext uri="{FF2B5EF4-FFF2-40B4-BE49-F238E27FC236}">
                <a16:creationId xmlns:a16="http://schemas.microsoft.com/office/drawing/2014/main" id="{B9B8CB7A-54CB-A575-D31B-BDD4FED82FE0}"/>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219507053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think-cell data - do not delete" hidden="1">
            <a:extLst>
              <a:ext uri="{FF2B5EF4-FFF2-40B4-BE49-F238E27FC236}">
                <a16:creationId xmlns:a16="http://schemas.microsoft.com/office/drawing/2014/main" id="{06291C9D-79B2-4D97-B2BA-0C8260C47B8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66" name="think-cell data - do not delete" hidden="1">
                        <a:extLst>
                          <a:ext uri="{FF2B5EF4-FFF2-40B4-BE49-F238E27FC236}">
                            <a16:creationId xmlns:a16="http://schemas.microsoft.com/office/drawing/2014/main" id="{06291C9D-79B2-4D97-B2BA-0C8260C47B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4">
            <a:extLst>
              <a:ext uri="{FF2B5EF4-FFF2-40B4-BE49-F238E27FC236}">
                <a16:creationId xmlns:a16="http://schemas.microsoft.com/office/drawing/2014/main" id="{45CBD9C5-AD6A-978B-5A90-4EDD908CE23D}"/>
              </a:ext>
            </a:extLst>
          </p:cNvPr>
          <p:cNvSpPr>
            <a:spLocks noGrp="1"/>
          </p:cNvSpPr>
          <p:nvPr>
            <p:ph type="title"/>
          </p:nvPr>
        </p:nvSpPr>
        <p:spPr>
          <a:xfrm>
            <a:off x="470633" y="312970"/>
            <a:ext cx="11436350" cy="288000"/>
          </a:xfrm>
        </p:spPr>
        <p:txBody>
          <a:bodyPr vert="horz"/>
          <a:lstStyle/>
          <a:p>
            <a:r>
              <a:rPr lang="en-US" sz="1800" b="1">
                <a:latin typeface="Verdana" panose="020B0604030504040204" pitchFamily="34" charset="0"/>
                <a:ea typeface="Verdana" panose="020B0604030504040204" pitchFamily="34" charset="0"/>
              </a:rPr>
              <a:t>Monetization example: Investment Trusts (</a:t>
            </a:r>
            <a:r>
              <a:rPr lang="en-US" sz="1800" b="1" err="1">
                <a:latin typeface="Verdana" panose="020B0604030504040204" pitchFamily="34" charset="0"/>
                <a:ea typeface="Verdana" panose="020B0604030504040204" pitchFamily="34" charset="0"/>
              </a:rPr>
              <a:t>InvITs</a:t>
            </a:r>
            <a:r>
              <a:rPr lang="en-US" sz="1800" b="1">
                <a:latin typeface="Verdana" panose="020B0604030504040204" pitchFamily="34" charset="0"/>
                <a:ea typeface="Verdana" panose="020B0604030504040204" pitchFamily="34" charset="0"/>
              </a:rPr>
              <a:t>) </a:t>
            </a:r>
          </a:p>
        </p:txBody>
      </p:sp>
      <p:grpSp>
        <p:nvGrpSpPr>
          <p:cNvPr id="2" name="Group 1">
            <a:extLst>
              <a:ext uri="{FF2B5EF4-FFF2-40B4-BE49-F238E27FC236}">
                <a16:creationId xmlns:a16="http://schemas.microsoft.com/office/drawing/2014/main" id="{781F91F7-A308-D9A9-ED5C-6600E2B57B0F}"/>
              </a:ext>
            </a:extLst>
          </p:cNvPr>
          <p:cNvGrpSpPr/>
          <p:nvPr/>
        </p:nvGrpSpPr>
        <p:grpSpPr>
          <a:xfrm>
            <a:off x="329823" y="1067683"/>
            <a:ext cx="5202480" cy="4138324"/>
            <a:chOff x="157824" y="1151750"/>
            <a:chExt cx="5553851" cy="4502593"/>
          </a:xfrm>
        </p:grpSpPr>
        <p:grpSp>
          <p:nvGrpSpPr>
            <p:cNvPr id="5" name="Group 4">
              <a:extLst>
                <a:ext uri="{FF2B5EF4-FFF2-40B4-BE49-F238E27FC236}">
                  <a16:creationId xmlns:a16="http://schemas.microsoft.com/office/drawing/2014/main" id="{1B8002E1-F6D7-2FDE-7906-41AB528A1D7F}"/>
                </a:ext>
              </a:extLst>
            </p:cNvPr>
            <p:cNvGrpSpPr/>
            <p:nvPr/>
          </p:nvGrpSpPr>
          <p:grpSpPr>
            <a:xfrm>
              <a:off x="157824" y="1151750"/>
              <a:ext cx="5553851" cy="4502593"/>
              <a:chOff x="3339903" y="-617258"/>
              <a:chExt cx="6938796" cy="4609965"/>
            </a:xfrm>
          </p:grpSpPr>
          <p:sp>
            <p:nvSpPr>
              <p:cNvPr id="11" name="Rectangle 10">
                <a:extLst>
                  <a:ext uri="{FF2B5EF4-FFF2-40B4-BE49-F238E27FC236}">
                    <a16:creationId xmlns:a16="http://schemas.microsoft.com/office/drawing/2014/main" id="{79BECCB8-4490-4DBD-A89E-1ABF73B0793E}"/>
                  </a:ext>
                </a:extLst>
              </p:cNvPr>
              <p:cNvSpPr/>
              <p:nvPr/>
            </p:nvSpPr>
            <p:spPr>
              <a:xfrm>
                <a:off x="8047166" y="1984391"/>
                <a:ext cx="1145773" cy="455612"/>
              </a:xfrm>
              <a:prstGeom prst="rect">
                <a:avLst/>
              </a:prstGeom>
              <a:solidFill>
                <a:srgbClr val="4472C4">
                  <a:lumMod val="40000"/>
                  <a:lumOff val="60000"/>
                </a:srgbClr>
              </a:solidFill>
              <a:ln w="12700" cap="flat" cmpd="sng" algn="ctr">
                <a:solidFill>
                  <a:srgbClr val="5B9BD5">
                    <a:shade val="50000"/>
                  </a:srgbClr>
                </a:solidFill>
                <a:prstDash val="solid"/>
                <a:miter lim="800000"/>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Investment Manager</a:t>
                </a:r>
              </a:p>
            </p:txBody>
          </p:sp>
          <p:sp>
            <p:nvSpPr>
              <p:cNvPr id="12" name="Title 1">
                <a:extLst>
                  <a:ext uri="{FF2B5EF4-FFF2-40B4-BE49-F238E27FC236}">
                    <a16:creationId xmlns:a16="http://schemas.microsoft.com/office/drawing/2014/main" id="{1889602C-78FE-4364-A1C4-9202B05E0866}"/>
                  </a:ext>
                </a:extLst>
              </p:cNvPr>
              <p:cNvSpPr txBox="1">
                <a:spLocks/>
              </p:cNvSpPr>
              <p:nvPr/>
            </p:nvSpPr>
            <p:spPr>
              <a:xfrm>
                <a:off x="6377963" y="509320"/>
                <a:ext cx="2013077" cy="577850"/>
              </a:xfrm>
              <a:prstGeom prst="rect">
                <a:avLst/>
              </a:prstGeom>
            </p:spPr>
            <p:txBody>
              <a:bodyPr anchor="ctr">
                <a:norm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Management</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services</a:t>
                </a:r>
              </a:p>
            </p:txBody>
          </p:sp>
          <p:sp>
            <p:nvSpPr>
              <p:cNvPr id="13" name="Rectangle 12">
                <a:extLst>
                  <a:ext uri="{FF2B5EF4-FFF2-40B4-BE49-F238E27FC236}">
                    <a16:creationId xmlns:a16="http://schemas.microsoft.com/office/drawing/2014/main" id="{565B185A-513B-A150-5646-95F2797EC1CC}"/>
                  </a:ext>
                </a:extLst>
              </p:cNvPr>
              <p:cNvSpPr/>
              <p:nvPr/>
            </p:nvSpPr>
            <p:spPr>
              <a:xfrm>
                <a:off x="6385412" y="-427015"/>
                <a:ext cx="1634665" cy="433920"/>
              </a:xfrm>
              <a:prstGeom prst="rect">
                <a:avLst/>
              </a:prstGeom>
              <a:solidFill>
                <a:srgbClr val="CCECFF"/>
              </a:solidFill>
              <a:ln w="12700" cap="flat" cmpd="sng" algn="ctr">
                <a:solidFill>
                  <a:srgbClr val="120274"/>
                </a:solidFill>
                <a:prstDash val="solid"/>
                <a:miter lim="800000"/>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75"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Sponsor</a:t>
                </a:r>
              </a:p>
            </p:txBody>
          </p:sp>
          <p:pic>
            <p:nvPicPr>
              <p:cNvPr id="14" name="Picture 8">
                <a:extLst>
                  <a:ext uri="{FF2B5EF4-FFF2-40B4-BE49-F238E27FC236}">
                    <a16:creationId xmlns:a16="http://schemas.microsoft.com/office/drawing/2014/main" id="{ADC76C45-F868-7D69-86CC-C04BD7202C6A}"/>
                  </a:ext>
                </a:extLst>
              </p:cNvPr>
              <p:cNvPicPr>
                <a:picLocks noChangeAspect="1" noChangeArrowheads="1"/>
              </p:cNvPicPr>
              <p:nvPr/>
            </p:nvPicPr>
            <p:blipFill>
              <a:blip r:embed="rId5" cstate="print">
                <a:lum contrast="6000"/>
                <a:grayscl/>
              </a:blip>
              <a:srcRect/>
              <a:stretch>
                <a:fillRect/>
              </a:stretch>
            </p:blipFill>
            <p:spPr bwMode="auto">
              <a:xfrm>
                <a:off x="5758612" y="3036814"/>
                <a:ext cx="905050" cy="584544"/>
              </a:xfrm>
              <a:prstGeom prst="rect">
                <a:avLst/>
              </a:prstGeom>
              <a:noFill/>
              <a:ln w="9525">
                <a:noFill/>
                <a:miter lim="800000"/>
                <a:headEnd/>
                <a:tailEnd/>
              </a:ln>
            </p:spPr>
          </p:pic>
          <p:cxnSp>
            <p:nvCxnSpPr>
              <p:cNvPr id="15" name="Straight Connector 14">
                <a:extLst>
                  <a:ext uri="{FF2B5EF4-FFF2-40B4-BE49-F238E27FC236}">
                    <a16:creationId xmlns:a16="http://schemas.microsoft.com/office/drawing/2014/main" id="{9616B6D6-0BB0-257E-21F4-40F10F2C67AE}"/>
                  </a:ext>
                </a:extLst>
              </p:cNvPr>
              <p:cNvCxnSpPr>
                <a:cxnSpLocks/>
              </p:cNvCxnSpPr>
              <p:nvPr/>
            </p:nvCxnSpPr>
            <p:spPr>
              <a:xfrm flipH="1">
                <a:off x="3947581" y="1693117"/>
                <a:ext cx="2263557" cy="0"/>
              </a:xfrm>
              <a:prstGeom prst="line">
                <a:avLst/>
              </a:prstGeom>
              <a:noFill/>
              <a:ln w="6350" cap="flat" cmpd="sng" algn="ctr">
                <a:solidFill>
                  <a:srgbClr val="5B9BD5"/>
                </a:solidFill>
                <a:prstDash val="solid"/>
                <a:miter lim="800000"/>
              </a:ln>
              <a:effectLst/>
            </p:spPr>
          </p:cxnSp>
          <p:sp>
            <p:nvSpPr>
              <p:cNvPr id="16" name="Rectangle 15">
                <a:extLst>
                  <a:ext uri="{FF2B5EF4-FFF2-40B4-BE49-F238E27FC236}">
                    <a16:creationId xmlns:a16="http://schemas.microsoft.com/office/drawing/2014/main" id="{CFD6D332-47D4-99FD-82EF-D316FB04AC9B}"/>
                  </a:ext>
                </a:extLst>
              </p:cNvPr>
              <p:cNvSpPr/>
              <p:nvPr/>
            </p:nvSpPr>
            <p:spPr>
              <a:xfrm>
                <a:off x="5653571" y="2008122"/>
                <a:ext cx="1091057" cy="311150"/>
              </a:xfrm>
              <a:prstGeom prst="rect">
                <a:avLst/>
              </a:prstGeom>
              <a:solidFill>
                <a:srgbClr val="5B9BD5">
                  <a:lumMod val="20000"/>
                  <a:lumOff val="80000"/>
                </a:srgbClr>
              </a:solidFill>
              <a:ln w="12700" cap="flat" cmpd="sng" algn="ctr">
                <a:solidFill>
                  <a:srgbClr val="5B9BD5">
                    <a:shade val="50000"/>
                  </a:srgbClr>
                </a:solidFill>
                <a:prstDash val="solid"/>
                <a:miter lim="800000"/>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SPV</a:t>
                </a:r>
                <a:endParaRPr kumimoji="0" lang="en-IN"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9CF3431D-42F8-25F3-8882-DFA99F86A247}"/>
                  </a:ext>
                </a:extLst>
              </p:cNvPr>
              <p:cNvSpPr/>
              <p:nvPr/>
            </p:nvSpPr>
            <p:spPr>
              <a:xfrm>
                <a:off x="8139223" y="3050641"/>
                <a:ext cx="1053715" cy="457199"/>
              </a:xfrm>
              <a:prstGeom prst="rect">
                <a:avLst/>
              </a:prstGeom>
              <a:solidFill>
                <a:srgbClr val="FFC000">
                  <a:lumMod val="20000"/>
                  <a:lumOff val="80000"/>
                </a:srgbClr>
              </a:solidFill>
              <a:ln w="12700" cap="flat" cmpd="sng" algn="ctr">
                <a:solidFill>
                  <a:srgbClr val="4472C4"/>
                </a:solidFill>
                <a:prstDash val="solid"/>
                <a:miter lim="800000"/>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Project Manager</a:t>
                </a:r>
              </a:p>
            </p:txBody>
          </p:sp>
          <p:cxnSp>
            <p:nvCxnSpPr>
              <p:cNvPr id="18" name="Straight Connector 17">
                <a:extLst>
                  <a:ext uri="{FF2B5EF4-FFF2-40B4-BE49-F238E27FC236}">
                    <a16:creationId xmlns:a16="http://schemas.microsoft.com/office/drawing/2014/main" id="{C5762414-099E-477F-D056-7A5FE7378E3A}"/>
                  </a:ext>
                </a:extLst>
              </p:cNvPr>
              <p:cNvCxnSpPr>
                <a:cxnSpLocks/>
              </p:cNvCxnSpPr>
              <p:nvPr/>
            </p:nvCxnSpPr>
            <p:spPr>
              <a:xfrm flipH="1">
                <a:off x="4002609" y="3873962"/>
                <a:ext cx="4689491" cy="21277"/>
              </a:xfrm>
              <a:prstGeom prst="line">
                <a:avLst/>
              </a:prstGeom>
              <a:noFill/>
              <a:ln w="6350" cap="flat" cmpd="sng" algn="ctr">
                <a:solidFill>
                  <a:srgbClr val="5B9BD5"/>
                </a:solidFill>
                <a:prstDash val="solid"/>
                <a:miter lim="800000"/>
              </a:ln>
              <a:effectLst/>
            </p:spPr>
          </p:cxnSp>
          <p:cxnSp>
            <p:nvCxnSpPr>
              <p:cNvPr id="19" name="Straight Arrow Connector 18">
                <a:extLst>
                  <a:ext uri="{FF2B5EF4-FFF2-40B4-BE49-F238E27FC236}">
                    <a16:creationId xmlns:a16="http://schemas.microsoft.com/office/drawing/2014/main" id="{FD44C90F-F4FB-D2B1-5E52-60764E17E059}"/>
                  </a:ext>
                </a:extLst>
              </p:cNvPr>
              <p:cNvCxnSpPr>
                <a:cxnSpLocks/>
              </p:cNvCxnSpPr>
              <p:nvPr/>
            </p:nvCxnSpPr>
            <p:spPr>
              <a:xfrm flipV="1">
                <a:off x="4002609" y="3677526"/>
                <a:ext cx="0" cy="224638"/>
              </a:xfrm>
              <a:prstGeom prst="straightConnector1">
                <a:avLst/>
              </a:prstGeom>
              <a:noFill/>
              <a:ln w="6350" cap="flat" cmpd="sng" algn="ctr">
                <a:solidFill>
                  <a:srgbClr val="5B9BD5"/>
                </a:solidFill>
                <a:prstDash val="solid"/>
                <a:miter lim="800000"/>
                <a:tailEnd type="arrow"/>
              </a:ln>
              <a:effectLst/>
            </p:spPr>
          </p:cxnSp>
          <p:sp>
            <p:nvSpPr>
              <p:cNvPr id="20" name="TextBox 19">
                <a:extLst>
                  <a:ext uri="{FF2B5EF4-FFF2-40B4-BE49-F238E27FC236}">
                    <a16:creationId xmlns:a16="http://schemas.microsoft.com/office/drawing/2014/main" id="{BE979D3B-9050-0CA9-3F9C-C98046E788B6}"/>
                  </a:ext>
                </a:extLst>
              </p:cNvPr>
              <p:cNvSpPr txBox="1"/>
              <p:nvPr/>
            </p:nvSpPr>
            <p:spPr>
              <a:xfrm>
                <a:off x="4330966" y="1705275"/>
                <a:ext cx="1046627" cy="617137"/>
              </a:xfrm>
              <a:prstGeom prst="rect">
                <a:avLst/>
              </a:prstGeom>
              <a:noFill/>
            </p:spPr>
            <p:txBody>
              <a:bodyPr wrap="square">
                <a:sp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Direct acquisition</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for Non-PPP Project</a:t>
                </a:r>
                <a:endParaRPr kumimoji="0" lang="en-IN" sz="7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1" name="Title 1">
                <a:extLst>
                  <a:ext uri="{FF2B5EF4-FFF2-40B4-BE49-F238E27FC236}">
                    <a16:creationId xmlns:a16="http://schemas.microsoft.com/office/drawing/2014/main" id="{EEC1A249-956F-4FF3-2932-35A780703505}"/>
                  </a:ext>
                </a:extLst>
              </p:cNvPr>
              <p:cNvSpPr txBox="1">
                <a:spLocks/>
              </p:cNvSpPr>
              <p:nvPr/>
            </p:nvSpPr>
            <p:spPr>
              <a:xfrm rot="16200000">
                <a:off x="8290100" y="-58270"/>
                <a:ext cx="1315274" cy="577850"/>
              </a:xfrm>
              <a:prstGeom prst="rect">
                <a:avLst/>
              </a:prstGeom>
            </p:spPr>
            <p:txBody>
              <a:bodyPr anchor="ctr">
                <a:norm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SEBI Registered Debenture Trustee</a:t>
                </a:r>
                <a:endParaRPr kumimoji="0" lang="en-IN"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1B02C203-0BCB-BCE8-65F6-A3660A10EAD0}"/>
                  </a:ext>
                </a:extLst>
              </p:cNvPr>
              <p:cNvSpPr/>
              <p:nvPr/>
            </p:nvSpPr>
            <p:spPr>
              <a:xfrm>
                <a:off x="8191265" y="812237"/>
                <a:ext cx="1001678" cy="455612"/>
              </a:xfrm>
              <a:prstGeom prst="rect">
                <a:avLst/>
              </a:prstGeom>
              <a:solidFill>
                <a:srgbClr val="44546A">
                  <a:lumMod val="40000"/>
                  <a:lumOff val="60000"/>
                </a:srgbClr>
              </a:solidFill>
              <a:ln w="12700" cap="flat" cmpd="sng" algn="ctr">
                <a:solidFill>
                  <a:srgbClr val="5B9BD5">
                    <a:shade val="50000"/>
                  </a:srgbClr>
                </a:solidFill>
                <a:prstDash val="solid"/>
                <a:miter lim="800000"/>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Trustee</a:t>
                </a:r>
              </a:p>
            </p:txBody>
          </p:sp>
          <p:cxnSp>
            <p:nvCxnSpPr>
              <p:cNvPr id="23" name="Shape 58">
                <a:extLst>
                  <a:ext uri="{FF2B5EF4-FFF2-40B4-BE49-F238E27FC236}">
                    <a16:creationId xmlns:a16="http://schemas.microsoft.com/office/drawing/2014/main" id="{B02A2AB7-1D68-8BE9-0D21-D7ADD1AA7B1F}"/>
                  </a:ext>
                </a:extLst>
              </p:cNvPr>
              <p:cNvCxnSpPr>
                <a:cxnSpLocks/>
                <a:stCxn id="13" idx="3"/>
                <a:endCxn id="22" idx="0"/>
              </p:cNvCxnSpPr>
              <p:nvPr/>
            </p:nvCxnSpPr>
            <p:spPr>
              <a:xfrm>
                <a:off x="8020077" y="-210055"/>
                <a:ext cx="672027" cy="1022292"/>
              </a:xfrm>
              <a:prstGeom prst="bentConnector2">
                <a:avLst/>
              </a:prstGeom>
              <a:noFill/>
              <a:ln w="6350" cap="flat" cmpd="sng" algn="ctr">
                <a:solidFill>
                  <a:srgbClr val="5B9BD5"/>
                </a:solidFill>
                <a:prstDash val="dash"/>
                <a:miter lim="800000"/>
                <a:tailEnd type="arrow"/>
              </a:ln>
              <a:effectLst/>
            </p:spPr>
          </p:cxnSp>
          <p:cxnSp>
            <p:nvCxnSpPr>
              <p:cNvPr id="24" name="Straight Arrow Connector 23">
                <a:extLst>
                  <a:ext uri="{FF2B5EF4-FFF2-40B4-BE49-F238E27FC236}">
                    <a16:creationId xmlns:a16="http://schemas.microsoft.com/office/drawing/2014/main" id="{49081437-E1D0-1865-ECC8-32D589701FDB}"/>
                  </a:ext>
                </a:extLst>
              </p:cNvPr>
              <p:cNvCxnSpPr>
                <a:cxnSpLocks/>
              </p:cNvCxnSpPr>
              <p:nvPr/>
            </p:nvCxnSpPr>
            <p:spPr>
              <a:xfrm flipH="1">
                <a:off x="8611550" y="1267849"/>
                <a:ext cx="1" cy="716541"/>
              </a:xfrm>
              <a:prstGeom prst="straightConnector1">
                <a:avLst/>
              </a:prstGeom>
              <a:noFill/>
              <a:ln w="6350" cap="flat" cmpd="sng" algn="ctr">
                <a:solidFill>
                  <a:srgbClr val="5B9BD5"/>
                </a:solidFill>
                <a:prstDash val="solid"/>
                <a:miter lim="800000"/>
                <a:tailEnd type="arrow"/>
              </a:ln>
              <a:effectLst/>
            </p:spPr>
          </p:cxnSp>
          <p:sp>
            <p:nvSpPr>
              <p:cNvPr id="25" name="Title 1">
                <a:extLst>
                  <a:ext uri="{FF2B5EF4-FFF2-40B4-BE49-F238E27FC236}">
                    <a16:creationId xmlns:a16="http://schemas.microsoft.com/office/drawing/2014/main" id="{37716BE6-BC57-FB84-767F-262C832FFC94}"/>
                  </a:ext>
                </a:extLst>
              </p:cNvPr>
              <p:cNvSpPr txBox="1">
                <a:spLocks/>
              </p:cNvSpPr>
              <p:nvPr/>
            </p:nvSpPr>
            <p:spPr>
              <a:xfrm>
                <a:off x="8154427" y="1324067"/>
                <a:ext cx="2013077" cy="579437"/>
              </a:xfrm>
              <a:prstGeom prst="rect">
                <a:avLst/>
              </a:prstGeom>
            </p:spPr>
            <p:txBody>
              <a:bodyPr anchor="ctr">
                <a:no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Investment</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Management</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Agreement</a:t>
                </a:r>
              </a:p>
            </p:txBody>
          </p:sp>
          <p:sp>
            <p:nvSpPr>
              <p:cNvPr id="26" name="Title 1">
                <a:extLst>
                  <a:ext uri="{FF2B5EF4-FFF2-40B4-BE49-F238E27FC236}">
                    <a16:creationId xmlns:a16="http://schemas.microsoft.com/office/drawing/2014/main" id="{48A7EBE6-D282-8BC4-7B07-B3FF96AAF9C0}"/>
                  </a:ext>
                </a:extLst>
              </p:cNvPr>
              <p:cNvSpPr txBox="1">
                <a:spLocks/>
              </p:cNvSpPr>
              <p:nvPr/>
            </p:nvSpPr>
            <p:spPr>
              <a:xfrm rot="16200000">
                <a:off x="8983235" y="2162791"/>
                <a:ext cx="2013077" cy="577850"/>
              </a:xfrm>
              <a:prstGeom prst="rect">
                <a:avLst/>
              </a:prstGeom>
            </p:spPr>
            <p:txBody>
              <a:bodyPr anchor="ctr">
                <a:norm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Oversight </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services</a:t>
                </a:r>
              </a:p>
            </p:txBody>
          </p:sp>
          <p:sp>
            <p:nvSpPr>
              <p:cNvPr id="27" name="AutoShape 2">
                <a:extLst>
                  <a:ext uri="{FF2B5EF4-FFF2-40B4-BE49-F238E27FC236}">
                    <a16:creationId xmlns:a16="http://schemas.microsoft.com/office/drawing/2014/main" id="{5851158E-0568-D530-E506-EA3A450D25FE}"/>
                  </a:ext>
                </a:extLst>
              </p:cNvPr>
              <p:cNvSpPr>
                <a:spLocks noChangeArrowheads="1"/>
              </p:cNvSpPr>
              <p:nvPr/>
            </p:nvSpPr>
            <p:spPr bwMode="auto">
              <a:xfrm>
                <a:off x="5335450" y="711749"/>
                <a:ext cx="1766698" cy="751699"/>
              </a:xfrm>
              <a:prstGeom prst="triangle">
                <a:avLst>
                  <a:gd name="adj" fmla="val 50000"/>
                </a:avLst>
              </a:prstGeom>
              <a:solidFill>
                <a:srgbClr val="00B0F0"/>
              </a:solidFill>
              <a:ln w="12700" cap="flat" cmpd="sng" algn="ctr">
                <a:solidFill>
                  <a:srgbClr val="5B9BD5"/>
                </a:solidFill>
                <a:prstDash val="solid"/>
                <a:miter lim="800000"/>
                <a:headEnd/>
                <a:tailEnd/>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err="1">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InvIT</a:t>
                </a:r>
                <a:endParaRPr kumimoji="0" lang="en-IN"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(Trust)</a:t>
                </a:r>
                <a:endParaRPr kumimoji="0" lang="en-IN" sz="1000" b="1"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8B274A8B-1AB4-4481-BC4F-340E3539E231}"/>
                  </a:ext>
                </a:extLst>
              </p:cNvPr>
              <p:cNvSpPr/>
              <p:nvPr/>
            </p:nvSpPr>
            <p:spPr>
              <a:xfrm>
                <a:off x="3880463" y="-427015"/>
                <a:ext cx="2418383" cy="433920"/>
              </a:xfrm>
              <a:prstGeom prst="rect">
                <a:avLst/>
              </a:prstGeom>
              <a:solidFill>
                <a:srgbClr val="5B9BD5">
                  <a:lumMod val="20000"/>
                  <a:lumOff val="80000"/>
                </a:srgbClr>
              </a:solidFill>
              <a:ln w="12700" cap="flat" cmpd="sng" algn="ctr">
                <a:solidFill>
                  <a:srgbClr val="44546A"/>
                </a:solidFill>
                <a:prstDash val="solid"/>
                <a:miter lim="800000"/>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917"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Investors (Resident / Non-Resident)</a:t>
                </a:r>
                <a:endParaRPr kumimoji="0" lang="en-IN" sz="917"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29" name="Title 1">
                <a:extLst>
                  <a:ext uri="{FF2B5EF4-FFF2-40B4-BE49-F238E27FC236}">
                    <a16:creationId xmlns:a16="http://schemas.microsoft.com/office/drawing/2014/main" id="{11B5049D-3A49-FD9F-A9E2-25855B88920B}"/>
                  </a:ext>
                </a:extLst>
              </p:cNvPr>
              <p:cNvSpPr txBox="1">
                <a:spLocks/>
              </p:cNvSpPr>
              <p:nvPr/>
            </p:nvSpPr>
            <p:spPr>
              <a:xfrm>
                <a:off x="8094486" y="2506374"/>
                <a:ext cx="2013077" cy="579437"/>
              </a:xfrm>
              <a:prstGeom prst="rect">
                <a:avLst/>
              </a:prstGeom>
            </p:spPr>
            <p:txBody>
              <a:bodyPr anchor="ctr">
                <a:no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Project</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Management</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Agreement</a:t>
                </a:r>
              </a:p>
            </p:txBody>
          </p:sp>
          <p:sp>
            <p:nvSpPr>
              <p:cNvPr id="30" name="Title 1">
                <a:extLst>
                  <a:ext uri="{FF2B5EF4-FFF2-40B4-BE49-F238E27FC236}">
                    <a16:creationId xmlns:a16="http://schemas.microsoft.com/office/drawing/2014/main" id="{AA3D8D31-5C70-E4F3-DA5E-4C546F4A28A0}"/>
                  </a:ext>
                </a:extLst>
              </p:cNvPr>
              <p:cNvSpPr txBox="1">
                <a:spLocks/>
              </p:cNvSpPr>
              <p:nvPr/>
            </p:nvSpPr>
            <p:spPr>
              <a:xfrm>
                <a:off x="7380032" y="-617258"/>
                <a:ext cx="2013077" cy="579437"/>
              </a:xfrm>
              <a:prstGeom prst="rect">
                <a:avLst/>
              </a:prstGeom>
            </p:spPr>
            <p:txBody>
              <a:bodyPr anchor="ctr">
                <a:norm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Appoints</a:t>
                </a:r>
                <a:endParaRPr kumimoji="0" lang="en-IN"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31" name="Elbow Connector 29">
                <a:extLst>
                  <a:ext uri="{FF2B5EF4-FFF2-40B4-BE49-F238E27FC236}">
                    <a16:creationId xmlns:a16="http://schemas.microsoft.com/office/drawing/2014/main" id="{5A530831-9A7A-0D3C-A883-7EA1F9C6275B}"/>
                  </a:ext>
                </a:extLst>
              </p:cNvPr>
              <p:cNvCxnSpPr>
                <a:cxnSpLocks/>
                <a:endCxn id="13" idx="2"/>
              </p:cNvCxnSpPr>
              <p:nvPr/>
            </p:nvCxnSpPr>
            <p:spPr>
              <a:xfrm>
                <a:off x="5134761" y="-10411"/>
                <a:ext cx="2067984" cy="17316"/>
              </a:xfrm>
              <a:prstGeom prst="bentConnector4">
                <a:avLst>
                  <a:gd name="adj1" fmla="val 484"/>
                  <a:gd name="adj2" fmla="val 1844372"/>
                </a:avLst>
              </a:prstGeom>
              <a:noFill/>
              <a:ln w="6350" cap="flat" cmpd="sng" algn="ctr">
                <a:solidFill>
                  <a:srgbClr val="5B9BD5"/>
                </a:solidFill>
                <a:prstDash val="solid"/>
                <a:miter lim="800000"/>
              </a:ln>
              <a:effectLst/>
            </p:spPr>
          </p:cxnSp>
          <p:cxnSp>
            <p:nvCxnSpPr>
              <p:cNvPr id="32" name="Straight Arrow Connector 31">
                <a:extLst>
                  <a:ext uri="{FF2B5EF4-FFF2-40B4-BE49-F238E27FC236}">
                    <a16:creationId xmlns:a16="http://schemas.microsoft.com/office/drawing/2014/main" id="{3B10376F-D784-B690-057C-B663397EDCF4}"/>
                  </a:ext>
                </a:extLst>
              </p:cNvPr>
              <p:cNvCxnSpPr>
                <a:cxnSpLocks/>
              </p:cNvCxnSpPr>
              <p:nvPr/>
            </p:nvCxnSpPr>
            <p:spPr>
              <a:xfrm>
                <a:off x="6217986" y="307511"/>
                <a:ext cx="0" cy="358566"/>
              </a:xfrm>
              <a:prstGeom prst="straightConnector1">
                <a:avLst/>
              </a:prstGeom>
              <a:noFill/>
              <a:ln w="6350" cap="flat" cmpd="sng" algn="ctr">
                <a:solidFill>
                  <a:srgbClr val="5B9BD5"/>
                </a:solidFill>
                <a:prstDash val="solid"/>
                <a:miter lim="800000"/>
                <a:tailEnd type="arrow"/>
              </a:ln>
              <a:effectLst/>
            </p:spPr>
          </p:cxnSp>
          <p:sp>
            <p:nvSpPr>
              <p:cNvPr id="33" name="Title 1">
                <a:extLst>
                  <a:ext uri="{FF2B5EF4-FFF2-40B4-BE49-F238E27FC236}">
                    <a16:creationId xmlns:a16="http://schemas.microsoft.com/office/drawing/2014/main" id="{1D70B642-14CF-4E3F-346F-7328FF7050BE}"/>
                  </a:ext>
                </a:extLst>
              </p:cNvPr>
              <p:cNvSpPr txBox="1">
                <a:spLocks/>
              </p:cNvSpPr>
              <p:nvPr/>
            </p:nvSpPr>
            <p:spPr>
              <a:xfrm>
                <a:off x="7426412" y="1261034"/>
                <a:ext cx="1322678" cy="577850"/>
              </a:xfrm>
              <a:prstGeom prst="rect">
                <a:avLst/>
              </a:prstGeom>
            </p:spPr>
            <p:txBody>
              <a:bodyPr anchor="ctr">
                <a:norm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Min holding  </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15% or 25%</a:t>
                </a:r>
                <a:endParaRPr kumimoji="0" lang="en-IN"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34" name="Title 1">
                <a:extLst>
                  <a:ext uri="{FF2B5EF4-FFF2-40B4-BE49-F238E27FC236}">
                    <a16:creationId xmlns:a16="http://schemas.microsoft.com/office/drawing/2014/main" id="{377AFB22-3D03-5FEB-6BE6-FA3034E63C4C}"/>
                  </a:ext>
                </a:extLst>
              </p:cNvPr>
              <p:cNvSpPr txBox="1">
                <a:spLocks/>
              </p:cNvSpPr>
              <p:nvPr/>
            </p:nvSpPr>
            <p:spPr>
              <a:xfrm>
                <a:off x="5962590" y="1954572"/>
                <a:ext cx="2013077" cy="579438"/>
              </a:xfrm>
              <a:prstGeom prst="rect">
                <a:avLst/>
              </a:prstGeom>
            </p:spPr>
            <p:txBody>
              <a:bodyPr anchor="ctr">
                <a:norm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IN"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DBBD4420-7873-F3E0-FE08-233C40B7F0C4}"/>
                  </a:ext>
                </a:extLst>
              </p:cNvPr>
              <p:cNvSpPr/>
              <p:nvPr/>
            </p:nvSpPr>
            <p:spPr>
              <a:xfrm>
                <a:off x="3539031" y="711749"/>
                <a:ext cx="1120416" cy="576263"/>
              </a:xfrm>
              <a:prstGeom prst="rect">
                <a:avLst/>
              </a:prstGeom>
              <a:solidFill>
                <a:srgbClr val="5B9BD5">
                  <a:lumMod val="20000"/>
                  <a:lumOff val="80000"/>
                </a:srgbClr>
              </a:solidFill>
              <a:ln w="12700" cap="flat" cmpd="sng" algn="ctr">
                <a:solidFill>
                  <a:srgbClr val="44546A"/>
                </a:solidFill>
                <a:prstDash val="solid"/>
                <a:miter lim="800000"/>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Lender </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(Bank / Institutions)</a:t>
                </a:r>
                <a:endParaRPr kumimoji="0" lang="en-IN"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36" name="Straight Arrow Connector 35">
                <a:extLst>
                  <a:ext uri="{FF2B5EF4-FFF2-40B4-BE49-F238E27FC236}">
                    <a16:creationId xmlns:a16="http://schemas.microsoft.com/office/drawing/2014/main" id="{95F54055-CC90-6BE7-C924-21E98CA7F858}"/>
                  </a:ext>
                </a:extLst>
              </p:cNvPr>
              <p:cNvCxnSpPr>
                <a:cxnSpLocks/>
                <a:stCxn id="35" idx="3"/>
              </p:cNvCxnSpPr>
              <p:nvPr/>
            </p:nvCxnSpPr>
            <p:spPr>
              <a:xfrm>
                <a:off x="4659446" y="999881"/>
                <a:ext cx="1019380" cy="3618"/>
              </a:xfrm>
              <a:prstGeom prst="straightConnector1">
                <a:avLst/>
              </a:prstGeom>
              <a:noFill/>
              <a:ln w="6350" cap="flat" cmpd="sng" algn="ctr">
                <a:solidFill>
                  <a:srgbClr val="5B9BD5"/>
                </a:solidFill>
                <a:prstDash val="solid"/>
                <a:miter lim="800000"/>
                <a:tailEnd type="arrow"/>
              </a:ln>
              <a:effectLst/>
            </p:spPr>
          </p:cxnSp>
          <p:sp>
            <p:nvSpPr>
              <p:cNvPr id="37" name="Title 1">
                <a:extLst>
                  <a:ext uri="{FF2B5EF4-FFF2-40B4-BE49-F238E27FC236}">
                    <a16:creationId xmlns:a16="http://schemas.microsoft.com/office/drawing/2014/main" id="{FB4B4F8F-435F-5ED3-1B27-CEACA989C01C}"/>
                  </a:ext>
                </a:extLst>
              </p:cNvPr>
              <p:cNvSpPr txBox="1">
                <a:spLocks/>
              </p:cNvSpPr>
              <p:nvPr/>
            </p:nvSpPr>
            <p:spPr>
              <a:xfrm>
                <a:off x="4153722" y="480231"/>
                <a:ext cx="2013077" cy="577850"/>
              </a:xfrm>
              <a:prstGeom prst="rect">
                <a:avLst/>
              </a:prstGeom>
            </p:spPr>
            <p:txBody>
              <a:bodyPr anchor="ctr">
                <a:norm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Leverage </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up to 49%</a:t>
                </a:r>
              </a:p>
            </p:txBody>
          </p:sp>
          <p:cxnSp>
            <p:nvCxnSpPr>
              <p:cNvPr id="38" name="Straight Arrow Connector 37">
                <a:extLst>
                  <a:ext uri="{FF2B5EF4-FFF2-40B4-BE49-F238E27FC236}">
                    <a16:creationId xmlns:a16="http://schemas.microsoft.com/office/drawing/2014/main" id="{79C64D85-3668-E919-14C8-66EB1B3A4504}"/>
                  </a:ext>
                </a:extLst>
              </p:cNvPr>
              <p:cNvCxnSpPr>
                <a:cxnSpLocks/>
              </p:cNvCxnSpPr>
              <p:nvPr/>
            </p:nvCxnSpPr>
            <p:spPr>
              <a:xfrm>
                <a:off x="6199100" y="1463448"/>
                <a:ext cx="0" cy="520943"/>
              </a:xfrm>
              <a:prstGeom prst="straightConnector1">
                <a:avLst/>
              </a:prstGeom>
              <a:noFill/>
              <a:ln w="6350" cap="flat" cmpd="sng" algn="ctr">
                <a:solidFill>
                  <a:srgbClr val="5B9BD5"/>
                </a:solidFill>
                <a:prstDash val="solid"/>
                <a:miter lim="800000"/>
                <a:tailEnd type="arrow"/>
              </a:ln>
              <a:effectLst/>
            </p:spPr>
          </p:cxnSp>
          <p:cxnSp>
            <p:nvCxnSpPr>
              <p:cNvPr id="39" name="Straight Arrow Connector 38">
                <a:extLst>
                  <a:ext uri="{FF2B5EF4-FFF2-40B4-BE49-F238E27FC236}">
                    <a16:creationId xmlns:a16="http://schemas.microsoft.com/office/drawing/2014/main" id="{33C987AB-D2C8-2B1F-58E8-D1E7D90F8FAC}"/>
                  </a:ext>
                </a:extLst>
              </p:cNvPr>
              <p:cNvCxnSpPr/>
              <p:nvPr/>
            </p:nvCxnSpPr>
            <p:spPr>
              <a:xfrm rot="10800000">
                <a:off x="6773215" y="1001690"/>
                <a:ext cx="1354124" cy="5556"/>
              </a:xfrm>
              <a:prstGeom prst="straightConnector1">
                <a:avLst/>
              </a:prstGeom>
              <a:noFill/>
              <a:ln w="6350" cap="flat" cmpd="sng" algn="ctr">
                <a:solidFill>
                  <a:srgbClr val="5B9BD5"/>
                </a:solidFill>
                <a:prstDash val="solid"/>
                <a:miter lim="800000"/>
                <a:tailEnd type="arrow"/>
              </a:ln>
              <a:effectLst/>
            </p:spPr>
          </p:cxnSp>
          <p:sp>
            <p:nvSpPr>
              <p:cNvPr id="40" name="Title 1">
                <a:extLst>
                  <a:ext uri="{FF2B5EF4-FFF2-40B4-BE49-F238E27FC236}">
                    <a16:creationId xmlns:a16="http://schemas.microsoft.com/office/drawing/2014/main" id="{293D8C63-2B8F-52CB-EB4E-41BD9DDC2FED}"/>
                  </a:ext>
                </a:extLst>
              </p:cNvPr>
              <p:cNvSpPr txBox="1">
                <a:spLocks/>
              </p:cNvSpPr>
              <p:nvPr/>
            </p:nvSpPr>
            <p:spPr>
              <a:xfrm>
                <a:off x="6501742" y="3350412"/>
                <a:ext cx="2041494" cy="642295"/>
              </a:xfrm>
              <a:prstGeom prst="rect">
                <a:avLst/>
              </a:prstGeom>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Project Execution &amp; Management Services </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(including O&amp;M Services)</a:t>
                </a:r>
                <a:endParaRPr kumimoji="0" lang="en-IN" sz="75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1AA45B3F-EBEE-1BBB-A15F-355AF2E32529}"/>
                  </a:ext>
                </a:extLst>
              </p:cNvPr>
              <p:cNvSpPr txBox="1"/>
              <p:nvPr/>
            </p:nvSpPr>
            <p:spPr>
              <a:xfrm>
                <a:off x="5663288" y="2600886"/>
                <a:ext cx="1184071" cy="359996"/>
              </a:xfrm>
              <a:prstGeom prst="rect">
                <a:avLst/>
              </a:prstGeom>
              <a:noFill/>
            </p:spPr>
            <p:txBody>
              <a:bodyPr wrap="square">
                <a:sp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Option 1 -   Through SPV</a:t>
                </a:r>
                <a:endParaRPr kumimoji="0" lang="en-IN" sz="7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42" name="Straight Arrow Connector 41">
                <a:extLst>
                  <a:ext uri="{FF2B5EF4-FFF2-40B4-BE49-F238E27FC236}">
                    <a16:creationId xmlns:a16="http://schemas.microsoft.com/office/drawing/2014/main" id="{23969BA5-F3E6-E733-9B4D-83C7B958C5C9}"/>
                  </a:ext>
                </a:extLst>
              </p:cNvPr>
              <p:cNvCxnSpPr>
                <a:cxnSpLocks/>
              </p:cNvCxnSpPr>
              <p:nvPr/>
            </p:nvCxnSpPr>
            <p:spPr>
              <a:xfrm>
                <a:off x="6211138" y="2335153"/>
                <a:ext cx="0" cy="220225"/>
              </a:xfrm>
              <a:prstGeom prst="straightConnector1">
                <a:avLst/>
              </a:prstGeom>
              <a:noFill/>
              <a:ln w="6350" cap="flat" cmpd="sng" algn="ctr">
                <a:solidFill>
                  <a:srgbClr val="5B9BD5"/>
                </a:solidFill>
                <a:prstDash val="solid"/>
                <a:miter lim="800000"/>
                <a:tailEnd type="arrow"/>
              </a:ln>
              <a:effectLst/>
            </p:spPr>
          </p:cxnSp>
          <p:pic>
            <p:nvPicPr>
              <p:cNvPr id="43" name="Picture 8">
                <a:extLst>
                  <a:ext uri="{FF2B5EF4-FFF2-40B4-BE49-F238E27FC236}">
                    <a16:creationId xmlns:a16="http://schemas.microsoft.com/office/drawing/2014/main" id="{91DB15A0-9039-0C60-8014-B896D828957A}"/>
                  </a:ext>
                </a:extLst>
              </p:cNvPr>
              <p:cNvPicPr>
                <a:picLocks noChangeAspect="1" noChangeArrowheads="1"/>
              </p:cNvPicPr>
              <p:nvPr/>
            </p:nvPicPr>
            <p:blipFill>
              <a:blip r:embed="rId5" cstate="print">
                <a:lum contrast="6000"/>
                <a:grayscl/>
              </a:blip>
              <a:srcRect/>
              <a:stretch>
                <a:fillRect/>
              </a:stretch>
            </p:blipFill>
            <p:spPr bwMode="auto">
              <a:xfrm>
                <a:off x="4690603" y="3036814"/>
                <a:ext cx="905050" cy="584544"/>
              </a:xfrm>
              <a:prstGeom prst="rect">
                <a:avLst/>
              </a:prstGeom>
              <a:noFill/>
              <a:ln w="9525">
                <a:noFill/>
                <a:miter lim="800000"/>
                <a:headEnd/>
                <a:tailEnd/>
              </a:ln>
            </p:spPr>
          </p:pic>
          <p:sp>
            <p:nvSpPr>
              <p:cNvPr id="44" name="TextBox 43">
                <a:extLst>
                  <a:ext uri="{FF2B5EF4-FFF2-40B4-BE49-F238E27FC236}">
                    <a16:creationId xmlns:a16="http://schemas.microsoft.com/office/drawing/2014/main" id="{AFFE68DF-620B-A3A4-66BC-92901BD4DA0F}"/>
                  </a:ext>
                </a:extLst>
              </p:cNvPr>
              <p:cNvSpPr txBox="1"/>
              <p:nvPr/>
            </p:nvSpPr>
            <p:spPr>
              <a:xfrm>
                <a:off x="4542725" y="2587560"/>
                <a:ext cx="1184071" cy="359996"/>
              </a:xfrm>
              <a:prstGeom prst="rect">
                <a:avLst/>
              </a:prstGeom>
              <a:noFill/>
            </p:spPr>
            <p:txBody>
              <a:bodyPr wrap="square">
                <a:sp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Option 2 -   Direct</a:t>
                </a:r>
                <a:endParaRPr kumimoji="0" lang="en-IN" sz="7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pic>
            <p:nvPicPr>
              <p:cNvPr id="45" name="Picture 8">
                <a:extLst>
                  <a:ext uri="{FF2B5EF4-FFF2-40B4-BE49-F238E27FC236}">
                    <a16:creationId xmlns:a16="http://schemas.microsoft.com/office/drawing/2014/main" id="{F8671ED6-8FA2-D58B-8EEE-98FFF669C286}"/>
                  </a:ext>
                </a:extLst>
              </p:cNvPr>
              <p:cNvPicPr>
                <a:picLocks noChangeAspect="1" noChangeArrowheads="1"/>
              </p:cNvPicPr>
              <p:nvPr/>
            </p:nvPicPr>
            <p:blipFill>
              <a:blip r:embed="rId5" cstate="print">
                <a:lum contrast="6000"/>
                <a:grayscl/>
              </a:blip>
              <a:srcRect/>
              <a:stretch>
                <a:fillRect/>
              </a:stretch>
            </p:blipFill>
            <p:spPr bwMode="auto">
              <a:xfrm>
                <a:off x="3520992" y="3036814"/>
                <a:ext cx="905050" cy="584544"/>
              </a:xfrm>
              <a:prstGeom prst="rect">
                <a:avLst/>
              </a:prstGeom>
              <a:noFill/>
              <a:ln w="9525">
                <a:noFill/>
                <a:miter lim="800000"/>
                <a:headEnd/>
                <a:tailEnd/>
              </a:ln>
            </p:spPr>
          </p:pic>
          <p:sp>
            <p:nvSpPr>
              <p:cNvPr id="46" name="TextBox 45">
                <a:extLst>
                  <a:ext uri="{FF2B5EF4-FFF2-40B4-BE49-F238E27FC236}">
                    <a16:creationId xmlns:a16="http://schemas.microsoft.com/office/drawing/2014/main" id="{97C9B9C2-1150-0F85-983E-46492E872817}"/>
                  </a:ext>
                </a:extLst>
              </p:cNvPr>
              <p:cNvSpPr txBox="1"/>
              <p:nvPr/>
            </p:nvSpPr>
            <p:spPr>
              <a:xfrm>
                <a:off x="3339903" y="2570054"/>
                <a:ext cx="1325414" cy="488567"/>
              </a:xfrm>
              <a:prstGeom prst="rect">
                <a:avLst/>
              </a:prstGeom>
              <a:noFill/>
            </p:spPr>
            <p:txBody>
              <a:bodyPr wrap="square">
                <a:sp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Option 3 -   Through  Holdco</a:t>
                </a:r>
                <a:endParaRPr kumimoji="0" lang="en-IN" sz="7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47" name="Straight Arrow Connector 46">
                <a:extLst>
                  <a:ext uri="{FF2B5EF4-FFF2-40B4-BE49-F238E27FC236}">
                    <a16:creationId xmlns:a16="http://schemas.microsoft.com/office/drawing/2014/main" id="{85F8D71D-949C-532F-11A2-2769FEFEDCCE}"/>
                  </a:ext>
                </a:extLst>
              </p:cNvPr>
              <p:cNvCxnSpPr>
                <a:cxnSpLocks/>
              </p:cNvCxnSpPr>
              <p:nvPr/>
            </p:nvCxnSpPr>
            <p:spPr>
              <a:xfrm>
                <a:off x="5159339" y="1693117"/>
                <a:ext cx="0" cy="840893"/>
              </a:xfrm>
              <a:prstGeom prst="straightConnector1">
                <a:avLst/>
              </a:prstGeom>
              <a:noFill/>
              <a:ln w="6350" cap="flat" cmpd="sng" algn="ctr">
                <a:solidFill>
                  <a:srgbClr val="5B9BD5"/>
                </a:solidFill>
                <a:prstDash val="solid"/>
                <a:miter lim="800000"/>
                <a:tailEnd type="arrow"/>
              </a:ln>
              <a:effectLst/>
            </p:spPr>
          </p:cxnSp>
          <p:cxnSp>
            <p:nvCxnSpPr>
              <p:cNvPr id="77" name="Straight Arrow Connector 76">
                <a:extLst>
                  <a:ext uri="{FF2B5EF4-FFF2-40B4-BE49-F238E27FC236}">
                    <a16:creationId xmlns:a16="http://schemas.microsoft.com/office/drawing/2014/main" id="{1124170F-EEC5-9B4E-1CE5-64982AD78933}"/>
                  </a:ext>
                </a:extLst>
              </p:cNvPr>
              <p:cNvCxnSpPr>
                <a:cxnSpLocks/>
              </p:cNvCxnSpPr>
              <p:nvPr/>
            </p:nvCxnSpPr>
            <p:spPr>
              <a:xfrm>
                <a:off x="3947581" y="1693117"/>
                <a:ext cx="0" cy="840893"/>
              </a:xfrm>
              <a:prstGeom prst="straightConnector1">
                <a:avLst/>
              </a:prstGeom>
              <a:noFill/>
              <a:ln w="6350" cap="flat" cmpd="sng" algn="ctr">
                <a:solidFill>
                  <a:srgbClr val="5B9BD5"/>
                </a:solidFill>
                <a:prstDash val="solid"/>
                <a:miter lim="800000"/>
                <a:tailEnd type="arrow"/>
              </a:ln>
              <a:effectLst/>
            </p:spPr>
          </p:cxnSp>
          <p:sp>
            <p:nvSpPr>
              <p:cNvPr id="78" name="Rectangle 77">
                <a:extLst>
                  <a:ext uri="{FF2B5EF4-FFF2-40B4-BE49-F238E27FC236}">
                    <a16:creationId xmlns:a16="http://schemas.microsoft.com/office/drawing/2014/main" id="{CBA5D9D3-77BF-C376-B5B5-693C5D2536C0}"/>
                  </a:ext>
                </a:extLst>
              </p:cNvPr>
              <p:cNvSpPr/>
              <p:nvPr/>
            </p:nvSpPr>
            <p:spPr>
              <a:xfrm>
                <a:off x="3654816" y="2152146"/>
                <a:ext cx="632689" cy="178892"/>
              </a:xfrm>
              <a:prstGeom prst="rect">
                <a:avLst/>
              </a:prstGeom>
              <a:solidFill>
                <a:srgbClr val="5B9BD5">
                  <a:lumMod val="20000"/>
                  <a:lumOff val="80000"/>
                </a:srgbClr>
              </a:solidFill>
              <a:ln w="12700" cap="flat" cmpd="sng" algn="ctr">
                <a:solidFill>
                  <a:srgbClr val="5B9BD5">
                    <a:shade val="50000"/>
                  </a:srgbClr>
                </a:solidFill>
                <a:prstDash val="solid"/>
                <a:miter lim="800000"/>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SPV</a:t>
                </a:r>
                <a:endParaRPr kumimoji="0" lang="en-IN"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79" name="Rectangle 78">
                <a:extLst>
                  <a:ext uri="{FF2B5EF4-FFF2-40B4-BE49-F238E27FC236}">
                    <a16:creationId xmlns:a16="http://schemas.microsoft.com/office/drawing/2014/main" id="{5D00DF19-BCE5-E43B-A5C0-ABCD06AEF2F6}"/>
                  </a:ext>
                </a:extLst>
              </p:cNvPr>
              <p:cNvSpPr/>
              <p:nvPr/>
            </p:nvSpPr>
            <p:spPr>
              <a:xfrm>
                <a:off x="3539032" y="1845225"/>
                <a:ext cx="834841" cy="178892"/>
              </a:xfrm>
              <a:prstGeom prst="rect">
                <a:avLst/>
              </a:prstGeom>
              <a:solidFill>
                <a:srgbClr val="5B9BD5">
                  <a:lumMod val="20000"/>
                  <a:lumOff val="80000"/>
                </a:srgbClr>
              </a:solidFill>
              <a:ln w="12700" cap="flat" cmpd="sng" algn="ctr">
                <a:solidFill>
                  <a:srgbClr val="5B9BD5">
                    <a:shade val="50000"/>
                  </a:srgbClr>
                </a:solidFill>
                <a:prstDash val="solid"/>
                <a:miter lim="800000"/>
              </a:ln>
              <a:effectLst/>
            </p:spPr>
            <p:txBody>
              <a:bodyPr anchor="ct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Holdco.</a:t>
                </a:r>
                <a:endParaRPr kumimoji="0" lang="en-IN" sz="833"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cxnSp>
            <p:nvCxnSpPr>
              <p:cNvPr id="82" name="Straight Arrow Connector 81">
                <a:extLst>
                  <a:ext uri="{FF2B5EF4-FFF2-40B4-BE49-F238E27FC236}">
                    <a16:creationId xmlns:a16="http://schemas.microsoft.com/office/drawing/2014/main" id="{5A94218B-83F1-2062-AC99-BC25C50815C6}"/>
                  </a:ext>
                </a:extLst>
              </p:cNvPr>
              <p:cNvCxnSpPr>
                <a:cxnSpLocks/>
              </p:cNvCxnSpPr>
              <p:nvPr/>
            </p:nvCxnSpPr>
            <p:spPr>
              <a:xfrm flipV="1">
                <a:off x="5152944" y="3677526"/>
                <a:ext cx="0" cy="208900"/>
              </a:xfrm>
              <a:prstGeom prst="straightConnector1">
                <a:avLst/>
              </a:prstGeom>
              <a:noFill/>
              <a:ln w="6350" cap="flat" cmpd="sng" algn="ctr">
                <a:solidFill>
                  <a:srgbClr val="5B9BD5"/>
                </a:solidFill>
                <a:prstDash val="solid"/>
                <a:miter lim="800000"/>
                <a:tailEnd type="arrow"/>
              </a:ln>
              <a:effectLst/>
            </p:spPr>
          </p:cxnSp>
          <p:cxnSp>
            <p:nvCxnSpPr>
              <p:cNvPr id="83" name="Straight Arrow Connector 82">
                <a:extLst>
                  <a:ext uri="{FF2B5EF4-FFF2-40B4-BE49-F238E27FC236}">
                    <a16:creationId xmlns:a16="http://schemas.microsoft.com/office/drawing/2014/main" id="{F57498E0-6C8D-EB09-11CA-0718107BAA7A}"/>
                  </a:ext>
                </a:extLst>
              </p:cNvPr>
              <p:cNvCxnSpPr>
                <a:cxnSpLocks/>
              </p:cNvCxnSpPr>
              <p:nvPr/>
            </p:nvCxnSpPr>
            <p:spPr>
              <a:xfrm flipV="1">
                <a:off x="6251738" y="3698105"/>
                <a:ext cx="3584" cy="193561"/>
              </a:xfrm>
              <a:prstGeom prst="straightConnector1">
                <a:avLst/>
              </a:prstGeom>
              <a:noFill/>
              <a:ln w="6350" cap="flat" cmpd="sng" algn="ctr">
                <a:solidFill>
                  <a:srgbClr val="5B9BD5"/>
                </a:solidFill>
                <a:prstDash val="solid"/>
                <a:miter lim="800000"/>
                <a:tailEnd type="arrow"/>
              </a:ln>
              <a:effectLst/>
            </p:spPr>
          </p:cxnSp>
          <p:cxnSp>
            <p:nvCxnSpPr>
              <p:cNvPr id="84" name="Straight Connector 83">
                <a:extLst>
                  <a:ext uri="{FF2B5EF4-FFF2-40B4-BE49-F238E27FC236}">
                    <a16:creationId xmlns:a16="http://schemas.microsoft.com/office/drawing/2014/main" id="{8F870A55-CA45-EF36-64A0-453C024D1A07}"/>
                  </a:ext>
                </a:extLst>
              </p:cNvPr>
              <p:cNvCxnSpPr>
                <a:cxnSpLocks/>
              </p:cNvCxnSpPr>
              <p:nvPr/>
            </p:nvCxnSpPr>
            <p:spPr>
              <a:xfrm flipV="1">
                <a:off x="8692101" y="3556669"/>
                <a:ext cx="0" cy="325366"/>
              </a:xfrm>
              <a:prstGeom prst="line">
                <a:avLst/>
              </a:prstGeom>
              <a:noFill/>
              <a:ln w="6350" cap="flat" cmpd="sng" algn="ctr">
                <a:solidFill>
                  <a:srgbClr val="5B9BD5"/>
                </a:solidFill>
                <a:prstDash val="solid"/>
                <a:miter lim="800000"/>
              </a:ln>
              <a:effectLst/>
            </p:spPr>
          </p:cxnSp>
        </p:grpSp>
        <p:sp>
          <p:nvSpPr>
            <p:cNvPr id="8" name="Freeform: Shape 7">
              <a:extLst>
                <a:ext uri="{FF2B5EF4-FFF2-40B4-BE49-F238E27FC236}">
                  <a16:creationId xmlns:a16="http://schemas.microsoft.com/office/drawing/2014/main" id="{E29FF0DE-6DD6-11E4-E014-E0F9756CF695}"/>
                </a:ext>
              </a:extLst>
            </p:cNvPr>
            <p:cNvSpPr/>
            <p:nvPr/>
          </p:nvSpPr>
          <p:spPr>
            <a:xfrm>
              <a:off x="4863724" y="2678782"/>
              <a:ext cx="437020" cy="1143000"/>
            </a:xfrm>
            <a:custGeom>
              <a:avLst/>
              <a:gdLst>
                <a:gd name="connsiteX0" fmla="*/ 30480 w 508000"/>
                <a:gd name="connsiteY0" fmla="*/ 0 h 1143000"/>
                <a:gd name="connsiteX1" fmla="*/ 508000 w 508000"/>
                <a:gd name="connsiteY1" fmla="*/ 0 h 1143000"/>
                <a:gd name="connsiteX2" fmla="*/ 508000 w 508000"/>
                <a:gd name="connsiteY2" fmla="*/ 1143000 h 1143000"/>
                <a:gd name="connsiteX3" fmla="*/ 0 w 508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508000" h="1143000">
                  <a:moveTo>
                    <a:pt x="30480" y="0"/>
                  </a:moveTo>
                  <a:lnTo>
                    <a:pt x="508000" y="0"/>
                  </a:lnTo>
                  <a:lnTo>
                    <a:pt x="508000" y="1143000"/>
                  </a:lnTo>
                  <a:lnTo>
                    <a:pt x="0" y="1143000"/>
                  </a:lnTo>
                </a:path>
              </a:pathLst>
            </a:custGeom>
            <a:noFill/>
            <a:ln w="12700" cap="flat" cmpd="sng" algn="ctr">
              <a:solidFill>
                <a:srgbClr val="5B9BD5">
                  <a:shade val="50000"/>
                </a:srgbClr>
              </a:solidFill>
              <a:prstDash val="dash"/>
              <a:miter lim="800000"/>
              <a:tailEnd type="triangle"/>
            </a:ln>
            <a:effectLst/>
          </p:spPr>
          <p:txBody>
            <a:bodyPr rtlCol="0" anchor="ct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9" name="Freeform: Shape 8">
              <a:extLst>
                <a:ext uri="{FF2B5EF4-FFF2-40B4-BE49-F238E27FC236}">
                  <a16:creationId xmlns:a16="http://schemas.microsoft.com/office/drawing/2014/main" id="{E8B5BEB4-1F26-9EA2-EE98-8BD1D9E85238}"/>
                </a:ext>
              </a:extLst>
            </p:cNvPr>
            <p:cNvSpPr/>
            <p:nvPr/>
          </p:nvSpPr>
          <p:spPr>
            <a:xfrm>
              <a:off x="4863724" y="3821782"/>
              <a:ext cx="437020" cy="1143000"/>
            </a:xfrm>
            <a:custGeom>
              <a:avLst/>
              <a:gdLst>
                <a:gd name="connsiteX0" fmla="*/ 30480 w 508000"/>
                <a:gd name="connsiteY0" fmla="*/ 0 h 1143000"/>
                <a:gd name="connsiteX1" fmla="*/ 508000 w 508000"/>
                <a:gd name="connsiteY1" fmla="*/ 0 h 1143000"/>
                <a:gd name="connsiteX2" fmla="*/ 508000 w 508000"/>
                <a:gd name="connsiteY2" fmla="*/ 1143000 h 1143000"/>
                <a:gd name="connsiteX3" fmla="*/ 0 w 5080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508000" h="1143000">
                  <a:moveTo>
                    <a:pt x="30480" y="0"/>
                  </a:moveTo>
                  <a:lnTo>
                    <a:pt x="508000" y="0"/>
                  </a:lnTo>
                  <a:lnTo>
                    <a:pt x="508000" y="1143000"/>
                  </a:lnTo>
                  <a:lnTo>
                    <a:pt x="0" y="1143000"/>
                  </a:lnTo>
                </a:path>
              </a:pathLst>
            </a:custGeom>
            <a:noFill/>
            <a:ln w="12700" cap="flat" cmpd="sng" algn="ctr">
              <a:solidFill>
                <a:srgbClr val="5B9BD5">
                  <a:shade val="50000"/>
                </a:srgbClr>
              </a:solidFill>
              <a:prstDash val="dash"/>
              <a:miter lim="800000"/>
              <a:tailEnd type="triangle"/>
            </a:ln>
            <a:effectLst/>
          </p:spPr>
          <p:txBody>
            <a:bodyPr rtlCol="0" anchor="ctr"/>
            <a:lstStyle/>
            <a:p>
              <a:pPr marL="0" marR="0" lvl="0" indent="0" algn="ctr" defTabSz="76197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0" name="Title 1">
              <a:extLst>
                <a:ext uri="{FF2B5EF4-FFF2-40B4-BE49-F238E27FC236}">
                  <a16:creationId xmlns:a16="http://schemas.microsoft.com/office/drawing/2014/main" id="{27AF6CC0-6BEF-C651-1185-44CF6AD7DAD3}"/>
                </a:ext>
              </a:extLst>
            </p:cNvPr>
            <p:cNvSpPr txBox="1">
              <a:spLocks/>
            </p:cNvSpPr>
            <p:nvPr/>
          </p:nvSpPr>
          <p:spPr>
            <a:xfrm>
              <a:off x="2610566" y="1673802"/>
              <a:ext cx="2013077" cy="577850"/>
            </a:xfrm>
            <a:prstGeom prst="rect">
              <a:avLst/>
            </a:prstGeom>
          </p:spPr>
          <p:txBody>
            <a:bodyPr anchor="ctr">
              <a:normAutofit/>
            </a:bodyPr>
            <a:lstStyle/>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Min holding  </a:t>
              </a:r>
            </a:p>
            <a:p>
              <a:pPr marL="0" marR="0" lvl="0" indent="0" algn="ctr" defTabSz="761970" rtl="0" eaLnBrk="1" fontAlgn="auto" latinLnBrk="0" hangingPunct="1">
                <a:lnSpc>
                  <a:spcPct val="100000"/>
                </a:lnSpc>
                <a:spcBef>
                  <a:spcPts val="0"/>
                </a:spcBef>
                <a:spcAft>
                  <a:spcPts val="0"/>
                </a:spcAft>
                <a:buClrTx/>
                <a:buSzTx/>
                <a:buFontTx/>
                <a:buNone/>
                <a:tabLst/>
                <a:defRPr/>
              </a:pPr>
              <a:r>
                <a:rPr kumimoji="0" lang="en-US"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15% or 25%</a:t>
              </a:r>
              <a:endParaRPr kumimoji="0" lang="en-IN" sz="833"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graphicFrame>
        <p:nvGraphicFramePr>
          <p:cNvPr id="85" name="Table 84">
            <a:extLst>
              <a:ext uri="{FF2B5EF4-FFF2-40B4-BE49-F238E27FC236}">
                <a16:creationId xmlns:a16="http://schemas.microsoft.com/office/drawing/2014/main" id="{E87A0ECA-C6BE-7FA1-4FB4-4AA4805FE5BA}"/>
              </a:ext>
            </a:extLst>
          </p:cNvPr>
          <p:cNvGraphicFramePr>
            <a:graphicFrameLocks noGrp="1"/>
          </p:cNvGraphicFramePr>
          <p:nvPr>
            <p:extLst>
              <p:ext uri="{D42A27DB-BD31-4B8C-83A1-F6EECF244321}">
                <p14:modId xmlns:p14="http://schemas.microsoft.com/office/powerpoint/2010/main" val="1041364798"/>
              </p:ext>
            </p:extLst>
          </p:nvPr>
        </p:nvGraphicFramePr>
        <p:xfrm>
          <a:off x="257261" y="5267317"/>
          <a:ext cx="5400000" cy="1174737"/>
        </p:xfrm>
        <a:graphic>
          <a:graphicData uri="http://schemas.openxmlformats.org/drawingml/2006/table">
            <a:tbl>
              <a:tblPr firstRow="1" bandRow="1"/>
              <a:tblGrid>
                <a:gridCol w="5400000">
                  <a:extLst>
                    <a:ext uri="{9D8B030D-6E8A-4147-A177-3AD203B41FA5}">
                      <a16:colId xmlns:a16="http://schemas.microsoft.com/office/drawing/2014/main" val="1656137873"/>
                    </a:ext>
                  </a:extLst>
                </a:gridCol>
              </a:tblGrid>
              <a:tr h="2603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Verdana" panose="020B0604030504040204" pitchFamily="34" charset="0"/>
                          <a:ea typeface="Verdana" panose="020B0604030504040204" pitchFamily="34" charset="0"/>
                          <a:cs typeface="Arial" panose="020B0604020202020204" pitchFamily="34" charset="0"/>
                        </a:rPr>
                        <a:t>Examples</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BC25"/>
                    </a:solidFill>
                  </a:tcPr>
                </a:tc>
                <a:extLst>
                  <a:ext uri="{0D108BD9-81ED-4DB2-BD59-A6C34878D82A}">
                    <a16:rowId xmlns:a16="http://schemas.microsoft.com/office/drawing/2014/main" val="2477875861"/>
                  </a:ext>
                </a:extLst>
              </a:tr>
              <a:tr h="891072">
                <a:tc>
                  <a:txBody>
                    <a:bodyPr/>
                    <a:lstStyle>
                      <a:lvl1pPr marL="0" algn="l" defTabSz="1097280" rtl="0" eaLnBrk="1" latinLnBrk="0" hangingPunct="1">
                        <a:defRPr sz="2160" b="1" kern="1200">
                          <a:solidFill>
                            <a:schemeClr val="lt1"/>
                          </a:solidFill>
                          <a:latin typeface="Calibri" panose="020F0502020204030204"/>
                        </a:defRPr>
                      </a:lvl1pPr>
                      <a:lvl2pPr marL="548640" algn="l" defTabSz="1097280" rtl="0" eaLnBrk="1" latinLnBrk="0" hangingPunct="1">
                        <a:defRPr sz="2160" b="1" kern="1200">
                          <a:solidFill>
                            <a:schemeClr val="lt1"/>
                          </a:solidFill>
                          <a:latin typeface="Calibri" panose="020F0502020204030204"/>
                        </a:defRPr>
                      </a:lvl2pPr>
                      <a:lvl3pPr marL="1097280" algn="l" defTabSz="1097280" rtl="0" eaLnBrk="1" latinLnBrk="0" hangingPunct="1">
                        <a:defRPr sz="2160" b="1" kern="1200">
                          <a:solidFill>
                            <a:schemeClr val="lt1"/>
                          </a:solidFill>
                          <a:latin typeface="Calibri" panose="020F0502020204030204"/>
                        </a:defRPr>
                      </a:lvl3pPr>
                      <a:lvl4pPr marL="1645920" algn="l" defTabSz="1097280" rtl="0" eaLnBrk="1" latinLnBrk="0" hangingPunct="1">
                        <a:defRPr sz="2160" b="1" kern="1200">
                          <a:solidFill>
                            <a:schemeClr val="lt1"/>
                          </a:solidFill>
                          <a:latin typeface="Calibri" panose="020F0502020204030204"/>
                        </a:defRPr>
                      </a:lvl4pPr>
                      <a:lvl5pPr marL="2194560" algn="l" defTabSz="1097280" rtl="0" eaLnBrk="1" latinLnBrk="0" hangingPunct="1">
                        <a:defRPr sz="2160" b="1" kern="1200">
                          <a:solidFill>
                            <a:schemeClr val="lt1"/>
                          </a:solidFill>
                          <a:latin typeface="Calibri" panose="020F0502020204030204"/>
                        </a:defRPr>
                      </a:lvl5pPr>
                      <a:lvl6pPr marL="2743200" algn="l" defTabSz="1097280" rtl="0" eaLnBrk="1" latinLnBrk="0" hangingPunct="1">
                        <a:defRPr sz="2160" b="1" kern="1200">
                          <a:solidFill>
                            <a:schemeClr val="lt1"/>
                          </a:solidFill>
                          <a:latin typeface="Calibri" panose="020F0502020204030204"/>
                        </a:defRPr>
                      </a:lvl6pPr>
                      <a:lvl7pPr marL="3291840" algn="l" defTabSz="1097280" rtl="0" eaLnBrk="1" latinLnBrk="0" hangingPunct="1">
                        <a:defRPr sz="2160" b="1" kern="1200">
                          <a:solidFill>
                            <a:schemeClr val="lt1"/>
                          </a:solidFill>
                          <a:latin typeface="Calibri" panose="020F0502020204030204"/>
                        </a:defRPr>
                      </a:lvl7pPr>
                      <a:lvl8pPr marL="3840480" algn="l" defTabSz="1097280" rtl="0" eaLnBrk="1" latinLnBrk="0" hangingPunct="1">
                        <a:defRPr sz="2160" b="1" kern="1200">
                          <a:solidFill>
                            <a:schemeClr val="lt1"/>
                          </a:solidFill>
                          <a:latin typeface="Calibri" panose="020F0502020204030204"/>
                        </a:defRPr>
                      </a:lvl8pPr>
                      <a:lvl9pPr marL="4389120" algn="l" defTabSz="1097280" rtl="0" eaLnBrk="1" latinLnBrk="0" hangingPunct="1">
                        <a:defRPr sz="2160" b="1" kern="1200">
                          <a:solidFill>
                            <a:schemeClr val="lt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Verdana" panose="020B0604030504040204" pitchFamily="34" charset="0"/>
                          <a:ea typeface="Verdana" panose="020B0604030504040204" pitchFamily="34" charset="0"/>
                          <a:cs typeface="Arial" panose="020B0604020202020204" pitchFamily="34" charset="0"/>
                        </a:rPr>
                        <a:t>NHAI InvIT: Rounds (R)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Verdana" panose="020B0604030504040204" pitchFamily="34" charset="0"/>
                          <a:ea typeface="Verdana" panose="020B0604030504040204" pitchFamily="34" charset="0"/>
                          <a:cs typeface="Arial" panose="020B0604020202020204" pitchFamily="34" charset="0"/>
                        </a:rPr>
                        <a:t>R1: November 2021 – fund raise of INR 8,000 Cr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Verdana" panose="020B0604030504040204" pitchFamily="34" charset="0"/>
                          <a:ea typeface="Verdana" panose="020B0604030504040204" pitchFamily="34" charset="0"/>
                          <a:cs typeface="Arial" panose="020B0604020202020204" pitchFamily="34" charset="0"/>
                        </a:rPr>
                        <a:t>R2: October 2022 – fund raise of INR 3,800 Cr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Verdana" panose="020B0604030504040204" pitchFamily="34" charset="0"/>
                          <a:ea typeface="Verdana" panose="020B0604030504040204" pitchFamily="34" charset="0"/>
                          <a:cs typeface="Arial" panose="020B0604020202020204" pitchFamily="34" charset="0"/>
                        </a:rPr>
                        <a:t>R3: March 2024 – fund raise of INR 16,300 Cr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Verdana" panose="020B0604030504040204" pitchFamily="34" charset="0"/>
                          <a:ea typeface="Verdana" panose="020B0604030504040204" pitchFamily="34" charset="0"/>
                          <a:cs typeface="Arial" panose="020B0604020202020204" pitchFamily="34" charset="0"/>
                        </a:rPr>
                        <a:t>R4: March 2025 – fund raise of INR 18,380 Cr </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8953113"/>
                  </a:ext>
                </a:extLst>
              </a:tr>
            </a:tbl>
          </a:graphicData>
        </a:graphic>
      </p:graphicFrame>
      <p:graphicFrame>
        <p:nvGraphicFramePr>
          <p:cNvPr id="86" name="Table 31">
            <a:extLst>
              <a:ext uri="{FF2B5EF4-FFF2-40B4-BE49-F238E27FC236}">
                <a16:creationId xmlns:a16="http://schemas.microsoft.com/office/drawing/2014/main" id="{AC3A1FB4-5381-52B5-699A-A1E8BA6A185D}"/>
              </a:ext>
            </a:extLst>
          </p:cNvPr>
          <p:cNvGraphicFramePr>
            <a:graphicFrameLocks noGrp="1"/>
          </p:cNvGraphicFramePr>
          <p:nvPr>
            <p:extLst>
              <p:ext uri="{D42A27DB-BD31-4B8C-83A1-F6EECF244321}">
                <p14:modId xmlns:p14="http://schemas.microsoft.com/office/powerpoint/2010/main" val="3559911417"/>
              </p:ext>
            </p:extLst>
          </p:nvPr>
        </p:nvGraphicFramePr>
        <p:xfrm>
          <a:off x="5862232" y="1165946"/>
          <a:ext cx="5864170" cy="5276107"/>
        </p:xfrm>
        <a:graphic>
          <a:graphicData uri="http://schemas.openxmlformats.org/drawingml/2006/table">
            <a:tbl>
              <a:tblPr firstRow="1" bandRow="1"/>
              <a:tblGrid>
                <a:gridCol w="1439515">
                  <a:extLst>
                    <a:ext uri="{9D8B030D-6E8A-4147-A177-3AD203B41FA5}">
                      <a16:colId xmlns:a16="http://schemas.microsoft.com/office/drawing/2014/main" val="2609672961"/>
                    </a:ext>
                  </a:extLst>
                </a:gridCol>
                <a:gridCol w="4424655">
                  <a:extLst>
                    <a:ext uri="{9D8B030D-6E8A-4147-A177-3AD203B41FA5}">
                      <a16:colId xmlns:a16="http://schemas.microsoft.com/office/drawing/2014/main" val="394423446"/>
                    </a:ext>
                  </a:extLst>
                </a:gridCol>
              </a:tblGrid>
              <a:tr h="234232">
                <a:tc gridSpan="2">
                  <a:txBody>
                    <a:bodyPr/>
                    <a:lstStyle>
                      <a:lvl1pPr marL="0" algn="l" defTabSz="1097280" rtl="0" eaLnBrk="1" latinLnBrk="0" hangingPunct="1">
                        <a:defRPr sz="2160" b="1" kern="1200">
                          <a:solidFill>
                            <a:schemeClr val="lt1"/>
                          </a:solidFill>
                          <a:latin typeface="Calibri" panose="020F0502020204030204"/>
                        </a:defRPr>
                      </a:lvl1pPr>
                      <a:lvl2pPr marL="548640" algn="l" defTabSz="1097280" rtl="0" eaLnBrk="1" latinLnBrk="0" hangingPunct="1">
                        <a:defRPr sz="2160" b="1" kern="1200">
                          <a:solidFill>
                            <a:schemeClr val="lt1"/>
                          </a:solidFill>
                          <a:latin typeface="Calibri" panose="020F0502020204030204"/>
                        </a:defRPr>
                      </a:lvl2pPr>
                      <a:lvl3pPr marL="1097280" algn="l" defTabSz="1097280" rtl="0" eaLnBrk="1" latinLnBrk="0" hangingPunct="1">
                        <a:defRPr sz="2160" b="1" kern="1200">
                          <a:solidFill>
                            <a:schemeClr val="lt1"/>
                          </a:solidFill>
                          <a:latin typeface="Calibri" panose="020F0502020204030204"/>
                        </a:defRPr>
                      </a:lvl3pPr>
                      <a:lvl4pPr marL="1645920" algn="l" defTabSz="1097280" rtl="0" eaLnBrk="1" latinLnBrk="0" hangingPunct="1">
                        <a:defRPr sz="2160" b="1" kern="1200">
                          <a:solidFill>
                            <a:schemeClr val="lt1"/>
                          </a:solidFill>
                          <a:latin typeface="Calibri" panose="020F0502020204030204"/>
                        </a:defRPr>
                      </a:lvl4pPr>
                      <a:lvl5pPr marL="2194560" algn="l" defTabSz="1097280" rtl="0" eaLnBrk="1" latinLnBrk="0" hangingPunct="1">
                        <a:defRPr sz="2160" b="1" kern="1200">
                          <a:solidFill>
                            <a:schemeClr val="lt1"/>
                          </a:solidFill>
                          <a:latin typeface="Calibri" panose="020F0502020204030204"/>
                        </a:defRPr>
                      </a:lvl5pPr>
                      <a:lvl6pPr marL="2743200" algn="l" defTabSz="1097280" rtl="0" eaLnBrk="1" latinLnBrk="0" hangingPunct="1">
                        <a:defRPr sz="2160" b="1" kern="1200">
                          <a:solidFill>
                            <a:schemeClr val="lt1"/>
                          </a:solidFill>
                          <a:latin typeface="Calibri" panose="020F0502020204030204"/>
                        </a:defRPr>
                      </a:lvl6pPr>
                      <a:lvl7pPr marL="3291840" algn="l" defTabSz="1097280" rtl="0" eaLnBrk="1" latinLnBrk="0" hangingPunct="1">
                        <a:defRPr sz="2160" b="1" kern="1200">
                          <a:solidFill>
                            <a:schemeClr val="lt1"/>
                          </a:solidFill>
                          <a:latin typeface="Calibri" panose="020F0502020204030204"/>
                        </a:defRPr>
                      </a:lvl7pPr>
                      <a:lvl8pPr marL="3840480" algn="l" defTabSz="1097280" rtl="0" eaLnBrk="1" latinLnBrk="0" hangingPunct="1">
                        <a:defRPr sz="2160" b="1" kern="1200">
                          <a:solidFill>
                            <a:schemeClr val="lt1"/>
                          </a:solidFill>
                          <a:latin typeface="Calibri" panose="020F0502020204030204"/>
                        </a:defRPr>
                      </a:lvl8pPr>
                      <a:lvl9pPr marL="4389120" algn="l" defTabSz="1097280" rtl="0" eaLnBrk="1" latinLnBrk="0" hangingPunct="1">
                        <a:defRPr sz="2160" b="1" kern="1200">
                          <a:solidFill>
                            <a:schemeClr val="lt1"/>
                          </a:solidFill>
                          <a:latin typeface="Calibri" panose="020F0502020204030204"/>
                        </a:defRPr>
                      </a:lvl9pPr>
                    </a:lstStyle>
                    <a:p>
                      <a:pPr algn="ctr">
                        <a:lnSpc>
                          <a:spcPct val="90000"/>
                        </a:lnSpc>
                      </a:pPr>
                      <a:r>
                        <a:rPr lang="en-US" sz="1100">
                          <a:latin typeface="Verdana" panose="020B0604030504040204" pitchFamily="34" charset="0"/>
                          <a:ea typeface="Verdana" panose="020B0604030504040204" pitchFamily="34" charset="0"/>
                          <a:cs typeface="Arial" panose="020B0604020202020204" pitchFamily="34" charset="0"/>
                        </a:rPr>
                        <a:t>MODEL CHARACTERISTICS</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41E42"/>
                    </a:solidFill>
                  </a:tcPr>
                </a:tc>
                <a:tc hMerge="1">
                  <a:txBody>
                    <a:bodyPr/>
                    <a:lstStyle/>
                    <a:p>
                      <a:r>
                        <a:rPr lang="en-US" sz="1200">
                          <a:latin typeface="+mn-lt"/>
                        </a:rPr>
                        <a:t>MODEL CHARACTERISTICS: </a:t>
                      </a:r>
                    </a:p>
                  </a:txBody>
                  <a:tcPr/>
                </a:tc>
                <a:extLst>
                  <a:ext uri="{0D108BD9-81ED-4DB2-BD59-A6C34878D82A}">
                    <a16:rowId xmlns:a16="http://schemas.microsoft.com/office/drawing/2014/main" val="2022156736"/>
                  </a:ext>
                </a:extLst>
              </a:tr>
              <a:tr h="389863">
                <a:tc gridSpan="2">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0" marR="0" lvl="0" indent="0" algn="ctr" defTabSz="914400" rtl="0" eaLnBrk="1" fontAlgn="auto" latinLnBrk="0" hangingPunct="1">
                        <a:lnSpc>
                          <a:spcPct val="90000"/>
                        </a:lnSpc>
                        <a:spcBef>
                          <a:spcPts val="300"/>
                        </a:spcBef>
                        <a:spcAft>
                          <a:spcPts val="0"/>
                        </a:spcAft>
                        <a:buClrTx/>
                        <a:buSzTx/>
                        <a:buFont typeface="Arial" panose="020B0604020202020204" pitchFamily="34" charset="0"/>
                        <a:buNone/>
                        <a:tabLst/>
                        <a:defRPr/>
                      </a:pPr>
                      <a:r>
                        <a:rPr lang="en-US" sz="1100" b="1" i="0">
                          <a:solidFill>
                            <a:schemeClr val="tx1"/>
                          </a:solidFill>
                          <a:latin typeface="Verdana" panose="020B0604030504040204" pitchFamily="34" charset="0"/>
                          <a:ea typeface="Verdana" panose="020B0604030504040204" pitchFamily="34" charset="0"/>
                          <a:cs typeface="Arial" panose="020B0604020202020204" pitchFamily="34" charset="0"/>
                        </a:rPr>
                        <a:t>A trust registered with SEBI, a financial instrument which attracts long-term investors</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indent="0" algn="l">
                        <a:spcBef>
                          <a:spcPts val="300"/>
                        </a:spcBef>
                        <a:buFont typeface="Arial" panose="020B0604020202020204" pitchFamily="34" charset="0"/>
                        <a:buNone/>
                        <a:defRPr/>
                      </a:pPr>
                      <a:endParaRPr lang="en-US" sz="1400" b="1" i="0">
                        <a:latin typeface="+mn-lt"/>
                        <a:ea typeface="Verdana" panose="020B0604030504040204" pitchFamily="34" charset="0"/>
                        <a:cs typeface="Arial" panose="020B0604020202020204" pitchFamily="34" charset="0"/>
                      </a:endParaRPr>
                    </a:p>
                  </a:txBody>
                  <a:tcPr/>
                </a:tc>
                <a:extLst>
                  <a:ext uri="{0D108BD9-81ED-4DB2-BD59-A6C34878D82A}">
                    <a16:rowId xmlns:a16="http://schemas.microsoft.com/office/drawing/2014/main" val="2770640319"/>
                  </a:ext>
                </a:extLst>
              </a:tr>
              <a:tr h="502812">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0" indent="0" algn="l">
                        <a:lnSpc>
                          <a:spcPct val="100000"/>
                        </a:lnSpc>
                        <a:spcBef>
                          <a:spcPts val="0"/>
                        </a:spcBef>
                        <a:buFont typeface="Arial" panose="020B0604020202020204" pitchFamily="34" charset="0"/>
                        <a:buNone/>
                        <a:defRPr/>
                      </a:pPr>
                      <a:r>
                        <a:rPr lang="en-US" sz="1100" b="1" i="0">
                          <a:solidFill>
                            <a:schemeClr val="tx1"/>
                          </a:solidFill>
                          <a:latin typeface="Verdana" panose="020B0604030504040204" pitchFamily="34" charset="0"/>
                          <a:ea typeface="Verdana" panose="020B0604030504040204" pitchFamily="34" charset="0"/>
                          <a:cs typeface="Arial" panose="020B0604020202020204" pitchFamily="34" charset="0"/>
                        </a:rPr>
                        <a:t>Key Requirement</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Operational Infrastructure assets</a:t>
                      </a:r>
                      <a:r>
                        <a:rPr kumimoji="0" lang="en-US" sz="11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with at least 1 year of operations for Public </a:t>
                      </a:r>
                      <a:r>
                        <a:rPr kumimoji="0" lang="en-US" sz="1100" b="0" i="0" u="none" strike="noStrike" kern="1200" cap="none" spc="0" normalizeH="0" baseline="0" err="1">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InvIT</a:t>
                      </a:r>
                      <a:r>
                        <a:rPr kumimoji="0" lang="en-US" sz="11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103374"/>
                  </a:ext>
                </a:extLst>
              </a:tr>
              <a:tr h="770292">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0" indent="0" algn="l">
                        <a:lnSpc>
                          <a:spcPct val="100000"/>
                        </a:lnSpc>
                        <a:spcBef>
                          <a:spcPts val="0"/>
                        </a:spcBef>
                        <a:buFont typeface="Arial" panose="020B0604020202020204" pitchFamily="34" charset="0"/>
                        <a:buNone/>
                        <a:defRPr/>
                      </a:pPr>
                      <a:r>
                        <a:rPr lang="en-US" sz="1100" b="1">
                          <a:solidFill>
                            <a:schemeClr val="tx1"/>
                          </a:solidFill>
                          <a:latin typeface="Verdana" panose="020B0604030504040204" pitchFamily="34" charset="0"/>
                          <a:ea typeface="Verdana" panose="020B0604030504040204" pitchFamily="34" charset="0"/>
                          <a:cs typeface="Arial" panose="020B0604020202020204" pitchFamily="34" charset="0"/>
                        </a:rPr>
                        <a:t>Key Challenges</a:t>
                      </a:r>
                      <a:endParaRPr lang="en-US" sz="1100" b="1" i="0">
                        <a:solidFill>
                          <a:schemeClr val="tx1"/>
                        </a:solidFill>
                        <a:latin typeface="Verdana" panose="020B0604030504040204" pitchFamily="34" charset="0"/>
                        <a:ea typeface="Verdana" panose="020B0604030504040204" pitchFamily="34" charset="0"/>
                        <a:cs typeface="Arial" panose="020B0604020202020204" pitchFamily="34" charset="0"/>
                      </a:endParaRP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Complicated structure: </a:t>
                      </a:r>
                      <a:r>
                        <a:rPr kumimoji="0" lang="en-US" sz="11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weighty regulations and guidelines applicable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Challenges for investors:</a:t>
                      </a:r>
                      <a:r>
                        <a:rPr kumimoji="0" lang="en-US" sz="11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possibility of unpredictable cash flows, limited investment choices and low liquidity</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8093685"/>
                  </a:ext>
                </a:extLst>
              </a:tr>
              <a:tr h="770292">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0" indent="0" algn="l">
                        <a:lnSpc>
                          <a:spcPct val="100000"/>
                        </a:lnSpc>
                        <a:spcBef>
                          <a:spcPts val="0"/>
                        </a:spcBef>
                        <a:buFont typeface="Arial" panose="020B0604020202020204" pitchFamily="34" charset="0"/>
                        <a:buNone/>
                        <a:defRPr/>
                      </a:pPr>
                      <a:r>
                        <a:rPr lang="en-US" sz="1100" b="1" i="0">
                          <a:solidFill>
                            <a:schemeClr val="tx1"/>
                          </a:solidFill>
                          <a:latin typeface="Verdana" panose="020B0604030504040204" pitchFamily="34" charset="0"/>
                          <a:ea typeface="Verdana" panose="020B0604030504040204" pitchFamily="34" charset="0"/>
                          <a:cs typeface="Arial" panose="020B0604020202020204" pitchFamily="34" charset="0"/>
                        </a:rPr>
                        <a:t>Types of InvITs</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Public</a:t>
                      </a: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Open for participation by all kinds of investors including retail</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Private: </a:t>
                      </a: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Restricted for participation by Qualified Institutional Buyers &amp; bodies corporate </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7562688"/>
                  </a:ext>
                </a:extLst>
              </a:tr>
              <a:tr h="502812">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chemeClr val="tx1"/>
                          </a:solidFill>
                          <a:latin typeface="Verdana" panose="020B0604030504040204" pitchFamily="34" charset="0"/>
                          <a:ea typeface="Verdana" panose="020B0604030504040204" pitchFamily="34" charset="0"/>
                          <a:cs typeface="Arial" panose="020B0604020202020204" pitchFamily="34" charset="0"/>
                        </a:rPr>
                        <a:t>Applicability</a:t>
                      </a:r>
                      <a:endParaRPr lang="en-US" sz="1100" b="1" i="0">
                        <a:solidFill>
                          <a:schemeClr val="tx1"/>
                        </a:solidFill>
                        <a:latin typeface="Verdana" panose="020B0604030504040204" pitchFamily="34" charset="0"/>
                        <a:ea typeface="Verdana" panose="020B0604030504040204" pitchFamily="34" charset="0"/>
                        <a:cs typeface="Arial" panose="020B0604020202020204" pitchFamily="34" charset="0"/>
                      </a:endParaRP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Eligible sub-sectors as per Harmonized Master list </a:t>
                      </a:r>
                      <a:r>
                        <a:rPr kumimoji="0" lang="en-US" sz="11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of infrastructure sub-sectors of MoF</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2768840"/>
                  </a:ext>
                </a:extLst>
              </a:tr>
              <a:tr h="502812">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Verdana" panose="020B0604030504040204" pitchFamily="34" charset="0"/>
                          <a:ea typeface="Verdana" panose="020B0604030504040204" pitchFamily="34" charset="0"/>
                          <a:cs typeface="Arial" panose="020B0604020202020204" pitchFamily="34" charset="0"/>
                        </a:rPr>
                        <a:t>Minimum Value</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Assets under </a:t>
                      </a:r>
                      <a:r>
                        <a:rPr kumimoji="0" lang="en-US" sz="11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InvIT</a:t>
                      </a: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INR  500 Cr (Initial Offer Price: At least INR  250 Cr)</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350504"/>
                  </a:ext>
                </a:extLst>
              </a:tr>
              <a:tr h="502812">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Verdana" panose="020B0604030504040204" pitchFamily="34" charset="0"/>
                          <a:ea typeface="Verdana" panose="020B0604030504040204" pitchFamily="34" charset="0"/>
                          <a:cs typeface="Arial" panose="020B0604020202020204" pitchFamily="34" charset="0"/>
                        </a:rPr>
                        <a:t>Consideration</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Upfront Consideration against subscription of </a:t>
                      </a:r>
                      <a:r>
                        <a:rPr kumimoji="0" lang="en-US" sz="11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InvIT</a:t>
                      </a: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 units</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590904"/>
                  </a:ext>
                </a:extLst>
              </a:tr>
              <a:tr h="597368">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Verdana" panose="020B0604030504040204" pitchFamily="34" charset="0"/>
                          <a:ea typeface="Verdana" panose="020B0604030504040204" pitchFamily="34" charset="0"/>
                          <a:cs typeface="Arial" panose="020B0604020202020204" pitchFamily="34" charset="0"/>
                        </a:rPr>
                        <a:t>Investor Class</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prstClr val="black"/>
                          </a:solidFill>
                          <a:latin typeface="Verdana" panose="020B0604030504040204" pitchFamily="34" charset="0"/>
                          <a:ea typeface="Verdana" panose="020B0604030504040204" pitchFamily="34" charset="0"/>
                          <a:cs typeface="Arial" panose="020B0604020202020204" pitchFamily="34" charset="0"/>
                        </a:rPr>
                        <a:t>Financial investors </a:t>
                      </a:r>
                      <a:r>
                        <a:rPr lang="en-US" sz="1100">
                          <a:solidFill>
                            <a:prstClr val="black"/>
                          </a:solidFill>
                          <a:latin typeface="Verdana" panose="020B0604030504040204" pitchFamily="34" charset="0"/>
                          <a:ea typeface="Verdana" panose="020B0604030504040204" pitchFamily="34" charset="0"/>
                          <a:cs typeface="Arial" panose="020B0604020202020204" pitchFamily="34" charset="0"/>
                        </a:rPr>
                        <a:t>looking for stable yields; </a:t>
                      </a:r>
                      <a:r>
                        <a:rPr lang="en-US" sz="1100" b="1">
                          <a:solidFill>
                            <a:prstClr val="black"/>
                          </a:solidFill>
                          <a:latin typeface="Verdana" panose="020B0604030504040204" pitchFamily="34" charset="0"/>
                          <a:ea typeface="Verdana" panose="020B0604030504040204" pitchFamily="34" charset="0"/>
                          <a:cs typeface="Arial" panose="020B0604020202020204" pitchFamily="34" charset="0"/>
                        </a:rPr>
                        <a:t>sovereign wealth funds </a:t>
                      </a:r>
                      <a:r>
                        <a:rPr lang="en-US" sz="1100">
                          <a:solidFill>
                            <a:prstClr val="black"/>
                          </a:solidFill>
                          <a:latin typeface="Verdana" panose="020B0604030504040204" pitchFamily="34" charset="0"/>
                          <a:ea typeface="Verdana" panose="020B0604030504040204" pitchFamily="34" charset="0"/>
                          <a:cs typeface="Arial" panose="020B0604020202020204" pitchFamily="34" charset="0"/>
                        </a:rPr>
                        <a:t>and </a:t>
                      </a:r>
                      <a:r>
                        <a:rPr lang="en-US" sz="1100" b="1">
                          <a:solidFill>
                            <a:prstClr val="black"/>
                          </a:solidFill>
                          <a:latin typeface="Verdana" panose="020B0604030504040204" pitchFamily="34" charset="0"/>
                          <a:ea typeface="Verdana" panose="020B0604030504040204" pitchFamily="34" charset="0"/>
                          <a:cs typeface="Arial" panose="020B0604020202020204" pitchFamily="34" charset="0"/>
                        </a:rPr>
                        <a:t>global pension funds, insurance funds, retail investors </a:t>
                      </a:r>
                      <a:r>
                        <a:rPr lang="en-US" sz="1100">
                          <a:solidFill>
                            <a:prstClr val="black"/>
                          </a:solidFill>
                          <a:latin typeface="Verdana" panose="020B0604030504040204" pitchFamily="34" charset="0"/>
                          <a:ea typeface="Verdana" panose="020B0604030504040204" pitchFamily="34" charset="0"/>
                          <a:cs typeface="Arial" panose="020B0604020202020204" pitchFamily="34" charset="0"/>
                        </a:rPr>
                        <a:t>etc.</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036445"/>
                  </a:ext>
                </a:extLst>
              </a:tr>
              <a:tr h="502812">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Verdana" panose="020B0604030504040204" pitchFamily="34" charset="0"/>
                          <a:ea typeface="Verdana" panose="020B0604030504040204" pitchFamily="34" charset="0"/>
                          <a:cs typeface="Arial" panose="020B0604020202020204" pitchFamily="34" charset="0"/>
                        </a:rPr>
                        <a:t>Governing Guidelines</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86BC25"/>
                    </a:solidFill>
                  </a:tcPr>
                </a:tc>
                <a:tc>
                  <a:txBody>
                    <a:bodyPr/>
                    <a:lstStyle>
                      <a:lvl1pPr marL="0" algn="l" defTabSz="1097280" rtl="0" eaLnBrk="1" latinLnBrk="0" hangingPunct="1">
                        <a:defRPr sz="2160" kern="1200">
                          <a:solidFill>
                            <a:schemeClr val="dk1"/>
                          </a:solidFill>
                          <a:latin typeface="Calibri" panose="020F0502020204030204"/>
                        </a:defRPr>
                      </a:lvl1pPr>
                      <a:lvl2pPr marL="548640" algn="l" defTabSz="1097280" rtl="0" eaLnBrk="1" latinLnBrk="0" hangingPunct="1">
                        <a:defRPr sz="2160" kern="1200">
                          <a:solidFill>
                            <a:schemeClr val="dk1"/>
                          </a:solidFill>
                          <a:latin typeface="Calibri" panose="020F0502020204030204"/>
                        </a:defRPr>
                      </a:lvl2pPr>
                      <a:lvl3pPr marL="1097280" algn="l" defTabSz="1097280" rtl="0" eaLnBrk="1" latinLnBrk="0" hangingPunct="1">
                        <a:defRPr sz="2160" kern="1200">
                          <a:solidFill>
                            <a:schemeClr val="dk1"/>
                          </a:solidFill>
                          <a:latin typeface="Calibri" panose="020F0502020204030204"/>
                        </a:defRPr>
                      </a:lvl3pPr>
                      <a:lvl4pPr marL="1645920" algn="l" defTabSz="1097280" rtl="0" eaLnBrk="1" latinLnBrk="0" hangingPunct="1">
                        <a:defRPr sz="2160" kern="1200">
                          <a:solidFill>
                            <a:schemeClr val="dk1"/>
                          </a:solidFill>
                          <a:latin typeface="Calibri" panose="020F0502020204030204"/>
                        </a:defRPr>
                      </a:lvl4pPr>
                      <a:lvl5pPr marL="2194560" algn="l" defTabSz="1097280" rtl="0" eaLnBrk="1" latinLnBrk="0" hangingPunct="1">
                        <a:defRPr sz="2160" kern="1200">
                          <a:solidFill>
                            <a:schemeClr val="dk1"/>
                          </a:solidFill>
                          <a:latin typeface="Calibri" panose="020F0502020204030204"/>
                        </a:defRPr>
                      </a:lvl5pPr>
                      <a:lvl6pPr marL="2743200" algn="l" defTabSz="1097280" rtl="0" eaLnBrk="1" latinLnBrk="0" hangingPunct="1">
                        <a:defRPr sz="2160" kern="1200">
                          <a:solidFill>
                            <a:schemeClr val="dk1"/>
                          </a:solidFill>
                          <a:latin typeface="Calibri" panose="020F0502020204030204"/>
                        </a:defRPr>
                      </a:lvl6pPr>
                      <a:lvl7pPr marL="3291840" algn="l" defTabSz="1097280" rtl="0" eaLnBrk="1" latinLnBrk="0" hangingPunct="1">
                        <a:defRPr sz="2160" kern="1200">
                          <a:solidFill>
                            <a:schemeClr val="dk1"/>
                          </a:solidFill>
                          <a:latin typeface="Calibri" panose="020F0502020204030204"/>
                        </a:defRPr>
                      </a:lvl7pPr>
                      <a:lvl8pPr marL="3840480" algn="l" defTabSz="1097280" rtl="0" eaLnBrk="1" latinLnBrk="0" hangingPunct="1">
                        <a:defRPr sz="2160" kern="1200">
                          <a:solidFill>
                            <a:schemeClr val="dk1"/>
                          </a:solidFill>
                          <a:latin typeface="Calibri" panose="020F0502020204030204"/>
                        </a:defRPr>
                      </a:lvl8pPr>
                      <a:lvl9pPr marL="4389120" algn="l" defTabSz="1097280" rtl="0" eaLnBrk="1" latinLnBrk="0" hangingPunct="1">
                        <a:defRPr sz="2160" kern="1200">
                          <a:solidFill>
                            <a:schemeClr val="dk1"/>
                          </a:solidFill>
                          <a:latin typeface="Calibri" panose="020F0502020204030204"/>
                        </a:defRPr>
                      </a:lvl9p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panose="020B0604020202020204" pitchFamily="34" charset="0"/>
                        </a:rPr>
                        <a:t>Notified  by SEBI on September 26, 2014 (amended from time to time)</a:t>
                      </a:r>
                    </a:p>
                  </a:txBody>
                  <a:tcPr marL="76200" marR="76200" marT="38100" marB="381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1989009"/>
                  </a:ext>
                </a:extLst>
              </a:tr>
            </a:tbl>
          </a:graphicData>
        </a:graphic>
      </p:graphicFrame>
      <p:pic>
        <p:nvPicPr>
          <p:cNvPr id="4" name="Picture 3">
            <a:hlinkClick r:id="rId6" action="ppaction://hlinksldjump"/>
            <a:extLst>
              <a:ext uri="{FF2B5EF4-FFF2-40B4-BE49-F238E27FC236}">
                <a16:creationId xmlns:a16="http://schemas.microsoft.com/office/drawing/2014/main" id="{316F19EF-8CD5-4034-9023-76D2A61CFC06}"/>
              </a:ext>
            </a:extLst>
          </p:cNvPr>
          <p:cNvPicPr>
            <a:picLocks noChangeAspect="1"/>
          </p:cNvPicPr>
          <p:nvPr/>
        </p:nvPicPr>
        <p:blipFill>
          <a:blip r:embed="rId7"/>
          <a:stretch>
            <a:fillRect/>
          </a:stretch>
        </p:blipFill>
        <p:spPr>
          <a:xfrm>
            <a:off x="11726283" y="113485"/>
            <a:ext cx="359695" cy="365792"/>
          </a:xfrm>
          <a:prstGeom prst="rect">
            <a:avLst/>
          </a:prstGeom>
        </p:spPr>
      </p:pic>
      <p:sp>
        <p:nvSpPr>
          <p:cNvPr id="7" name="Rectangle 6">
            <a:hlinkClick r:id="rId8" action="ppaction://hlinksldjump"/>
            <a:extLst>
              <a:ext uri="{FF2B5EF4-FFF2-40B4-BE49-F238E27FC236}">
                <a16:creationId xmlns:a16="http://schemas.microsoft.com/office/drawing/2014/main" id="{BE416119-20D4-EB2A-76AC-24F02B37DA1E}"/>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48" name="Freeform 15">
            <a:extLst>
              <a:ext uri="{FF2B5EF4-FFF2-40B4-BE49-F238E27FC236}">
                <a16:creationId xmlns:a16="http://schemas.microsoft.com/office/drawing/2014/main" id="{DE6F0F50-5EC9-3063-9B76-F92AFE74C1DB}"/>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49" name="Freeform 16">
            <a:extLst>
              <a:ext uri="{FF2B5EF4-FFF2-40B4-BE49-F238E27FC236}">
                <a16:creationId xmlns:a16="http://schemas.microsoft.com/office/drawing/2014/main" id="{D695B15A-E56A-97F8-30E8-32399A656E55}"/>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50" name="Freeform 6">
            <a:extLst>
              <a:ext uri="{FF2B5EF4-FFF2-40B4-BE49-F238E27FC236}">
                <a16:creationId xmlns:a16="http://schemas.microsoft.com/office/drawing/2014/main" id="{584209D8-0388-05B9-DF25-6EB9AEC00BE7}"/>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51" name="Rectangle: Rounded Corners 50">
            <a:extLst>
              <a:ext uri="{FF2B5EF4-FFF2-40B4-BE49-F238E27FC236}">
                <a16:creationId xmlns:a16="http://schemas.microsoft.com/office/drawing/2014/main" id="{76E17103-25B8-3375-B608-A844AD4C466F}"/>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58" name="Rectangle 57">
            <a:hlinkClick r:id="rId9" action="ppaction://hlinksldjump"/>
            <a:extLst>
              <a:ext uri="{FF2B5EF4-FFF2-40B4-BE49-F238E27FC236}">
                <a16:creationId xmlns:a16="http://schemas.microsoft.com/office/drawing/2014/main" id="{74F3C8DA-92AC-27D2-5B1C-6C14B57DF947}"/>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59" name="Rectangle 58">
            <a:hlinkClick r:id="rId10" action="ppaction://hlinksldjump"/>
            <a:extLst>
              <a:ext uri="{FF2B5EF4-FFF2-40B4-BE49-F238E27FC236}">
                <a16:creationId xmlns:a16="http://schemas.microsoft.com/office/drawing/2014/main" id="{9985D120-25BA-51E7-4031-02B90DA921CF}"/>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60" name="Rectangle 59">
            <a:hlinkClick r:id="rId11" action="ppaction://hlinksldjump"/>
            <a:extLst>
              <a:ext uri="{FF2B5EF4-FFF2-40B4-BE49-F238E27FC236}">
                <a16:creationId xmlns:a16="http://schemas.microsoft.com/office/drawing/2014/main" id="{6127B5AE-F95D-CE19-D7A8-6E9DD356F365}"/>
              </a:ext>
            </a:extLst>
          </p:cNvPr>
          <p:cNvSpPr/>
          <p:nvPr/>
        </p:nvSpPr>
        <p:spPr bwMode="gray">
          <a:xfrm>
            <a:off x="9660055"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61" name="Rectangle 60">
            <a:hlinkClick r:id="rId12" action="ppaction://hlinksldjump"/>
            <a:extLst>
              <a:ext uri="{FF2B5EF4-FFF2-40B4-BE49-F238E27FC236}">
                <a16:creationId xmlns:a16="http://schemas.microsoft.com/office/drawing/2014/main" id="{75E7E94D-EAEB-C309-FBCC-A5F805ADCBAE}"/>
              </a:ext>
            </a:extLst>
          </p:cNvPr>
          <p:cNvSpPr/>
          <p:nvPr/>
        </p:nvSpPr>
        <p:spPr bwMode="gray">
          <a:xfrm>
            <a:off x="10003078"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62" name="Rectangle 61">
            <a:hlinkClick r:id="rId13" action="ppaction://hlinksldjump"/>
            <a:extLst>
              <a:ext uri="{FF2B5EF4-FFF2-40B4-BE49-F238E27FC236}">
                <a16:creationId xmlns:a16="http://schemas.microsoft.com/office/drawing/2014/main" id="{A5C8D668-1928-7F9F-7247-C83DE346B593}"/>
              </a:ext>
            </a:extLst>
          </p:cNvPr>
          <p:cNvSpPr/>
          <p:nvPr/>
        </p:nvSpPr>
        <p:spPr bwMode="gray">
          <a:xfrm>
            <a:off x="10346101" y="-9900"/>
            <a:ext cx="274320" cy="274320"/>
          </a:xfrm>
          <a:prstGeom prst="rect">
            <a:avLst/>
          </a:prstGeom>
          <a:solidFill>
            <a:schemeClr val="accent6"/>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64" name="Rectangle 63">
            <a:hlinkClick r:id="rId14" action="ppaction://hlinksldjump"/>
            <a:extLst>
              <a:ext uri="{FF2B5EF4-FFF2-40B4-BE49-F238E27FC236}">
                <a16:creationId xmlns:a16="http://schemas.microsoft.com/office/drawing/2014/main" id="{3EF9AD8C-D7FF-86AA-C658-7847081A6460}"/>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173383477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000A0BE-B424-033E-2B49-D53F2808AE91}"/>
              </a:ext>
            </a:extLst>
          </p:cNvPr>
          <p:cNvGraphicFramePr>
            <a:graphicFrameLocks noChangeAspect="1"/>
          </p:cNvGraphicFramePr>
          <p:nvPr>
            <p:custDataLst>
              <p:tags r:id="rId1"/>
            </p:custDataLst>
            <p:extLst>
              <p:ext uri="{D42A27DB-BD31-4B8C-83A1-F6EECF244321}">
                <p14:modId xmlns:p14="http://schemas.microsoft.com/office/powerpoint/2010/main" val="2833799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7" name="think-cell data - do not delete" hidden="1">
                        <a:extLst>
                          <a:ext uri="{FF2B5EF4-FFF2-40B4-BE49-F238E27FC236}">
                            <a16:creationId xmlns:a16="http://schemas.microsoft.com/office/drawing/2014/main" id="{E000A0BE-B424-033E-2B49-D53F2808AE9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Title 5">
            <a:extLst>
              <a:ext uri="{FF2B5EF4-FFF2-40B4-BE49-F238E27FC236}">
                <a16:creationId xmlns:a16="http://schemas.microsoft.com/office/drawing/2014/main" id="{1D9A2CF4-3ED8-72BF-1B8B-D5A70DC55F09}"/>
              </a:ext>
            </a:extLst>
          </p:cNvPr>
          <p:cNvSpPr>
            <a:spLocks noGrp="1"/>
          </p:cNvSpPr>
          <p:nvPr>
            <p:ph type="title"/>
          </p:nvPr>
        </p:nvSpPr>
        <p:spPr>
          <a:xfrm>
            <a:off x="499305" y="284183"/>
            <a:ext cx="11188700" cy="334099"/>
          </a:xfrm>
          <a:ln>
            <a:noFill/>
          </a:ln>
        </p:spPr>
        <p:txBody>
          <a:bodyPr vert="horz"/>
          <a:lstStyle/>
          <a:p>
            <a:r>
              <a:rPr lang="en-US" sz="1800" b="1">
                <a:latin typeface="Verdana"/>
                <a:ea typeface="Verdana"/>
                <a:cs typeface="Calibri Light"/>
              </a:rPr>
              <a:t>Financial Restructuring Plan (1/2) – Key Imperatives </a:t>
            </a:r>
            <a:endParaRPr lang="en-GB" sz="1800" b="1">
              <a:latin typeface="Verdana" panose="020B0604030504040204" pitchFamily="34" charset="0"/>
              <a:ea typeface="Verdana" panose="020B0604030504040204" pitchFamily="34" charset="0"/>
            </a:endParaRPr>
          </a:p>
        </p:txBody>
      </p:sp>
      <p:sp>
        <p:nvSpPr>
          <p:cNvPr id="26" name="Freeform 21">
            <a:extLst>
              <a:ext uri="{FF2B5EF4-FFF2-40B4-BE49-F238E27FC236}">
                <a16:creationId xmlns:a16="http://schemas.microsoft.com/office/drawing/2014/main" id="{DF3CF12B-918A-A276-CD2A-4013418A22A3}"/>
              </a:ext>
            </a:extLst>
          </p:cNvPr>
          <p:cNvSpPr/>
          <p:nvPr/>
        </p:nvSpPr>
        <p:spPr bwMode="gray">
          <a:xfrm rot="16200000">
            <a:off x="-1111212" y="1914501"/>
            <a:ext cx="4441643" cy="2219218"/>
          </a:xfrm>
          <a:custGeom>
            <a:avLst/>
            <a:gdLst>
              <a:gd name="connsiteX0" fmla="*/ 1243 w 2960686"/>
              <a:gd name="connsiteY0" fmla="*/ 0 h 1504949"/>
              <a:gd name="connsiteX1" fmla="*/ 2959444 w 2960686"/>
              <a:gd name="connsiteY1" fmla="*/ 0 h 1504949"/>
              <a:gd name="connsiteX2" fmla="*/ 2960686 w 2960686"/>
              <a:gd name="connsiteY2" fmla="*/ 24606 h 1504949"/>
              <a:gd name="connsiteX3" fmla="*/ 1480343 w 2960686"/>
              <a:gd name="connsiteY3" fmla="*/ 1504949 h 1504949"/>
              <a:gd name="connsiteX4" fmla="*/ 0 w 2960686"/>
              <a:gd name="connsiteY4" fmla="*/ 24606 h 1504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686" h="1504949">
                <a:moveTo>
                  <a:pt x="1243" y="0"/>
                </a:moveTo>
                <a:lnTo>
                  <a:pt x="2959444" y="0"/>
                </a:lnTo>
                <a:lnTo>
                  <a:pt x="2960686" y="24606"/>
                </a:lnTo>
                <a:cubicBezTo>
                  <a:pt x="2960686" y="842177"/>
                  <a:pt x="2297914" y="1504949"/>
                  <a:pt x="1480343" y="1504949"/>
                </a:cubicBezTo>
                <a:cubicBezTo>
                  <a:pt x="662772" y="1504949"/>
                  <a:pt x="0" y="842177"/>
                  <a:pt x="0" y="24606"/>
                </a:cubicBezTo>
                <a:close/>
              </a:path>
            </a:pathLst>
          </a:custGeom>
          <a:solidFill>
            <a:srgbClr val="00768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6D105524-A061-1277-4C16-3C3333520C31}"/>
              </a:ext>
            </a:extLst>
          </p:cNvPr>
          <p:cNvSpPr txBox="1"/>
          <p:nvPr/>
        </p:nvSpPr>
        <p:spPr>
          <a:xfrm>
            <a:off x="94413" y="2382497"/>
            <a:ext cx="198291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solidFill>
                  <a:prstClr val="white"/>
                </a:solidFill>
                <a:latin typeface="Aptos" panose="020B0004020202020204" pitchFamily="34" charset="0"/>
                <a:ea typeface="Verdana" panose="020B0604030504040204" pitchFamily="34" charset="0"/>
              </a:rPr>
              <a:t>Key Imperatives for </a:t>
            </a:r>
            <a:r>
              <a:rPr kumimoji="0" lang="en-IN" sz="1800" b="0"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mn-cs"/>
              </a:rPr>
              <a:t>Financial Restructuring Plan</a:t>
            </a:r>
            <a:endParaRPr kumimoji="0" lang="en-US"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grpSp>
        <p:nvGrpSpPr>
          <p:cNvPr id="32" name="Group 31">
            <a:extLst>
              <a:ext uri="{FF2B5EF4-FFF2-40B4-BE49-F238E27FC236}">
                <a16:creationId xmlns:a16="http://schemas.microsoft.com/office/drawing/2014/main" id="{03D897BF-52AF-2F75-C7F4-D16045FDB077}"/>
              </a:ext>
            </a:extLst>
          </p:cNvPr>
          <p:cNvGrpSpPr/>
          <p:nvPr/>
        </p:nvGrpSpPr>
        <p:grpSpPr>
          <a:xfrm>
            <a:off x="1881132" y="2014909"/>
            <a:ext cx="457200" cy="457200"/>
            <a:chOff x="3371106" y="2290287"/>
            <a:chExt cx="457200" cy="457200"/>
          </a:xfrm>
        </p:grpSpPr>
        <p:sp>
          <p:nvSpPr>
            <p:cNvPr id="33" name="Oval 32">
              <a:extLst>
                <a:ext uri="{FF2B5EF4-FFF2-40B4-BE49-F238E27FC236}">
                  <a16:creationId xmlns:a16="http://schemas.microsoft.com/office/drawing/2014/main" id="{482CEB1C-95B6-40D6-BCF5-9AD55546ACB9}"/>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4" name="Oval 33">
              <a:extLst>
                <a:ext uri="{FF2B5EF4-FFF2-40B4-BE49-F238E27FC236}">
                  <a16:creationId xmlns:a16="http://schemas.microsoft.com/office/drawing/2014/main" id="{EA20B16E-11B7-8FDF-7A90-F886B2A52859}"/>
                </a:ext>
              </a:extLst>
            </p:cNvPr>
            <p:cNvSpPr/>
            <p:nvPr/>
          </p:nvSpPr>
          <p:spPr bwMode="gray">
            <a:xfrm>
              <a:off x="3416826" y="2336007"/>
              <a:ext cx="365760" cy="365760"/>
            </a:xfrm>
            <a:prstGeom prst="ellipse">
              <a:avLst/>
            </a:prstGeom>
            <a:solidFill>
              <a:srgbClr val="0076A8"/>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5" name="Group 34">
            <a:extLst>
              <a:ext uri="{FF2B5EF4-FFF2-40B4-BE49-F238E27FC236}">
                <a16:creationId xmlns:a16="http://schemas.microsoft.com/office/drawing/2014/main" id="{87E8719B-AB1F-1A2E-914E-9F72FAEACAC9}"/>
              </a:ext>
            </a:extLst>
          </p:cNvPr>
          <p:cNvGrpSpPr/>
          <p:nvPr/>
        </p:nvGrpSpPr>
        <p:grpSpPr>
          <a:xfrm>
            <a:off x="1389469" y="1170455"/>
            <a:ext cx="457200" cy="457200"/>
            <a:chOff x="3371106" y="2290287"/>
            <a:chExt cx="457200" cy="457200"/>
          </a:xfrm>
        </p:grpSpPr>
        <p:sp>
          <p:nvSpPr>
            <p:cNvPr id="36" name="Oval 35">
              <a:extLst>
                <a:ext uri="{FF2B5EF4-FFF2-40B4-BE49-F238E27FC236}">
                  <a16:creationId xmlns:a16="http://schemas.microsoft.com/office/drawing/2014/main" id="{EF6A18F7-456B-AB08-7C4E-FA66B03BF7DC}"/>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id="{05901D91-B9AA-F72E-516C-AEA192CCEA8B}"/>
                </a:ext>
              </a:extLst>
            </p:cNvPr>
            <p:cNvSpPr/>
            <p:nvPr/>
          </p:nvSpPr>
          <p:spPr bwMode="gray">
            <a:xfrm>
              <a:off x="3416826" y="2336007"/>
              <a:ext cx="365760" cy="365760"/>
            </a:xfrm>
            <a:prstGeom prst="ellipse">
              <a:avLst/>
            </a:prstGeom>
            <a:solidFill>
              <a:schemeClr val="accent2"/>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8" name="Group 37">
            <a:extLst>
              <a:ext uri="{FF2B5EF4-FFF2-40B4-BE49-F238E27FC236}">
                <a16:creationId xmlns:a16="http://schemas.microsoft.com/office/drawing/2014/main" id="{6F4F2F48-5A17-FA48-CE47-CEF09C4EF34B}"/>
              </a:ext>
            </a:extLst>
          </p:cNvPr>
          <p:cNvGrpSpPr/>
          <p:nvPr/>
        </p:nvGrpSpPr>
        <p:grpSpPr>
          <a:xfrm>
            <a:off x="1931319" y="3083408"/>
            <a:ext cx="457200" cy="457200"/>
            <a:chOff x="3371106" y="2290287"/>
            <a:chExt cx="457200" cy="457200"/>
          </a:xfrm>
        </p:grpSpPr>
        <p:sp>
          <p:nvSpPr>
            <p:cNvPr id="39" name="Oval 38">
              <a:extLst>
                <a:ext uri="{FF2B5EF4-FFF2-40B4-BE49-F238E27FC236}">
                  <a16:creationId xmlns:a16="http://schemas.microsoft.com/office/drawing/2014/main" id="{93543423-542D-D9A9-9355-3148CCBEFF44}"/>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40" name="Oval 39">
              <a:extLst>
                <a:ext uri="{FF2B5EF4-FFF2-40B4-BE49-F238E27FC236}">
                  <a16:creationId xmlns:a16="http://schemas.microsoft.com/office/drawing/2014/main" id="{9B77119F-EA8E-6797-B8B4-23B61BE713DF}"/>
                </a:ext>
              </a:extLst>
            </p:cNvPr>
            <p:cNvSpPr/>
            <p:nvPr/>
          </p:nvSpPr>
          <p:spPr bwMode="gray">
            <a:xfrm>
              <a:off x="3416826" y="2336007"/>
              <a:ext cx="365760" cy="365760"/>
            </a:xfrm>
            <a:prstGeom prst="ellipse">
              <a:avLst/>
            </a:prstGeom>
            <a:solidFill>
              <a:srgbClr val="004F59"/>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1" name="Group 40">
            <a:extLst>
              <a:ext uri="{FF2B5EF4-FFF2-40B4-BE49-F238E27FC236}">
                <a16:creationId xmlns:a16="http://schemas.microsoft.com/office/drawing/2014/main" id="{C520D4E6-B2FF-634F-7306-E462EBCD0667}"/>
              </a:ext>
            </a:extLst>
          </p:cNvPr>
          <p:cNvGrpSpPr/>
          <p:nvPr/>
        </p:nvGrpSpPr>
        <p:grpSpPr>
          <a:xfrm>
            <a:off x="1618069" y="4004789"/>
            <a:ext cx="457200" cy="457200"/>
            <a:chOff x="3371106" y="2290287"/>
            <a:chExt cx="457200" cy="457200"/>
          </a:xfrm>
        </p:grpSpPr>
        <p:sp>
          <p:nvSpPr>
            <p:cNvPr id="42" name="Oval 41">
              <a:extLst>
                <a:ext uri="{FF2B5EF4-FFF2-40B4-BE49-F238E27FC236}">
                  <a16:creationId xmlns:a16="http://schemas.microsoft.com/office/drawing/2014/main" id="{5F5B8CB7-2578-57CE-0D24-CD67D6D6679E}"/>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43" name="Oval 42">
              <a:extLst>
                <a:ext uri="{FF2B5EF4-FFF2-40B4-BE49-F238E27FC236}">
                  <a16:creationId xmlns:a16="http://schemas.microsoft.com/office/drawing/2014/main" id="{74A066CD-0E48-2EFE-DC5C-CA0BCB2F50DB}"/>
                </a:ext>
              </a:extLst>
            </p:cNvPr>
            <p:cNvSpPr/>
            <p:nvPr/>
          </p:nvSpPr>
          <p:spPr bwMode="gray">
            <a:xfrm>
              <a:off x="3416826" y="2336007"/>
              <a:ext cx="365760" cy="365760"/>
            </a:xfrm>
            <a:prstGeom prst="ellipse">
              <a:avLst/>
            </a:prstGeom>
            <a:solidFill>
              <a:srgbClr val="046A38"/>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sp>
        <p:nvSpPr>
          <p:cNvPr id="145" name="Rectangle: Rounded Corners 144">
            <a:extLst>
              <a:ext uri="{FF2B5EF4-FFF2-40B4-BE49-F238E27FC236}">
                <a16:creationId xmlns:a16="http://schemas.microsoft.com/office/drawing/2014/main" id="{E851B819-D508-F3D9-0989-0EEB911666BC}"/>
              </a:ext>
            </a:extLst>
          </p:cNvPr>
          <p:cNvSpPr/>
          <p:nvPr/>
        </p:nvSpPr>
        <p:spPr bwMode="gray">
          <a:xfrm>
            <a:off x="2634202" y="2796880"/>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46" name="Rectangle: Rounded Corners 145">
            <a:extLst>
              <a:ext uri="{FF2B5EF4-FFF2-40B4-BE49-F238E27FC236}">
                <a16:creationId xmlns:a16="http://schemas.microsoft.com/office/drawing/2014/main" id="{2D8DEAAD-5F03-C4D1-19A8-6C2C4C0D33BE}"/>
              </a:ext>
            </a:extLst>
          </p:cNvPr>
          <p:cNvSpPr/>
          <p:nvPr/>
        </p:nvSpPr>
        <p:spPr bwMode="gray">
          <a:xfrm>
            <a:off x="2727043" y="2911278"/>
            <a:ext cx="457200" cy="557784"/>
          </a:xfrm>
          <a:prstGeom prst="roundRect">
            <a:avLst/>
          </a:prstGeom>
          <a:solidFill>
            <a:srgbClr val="004F5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3</a:t>
            </a:r>
          </a:p>
        </p:txBody>
      </p:sp>
      <p:sp>
        <p:nvSpPr>
          <p:cNvPr id="148" name="Rectangle: Rounded Corners 147">
            <a:extLst>
              <a:ext uri="{FF2B5EF4-FFF2-40B4-BE49-F238E27FC236}">
                <a16:creationId xmlns:a16="http://schemas.microsoft.com/office/drawing/2014/main" id="{1317167E-68C8-3F1E-80F3-AE946738F648}"/>
              </a:ext>
            </a:extLst>
          </p:cNvPr>
          <p:cNvSpPr/>
          <p:nvPr/>
        </p:nvSpPr>
        <p:spPr bwMode="gray">
          <a:xfrm>
            <a:off x="2651136" y="3766068"/>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49" name="Rectangle: Rounded Corners 148">
            <a:extLst>
              <a:ext uri="{FF2B5EF4-FFF2-40B4-BE49-F238E27FC236}">
                <a16:creationId xmlns:a16="http://schemas.microsoft.com/office/drawing/2014/main" id="{2FE3A4C1-8064-FA35-155E-9CF6683FBD2D}"/>
              </a:ext>
            </a:extLst>
          </p:cNvPr>
          <p:cNvSpPr/>
          <p:nvPr/>
        </p:nvSpPr>
        <p:spPr bwMode="gray">
          <a:xfrm>
            <a:off x="2727044" y="3842043"/>
            <a:ext cx="457200" cy="557784"/>
          </a:xfrm>
          <a:prstGeom prst="round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4</a:t>
            </a:r>
          </a:p>
        </p:txBody>
      </p:sp>
      <p:sp>
        <p:nvSpPr>
          <p:cNvPr id="160" name="Rectangle: Rounded Corners 159">
            <a:extLst>
              <a:ext uri="{FF2B5EF4-FFF2-40B4-BE49-F238E27FC236}">
                <a16:creationId xmlns:a16="http://schemas.microsoft.com/office/drawing/2014/main" id="{605AF3F0-2742-7515-F249-485DEBA54129}"/>
              </a:ext>
            </a:extLst>
          </p:cNvPr>
          <p:cNvSpPr/>
          <p:nvPr/>
        </p:nvSpPr>
        <p:spPr bwMode="gray">
          <a:xfrm>
            <a:off x="2627288" y="1838389"/>
            <a:ext cx="9098893" cy="79019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66" name="Rectangle: Rounded Corners 165">
            <a:extLst>
              <a:ext uri="{FF2B5EF4-FFF2-40B4-BE49-F238E27FC236}">
                <a16:creationId xmlns:a16="http://schemas.microsoft.com/office/drawing/2014/main" id="{C082379D-EBAA-6097-3E35-B41DF30176BE}"/>
              </a:ext>
            </a:extLst>
          </p:cNvPr>
          <p:cNvSpPr/>
          <p:nvPr/>
        </p:nvSpPr>
        <p:spPr bwMode="gray">
          <a:xfrm>
            <a:off x="2627289" y="835845"/>
            <a:ext cx="9098893" cy="83973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67" name="Rectangle: Rounded Corners 166">
            <a:extLst>
              <a:ext uri="{FF2B5EF4-FFF2-40B4-BE49-F238E27FC236}">
                <a16:creationId xmlns:a16="http://schemas.microsoft.com/office/drawing/2014/main" id="{CE5836F5-8606-BD14-F2DC-20896B5399BA}"/>
              </a:ext>
            </a:extLst>
          </p:cNvPr>
          <p:cNvSpPr/>
          <p:nvPr/>
        </p:nvSpPr>
        <p:spPr bwMode="gray">
          <a:xfrm>
            <a:off x="2727043" y="1960290"/>
            <a:ext cx="457200" cy="539349"/>
          </a:xfrm>
          <a:prstGeom prst="roundRect">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600">
                <a:solidFill>
                  <a:prstClr val="white"/>
                </a:solidFill>
                <a:latin typeface="Verdana" panose="020B0604030504040204" pitchFamily="34" charset="0"/>
                <a:ea typeface="Verdana" panose="020B0604030504040204" pitchFamily="34" charset="0"/>
              </a:rPr>
              <a:t>2</a:t>
            </a:r>
            <a:endPar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79" name="Rectangle: Rounded Corners 178">
            <a:extLst>
              <a:ext uri="{FF2B5EF4-FFF2-40B4-BE49-F238E27FC236}">
                <a16:creationId xmlns:a16="http://schemas.microsoft.com/office/drawing/2014/main" id="{68DA7948-DECB-BE63-0E86-791CF8E6CA20}"/>
              </a:ext>
            </a:extLst>
          </p:cNvPr>
          <p:cNvSpPr/>
          <p:nvPr/>
        </p:nvSpPr>
        <p:spPr bwMode="gray">
          <a:xfrm>
            <a:off x="3267449" y="1956568"/>
            <a:ext cx="2215217" cy="557339"/>
          </a:xfrm>
          <a:prstGeom prst="roundRect">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Business Hygiene</a:t>
            </a:r>
          </a:p>
        </p:txBody>
      </p:sp>
      <p:sp>
        <p:nvSpPr>
          <p:cNvPr id="180" name="Rectangle: Rounded Corners 179">
            <a:extLst>
              <a:ext uri="{FF2B5EF4-FFF2-40B4-BE49-F238E27FC236}">
                <a16:creationId xmlns:a16="http://schemas.microsoft.com/office/drawing/2014/main" id="{A32D3E9F-5F5B-6F3D-7C1F-90AC99CF84AD}"/>
              </a:ext>
            </a:extLst>
          </p:cNvPr>
          <p:cNvSpPr/>
          <p:nvPr/>
        </p:nvSpPr>
        <p:spPr bwMode="gray">
          <a:xfrm>
            <a:off x="5479314" y="941426"/>
            <a:ext cx="6052034" cy="457200"/>
          </a:xfrm>
          <a:prstGeom prst="roundRect">
            <a:avLst/>
          </a:prstGeom>
          <a:no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81" name="Rectangle: Rounded Corners 180">
            <a:extLst>
              <a:ext uri="{FF2B5EF4-FFF2-40B4-BE49-F238E27FC236}">
                <a16:creationId xmlns:a16="http://schemas.microsoft.com/office/drawing/2014/main" id="{0AF8D90B-61E5-6F3C-E6B2-D0252295335C}"/>
              </a:ext>
            </a:extLst>
          </p:cNvPr>
          <p:cNvSpPr/>
          <p:nvPr/>
        </p:nvSpPr>
        <p:spPr bwMode="gray">
          <a:xfrm>
            <a:off x="3258936" y="2918497"/>
            <a:ext cx="2227961" cy="557784"/>
          </a:xfrm>
          <a:prstGeom prst="roundRect">
            <a:avLst/>
          </a:prstGeom>
          <a:solidFill>
            <a:srgbClr val="004F5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Statutory &amp; Regulatory </a:t>
            </a:r>
          </a:p>
        </p:txBody>
      </p:sp>
      <p:sp>
        <p:nvSpPr>
          <p:cNvPr id="182" name="Rectangle: Rounded Corners 181">
            <a:extLst>
              <a:ext uri="{FF2B5EF4-FFF2-40B4-BE49-F238E27FC236}">
                <a16:creationId xmlns:a16="http://schemas.microsoft.com/office/drawing/2014/main" id="{15A60425-3BA0-731F-5B3E-74BFE90A6C47}"/>
              </a:ext>
            </a:extLst>
          </p:cNvPr>
          <p:cNvSpPr/>
          <p:nvPr/>
        </p:nvSpPr>
        <p:spPr bwMode="gray">
          <a:xfrm>
            <a:off x="5489825" y="2970892"/>
            <a:ext cx="5960739" cy="457200"/>
          </a:xfrm>
          <a:prstGeom prst="roundRect">
            <a:avLst/>
          </a:prstGeom>
          <a:noFill/>
          <a:ln w="19050" algn="ctr">
            <a:noFill/>
            <a:miter lim="800000"/>
            <a:headEnd/>
            <a:tailEnd/>
          </a:ln>
        </p:spPr>
        <p:txBody>
          <a:bodyPr wrap="square" lIns="88900" tIns="88900" rIns="88900" bIns="88900" rtlCol="0" anchor="ctr"/>
          <a:lstStyle/>
          <a:p>
            <a:pPr algn="just">
              <a:lnSpc>
                <a:spcPct val="106000"/>
              </a:lnSpc>
              <a:defRPr/>
            </a:pPr>
            <a:r>
              <a:rPr lang="en-US" sz="1200">
                <a:solidFill>
                  <a:prstClr val="black"/>
                </a:solidFill>
                <a:latin typeface="Verdana"/>
                <a:ea typeface="Verdana"/>
              </a:rPr>
              <a:t>Push from </a:t>
            </a:r>
            <a:r>
              <a:rPr lang="en-US" sz="1200" err="1">
                <a:solidFill>
                  <a:prstClr val="black"/>
                </a:solidFill>
                <a:latin typeface="Verdana"/>
                <a:ea typeface="Verdana"/>
              </a:rPr>
              <a:t>MoP</a:t>
            </a:r>
            <a:r>
              <a:rPr lang="en-US" sz="1200">
                <a:solidFill>
                  <a:prstClr val="black"/>
                </a:solidFill>
                <a:latin typeface="Verdana"/>
                <a:ea typeface="Verdana"/>
              </a:rPr>
              <a:t> and regulators on DVC restructuring as way of resource mobilizing</a:t>
            </a:r>
            <a:r>
              <a:rPr lang="en-US" sz="1200">
                <a:solidFill>
                  <a:srgbClr val="004F59"/>
                </a:solidFill>
                <a:latin typeface="Verdana"/>
                <a:ea typeface="Verdana"/>
              </a:rPr>
              <a:t>. Voltage wise record keeping for T&amp;D</a:t>
            </a:r>
            <a:endParaRPr kumimoji="0" lang="en-US" sz="1200" b="0" i="0" u="none" strike="noStrike" kern="1200" cap="none" spc="0" normalizeH="0" baseline="0" noProof="0">
              <a:ln>
                <a:noFill/>
              </a:ln>
              <a:solidFill>
                <a:srgbClr val="004F59"/>
              </a:solidFill>
              <a:effectLst/>
              <a:uLnTx/>
              <a:uFillTx/>
              <a:latin typeface="Verdana" panose="020B0604030504040204" pitchFamily="34" charset="0"/>
              <a:ea typeface="Verdana" panose="020B0604030504040204" pitchFamily="34" charset="0"/>
              <a:cs typeface="+mn-cs"/>
            </a:endParaRPr>
          </a:p>
        </p:txBody>
      </p:sp>
      <p:sp>
        <p:nvSpPr>
          <p:cNvPr id="183" name="Rectangle: Rounded Corners 182">
            <a:extLst>
              <a:ext uri="{FF2B5EF4-FFF2-40B4-BE49-F238E27FC236}">
                <a16:creationId xmlns:a16="http://schemas.microsoft.com/office/drawing/2014/main" id="{628F5FE4-6060-DB6C-F1C3-51121D503E78}"/>
              </a:ext>
            </a:extLst>
          </p:cNvPr>
          <p:cNvSpPr/>
          <p:nvPr/>
        </p:nvSpPr>
        <p:spPr bwMode="gray">
          <a:xfrm>
            <a:off x="3267449" y="3844382"/>
            <a:ext cx="2227961" cy="557784"/>
          </a:xfrm>
          <a:prstGeom prst="round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Corporate Governance &amp; Institutional Capacity </a:t>
            </a:r>
          </a:p>
        </p:txBody>
      </p:sp>
      <p:sp>
        <p:nvSpPr>
          <p:cNvPr id="185" name="Rectangle: Rounded Corners 184">
            <a:extLst>
              <a:ext uri="{FF2B5EF4-FFF2-40B4-BE49-F238E27FC236}">
                <a16:creationId xmlns:a16="http://schemas.microsoft.com/office/drawing/2014/main" id="{892C13DD-0D9B-242E-53D3-8B90567E039D}"/>
              </a:ext>
            </a:extLst>
          </p:cNvPr>
          <p:cNvSpPr/>
          <p:nvPr/>
        </p:nvSpPr>
        <p:spPr bwMode="gray">
          <a:xfrm>
            <a:off x="5519566" y="3906600"/>
            <a:ext cx="5964447" cy="457200"/>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rgbClr val="046A38"/>
                </a:solidFill>
                <a:effectLst/>
                <a:uLnTx/>
                <a:uFillTx/>
                <a:latin typeface="Verdana" panose="020B0604030504040204" pitchFamily="34" charset="0"/>
                <a:ea typeface="Verdana" panose="020B0604030504040204" pitchFamily="34" charset="0"/>
                <a:cs typeface="+mn-cs"/>
              </a:rPr>
              <a:t>Governance for diversified</a:t>
            </a:r>
            <a:r>
              <a:rPr lang="en-US" sz="1200">
                <a:solidFill>
                  <a:srgbClr val="046A38"/>
                </a:solidFill>
                <a:latin typeface="Verdana" panose="020B0604030504040204" pitchFamily="34" charset="0"/>
                <a:ea typeface="Verdana" panose="020B0604030504040204" pitchFamily="34" charset="0"/>
              </a:rPr>
              <a:t> portfolio </a:t>
            </a:r>
            <a:r>
              <a:rPr lang="en-US" sz="1200">
                <a:solidFill>
                  <a:prstClr val="black"/>
                </a:solidFill>
                <a:latin typeface="Verdana" panose="020B0604030504040204" pitchFamily="34" charset="0"/>
                <a:ea typeface="Verdana" panose="020B0604030504040204" pitchFamily="34" charset="0"/>
              </a:rPr>
              <a:t>and </a:t>
            </a:r>
            <a:r>
              <a:rPr lang="en-US" sz="1200">
                <a:solidFill>
                  <a:schemeClr val="accent4"/>
                </a:solidFill>
                <a:latin typeface="Verdana" panose="020B0604030504040204" pitchFamily="34" charset="0"/>
                <a:ea typeface="Verdana" panose="020B0604030504040204" pitchFamily="34" charset="0"/>
              </a:rPr>
              <a:t>complex stakeholder structure; </a:t>
            </a:r>
          </a:p>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a:solidFill>
                  <a:schemeClr val="accent4"/>
                </a:solidFill>
                <a:latin typeface="Verdana" panose="020B0604030504040204" pitchFamily="34" charset="0"/>
                <a:ea typeface="Verdana" panose="020B0604030504040204" pitchFamily="34" charset="0"/>
              </a:rPr>
              <a:t>modernize management structure; capacity building on focus areas  </a:t>
            </a:r>
            <a:endParaRPr kumimoji="0" lang="en-US" sz="1200" b="0" i="0" u="none" strike="noStrike" kern="1200" cap="none" spc="0" normalizeH="0" baseline="0" noProof="0">
              <a:ln>
                <a:noFill/>
              </a:ln>
              <a:solidFill>
                <a:schemeClr val="accent4"/>
              </a:solidFill>
              <a:effectLst/>
              <a:uLnTx/>
              <a:uFillTx/>
              <a:latin typeface="Verdana" panose="020B0604030504040204" pitchFamily="34" charset="0"/>
              <a:ea typeface="Verdana" panose="020B0604030504040204" pitchFamily="34" charset="0"/>
              <a:cs typeface="+mn-cs"/>
            </a:endParaRPr>
          </a:p>
        </p:txBody>
      </p:sp>
      <p:sp>
        <p:nvSpPr>
          <p:cNvPr id="13" name="Freeform 26">
            <a:extLst>
              <a:ext uri="{FF2B5EF4-FFF2-40B4-BE49-F238E27FC236}">
                <a16:creationId xmlns:a16="http://schemas.microsoft.com/office/drawing/2014/main" id="{E063F12E-5ED0-9052-A6DD-7566C57EB93E}"/>
              </a:ext>
            </a:extLst>
          </p:cNvPr>
          <p:cNvSpPr>
            <a:spLocks noEditPoints="1"/>
          </p:cNvSpPr>
          <p:nvPr/>
        </p:nvSpPr>
        <p:spPr bwMode="auto">
          <a:xfrm>
            <a:off x="2388519" y="4723602"/>
            <a:ext cx="4119901"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000">
              <a:solidFill>
                <a:schemeClr val="bg1"/>
              </a:solidFill>
              <a:latin typeface="Verdana" panose="020B0604030504040204" pitchFamily="34" charset="0"/>
              <a:ea typeface="Verdana" panose="020B0604030504040204" pitchFamily="34" charset="0"/>
            </a:endParaRPr>
          </a:p>
        </p:txBody>
      </p:sp>
      <p:sp>
        <p:nvSpPr>
          <p:cNvPr id="15" name="TextBox 14">
            <a:extLst>
              <a:ext uri="{FF2B5EF4-FFF2-40B4-BE49-F238E27FC236}">
                <a16:creationId xmlns:a16="http://schemas.microsoft.com/office/drawing/2014/main" id="{19A1DA66-4983-1F7D-07BB-3979422207D8}"/>
              </a:ext>
            </a:extLst>
          </p:cNvPr>
          <p:cNvSpPr txBox="1"/>
          <p:nvPr/>
        </p:nvSpPr>
        <p:spPr>
          <a:xfrm>
            <a:off x="2721734" y="4868074"/>
            <a:ext cx="3453470" cy="600164"/>
          </a:xfrm>
          <a:prstGeom prst="rect">
            <a:avLst/>
          </a:prstGeom>
          <a:noFill/>
        </p:spPr>
        <p:txBody>
          <a:bodyPr wrap="square">
            <a:spAutoFit/>
          </a:bodyPr>
          <a:lstStyle/>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Business Case - Financial restructuring study by </a:t>
            </a:r>
            <a:r>
              <a:rPr lang="en-US" sz="1050" err="1">
                <a:latin typeface="Verdana" panose="020B0604030504040204" pitchFamily="34" charset="0"/>
                <a:ea typeface="Verdana" panose="020B0604030504040204" pitchFamily="34" charset="0"/>
              </a:rPr>
              <a:t>GoWB</a:t>
            </a:r>
            <a:r>
              <a:rPr lang="en-US" sz="1050">
                <a:latin typeface="Verdana" panose="020B0604030504040204" pitchFamily="34" charset="0"/>
                <a:ea typeface="Verdana" panose="020B0604030504040204" pitchFamily="34" charset="0"/>
              </a:rPr>
              <a:t> projected cost reduction in COS by ~61 p/u for WBSEB and ~11 p/u for </a:t>
            </a:r>
            <a:r>
              <a:rPr lang="en-US" sz="1200">
                <a:latin typeface="Verdana" panose="020B0604030504040204" pitchFamily="34" charset="0"/>
                <a:ea typeface="Verdana" panose="020B0604030504040204" pitchFamily="34" charset="0"/>
              </a:rPr>
              <a:t>WBPDCL</a:t>
            </a:r>
          </a:p>
        </p:txBody>
      </p:sp>
      <p:sp>
        <p:nvSpPr>
          <p:cNvPr id="16" name="Rectangle: Rounded Corners 15">
            <a:extLst>
              <a:ext uri="{FF2B5EF4-FFF2-40B4-BE49-F238E27FC236}">
                <a16:creationId xmlns:a16="http://schemas.microsoft.com/office/drawing/2014/main" id="{660B5599-1A40-267F-3C5F-92FC9D267449}"/>
              </a:ext>
            </a:extLst>
          </p:cNvPr>
          <p:cNvSpPr/>
          <p:nvPr/>
        </p:nvSpPr>
        <p:spPr bwMode="gray">
          <a:xfrm>
            <a:off x="5519566" y="1974363"/>
            <a:ext cx="5969145" cy="515433"/>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a:solidFill>
                  <a:srgbClr val="0076A8"/>
                </a:solidFill>
                <a:latin typeface="Verdana"/>
                <a:ea typeface="Verdana"/>
              </a:rPr>
              <a:t>Asset &amp; cost segregation</a:t>
            </a:r>
            <a:r>
              <a:rPr lang="en-US" sz="1200">
                <a:latin typeface="Verdana"/>
                <a:ea typeface="Verdana"/>
              </a:rPr>
              <a:t>, </a:t>
            </a:r>
            <a:r>
              <a:rPr lang="en-US" sz="1200">
                <a:solidFill>
                  <a:srgbClr val="0076A8"/>
                </a:solidFill>
                <a:latin typeface="Verdana"/>
                <a:ea typeface="Verdana"/>
              </a:rPr>
              <a:t>G&amp;D losses offset by transmission profits;</a:t>
            </a:r>
            <a:r>
              <a:rPr lang="en-US" sz="1200">
                <a:latin typeface="Verdana"/>
                <a:ea typeface="Verdana"/>
              </a:rPr>
              <a:t> Unclear division results in common T&amp;D expenditure apportioned in 50:50 ratio; FRP enables </a:t>
            </a:r>
            <a:r>
              <a:rPr lang="en-US" sz="1200">
                <a:solidFill>
                  <a:srgbClr val="0076A8"/>
                </a:solidFill>
                <a:latin typeface="Verdana"/>
                <a:ea typeface="Verdana"/>
              </a:rPr>
              <a:t>cost optimization </a:t>
            </a:r>
            <a:r>
              <a:rPr lang="en-US" sz="1200">
                <a:latin typeface="Verdana"/>
                <a:ea typeface="Verdana"/>
              </a:rPr>
              <a:t>opportunities</a:t>
            </a:r>
          </a:p>
        </p:txBody>
      </p:sp>
      <p:pic>
        <p:nvPicPr>
          <p:cNvPr id="12" name="Picture 8" descr="Pin PNG transparent image download, size: 512x512px">
            <a:extLst>
              <a:ext uri="{FF2B5EF4-FFF2-40B4-BE49-F238E27FC236}">
                <a16:creationId xmlns:a16="http://schemas.microsoft.com/office/drawing/2014/main" id="{B0E31E4B-4127-0ED3-9533-F33AF9367E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11660" y="178803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8" descr="Pin PNG transparent image download, size: 512x512px">
            <a:extLst>
              <a:ext uri="{FF2B5EF4-FFF2-40B4-BE49-F238E27FC236}">
                <a16:creationId xmlns:a16="http://schemas.microsoft.com/office/drawing/2014/main" id="{E9761891-C5D2-A970-D285-8212F47699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4043" y="2725629"/>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8" descr="Pin PNG transparent image download, size: 512x512px">
            <a:extLst>
              <a:ext uri="{FF2B5EF4-FFF2-40B4-BE49-F238E27FC236}">
                <a16:creationId xmlns:a16="http://schemas.microsoft.com/office/drawing/2014/main" id="{DEB65B76-023E-55F4-62AC-4A37F29ADF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3816" y="77023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8" descr="Pin PNG transparent image download, size: 512x512px">
            <a:extLst>
              <a:ext uri="{FF2B5EF4-FFF2-40B4-BE49-F238E27FC236}">
                <a16:creationId xmlns:a16="http://schemas.microsoft.com/office/drawing/2014/main" id="{C1960BC8-83CA-32A1-BECA-DE397496C5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06638" y="3617853"/>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141" name="TextBox 140">
            <a:extLst>
              <a:ext uri="{FF2B5EF4-FFF2-40B4-BE49-F238E27FC236}">
                <a16:creationId xmlns:a16="http://schemas.microsoft.com/office/drawing/2014/main" id="{BB9781AA-7BFC-FC68-D891-DFA0919E02FB}"/>
              </a:ext>
            </a:extLst>
          </p:cNvPr>
          <p:cNvSpPr txBox="1"/>
          <p:nvPr/>
        </p:nvSpPr>
        <p:spPr>
          <a:xfrm>
            <a:off x="8974009" y="6341111"/>
            <a:ext cx="2831639" cy="230832"/>
          </a:xfrm>
          <a:prstGeom prst="rect">
            <a:avLst/>
          </a:prstGeom>
          <a:noFill/>
        </p:spPr>
        <p:txBody>
          <a:bodyPr wrap="square">
            <a:spAutoFit/>
          </a:bodyPr>
          <a:lstStyle/>
          <a:p>
            <a:pPr algn="ctr"/>
            <a:r>
              <a:rPr lang="en-US" sz="900">
                <a:latin typeface="Verdana" panose="020B0604030504040204" pitchFamily="34" charset="0"/>
                <a:ea typeface="Verdana" panose="020B0604030504040204" pitchFamily="34" charset="0"/>
              </a:rPr>
              <a:t>1 - </a:t>
            </a:r>
            <a:r>
              <a:rPr lang="en-US" sz="900">
                <a:latin typeface="Verdana" panose="020B0604030504040204" pitchFamily="34" charset="0"/>
                <a:ea typeface="Verdana" panose="020B0604030504040204" pitchFamily="34" charset="0"/>
                <a:hlinkClick r:id="rId7"/>
              </a:rPr>
              <a:t>JSERC Order dated September 30, 2024</a:t>
            </a:r>
            <a:endParaRPr lang="en-US" sz="900">
              <a:latin typeface="Verdana" panose="020B0604030504040204" pitchFamily="34" charset="0"/>
              <a:ea typeface="Verdana" panose="020B0604030504040204" pitchFamily="34" charset="0"/>
            </a:endParaRPr>
          </a:p>
        </p:txBody>
      </p:sp>
      <p:sp>
        <p:nvSpPr>
          <p:cNvPr id="154" name="Freeform 26">
            <a:extLst>
              <a:ext uri="{FF2B5EF4-FFF2-40B4-BE49-F238E27FC236}">
                <a16:creationId xmlns:a16="http://schemas.microsoft.com/office/drawing/2014/main" id="{90F885FF-E37C-1B8E-E8E1-31620DA89D2D}"/>
              </a:ext>
            </a:extLst>
          </p:cNvPr>
          <p:cNvSpPr>
            <a:spLocks noEditPoints="1"/>
          </p:cNvSpPr>
          <p:nvPr/>
        </p:nvSpPr>
        <p:spPr bwMode="auto">
          <a:xfrm>
            <a:off x="8093215" y="4705809"/>
            <a:ext cx="3631932"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000">
              <a:solidFill>
                <a:schemeClr val="bg1"/>
              </a:solidFill>
              <a:latin typeface="Verdana" panose="020B0604030504040204" pitchFamily="34" charset="0"/>
              <a:ea typeface="Verdana" panose="020B0604030504040204" pitchFamily="34" charset="0"/>
            </a:endParaRPr>
          </a:p>
        </p:txBody>
      </p:sp>
      <p:sp>
        <p:nvSpPr>
          <p:cNvPr id="155" name="TextBox 154">
            <a:extLst>
              <a:ext uri="{FF2B5EF4-FFF2-40B4-BE49-F238E27FC236}">
                <a16:creationId xmlns:a16="http://schemas.microsoft.com/office/drawing/2014/main" id="{8A4E7B0E-06B3-0034-16A4-46492DFCC361}"/>
              </a:ext>
            </a:extLst>
          </p:cNvPr>
          <p:cNvSpPr txBox="1"/>
          <p:nvPr/>
        </p:nvSpPr>
        <p:spPr>
          <a:xfrm>
            <a:off x="8263467" y="4798825"/>
            <a:ext cx="3252537" cy="738664"/>
          </a:xfrm>
          <a:prstGeom prst="rect">
            <a:avLst/>
          </a:prstGeom>
          <a:noFill/>
        </p:spPr>
        <p:txBody>
          <a:bodyPr wrap="square">
            <a:spAutoFit/>
          </a:bodyPr>
          <a:lstStyle/>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JSERC rejects DVC’s business plan for supplying 11kV and below; lack of segregation of account and Non-Tariff Income as key reasons</a:t>
            </a:r>
            <a:r>
              <a:rPr lang="en-US" sz="1000" baseline="30000">
                <a:latin typeface="Verdana" panose="020B0604030504040204" pitchFamily="34" charset="0"/>
                <a:ea typeface="Verdana" panose="020B0604030504040204" pitchFamily="34" charset="0"/>
              </a:rPr>
              <a:t>1</a:t>
            </a:r>
            <a:r>
              <a:rPr lang="en-US" sz="1000">
                <a:latin typeface="Verdana" panose="020B0604030504040204" pitchFamily="34" charset="0"/>
                <a:ea typeface="Verdana" panose="020B0604030504040204" pitchFamily="34" charset="0"/>
              </a:rPr>
              <a:t> </a:t>
            </a:r>
          </a:p>
        </p:txBody>
      </p:sp>
      <p:grpSp>
        <p:nvGrpSpPr>
          <p:cNvPr id="156" name="Graphic 4">
            <a:extLst>
              <a:ext uri="{FF2B5EF4-FFF2-40B4-BE49-F238E27FC236}">
                <a16:creationId xmlns:a16="http://schemas.microsoft.com/office/drawing/2014/main" id="{CC051634-8D06-4BE4-BAA3-6B1D05EDE740}"/>
              </a:ext>
            </a:extLst>
          </p:cNvPr>
          <p:cNvGrpSpPr/>
          <p:nvPr/>
        </p:nvGrpSpPr>
        <p:grpSpPr>
          <a:xfrm>
            <a:off x="11443339" y="4656415"/>
            <a:ext cx="362309" cy="361971"/>
            <a:chOff x="2998797" y="918179"/>
            <a:chExt cx="362309" cy="361971"/>
          </a:xfrm>
          <a:solidFill>
            <a:srgbClr val="007680"/>
          </a:solidFill>
        </p:grpSpPr>
        <p:sp>
          <p:nvSpPr>
            <p:cNvPr id="157" name="Graphic 4">
              <a:extLst>
                <a:ext uri="{FF2B5EF4-FFF2-40B4-BE49-F238E27FC236}">
                  <a16:creationId xmlns:a16="http://schemas.microsoft.com/office/drawing/2014/main" id="{29698678-57BC-4D89-850A-1009A62A79C9}"/>
                </a:ext>
              </a:extLst>
            </p:cNvPr>
            <p:cNvSpPr/>
            <p:nvPr/>
          </p:nvSpPr>
          <p:spPr>
            <a:xfrm>
              <a:off x="3134264" y="1036282"/>
              <a:ext cx="88820" cy="29366"/>
            </a:xfrm>
            <a:custGeom>
              <a:avLst/>
              <a:gdLst>
                <a:gd name="connsiteX0" fmla="*/ 44730 w 88820"/>
                <a:gd name="connsiteY0" fmla="*/ 0 h 29366"/>
                <a:gd name="connsiteX1" fmla="*/ 0 w 88820"/>
                <a:gd name="connsiteY1" fmla="*/ 29366 h 29366"/>
                <a:gd name="connsiteX2" fmla="*/ 88820 w 88820"/>
                <a:gd name="connsiteY2" fmla="*/ 29366 h 29366"/>
                <a:gd name="connsiteX3" fmla="*/ 44730 w 88820"/>
                <a:gd name="connsiteY3" fmla="*/ 0 h 29366"/>
              </a:gdLst>
              <a:ahLst/>
              <a:cxnLst>
                <a:cxn ang="0">
                  <a:pos x="connsiteX0" y="connsiteY0"/>
                </a:cxn>
                <a:cxn ang="0">
                  <a:pos x="connsiteX1" y="connsiteY1"/>
                </a:cxn>
                <a:cxn ang="0">
                  <a:pos x="connsiteX2" y="connsiteY2"/>
                </a:cxn>
                <a:cxn ang="0">
                  <a:pos x="connsiteX3" y="connsiteY3"/>
                </a:cxn>
              </a:cxnLst>
              <a:rect l="l" t="t" r="r" b="b"/>
              <a:pathLst>
                <a:path w="88820" h="29366">
                  <a:moveTo>
                    <a:pt x="44730" y="0"/>
                  </a:moveTo>
                  <a:cubicBezTo>
                    <a:pt x="25560" y="0"/>
                    <a:pt x="7668" y="12130"/>
                    <a:pt x="0" y="29366"/>
                  </a:cubicBezTo>
                  <a:lnTo>
                    <a:pt x="88820" y="29366"/>
                  </a:lnTo>
                  <a:cubicBezTo>
                    <a:pt x="81791" y="11491"/>
                    <a:pt x="64538" y="0"/>
                    <a:pt x="44730" y="0"/>
                  </a:cubicBezTo>
                  <a:close/>
                </a:path>
              </a:pathLst>
            </a:custGeom>
            <a:grpFill/>
            <a:ln w="6390" cap="flat">
              <a:noFill/>
              <a:prstDash val="solid"/>
              <a:miter/>
            </a:ln>
          </p:spPr>
          <p:txBody>
            <a:bodyPr rtlCol="0" anchor="ctr"/>
            <a:lstStyle/>
            <a:p>
              <a:endParaRPr lang="en-US"/>
            </a:p>
          </p:txBody>
        </p:sp>
        <p:sp>
          <p:nvSpPr>
            <p:cNvPr id="158" name="Graphic 4">
              <a:extLst>
                <a:ext uri="{FF2B5EF4-FFF2-40B4-BE49-F238E27FC236}">
                  <a16:creationId xmlns:a16="http://schemas.microsoft.com/office/drawing/2014/main" id="{4F0801AF-26BB-87D7-39B8-FF85FFD229BF}"/>
                </a:ext>
              </a:extLst>
            </p:cNvPr>
            <p:cNvSpPr/>
            <p:nvPr/>
          </p:nvSpPr>
          <p:spPr>
            <a:xfrm>
              <a:off x="2998797" y="918179"/>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1305 h 361971"/>
                <a:gd name="connsiteX4" fmla="*/ 180835 w 362309"/>
                <a:gd name="connsiteY4" fmla="*/ 0 h 361971"/>
                <a:gd name="connsiteX5" fmla="*/ 180835 w 362309"/>
                <a:gd name="connsiteY5" fmla="*/ 0 h 361971"/>
                <a:gd name="connsiteX6" fmla="*/ 113741 w 362309"/>
                <a:gd name="connsiteY6" fmla="*/ 147470 h 361971"/>
                <a:gd name="connsiteX7" fmla="*/ 122048 w 362309"/>
                <a:gd name="connsiteY7" fmla="*/ 147470 h 361971"/>
                <a:gd name="connsiteX8" fmla="*/ 173806 w 362309"/>
                <a:gd name="connsiteY8" fmla="*/ 105336 h 361971"/>
                <a:gd name="connsiteX9" fmla="*/ 173806 w 362309"/>
                <a:gd name="connsiteY9" fmla="*/ 84907 h 361971"/>
                <a:gd name="connsiteX10" fmla="*/ 180196 w 362309"/>
                <a:gd name="connsiteY10" fmla="*/ 78523 h 361971"/>
                <a:gd name="connsiteX11" fmla="*/ 186586 w 362309"/>
                <a:gd name="connsiteY11" fmla="*/ 84907 h 361971"/>
                <a:gd name="connsiteX12" fmla="*/ 186586 w 362309"/>
                <a:gd name="connsiteY12" fmla="*/ 105336 h 361971"/>
                <a:gd name="connsiteX13" fmla="*/ 238345 w 362309"/>
                <a:gd name="connsiteY13" fmla="*/ 147470 h 361971"/>
                <a:gd name="connsiteX14" fmla="*/ 247291 w 362309"/>
                <a:gd name="connsiteY14" fmla="*/ 147470 h 361971"/>
                <a:gd name="connsiteX15" fmla="*/ 253681 w 362309"/>
                <a:gd name="connsiteY15" fmla="*/ 153854 h 361971"/>
                <a:gd name="connsiteX16" fmla="*/ 247291 w 362309"/>
                <a:gd name="connsiteY16" fmla="*/ 160238 h 361971"/>
                <a:gd name="connsiteX17" fmla="*/ 113741 w 362309"/>
                <a:gd name="connsiteY17" fmla="*/ 160238 h 361971"/>
                <a:gd name="connsiteX18" fmla="*/ 107351 w 362309"/>
                <a:gd name="connsiteY18" fmla="*/ 153854 h 361971"/>
                <a:gd name="connsiteX19" fmla="*/ 113741 w 362309"/>
                <a:gd name="connsiteY19" fmla="*/ 147470 h 361971"/>
                <a:gd name="connsiteX20" fmla="*/ 93293 w 362309"/>
                <a:gd name="connsiteY20" fmla="*/ 193435 h 361971"/>
                <a:gd name="connsiteX21" fmla="*/ 121409 w 362309"/>
                <a:gd name="connsiteY21" fmla="*/ 193435 h 361971"/>
                <a:gd name="connsiteX22" fmla="*/ 121409 w 362309"/>
                <a:gd name="connsiteY22" fmla="*/ 173006 h 361971"/>
                <a:gd name="connsiteX23" fmla="*/ 127799 w 362309"/>
                <a:gd name="connsiteY23" fmla="*/ 166622 h 361971"/>
                <a:gd name="connsiteX24" fmla="*/ 134189 w 362309"/>
                <a:gd name="connsiteY24" fmla="*/ 173006 h 361971"/>
                <a:gd name="connsiteX25" fmla="*/ 134189 w 362309"/>
                <a:gd name="connsiteY25" fmla="*/ 193435 h 361971"/>
                <a:gd name="connsiteX26" fmla="*/ 156553 w 362309"/>
                <a:gd name="connsiteY26" fmla="*/ 193435 h 361971"/>
                <a:gd name="connsiteX27" fmla="*/ 156553 w 362309"/>
                <a:gd name="connsiteY27" fmla="*/ 173006 h 361971"/>
                <a:gd name="connsiteX28" fmla="*/ 162943 w 362309"/>
                <a:gd name="connsiteY28" fmla="*/ 166622 h 361971"/>
                <a:gd name="connsiteX29" fmla="*/ 169333 w 362309"/>
                <a:gd name="connsiteY29" fmla="*/ 173006 h 361971"/>
                <a:gd name="connsiteX30" fmla="*/ 169333 w 362309"/>
                <a:gd name="connsiteY30" fmla="*/ 193435 h 361971"/>
                <a:gd name="connsiteX31" fmla="*/ 191698 w 362309"/>
                <a:gd name="connsiteY31" fmla="*/ 193435 h 361971"/>
                <a:gd name="connsiteX32" fmla="*/ 191698 w 362309"/>
                <a:gd name="connsiteY32" fmla="*/ 173006 h 361971"/>
                <a:gd name="connsiteX33" fmla="*/ 198088 w 362309"/>
                <a:gd name="connsiteY33" fmla="*/ 166622 h 361971"/>
                <a:gd name="connsiteX34" fmla="*/ 204478 w 362309"/>
                <a:gd name="connsiteY34" fmla="*/ 173006 h 361971"/>
                <a:gd name="connsiteX35" fmla="*/ 204478 w 362309"/>
                <a:gd name="connsiteY35" fmla="*/ 193435 h 361971"/>
                <a:gd name="connsiteX36" fmla="*/ 226843 w 362309"/>
                <a:gd name="connsiteY36" fmla="*/ 193435 h 361971"/>
                <a:gd name="connsiteX37" fmla="*/ 226843 w 362309"/>
                <a:gd name="connsiteY37" fmla="*/ 173006 h 361971"/>
                <a:gd name="connsiteX38" fmla="*/ 233233 w 362309"/>
                <a:gd name="connsiteY38" fmla="*/ 166622 h 361971"/>
                <a:gd name="connsiteX39" fmla="*/ 239623 w 362309"/>
                <a:gd name="connsiteY39" fmla="*/ 173006 h 361971"/>
                <a:gd name="connsiteX40" fmla="*/ 239623 w 362309"/>
                <a:gd name="connsiteY40" fmla="*/ 193435 h 361971"/>
                <a:gd name="connsiteX41" fmla="*/ 267739 w 362309"/>
                <a:gd name="connsiteY41" fmla="*/ 193435 h 361971"/>
                <a:gd name="connsiteX42" fmla="*/ 274128 w 362309"/>
                <a:gd name="connsiteY42" fmla="*/ 199819 h 361971"/>
                <a:gd name="connsiteX43" fmla="*/ 267739 w 362309"/>
                <a:gd name="connsiteY43" fmla="*/ 206203 h 361971"/>
                <a:gd name="connsiteX44" fmla="*/ 92654 w 362309"/>
                <a:gd name="connsiteY44" fmla="*/ 206203 h 361971"/>
                <a:gd name="connsiteX45" fmla="*/ 86264 w 362309"/>
                <a:gd name="connsiteY45" fmla="*/ 199819 h 361971"/>
                <a:gd name="connsiteX46" fmla="*/ 93293 w 362309"/>
                <a:gd name="connsiteY46" fmla="*/ 193435 h 361971"/>
                <a:gd name="connsiteX47" fmla="*/ 93293 w 362309"/>
                <a:gd name="connsiteY47" fmla="*/ 193435 h 361971"/>
                <a:gd name="connsiteX48" fmla="*/ 278602 w 362309"/>
                <a:gd name="connsiteY48" fmla="*/ 282810 h 361971"/>
                <a:gd name="connsiteX49" fmla="*/ 83708 w 362309"/>
                <a:gd name="connsiteY49" fmla="*/ 282810 h 361971"/>
                <a:gd name="connsiteX50" fmla="*/ 77318 w 362309"/>
                <a:gd name="connsiteY50" fmla="*/ 276426 h 361971"/>
                <a:gd name="connsiteX51" fmla="*/ 83708 w 362309"/>
                <a:gd name="connsiteY51" fmla="*/ 270042 h 361971"/>
                <a:gd name="connsiteX52" fmla="*/ 99044 w 362309"/>
                <a:gd name="connsiteY52" fmla="*/ 270042 h 361971"/>
                <a:gd name="connsiteX53" fmla="*/ 99044 w 362309"/>
                <a:gd name="connsiteY53" fmla="*/ 219609 h 361971"/>
                <a:gd name="connsiteX54" fmla="*/ 105434 w 362309"/>
                <a:gd name="connsiteY54" fmla="*/ 213225 h 361971"/>
                <a:gd name="connsiteX55" fmla="*/ 111824 w 362309"/>
                <a:gd name="connsiteY55" fmla="*/ 219609 h 361971"/>
                <a:gd name="connsiteX56" fmla="*/ 111824 w 362309"/>
                <a:gd name="connsiteY56" fmla="*/ 270042 h 361971"/>
                <a:gd name="connsiteX57" fmla="*/ 136745 w 362309"/>
                <a:gd name="connsiteY57" fmla="*/ 270042 h 361971"/>
                <a:gd name="connsiteX58" fmla="*/ 136745 w 362309"/>
                <a:gd name="connsiteY58" fmla="*/ 219609 h 361971"/>
                <a:gd name="connsiteX59" fmla="*/ 143135 w 362309"/>
                <a:gd name="connsiteY59" fmla="*/ 213225 h 361971"/>
                <a:gd name="connsiteX60" fmla="*/ 149525 w 362309"/>
                <a:gd name="connsiteY60" fmla="*/ 219609 h 361971"/>
                <a:gd name="connsiteX61" fmla="*/ 149525 w 362309"/>
                <a:gd name="connsiteY61" fmla="*/ 270042 h 361971"/>
                <a:gd name="connsiteX62" fmla="*/ 174445 w 362309"/>
                <a:gd name="connsiteY62" fmla="*/ 270042 h 361971"/>
                <a:gd name="connsiteX63" fmla="*/ 174445 w 362309"/>
                <a:gd name="connsiteY63" fmla="*/ 219609 h 361971"/>
                <a:gd name="connsiteX64" fmla="*/ 180835 w 362309"/>
                <a:gd name="connsiteY64" fmla="*/ 213225 h 361971"/>
                <a:gd name="connsiteX65" fmla="*/ 187225 w 362309"/>
                <a:gd name="connsiteY65" fmla="*/ 219609 h 361971"/>
                <a:gd name="connsiteX66" fmla="*/ 187225 w 362309"/>
                <a:gd name="connsiteY66" fmla="*/ 270042 h 361971"/>
                <a:gd name="connsiteX67" fmla="*/ 212146 w 362309"/>
                <a:gd name="connsiteY67" fmla="*/ 270042 h 361971"/>
                <a:gd name="connsiteX68" fmla="*/ 212146 w 362309"/>
                <a:gd name="connsiteY68" fmla="*/ 219609 h 361971"/>
                <a:gd name="connsiteX69" fmla="*/ 218536 w 362309"/>
                <a:gd name="connsiteY69" fmla="*/ 213225 h 361971"/>
                <a:gd name="connsiteX70" fmla="*/ 224926 w 362309"/>
                <a:gd name="connsiteY70" fmla="*/ 219609 h 361971"/>
                <a:gd name="connsiteX71" fmla="*/ 224926 w 362309"/>
                <a:gd name="connsiteY71" fmla="*/ 270042 h 361971"/>
                <a:gd name="connsiteX72" fmla="*/ 249847 w 362309"/>
                <a:gd name="connsiteY72" fmla="*/ 270042 h 361971"/>
                <a:gd name="connsiteX73" fmla="*/ 249847 w 362309"/>
                <a:gd name="connsiteY73" fmla="*/ 219609 h 361971"/>
                <a:gd name="connsiteX74" fmla="*/ 256237 w 362309"/>
                <a:gd name="connsiteY74" fmla="*/ 213225 h 361971"/>
                <a:gd name="connsiteX75" fmla="*/ 262626 w 362309"/>
                <a:gd name="connsiteY75" fmla="*/ 219609 h 361971"/>
                <a:gd name="connsiteX76" fmla="*/ 262626 w 362309"/>
                <a:gd name="connsiteY76" fmla="*/ 270042 h 361971"/>
                <a:gd name="connsiteX77" fmla="*/ 279240 w 362309"/>
                <a:gd name="connsiteY77" fmla="*/ 270042 h 361971"/>
                <a:gd name="connsiteX78" fmla="*/ 285630 w 362309"/>
                <a:gd name="connsiteY78" fmla="*/ 276426 h 361971"/>
                <a:gd name="connsiteX79" fmla="*/ 278602 w 362309"/>
                <a:gd name="connsiteY79" fmla="*/ 282810 h 361971"/>
                <a:gd name="connsiteX80" fmla="*/ 278602 w 362309"/>
                <a:gd name="connsiteY80" fmla="*/ 28281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1305"/>
                  </a:cubicBezTo>
                  <a:cubicBezTo>
                    <a:pt x="362310" y="81077"/>
                    <a:pt x="281157" y="0"/>
                    <a:pt x="180835" y="0"/>
                  </a:cubicBezTo>
                  <a:cubicBezTo>
                    <a:pt x="180835" y="0"/>
                    <a:pt x="180835" y="0"/>
                    <a:pt x="180835" y="0"/>
                  </a:cubicBezTo>
                  <a:close/>
                  <a:moveTo>
                    <a:pt x="113741" y="147470"/>
                  </a:moveTo>
                  <a:lnTo>
                    <a:pt x="122048" y="147470"/>
                  </a:lnTo>
                  <a:cubicBezTo>
                    <a:pt x="129716" y="124488"/>
                    <a:pt x="149525" y="107889"/>
                    <a:pt x="173806" y="105336"/>
                  </a:cubicBezTo>
                  <a:lnTo>
                    <a:pt x="173806" y="84907"/>
                  </a:lnTo>
                  <a:cubicBezTo>
                    <a:pt x="173806" y="81077"/>
                    <a:pt x="176362" y="78523"/>
                    <a:pt x="180196" y="78523"/>
                  </a:cubicBezTo>
                  <a:cubicBezTo>
                    <a:pt x="184030" y="78523"/>
                    <a:pt x="186586" y="81077"/>
                    <a:pt x="186586" y="84907"/>
                  </a:cubicBezTo>
                  <a:lnTo>
                    <a:pt x="186586" y="105336"/>
                  </a:lnTo>
                  <a:cubicBezTo>
                    <a:pt x="210868" y="107889"/>
                    <a:pt x="230677" y="124488"/>
                    <a:pt x="238345" y="147470"/>
                  </a:cubicBezTo>
                  <a:lnTo>
                    <a:pt x="247291" y="147470"/>
                  </a:lnTo>
                  <a:cubicBezTo>
                    <a:pt x="251125" y="147470"/>
                    <a:pt x="253681" y="150024"/>
                    <a:pt x="253681" y="153854"/>
                  </a:cubicBezTo>
                  <a:cubicBezTo>
                    <a:pt x="253681" y="157684"/>
                    <a:pt x="251125" y="160238"/>
                    <a:pt x="247291" y="160238"/>
                  </a:cubicBezTo>
                  <a:lnTo>
                    <a:pt x="113741" y="160238"/>
                  </a:lnTo>
                  <a:cubicBezTo>
                    <a:pt x="109907" y="160238"/>
                    <a:pt x="107351" y="157684"/>
                    <a:pt x="107351" y="153854"/>
                  </a:cubicBezTo>
                  <a:cubicBezTo>
                    <a:pt x="107351" y="150024"/>
                    <a:pt x="110546" y="147470"/>
                    <a:pt x="113741" y="147470"/>
                  </a:cubicBezTo>
                  <a:close/>
                  <a:moveTo>
                    <a:pt x="93293" y="193435"/>
                  </a:moveTo>
                  <a:lnTo>
                    <a:pt x="121409" y="193435"/>
                  </a:lnTo>
                  <a:lnTo>
                    <a:pt x="121409" y="173006"/>
                  </a:lnTo>
                  <a:cubicBezTo>
                    <a:pt x="121409" y="169176"/>
                    <a:pt x="123965" y="166622"/>
                    <a:pt x="127799" y="166622"/>
                  </a:cubicBezTo>
                  <a:cubicBezTo>
                    <a:pt x="131633" y="166622"/>
                    <a:pt x="134189" y="169176"/>
                    <a:pt x="134189" y="173006"/>
                  </a:cubicBezTo>
                  <a:lnTo>
                    <a:pt x="134189" y="193435"/>
                  </a:lnTo>
                  <a:lnTo>
                    <a:pt x="156553" y="193435"/>
                  </a:lnTo>
                  <a:lnTo>
                    <a:pt x="156553" y="173006"/>
                  </a:lnTo>
                  <a:cubicBezTo>
                    <a:pt x="156553" y="169176"/>
                    <a:pt x="159110" y="166622"/>
                    <a:pt x="162943" y="166622"/>
                  </a:cubicBezTo>
                  <a:cubicBezTo>
                    <a:pt x="166777" y="166622"/>
                    <a:pt x="169333" y="169176"/>
                    <a:pt x="169333" y="173006"/>
                  </a:cubicBezTo>
                  <a:lnTo>
                    <a:pt x="169333" y="193435"/>
                  </a:lnTo>
                  <a:lnTo>
                    <a:pt x="191698" y="193435"/>
                  </a:lnTo>
                  <a:lnTo>
                    <a:pt x="191698" y="173006"/>
                  </a:lnTo>
                  <a:cubicBezTo>
                    <a:pt x="191698" y="169176"/>
                    <a:pt x="194254" y="166622"/>
                    <a:pt x="198088" y="166622"/>
                  </a:cubicBezTo>
                  <a:cubicBezTo>
                    <a:pt x="201922" y="166622"/>
                    <a:pt x="204478" y="169176"/>
                    <a:pt x="204478" y="173006"/>
                  </a:cubicBezTo>
                  <a:lnTo>
                    <a:pt x="204478" y="193435"/>
                  </a:lnTo>
                  <a:lnTo>
                    <a:pt x="226843" y="193435"/>
                  </a:lnTo>
                  <a:lnTo>
                    <a:pt x="226843" y="173006"/>
                  </a:lnTo>
                  <a:cubicBezTo>
                    <a:pt x="226843" y="169176"/>
                    <a:pt x="229399" y="166622"/>
                    <a:pt x="233233" y="166622"/>
                  </a:cubicBezTo>
                  <a:cubicBezTo>
                    <a:pt x="237067" y="166622"/>
                    <a:pt x="239623" y="169176"/>
                    <a:pt x="239623" y="173006"/>
                  </a:cubicBezTo>
                  <a:lnTo>
                    <a:pt x="239623" y="193435"/>
                  </a:lnTo>
                  <a:lnTo>
                    <a:pt x="267739" y="193435"/>
                  </a:lnTo>
                  <a:cubicBezTo>
                    <a:pt x="271572" y="193435"/>
                    <a:pt x="274128" y="195988"/>
                    <a:pt x="274128" y="199819"/>
                  </a:cubicBezTo>
                  <a:cubicBezTo>
                    <a:pt x="274128" y="203649"/>
                    <a:pt x="271572" y="206203"/>
                    <a:pt x="267739" y="206203"/>
                  </a:cubicBezTo>
                  <a:lnTo>
                    <a:pt x="92654" y="206203"/>
                  </a:lnTo>
                  <a:cubicBezTo>
                    <a:pt x="88820" y="206203"/>
                    <a:pt x="86264" y="203649"/>
                    <a:pt x="86264" y="199819"/>
                  </a:cubicBezTo>
                  <a:cubicBezTo>
                    <a:pt x="86264" y="195988"/>
                    <a:pt x="89459" y="193435"/>
                    <a:pt x="93293" y="193435"/>
                  </a:cubicBezTo>
                  <a:lnTo>
                    <a:pt x="93293" y="193435"/>
                  </a:lnTo>
                  <a:close/>
                  <a:moveTo>
                    <a:pt x="278602" y="282810"/>
                  </a:moveTo>
                  <a:lnTo>
                    <a:pt x="83708" y="282810"/>
                  </a:lnTo>
                  <a:cubicBezTo>
                    <a:pt x="79874" y="282810"/>
                    <a:pt x="77318" y="280257"/>
                    <a:pt x="77318" y="276426"/>
                  </a:cubicBezTo>
                  <a:cubicBezTo>
                    <a:pt x="77318" y="272596"/>
                    <a:pt x="79874" y="270042"/>
                    <a:pt x="83708" y="270042"/>
                  </a:cubicBezTo>
                  <a:lnTo>
                    <a:pt x="99044" y="270042"/>
                  </a:lnTo>
                  <a:lnTo>
                    <a:pt x="99044" y="219609"/>
                  </a:lnTo>
                  <a:cubicBezTo>
                    <a:pt x="99044" y="215779"/>
                    <a:pt x="101600" y="213225"/>
                    <a:pt x="105434" y="213225"/>
                  </a:cubicBezTo>
                  <a:cubicBezTo>
                    <a:pt x="109268" y="213225"/>
                    <a:pt x="111824" y="215779"/>
                    <a:pt x="111824" y="219609"/>
                  </a:cubicBezTo>
                  <a:lnTo>
                    <a:pt x="111824" y="270042"/>
                  </a:lnTo>
                  <a:lnTo>
                    <a:pt x="136745" y="270042"/>
                  </a:lnTo>
                  <a:lnTo>
                    <a:pt x="136745" y="219609"/>
                  </a:lnTo>
                  <a:cubicBezTo>
                    <a:pt x="136745" y="215779"/>
                    <a:pt x="139301" y="213225"/>
                    <a:pt x="143135" y="213225"/>
                  </a:cubicBezTo>
                  <a:cubicBezTo>
                    <a:pt x="146969" y="213225"/>
                    <a:pt x="149525" y="215779"/>
                    <a:pt x="149525" y="219609"/>
                  </a:cubicBezTo>
                  <a:lnTo>
                    <a:pt x="149525" y="270042"/>
                  </a:lnTo>
                  <a:lnTo>
                    <a:pt x="174445" y="270042"/>
                  </a:lnTo>
                  <a:lnTo>
                    <a:pt x="174445" y="219609"/>
                  </a:lnTo>
                  <a:cubicBezTo>
                    <a:pt x="174445" y="215779"/>
                    <a:pt x="177001" y="213225"/>
                    <a:pt x="180835" y="213225"/>
                  </a:cubicBezTo>
                  <a:cubicBezTo>
                    <a:pt x="184669" y="213225"/>
                    <a:pt x="187225" y="215779"/>
                    <a:pt x="187225" y="219609"/>
                  </a:cubicBezTo>
                  <a:lnTo>
                    <a:pt x="187225" y="270042"/>
                  </a:lnTo>
                  <a:lnTo>
                    <a:pt x="212146" y="270042"/>
                  </a:lnTo>
                  <a:lnTo>
                    <a:pt x="212146" y="219609"/>
                  </a:lnTo>
                  <a:cubicBezTo>
                    <a:pt x="212146" y="215779"/>
                    <a:pt x="214702" y="213225"/>
                    <a:pt x="218536" y="213225"/>
                  </a:cubicBezTo>
                  <a:cubicBezTo>
                    <a:pt x="222370" y="213225"/>
                    <a:pt x="224926" y="215779"/>
                    <a:pt x="224926" y="219609"/>
                  </a:cubicBezTo>
                  <a:lnTo>
                    <a:pt x="224926" y="270042"/>
                  </a:lnTo>
                  <a:lnTo>
                    <a:pt x="249847" y="270042"/>
                  </a:lnTo>
                  <a:lnTo>
                    <a:pt x="249847" y="219609"/>
                  </a:lnTo>
                  <a:cubicBezTo>
                    <a:pt x="249847" y="215779"/>
                    <a:pt x="252403" y="213225"/>
                    <a:pt x="256237" y="213225"/>
                  </a:cubicBezTo>
                  <a:cubicBezTo>
                    <a:pt x="260071" y="213225"/>
                    <a:pt x="262626" y="215779"/>
                    <a:pt x="262626" y="219609"/>
                  </a:cubicBezTo>
                  <a:lnTo>
                    <a:pt x="262626" y="270042"/>
                  </a:lnTo>
                  <a:lnTo>
                    <a:pt x="279240" y="270042"/>
                  </a:lnTo>
                  <a:cubicBezTo>
                    <a:pt x="283074" y="270042"/>
                    <a:pt x="285630" y="272596"/>
                    <a:pt x="285630" y="276426"/>
                  </a:cubicBezTo>
                  <a:cubicBezTo>
                    <a:pt x="285630" y="280257"/>
                    <a:pt x="281796" y="282810"/>
                    <a:pt x="278602" y="282810"/>
                  </a:cubicBezTo>
                  <a:lnTo>
                    <a:pt x="278602" y="282810"/>
                  </a:lnTo>
                  <a:close/>
                </a:path>
              </a:pathLst>
            </a:custGeom>
            <a:grpFill/>
            <a:ln w="6390" cap="flat">
              <a:noFill/>
              <a:prstDash val="solid"/>
              <a:miter/>
            </a:ln>
          </p:spPr>
          <p:txBody>
            <a:bodyPr rtlCol="0" anchor="ctr"/>
            <a:lstStyle/>
            <a:p>
              <a:endParaRPr lang="en-US"/>
            </a:p>
          </p:txBody>
        </p:sp>
      </p:grpSp>
      <p:sp>
        <p:nvSpPr>
          <p:cNvPr id="173" name="Graphic 4">
            <a:extLst>
              <a:ext uri="{FF2B5EF4-FFF2-40B4-BE49-F238E27FC236}">
                <a16:creationId xmlns:a16="http://schemas.microsoft.com/office/drawing/2014/main" id="{53220991-3706-4124-46EE-EC24769F04C1}"/>
              </a:ext>
            </a:extLst>
          </p:cNvPr>
          <p:cNvSpPr/>
          <p:nvPr/>
        </p:nvSpPr>
        <p:spPr>
          <a:xfrm>
            <a:off x="6209552" y="4631094"/>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71889 w 361670"/>
              <a:gd name="connsiteY5" fmla="*/ 87461 h 361333"/>
              <a:gd name="connsiteX6" fmla="*/ 180835 w 361670"/>
              <a:gd name="connsiteY6" fmla="*/ 87461 h 361333"/>
              <a:gd name="connsiteX7" fmla="*/ 187225 w 361670"/>
              <a:gd name="connsiteY7" fmla="*/ 93845 h 361333"/>
              <a:gd name="connsiteX8" fmla="*/ 180835 w 361670"/>
              <a:gd name="connsiteY8" fmla="*/ 100229 h 361333"/>
              <a:gd name="connsiteX9" fmla="*/ 171889 w 361670"/>
              <a:gd name="connsiteY9" fmla="*/ 100229 h 361333"/>
              <a:gd name="connsiteX10" fmla="*/ 165500 w 361670"/>
              <a:gd name="connsiteY10" fmla="*/ 93845 h 361333"/>
              <a:gd name="connsiteX11" fmla="*/ 171889 w 361670"/>
              <a:gd name="connsiteY11" fmla="*/ 87461 h 361333"/>
              <a:gd name="connsiteX12" fmla="*/ 171889 w 361670"/>
              <a:gd name="connsiteY12" fmla="*/ 121934 h 361333"/>
              <a:gd name="connsiteX13" fmla="*/ 198088 w 361670"/>
              <a:gd name="connsiteY13" fmla="*/ 121934 h 361333"/>
              <a:gd name="connsiteX14" fmla="*/ 204478 w 361670"/>
              <a:gd name="connsiteY14" fmla="*/ 128318 h 361333"/>
              <a:gd name="connsiteX15" fmla="*/ 198088 w 361670"/>
              <a:gd name="connsiteY15" fmla="*/ 134702 h 361333"/>
              <a:gd name="connsiteX16" fmla="*/ 171889 w 361670"/>
              <a:gd name="connsiteY16" fmla="*/ 134702 h 361333"/>
              <a:gd name="connsiteX17" fmla="*/ 165500 w 361670"/>
              <a:gd name="connsiteY17" fmla="*/ 128318 h 361333"/>
              <a:gd name="connsiteX18" fmla="*/ 171889 w 361670"/>
              <a:gd name="connsiteY18" fmla="*/ 121934 h 361333"/>
              <a:gd name="connsiteX19" fmla="*/ 171889 w 361670"/>
              <a:gd name="connsiteY19" fmla="*/ 157046 h 361333"/>
              <a:gd name="connsiteX20" fmla="*/ 215341 w 361670"/>
              <a:gd name="connsiteY20" fmla="*/ 157046 h 361333"/>
              <a:gd name="connsiteX21" fmla="*/ 221731 w 361670"/>
              <a:gd name="connsiteY21" fmla="*/ 163430 h 361333"/>
              <a:gd name="connsiteX22" fmla="*/ 215341 w 361670"/>
              <a:gd name="connsiteY22" fmla="*/ 169814 h 361333"/>
              <a:gd name="connsiteX23" fmla="*/ 171889 w 361670"/>
              <a:gd name="connsiteY23" fmla="*/ 169814 h 361333"/>
              <a:gd name="connsiteX24" fmla="*/ 165500 w 361670"/>
              <a:gd name="connsiteY24" fmla="*/ 163430 h 361333"/>
              <a:gd name="connsiteX25" fmla="*/ 171889 w 361670"/>
              <a:gd name="connsiteY25" fmla="*/ 157046 h 361333"/>
              <a:gd name="connsiteX26" fmla="*/ 171889 w 361670"/>
              <a:gd name="connsiteY26" fmla="*/ 191519 h 361333"/>
              <a:gd name="connsiteX27" fmla="*/ 232594 w 361670"/>
              <a:gd name="connsiteY27" fmla="*/ 191519 h 361333"/>
              <a:gd name="connsiteX28" fmla="*/ 238984 w 361670"/>
              <a:gd name="connsiteY28" fmla="*/ 197903 h 361333"/>
              <a:gd name="connsiteX29" fmla="*/ 232594 w 361670"/>
              <a:gd name="connsiteY29" fmla="*/ 204287 h 361333"/>
              <a:gd name="connsiteX30" fmla="*/ 171889 w 361670"/>
              <a:gd name="connsiteY30" fmla="*/ 204287 h 361333"/>
              <a:gd name="connsiteX31" fmla="*/ 165500 w 361670"/>
              <a:gd name="connsiteY31" fmla="*/ 197903 h 361333"/>
              <a:gd name="connsiteX32" fmla="*/ 171889 w 361670"/>
              <a:gd name="connsiteY32" fmla="*/ 191519 h 361333"/>
              <a:gd name="connsiteX33" fmla="*/ 171889 w 361670"/>
              <a:gd name="connsiteY33" fmla="*/ 226631 h 361333"/>
              <a:gd name="connsiteX34" fmla="*/ 250486 w 361670"/>
              <a:gd name="connsiteY34" fmla="*/ 226631 h 361333"/>
              <a:gd name="connsiteX35" fmla="*/ 256876 w 361670"/>
              <a:gd name="connsiteY35" fmla="*/ 233015 h 361333"/>
              <a:gd name="connsiteX36" fmla="*/ 250486 w 361670"/>
              <a:gd name="connsiteY36" fmla="*/ 239399 h 361333"/>
              <a:gd name="connsiteX37" fmla="*/ 171889 w 361670"/>
              <a:gd name="connsiteY37" fmla="*/ 239399 h 361333"/>
              <a:gd name="connsiteX38" fmla="*/ 165500 w 361670"/>
              <a:gd name="connsiteY38" fmla="*/ 233015 h 361333"/>
              <a:gd name="connsiteX39" fmla="*/ 171889 w 361670"/>
              <a:gd name="connsiteY39" fmla="*/ 226631 h 361333"/>
              <a:gd name="connsiteX40" fmla="*/ 146969 w 361670"/>
              <a:gd name="connsiteY40" fmla="*/ 249614 h 361333"/>
              <a:gd name="connsiteX41" fmla="*/ 124604 w 361670"/>
              <a:gd name="connsiteY41" fmla="*/ 271958 h 361333"/>
              <a:gd name="connsiteX42" fmla="*/ 122687 w 361670"/>
              <a:gd name="connsiteY42" fmla="*/ 273234 h 361333"/>
              <a:gd name="connsiteX43" fmla="*/ 120131 w 361670"/>
              <a:gd name="connsiteY43" fmla="*/ 273873 h 361333"/>
              <a:gd name="connsiteX44" fmla="*/ 117575 w 361670"/>
              <a:gd name="connsiteY44" fmla="*/ 273234 h 361333"/>
              <a:gd name="connsiteX45" fmla="*/ 115658 w 361670"/>
              <a:gd name="connsiteY45" fmla="*/ 271958 h 361333"/>
              <a:gd name="connsiteX46" fmla="*/ 93293 w 361670"/>
              <a:gd name="connsiteY46" fmla="*/ 249614 h 361333"/>
              <a:gd name="connsiteX47" fmla="*/ 93293 w 361670"/>
              <a:gd name="connsiteY47" fmla="*/ 240676 h 361333"/>
              <a:gd name="connsiteX48" fmla="*/ 102239 w 361670"/>
              <a:gd name="connsiteY48" fmla="*/ 240676 h 361333"/>
              <a:gd name="connsiteX49" fmla="*/ 113741 w 361670"/>
              <a:gd name="connsiteY49" fmla="*/ 252167 h 361333"/>
              <a:gd name="connsiteX50" fmla="*/ 113741 w 361670"/>
              <a:gd name="connsiteY50" fmla="*/ 93845 h 361333"/>
              <a:gd name="connsiteX51" fmla="*/ 120131 w 361670"/>
              <a:gd name="connsiteY51" fmla="*/ 87461 h 361333"/>
              <a:gd name="connsiteX52" fmla="*/ 126521 w 361670"/>
              <a:gd name="connsiteY52" fmla="*/ 93845 h 361333"/>
              <a:gd name="connsiteX53" fmla="*/ 126521 w 361670"/>
              <a:gd name="connsiteY53" fmla="*/ 252167 h 361333"/>
              <a:gd name="connsiteX54" fmla="*/ 138022 w 361670"/>
              <a:gd name="connsiteY54" fmla="*/ 240676 h 361333"/>
              <a:gd name="connsiteX55" fmla="*/ 146969 w 361670"/>
              <a:gd name="connsiteY55" fmla="*/ 240676 h 361333"/>
              <a:gd name="connsiteX56" fmla="*/ 146969 w 361670"/>
              <a:gd name="connsiteY56" fmla="*/ 249614 h 361333"/>
              <a:gd name="connsiteX57" fmla="*/ 263904 w 361670"/>
              <a:gd name="connsiteY57" fmla="*/ 273873 h 361333"/>
              <a:gd name="connsiteX58" fmla="*/ 172528 w 361670"/>
              <a:gd name="connsiteY58" fmla="*/ 273873 h 361333"/>
              <a:gd name="connsiteX59" fmla="*/ 166138 w 361670"/>
              <a:gd name="connsiteY59" fmla="*/ 267489 h 361333"/>
              <a:gd name="connsiteX60" fmla="*/ 172528 w 361670"/>
              <a:gd name="connsiteY60" fmla="*/ 261105 h 361333"/>
              <a:gd name="connsiteX61" fmla="*/ 263904 w 361670"/>
              <a:gd name="connsiteY61" fmla="*/ 261105 h 361333"/>
              <a:gd name="connsiteX62" fmla="*/ 270294 w 361670"/>
              <a:gd name="connsiteY62" fmla="*/ 267489 h 361333"/>
              <a:gd name="connsiteX63" fmla="*/ 263904 w 361670"/>
              <a:gd name="connsiteY63" fmla="*/ 27387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71889" y="87461"/>
                </a:moveTo>
                <a:lnTo>
                  <a:pt x="180835" y="87461"/>
                </a:lnTo>
                <a:cubicBezTo>
                  <a:pt x="184669" y="87461"/>
                  <a:pt x="187225" y="90014"/>
                  <a:pt x="187225" y="93845"/>
                </a:cubicBezTo>
                <a:cubicBezTo>
                  <a:pt x="187225" y="97675"/>
                  <a:pt x="184669" y="100229"/>
                  <a:pt x="180835" y="100229"/>
                </a:cubicBezTo>
                <a:lnTo>
                  <a:pt x="171889" y="100229"/>
                </a:lnTo>
                <a:cubicBezTo>
                  <a:pt x="168055" y="100229"/>
                  <a:pt x="165500" y="97675"/>
                  <a:pt x="165500" y="93845"/>
                </a:cubicBezTo>
                <a:cubicBezTo>
                  <a:pt x="165500" y="90014"/>
                  <a:pt x="168695" y="87461"/>
                  <a:pt x="171889" y="87461"/>
                </a:cubicBezTo>
                <a:close/>
                <a:moveTo>
                  <a:pt x="171889" y="121934"/>
                </a:moveTo>
                <a:lnTo>
                  <a:pt x="198088" y="121934"/>
                </a:lnTo>
                <a:cubicBezTo>
                  <a:pt x="201922" y="121934"/>
                  <a:pt x="204478" y="124488"/>
                  <a:pt x="204478" y="128318"/>
                </a:cubicBezTo>
                <a:cubicBezTo>
                  <a:pt x="204478" y="132148"/>
                  <a:pt x="201922" y="134702"/>
                  <a:pt x="198088" y="134702"/>
                </a:cubicBezTo>
                <a:lnTo>
                  <a:pt x="171889" y="134702"/>
                </a:lnTo>
                <a:cubicBezTo>
                  <a:pt x="168055" y="134702"/>
                  <a:pt x="165500" y="132148"/>
                  <a:pt x="165500" y="128318"/>
                </a:cubicBezTo>
                <a:cubicBezTo>
                  <a:pt x="165500" y="124488"/>
                  <a:pt x="168695" y="121934"/>
                  <a:pt x="171889" y="121934"/>
                </a:cubicBezTo>
                <a:close/>
                <a:moveTo>
                  <a:pt x="171889" y="157046"/>
                </a:moveTo>
                <a:lnTo>
                  <a:pt x="215341" y="157046"/>
                </a:lnTo>
                <a:cubicBezTo>
                  <a:pt x="219175" y="157046"/>
                  <a:pt x="221731" y="159600"/>
                  <a:pt x="221731" y="163430"/>
                </a:cubicBezTo>
                <a:cubicBezTo>
                  <a:pt x="221731" y="167260"/>
                  <a:pt x="219175" y="169814"/>
                  <a:pt x="215341" y="169814"/>
                </a:cubicBezTo>
                <a:lnTo>
                  <a:pt x="171889" y="169814"/>
                </a:lnTo>
                <a:cubicBezTo>
                  <a:pt x="168055" y="169814"/>
                  <a:pt x="165500" y="167260"/>
                  <a:pt x="165500" y="163430"/>
                </a:cubicBezTo>
                <a:cubicBezTo>
                  <a:pt x="165500" y="159600"/>
                  <a:pt x="168695" y="157046"/>
                  <a:pt x="171889" y="157046"/>
                </a:cubicBezTo>
                <a:close/>
                <a:moveTo>
                  <a:pt x="171889" y="191519"/>
                </a:moveTo>
                <a:lnTo>
                  <a:pt x="232594" y="191519"/>
                </a:lnTo>
                <a:cubicBezTo>
                  <a:pt x="236428" y="191519"/>
                  <a:pt x="238984" y="194073"/>
                  <a:pt x="238984" y="197903"/>
                </a:cubicBezTo>
                <a:cubicBezTo>
                  <a:pt x="238984" y="201734"/>
                  <a:pt x="236428" y="204287"/>
                  <a:pt x="232594" y="204287"/>
                </a:cubicBezTo>
                <a:lnTo>
                  <a:pt x="171889" y="204287"/>
                </a:lnTo>
                <a:cubicBezTo>
                  <a:pt x="168055" y="204287"/>
                  <a:pt x="165500" y="201734"/>
                  <a:pt x="165500" y="197903"/>
                </a:cubicBezTo>
                <a:cubicBezTo>
                  <a:pt x="165500" y="194073"/>
                  <a:pt x="168695" y="191519"/>
                  <a:pt x="171889" y="191519"/>
                </a:cubicBezTo>
                <a:close/>
                <a:moveTo>
                  <a:pt x="171889" y="226631"/>
                </a:moveTo>
                <a:lnTo>
                  <a:pt x="250486" y="226631"/>
                </a:lnTo>
                <a:cubicBezTo>
                  <a:pt x="254319" y="226631"/>
                  <a:pt x="256876" y="229185"/>
                  <a:pt x="256876" y="233015"/>
                </a:cubicBezTo>
                <a:cubicBezTo>
                  <a:pt x="256876" y="236846"/>
                  <a:pt x="254319" y="239399"/>
                  <a:pt x="250486" y="239399"/>
                </a:cubicBezTo>
                <a:lnTo>
                  <a:pt x="171889" y="239399"/>
                </a:lnTo>
                <a:cubicBezTo>
                  <a:pt x="168055" y="239399"/>
                  <a:pt x="165500" y="236846"/>
                  <a:pt x="165500" y="233015"/>
                </a:cubicBezTo>
                <a:cubicBezTo>
                  <a:pt x="165500" y="229185"/>
                  <a:pt x="168695" y="226631"/>
                  <a:pt x="171889" y="226631"/>
                </a:cubicBezTo>
                <a:close/>
                <a:moveTo>
                  <a:pt x="146969" y="249614"/>
                </a:moveTo>
                <a:lnTo>
                  <a:pt x="124604" y="271958"/>
                </a:lnTo>
                <a:cubicBezTo>
                  <a:pt x="123965" y="272596"/>
                  <a:pt x="123326" y="273234"/>
                  <a:pt x="122687" y="273234"/>
                </a:cubicBezTo>
                <a:cubicBezTo>
                  <a:pt x="122048" y="273873"/>
                  <a:pt x="120770" y="273873"/>
                  <a:pt x="120131" y="273873"/>
                </a:cubicBezTo>
                <a:cubicBezTo>
                  <a:pt x="119492" y="273873"/>
                  <a:pt x="118214" y="273873"/>
                  <a:pt x="117575" y="273234"/>
                </a:cubicBezTo>
                <a:cubicBezTo>
                  <a:pt x="116936" y="272596"/>
                  <a:pt x="116297" y="272596"/>
                  <a:pt x="115658" y="271958"/>
                </a:cubicBezTo>
                <a:lnTo>
                  <a:pt x="93293" y="249614"/>
                </a:lnTo>
                <a:cubicBezTo>
                  <a:pt x="90737" y="247060"/>
                  <a:pt x="90737" y="243230"/>
                  <a:pt x="93293" y="240676"/>
                </a:cubicBezTo>
                <a:cubicBezTo>
                  <a:pt x="95849" y="238123"/>
                  <a:pt x="99683" y="238123"/>
                  <a:pt x="102239" y="240676"/>
                </a:cubicBezTo>
                <a:lnTo>
                  <a:pt x="113741" y="252167"/>
                </a:lnTo>
                <a:lnTo>
                  <a:pt x="113741" y="93845"/>
                </a:lnTo>
                <a:cubicBezTo>
                  <a:pt x="113741" y="90014"/>
                  <a:pt x="116297" y="87461"/>
                  <a:pt x="120131" y="87461"/>
                </a:cubicBezTo>
                <a:cubicBezTo>
                  <a:pt x="123965" y="87461"/>
                  <a:pt x="126521" y="90014"/>
                  <a:pt x="126521" y="93845"/>
                </a:cubicBezTo>
                <a:lnTo>
                  <a:pt x="126521" y="252167"/>
                </a:lnTo>
                <a:lnTo>
                  <a:pt x="138022" y="240676"/>
                </a:lnTo>
                <a:cubicBezTo>
                  <a:pt x="140579" y="238123"/>
                  <a:pt x="144412" y="238123"/>
                  <a:pt x="146969" y="240676"/>
                </a:cubicBezTo>
                <a:cubicBezTo>
                  <a:pt x="149525" y="243230"/>
                  <a:pt x="149525" y="247060"/>
                  <a:pt x="146969" y="249614"/>
                </a:cubicBezTo>
                <a:close/>
                <a:moveTo>
                  <a:pt x="263904" y="273873"/>
                </a:moveTo>
                <a:lnTo>
                  <a:pt x="172528" y="273873"/>
                </a:lnTo>
                <a:cubicBezTo>
                  <a:pt x="168695" y="273873"/>
                  <a:pt x="166138" y="271319"/>
                  <a:pt x="166138" y="267489"/>
                </a:cubicBezTo>
                <a:cubicBezTo>
                  <a:pt x="166138" y="263659"/>
                  <a:pt x="168695" y="261105"/>
                  <a:pt x="172528" y="261105"/>
                </a:cubicBezTo>
                <a:lnTo>
                  <a:pt x="263904" y="261105"/>
                </a:lnTo>
                <a:cubicBezTo>
                  <a:pt x="267739" y="261105"/>
                  <a:pt x="270294" y="263659"/>
                  <a:pt x="270294" y="267489"/>
                </a:cubicBezTo>
                <a:cubicBezTo>
                  <a:pt x="270294" y="271319"/>
                  <a:pt x="267099" y="273873"/>
                  <a:pt x="263904" y="273873"/>
                </a:cubicBezTo>
                <a:close/>
              </a:path>
            </a:pathLst>
          </a:custGeom>
          <a:solidFill>
            <a:srgbClr val="007680"/>
          </a:solidFill>
          <a:ln w="6390" cap="flat">
            <a:noFill/>
            <a:prstDash val="solid"/>
            <a:miter/>
          </a:ln>
        </p:spPr>
        <p:txBody>
          <a:bodyPr rtlCol="0" anchor="ctr"/>
          <a:lstStyle/>
          <a:p>
            <a:endParaRPr lang="en-US"/>
          </a:p>
        </p:txBody>
      </p:sp>
      <p:sp>
        <p:nvSpPr>
          <p:cNvPr id="174" name="Rectangle: Rounded Corners 173">
            <a:extLst>
              <a:ext uri="{FF2B5EF4-FFF2-40B4-BE49-F238E27FC236}">
                <a16:creationId xmlns:a16="http://schemas.microsoft.com/office/drawing/2014/main" id="{079A7155-4645-9ED0-2C4E-77EC3DB098A2}"/>
              </a:ext>
            </a:extLst>
          </p:cNvPr>
          <p:cNvSpPr/>
          <p:nvPr/>
        </p:nvSpPr>
        <p:spPr bwMode="gray">
          <a:xfrm>
            <a:off x="1126626" y="5759580"/>
            <a:ext cx="10541000" cy="532374"/>
          </a:xfrm>
          <a:custGeom>
            <a:avLst/>
            <a:gdLst>
              <a:gd name="connsiteX0" fmla="*/ 0 w 10541000"/>
              <a:gd name="connsiteY0" fmla="*/ 0 h 532374"/>
              <a:gd name="connsiteX1" fmla="*/ 0 w 10541000"/>
              <a:gd name="connsiteY1" fmla="*/ 0 h 532374"/>
              <a:gd name="connsiteX2" fmla="*/ 447992 w 10541000"/>
              <a:gd name="connsiteY2" fmla="*/ 0 h 532374"/>
              <a:gd name="connsiteX3" fmla="*/ 1106805 w 10541000"/>
              <a:gd name="connsiteY3" fmla="*/ 0 h 532374"/>
              <a:gd name="connsiteX4" fmla="*/ 1976438 w 10541000"/>
              <a:gd name="connsiteY4" fmla="*/ 0 h 532374"/>
              <a:gd name="connsiteX5" fmla="*/ 2635250 w 10541000"/>
              <a:gd name="connsiteY5" fmla="*/ 0 h 532374"/>
              <a:gd name="connsiteX6" fmla="*/ 3083243 w 10541000"/>
              <a:gd name="connsiteY6" fmla="*/ 0 h 532374"/>
              <a:gd name="connsiteX7" fmla="*/ 3425825 w 10541000"/>
              <a:gd name="connsiteY7" fmla="*/ 0 h 532374"/>
              <a:gd name="connsiteX8" fmla="*/ 4295458 w 10541000"/>
              <a:gd name="connsiteY8" fmla="*/ 0 h 532374"/>
              <a:gd name="connsiteX9" fmla="*/ 5059680 w 10541000"/>
              <a:gd name="connsiteY9" fmla="*/ 0 h 532374"/>
              <a:gd name="connsiteX10" fmla="*/ 5507673 w 10541000"/>
              <a:gd name="connsiteY10" fmla="*/ 0 h 532374"/>
              <a:gd name="connsiteX11" fmla="*/ 5850255 w 10541000"/>
              <a:gd name="connsiteY11" fmla="*/ 0 h 532374"/>
              <a:gd name="connsiteX12" fmla="*/ 6719887 w 10541000"/>
              <a:gd name="connsiteY12" fmla="*/ 0 h 532374"/>
              <a:gd name="connsiteX13" fmla="*/ 7062470 w 10541000"/>
              <a:gd name="connsiteY13" fmla="*/ 0 h 532374"/>
              <a:gd name="connsiteX14" fmla="*/ 7510462 w 10541000"/>
              <a:gd name="connsiteY14" fmla="*/ 0 h 532374"/>
              <a:gd name="connsiteX15" fmla="*/ 8169275 w 10541000"/>
              <a:gd name="connsiteY15" fmla="*/ 0 h 532374"/>
              <a:gd name="connsiteX16" fmla="*/ 8617267 w 10541000"/>
              <a:gd name="connsiteY16" fmla="*/ 0 h 532374"/>
              <a:gd name="connsiteX17" fmla="*/ 8959850 w 10541000"/>
              <a:gd name="connsiteY17" fmla="*/ 0 h 532374"/>
              <a:gd name="connsiteX18" fmla="*/ 9513252 w 10541000"/>
              <a:gd name="connsiteY18" fmla="*/ 0 h 532374"/>
              <a:gd name="connsiteX19" fmla="*/ 10541000 w 10541000"/>
              <a:gd name="connsiteY19" fmla="*/ 0 h 532374"/>
              <a:gd name="connsiteX20" fmla="*/ 10541000 w 10541000"/>
              <a:gd name="connsiteY20" fmla="*/ 0 h 532374"/>
              <a:gd name="connsiteX21" fmla="*/ 10541000 w 10541000"/>
              <a:gd name="connsiteY21" fmla="*/ 532374 h 532374"/>
              <a:gd name="connsiteX22" fmla="*/ 10541000 w 10541000"/>
              <a:gd name="connsiteY22" fmla="*/ 532374 h 532374"/>
              <a:gd name="connsiteX23" fmla="*/ 9882188 w 10541000"/>
              <a:gd name="connsiteY23" fmla="*/ 532374 h 532374"/>
              <a:gd name="connsiteX24" fmla="*/ 9117965 w 10541000"/>
              <a:gd name="connsiteY24" fmla="*/ 532374 h 532374"/>
              <a:gd name="connsiteX25" fmla="*/ 8248333 w 10541000"/>
              <a:gd name="connsiteY25" fmla="*/ 532374 h 532374"/>
              <a:gd name="connsiteX26" fmla="*/ 7589520 w 10541000"/>
              <a:gd name="connsiteY26" fmla="*/ 532374 h 532374"/>
              <a:gd name="connsiteX27" fmla="*/ 6930708 w 10541000"/>
              <a:gd name="connsiteY27" fmla="*/ 532374 h 532374"/>
              <a:gd name="connsiteX28" fmla="*/ 6166485 w 10541000"/>
              <a:gd name="connsiteY28" fmla="*/ 532374 h 532374"/>
              <a:gd name="connsiteX29" fmla="*/ 5296852 w 10541000"/>
              <a:gd name="connsiteY29" fmla="*/ 532374 h 532374"/>
              <a:gd name="connsiteX30" fmla="*/ 4954270 w 10541000"/>
              <a:gd name="connsiteY30" fmla="*/ 532374 h 532374"/>
              <a:gd name="connsiteX31" fmla="*/ 4506278 w 10541000"/>
              <a:gd name="connsiteY31" fmla="*/ 532374 h 532374"/>
              <a:gd name="connsiteX32" fmla="*/ 4058285 w 10541000"/>
              <a:gd name="connsiteY32" fmla="*/ 532374 h 532374"/>
              <a:gd name="connsiteX33" fmla="*/ 3399473 w 10541000"/>
              <a:gd name="connsiteY33" fmla="*/ 532374 h 532374"/>
              <a:gd name="connsiteX34" fmla="*/ 2529840 w 10541000"/>
              <a:gd name="connsiteY34" fmla="*/ 532374 h 532374"/>
              <a:gd name="connsiteX35" fmla="*/ 1976438 w 10541000"/>
              <a:gd name="connsiteY35" fmla="*/ 532374 h 532374"/>
              <a:gd name="connsiteX36" fmla="*/ 1106805 w 10541000"/>
              <a:gd name="connsiteY36" fmla="*/ 532374 h 532374"/>
              <a:gd name="connsiteX37" fmla="*/ 0 w 10541000"/>
              <a:gd name="connsiteY37" fmla="*/ 532374 h 532374"/>
              <a:gd name="connsiteX38" fmla="*/ 0 w 10541000"/>
              <a:gd name="connsiteY38" fmla="*/ 532374 h 532374"/>
              <a:gd name="connsiteX39" fmla="*/ 0 w 10541000"/>
              <a:gd name="connsiteY39" fmla="*/ 0 h 532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0541000" h="532374" fill="none" extrusionOk="0">
                <a:moveTo>
                  <a:pt x="0" y="0"/>
                </a:moveTo>
                <a:lnTo>
                  <a:pt x="0" y="0"/>
                </a:lnTo>
                <a:cubicBezTo>
                  <a:pt x="194319" y="-4967"/>
                  <a:pt x="283541" y="13764"/>
                  <a:pt x="447992" y="0"/>
                </a:cubicBezTo>
                <a:cubicBezTo>
                  <a:pt x="612443" y="-13764"/>
                  <a:pt x="825254" y="20107"/>
                  <a:pt x="1106805" y="0"/>
                </a:cubicBezTo>
                <a:cubicBezTo>
                  <a:pt x="1388356" y="-20107"/>
                  <a:pt x="1674313" y="-8339"/>
                  <a:pt x="1976438" y="0"/>
                </a:cubicBezTo>
                <a:cubicBezTo>
                  <a:pt x="2278563" y="8339"/>
                  <a:pt x="2312873" y="28633"/>
                  <a:pt x="2635250" y="0"/>
                </a:cubicBezTo>
                <a:cubicBezTo>
                  <a:pt x="2957627" y="-28633"/>
                  <a:pt x="2974742" y="-18639"/>
                  <a:pt x="3083243" y="0"/>
                </a:cubicBezTo>
                <a:cubicBezTo>
                  <a:pt x="3191744" y="18639"/>
                  <a:pt x="3340680" y="5804"/>
                  <a:pt x="3425825" y="0"/>
                </a:cubicBezTo>
                <a:cubicBezTo>
                  <a:pt x="3510970" y="-5804"/>
                  <a:pt x="4067314" y="-20354"/>
                  <a:pt x="4295458" y="0"/>
                </a:cubicBezTo>
                <a:cubicBezTo>
                  <a:pt x="4523602" y="20354"/>
                  <a:pt x="4900525" y="-16486"/>
                  <a:pt x="5059680" y="0"/>
                </a:cubicBezTo>
                <a:cubicBezTo>
                  <a:pt x="5218835" y="16486"/>
                  <a:pt x="5335646" y="16699"/>
                  <a:pt x="5507673" y="0"/>
                </a:cubicBezTo>
                <a:cubicBezTo>
                  <a:pt x="5679700" y="-16699"/>
                  <a:pt x="5701071" y="-11839"/>
                  <a:pt x="5850255" y="0"/>
                </a:cubicBezTo>
                <a:cubicBezTo>
                  <a:pt x="5999439" y="11839"/>
                  <a:pt x="6441032" y="-39955"/>
                  <a:pt x="6719887" y="0"/>
                </a:cubicBezTo>
                <a:cubicBezTo>
                  <a:pt x="6998742" y="39955"/>
                  <a:pt x="6919838" y="11136"/>
                  <a:pt x="7062470" y="0"/>
                </a:cubicBezTo>
                <a:cubicBezTo>
                  <a:pt x="7205102" y="-11136"/>
                  <a:pt x="7297278" y="14713"/>
                  <a:pt x="7510462" y="0"/>
                </a:cubicBezTo>
                <a:cubicBezTo>
                  <a:pt x="7723646" y="-14713"/>
                  <a:pt x="7954446" y="-18423"/>
                  <a:pt x="8169275" y="0"/>
                </a:cubicBezTo>
                <a:cubicBezTo>
                  <a:pt x="8384104" y="18423"/>
                  <a:pt x="8444439" y="6963"/>
                  <a:pt x="8617267" y="0"/>
                </a:cubicBezTo>
                <a:cubicBezTo>
                  <a:pt x="8790095" y="-6963"/>
                  <a:pt x="8878610" y="-12025"/>
                  <a:pt x="8959850" y="0"/>
                </a:cubicBezTo>
                <a:cubicBezTo>
                  <a:pt x="9041090" y="12025"/>
                  <a:pt x="9320078" y="-9602"/>
                  <a:pt x="9513252" y="0"/>
                </a:cubicBezTo>
                <a:cubicBezTo>
                  <a:pt x="9706426" y="9602"/>
                  <a:pt x="10175880" y="-31628"/>
                  <a:pt x="10541000" y="0"/>
                </a:cubicBezTo>
                <a:lnTo>
                  <a:pt x="10541000" y="0"/>
                </a:lnTo>
                <a:cubicBezTo>
                  <a:pt x="10556366" y="189496"/>
                  <a:pt x="10563419" y="292495"/>
                  <a:pt x="10541000" y="532374"/>
                </a:cubicBezTo>
                <a:lnTo>
                  <a:pt x="10541000" y="532374"/>
                </a:lnTo>
                <a:cubicBezTo>
                  <a:pt x="10369073" y="550256"/>
                  <a:pt x="10112232" y="545589"/>
                  <a:pt x="9882188" y="532374"/>
                </a:cubicBezTo>
                <a:cubicBezTo>
                  <a:pt x="9652144" y="519159"/>
                  <a:pt x="9395361" y="535138"/>
                  <a:pt x="9117965" y="532374"/>
                </a:cubicBezTo>
                <a:cubicBezTo>
                  <a:pt x="8840569" y="529610"/>
                  <a:pt x="8509707" y="514657"/>
                  <a:pt x="8248333" y="532374"/>
                </a:cubicBezTo>
                <a:cubicBezTo>
                  <a:pt x="7986959" y="550091"/>
                  <a:pt x="7809438" y="552745"/>
                  <a:pt x="7589520" y="532374"/>
                </a:cubicBezTo>
                <a:cubicBezTo>
                  <a:pt x="7369602" y="512003"/>
                  <a:pt x="7180302" y="514043"/>
                  <a:pt x="6930708" y="532374"/>
                </a:cubicBezTo>
                <a:cubicBezTo>
                  <a:pt x="6681114" y="550705"/>
                  <a:pt x="6518171" y="547193"/>
                  <a:pt x="6166485" y="532374"/>
                </a:cubicBezTo>
                <a:cubicBezTo>
                  <a:pt x="5814799" y="517555"/>
                  <a:pt x="5527665" y="545386"/>
                  <a:pt x="5296852" y="532374"/>
                </a:cubicBezTo>
                <a:cubicBezTo>
                  <a:pt x="5066039" y="519362"/>
                  <a:pt x="5096683" y="544910"/>
                  <a:pt x="4954270" y="532374"/>
                </a:cubicBezTo>
                <a:cubicBezTo>
                  <a:pt x="4811857" y="519838"/>
                  <a:pt x="4696848" y="546255"/>
                  <a:pt x="4506278" y="532374"/>
                </a:cubicBezTo>
                <a:cubicBezTo>
                  <a:pt x="4315708" y="518493"/>
                  <a:pt x="4226590" y="523755"/>
                  <a:pt x="4058285" y="532374"/>
                </a:cubicBezTo>
                <a:cubicBezTo>
                  <a:pt x="3889980" y="540993"/>
                  <a:pt x="3663756" y="544258"/>
                  <a:pt x="3399473" y="532374"/>
                </a:cubicBezTo>
                <a:cubicBezTo>
                  <a:pt x="3135190" y="520490"/>
                  <a:pt x="2942725" y="545038"/>
                  <a:pt x="2529840" y="532374"/>
                </a:cubicBezTo>
                <a:cubicBezTo>
                  <a:pt x="2116955" y="519710"/>
                  <a:pt x="2210784" y="521962"/>
                  <a:pt x="1976438" y="532374"/>
                </a:cubicBezTo>
                <a:cubicBezTo>
                  <a:pt x="1742092" y="542786"/>
                  <a:pt x="1388731" y="572537"/>
                  <a:pt x="1106805" y="532374"/>
                </a:cubicBezTo>
                <a:cubicBezTo>
                  <a:pt x="824879" y="492211"/>
                  <a:pt x="336924" y="544383"/>
                  <a:pt x="0" y="532374"/>
                </a:cubicBezTo>
                <a:lnTo>
                  <a:pt x="0" y="532374"/>
                </a:lnTo>
                <a:cubicBezTo>
                  <a:pt x="1969" y="399321"/>
                  <a:pt x="-19599" y="240036"/>
                  <a:pt x="0" y="0"/>
                </a:cubicBezTo>
                <a:close/>
              </a:path>
              <a:path w="10541000" h="532374" stroke="0" extrusionOk="0">
                <a:moveTo>
                  <a:pt x="0" y="0"/>
                </a:moveTo>
                <a:lnTo>
                  <a:pt x="0" y="0"/>
                </a:lnTo>
                <a:cubicBezTo>
                  <a:pt x="153090" y="-20571"/>
                  <a:pt x="476123" y="18211"/>
                  <a:pt x="658813" y="0"/>
                </a:cubicBezTo>
                <a:cubicBezTo>
                  <a:pt x="841503" y="-18211"/>
                  <a:pt x="1255592" y="1639"/>
                  <a:pt x="1423035" y="0"/>
                </a:cubicBezTo>
                <a:cubicBezTo>
                  <a:pt x="1590478" y="-1639"/>
                  <a:pt x="2111546" y="37678"/>
                  <a:pt x="2292668" y="0"/>
                </a:cubicBezTo>
                <a:cubicBezTo>
                  <a:pt x="2473790" y="-37678"/>
                  <a:pt x="2474774" y="8129"/>
                  <a:pt x="2635250" y="0"/>
                </a:cubicBezTo>
                <a:cubicBezTo>
                  <a:pt x="2795726" y="-8129"/>
                  <a:pt x="2860321" y="-21568"/>
                  <a:pt x="3083243" y="0"/>
                </a:cubicBezTo>
                <a:cubicBezTo>
                  <a:pt x="3306165" y="21568"/>
                  <a:pt x="3273547" y="-16410"/>
                  <a:pt x="3425825" y="0"/>
                </a:cubicBezTo>
                <a:cubicBezTo>
                  <a:pt x="3578103" y="16410"/>
                  <a:pt x="3627850" y="-16288"/>
                  <a:pt x="3768407" y="0"/>
                </a:cubicBezTo>
                <a:cubicBezTo>
                  <a:pt x="3908964" y="16288"/>
                  <a:pt x="4234909" y="13910"/>
                  <a:pt x="4427220" y="0"/>
                </a:cubicBezTo>
                <a:cubicBezTo>
                  <a:pt x="4619531" y="-13910"/>
                  <a:pt x="5065140" y="3032"/>
                  <a:pt x="5296852" y="0"/>
                </a:cubicBezTo>
                <a:cubicBezTo>
                  <a:pt x="5528564" y="-3032"/>
                  <a:pt x="5663872" y="13750"/>
                  <a:pt x="5850255" y="0"/>
                </a:cubicBezTo>
                <a:cubicBezTo>
                  <a:pt x="6036638" y="-13750"/>
                  <a:pt x="6244425" y="5973"/>
                  <a:pt x="6614477" y="0"/>
                </a:cubicBezTo>
                <a:cubicBezTo>
                  <a:pt x="6984529" y="-5973"/>
                  <a:pt x="6942201" y="24042"/>
                  <a:pt x="7167880" y="0"/>
                </a:cubicBezTo>
                <a:cubicBezTo>
                  <a:pt x="7393559" y="-24042"/>
                  <a:pt x="7537407" y="-17141"/>
                  <a:pt x="7826692" y="0"/>
                </a:cubicBezTo>
                <a:cubicBezTo>
                  <a:pt x="8115977" y="17141"/>
                  <a:pt x="8125672" y="865"/>
                  <a:pt x="8274685" y="0"/>
                </a:cubicBezTo>
                <a:cubicBezTo>
                  <a:pt x="8423698" y="-865"/>
                  <a:pt x="8844953" y="-18031"/>
                  <a:pt x="9038908" y="0"/>
                </a:cubicBezTo>
                <a:cubicBezTo>
                  <a:pt x="9232863" y="18031"/>
                  <a:pt x="9477550" y="-22012"/>
                  <a:pt x="9592310" y="0"/>
                </a:cubicBezTo>
                <a:cubicBezTo>
                  <a:pt x="9707070" y="22012"/>
                  <a:pt x="10101761" y="10716"/>
                  <a:pt x="10541000" y="0"/>
                </a:cubicBezTo>
                <a:lnTo>
                  <a:pt x="10541000" y="0"/>
                </a:lnTo>
                <a:cubicBezTo>
                  <a:pt x="10565173" y="194215"/>
                  <a:pt x="10561208" y="295958"/>
                  <a:pt x="10541000" y="532374"/>
                </a:cubicBezTo>
                <a:lnTo>
                  <a:pt x="10541000" y="532374"/>
                </a:lnTo>
                <a:cubicBezTo>
                  <a:pt x="10423692" y="545097"/>
                  <a:pt x="10292474" y="515466"/>
                  <a:pt x="10198418" y="532374"/>
                </a:cubicBezTo>
                <a:cubicBezTo>
                  <a:pt x="10104362" y="549282"/>
                  <a:pt x="9676761" y="543910"/>
                  <a:pt x="9434195" y="532374"/>
                </a:cubicBezTo>
                <a:cubicBezTo>
                  <a:pt x="9191629" y="520838"/>
                  <a:pt x="9246603" y="535860"/>
                  <a:pt x="9091613" y="532374"/>
                </a:cubicBezTo>
                <a:cubicBezTo>
                  <a:pt x="8936623" y="528888"/>
                  <a:pt x="8799525" y="523451"/>
                  <a:pt x="8643620" y="532374"/>
                </a:cubicBezTo>
                <a:cubicBezTo>
                  <a:pt x="8487715" y="541297"/>
                  <a:pt x="8165670" y="538555"/>
                  <a:pt x="7773988" y="532374"/>
                </a:cubicBezTo>
                <a:cubicBezTo>
                  <a:pt x="7382306" y="526193"/>
                  <a:pt x="7353697" y="534170"/>
                  <a:pt x="7009765" y="532374"/>
                </a:cubicBezTo>
                <a:cubicBezTo>
                  <a:pt x="6665833" y="530578"/>
                  <a:pt x="6764487" y="545992"/>
                  <a:pt x="6667182" y="532374"/>
                </a:cubicBezTo>
                <a:cubicBezTo>
                  <a:pt x="6569877" y="518756"/>
                  <a:pt x="6211094" y="537548"/>
                  <a:pt x="6008370" y="532374"/>
                </a:cubicBezTo>
                <a:cubicBezTo>
                  <a:pt x="5805646" y="527200"/>
                  <a:pt x="5557621" y="563520"/>
                  <a:pt x="5244147" y="532374"/>
                </a:cubicBezTo>
                <a:cubicBezTo>
                  <a:pt x="4930673" y="501228"/>
                  <a:pt x="4566774" y="555116"/>
                  <a:pt x="4374515" y="532374"/>
                </a:cubicBezTo>
                <a:cubicBezTo>
                  <a:pt x="4182256" y="509632"/>
                  <a:pt x="4179925" y="524077"/>
                  <a:pt x="4031932" y="532374"/>
                </a:cubicBezTo>
                <a:cubicBezTo>
                  <a:pt x="3883939" y="540671"/>
                  <a:pt x="3473737" y="528314"/>
                  <a:pt x="3162300" y="532374"/>
                </a:cubicBezTo>
                <a:cubicBezTo>
                  <a:pt x="2850863" y="536434"/>
                  <a:pt x="2721779" y="532098"/>
                  <a:pt x="2398077" y="532374"/>
                </a:cubicBezTo>
                <a:cubicBezTo>
                  <a:pt x="2074375" y="532650"/>
                  <a:pt x="2121587" y="532054"/>
                  <a:pt x="1950085" y="532374"/>
                </a:cubicBezTo>
                <a:cubicBezTo>
                  <a:pt x="1778583" y="532694"/>
                  <a:pt x="1641918" y="523640"/>
                  <a:pt x="1502092" y="532374"/>
                </a:cubicBezTo>
                <a:cubicBezTo>
                  <a:pt x="1362266" y="541108"/>
                  <a:pt x="1027848" y="501048"/>
                  <a:pt x="737870" y="532374"/>
                </a:cubicBezTo>
                <a:cubicBezTo>
                  <a:pt x="447892" y="563700"/>
                  <a:pt x="315649" y="545848"/>
                  <a:pt x="0" y="532374"/>
                </a:cubicBezTo>
                <a:lnTo>
                  <a:pt x="0" y="532374"/>
                </a:lnTo>
                <a:cubicBezTo>
                  <a:pt x="-13076" y="370722"/>
                  <a:pt x="-4637" y="168094"/>
                  <a:pt x="0" y="0"/>
                </a:cubicBezTo>
                <a:close/>
              </a:path>
            </a:pathLst>
          </a:custGeom>
          <a:solidFill>
            <a:schemeClr val="accent1">
              <a:lumMod val="20000"/>
              <a:lumOff val="80000"/>
            </a:schemeClr>
          </a:solidFill>
          <a:ln w="19050" algn="ctr">
            <a:solidFill>
              <a:schemeClr val="accent3"/>
            </a:solidFill>
            <a:prstDash val="solid"/>
            <a:miter lim="800000"/>
            <a:headEnd/>
            <a:tailEnd/>
            <a:extLst>
              <a:ext uri="{C807C97D-BFC1-408E-A445-0C87EB9F89A2}">
                <ask:lineSketchStyleProps xmlns:ask="http://schemas.microsoft.com/office/drawing/2018/sketchyshapes" sd="2287336146">
                  <a:prstGeom prst="roundRect">
                    <a:avLst>
                      <a:gd name="adj" fmla="val 0"/>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a:solidFill>
                  <a:srgbClr val="26890D"/>
                </a:solidFill>
                <a:latin typeface="Verdana" panose="020B0604030504040204" pitchFamily="34" charset="0"/>
                <a:ea typeface="Verdana" panose="020B0604030504040204" pitchFamily="34" charset="0"/>
              </a:rPr>
              <a:t>FRP serves as the foundation for Asset Monetization, Resource Mobilization and Cost Optimization at DVC</a:t>
            </a:r>
          </a:p>
        </p:txBody>
      </p:sp>
      <p:grpSp>
        <p:nvGrpSpPr>
          <p:cNvPr id="175" name="Graphic 4">
            <a:extLst>
              <a:ext uri="{FF2B5EF4-FFF2-40B4-BE49-F238E27FC236}">
                <a16:creationId xmlns:a16="http://schemas.microsoft.com/office/drawing/2014/main" id="{F6D9F931-D36D-5AB8-E9C0-D894DBB06286}"/>
              </a:ext>
            </a:extLst>
          </p:cNvPr>
          <p:cNvGrpSpPr/>
          <p:nvPr/>
        </p:nvGrpSpPr>
        <p:grpSpPr>
          <a:xfrm>
            <a:off x="1176533" y="5826483"/>
            <a:ext cx="365760" cy="365760"/>
            <a:chOff x="6147119" y="4792617"/>
            <a:chExt cx="361670" cy="361333"/>
          </a:xfrm>
          <a:solidFill>
            <a:schemeClr val="accent4"/>
          </a:solidFill>
        </p:grpSpPr>
        <p:sp>
          <p:nvSpPr>
            <p:cNvPr id="176" name="Graphic 4">
              <a:extLst>
                <a:ext uri="{FF2B5EF4-FFF2-40B4-BE49-F238E27FC236}">
                  <a16:creationId xmlns:a16="http://schemas.microsoft.com/office/drawing/2014/main" id="{C82771C2-5DB4-9431-1044-5E3BA6762D04}"/>
                </a:ext>
              </a:extLst>
            </p:cNvPr>
            <p:cNvSpPr/>
            <p:nvPr/>
          </p:nvSpPr>
          <p:spPr>
            <a:xfrm>
              <a:off x="6147119" y="4792617"/>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79557 w 361670"/>
                <a:gd name="connsiteY5" fmla="*/ 259828 h 361333"/>
                <a:gd name="connsiteX6" fmla="*/ 175723 w 361670"/>
                <a:gd name="connsiteY6" fmla="*/ 265574 h 361333"/>
                <a:gd name="connsiteX7" fmla="*/ 173167 w 361670"/>
                <a:gd name="connsiteY7" fmla="*/ 266212 h 361333"/>
                <a:gd name="connsiteX8" fmla="*/ 168695 w 361670"/>
                <a:gd name="connsiteY8" fmla="*/ 264935 h 361333"/>
                <a:gd name="connsiteX9" fmla="*/ 113102 w 361670"/>
                <a:gd name="connsiteY9" fmla="*/ 216417 h 361333"/>
                <a:gd name="connsiteX10" fmla="*/ 79874 w 361670"/>
                <a:gd name="connsiteY10" fmla="*/ 216417 h 361333"/>
                <a:gd name="connsiteX11" fmla="*/ 73484 w 361670"/>
                <a:gd name="connsiteY11" fmla="*/ 210033 h 361333"/>
                <a:gd name="connsiteX12" fmla="*/ 73484 w 361670"/>
                <a:gd name="connsiteY12" fmla="*/ 152577 h 361333"/>
                <a:gd name="connsiteX13" fmla="*/ 79874 w 361670"/>
                <a:gd name="connsiteY13" fmla="*/ 146193 h 361333"/>
                <a:gd name="connsiteX14" fmla="*/ 113102 w 361670"/>
                <a:gd name="connsiteY14" fmla="*/ 146193 h 361333"/>
                <a:gd name="connsiteX15" fmla="*/ 168695 w 361670"/>
                <a:gd name="connsiteY15" fmla="*/ 97675 h 361333"/>
                <a:gd name="connsiteX16" fmla="*/ 175723 w 361670"/>
                <a:gd name="connsiteY16" fmla="*/ 96398 h 361333"/>
                <a:gd name="connsiteX17" fmla="*/ 179557 w 361670"/>
                <a:gd name="connsiteY17" fmla="*/ 102144 h 361333"/>
                <a:gd name="connsiteX18" fmla="*/ 179557 w 361670"/>
                <a:gd name="connsiteY18" fmla="*/ 259828 h 361333"/>
                <a:gd name="connsiteX19" fmla="*/ 179557 w 361670"/>
                <a:gd name="connsiteY19" fmla="*/ 259828 h 361333"/>
                <a:gd name="connsiteX20" fmla="*/ 208312 w 361670"/>
                <a:gd name="connsiteY20" fmla="*/ 199819 h 361333"/>
                <a:gd name="connsiteX21" fmla="*/ 203839 w 361670"/>
                <a:gd name="connsiteY21" fmla="*/ 201734 h 361333"/>
                <a:gd name="connsiteX22" fmla="*/ 199366 w 361670"/>
                <a:gd name="connsiteY22" fmla="*/ 199819 h 361333"/>
                <a:gd name="connsiteX23" fmla="*/ 198727 w 361670"/>
                <a:gd name="connsiteY23" fmla="*/ 190881 h 361333"/>
                <a:gd name="connsiteX24" fmla="*/ 202561 w 361670"/>
                <a:gd name="connsiteY24" fmla="*/ 180667 h 361333"/>
                <a:gd name="connsiteX25" fmla="*/ 198727 w 361670"/>
                <a:gd name="connsiteY25" fmla="*/ 170452 h 361333"/>
                <a:gd name="connsiteX26" fmla="*/ 199366 w 361670"/>
                <a:gd name="connsiteY26" fmla="*/ 161515 h 361333"/>
                <a:gd name="connsiteX27" fmla="*/ 208312 w 361670"/>
                <a:gd name="connsiteY27" fmla="*/ 162153 h 361333"/>
                <a:gd name="connsiteX28" fmla="*/ 215341 w 361670"/>
                <a:gd name="connsiteY28" fmla="*/ 180667 h 361333"/>
                <a:gd name="connsiteX29" fmla="*/ 208312 w 361670"/>
                <a:gd name="connsiteY29" fmla="*/ 199819 h 361333"/>
                <a:gd name="connsiteX30" fmla="*/ 230038 w 361670"/>
                <a:gd name="connsiteY30" fmla="*/ 229185 h 361333"/>
                <a:gd name="connsiteX31" fmla="*/ 225565 w 361670"/>
                <a:gd name="connsiteY31" fmla="*/ 230462 h 361333"/>
                <a:gd name="connsiteX32" fmla="*/ 220453 w 361670"/>
                <a:gd name="connsiteY32" fmla="*/ 228547 h 361333"/>
                <a:gd name="connsiteX33" fmla="*/ 221092 w 361670"/>
                <a:gd name="connsiteY33" fmla="*/ 219609 h 361333"/>
                <a:gd name="connsiteX34" fmla="*/ 238345 w 361670"/>
                <a:gd name="connsiteY34" fmla="*/ 181305 h 361333"/>
                <a:gd name="connsiteX35" fmla="*/ 221092 w 361670"/>
                <a:gd name="connsiteY35" fmla="*/ 143001 h 361333"/>
                <a:gd name="connsiteX36" fmla="*/ 220453 w 361670"/>
                <a:gd name="connsiteY36" fmla="*/ 134064 h 361333"/>
                <a:gd name="connsiteX37" fmla="*/ 229399 w 361670"/>
                <a:gd name="connsiteY37" fmla="*/ 133425 h 361333"/>
                <a:gd name="connsiteX38" fmla="*/ 251124 w 361670"/>
                <a:gd name="connsiteY38" fmla="*/ 181305 h 361333"/>
                <a:gd name="connsiteX39" fmla="*/ 230038 w 361670"/>
                <a:gd name="connsiteY39" fmla="*/ 229185 h 361333"/>
                <a:gd name="connsiteX40" fmla="*/ 251124 w 361670"/>
                <a:gd name="connsiteY40" fmla="*/ 257913 h 361333"/>
                <a:gd name="connsiteX41" fmla="*/ 247291 w 361670"/>
                <a:gd name="connsiteY41" fmla="*/ 259190 h 361333"/>
                <a:gd name="connsiteX42" fmla="*/ 242179 w 361670"/>
                <a:gd name="connsiteY42" fmla="*/ 256636 h 361333"/>
                <a:gd name="connsiteX43" fmla="*/ 242818 w 361670"/>
                <a:gd name="connsiteY43" fmla="*/ 247699 h 361333"/>
                <a:gd name="connsiteX44" fmla="*/ 274128 w 361670"/>
                <a:gd name="connsiteY44" fmla="*/ 180667 h 361333"/>
                <a:gd name="connsiteX45" fmla="*/ 242818 w 361670"/>
                <a:gd name="connsiteY45" fmla="*/ 113635 h 361333"/>
                <a:gd name="connsiteX46" fmla="*/ 242179 w 361670"/>
                <a:gd name="connsiteY46" fmla="*/ 104697 h 361333"/>
                <a:gd name="connsiteX47" fmla="*/ 251124 w 361670"/>
                <a:gd name="connsiteY47" fmla="*/ 104059 h 361333"/>
                <a:gd name="connsiteX48" fmla="*/ 286908 w 361670"/>
                <a:gd name="connsiteY48" fmla="*/ 180667 h 361333"/>
                <a:gd name="connsiteX49" fmla="*/ 251124 w 361670"/>
                <a:gd name="connsiteY49" fmla="*/ 25791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1670" h="361333">
                  <a:moveTo>
                    <a:pt x="180835" y="0"/>
                  </a:moveTo>
                  <a:cubicBezTo>
                    <a:pt x="80513" y="0"/>
                    <a:pt x="0" y="81077"/>
                    <a:pt x="0" y="180667"/>
                  </a:cubicBezTo>
                  <a:cubicBezTo>
                    <a:pt x="0" y="280895"/>
                    <a:pt x="81152" y="361334"/>
                    <a:pt x="180835" y="361334"/>
                  </a:cubicBezTo>
                  <a:cubicBezTo>
                    <a:pt x="280518" y="361334"/>
                    <a:pt x="361670" y="280257"/>
                    <a:pt x="361670" y="180667"/>
                  </a:cubicBezTo>
                  <a:cubicBezTo>
                    <a:pt x="361670" y="81077"/>
                    <a:pt x="280518" y="0"/>
                    <a:pt x="180835" y="0"/>
                  </a:cubicBezTo>
                  <a:close/>
                  <a:moveTo>
                    <a:pt x="179557" y="259828"/>
                  </a:moveTo>
                  <a:cubicBezTo>
                    <a:pt x="179557" y="262382"/>
                    <a:pt x="178279" y="264297"/>
                    <a:pt x="175723" y="265574"/>
                  </a:cubicBezTo>
                  <a:cubicBezTo>
                    <a:pt x="175084" y="266212"/>
                    <a:pt x="173806" y="266212"/>
                    <a:pt x="173167" y="266212"/>
                  </a:cubicBezTo>
                  <a:cubicBezTo>
                    <a:pt x="171889" y="266212"/>
                    <a:pt x="169972" y="265574"/>
                    <a:pt x="168695" y="264935"/>
                  </a:cubicBezTo>
                  <a:lnTo>
                    <a:pt x="113102" y="216417"/>
                  </a:lnTo>
                  <a:lnTo>
                    <a:pt x="79874" y="216417"/>
                  </a:lnTo>
                  <a:cubicBezTo>
                    <a:pt x="76040" y="216417"/>
                    <a:pt x="73484" y="213863"/>
                    <a:pt x="73484" y="210033"/>
                  </a:cubicBezTo>
                  <a:lnTo>
                    <a:pt x="73484" y="152577"/>
                  </a:lnTo>
                  <a:cubicBezTo>
                    <a:pt x="73484" y="148747"/>
                    <a:pt x="76040" y="146193"/>
                    <a:pt x="79874" y="146193"/>
                  </a:cubicBezTo>
                  <a:lnTo>
                    <a:pt x="113102" y="146193"/>
                  </a:lnTo>
                  <a:lnTo>
                    <a:pt x="168695" y="97675"/>
                  </a:lnTo>
                  <a:cubicBezTo>
                    <a:pt x="170611" y="95760"/>
                    <a:pt x="173167" y="95760"/>
                    <a:pt x="175723" y="96398"/>
                  </a:cubicBezTo>
                  <a:cubicBezTo>
                    <a:pt x="178279" y="97675"/>
                    <a:pt x="179557" y="99590"/>
                    <a:pt x="179557" y="102144"/>
                  </a:cubicBezTo>
                  <a:lnTo>
                    <a:pt x="179557" y="259828"/>
                  </a:lnTo>
                  <a:lnTo>
                    <a:pt x="179557" y="259828"/>
                  </a:lnTo>
                  <a:close/>
                  <a:moveTo>
                    <a:pt x="208312" y="199819"/>
                  </a:moveTo>
                  <a:cubicBezTo>
                    <a:pt x="207034" y="201095"/>
                    <a:pt x="205117" y="201734"/>
                    <a:pt x="203839" y="201734"/>
                  </a:cubicBezTo>
                  <a:cubicBezTo>
                    <a:pt x="202561" y="201734"/>
                    <a:pt x="200644" y="201095"/>
                    <a:pt x="199366" y="199819"/>
                  </a:cubicBezTo>
                  <a:cubicBezTo>
                    <a:pt x="196810" y="197265"/>
                    <a:pt x="196810" y="193435"/>
                    <a:pt x="198727" y="190881"/>
                  </a:cubicBezTo>
                  <a:cubicBezTo>
                    <a:pt x="201283" y="188327"/>
                    <a:pt x="202561" y="184497"/>
                    <a:pt x="202561" y="180667"/>
                  </a:cubicBezTo>
                  <a:cubicBezTo>
                    <a:pt x="202561" y="176836"/>
                    <a:pt x="201283" y="173644"/>
                    <a:pt x="198727" y="170452"/>
                  </a:cubicBezTo>
                  <a:cubicBezTo>
                    <a:pt x="196171" y="167899"/>
                    <a:pt x="196810" y="164068"/>
                    <a:pt x="199366" y="161515"/>
                  </a:cubicBezTo>
                  <a:cubicBezTo>
                    <a:pt x="201922" y="158961"/>
                    <a:pt x="205756" y="159600"/>
                    <a:pt x="208312" y="162153"/>
                  </a:cubicBezTo>
                  <a:cubicBezTo>
                    <a:pt x="212785" y="167260"/>
                    <a:pt x="215341" y="173644"/>
                    <a:pt x="215341" y="180667"/>
                  </a:cubicBezTo>
                  <a:cubicBezTo>
                    <a:pt x="215341" y="188327"/>
                    <a:pt x="212785" y="194711"/>
                    <a:pt x="208312" y="199819"/>
                  </a:cubicBezTo>
                  <a:close/>
                  <a:moveTo>
                    <a:pt x="230038" y="229185"/>
                  </a:moveTo>
                  <a:cubicBezTo>
                    <a:pt x="228760" y="230462"/>
                    <a:pt x="227482" y="230462"/>
                    <a:pt x="225565" y="230462"/>
                  </a:cubicBezTo>
                  <a:cubicBezTo>
                    <a:pt x="223648" y="230462"/>
                    <a:pt x="221731" y="229823"/>
                    <a:pt x="220453" y="228547"/>
                  </a:cubicBezTo>
                  <a:cubicBezTo>
                    <a:pt x="217897" y="225993"/>
                    <a:pt x="218536" y="222163"/>
                    <a:pt x="221092" y="219609"/>
                  </a:cubicBezTo>
                  <a:cubicBezTo>
                    <a:pt x="231955" y="210033"/>
                    <a:pt x="238345" y="195988"/>
                    <a:pt x="238345" y="181305"/>
                  </a:cubicBezTo>
                  <a:cubicBezTo>
                    <a:pt x="238345" y="166622"/>
                    <a:pt x="231955" y="152577"/>
                    <a:pt x="221092" y="143001"/>
                  </a:cubicBezTo>
                  <a:cubicBezTo>
                    <a:pt x="218536" y="140448"/>
                    <a:pt x="217897" y="136617"/>
                    <a:pt x="220453" y="134064"/>
                  </a:cubicBezTo>
                  <a:cubicBezTo>
                    <a:pt x="223009" y="131510"/>
                    <a:pt x="226843" y="130872"/>
                    <a:pt x="229399" y="133425"/>
                  </a:cubicBezTo>
                  <a:cubicBezTo>
                    <a:pt x="242818" y="145555"/>
                    <a:pt x="251124" y="162792"/>
                    <a:pt x="251124" y="181305"/>
                  </a:cubicBezTo>
                  <a:cubicBezTo>
                    <a:pt x="251764" y="199819"/>
                    <a:pt x="243456" y="217055"/>
                    <a:pt x="230038" y="229185"/>
                  </a:cubicBezTo>
                  <a:close/>
                  <a:moveTo>
                    <a:pt x="251124" y="257913"/>
                  </a:moveTo>
                  <a:cubicBezTo>
                    <a:pt x="249846" y="259190"/>
                    <a:pt x="248569" y="259190"/>
                    <a:pt x="247291" y="259190"/>
                  </a:cubicBezTo>
                  <a:cubicBezTo>
                    <a:pt x="245374" y="259190"/>
                    <a:pt x="243456" y="258551"/>
                    <a:pt x="242179" y="256636"/>
                  </a:cubicBezTo>
                  <a:cubicBezTo>
                    <a:pt x="239623" y="254083"/>
                    <a:pt x="240261" y="249614"/>
                    <a:pt x="242818" y="247699"/>
                  </a:cubicBezTo>
                  <a:cubicBezTo>
                    <a:pt x="262626" y="231100"/>
                    <a:pt x="274128" y="206841"/>
                    <a:pt x="274128" y="180667"/>
                  </a:cubicBezTo>
                  <a:cubicBezTo>
                    <a:pt x="274128" y="154492"/>
                    <a:pt x="262626" y="130233"/>
                    <a:pt x="242818" y="113635"/>
                  </a:cubicBezTo>
                  <a:cubicBezTo>
                    <a:pt x="240261" y="111081"/>
                    <a:pt x="239623" y="107251"/>
                    <a:pt x="242179" y="104697"/>
                  </a:cubicBezTo>
                  <a:cubicBezTo>
                    <a:pt x="244735" y="102144"/>
                    <a:pt x="248569" y="101505"/>
                    <a:pt x="251124" y="104059"/>
                  </a:cubicBezTo>
                  <a:cubicBezTo>
                    <a:pt x="274128" y="123211"/>
                    <a:pt x="286908" y="150662"/>
                    <a:pt x="286908" y="180667"/>
                  </a:cubicBezTo>
                  <a:cubicBezTo>
                    <a:pt x="287547" y="210671"/>
                    <a:pt x="274128" y="238761"/>
                    <a:pt x="251124" y="257913"/>
                  </a:cubicBezTo>
                  <a:close/>
                </a:path>
              </a:pathLst>
            </a:custGeom>
            <a:grpFill/>
            <a:ln w="6390" cap="flat">
              <a:noFill/>
              <a:prstDash val="solid"/>
              <a:miter/>
            </a:ln>
          </p:spPr>
          <p:txBody>
            <a:bodyPr rtlCol="0" anchor="ctr"/>
            <a:lstStyle/>
            <a:p>
              <a:endParaRPr lang="en-US"/>
            </a:p>
          </p:txBody>
        </p:sp>
        <p:sp>
          <p:nvSpPr>
            <p:cNvPr id="184" name="Graphic 4">
              <a:extLst>
                <a:ext uri="{FF2B5EF4-FFF2-40B4-BE49-F238E27FC236}">
                  <a16:creationId xmlns:a16="http://schemas.microsoft.com/office/drawing/2014/main" id="{92D544A3-6A3C-57D8-F882-8691D5873D97}"/>
                </a:ext>
              </a:extLst>
            </p:cNvPr>
            <p:cNvSpPr/>
            <p:nvPr/>
          </p:nvSpPr>
          <p:spPr>
            <a:xfrm>
              <a:off x="6233383" y="4908806"/>
              <a:ext cx="80513" cy="129594"/>
            </a:xfrm>
            <a:custGeom>
              <a:avLst/>
              <a:gdLst>
                <a:gd name="connsiteX0" fmla="*/ 29394 w 80513"/>
                <a:gd name="connsiteY0" fmla="*/ 42773 h 129594"/>
                <a:gd name="connsiteX1" fmla="*/ 0 w 80513"/>
                <a:gd name="connsiteY1" fmla="*/ 42773 h 129594"/>
                <a:gd name="connsiteX2" fmla="*/ 0 w 80513"/>
                <a:gd name="connsiteY2" fmla="*/ 87461 h 129594"/>
                <a:gd name="connsiteX3" fmla="*/ 29394 w 80513"/>
                <a:gd name="connsiteY3" fmla="*/ 87461 h 129594"/>
                <a:gd name="connsiteX4" fmla="*/ 33867 w 80513"/>
                <a:gd name="connsiteY4" fmla="*/ 88738 h 129594"/>
                <a:gd name="connsiteX5" fmla="*/ 80513 w 80513"/>
                <a:gd name="connsiteY5" fmla="*/ 129595 h 129594"/>
                <a:gd name="connsiteX6" fmla="*/ 80513 w 80513"/>
                <a:gd name="connsiteY6" fmla="*/ 0 h 129594"/>
                <a:gd name="connsiteX7" fmla="*/ 33867 w 80513"/>
                <a:gd name="connsiteY7" fmla="*/ 40858 h 129594"/>
                <a:gd name="connsiteX8" fmla="*/ 29394 w 80513"/>
                <a:gd name="connsiteY8" fmla="*/ 42773 h 12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513" h="129594">
                  <a:moveTo>
                    <a:pt x="29394" y="42773"/>
                  </a:moveTo>
                  <a:lnTo>
                    <a:pt x="0" y="42773"/>
                  </a:lnTo>
                  <a:lnTo>
                    <a:pt x="0" y="87461"/>
                  </a:lnTo>
                  <a:lnTo>
                    <a:pt x="29394" y="87461"/>
                  </a:lnTo>
                  <a:cubicBezTo>
                    <a:pt x="30672" y="87461"/>
                    <a:pt x="32589" y="88099"/>
                    <a:pt x="33867" y="88738"/>
                  </a:cubicBezTo>
                  <a:lnTo>
                    <a:pt x="80513" y="129595"/>
                  </a:lnTo>
                  <a:lnTo>
                    <a:pt x="80513" y="0"/>
                  </a:lnTo>
                  <a:lnTo>
                    <a:pt x="33867" y="40858"/>
                  </a:lnTo>
                  <a:cubicBezTo>
                    <a:pt x="32589" y="42135"/>
                    <a:pt x="31311" y="42773"/>
                    <a:pt x="29394" y="42773"/>
                  </a:cubicBezTo>
                  <a:close/>
                </a:path>
              </a:pathLst>
            </a:custGeom>
            <a:grpFill/>
            <a:ln w="6390" cap="flat">
              <a:noFill/>
              <a:prstDash val="solid"/>
              <a:miter/>
            </a:ln>
          </p:spPr>
          <p:txBody>
            <a:bodyPr rtlCol="0" anchor="ctr"/>
            <a:lstStyle/>
            <a:p>
              <a:endParaRPr lang="en-US"/>
            </a:p>
          </p:txBody>
        </p:sp>
      </p:grpSp>
      <p:pic>
        <p:nvPicPr>
          <p:cNvPr id="2" name="Picture 1">
            <a:hlinkClick r:id="rId8" action="ppaction://hlinksldjump"/>
            <a:extLst>
              <a:ext uri="{FF2B5EF4-FFF2-40B4-BE49-F238E27FC236}">
                <a16:creationId xmlns:a16="http://schemas.microsoft.com/office/drawing/2014/main" id="{A9D19D14-18B3-70CD-25BF-DDEC8ED110D0}"/>
              </a:ext>
            </a:extLst>
          </p:cNvPr>
          <p:cNvPicPr>
            <a:picLocks noChangeAspect="1"/>
          </p:cNvPicPr>
          <p:nvPr/>
        </p:nvPicPr>
        <p:blipFill>
          <a:blip r:embed="rId9"/>
          <a:stretch>
            <a:fillRect/>
          </a:stretch>
        </p:blipFill>
        <p:spPr>
          <a:xfrm>
            <a:off x="11726283" y="113485"/>
            <a:ext cx="359695" cy="365792"/>
          </a:xfrm>
          <a:prstGeom prst="rect">
            <a:avLst/>
          </a:prstGeom>
        </p:spPr>
      </p:pic>
      <p:sp>
        <p:nvSpPr>
          <p:cNvPr id="3" name="Rectangle 2">
            <a:hlinkClick r:id="rId10" action="ppaction://hlinksldjump"/>
            <a:extLst>
              <a:ext uri="{FF2B5EF4-FFF2-40B4-BE49-F238E27FC236}">
                <a16:creationId xmlns:a16="http://schemas.microsoft.com/office/drawing/2014/main" id="{91E5A583-C15C-1F19-2EB9-63FF352B957F}"/>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4" name="Freeform 15">
            <a:extLst>
              <a:ext uri="{FF2B5EF4-FFF2-40B4-BE49-F238E27FC236}">
                <a16:creationId xmlns:a16="http://schemas.microsoft.com/office/drawing/2014/main" id="{49E28AC9-3E59-34CC-B954-B6A86F70881A}"/>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5" name="Freeform 16">
            <a:extLst>
              <a:ext uri="{FF2B5EF4-FFF2-40B4-BE49-F238E27FC236}">
                <a16:creationId xmlns:a16="http://schemas.microsoft.com/office/drawing/2014/main" id="{4F475944-E199-FEA3-AA39-DF7EE3FF4D9C}"/>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6" name="Freeform 6">
            <a:extLst>
              <a:ext uri="{FF2B5EF4-FFF2-40B4-BE49-F238E27FC236}">
                <a16:creationId xmlns:a16="http://schemas.microsoft.com/office/drawing/2014/main" id="{3B61C6CA-8448-2998-0074-5511305DC2D0}"/>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18" name="Rectangle 17">
            <a:hlinkClick r:id="rId11" action="ppaction://hlinksldjump"/>
            <a:extLst>
              <a:ext uri="{FF2B5EF4-FFF2-40B4-BE49-F238E27FC236}">
                <a16:creationId xmlns:a16="http://schemas.microsoft.com/office/drawing/2014/main" id="{20679055-6E0F-E970-FDB8-7BE2E4F25319}"/>
              </a:ext>
            </a:extLst>
          </p:cNvPr>
          <p:cNvSpPr/>
          <p:nvPr/>
        </p:nvSpPr>
        <p:spPr bwMode="gray">
          <a:xfrm>
            <a:off x="8974009" y="-9900"/>
            <a:ext cx="274320" cy="274320"/>
          </a:xfrm>
          <a:prstGeom prst="rect">
            <a:avLst/>
          </a:prstGeom>
          <a:solidFill>
            <a:schemeClr val="accent5"/>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19" name="Rectangle 18">
            <a:hlinkClick r:id="rId12" action="ppaction://hlinksldjump"/>
            <a:extLst>
              <a:ext uri="{FF2B5EF4-FFF2-40B4-BE49-F238E27FC236}">
                <a16:creationId xmlns:a16="http://schemas.microsoft.com/office/drawing/2014/main" id="{A79D44F7-11E4-430C-2845-DE5582CC10D6}"/>
              </a:ext>
            </a:extLst>
          </p:cNvPr>
          <p:cNvSpPr/>
          <p:nvPr/>
        </p:nvSpPr>
        <p:spPr bwMode="gray">
          <a:xfrm>
            <a:off x="9317032"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20" name="Rectangle 19">
            <a:hlinkClick r:id="rId13" action="ppaction://hlinksldjump"/>
            <a:extLst>
              <a:ext uri="{FF2B5EF4-FFF2-40B4-BE49-F238E27FC236}">
                <a16:creationId xmlns:a16="http://schemas.microsoft.com/office/drawing/2014/main" id="{5616C435-9106-2DE4-63BA-98333B8E29F6}"/>
              </a:ext>
            </a:extLst>
          </p:cNvPr>
          <p:cNvSpPr/>
          <p:nvPr/>
        </p:nvSpPr>
        <p:spPr bwMode="gray">
          <a:xfrm>
            <a:off x="9660055"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21" name="Rectangle 20">
            <a:hlinkClick r:id="rId14" action="ppaction://hlinksldjump"/>
            <a:extLst>
              <a:ext uri="{FF2B5EF4-FFF2-40B4-BE49-F238E27FC236}">
                <a16:creationId xmlns:a16="http://schemas.microsoft.com/office/drawing/2014/main" id="{9BA55CA4-DF26-1DF2-92F5-DD793AA3C8AC}"/>
              </a:ext>
            </a:extLst>
          </p:cNvPr>
          <p:cNvSpPr/>
          <p:nvPr/>
        </p:nvSpPr>
        <p:spPr bwMode="gray">
          <a:xfrm>
            <a:off x="10003078"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22" name="Rectangle 21">
            <a:hlinkClick r:id="rId15" action="ppaction://hlinksldjump"/>
            <a:extLst>
              <a:ext uri="{FF2B5EF4-FFF2-40B4-BE49-F238E27FC236}">
                <a16:creationId xmlns:a16="http://schemas.microsoft.com/office/drawing/2014/main" id="{0A8BD3BE-2861-1701-1AAB-E0AC75A17BF6}"/>
              </a:ext>
            </a:extLst>
          </p:cNvPr>
          <p:cNvSpPr/>
          <p:nvPr/>
        </p:nvSpPr>
        <p:spPr bwMode="gray">
          <a:xfrm>
            <a:off x="10346101"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23" name="Rectangle 22">
            <a:hlinkClick r:id="rId16" action="ppaction://hlinksldjump"/>
            <a:extLst>
              <a:ext uri="{FF2B5EF4-FFF2-40B4-BE49-F238E27FC236}">
                <a16:creationId xmlns:a16="http://schemas.microsoft.com/office/drawing/2014/main" id="{512574DD-A281-4782-A3A7-6CCB737CEBA7}"/>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
        <p:nvSpPr>
          <p:cNvPr id="24" name="Rectangle: Rounded Corners 23">
            <a:extLst>
              <a:ext uri="{FF2B5EF4-FFF2-40B4-BE49-F238E27FC236}">
                <a16:creationId xmlns:a16="http://schemas.microsoft.com/office/drawing/2014/main" id="{CE79A54F-3BB5-AD25-9922-8B851E70EDCF}"/>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25" name="Rectangle: Rounded Corners 24">
            <a:extLst>
              <a:ext uri="{FF2B5EF4-FFF2-40B4-BE49-F238E27FC236}">
                <a16:creationId xmlns:a16="http://schemas.microsoft.com/office/drawing/2014/main" id="{6D5615E3-4E91-BE11-4F9A-A4FF9AA88C82}"/>
              </a:ext>
            </a:extLst>
          </p:cNvPr>
          <p:cNvSpPr/>
          <p:nvPr/>
        </p:nvSpPr>
        <p:spPr bwMode="gray">
          <a:xfrm>
            <a:off x="2744799" y="980640"/>
            <a:ext cx="457200" cy="547829"/>
          </a:xfrm>
          <a:prstGeom prst="round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600">
                <a:solidFill>
                  <a:prstClr val="white"/>
                </a:solidFill>
                <a:latin typeface="Verdana" panose="020B0604030504040204" pitchFamily="34" charset="0"/>
                <a:ea typeface="Verdana" panose="020B0604030504040204" pitchFamily="34" charset="0"/>
              </a:rPr>
              <a:t>1</a:t>
            </a:r>
            <a:endPar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27" name="Rectangle: Rounded Corners 26">
            <a:extLst>
              <a:ext uri="{FF2B5EF4-FFF2-40B4-BE49-F238E27FC236}">
                <a16:creationId xmlns:a16="http://schemas.microsoft.com/office/drawing/2014/main" id="{5A91A37F-FAED-AA7F-1EFA-80A1E382F31C}"/>
              </a:ext>
            </a:extLst>
          </p:cNvPr>
          <p:cNvSpPr/>
          <p:nvPr/>
        </p:nvSpPr>
        <p:spPr bwMode="gray">
          <a:xfrm>
            <a:off x="3285205" y="975595"/>
            <a:ext cx="2229131" cy="557784"/>
          </a:xfrm>
          <a:prstGeom prst="round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Asset Monetization &amp;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Resource Mobilization</a:t>
            </a:r>
            <a:r>
              <a:rPr kumimoji="0" lang="en-US" sz="13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 </a:t>
            </a:r>
          </a:p>
        </p:txBody>
      </p:sp>
      <p:sp>
        <p:nvSpPr>
          <p:cNvPr id="29" name="Rectangle: Rounded Corners 28">
            <a:extLst>
              <a:ext uri="{FF2B5EF4-FFF2-40B4-BE49-F238E27FC236}">
                <a16:creationId xmlns:a16="http://schemas.microsoft.com/office/drawing/2014/main" id="{1519EAA3-6DD3-1534-D2DF-C7004C0352A0}"/>
              </a:ext>
            </a:extLst>
          </p:cNvPr>
          <p:cNvSpPr/>
          <p:nvPr/>
        </p:nvSpPr>
        <p:spPr bwMode="gray">
          <a:xfrm>
            <a:off x="5518846" y="1009061"/>
            <a:ext cx="6030258" cy="457200"/>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a:solidFill>
                  <a:srgbClr val="43B02A"/>
                </a:solidFill>
                <a:latin typeface="Verdana" panose="020B0604030504040204" pitchFamily="34" charset="0"/>
                <a:ea typeface="Verdana" panose="020B0604030504040204" pitchFamily="34" charset="0"/>
              </a:rPr>
              <a:t>Monetization and Mobilization of idle assets </a:t>
            </a:r>
            <a:r>
              <a:rPr lang="en-US" sz="1200">
                <a:solidFill>
                  <a:prstClr val="black"/>
                </a:solidFill>
                <a:latin typeface="Verdana" panose="020B0604030504040204" pitchFamily="34" charset="0"/>
                <a:ea typeface="Verdana" panose="020B0604030504040204" pitchFamily="34" charset="0"/>
              </a:rPr>
              <a:t>(land bank, water bodies, buildings, tourism spots) under PPP to </a:t>
            </a:r>
            <a:r>
              <a:rPr lang="en-US" sz="1200">
                <a:solidFill>
                  <a:srgbClr val="43B02A"/>
                </a:solidFill>
                <a:latin typeface="Verdana" panose="020B0604030504040204" pitchFamily="34" charset="0"/>
                <a:ea typeface="Verdana" panose="020B0604030504040204" pitchFamily="34" charset="0"/>
              </a:rPr>
              <a:t>enhance overall profitability  </a:t>
            </a:r>
            <a:endParaRPr kumimoji="0" lang="en-US" sz="1200" b="0" i="0" u="none" strike="noStrike" kern="1200" cap="none" spc="0" normalizeH="0" baseline="0" noProof="0">
              <a:ln>
                <a:noFill/>
              </a:ln>
              <a:solidFill>
                <a:srgbClr val="43B02A"/>
              </a:solidFill>
              <a:effectLst/>
              <a:uLnTx/>
              <a:uFillTx/>
              <a:latin typeface="Verdana" panose="020B0604030504040204" pitchFamily="34" charset="0"/>
              <a:ea typeface="Verdana" panose="020B0604030504040204" pitchFamily="34" charset="0"/>
              <a:cs typeface="+mn-cs"/>
            </a:endParaRPr>
          </a:p>
        </p:txBody>
      </p:sp>
    </p:spTree>
    <p:extLst>
      <p:ext uri="{BB962C8B-B14F-4D97-AF65-F5344CB8AC3E}">
        <p14:creationId xmlns:p14="http://schemas.microsoft.com/office/powerpoint/2010/main" val="37932014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000A0BE-B424-033E-2B49-D53F2808AE91}"/>
              </a:ext>
            </a:extLst>
          </p:cNvPr>
          <p:cNvGraphicFramePr>
            <a:graphicFrameLocks noChangeAspect="1"/>
          </p:cNvGraphicFramePr>
          <p:nvPr>
            <p:custDataLst>
              <p:tags r:id="rId1"/>
            </p:custDataLst>
            <p:extLst>
              <p:ext uri="{D42A27DB-BD31-4B8C-83A1-F6EECF244321}">
                <p14:modId xmlns:p14="http://schemas.microsoft.com/office/powerpoint/2010/main" val="36230642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7" name="think-cell data - do not delete" hidden="1">
                        <a:extLst>
                          <a:ext uri="{FF2B5EF4-FFF2-40B4-BE49-F238E27FC236}">
                            <a16:creationId xmlns:a16="http://schemas.microsoft.com/office/drawing/2014/main" id="{E000A0BE-B424-033E-2B49-D53F2808AE9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Title 5">
            <a:extLst>
              <a:ext uri="{FF2B5EF4-FFF2-40B4-BE49-F238E27FC236}">
                <a16:creationId xmlns:a16="http://schemas.microsoft.com/office/drawing/2014/main" id="{1D9A2CF4-3ED8-72BF-1B8B-D5A70DC55F09}"/>
              </a:ext>
            </a:extLst>
          </p:cNvPr>
          <p:cNvSpPr>
            <a:spLocks noGrp="1"/>
          </p:cNvSpPr>
          <p:nvPr>
            <p:ph type="title"/>
          </p:nvPr>
        </p:nvSpPr>
        <p:spPr>
          <a:xfrm>
            <a:off x="501650" y="309033"/>
            <a:ext cx="11188700" cy="334099"/>
          </a:xfrm>
        </p:spPr>
        <p:txBody>
          <a:bodyPr vert="horz"/>
          <a:lstStyle/>
          <a:p>
            <a:r>
              <a:rPr lang="en-IN" sz="1800" b="1">
                <a:latin typeface="Verdana"/>
                <a:ea typeface="Verdana"/>
                <a:cs typeface="Calibri Light"/>
              </a:rPr>
              <a:t>Financial Restructuring Plan (2/2) – Execution Approach </a:t>
            </a:r>
            <a:endParaRPr lang="en-GB" sz="1800" b="1">
              <a:latin typeface="Verdana"/>
              <a:ea typeface="Verdana"/>
              <a:cs typeface="Calibri Light"/>
            </a:endParaRPr>
          </a:p>
        </p:txBody>
      </p:sp>
      <p:sp>
        <p:nvSpPr>
          <p:cNvPr id="81" name="Rectangle 80">
            <a:extLst>
              <a:ext uri="{FF2B5EF4-FFF2-40B4-BE49-F238E27FC236}">
                <a16:creationId xmlns:a16="http://schemas.microsoft.com/office/drawing/2014/main" id="{19A06161-F80C-7FD7-28EC-53FF9C50920C}"/>
              </a:ext>
            </a:extLst>
          </p:cNvPr>
          <p:cNvSpPr/>
          <p:nvPr/>
        </p:nvSpPr>
        <p:spPr bwMode="gray">
          <a:xfrm>
            <a:off x="501650" y="968027"/>
            <a:ext cx="2960159" cy="5187238"/>
          </a:xfrm>
          <a:prstGeom prst="rect">
            <a:avLst/>
          </a:prstGeom>
          <a:solidFill>
            <a:schemeClr val="bg1"/>
          </a:solidFill>
          <a:ln w="19050" algn="ctr">
            <a:noFill/>
            <a:miter lim="800000"/>
            <a:headEnd/>
            <a:tailEnd/>
          </a:ln>
          <a:effectLst>
            <a:outerShdw blurRad="50800" dist="38100" dir="5400000" algn="t"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Calibri"/>
              <a:ea typeface="+mn-ea"/>
              <a:cs typeface="+mn-cs"/>
            </a:endParaRPr>
          </a:p>
        </p:txBody>
      </p:sp>
      <p:sp>
        <p:nvSpPr>
          <p:cNvPr id="99" name="Rectangle 98">
            <a:extLst>
              <a:ext uri="{FF2B5EF4-FFF2-40B4-BE49-F238E27FC236}">
                <a16:creationId xmlns:a16="http://schemas.microsoft.com/office/drawing/2014/main" id="{BF1D3C11-787D-A331-5F4F-ACE41E66C76E}"/>
              </a:ext>
            </a:extLst>
          </p:cNvPr>
          <p:cNvSpPr/>
          <p:nvPr/>
        </p:nvSpPr>
        <p:spPr bwMode="gray">
          <a:xfrm>
            <a:off x="634668" y="1090037"/>
            <a:ext cx="2742474" cy="361971"/>
          </a:xfrm>
          <a:prstGeom prst="rect">
            <a:avLst/>
          </a:prstGeom>
          <a:solidFill>
            <a:schemeClr val="tx2"/>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a:t>
            </a: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Anticipated </a:t>
            </a:r>
            <a:r>
              <a:rPr lang="en-US" sz="1200">
                <a:solidFill>
                  <a:prstClr val="white"/>
                </a:solidFill>
                <a:latin typeface="Verdana" panose="020B0604030504040204" pitchFamily="34" charset="0"/>
                <a:ea typeface="Verdana" panose="020B0604030504040204" pitchFamily="34" charset="0"/>
                <a:cs typeface="Arial" panose="020B0604020202020204" pitchFamily="34" charset="0"/>
              </a:rPr>
              <a:t>Challenges</a:t>
            </a:r>
            <a:endParaRPr kumimoji="0" lang="en-GB" sz="14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grpSp>
        <p:nvGrpSpPr>
          <p:cNvPr id="100" name="Graphic 4">
            <a:extLst>
              <a:ext uri="{FF2B5EF4-FFF2-40B4-BE49-F238E27FC236}">
                <a16:creationId xmlns:a16="http://schemas.microsoft.com/office/drawing/2014/main" id="{BB3D5C57-D399-A829-243E-9C1DFC142D6F}"/>
              </a:ext>
            </a:extLst>
          </p:cNvPr>
          <p:cNvGrpSpPr/>
          <p:nvPr/>
        </p:nvGrpSpPr>
        <p:grpSpPr>
          <a:xfrm>
            <a:off x="753047" y="1130707"/>
            <a:ext cx="274317" cy="274324"/>
            <a:chOff x="5099808" y="3339623"/>
            <a:chExt cx="361670" cy="361333"/>
          </a:xfrm>
          <a:solidFill>
            <a:schemeClr val="bg1"/>
          </a:solidFill>
        </p:grpSpPr>
        <p:sp>
          <p:nvSpPr>
            <p:cNvPr id="101" name="Graphic 4">
              <a:extLst>
                <a:ext uri="{FF2B5EF4-FFF2-40B4-BE49-F238E27FC236}">
                  <a16:creationId xmlns:a16="http://schemas.microsoft.com/office/drawing/2014/main" id="{52450D29-8D16-A8FD-279A-CCAE1A128FF4}"/>
                </a:ext>
              </a:extLst>
            </p:cNvPr>
            <p:cNvSpPr/>
            <p:nvPr/>
          </p:nvSpPr>
          <p:spPr>
            <a:xfrm>
              <a:off x="5292784" y="3533696"/>
              <a:ext cx="24920" cy="25535"/>
            </a:xfrm>
            <a:custGeom>
              <a:avLst/>
              <a:gdLst>
                <a:gd name="connsiteX0" fmla="*/ 24921 w 24920"/>
                <a:gd name="connsiteY0" fmla="*/ 0 h 25535"/>
                <a:gd name="connsiteX1" fmla="*/ 0 w 24920"/>
                <a:gd name="connsiteY1" fmla="*/ 25536 h 25535"/>
                <a:gd name="connsiteX2" fmla="*/ 24921 w 24920"/>
                <a:gd name="connsiteY2" fmla="*/ 25536 h 25535"/>
              </a:gdLst>
              <a:ahLst/>
              <a:cxnLst>
                <a:cxn ang="0">
                  <a:pos x="connsiteX0" y="connsiteY0"/>
                </a:cxn>
                <a:cxn ang="0">
                  <a:pos x="connsiteX1" y="connsiteY1"/>
                </a:cxn>
                <a:cxn ang="0">
                  <a:pos x="connsiteX2" y="connsiteY2"/>
                </a:cxn>
              </a:cxnLst>
              <a:rect l="l" t="t" r="r" b="b"/>
              <a:pathLst>
                <a:path w="24920" h="25535">
                  <a:moveTo>
                    <a:pt x="24921" y="0"/>
                  </a:moveTo>
                  <a:lnTo>
                    <a:pt x="0" y="25536"/>
                  </a:lnTo>
                  <a:lnTo>
                    <a:pt x="24921" y="25536"/>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Graphic 4">
              <a:extLst>
                <a:ext uri="{FF2B5EF4-FFF2-40B4-BE49-F238E27FC236}">
                  <a16:creationId xmlns:a16="http://schemas.microsoft.com/office/drawing/2014/main" id="{4FEF5490-B6B8-9218-3ADA-5DB2A3B868FE}"/>
                </a:ext>
              </a:extLst>
            </p:cNvPr>
            <p:cNvSpPr/>
            <p:nvPr/>
          </p:nvSpPr>
          <p:spPr>
            <a:xfrm>
              <a:off x="5242943" y="3482625"/>
              <a:ext cx="24920" cy="24259"/>
            </a:xfrm>
            <a:custGeom>
              <a:avLst/>
              <a:gdLst>
                <a:gd name="connsiteX0" fmla="*/ 0 w 24920"/>
                <a:gd name="connsiteY0" fmla="*/ 24259 h 24259"/>
                <a:gd name="connsiteX1" fmla="*/ 24921 w 24920"/>
                <a:gd name="connsiteY1" fmla="*/ 0 h 24259"/>
                <a:gd name="connsiteX2" fmla="*/ 0 w 24920"/>
                <a:gd name="connsiteY2" fmla="*/ 0 h 24259"/>
              </a:gdLst>
              <a:ahLst/>
              <a:cxnLst>
                <a:cxn ang="0">
                  <a:pos x="connsiteX0" y="connsiteY0"/>
                </a:cxn>
                <a:cxn ang="0">
                  <a:pos x="connsiteX1" y="connsiteY1"/>
                </a:cxn>
                <a:cxn ang="0">
                  <a:pos x="connsiteX2" y="connsiteY2"/>
                </a:cxn>
              </a:cxnLst>
              <a:rect l="l" t="t" r="r" b="b"/>
              <a:pathLst>
                <a:path w="24920" h="24259">
                  <a:moveTo>
                    <a:pt x="0" y="24259"/>
                  </a:moveTo>
                  <a:lnTo>
                    <a:pt x="24921" y="0"/>
                  </a:lnTo>
                  <a:lnTo>
                    <a:pt x="0"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Graphic 4">
              <a:extLst>
                <a:ext uri="{FF2B5EF4-FFF2-40B4-BE49-F238E27FC236}">
                  <a16:creationId xmlns:a16="http://schemas.microsoft.com/office/drawing/2014/main" id="{180A837B-3FB3-4F08-9804-196A0FD98ACE}"/>
                </a:ext>
              </a:extLst>
            </p:cNvPr>
            <p:cNvSpPr/>
            <p:nvPr/>
          </p:nvSpPr>
          <p:spPr>
            <a:xfrm>
              <a:off x="5242943" y="3482625"/>
              <a:ext cx="66455" cy="67031"/>
            </a:xfrm>
            <a:custGeom>
              <a:avLst/>
              <a:gdLst>
                <a:gd name="connsiteX0" fmla="*/ 42813 w 66455"/>
                <a:gd name="connsiteY0" fmla="*/ 0 h 67031"/>
                <a:gd name="connsiteX1" fmla="*/ 0 w 66455"/>
                <a:gd name="connsiteY1" fmla="*/ 42134 h 67031"/>
                <a:gd name="connsiteX2" fmla="*/ 0 w 66455"/>
                <a:gd name="connsiteY2" fmla="*/ 67032 h 67031"/>
                <a:gd name="connsiteX3" fmla="*/ 66456 w 66455"/>
                <a:gd name="connsiteY3" fmla="*/ 0 h 67031"/>
              </a:gdLst>
              <a:ahLst/>
              <a:cxnLst>
                <a:cxn ang="0">
                  <a:pos x="connsiteX0" y="connsiteY0"/>
                </a:cxn>
                <a:cxn ang="0">
                  <a:pos x="connsiteX1" y="connsiteY1"/>
                </a:cxn>
                <a:cxn ang="0">
                  <a:pos x="connsiteX2" y="connsiteY2"/>
                </a:cxn>
                <a:cxn ang="0">
                  <a:pos x="connsiteX3" y="connsiteY3"/>
                </a:cxn>
              </a:cxnLst>
              <a:rect l="l" t="t" r="r" b="b"/>
              <a:pathLst>
                <a:path w="66455" h="67031">
                  <a:moveTo>
                    <a:pt x="42813" y="0"/>
                  </a:moveTo>
                  <a:lnTo>
                    <a:pt x="0" y="42134"/>
                  </a:lnTo>
                  <a:lnTo>
                    <a:pt x="0" y="67032"/>
                  </a:lnTo>
                  <a:lnTo>
                    <a:pt x="6645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4" name="Graphic 4">
              <a:extLst>
                <a:ext uri="{FF2B5EF4-FFF2-40B4-BE49-F238E27FC236}">
                  <a16:creationId xmlns:a16="http://schemas.microsoft.com/office/drawing/2014/main" id="{634E717A-952F-F9D3-0A25-8456C6F4F760}"/>
                </a:ext>
              </a:extLst>
            </p:cNvPr>
            <p:cNvSpPr/>
            <p:nvPr/>
          </p:nvSpPr>
          <p:spPr>
            <a:xfrm>
              <a:off x="5251250" y="3492201"/>
              <a:ext cx="66455" cy="67031"/>
            </a:xfrm>
            <a:custGeom>
              <a:avLst/>
              <a:gdLst>
                <a:gd name="connsiteX0" fmla="*/ 66456 w 66455"/>
                <a:gd name="connsiteY0" fmla="*/ 23620 h 67031"/>
                <a:gd name="connsiteX1" fmla="*/ 66456 w 66455"/>
                <a:gd name="connsiteY1" fmla="*/ 0 h 67031"/>
                <a:gd name="connsiteX2" fmla="*/ 0 w 66455"/>
                <a:gd name="connsiteY2" fmla="*/ 67032 h 67031"/>
                <a:gd name="connsiteX3" fmla="*/ 23004 w 66455"/>
                <a:gd name="connsiteY3" fmla="*/ 67032 h 67031"/>
              </a:gdLst>
              <a:ahLst/>
              <a:cxnLst>
                <a:cxn ang="0">
                  <a:pos x="connsiteX0" y="connsiteY0"/>
                </a:cxn>
                <a:cxn ang="0">
                  <a:pos x="connsiteX1" y="connsiteY1"/>
                </a:cxn>
                <a:cxn ang="0">
                  <a:pos x="connsiteX2" y="connsiteY2"/>
                </a:cxn>
                <a:cxn ang="0">
                  <a:pos x="connsiteX3" y="connsiteY3"/>
                </a:cxn>
              </a:cxnLst>
              <a:rect l="l" t="t" r="r" b="b"/>
              <a:pathLst>
                <a:path w="66455" h="67031">
                  <a:moveTo>
                    <a:pt x="66456" y="23620"/>
                  </a:moveTo>
                  <a:lnTo>
                    <a:pt x="66456" y="0"/>
                  </a:lnTo>
                  <a:lnTo>
                    <a:pt x="0" y="67032"/>
                  </a:lnTo>
                  <a:lnTo>
                    <a:pt x="23004" y="6703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5" name="Graphic 4">
              <a:extLst>
                <a:ext uri="{FF2B5EF4-FFF2-40B4-BE49-F238E27FC236}">
                  <a16:creationId xmlns:a16="http://schemas.microsoft.com/office/drawing/2014/main" id="{A8D27CD0-88EF-832B-B523-E525A9B732BD}"/>
                </a:ext>
              </a:extLst>
            </p:cNvPr>
            <p:cNvSpPr/>
            <p:nvPr/>
          </p:nvSpPr>
          <p:spPr>
            <a:xfrm>
              <a:off x="5099808" y="3339623"/>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1 w 361670"/>
                <a:gd name="connsiteY3" fmla="*/ 180667 h 361333"/>
                <a:gd name="connsiteX4" fmla="*/ 180836 w 361670"/>
                <a:gd name="connsiteY4" fmla="*/ 0 h 361333"/>
                <a:gd name="connsiteX5" fmla="*/ 276045 w 361670"/>
                <a:gd name="connsiteY5" fmla="*/ 269404 h 361333"/>
                <a:gd name="connsiteX6" fmla="*/ 269655 w 361670"/>
                <a:gd name="connsiteY6" fmla="*/ 275788 h 361333"/>
                <a:gd name="connsiteX7" fmla="*/ 136745 w 361670"/>
                <a:gd name="connsiteY7" fmla="*/ 275788 h 361333"/>
                <a:gd name="connsiteX8" fmla="*/ 130355 w 361670"/>
                <a:gd name="connsiteY8" fmla="*/ 269404 h 361333"/>
                <a:gd name="connsiteX9" fmla="*/ 130355 w 361670"/>
                <a:gd name="connsiteY9" fmla="*/ 232377 h 361333"/>
                <a:gd name="connsiteX10" fmla="*/ 91376 w 361670"/>
                <a:gd name="connsiteY10" fmla="*/ 232377 h 361333"/>
                <a:gd name="connsiteX11" fmla="*/ 84986 w 361670"/>
                <a:gd name="connsiteY11" fmla="*/ 225993 h 361333"/>
                <a:gd name="connsiteX12" fmla="*/ 84986 w 361670"/>
                <a:gd name="connsiteY12" fmla="*/ 93206 h 361333"/>
                <a:gd name="connsiteX13" fmla="*/ 91376 w 361670"/>
                <a:gd name="connsiteY13" fmla="*/ 86822 h 361333"/>
                <a:gd name="connsiteX14" fmla="*/ 224287 w 361670"/>
                <a:gd name="connsiteY14" fmla="*/ 86822 h 361333"/>
                <a:gd name="connsiteX15" fmla="*/ 230677 w 361670"/>
                <a:gd name="connsiteY15" fmla="*/ 93206 h 361333"/>
                <a:gd name="connsiteX16" fmla="*/ 230677 w 361670"/>
                <a:gd name="connsiteY16" fmla="*/ 130233 h 361333"/>
                <a:gd name="connsiteX17" fmla="*/ 269655 w 361670"/>
                <a:gd name="connsiteY17" fmla="*/ 130233 h 361333"/>
                <a:gd name="connsiteX18" fmla="*/ 276045 w 361670"/>
                <a:gd name="connsiteY18" fmla="*/ 136617 h 361333"/>
                <a:gd name="connsiteX19" fmla="*/ 276045 w 361670"/>
                <a:gd name="connsiteY19" fmla="*/ 2694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1670" h="361333">
                  <a:moveTo>
                    <a:pt x="180836" y="0"/>
                  </a:moveTo>
                  <a:cubicBezTo>
                    <a:pt x="80513" y="0"/>
                    <a:pt x="0" y="81077"/>
                    <a:pt x="0" y="180667"/>
                  </a:cubicBezTo>
                  <a:cubicBezTo>
                    <a:pt x="0" y="280895"/>
                    <a:pt x="81152" y="361333"/>
                    <a:pt x="180836" y="361333"/>
                  </a:cubicBezTo>
                  <a:cubicBezTo>
                    <a:pt x="281157" y="361333"/>
                    <a:pt x="361671" y="280257"/>
                    <a:pt x="361671" y="180667"/>
                  </a:cubicBezTo>
                  <a:cubicBezTo>
                    <a:pt x="361671" y="81077"/>
                    <a:pt x="280518" y="0"/>
                    <a:pt x="180836" y="0"/>
                  </a:cubicBezTo>
                  <a:close/>
                  <a:moveTo>
                    <a:pt x="276045" y="269404"/>
                  </a:moveTo>
                  <a:cubicBezTo>
                    <a:pt x="276045" y="273234"/>
                    <a:pt x="273490" y="275788"/>
                    <a:pt x="269655" y="275788"/>
                  </a:cubicBezTo>
                  <a:lnTo>
                    <a:pt x="136745" y="275788"/>
                  </a:lnTo>
                  <a:cubicBezTo>
                    <a:pt x="132911" y="275788"/>
                    <a:pt x="130355" y="273234"/>
                    <a:pt x="130355" y="269404"/>
                  </a:cubicBezTo>
                  <a:lnTo>
                    <a:pt x="130355" y="232377"/>
                  </a:lnTo>
                  <a:lnTo>
                    <a:pt x="91376" y="232377"/>
                  </a:lnTo>
                  <a:cubicBezTo>
                    <a:pt x="87542" y="232377"/>
                    <a:pt x="84986" y="229823"/>
                    <a:pt x="84986" y="225993"/>
                  </a:cubicBezTo>
                  <a:lnTo>
                    <a:pt x="84986" y="93206"/>
                  </a:lnTo>
                  <a:cubicBezTo>
                    <a:pt x="84986" y="89376"/>
                    <a:pt x="87542" y="86822"/>
                    <a:pt x="91376" y="86822"/>
                  </a:cubicBezTo>
                  <a:lnTo>
                    <a:pt x="224287" y="86822"/>
                  </a:lnTo>
                  <a:cubicBezTo>
                    <a:pt x="228121" y="86822"/>
                    <a:pt x="230677" y="89376"/>
                    <a:pt x="230677" y="93206"/>
                  </a:cubicBezTo>
                  <a:lnTo>
                    <a:pt x="230677" y="130233"/>
                  </a:lnTo>
                  <a:lnTo>
                    <a:pt x="269655" y="130233"/>
                  </a:lnTo>
                  <a:cubicBezTo>
                    <a:pt x="273490" y="130233"/>
                    <a:pt x="276045" y="132787"/>
                    <a:pt x="276045" y="136617"/>
                  </a:cubicBezTo>
                  <a:lnTo>
                    <a:pt x="276045" y="26940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 name="Graphic 4">
              <a:extLst>
                <a:ext uri="{FF2B5EF4-FFF2-40B4-BE49-F238E27FC236}">
                  <a16:creationId xmlns:a16="http://schemas.microsoft.com/office/drawing/2014/main" id="{8490243E-0482-B1A8-F473-37D0AD6BB6C8}"/>
                </a:ext>
              </a:extLst>
            </p:cNvPr>
            <p:cNvSpPr/>
            <p:nvPr/>
          </p:nvSpPr>
          <p:spPr>
            <a:xfrm>
              <a:off x="5197574" y="3439213"/>
              <a:ext cx="120130" cy="120019"/>
            </a:xfrm>
            <a:custGeom>
              <a:avLst/>
              <a:gdLst>
                <a:gd name="connsiteX0" fmla="*/ 38978 w 120130"/>
                <a:gd name="connsiteY0" fmla="*/ 30643 h 120019"/>
                <a:gd name="connsiteX1" fmla="*/ 120131 w 120130"/>
                <a:gd name="connsiteY1" fmla="*/ 30643 h 120019"/>
                <a:gd name="connsiteX2" fmla="*/ 120131 w 120130"/>
                <a:gd name="connsiteY2" fmla="*/ 0 h 120019"/>
                <a:gd name="connsiteX3" fmla="*/ 0 w 120130"/>
                <a:gd name="connsiteY3" fmla="*/ 0 h 120019"/>
                <a:gd name="connsiteX4" fmla="*/ 0 w 120130"/>
                <a:gd name="connsiteY4" fmla="*/ 120019 h 120019"/>
                <a:gd name="connsiteX5" fmla="*/ 32589 w 120130"/>
                <a:gd name="connsiteY5" fmla="*/ 120019 h 120019"/>
                <a:gd name="connsiteX6" fmla="*/ 32589 w 120130"/>
                <a:gd name="connsiteY6" fmla="*/ 37027 h 120019"/>
                <a:gd name="connsiteX7" fmla="*/ 38978 w 120130"/>
                <a:gd name="connsiteY7" fmla="*/ 30643 h 12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30" h="120019">
                  <a:moveTo>
                    <a:pt x="38978" y="30643"/>
                  </a:moveTo>
                  <a:lnTo>
                    <a:pt x="120131" y="30643"/>
                  </a:lnTo>
                  <a:lnTo>
                    <a:pt x="120131" y="0"/>
                  </a:lnTo>
                  <a:lnTo>
                    <a:pt x="0" y="0"/>
                  </a:lnTo>
                  <a:lnTo>
                    <a:pt x="0" y="120019"/>
                  </a:lnTo>
                  <a:lnTo>
                    <a:pt x="32589" y="120019"/>
                  </a:lnTo>
                  <a:lnTo>
                    <a:pt x="32589" y="37027"/>
                  </a:lnTo>
                  <a:cubicBezTo>
                    <a:pt x="32589" y="33197"/>
                    <a:pt x="35145" y="30643"/>
                    <a:pt x="38978" y="30643"/>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7" name="Graphic 4">
              <a:extLst>
                <a:ext uri="{FF2B5EF4-FFF2-40B4-BE49-F238E27FC236}">
                  <a16:creationId xmlns:a16="http://schemas.microsoft.com/office/drawing/2014/main" id="{FA7A7832-3C07-B57C-AAFE-51A607A92030}"/>
                </a:ext>
              </a:extLst>
            </p:cNvPr>
            <p:cNvSpPr/>
            <p:nvPr/>
          </p:nvSpPr>
          <p:spPr>
            <a:xfrm>
              <a:off x="5242943" y="3482625"/>
              <a:ext cx="120130" cy="120018"/>
            </a:xfrm>
            <a:custGeom>
              <a:avLst/>
              <a:gdLst>
                <a:gd name="connsiteX0" fmla="*/ 87542 w 120130"/>
                <a:gd name="connsiteY0" fmla="*/ 82992 h 120018"/>
                <a:gd name="connsiteX1" fmla="*/ 81152 w 120130"/>
                <a:gd name="connsiteY1" fmla="*/ 89376 h 120018"/>
                <a:gd name="connsiteX2" fmla="*/ 0 w 120130"/>
                <a:gd name="connsiteY2" fmla="*/ 89376 h 120018"/>
                <a:gd name="connsiteX3" fmla="*/ 0 w 120130"/>
                <a:gd name="connsiteY3" fmla="*/ 120019 h 120018"/>
                <a:gd name="connsiteX4" fmla="*/ 120131 w 120130"/>
                <a:gd name="connsiteY4" fmla="*/ 120019 h 120018"/>
                <a:gd name="connsiteX5" fmla="*/ 120131 w 120130"/>
                <a:gd name="connsiteY5" fmla="*/ 0 h 120018"/>
                <a:gd name="connsiteX6" fmla="*/ 87542 w 120130"/>
                <a:gd name="connsiteY6" fmla="*/ 0 h 120018"/>
                <a:gd name="connsiteX7" fmla="*/ 87542 w 120130"/>
                <a:gd name="connsiteY7" fmla="*/ 82992 h 12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30" h="120018">
                  <a:moveTo>
                    <a:pt x="87542" y="82992"/>
                  </a:moveTo>
                  <a:cubicBezTo>
                    <a:pt x="87542" y="86822"/>
                    <a:pt x="84986" y="89376"/>
                    <a:pt x="81152" y="89376"/>
                  </a:cubicBezTo>
                  <a:lnTo>
                    <a:pt x="0" y="89376"/>
                  </a:lnTo>
                  <a:lnTo>
                    <a:pt x="0" y="120019"/>
                  </a:lnTo>
                  <a:lnTo>
                    <a:pt x="120131" y="120019"/>
                  </a:lnTo>
                  <a:lnTo>
                    <a:pt x="120131" y="0"/>
                  </a:lnTo>
                  <a:lnTo>
                    <a:pt x="87542" y="0"/>
                  </a:lnTo>
                  <a:lnTo>
                    <a:pt x="87542" y="82992"/>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18" name="Rectangle 117">
            <a:extLst>
              <a:ext uri="{FF2B5EF4-FFF2-40B4-BE49-F238E27FC236}">
                <a16:creationId xmlns:a16="http://schemas.microsoft.com/office/drawing/2014/main" id="{9FCFC062-E47D-70AC-1D6D-B63413090179}"/>
              </a:ext>
            </a:extLst>
          </p:cNvPr>
          <p:cNvSpPr/>
          <p:nvPr/>
        </p:nvSpPr>
        <p:spPr bwMode="gray">
          <a:xfrm>
            <a:off x="3570374" y="967357"/>
            <a:ext cx="6082452" cy="5187238"/>
          </a:xfrm>
          <a:prstGeom prst="rect">
            <a:avLst/>
          </a:prstGeom>
          <a:solidFill>
            <a:schemeClr val="bg1"/>
          </a:solidFill>
          <a:ln w="19050" algn="ctr">
            <a:noFill/>
            <a:miter lim="800000"/>
            <a:headEnd/>
            <a:tailEnd/>
          </a:ln>
          <a:effectLst>
            <a:outerShdw blurRad="50800" dist="38100" dir="5400000" algn="t"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00" b="1" i="0" u="none" strike="noStrike" kern="0" cap="none" spc="0" normalizeH="0" baseline="0" noProof="0">
              <a:ln>
                <a:noFill/>
              </a:ln>
              <a:solidFill>
                <a:prstClr val="white"/>
              </a:solidFill>
              <a:effectLst/>
              <a:uLnTx/>
              <a:uFillTx/>
              <a:latin typeface="Calibri"/>
              <a:ea typeface="+mn-ea"/>
              <a:cs typeface="+mn-cs"/>
            </a:endParaRPr>
          </a:p>
        </p:txBody>
      </p:sp>
      <p:sp>
        <p:nvSpPr>
          <p:cNvPr id="119" name="Rectangle 118">
            <a:extLst>
              <a:ext uri="{FF2B5EF4-FFF2-40B4-BE49-F238E27FC236}">
                <a16:creationId xmlns:a16="http://schemas.microsoft.com/office/drawing/2014/main" id="{E8691EA8-AA89-0EE7-AF04-00AFC8E657CE}"/>
              </a:ext>
            </a:extLst>
          </p:cNvPr>
          <p:cNvSpPr/>
          <p:nvPr/>
        </p:nvSpPr>
        <p:spPr bwMode="gray">
          <a:xfrm>
            <a:off x="3801056" y="1073250"/>
            <a:ext cx="5720623" cy="361971"/>
          </a:xfrm>
          <a:prstGeom prst="rect">
            <a:avLst/>
          </a:prstGeom>
          <a:solidFill>
            <a:schemeClr val="accent4"/>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a:t>
            </a:r>
            <a:r>
              <a:rPr lang="en-US" sz="1200">
                <a:solidFill>
                  <a:prstClr val="white"/>
                </a:solidFill>
                <a:latin typeface="Verdana" panose="020B0604030504040204" pitchFamily="34" charset="0"/>
                <a:ea typeface="Verdana" panose="020B0604030504040204" pitchFamily="34" charset="0"/>
                <a:cs typeface="Arial" panose="020B0604020202020204" pitchFamily="34" charset="0"/>
              </a:rPr>
              <a:t>Execution</a:t>
            </a: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 Approach </a:t>
            </a:r>
            <a:endParaRPr kumimoji="0" lang="en-GB"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endParaRPr>
          </a:p>
        </p:txBody>
      </p:sp>
      <p:sp>
        <p:nvSpPr>
          <p:cNvPr id="120" name="Rectangle: Rounded Corners 119">
            <a:extLst>
              <a:ext uri="{FF2B5EF4-FFF2-40B4-BE49-F238E27FC236}">
                <a16:creationId xmlns:a16="http://schemas.microsoft.com/office/drawing/2014/main" id="{8208FE5D-E2F9-88D6-F39D-78222CA595C1}"/>
              </a:ext>
            </a:extLst>
          </p:cNvPr>
          <p:cNvSpPr/>
          <p:nvPr/>
        </p:nvSpPr>
        <p:spPr bwMode="gray">
          <a:xfrm>
            <a:off x="9828258" y="4326642"/>
            <a:ext cx="2007509" cy="1877442"/>
          </a:xfrm>
          <a:prstGeom prst="roundRect">
            <a:avLst>
              <a:gd name="adj" fmla="val 0"/>
            </a:avLst>
          </a:prstGeom>
          <a:solidFill>
            <a:schemeClr val="accent1">
              <a:lumMod val="20000"/>
              <a:lumOff val="80000"/>
            </a:schemeClr>
          </a:solidFill>
          <a:ln w="19050" algn="ctr">
            <a:noFill/>
            <a:miter lim="800000"/>
            <a:headEnd/>
            <a:tailEnd/>
            <a:extLst>
              <a:ext uri="{C807C97D-BFC1-408E-A445-0C87EB9F89A2}">
                <ask:lineSketchStyleProps xmlns:ask="http://schemas.microsoft.com/office/drawing/2018/sketchyshapes" sd="2287336146">
                  <a:custGeom>
                    <a:avLst/>
                    <a:gdLst>
                      <a:gd name="connsiteX0" fmla="*/ 0 w 2007509"/>
                      <a:gd name="connsiteY0" fmla="*/ 0 h 1877442"/>
                      <a:gd name="connsiteX1" fmla="*/ 0 w 2007509"/>
                      <a:gd name="connsiteY1" fmla="*/ 0 h 1877442"/>
                      <a:gd name="connsiteX2" fmla="*/ 461727 w 2007509"/>
                      <a:gd name="connsiteY2" fmla="*/ 0 h 1877442"/>
                      <a:gd name="connsiteX3" fmla="*/ 903379 w 2007509"/>
                      <a:gd name="connsiteY3" fmla="*/ 0 h 1877442"/>
                      <a:gd name="connsiteX4" fmla="*/ 1385181 w 2007509"/>
                      <a:gd name="connsiteY4" fmla="*/ 0 h 1877442"/>
                      <a:gd name="connsiteX5" fmla="*/ 2007509 w 2007509"/>
                      <a:gd name="connsiteY5" fmla="*/ 0 h 1877442"/>
                      <a:gd name="connsiteX6" fmla="*/ 2007509 w 2007509"/>
                      <a:gd name="connsiteY6" fmla="*/ 0 h 1877442"/>
                      <a:gd name="connsiteX7" fmla="*/ 2007509 w 2007509"/>
                      <a:gd name="connsiteY7" fmla="*/ 488135 h 1877442"/>
                      <a:gd name="connsiteX8" fmla="*/ 2007509 w 2007509"/>
                      <a:gd name="connsiteY8" fmla="*/ 995044 h 1877442"/>
                      <a:gd name="connsiteX9" fmla="*/ 2007509 w 2007509"/>
                      <a:gd name="connsiteY9" fmla="*/ 1877442 h 1877442"/>
                      <a:gd name="connsiteX10" fmla="*/ 2007509 w 2007509"/>
                      <a:gd name="connsiteY10" fmla="*/ 1877442 h 1877442"/>
                      <a:gd name="connsiteX11" fmla="*/ 1565857 w 2007509"/>
                      <a:gd name="connsiteY11" fmla="*/ 1877442 h 1877442"/>
                      <a:gd name="connsiteX12" fmla="*/ 1084055 w 2007509"/>
                      <a:gd name="connsiteY12" fmla="*/ 1877442 h 1877442"/>
                      <a:gd name="connsiteX13" fmla="*/ 562103 w 2007509"/>
                      <a:gd name="connsiteY13" fmla="*/ 1877442 h 1877442"/>
                      <a:gd name="connsiteX14" fmla="*/ 0 w 2007509"/>
                      <a:gd name="connsiteY14" fmla="*/ 1877442 h 1877442"/>
                      <a:gd name="connsiteX15" fmla="*/ 0 w 2007509"/>
                      <a:gd name="connsiteY15" fmla="*/ 1877442 h 1877442"/>
                      <a:gd name="connsiteX16" fmla="*/ 0 w 2007509"/>
                      <a:gd name="connsiteY16" fmla="*/ 1370533 h 1877442"/>
                      <a:gd name="connsiteX17" fmla="*/ 0 w 2007509"/>
                      <a:gd name="connsiteY17" fmla="*/ 901172 h 1877442"/>
                      <a:gd name="connsiteX18" fmla="*/ 0 w 2007509"/>
                      <a:gd name="connsiteY18" fmla="*/ 0 h 187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7509" h="1877442" fill="none" extrusionOk="0">
                        <a:moveTo>
                          <a:pt x="0" y="0"/>
                        </a:moveTo>
                        <a:lnTo>
                          <a:pt x="0" y="0"/>
                        </a:lnTo>
                        <a:cubicBezTo>
                          <a:pt x="214878" y="-47204"/>
                          <a:pt x="312195" y="12523"/>
                          <a:pt x="461727" y="0"/>
                        </a:cubicBezTo>
                        <a:cubicBezTo>
                          <a:pt x="611259" y="-12523"/>
                          <a:pt x="694114" y="29975"/>
                          <a:pt x="903379" y="0"/>
                        </a:cubicBezTo>
                        <a:cubicBezTo>
                          <a:pt x="1112644" y="-29975"/>
                          <a:pt x="1233444" y="8527"/>
                          <a:pt x="1385181" y="0"/>
                        </a:cubicBezTo>
                        <a:cubicBezTo>
                          <a:pt x="1536918" y="-8527"/>
                          <a:pt x="1760218" y="9243"/>
                          <a:pt x="2007509" y="0"/>
                        </a:cubicBezTo>
                        <a:lnTo>
                          <a:pt x="2007509" y="0"/>
                        </a:lnTo>
                        <a:cubicBezTo>
                          <a:pt x="2029681" y="218191"/>
                          <a:pt x="1978524" y="251783"/>
                          <a:pt x="2007509" y="488135"/>
                        </a:cubicBezTo>
                        <a:cubicBezTo>
                          <a:pt x="2036494" y="724488"/>
                          <a:pt x="1972299" y="885182"/>
                          <a:pt x="2007509" y="995044"/>
                        </a:cubicBezTo>
                        <a:cubicBezTo>
                          <a:pt x="2042719" y="1104906"/>
                          <a:pt x="1995471" y="1551911"/>
                          <a:pt x="2007509" y="1877442"/>
                        </a:cubicBezTo>
                        <a:lnTo>
                          <a:pt x="2007509" y="1877442"/>
                        </a:lnTo>
                        <a:cubicBezTo>
                          <a:pt x="1818216" y="1917176"/>
                          <a:pt x="1682008" y="1867609"/>
                          <a:pt x="1565857" y="1877442"/>
                        </a:cubicBezTo>
                        <a:cubicBezTo>
                          <a:pt x="1449706" y="1887275"/>
                          <a:pt x="1294222" y="1870773"/>
                          <a:pt x="1084055" y="1877442"/>
                        </a:cubicBezTo>
                        <a:cubicBezTo>
                          <a:pt x="873888" y="1884111"/>
                          <a:pt x="690790" y="1838816"/>
                          <a:pt x="562103" y="1877442"/>
                        </a:cubicBezTo>
                        <a:cubicBezTo>
                          <a:pt x="433416" y="1916068"/>
                          <a:pt x="120837" y="1851684"/>
                          <a:pt x="0" y="1877442"/>
                        </a:cubicBezTo>
                        <a:lnTo>
                          <a:pt x="0" y="1877442"/>
                        </a:lnTo>
                        <a:cubicBezTo>
                          <a:pt x="-31257" y="1636900"/>
                          <a:pt x="9372" y="1535267"/>
                          <a:pt x="0" y="1370533"/>
                        </a:cubicBezTo>
                        <a:cubicBezTo>
                          <a:pt x="-9372" y="1205799"/>
                          <a:pt x="14830" y="1090727"/>
                          <a:pt x="0" y="901172"/>
                        </a:cubicBezTo>
                        <a:cubicBezTo>
                          <a:pt x="-14830" y="711617"/>
                          <a:pt x="50168" y="250368"/>
                          <a:pt x="0" y="0"/>
                        </a:cubicBezTo>
                        <a:close/>
                      </a:path>
                      <a:path w="2007509" h="1877442" stroke="0" extrusionOk="0">
                        <a:moveTo>
                          <a:pt x="0" y="0"/>
                        </a:moveTo>
                        <a:lnTo>
                          <a:pt x="0" y="0"/>
                        </a:lnTo>
                        <a:cubicBezTo>
                          <a:pt x="113201" y="-34875"/>
                          <a:pt x="359548" y="46131"/>
                          <a:pt x="501877" y="0"/>
                        </a:cubicBezTo>
                        <a:cubicBezTo>
                          <a:pt x="644206" y="-46131"/>
                          <a:pt x="799848" y="53540"/>
                          <a:pt x="1023830" y="0"/>
                        </a:cubicBezTo>
                        <a:cubicBezTo>
                          <a:pt x="1247812" y="-53540"/>
                          <a:pt x="1446389" y="36008"/>
                          <a:pt x="1565857" y="0"/>
                        </a:cubicBezTo>
                        <a:cubicBezTo>
                          <a:pt x="1685325" y="-36008"/>
                          <a:pt x="1810284" y="35290"/>
                          <a:pt x="2007509" y="0"/>
                        </a:cubicBezTo>
                        <a:lnTo>
                          <a:pt x="2007509" y="0"/>
                        </a:lnTo>
                        <a:cubicBezTo>
                          <a:pt x="2035223" y="136345"/>
                          <a:pt x="1975209" y="266673"/>
                          <a:pt x="2007509" y="431812"/>
                        </a:cubicBezTo>
                        <a:cubicBezTo>
                          <a:pt x="2039809" y="596951"/>
                          <a:pt x="1958950" y="825065"/>
                          <a:pt x="2007509" y="938721"/>
                        </a:cubicBezTo>
                        <a:cubicBezTo>
                          <a:pt x="2056068" y="1052377"/>
                          <a:pt x="2003607" y="1222691"/>
                          <a:pt x="2007509" y="1351758"/>
                        </a:cubicBezTo>
                        <a:cubicBezTo>
                          <a:pt x="2011411" y="1480825"/>
                          <a:pt x="2004790" y="1687990"/>
                          <a:pt x="2007509" y="1877442"/>
                        </a:cubicBezTo>
                        <a:lnTo>
                          <a:pt x="2007509" y="1877442"/>
                        </a:lnTo>
                        <a:cubicBezTo>
                          <a:pt x="1895913" y="1884008"/>
                          <a:pt x="1621505" y="1868415"/>
                          <a:pt x="1465482" y="1877442"/>
                        </a:cubicBezTo>
                        <a:cubicBezTo>
                          <a:pt x="1309459" y="1886469"/>
                          <a:pt x="1109462" y="1865687"/>
                          <a:pt x="923454" y="1877442"/>
                        </a:cubicBezTo>
                        <a:cubicBezTo>
                          <a:pt x="737446" y="1889197"/>
                          <a:pt x="194087" y="1855423"/>
                          <a:pt x="0" y="1877442"/>
                        </a:cubicBezTo>
                        <a:lnTo>
                          <a:pt x="0" y="1877442"/>
                        </a:lnTo>
                        <a:cubicBezTo>
                          <a:pt x="-23321" y="1753644"/>
                          <a:pt x="45936" y="1620528"/>
                          <a:pt x="0" y="1426856"/>
                        </a:cubicBezTo>
                        <a:cubicBezTo>
                          <a:pt x="-45936" y="1233184"/>
                          <a:pt x="14" y="1158700"/>
                          <a:pt x="0" y="938721"/>
                        </a:cubicBezTo>
                        <a:cubicBezTo>
                          <a:pt x="-14" y="718742"/>
                          <a:pt x="46619" y="616033"/>
                          <a:pt x="0" y="488135"/>
                        </a:cubicBezTo>
                        <a:cubicBezTo>
                          <a:pt x="-46619" y="360237"/>
                          <a:pt x="52472" y="221334"/>
                          <a:pt x="0" y="0"/>
                        </a:cubicBezTo>
                        <a:close/>
                      </a:path>
                    </a:pathLst>
                  </a:custGeom>
                  <ask:type>
                    <ask:lineSketchNone/>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srgbClr val="26890D"/>
              </a:solidFill>
              <a:effectLst/>
              <a:uLnTx/>
              <a:uFillTx/>
              <a:latin typeface="Aptos" panose="020B0004020202020204" pitchFamily="34" charset="0"/>
              <a:ea typeface="Verdana" panose="020B0604030504040204" pitchFamily="34" charset="0"/>
              <a:cs typeface="+mn-cs"/>
            </a:endParaRPr>
          </a:p>
        </p:txBody>
      </p:sp>
      <p:sp>
        <p:nvSpPr>
          <p:cNvPr id="121" name="Rectangle: Rounded Corners 120">
            <a:extLst>
              <a:ext uri="{FF2B5EF4-FFF2-40B4-BE49-F238E27FC236}">
                <a16:creationId xmlns:a16="http://schemas.microsoft.com/office/drawing/2014/main" id="{AD658D7D-D318-A6F3-DE9A-C7D36B00122E}"/>
              </a:ext>
            </a:extLst>
          </p:cNvPr>
          <p:cNvSpPr/>
          <p:nvPr/>
        </p:nvSpPr>
        <p:spPr bwMode="gray">
          <a:xfrm>
            <a:off x="9736342" y="1031744"/>
            <a:ext cx="2007509" cy="785339"/>
          </a:xfrm>
          <a:custGeom>
            <a:avLst/>
            <a:gdLst>
              <a:gd name="connsiteX0" fmla="*/ 0 w 2007509"/>
              <a:gd name="connsiteY0" fmla="*/ 0 h 785339"/>
              <a:gd name="connsiteX1" fmla="*/ 0 w 2007509"/>
              <a:gd name="connsiteY1" fmla="*/ 0 h 785339"/>
              <a:gd name="connsiteX2" fmla="*/ 521952 w 2007509"/>
              <a:gd name="connsiteY2" fmla="*/ 0 h 785339"/>
              <a:gd name="connsiteX3" fmla="*/ 963604 w 2007509"/>
              <a:gd name="connsiteY3" fmla="*/ 0 h 785339"/>
              <a:gd name="connsiteX4" fmla="*/ 1425331 w 2007509"/>
              <a:gd name="connsiteY4" fmla="*/ 0 h 785339"/>
              <a:gd name="connsiteX5" fmla="*/ 2007509 w 2007509"/>
              <a:gd name="connsiteY5" fmla="*/ 0 h 785339"/>
              <a:gd name="connsiteX6" fmla="*/ 2007509 w 2007509"/>
              <a:gd name="connsiteY6" fmla="*/ 0 h 785339"/>
              <a:gd name="connsiteX7" fmla="*/ 2007509 w 2007509"/>
              <a:gd name="connsiteY7" fmla="*/ 369109 h 785339"/>
              <a:gd name="connsiteX8" fmla="*/ 2007509 w 2007509"/>
              <a:gd name="connsiteY8" fmla="*/ 785339 h 785339"/>
              <a:gd name="connsiteX9" fmla="*/ 2007509 w 2007509"/>
              <a:gd name="connsiteY9" fmla="*/ 785339 h 785339"/>
              <a:gd name="connsiteX10" fmla="*/ 1565857 w 2007509"/>
              <a:gd name="connsiteY10" fmla="*/ 785339 h 785339"/>
              <a:gd name="connsiteX11" fmla="*/ 1124205 w 2007509"/>
              <a:gd name="connsiteY11" fmla="*/ 785339 h 785339"/>
              <a:gd name="connsiteX12" fmla="*/ 662478 w 2007509"/>
              <a:gd name="connsiteY12" fmla="*/ 785339 h 785339"/>
              <a:gd name="connsiteX13" fmla="*/ 0 w 2007509"/>
              <a:gd name="connsiteY13" fmla="*/ 785339 h 785339"/>
              <a:gd name="connsiteX14" fmla="*/ 0 w 2007509"/>
              <a:gd name="connsiteY14" fmla="*/ 785339 h 785339"/>
              <a:gd name="connsiteX15" fmla="*/ 0 w 2007509"/>
              <a:gd name="connsiteY15" fmla="*/ 400523 h 785339"/>
              <a:gd name="connsiteX16" fmla="*/ 0 w 2007509"/>
              <a:gd name="connsiteY16" fmla="*/ 0 h 785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7509" h="785339" fill="none" extrusionOk="0">
                <a:moveTo>
                  <a:pt x="0" y="0"/>
                </a:moveTo>
                <a:lnTo>
                  <a:pt x="0" y="0"/>
                </a:lnTo>
                <a:cubicBezTo>
                  <a:pt x="221374" y="-54833"/>
                  <a:pt x="271918" y="11000"/>
                  <a:pt x="521952" y="0"/>
                </a:cubicBezTo>
                <a:cubicBezTo>
                  <a:pt x="771986" y="-11000"/>
                  <a:pt x="868370" y="35643"/>
                  <a:pt x="963604" y="0"/>
                </a:cubicBezTo>
                <a:cubicBezTo>
                  <a:pt x="1058838" y="-35643"/>
                  <a:pt x="1316055" y="34146"/>
                  <a:pt x="1425331" y="0"/>
                </a:cubicBezTo>
                <a:cubicBezTo>
                  <a:pt x="1534607" y="-34146"/>
                  <a:pt x="1762521" y="60229"/>
                  <a:pt x="2007509" y="0"/>
                </a:cubicBezTo>
                <a:lnTo>
                  <a:pt x="2007509" y="0"/>
                </a:lnTo>
                <a:cubicBezTo>
                  <a:pt x="2014438" y="109349"/>
                  <a:pt x="1986863" y="262156"/>
                  <a:pt x="2007509" y="369109"/>
                </a:cubicBezTo>
                <a:cubicBezTo>
                  <a:pt x="2028155" y="476062"/>
                  <a:pt x="1977165" y="645340"/>
                  <a:pt x="2007509" y="785339"/>
                </a:cubicBezTo>
                <a:lnTo>
                  <a:pt x="2007509" y="785339"/>
                </a:lnTo>
                <a:cubicBezTo>
                  <a:pt x="1847240" y="798669"/>
                  <a:pt x="1720085" y="776179"/>
                  <a:pt x="1565857" y="785339"/>
                </a:cubicBezTo>
                <a:cubicBezTo>
                  <a:pt x="1411629" y="794499"/>
                  <a:pt x="1214395" y="752112"/>
                  <a:pt x="1124205" y="785339"/>
                </a:cubicBezTo>
                <a:cubicBezTo>
                  <a:pt x="1034015" y="818566"/>
                  <a:pt x="794509" y="735630"/>
                  <a:pt x="662478" y="785339"/>
                </a:cubicBezTo>
                <a:cubicBezTo>
                  <a:pt x="530447" y="835048"/>
                  <a:pt x="167930" y="726279"/>
                  <a:pt x="0" y="785339"/>
                </a:cubicBezTo>
                <a:lnTo>
                  <a:pt x="0" y="785339"/>
                </a:lnTo>
                <a:cubicBezTo>
                  <a:pt x="-17031" y="595049"/>
                  <a:pt x="23633" y="492335"/>
                  <a:pt x="0" y="400523"/>
                </a:cubicBezTo>
                <a:cubicBezTo>
                  <a:pt x="-23633" y="308711"/>
                  <a:pt x="18100" y="174097"/>
                  <a:pt x="0" y="0"/>
                </a:cubicBezTo>
                <a:close/>
              </a:path>
              <a:path w="2007509" h="785339" stroke="0" extrusionOk="0">
                <a:moveTo>
                  <a:pt x="0" y="0"/>
                </a:moveTo>
                <a:lnTo>
                  <a:pt x="0" y="0"/>
                </a:lnTo>
                <a:cubicBezTo>
                  <a:pt x="113201" y="-34875"/>
                  <a:pt x="359548" y="46131"/>
                  <a:pt x="501877" y="0"/>
                </a:cubicBezTo>
                <a:cubicBezTo>
                  <a:pt x="644206" y="-46131"/>
                  <a:pt x="799848" y="53540"/>
                  <a:pt x="1023830" y="0"/>
                </a:cubicBezTo>
                <a:cubicBezTo>
                  <a:pt x="1247812" y="-53540"/>
                  <a:pt x="1446389" y="36008"/>
                  <a:pt x="1565857" y="0"/>
                </a:cubicBezTo>
                <a:cubicBezTo>
                  <a:pt x="1685325" y="-36008"/>
                  <a:pt x="1810284" y="35290"/>
                  <a:pt x="2007509" y="0"/>
                </a:cubicBezTo>
                <a:lnTo>
                  <a:pt x="2007509" y="0"/>
                </a:lnTo>
                <a:cubicBezTo>
                  <a:pt x="2044906" y="170872"/>
                  <a:pt x="1982389" y="263364"/>
                  <a:pt x="2007509" y="376963"/>
                </a:cubicBezTo>
                <a:cubicBezTo>
                  <a:pt x="2032629" y="490562"/>
                  <a:pt x="1984013" y="637152"/>
                  <a:pt x="2007509" y="785339"/>
                </a:cubicBezTo>
                <a:lnTo>
                  <a:pt x="2007509" y="785339"/>
                </a:lnTo>
                <a:cubicBezTo>
                  <a:pt x="1894757" y="818364"/>
                  <a:pt x="1765842" y="775833"/>
                  <a:pt x="1565857" y="785339"/>
                </a:cubicBezTo>
                <a:cubicBezTo>
                  <a:pt x="1365872" y="794845"/>
                  <a:pt x="1320487" y="745104"/>
                  <a:pt x="1124205" y="785339"/>
                </a:cubicBezTo>
                <a:cubicBezTo>
                  <a:pt x="927923" y="825574"/>
                  <a:pt x="738201" y="776312"/>
                  <a:pt x="582178" y="785339"/>
                </a:cubicBezTo>
                <a:cubicBezTo>
                  <a:pt x="426155" y="794366"/>
                  <a:pt x="145718" y="743633"/>
                  <a:pt x="0" y="785339"/>
                </a:cubicBezTo>
                <a:lnTo>
                  <a:pt x="0" y="785339"/>
                </a:lnTo>
                <a:cubicBezTo>
                  <a:pt x="-20802" y="652377"/>
                  <a:pt x="36835" y="554375"/>
                  <a:pt x="0" y="392670"/>
                </a:cubicBezTo>
                <a:cubicBezTo>
                  <a:pt x="-36835" y="230965"/>
                  <a:pt x="42904" y="177561"/>
                  <a:pt x="0" y="0"/>
                </a:cubicBezTo>
                <a:close/>
              </a:path>
            </a:pathLst>
          </a:custGeom>
          <a:solidFill>
            <a:schemeClr val="accent3"/>
          </a:solidFill>
          <a:ln w="19050" algn="ctr">
            <a:solidFill>
              <a:schemeClr val="bg1"/>
            </a:solidFill>
            <a:miter lim="800000"/>
            <a:headEnd/>
            <a:tailEnd/>
            <a:extLst>
              <a:ext uri="{C807C97D-BFC1-408E-A445-0C87EB9F89A2}">
                <ask:lineSketchStyleProps xmlns:ask="http://schemas.microsoft.com/office/drawing/2018/sketchyshapes" sd="2287336146">
                  <a:prstGeom prst="roundRect">
                    <a:avLst>
                      <a:gd name="adj" fmla="val 0"/>
                    </a:avLst>
                  </a:prstGeom>
                  <ask:type>
                    <ask:lineSketchScribble/>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Preferred unbundling option? Power &amp; Non-Power? or any other? </a:t>
            </a:r>
          </a:p>
        </p:txBody>
      </p:sp>
      <p:sp>
        <p:nvSpPr>
          <p:cNvPr id="122" name="Rectangle: Rounded Corners 121">
            <a:extLst>
              <a:ext uri="{FF2B5EF4-FFF2-40B4-BE49-F238E27FC236}">
                <a16:creationId xmlns:a16="http://schemas.microsoft.com/office/drawing/2014/main" id="{C0AB3935-F5F6-F8BB-C3A9-91DDD499529B}"/>
              </a:ext>
            </a:extLst>
          </p:cNvPr>
          <p:cNvSpPr/>
          <p:nvPr/>
        </p:nvSpPr>
        <p:spPr bwMode="gray">
          <a:xfrm>
            <a:off x="9734856" y="1952352"/>
            <a:ext cx="2007509" cy="746524"/>
          </a:xfrm>
          <a:custGeom>
            <a:avLst/>
            <a:gdLst>
              <a:gd name="connsiteX0" fmla="*/ 0 w 2007509"/>
              <a:gd name="connsiteY0" fmla="*/ 0 h 746524"/>
              <a:gd name="connsiteX1" fmla="*/ 0 w 2007509"/>
              <a:gd name="connsiteY1" fmla="*/ 0 h 746524"/>
              <a:gd name="connsiteX2" fmla="*/ 521952 w 2007509"/>
              <a:gd name="connsiteY2" fmla="*/ 0 h 746524"/>
              <a:gd name="connsiteX3" fmla="*/ 963604 w 2007509"/>
              <a:gd name="connsiteY3" fmla="*/ 0 h 746524"/>
              <a:gd name="connsiteX4" fmla="*/ 1425331 w 2007509"/>
              <a:gd name="connsiteY4" fmla="*/ 0 h 746524"/>
              <a:gd name="connsiteX5" fmla="*/ 2007509 w 2007509"/>
              <a:gd name="connsiteY5" fmla="*/ 0 h 746524"/>
              <a:gd name="connsiteX6" fmla="*/ 2007509 w 2007509"/>
              <a:gd name="connsiteY6" fmla="*/ 0 h 746524"/>
              <a:gd name="connsiteX7" fmla="*/ 2007509 w 2007509"/>
              <a:gd name="connsiteY7" fmla="*/ 350866 h 746524"/>
              <a:gd name="connsiteX8" fmla="*/ 2007509 w 2007509"/>
              <a:gd name="connsiteY8" fmla="*/ 746524 h 746524"/>
              <a:gd name="connsiteX9" fmla="*/ 2007509 w 2007509"/>
              <a:gd name="connsiteY9" fmla="*/ 746524 h 746524"/>
              <a:gd name="connsiteX10" fmla="*/ 1565857 w 2007509"/>
              <a:gd name="connsiteY10" fmla="*/ 746524 h 746524"/>
              <a:gd name="connsiteX11" fmla="*/ 1124205 w 2007509"/>
              <a:gd name="connsiteY11" fmla="*/ 746524 h 746524"/>
              <a:gd name="connsiteX12" fmla="*/ 662478 w 2007509"/>
              <a:gd name="connsiteY12" fmla="*/ 746524 h 746524"/>
              <a:gd name="connsiteX13" fmla="*/ 0 w 2007509"/>
              <a:gd name="connsiteY13" fmla="*/ 746524 h 746524"/>
              <a:gd name="connsiteX14" fmla="*/ 0 w 2007509"/>
              <a:gd name="connsiteY14" fmla="*/ 746524 h 746524"/>
              <a:gd name="connsiteX15" fmla="*/ 0 w 2007509"/>
              <a:gd name="connsiteY15" fmla="*/ 380727 h 746524"/>
              <a:gd name="connsiteX16" fmla="*/ 0 w 2007509"/>
              <a:gd name="connsiteY16" fmla="*/ 0 h 74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7509" h="746524" fill="none" extrusionOk="0">
                <a:moveTo>
                  <a:pt x="0" y="0"/>
                </a:moveTo>
                <a:lnTo>
                  <a:pt x="0" y="0"/>
                </a:lnTo>
                <a:cubicBezTo>
                  <a:pt x="221374" y="-54833"/>
                  <a:pt x="271918" y="11000"/>
                  <a:pt x="521952" y="0"/>
                </a:cubicBezTo>
                <a:cubicBezTo>
                  <a:pt x="771986" y="-11000"/>
                  <a:pt x="868370" y="35643"/>
                  <a:pt x="963604" y="0"/>
                </a:cubicBezTo>
                <a:cubicBezTo>
                  <a:pt x="1058838" y="-35643"/>
                  <a:pt x="1316055" y="34146"/>
                  <a:pt x="1425331" y="0"/>
                </a:cubicBezTo>
                <a:cubicBezTo>
                  <a:pt x="1534607" y="-34146"/>
                  <a:pt x="1762521" y="60229"/>
                  <a:pt x="2007509" y="0"/>
                </a:cubicBezTo>
                <a:lnTo>
                  <a:pt x="2007509" y="0"/>
                </a:lnTo>
                <a:cubicBezTo>
                  <a:pt x="2009660" y="139314"/>
                  <a:pt x="1978061" y="213928"/>
                  <a:pt x="2007509" y="350866"/>
                </a:cubicBezTo>
                <a:cubicBezTo>
                  <a:pt x="2036957" y="487804"/>
                  <a:pt x="1993454" y="577329"/>
                  <a:pt x="2007509" y="746524"/>
                </a:cubicBezTo>
                <a:lnTo>
                  <a:pt x="2007509" y="746524"/>
                </a:lnTo>
                <a:cubicBezTo>
                  <a:pt x="1847240" y="759854"/>
                  <a:pt x="1720085" y="737364"/>
                  <a:pt x="1565857" y="746524"/>
                </a:cubicBezTo>
                <a:cubicBezTo>
                  <a:pt x="1411629" y="755684"/>
                  <a:pt x="1214395" y="713297"/>
                  <a:pt x="1124205" y="746524"/>
                </a:cubicBezTo>
                <a:cubicBezTo>
                  <a:pt x="1034015" y="779751"/>
                  <a:pt x="794509" y="696815"/>
                  <a:pt x="662478" y="746524"/>
                </a:cubicBezTo>
                <a:cubicBezTo>
                  <a:pt x="530447" y="796233"/>
                  <a:pt x="167930" y="687464"/>
                  <a:pt x="0" y="746524"/>
                </a:cubicBezTo>
                <a:lnTo>
                  <a:pt x="0" y="746524"/>
                </a:lnTo>
                <a:cubicBezTo>
                  <a:pt x="-38402" y="573851"/>
                  <a:pt x="8730" y="485027"/>
                  <a:pt x="0" y="380727"/>
                </a:cubicBezTo>
                <a:cubicBezTo>
                  <a:pt x="-8730" y="276427"/>
                  <a:pt x="19808" y="160033"/>
                  <a:pt x="0" y="0"/>
                </a:cubicBezTo>
                <a:close/>
              </a:path>
              <a:path w="2007509" h="746524" stroke="0" extrusionOk="0">
                <a:moveTo>
                  <a:pt x="0" y="0"/>
                </a:moveTo>
                <a:lnTo>
                  <a:pt x="0" y="0"/>
                </a:lnTo>
                <a:cubicBezTo>
                  <a:pt x="113201" y="-34875"/>
                  <a:pt x="359548" y="46131"/>
                  <a:pt x="501877" y="0"/>
                </a:cubicBezTo>
                <a:cubicBezTo>
                  <a:pt x="644206" y="-46131"/>
                  <a:pt x="799848" y="53540"/>
                  <a:pt x="1023830" y="0"/>
                </a:cubicBezTo>
                <a:cubicBezTo>
                  <a:pt x="1247812" y="-53540"/>
                  <a:pt x="1446389" y="36008"/>
                  <a:pt x="1565857" y="0"/>
                </a:cubicBezTo>
                <a:cubicBezTo>
                  <a:pt x="1685325" y="-36008"/>
                  <a:pt x="1810284" y="35290"/>
                  <a:pt x="2007509" y="0"/>
                </a:cubicBezTo>
                <a:lnTo>
                  <a:pt x="2007509" y="0"/>
                </a:lnTo>
                <a:cubicBezTo>
                  <a:pt x="2039248" y="83760"/>
                  <a:pt x="2000994" y="255657"/>
                  <a:pt x="2007509" y="358332"/>
                </a:cubicBezTo>
                <a:cubicBezTo>
                  <a:pt x="2014024" y="461007"/>
                  <a:pt x="1997669" y="620352"/>
                  <a:pt x="2007509" y="746524"/>
                </a:cubicBezTo>
                <a:lnTo>
                  <a:pt x="2007509" y="746524"/>
                </a:lnTo>
                <a:cubicBezTo>
                  <a:pt x="1894757" y="779549"/>
                  <a:pt x="1765842" y="737018"/>
                  <a:pt x="1565857" y="746524"/>
                </a:cubicBezTo>
                <a:cubicBezTo>
                  <a:pt x="1365872" y="756030"/>
                  <a:pt x="1320487" y="706289"/>
                  <a:pt x="1124205" y="746524"/>
                </a:cubicBezTo>
                <a:cubicBezTo>
                  <a:pt x="927923" y="786759"/>
                  <a:pt x="738201" y="737497"/>
                  <a:pt x="582178" y="746524"/>
                </a:cubicBezTo>
                <a:cubicBezTo>
                  <a:pt x="426155" y="755551"/>
                  <a:pt x="145718" y="704818"/>
                  <a:pt x="0" y="746524"/>
                </a:cubicBezTo>
                <a:lnTo>
                  <a:pt x="0" y="746524"/>
                </a:lnTo>
                <a:cubicBezTo>
                  <a:pt x="-14426" y="566117"/>
                  <a:pt x="4765" y="474668"/>
                  <a:pt x="0" y="373262"/>
                </a:cubicBezTo>
                <a:cubicBezTo>
                  <a:pt x="-4765" y="271856"/>
                  <a:pt x="7288" y="76165"/>
                  <a:pt x="0" y="0"/>
                </a:cubicBezTo>
                <a:close/>
              </a:path>
            </a:pathLst>
          </a:custGeom>
          <a:solidFill>
            <a:srgbClr val="007680"/>
          </a:solidFill>
          <a:ln w="19050" algn="ctr">
            <a:solidFill>
              <a:schemeClr val="bg1"/>
            </a:solidFill>
            <a:miter lim="800000"/>
            <a:headEnd/>
            <a:tailEnd/>
            <a:extLst>
              <a:ext uri="{C807C97D-BFC1-408E-A445-0C87EB9F89A2}">
                <ask:lineSketchStyleProps xmlns:ask="http://schemas.microsoft.com/office/drawing/2018/sketchyshapes" sd="2287336146">
                  <a:prstGeom prst="roundRect">
                    <a:avLst>
                      <a:gd name="adj" fmla="val 0"/>
                    </a:avLst>
                  </a:prstGeom>
                  <ask:type>
                    <ask:lineSketchScribble/>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Statutory Positioning (DVC Act, Electricity Act, Companies Act)?</a:t>
            </a:r>
          </a:p>
        </p:txBody>
      </p:sp>
      <p:sp>
        <p:nvSpPr>
          <p:cNvPr id="123" name="Rectangle: Rounded Corners 122">
            <a:extLst>
              <a:ext uri="{FF2B5EF4-FFF2-40B4-BE49-F238E27FC236}">
                <a16:creationId xmlns:a16="http://schemas.microsoft.com/office/drawing/2014/main" id="{19506FF4-AED5-4DCE-FC94-A067B1FE7ED1}"/>
              </a:ext>
            </a:extLst>
          </p:cNvPr>
          <p:cNvSpPr/>
          <p:nvPr/>
        </p:nvSpPr>
        <p:spPr bwMode="gray">
          <a:xfrm>
            <a:off x="9712914" y="2818039"/>
            <a:ext cx="2007509" cy="610961"/>
          </a:xfrm>
          <a:custGeom>
            <a:avLst/>
            <a:gdLst>
              <a:gd name="connsiteX0" fmla="*/ 0 w 2007509"/>
              <a:gd name="connsiteY0" fmla="*/ 0 h 610961"/>
              <a:gd name="connsiteX1" fmla="*/ 0 w 2007509"/>
              <a:gd name="connsiteY1" fmla="*/ 0 h 610961"/>
              <a:gd name="connsiteX2" fmla="*/ 521952 w 2007509"/>
              <a:gd name="connsiteY2" fmla="*/ 0 h 610961"/>
              <a:gd name="connsiteX3" fmla="*/ 963604 w 2007509"/>
              <a:gd name="connsiteY3" fmla="*/ 0 h 610961"/>
              <a:gd name="connsiteX4" fmla="*/ 1425331 w 2007509"/>
              <a:gd name="connsiteY4" fmla="*/ 0 h 610961"/>
              <a:gd name="connsiteX5" fmla="*/ 2007509 w 2007509"/>
              <a:gd name="connsiteY5" fmla="*/ 0 h 610961"/>
              <a:gd name="connsiteX6" fmla="*/ 2007509 w 2007509"/>
              <a:gd name="connsiteY6" fmla="*/ 0 h 610961"/>
              <a:gd name="connsiteX7" fmla="*/ 2007509 w 2007509"/>
              <a:gd name="connsiteY7" fmla="*/ 287152 h 610961"/>
              <a:gd name="connsiteX8" fmla="*/ 2007509 w 2007509"/>
              <a:gd name="connsiteY8" fmla="*/ 610961 h 610961"/>
              <a:gd name="connsiteX9" fmla="*/ 2007509 w 2007509"/>
              <a:gd name="connsiteY9" fmla="*/ 610961 h 610961"/>
              <a:gd name="connsiteX10" fmla="*/ 1565857 w 2007509"/>
              <a:gd name="connsiteY10" fmla="*/ 610961 h 610961"/>
              <a:gd name="connsiteX11" fmla="*/ 1124205 w 2007509"/>
              <a:gd name="connsiteY11" fmla="*/ 610961 h 610961"/>
              <a:gd name="connsiteX12" fmla="*/ 662478 w 2007509"/>
              <a:gd name="connsiteY12" fmla="*/ 610961 h 610961"/>
              <a:gd name="connsiteX13" fmla="*/ 0 w 2007509"/>
              <a:gd name="connsiteY13" fmla="*/ 610961 h 610961"/>
              <a:gd name="connsiteX14" fmla="*/ 0 w 2007509"/>
              <a:gd name="connsiteY14" fmla="*/ 610961 h 610961"/>
              <a:gd name="connsiteX15" fmla="*/ 0 w 2007509"/>
              <a:gd name="connsiteY15" fmla="*/ 311590 h 610961"/>
              <a:gd name="connsiteX16" fmla="*/ 0 w 2007509"/>
              <a:gd name="connsiteY16" fmla="*/ 0 h 6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7509" h="610961" fill="none" extrusionOk="0">
                <a:moveTo>
                  <a:pt x="0" y="0"/>
                </a:moveTo>
                <a:lnTo>
                  <a:pt x="0" y="0"/>
                </a:lnTo>
                <a:cubicBezTo>
                  <a:pt x="221374" y="-54833"/>
                  <a:pt x="271918" y="11000"/>
                  <a:pt x="521952" y="0"/>
                </a:cubicBezTo>
                <a:cubicBezTo>
                  <a:pt x="771986" y="-11000"/>
                  <a:pt x="868370" y="35643"/>
                  <a:pt x="963604" y="0"/>
                </a:cubicBezTo>
                <a:cubicBezTo>
                  <a:pt x="1058838" y="-35643"/>
                  <a:pt x="1316055" y="34146"/>
                  <a:pt x="1425331" y="0"/>
                </a:cubicBezTo>
                <a:cubicBezTo>
                  <a:pt x="1534607" y="-34146"/>
                  <a:pt x="1762521" y="60229"/>
                  <a:pt x="2007509" y="0"/>
                </a:cubicBezTo>
                <a:lnTo>
                  <a:pt x="2007509" y="0"/>
                </a:lnTo>
                <a:cubicBezTo>
                  <a:pt x="2030036" y="135838"/>
                  <a:pt x="1974208" y="180251"/>
                  <a:pt x="2007509" y="287152"/>
                </a:cubicBezTo>
                <a:cubicBezTo>
                  <a:pt x="2040810" y="394053"/>
                  <a:pt x="1996786" y="470351"/>
                  <a:pt x="2007509" y="610961"/>
                </a:cubicBezTo>
                <a:lnTo>
                  <a:pt x="2007509" y="610961"/>
                </a:lnTo>
                <a:cubicBezTo>
                  <a:pt x="1847240" y="624291"/>
                  <a:pt x="1720085" y="601801"/>
                  <a:pt x="1565857" y="610961"/>
                </a:cubicBezTo>
                <a:cubicBezTo>
                  <a:pt x="1411629" y="620121"/>
                  <a:pt x="1214395" y="577734"/>
                  <a:pt x="1124205" y="610961"/>
                </a:cubicBezTo>
                <a:cubicBezTo>
                  <a:pt x="1034015" y="644188"/>
                  <a:pt x="794509" y="561252"/>
                  <a:pt x="662478" y="610961"/>
                </a:cubicBezTo>
                <a:cubicBezTo>
                  <a:pt x="530447" y="660670"/>
                  <a:pt x="167930" y="551901"/>
                  <a:pt x="0" y="610961"/>
                </a:cubicBezTo>
                <a:lnTo>
                  <a:pt x="0" y="610961"/>
                </a:lnTo>
                <a:cubicBezTo>
                  <a:pt x="-34776" y="479916"/>
                  <a:pt x="31296" y="377988"/>
                  <a:pt x="0" y="311590"/>
                </a:cubicBezTo>
                <a:cubicBezTo>
                  <a:pt x="-31296" y="245192"/>
                  <a:pt x="12859" y="129811"/>
                  <a:pt x="0" y="0"/>
                </a:cubicBezTo>
                <a:close/>
              </a:path>
              <a:path w="2007509" h="610961" stroke="0" extrusionOk="0">
                <a:moveTo>
                  <a:pt x="0" y="0"/>
                </a:moveTo>
                <a:lnTo>
                  <a:pt x="0" y="0"/>
                </a:lnTo>
                <a:cubicBezTo>
                  <a:pt x="113201" y="-34875"/>
                  <a:pt x="359548" y="46131"/>
                  <a:pt x="501877" y="0"/>
                </a:cubicBezTo>
                <a:cubicBezTo>
                  <a:pt x="644206" y="-46131"/>
                  <a:pt x="799848" y="53540"/>
                  <a:pt x="1023830" y="0"/>
                </a:cubicBezTo>
                <a:cubicBezTo>
                  <a:pt x="1247812" y="-53540"/>
                  <a:pt x="1446389" y="36008"/>
                  <a:pt x="1565857" y="0"/>
                </a:cubicBezTo>
                <a:cubicBezTo>
                  <a:pt x="1685325" y="-36008"/>
                  <a:pt x="1810284" y="35290"/>
                  <a:pt x="2007509" y="0"/>
                </a:cubicBezTo>
                <a:lnTo>
                  <a:pt x="2007509" y="0"/>
                </a:lnTo>
                <a:cubicBezTo>
                  <a:pt x="2037413" y="70013"/>
                  <a:pt x="1976912" y="176561"/>
                  <a:pt x="2007509" y="293261"/>
                </a:cubicBezTo>
                <a:cubicBezTo>
                  <a:pt x="2038106" y="409961"/>
                  <a:pt x="1982468" y="520950"/>
                  <a:pt x="2007509" y="610961"/>
                </a:cubicBezTo>
                <a:lnTo>
                  <a:pt x="2007509" y="610961"/>
                </a:lnTo>
                <a:cubicBezTo>
                  <a:pt x="1894757" y="643986"/>
                  <a:pt x="1765842" y="601455"/>
                  <a:pt x="1565857" y="610961"/>
                </a:cubicBezTo>
                <a:cubicBezTo>
                  <a:pt x="1365872" y="620467"/>
                  <a:pt x="1320487" y="570726"/>
                  <a:pt x="1124205" y="610961"/>
                </a:cubicBezTo>
                <a:cubicBezTo>
                  <a:pt x="927923" y="651196"/>
                  <a:pt x="738201" y="601934"/>
                  <a:pt x="582178" y="610961"/>
                </a:cubicBezTo>
                <a:cubicBezTo>
                  <a:pt x="426155" y="619988"/>
                  <a:pt x="145718" y="569255"/>
                  <a:pt x="0" y="610961"/>
                </a:cubicBezTo>
                <a:lnTo>
                  <a:pt x="0" y="610961"/>
                </a:lnTo>
                <a:cubicBezTo>
                  <a:pt x="-32895" y="534140"/>
                  <a:pt x="7920" y="429038"/>
                  <a:pt x="0" y="305481"/>
                </a:cubicBezTo>
                <a:cubicBezTo>
                  <a:pt x="-7920" y="181924"/>
                  <a:pt x="30912" y="66275"/>
                  <a:pt x="0" y="0"/>
                </a:cubicBezTo>
                <a:close/>
              </a:path>
            </a:pathLst>
          </a:custGeom>
          <a:solidFill>
            <a:schemeClr val="accent4">
              <a:lumMod val="50000"/>
            </a:schemeClr>
          </a:solidFill>
          <a:ln w="19050" algn="ctr">
            <a:solidFill>
              <a:schemeClr val="bg1"/>
            </a:solidFill>
            <a:miter lim="800000"/>
            <a:headEnd/>
            <a:tailEnd/>
            <a:extLst>
              <a:ext uri="{C807C97D-BFC1-408E-A445-0C87EB9F89A2}">
                <ask:lineSketchStyleProps xmlns:ask="http://schemas.microsoft.com/office/drawing/2018/sketchyshapes" sd="2287336146">
                  <a:prstGeom prst="roundRect">
                    <a:avLst>
                      <a:gd name="adj" fmla="val 0"/>
                    </a:avLst>
                  </a:prstGeom>
                  <ask:type>
                    <ask:lineSketchScribble/>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Thoughts on Ownership Structure (JV, Hold Co., SBU)? </a:t>
            </a:r>
          </a:p>
        </p:txBody>
      </p:sp>
      <p:sp>
        <p:nvSpPr>
          <p:cNvPr id="124" name="Rectangle: Rounded Corners 123">
            <a:extLst>
              <a:ext uri="{FF2B5EF4-FFF2-40B4-BE49-F238E27FC236}">
                <a16:creationId xmlns:a16="http://schemas.microsoft.com/office/drawing/2014/main" id="{A8B63BEB-94A3-1147-2C1D-D3257FA95BEB}"/>
              </a:ext>
            </a:extLst>
          </p:cNvPr>
          <p:cNvSpPr/>
          <p:nvPr/>
        </p:nvSpPr>
        <p:spPr bwMode="gray">
          <a:xfrm>
            <a:off x="9761391" y="3589233"/>
            <a:ext cx="2007509" cy="513384"/>
          </a:xfrm>
          <a:custGeom>
            <a:avLst/>
            <a:gdLst>
              <a:gd name="connsiteX0" fmla="*/ 0 w 2007509"/>
              <a:gd name="connsiteY0" fmla="*/ 0 h 513384"/>
              <a:gd name="connsiteX1" fmla="*/ 0 w 2007509"/>
              <a:gd name="connsiteY1" fmla="*/ 0 h 513384"/>
              <a:gd name="connsiteX2" fmla="*/ 501877 w 2007509"/>
              <a:gd name="connsiteY2" fmla="*/ 0 h 513384"/>
              <a:gd name="connsiteX3" fmla="*/ 1023830 w 2007509"/>
              <a:gd name="connsiteY3" fmla="*/ 0 h 513384"/>
              <a:gd name="connsiteX4" fmla="*/ 1525707 w 2007509"/>
              <a:gd name="connsiteY4" fmla="*/ 0 h 513384"/>
              <a:gd name="connsiteX5" fmla="*/ 2007509 w 2007509"/>
              <a:gd name="connsiteY5" fmla="*/ 0 h 513384"/>
              <a:gd name="connsiteX6" fmla="*/ 2007509 w 2007509"/>
              <a:gd name="connsiteY6" fmla="*/ 0 h 513384"/>
              <a:gd name="connsiteX7" fmla="*/ 2007509 w 2007509"/>
              <a:gd name="connsiteY7" fmla="*/ 513384 h 513384"/>
              <a:gd name="connsiteX8" fmla="*/ 2007509 w 2007509"/>
              <a:gd name="connsiteY8" fmla="*/ 513384 h 513384"/>
              <a:gd name="connsiteX9" fmla="*/ 1505632 w 2007509"/>
              <a:gd name="connsiteY9" fmla="*/ 513384 h 513384"/>
              <a:gd name="connsiteX10" fmla="*/ 1023830 w 2007509"/>
              <a:gd name="connsiteY10" fmla="*/ 513384 h 513384"/>
              <a:gd name="connsiteX11" fmla="*/ 542027 w 2007509"/>
              <a:gd name="connsiteY11" fmla="*/ 513384 h 513384"/>
              <a:gd name="connsiteX12" fmla="*/ 0 w 2007509"/>
              <a:gd name="connsiteY12" fmla="*/ 513384 h 513384"/>
              <a:gd name="connsiteX13" fmla="*/ 0 w 2007509"/>
              <a:gd name="connsiteY13" fmla="*/ 513384 h 513384"/>
              <a:gd name="connsiteX14" fmla="*/ 0 w 2007509"/>
              <a:gd name="connsiteY14" fmla="*/ 0 h 51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7509" h="513384" fill="none" extrusionOk="0">
                <a:moveTo>
                  <a:pt x="0" y="0"/>
                </a:moveTo>
                <a:lnTo>
                  <a:pt x="0" y="0"/>
                </a:lnTo>
                <a:cubicBezTo>
                  <a:pt x="185760" y="-13389"/>
                  <a:pt x="268209" y="43759"/>
                  <a:pt x="501877" y="0"/>
                </a:cubicBezTo>
                <a:cubicBezTo>
                  <a:pt x="735545" y="-43759"/>
                  <a:pt x="872866" y="10331"/>
                  <a:pt x="1023830" y="0"/>
                </a:cubicBezTo>
                <a:cubicBezTo>
                  <a:pt x="1174794" y="-10331"/>
                  <a:pt x="1297063" y="49465"/>
                  <a:pt x="1525707" y="0"/>
                </a:cubicBezTo>
                <a:cubicBezTo>
                  <a:pt x="1754351" y="-49465"/>
                  <a:pt x="1771902" y="3124"/>
                  <a:pt x="2007509" y="0"/>
                </a:cubicBezTo>
                <a:lnTo>
                  <a:pt x="2007509" y="0"/>
                </a:lnTo>
                <a:cubicBezTo>
                  <a:pt x="2034822" y="182693"/>
                  <a:pt x="1982632" y="355941"/>
                  <a:pt x="2007509" y="513384"/>
                </a:cubicBezTo>
                <a:lnTo>
                  <a:pt x="2007509" y="513384"/>
                </a:lnTo>
                <a:cubicBezTo>
                  <a:pt x="1810055" y="549482"/>
                  <a:pt x="1636520" y="456826"/>
                  <a:pt x="1505632" y="513384"/>
                </a:cubicBezTo>
                <a:cubicBezTo>
                  <a:pt x="1374744" y="569942"/>
                  <a:pt x="1168175" y="507292"/>
                  <a:pt x="1023830" y="513384"/>
                </a:cubicBezTo>
                <a:cubicBezTo>
                  <a:pt x="879485" y="519476"/>
                  <a:pt x="749879" y="510755"/>
                  <a:pt x="542027" y="513384"/>
                </a:cubicBezTo>
                <a:cubicBezTo>
                  <a:pt x="334175" y="516013"/>
                  <a:pt x="148546" y="508537"/>
                  <a:pt x="0" y="513384"/>
                </a:cubicBezTo>
                <a:lnTo>
                  <a:pt x="0" y="513384"/>
                </a:lnTo>
                <a:cubicBezTo>
                  <a:pt x="-52173" y="356638"/>
                  <a:pt x="37088" y="143321"/>
                  <a:pt x="0" y="0"/>
                </a:cubicBezTo>
                <a:close/>
              </a:path>
              <a:path w="2007509" h="513384" stroke="0" extrusionOk="0">
                <a:moveTo>
                  <a:pt x="0" y="0"/>
                </a:moveTo>
                <a:lnTo>
                  <a:pt x="0" y="0"/>
                </a:lnTo>
                <a:cubicBezTo>
                  <a:pt x="113201" y="-34875"/>
                  <a:pt x="359548" y="46131"/>
                  <a:pt x="501877" y="0"/>
                </a:cubicBezTo>
                <a:cubicBezTo>
                  <a:pt x="644206" y="-46131"/>
                  <a:pt x="799848" y="53540"/>
                  <a:pt x="1023830" y="0"/>
                </a:cubicBezTo>
                <a:cubicBezTo>
                  <a:pt x="1247812" y="-53540"/>
                  <a:pt x="1446389" y="36008"/>
                  <a:pt x="1565857" y="0"/>
                </a:cubicBezTo>
                <a:cubicBezTo>
                  <a:pt x="1685325" y="-36008"/>
                  <a:pt x="1810284" y="35290"/>
                  <a:pt x="2007509" y="0"/>
                </a:cubicBezTo>
                <a:lnTo>
                  <a:pt x="2007509" y="0"/>
                </a:lnTo>
                <a:cubicBezTo>
                  <a:pt x="2053182" y="168474"/>
                  <a:pt x="1976508" y="271716"/>
                  <a:pt x="2007509" y="513384"/>
                </a:cubicBezTo>
                <a:lnTo>
                  <a:pt x="2007509" y="513384"/>
                </a:lnTo>
                <a:cubicBezTo>
                  <a:pt x="1745047" y="555768"/>
                  <a:pt x="1714817" y="500074"/>
                  <a:pt x="1465482" y="513384"/>
                </a:cubicBezTo>
                <a:cubicBezTo>
                  <a:pt x="1216147" y="526694"/>
                  <a:pt x="1111401" y="451759"/>
                  <a:pt x="943529" y="513384"/>
                </a:cubicBezTo>
                <a:cubicBezTo>
                  <a:pt x="775657" y="575009"/>
                  <a:pt x="698159" y="473149"/>
                  <a:pt x="501877" y="513384"/>
                </a:cubicBezTo>
                <a:cubicBezTo>
                  <a:pt x="305595" y="553619"/>
                  <a:pt x="220864" y="488548"/>
                  <a:pt x="0" y="513384"/>
                </a:cubicBezTo>
                <a:lnTo>
                  <a:pt x="0" y="513384"/>
                </a:lnTo>
                <a:cubicBezTo>
                  <a:pt x="-13652" y="389136"/>
                  <a:pt x="2879" y="108665"/>
                  <a:pt x="0" y="0"/>
                </a:cubicBezTo>
                <a:close/>
              </a:path>
            </a:pathLst>
          </a:custGeom>
          <a:solidFill>
            <a:srgbClr val="005587"/>
          </a:solidFill>
          <a:ln w="19050" algn="ctr">
            <a:solidFill>
              <a:schemeClr val="bg1"/>
            </a:solidFill>
            <a:miter lim="800000"/>
            <a:headEnd/>
            <a:tailEnd/>
            <a:extLst>
              <a:ext uri="{C807C97D-BFC1-408E-A445-0C87EB9F89A2}">
                <ask:lineSketchStyleProps xmlns:ask="http://schemas.microsoft.com/office/drawing/2018/sketchyshapes" sd="2287336146">
                  <a:prstGeom prst="roundRect">
                    <a:avLst>
                      <a:gd name="adj" fmla="val 0"/>
                    </a:avLst>
                  </a:prstGeom>
                  <ask:type>
                    <ask:lineSketchScribble/>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rPr>
              <a:t>Thoughts on Shared Services?</a:t>
            </a:r>
          </a:p>
        </p:txBody>
      </p:sp>
      <p:grpSp>
        <p:nvGrpSpPr>
          <p:cNvPr id="125" name="Group 124">
            <a:extLst>
              <a:ext uri="{FF2B5EF4-FFF2-40B4-BE49-F238E27FC236}">
                <a16:creationId xmlns:a16="http://schemas.microsoft.com/office/drawing/2014/main" id="{0A612FC1-171C-3060-A76D-E34E8F395804}"/>
              </a:ext>
            </a:extLst>
          </p:cNvPr>
          <p:cNvGrpSpPr/>
          <p:nvPr/>
        </p:nvGrpSpPr>
        <p:grpSpPr>
          <a:xfrm>
            <a:off x="5547910" y="1127573"/>
            <a:ext cx="274286" cy="274292"/>
            <a:chOff x="8258262" y="1851625"/>
            <a:chExt cx="313568" cy="313273"/>
          </a:xfrm>
          <a:solidFill>
            <a:schemeClr val="bg1"/>
          </a:solidFill>
        </p:grpSpPr>
        <p:sp>
          <p:nvSpPr>
            <p:cNvPr id="126" name="Graphic 4">
              <a:extLst>
                <a:ext uri="{FF2B5EF4-FFF2-40B4-BE49-F238E27FC236}">
                  <a16:creationId xmlns:a16="http://schemas.microsoft.com/office/drawing/2014/main" id="{2911EF5D-F221-B85B-9D4D-938E93666449}"/>
                </a:ext>
              </a:extLst>
            </p:cNvPr>
            <p:cNvSpPr/>
            <p:nvPr/>
          </p:nvSpPr>
          <p:spPr>
            <a:xfrm>
              <a:off x="8391541" y="2078154"/>
              <a:ext cx="4423" cy="4420"/>
            </a:xfrm>
            <a:custGeom>
              <a:avLst/>
              <a:gdLst>
                <a:gd name="connsiteX0" fmla="*/ 2556 w 5111"/>
                <a:gd name="connsiteY0" fmla="*/ 5107 h 5107"/>
                <a:gd name="connsiteX1" fmla="*/ 5112 w 5111"/>
                <a:gd name="connsiteY1" fmla="*/ 2554 h 5107"/>
                <a:gd name="connsiteX2" fmla="*/ 2556 w 5111"/>
                <a:gd name="connsiteY2" fmla="*/ 0 h 5107"/>
                <a:gd name="connsiteX3" fmla="*/ 0 w 5111"/>
                <a:gd name="connsiteY3" fmla="*/ 2554 h 5107"/>
                <a:gd name="connsiteX4" fmla="*/ 2556 w 5111"/>
                <a:gd name="connsiteY4" fmla="*/ 5107 h 5107"/>
                <a:gd name="connsiteX5" fmla="*/ 2556 w 5111"/>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1" h="5107">
                  <a:moveTo>
                    <a:pt x="2556" y="5107"/>
                  </a:moveTo>
                  <a:cubicBezTo>
                    <a:pt x="3834" y="5107"/>
                    <a:pt x="5112" y="3830"/>
                    <a:pt x="5112" y="2554"/>
                  </a:cubicBezTo>
                  <a:cubicBezTo>
                    <a:pt x="5112" y="1277"/>
                    <a:pt x="3834" y="0"/>
                    <a:pt x="2556" y="0"/>
                  </a:cubicBezTo>
                  <a:cubicBezTo>
                    <a:pt x="1278" y="0"/>
                    <a:pt x="0" y="1277"/>
                    <a:pt x="0" y="2554"/>
                  </a:cubicBezTo>
                  <a:cubicBezTo>
                    <a:pt x="0" y="3830"/>
                    <a:pt x="1278" y="5107"/>
                    <a:pt x="2556" y="5107"/>
                  </a:cubicBezTo>
                  <a:lnTo>
                    <a:pt x="2556" y="510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7" name="Graphic 4">
              <a:extLst>
                <a:ext uri="{FF2B5EF4-FFF2-40B4-BE49-F238E27FC236}">
                  <a16:creationId xmlns:a16="http://schemas.microsoft.com/office/drawing/2014/main" id="{038B7BD0-7D8E-DE81-069A-5C3C470BFFC8}"/>
                </a:ext>
              </a:extLst>
            </p:cNvPr>
            <p:cNvSpPr/>
            <p:nvPr/>
          </p:nvSpPr>
          <p:spPr>
            <a:xfrm>
              <a:off x="8403155" y="2005775"/>
              <a:ext cx="4568" cy="4420"/>
            </a:xfrm>
            <a:custGeom>
              <a:avLst/>
              <a:gdLst>
                <a:gd name="connsiteX0" fmla="*/ 2556 w 5278"/>
                <a:gd name="connsiteY0" fmla="*/ 0 h 5107"/>
                <a:gd name="connsiteX1" fmla="*/ 0 w 5278"/>
                <a:gd name="connsiteY1" fmla="*/ 2554 h 5107"/>
                <a:gd name="connsiteX2" fmla="*/ 2556 w 5278"/>
                <a:gd name="connsiteY2" fmla="*/ 5107 h 5107"/>
                <a:gd name="connsiteX3" fmla="*/ 5112 w 5278"/>
                <a:gd name="connsiteY3" fmla="*/ 2554 h 5107"/>
                <a:gd name="connsiteX4" fmla="*/ 2556 w 5278"/>
                <a:gd name="connsiteY4" fmla="*/ 0 h 5107"/>
                <a:gd name="connsiteX5" fmla="*/ 2556 w 5278"/>
                <a:gd name="connsiteY5" fmla="*/ 0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8" h="5107">
                  <a:moveTo>
                    <a:pt x="2556" y="0"/>
                  </a:moveTo>
                  <a:cubicBezTo>
                    <a:pt x="1278" y="0"/>
                    <a:pt x="0" y="1277"/>
                    <a:pt x="0" y="2554"/>
                  </a:cubicBezTo>
                  <a:cubicBezTo>
                    <a:pt x="0" y="3830"/>
                    <a:pt x="1278" y="5107"/>
                    <a:pt x="2556" y="5107"/>
                  </a:cubicBezTo>
                  <a:cubicBezTo>
                    <a:pt x="3834" y="5107"/>
                    <a:pt x="5112" y="3830"/>
                    <a:pt x="5112" y="2554"/>
                  </a:cubicBezTo>
                  <a:cubicBezTo>
                    <a:pt x="5751" y="1277"/>
                    <a:pt x="4473" y="0"/>
                    <a:pt x="2556" y="0"/>
                  </a:cubicBezTo>
                  <a:lnTo>
                    <a:pt x="2556" y="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8" name="Graphic 4">
              <a:extLst>
                <a:ext uri="{FF2B5EF4-FFF2-40B4-BE49-F238E27FC236}">
                  <a16:creationId xmlns:a16="http://schemas.microsoft.com/office/drawing/2014/main" id="{C45B6405-2854-6790-0856-DF27612E5E13}"/>
                </a:ext>
              </a:extLst>
            </p:cNvPr>
            <p:cNvSpPr/>
            <p:nvPr/>
          </p:nvSpPr>
          <p:spPr>
            <a:xfrm>
              <a:off x="8422920" y="2006328"/>
              <a:ext cx="4568" cy="4420"/>
            </a:xfrm>
            <a:custGeom>
              <a:avLst/>
              <a:gdLst>
                <a:gd name="connsiteX0" fmla="*/ 2722 w 5278"/>
                <a:gd name="connsiteY0" fmla="*/ 5107 h 5107"/>
                <a:gd name="connsiteX1" fmla="*/ 5278 w 5278"/>
                <a:gd name="connsiteY1" fmla="*/ 2554 h 5107"/>
                <a:gd name="connsiteX2" fmla="*/ 2722 w 5278"/>
                <a:gd name="connsiteY2" fmla="*/ 0 h 5107"/>
                <a:gd name="connsiteX3" fmla="*/ 2722 w 5278"/>
                <a:gd name="connsiteY3" fmla="*/ 0 h 5107"/>
                <a:gd name="connsiteX4" fmla="*/ 166 w 5278"/>
                <a:gd name="connsiteY4" fmla="*/ 2554 h 5107"/>
                <a:gd name="connsiteX5" fmla="*/ 2722 w 5278"/>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8" h="5107">
                  <a:moveTo>
                    <a:pt x="2722" y="5107"/>
                  </a:moveTo>
                  <a:cubicBezTo>
                    <a:pt x="4000" y="5107"/>
                    <a:pt x="5278" y="3830"/>
                    <a:pt x="5278" y="2554"/>
                  </a:cubicBezTo>
                  <a:cubicBezTo>
                    <a:pt x="5278" y="1277"/>
                    <a:pt x="4000" y="0"/>
                    <a:pt x="2722" y="0"/>
                  </a:cubicBezTo>
                  <a:lnTo>
                    <a:pt x="2722" y="0"/>
                  </a:lnTo>
                  <a:cubicBezTo>
                    <a:pt x="1444" y="0"/>
                    <a:pt x="166" y="1277"/>
                    <a:pt x="166" y="2554"/>
                  </a:cubicBezTo>
                  <a:cubicBezTo>
                    <a:pt x="-473" y="3830"/>
                    <a:pt x="805" y="5107"/>
                    <a:pt x="2722" y="510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9" name="Graphic 4">
              <a:extLst>
                <a:ext uri="{FF2B5EF4-FFF2-40B4-BE49-F238E27FC236}">
                  <a16:creationId xmlns:a16="http://schemas.microsoft.com/office/drawing/2014/main" id="{8DF355D8-8E59-72DE-8F67-53AB0BB8612A}"/>
                </a:ext>
              </a:extLst>
            </p:cNvPr>
            <p:cNvSpPr/>
            <p:nvPr/>
          </p:nvSpPr>
          <p:spPr>
            <a:xfrm>
              <a:off x="8413110" y="2078154"/>
              <a:ext cx="4423" cy="4420"/>
            </a:xfrm>
            <a:custGeom>
              <a:avLst/>
              <a:gdLst>
                <a:gd name="connsiteX0" fmla="*/ 2556 w 5111"/>
                <a:gd name="connsiteY0" fmla="*/ 5107 h 5107"/>
                <a:gd name="connsiteX1" fmla="*/ 5112 w 5111"/>
                <a:gd name="connsiteY1" fmla="*/ 2554 h 5107"/>
                <a:gd name="connsiteX2" fmla="*/ 2556 w 5111"/>
                <a:gd name="connsiteY2" fmla="*/ 0 h 5107"/>
                <a:gd name="connsiteX3" fmla="*/ 0 w 5111"/>
                <a:gd name="connsiteY3" fmla="*/ 2554 h 5107"/>
                <a:gd name="connsiteX4" fmla="*/ 2556 w 5111"/>
                <a:gd name="connsiteY4" fmla="*/ 5107 h 5107"/>
                <a:gd name="connsiteX5" fmla="*/ 2556 w 5111"/>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1" h="5107">
                  <a:moveTo>
                    <a:pt x="2556" y="5107"/>
                  </a:moveTo>
                  <a:cubicBezTo>
                    <a:pt x="3834" y="5107"/>
                    <a:pt x="5112" y="3830"/>
                    <a:pt x="5112" y="2554"/>
                  </a:cubicBezTo>
                  <a:cubicBezTo>
                    <a:pt x="5112" y="1277"/>
                    <a:pt x="3834" y="0"/>
                    <a:pt x="2556" y="0"/>
                  </a:cubicBezTo>
                  <a:cubicBezTo>
                    <a:pt x="1278" y="0"/>
                    <a:pt x="0" y="1277"/>
                    <a:pt x="0" y="2554"/>
                  </a:cubicBezTo>
                  <a:cubicBezTo>
                    <a:pt x="0" y="3830"/>
                    <a:pt x="1278" y="5107"/>
                    <a:pt x="2556" y="5107"/>
                  </a:cubicBezTo>
                  <a:lnTo>
                    <a:pt x="2556" y="510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 name="Graphic 4">
              <a:extLst>
                <a:ext uri="{FF2B5EF4-FFF2-40B4-BE49-F238E27FC236}">
                  <a16:creationId xmlns:a16="http://schemas.microsoft.com/office/drawing/2014/main" id="{31A7A736-1806-4B48-B4F9-7298CB8DB0DC}"/>
                </a:ext>
              </a:extLst>
            </p:cNvPr>
            <p:cNvSpPr/>
            <p:nvPr/>
          </p:nvSpPr>
          <p:spPr>
            <a:xfrm>
              <a:off x="8434677" y="2078154"/>
              <a:ext cx="4424" cy="4420"/>
            </a:xfrm>
            <a:custGeom>
              <a:avLst/>
              <a:gdLst>
                <a:gd name="connsiteX0" fmla="*/ 2556 w 5112"/>
                <a:gd name="connsiteY0" fmla="*/ 5107 h 5107"/>
                <a:gd name="connsiteX1" fmla="*/ 5112 w 5112"/>
                <a:gd name="connsiteY1" fmla="*/ 2554 h 5107"/>
                <a:gd name="connsiteX2" fmla="*/ 2556 w 5112"/>
                <a:gd name="connsiteY2" fmla="*/ 0 h 5107"/>
                <a:gd name="connsiteX3" fmla="*/ 0 w 5112"/>
                <a:gd name="connsiteY3" fmla="*/ 2554 h 5107"/>
                <a:gd name="connsiteX4" fmla="*/ 2556 w 5112"/>
                <a:gd name="connsiteY4" fmla="*/ 5107 h 5107"/>
                <a:gd name="connsiteX5" fmla="*/ 2556 w 5112"/>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2" h="5107">
                  <a:moveTo>
                    <a:pt x="2556" y="5107"/>
                  </a:moveTo>
                  <a:cubicBezTo>
                    <a:pt x="3834" y="5107"/>
                    <a:pt x="5112" y="3830"/>
                    <a:pt x="5112" y="2554"/>
                  </a:cubicBezTo>
                  <a:cubicBezTo>
                    <a:pt x="5112" y="1277"/>
                    <a:pt x="3834" y="0"/>
                    <a:pt x="2556" y="0"/>
                  </a:cubicBezTo>
                  <a:cubicBezTo>
                    <a:pt x="1278" y="0"/>
                    <a:pt x="0" y="1277"/>
                    <a:pt x="0" y="2554"/>
                  </a:cubicBezTo>
                  <a:cubicBezTo>
                    <a:pt x="0" y="3830"/>
                    <a:pt x="1278" y="5107"/>
                    <a:pt x="2556" y="5107"/>
                  </a:cubicBezTo>
                  <a:lnTo>
                    <a:pt x="2556" y="5107"/>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1" name="Graphic 4">
              <a:extLst>
                <a:ext uri="{FF2B5EF4-FFF2-40B4-BE49-F238E27FC236}">
                  <a16:creationId xmlns:a16="http://schemas.microsoft.com/office/drawing/2014/main" id="{00238FC3-4FE7-8BB4-9D78-3E14B631A2DB}"/>
                </a:ext>
              </a:extLst>
            </p:cNvPr>
            <p:cNvSpPr/>
            <p:nvPr/>
          </p:nvSpPr>
          <p:spPr>
            <a:xfrm>
              <a:off x="8376610" y="2061027"/>
              <a:ext cx="77423" cy="37571"/>
            </a:xfrm>
            <a:custGeom>
              <a:avLst/>
              <a:gdLst>
                <a:gd name="connsiteX0" fmla="*/ 0 w 89459"/>
                <a:gd name="connsiteY0" fmla="*/ 43411 h 43411"/>
                <a:gd name="connsiteX1" fmla="*/ 89459 w 89459"/>
                <a:gd name="connsiteY1" fmla="*/ 43411 h 43411"/>
                <a:gd name="connsiteX2" fmla="*/ 89459 w 89459"/>
                <a:gd name="connsiteY2" fmla="*/ 0 h 43411"/>
                <a:gd name="connsiteX3" fmla="*/ 0 w 89459"/>
                <a:gd name="connsiteY3" fmla="*/ 0 h 43411"/>
                <a:gd name="connsiteX4" fmla="*/ 0 w 89459"/>
                <a:gd name="connsiteY4" fmla="*/ 43411 h 43411"/>
                <a:gd name="connsiteX5" fmla="*/ 69650 w 89459"/>
                <a:gd name="connsiteY5" fmla="*/ 11491 h 43411"/>
                <a:gd name="connsiteX6" fmla="*/ 78596 w 89459"/>
                <a:gd name="connsiteY6" fmla="*/ 22344 h 43411"/>
                <a:gd name="connsiteX7" fmla="*/ 69650 w 89459"/>
                <a:gd name="connsiteY7" fmla="*/ 31281 h 43411"/>
                <a:gd name="connsiteX8" fmla="*/ 58788 w 89459"/>
                <a:gd name="connsiteY8" fmla="*/ 22344 h 43411"/>
                <a:gd name="connsiteX9" fmla="*/ 67733 w 89459"/>
                <a:gd name="connsiteY9" fmla="*/ 11491 h 43411"/>
                <a:gd name="connsiteX10" fmla="*/ 69650 w 89459"/>
                <a:gd name="connsiteY10" fmla="*/ 11491 h 43411"/>
                <a:gd name="connsiteX11" fmla="*/ 44730 w 89459"/>
                <a:gd name="connsiteY11" fmla="*/ 11491 h 43411"/>
                <a:gd name="connsiteX12" fmla="*/ 53675 w 89459"/>
                <a:gd name="connsiteY12" fmla="*/ 22344 h 43411"/>
                <a:gd name="connsiteX13" fmla="*/ 44730 w 89459"/>
                <a:gd name="connsiteY13" fmla="*/ 31281 h 43411"/>
                <a:gd name="connsiteX14" fmla="*/ 33867 w 89459"/>
                <a:gd name="connsiteY14" fmla="*/ 22344 h 43411"/>
                <a:gd name="connsiteX15" fmla="*/ 42813 w 89459"/>
                <a:gd name="connsiteY15" fmla="*/ 11491 h 43411"/>
                <a:gd name="connsiteX16" fmla="*/ 44730 w 89459"/>
                <a:gd name="connsiteY16" fmla="*/ 11491 h 43411"/>
                <a:gd name="connsiteX17" fmla="*/ 19809 w 89459"/>
                <a:gd name="connsiteY17" fmla="*/ 12130 h 43411"/>
                <a:gd name="connsiteX18" fmla="*/ 30033 w 89459"/>
                <a:gd name="connsiteY18" fmla="*/ 22344 h 43411"/>
                <a:gd name="connsiteX19" fmla="*/ 19809 w 89459"/>
                <a:gd name="connsiteY19" fmla="*/ 32558 h 43411"/>
                <a:gd name="connsiteX20" fmla="*/ 9585 w 89459"/>
                <a:gd name="connsiteY20" fmla="*/ 22344 h 43411"/>
                <a:gd name="connsiteX21" fmla="*/ 9585 w 89459"/>
                <a:gd name="connsiteY21" fmla="*/ 22344 h 43411"/>
                <a:gd name="connsiteX22" fmla="*/ 19809 w 89459"/>
                <a:gd name="connsiteY22" fmla="*/ 12130 h 43411"/>
                <a:gd name="connsiteX23" fmla="*/ 19809 w 89459"/>
                <a:gd name="connsiteY23" fmla="*/ 12130 h 4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459" h="43411">
                  <a:moveTo>
                    <a:pt x="0" y="43411"/>
                  </a:moveTo>
                  <a:lnTo>
                    <a:pt x="89459" y="43411"/>
                  </a:lnTo>
                  <a:lnTo>
                    <a:pt x="89459" y="0"/>
                  </a:lnTo>
                  <a:lnTo>
                    <a:pt x="0" y="0"/>
                  </a:lnTo>
                  <a:lnTo>
                    <a:pt x="0" y="43411"/>
                  </a:lnTo>
                  <a:close/>
                  <a:moveTo>
                    <a:pt x="69650" y="11491"/>
                  </a:moveTo>
                  <a:cubicBezTo>
                    <a:pt x="75401" y="12130"/>
                    <a:pt x="79235" y="16598"/>
                    <a:pt x="78596" y="22344"/>
                  </a:cubicBezTo>
                  <a:cubicBezTo>
                    <a:pt x="77957" y="27451"/>
                    <a:pt x="74123" y="31281"/>
                    <a:pt x="69650" y="31281"/>
                  </a:cubicBezTo>
                  <a:cubicBezTo>
                    <a:pt x="63899" y="31920"/>
                    <a:pt x="59427" y="27451"/>
                    <a:pt x="58788" y="22344"/>
                  </a:cubicBezTo>
                  <a:cubicBezTo>
                    <a:pt x="58148" y="16598"/>
                    <a:pt x="62622" y="12130"/>
                    <a:pt x="67733" y="11491"/>
                  </a:cubicBezTo>
                  <a:cubicBezTo>
                    <a:pt x="68372" y="11491"/>
                    <a:pt x="69011" y="11491"/>
                    <a:pt x="69650" y="11491"/>
                  </a:cubicBezTo>
                  <a:close/>
                  <a:moveTo>
                    <a:pt x="44730" y="11491"/>
                  </a:moveTo>
                  <a:cubicBezTo>
                    <a:pt x="50480" y="12130"/>
                    <a:pt x="54314" y="16598"/>
                    <a:pt x="53675" y="22344"/>
                  </a:cubicBezTo>
                  <a:cubicBezTo>
                    <a:pt x="53037" y="27451"/>
                    <a:pt x="49203" y="31281"/>
                    <a:pt x="44730" y="31281"/>
                  </a:cubicBezTo>
                  <a:cubicBezTo>
                    <a:pt x="38979" y="31920"/>
                    <a:pt x="34506" y="27451"/>
                    <a:pt x="33867" y="22344"/>
                  </a:cubicBezTo>
                  <a:cubicBezTo>
                    <a:pt x="33228" y="16598"/>
                    <a:pt x="37701" y="12130"/>
                    <a:pt x="42813" y="11491"/>
                  </a:cubicBezTo>
                  <a:cubicBezTo>
                    <a:pt x="44091" y="11491"/>
                    <a:pt x="44091" y="11491"/>
                    <a:pt x="44730" y="11491"/>
                  </a:cubicBezTo>
                  <a:close/>
                  <a:moveTo>
                    <a:pt x="19809" y="12130"/>
                  </a:moveTo>
                  <a:cubicBezTo>
                    <a:pt x="25560" y="12130"/>
                    <a:pt x="30033" y="16598"/>
                    <a:pt x="30033" y="22344"/>
                  </a:cubicBezTo>
                  <a:cubicBezTo>
                    <a:pt x="30033" y="28089"/>
                    <a:pt x="25560" y="32558"/>
                    <a:pt x="19809" y="32558"/>
                  </a:cubicBezTo>
                  <a:cubicBezTo>
                    <a:pt x="14058" y="32558"/>
                    <a:pt x="9585" y="28089"/>
                    <a:pt x="9585" y="22344"/>
                  </a:cubicBezTo>
                  <a:cubicBezTo>
                    <a:pt x="9585" y="22344"/>
                    <a:pt x="9585" y="22344"/>
                    <a:pt x="9585" y="22344"/>
                  </a:cubicBezTo>
                  <a:cubicBezTo>
                    <a:pt x="9585" y="16598"/>
                    <a:pt x="14058" y="12130"/>
                    <a:pt x="19809" y="12130"/>
                  </a:cubicBezTo>
                  <a:cubicBezTo>
                    <a:pt x="19809" y="12130"/>
                    <a:pt x="19809" y="12130"/>
                    <a:pt x="19809" y="1213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2" name="Graphic 4">
              <a:extLst>
                <a:ext uri="{FF2B5EF4-FFF2-40B4-BE49-F238E27FC236}">
                  <a16:creationId xmlns:a16="http://schemas.microsoft.com/office/drawing/2014/main" id="{E578D729-3860-0493-0968-789D5DF2A5F2}"/>
                </a:ext>
              </a:extLst>
            </p:cNvPr>
            <p:cNvSpPr/>
            <p:nvPr/>
          </p:nvSpPr>
          <p:spPr>
            <a:xfrm>
              <a:off x="8376610" y="1917373"/>
              <a:ext cx="77423" cy="37571"/>
            </a:xfrm>
            <a:custGeom>
              <a:avLst/>
              <a:gdLst>
                <a:gd name="connsiteX0" fmla="*/ 0 w 89459"/>
                <a:gd name="connsiteY0" fmla="*/ 43411 h 43411"/>
                <a:gd name="connsiteX1" fmla="*/ 89459 w 89459"/>
                <a:gd name="connsiteY1" fmla="*/ 43411 h 43411"/>
                <a:gd name="connsiteX2" fmla="*/ 89459 w 89459"/>
                <a:gd name="connsiteY2" fmla="*/ 0 h 43411"/>
                <a:gd name="connsiteX3" fmla="*/ 0 w 89459"/>
                <a:gd name="connsiteY3" fmla="*/ 0 h 43411"/>
                <a:gd name="connsiteX4" fmla="*/ 0 w 89459"/>
                <a:gd name="connsiteY4" fmla="*/ 43411 h 43411"/>
                <a:gd name="connsiteX5" fmla="*/ 44730 w 89459"/>
                <a:gd name="connsiteY5" fmla="*/ 11491 h 43411"/>
                <a:gd name="connsiteX6" fmla="*/ 54954 w 89459"/>
                <a:gd name="connsiteY6" fmla="*/ 21706 h 43411"/>
                <a:gd name="connsiteX7" fmla="*/ 44730 w 89459"/>
                <a:gd name="connsiteY7" fmla="*/ 31920 h 43411"/>
                <a:gd name="connsiteX8" fmla="*/ 34506 w 89459"/>
                <a:gd name="connsiteY8" fmla="*/ 21706 h 43411"/>
                <a:gd name="connsiteX9" fmla="*/ 44730 w 89459"/>
                <a:gd name="connsiteY9" fmla="*/ 11491 h 43411"/>
                <a:gd name="connsiteX10" fmla="*/ 44730 w 89459"/>
                <a:gd name="connsiteY10" fmla="*/ 11491 h 4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459" h="43411">
                  <a:moveTo>
                    <a:pt x="0" y="43411"/>
                  </a:moveTo>
                  <a:lnTo>
                    <a:pt x="89459" y="43411"/>
                  </a:lnTo>
                  <a:lnTo>
                    <a:pt x="89459" y="0"/>
                  </a:lnTo>
                  <a:lnTo>
                    <a:pt x="0" y="0"/>
                  </a:lnTo>
                  <a:lnTo>
                    <a:pt x="0" y="43411"/>
                  </a:lnTo>
                  <a:close/>
                  <a:moveTo>
                    <a:pt x="44730" y="11491"/>
                  </a:moveTo>
                  <a:cubicBezTo>
                    <a:pt x="50480" y="11491"/>
                    <a:pt x="54954" y="15960"/>
                    <a:pt x="54954" y="21706"/>
                  </a:cubicBezTo>
                  <a:cubicBezTo>
                    <a:pt x="54954" y="27451"/>
                    <a:pt x="50480" y="31920"/>
                    <a:pt x="44730" y="31920"/>
                  </a:cubicBezTo>
                  <a:cubicBezTo>
                    <a:pt x="38979" y="31920"/>
                    <a:pt x="34506" y="27451"/>
                    <a:pt x="34506" y="21706"/>
                  </a:cubicBezTo>
                  <a:cubicBezTo>
                    <a:pt x="35145" y="15960"/>
                    <a:pt x="39618" y="11491"/>
                    <a:pt x="44730" y="11491"/>
                  </a:cubicBezTo>
                  <a:lnTo>
                    <a:pt x="44730" y="11491"/>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 name="Graphic 4">
              <a:extLst>
                <a:ext uri="{FF2B5EF4-FFF2-40B4-BE49-F238E27FC236}">
                  <a16:creationId xmlns:a16="http://schemas.microsoft.com/office/drawing/2014/main" id="{9C132FB1-2174-0A73-212F-71DB477305F7}"/>
                </a:ext>
              </a:extLst>
            </p:cNvPr>
            <p:cNvSpPr/>
            <p:nvPr/>
          </p:nvSpPr>
          <p:spPr>
            <a:xfrm>
              <a:off x="8258262" y="1851625"/>
              <a:ext cx="313568" cy="313273"/>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88186 w 362313"/>
                <a:gd name="connsiteY6" fmla="*/ 255998 h 361971"/>
                <a:gd name="connsiteX7" fmla="*/ 274128 w 362313"/>
                <a:gd name="connsiteY7" fmla="*/ 270681 h 361971"/>
                <a:gd name="connsiteX8" fmla="*/ 264543 w 362313"/>
                <a:gd name="connsiteY8" fmla="*/ 270681 h 361971"/>
                <a:gd name="connsiteX9" fmla="*/ 266460 w 362313"/>
                <a:gd name="connsiteY9" fmla="*/ 272596 h 361971"/>
                <a:gd name="connsiteX10" fmla="*/ 266460 w 362313"/>
                <a:gd name="connsiteY10" fmla="*/ 281534 h 361971"/>
                <a:gd name="connsiteX11" fmla="*/ 257514 w 362313"/>
                <a:gd name="connsiteY11" fmla="*/ 281534 h 361971"/>
                <a:gd name="connsiteX12" fmla="*/ 244735 w 362313"/>
                <a:gd name="connsiteY12" fmla="*/ 268766 h 361971"/>
                <a:gd name="connsiteX13" fmla="*/ 242818 w 362313"/>
                <a:gd name="connsiteY13" fmla="*/ 264297 h 361971"/>
                <a:gd name="connsiteX14" fmla="*/ 244735 w 362313"/>
                <a:gd name="connsiteY14" fmla="*/ 259828 h 361971"/>
                <a:gd name="connsiteX15" fmla="*/ 257514 w 362313"/>
                <a:gd name="connsiteY15" fmla="*/ 247060 h 361971"/>
                <a:gd name="connsiteX16" fmla="*/ 266460 w 362313"/>
                <a:gd name="connsiteY16" fmla="*/ 246422 h 361971"/>
                <a:gd name="connsiteX17" fmla="*/ 267099 w 362313"/>
                <a:gd name="connsiteY17" fmla="*/ 255359 h 361971"/>
                <a:gd name="connsiteX18" fmla="*/ 266460 w 362313"/>
                <a:gd name="connsiteY18" fmla="*/ 255998 h 361971"/>
                <a:gd name="connsiteX19" fmla="*/ 264543 w 362313"/>
                <a:gd name="connsiteY19" fmla="*/ 257913 h 361971"/>
                <a:gd name="connsiteX20" fmla="*/ 274128 w 362313"/>
                <a:gd name="connsiteY20" fmla="*/ 257913 h 361971"/>
                <a:gd name="connsiteX21" fmla="*/ 276045 w 362313"/>
                <a:gd name="connsiteY21" fmla="*/ 256636 h 361971"/>
                <a:gd name="connsiteX22" fmla="*/ 276045 w 362313"/>
                <a:gd name="connsiteY22" fmla="*/ 256636 h 361971"/>
                <a:gd name="connsiteX23" fmla="*/ 276045 w 362313"/>
                <a:gd name="connsiteY23" fmla="*/ 106612 h 361971"/>
                <a:gd name="connsiteX24" fmla="*/ 274767 w 362313"/>
                <a:gd name="connsiteY24" fmla="*/ 104697 h 361971"/>
                <a:gd name="connsiteX25" fmla="*/ 274767 w 362313"/>
                <a:gd name="connsiteY25" fmla="*/ 104697 h 361971"/>
                <a:gd name="connsiteX26" fmla="*/ 239623 w 362313"/>
                <a:gd name="connsiteY26" fmla="*/ 104697 h 361971"/>
                <a:gd name="connsiteX27" fmla="*/ 239623 w 362313"/>
                <a:gd name="connsiteY27" fmla="*/ 126403 h 361971"/>
                <a:gd name="connsiteX28" fmla="*/ 233233 w 362313"/>
                <a:gd name="connsiteY28" fmla="*/ 132787 h 361971"/>
                <a:gd name="connsiteX29" fmla="*/ 188503 w 362313"/>
                <a:gd name="connsiteY29" fmla="*/ 132787 h 361971"/>
                <a:gd name="connsiteX30" fmla="*/ 188503 w 362313"/>
                <a:gd name="connsiteY30" fmla="*/ 146832 h 361971"/>
                <a:gd name="connsiteX31" fmla="*/ 233233 w 362313"/>
                <a:gd name="connsiteY31" fmla="*/ 146832 h 361971"/>
                <a:gd name="connsiteX32" fmla="*/ 239623 w 362313"/>
                <a:gd name="connsiteY32" fmla="*/ 153216 h 361971"/>
                <a:gd name="connsiteX33" fmla="*/ 239623 w 362313"/>
                <a:gd name="connsiteY33" fmla="*/ 209395 h 361971"/>
                <a:gd name="connsiteX34" fmla="*/ 233233 w 362313"/>
                <a:gd name="connsiteY34" fmla="*/ 215779 h 361971"/>
                <a:gd name="connsiteX35" fmla="*/ 188503 w 362313"/>
                <a:gd name="connsiteY35" fmla="*/ 215779 h 361971"/>
                <a:gd name="connsiteX36" fmla="*/ 188503 w 362313"/>
                <a:gd name="connsiteY36" fmla="*/ 229823 h 361971"/>
                <a:gd name="connsiteX37" fmla="*/ 233233 w 362313"/>
                <a:gd name="connsiteY37" fmla="*/ 229823 h 361971"/>
                <a:gd name="connsiteX38" fmla="*/ 239623 w 362313"/>
                <a:gd name="connsiteY38" fmla="*/ 236207 h 361971"/>
                <a:gd name="connsiteX39" fmla="*/ 239623 w 362313"/>
                <a:gd name="connsiteY39" fmla="*/ 292386 h 361971"/>
                <a:gd name="connsiteX40" fmla="*/ 233233 w 362313"/>
                <a:gd name="connsiteY40" fmla="*/ 298770 h 361971"/>
                <a:gd name="connsiteX41" fmla="*/ 130994 w 362313"/>
                <a:gd name="connsiteY41" fmla="*/ 298770 h 361971"/>
                <a:gd name="connsiteX42" fmla="*/ 124604 w 362313"/>
                <a:gd name="connsiteY42" fmla="*/ 292386 h 361971"/>
                <a:gd name="connsiteX43" fmla="*/ 124604 w 362313"/>
                <a:gd name="connsiteY43" fmla="*/ 270681 h 361971"/>
                <a:gd name="connsiteX44" fmla="*/ 90098 w 362313"/>
                <a:gd name="connsiteY44" fmla="*/ 270681 h 361971"/>
                <a:gd name="connsiteX45" fmla="*/ 75401 w 362313"/>
                <a:gd name="connsiteY45" fmla="*/ 255998 h 361971"/>
                <a:gd name="connsiteX46" fmla="*/ 75401 w 362313"/>
                <a:gd name="connsiteY46" fmla="*/ 255998 h 361971"/>
                <a:gd name="connsiteX47" fmla="*/ 75401 w 362313"/>
                <a:gd name="connsiteY47" fmla="*/ 105974 h 361971"/>
                <a:gd name="connsiteX48" fmla="*/ 90098 w 362313"/>
                <a:gd name="connsiteY48" fmla="*/ 91291 h 361971"/>
                <a:gd name="connsiteX49" fmla="*/ 90098 w 362313"/>
                <a:gd name="connsiteY49" fmla="*/ 91291 h 361971"/>
                <a:gd name="connsiteX50" fmla="*/ 99683 w 362313"/>
                <a:gd name="connsiteY50" fmla="*/ 91291 h 361971"/>
                <a:gd name="connsiteX51" fmla="*/ 97766 w 362313"/>
                <a:gd name="connsiteY51" fmla="*/ 89376 h 361971"/>
                <a:gd name="connsiteX52" fmla="*/ 97766 w 362313"/>
                <a:gd name="connsiteY52" fmla="*/ 80438 h 361971"/>
                <a:gd name="connsiteX53" fmla="*/ 106712 w 362313"/>
                <a:gd name="connsiteY53" fmla="*/ 80438 h 361971"/>
                <a:gd name="connsiteX54" fmla="*/ 106712 w 362313"/>
                <a:gd name="connsiteY54" fmla="*/ 80438 h 361971"/>
                <a:gd name="connsiteX55" fmla="*/ 119492 w 362313"/>
                <a:gd name="connsiteY55" fmla="*/ 93206 h 361971"/>
                <a:gd name="connsiteX56" fmla="*/ 119492 w 362313"/>
                <a:gd name="connsiteY56" fmla="*/ 102144 h 361971"/>
                <a:gd name="connsiteX57" fmla="*/ 119492 w 362313"/>
                <a:gd name="connsiteY57" fmla="*/ 102144 h 361971"/>
                <a:gd name="connsiteX58" fmla="*/ 106712 w 362313"/>
                <a:gd name="connsiteY58" fmla="*/ 114912 h 361971"/>
                <a:gd name="connsiteX59" fmla="*/ 102239 w 362313"/>
                <a:gd name="connsiteY59" fmla="*/ 116827 h 361971"/>
                <a:gd name="connsiteX60" fmla="*/ 97766 w 362313"/>
                <a:gd name="connsiteY60" fmla="*/ 114912 h 361971"/>
                <a:gd name="connsiteX61" fmla="*/ 97766 w 362313"/>
                <a:gd name="connsiteY61" fmla="*/ 105974 h 361971"/>
                <a:gd name="connsiteX62" fmla="*/ 99683 w 362313"/>
                <a:gd name="connsiteY62" fmla="*/ 104059 h 361971"/>
                <a:gd name="connsiteX63" fmla="*/ 90098 w 362313"/>
                <a:gd name="connsiteY63" fmla="*/ 104059 h 361971"/>
                <a:gd name="connsiteX64" fmla="*/ 88181 w 362313"/>
                <a:gd name="connsiteY64" fmla="*/ 105974 h 361971"/>
                <a:gd name="connsiteX65" fmla="*/ 88181 w 362313"/>
                <a:gd name="connsiteY65" fmla="*/ 105974 h 361971"/>
                <a:gd name="connsiteX66" fmla="*/ 88181 w 362313"/>
                <a:gd name="connsiteY66" fmla="*/ 255998 h 361971"/>
                <a:gd name="connsiteX67" fmla="*/ 90098 w 362313"/>
                <a:gd name="connsiteY67" fmla="*/ 257913 h 361971"/>
                <a:gd name="connsiteX68" fmla="*/ 90098 w 362313"/>
                <a:gd name="connsiteY68" fmla="*/ 257913 h 361971"/>
                <a:gd name="connsiteX69" fmla="*/ 124604 w 362313"/>
                <a:gd name="connsiteY69" fmla="*/ 257913 h 361971"/>
                <a:gd name="connsiteX70" fmla="*/ 124604 w 362313"/>
                <a:gd name="connsiteY70" fmla="*/ 236207 h 361971"/>
                <a:gd name="connsiteX71" fmla="*/ 130994 w 362313"/>
                <a:gd name="connsiteY71" fmla="*/ 229823 h 361971"/>
                <a:gd name="connsiteX72" fmla="*/ 175723 w 362313"/>
                <a:gd name="connsiteY72" fmla="*/ 229823 h 361971"/>
                <a:gd name="connsiteX73" fmla="*/ 175723 w 362313"/>
                <a:gd name="connsiteY73" fmla="*/ 215779 h 361971"/>
                <a:gd name="connsiteX74" fmla="*/ 130994 w 362313"/>
                <a:gd name="connsiteY74" fmla="*/ 215779 h 361971"/>
                <a:gd name="connsiteX75" fmla="*/ 124604 w 362313"/>
                <a:gd name="connsiteY75" fmla="*/ 209395 h 361971"/>
                <a:gd name="connsiteX76" fmla="*/ 124604 w 362313"/>
                <a:gd name="connsiteY76" fmla="*/ 153216 h 361971"/>
                <a:gd name="connsiteX77" fmla="*/ 130994 w 362313"/>
                <a:gd name="connsiteY77" fmla="*/ 146832 h 361971"/>
                <a:gd name="connsiteX78" fmla="*/ 175723 w 362313"/>
                <a:gd name="connsiteY78" fmla="*/ 146832 h 361971"/>
                <a:gd name="connsiteX79" fmla="*/ 175723 w 362313"/>
                <a:gd name="connsiteY79" fmla="*/ 132787 h 361971"/>
                <a:gd name="connsiteX80" fmla="*/ 130994 w 362313"/>
                <a:gd name="connsiteY80" fmla="*/ 132787 h 361971"/>
                <a:gd name="connsiteX81" fmla="*/ 124604 w 362313"/>
                <a:gd name="connsiteY81" fmla="*/ 126403 h 361971"/>
                <a:gd name="connsiteX82" fmla="*/ 124604 w 362313"/>
                <a:gd name="connsiteY82" fmla="*/ 70224 h 361971"/>
                <a:gd name="connsiteX83" fmla="*/ 130994 w 362313"/>
                <a:gd name="connsiteY83" fmla="*/ 63840 h 361971"/>
                <a:gd name="connsiteX84" fmla="*/ 233233 w 362313"/>
                <a:gd name="connsiteY84" fmla="*/ 63840 h 361971"/>
                <a:gd name="connsiteX85" fmla="*/ 239623 w 362313"/>
                <a:gd name="connsiteY85" fmla="*/ 70224 h 361971"/>
                <a:gd name="connsiteX86" fmla="*/ 239623 w 362313"/>
                <a:gd name="connsiteY86" fmla="*/ 91929 h 361971"/>
                <a:gd name="connsiteX87" fmla="*/ 274767 w 362313"/>
                <a:gd name="connsiteY87" fmla="*/ 91929 h 361971"/>
                <a:gd name="connsiteX88" fmla="*/ 288825 w 362313"/>
                <a:gd name="connsiteY88" fmla="*/ 106612 h 361971"/>
                <a:gd name="connsiteX89" fmla="*/ 288186 w 362313"/>
                <a:gd name="connsiteY89" fmla="*/ 25599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62313" h="361971">
                  <a:moveTo>
                    <a:pt x="181474" y="0"/>
                  </a:moveTo>
                  <a:cubicBezTo>
                    <a:pt x="81152" y="0"/>
                    <a:pt x="0" y="81077"/>
                    <a:pt x="0" y="180667"/>
                  </a:cubicBezTo>
                  <a:cubicBezTo>
                    <a:pt x="0" y="280257"/>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288186" y="255998"/>
                  </a:moveTo>
                  <a:cubicBezTo>
                    <a:pt x="288186" y="263659"/>
                    <a:pt x="281796" y="270681"/>
                    <a:pt x="274128" y="270681"/>
                  </a:cubicBezTo>
                  <a:lnTo>
                    <a:pt x="264543" y="270681"/>
                  </a:lnTo>
                  <a:lnTo>
                    <a:pt x="266460" y="272596"/>
                  </a:lnTo>
                  <a:cubicBezTo>
                    <a:pt x="269016" y="275150"/>
                    <a:pt x="269016" y="278980"/>
                    <a:pt x="266460" y="281534"/>
                  </a:cubicBezTo>
                  <a:cubicBezTo>
                    <a:pt x="263904" y="284087"/>
                    <a:pt x="260071" y="284087"/>
                    <a:pt x="257514" y="281534"/>
                  </a:cubicBezTo>
                  <a:lnTo>
                    <a:pt x="244735" y="268766"/>
                  </a:lnTo>
                  <a:cubicBezTo>
                    <a:pt x="243457" y="267489"/>
                    <a:pt x="242818" y="266212"/>
                    <a:pt x="242818" y="264297"/>
                  </a:cubicBezTo>
                  <a:cubicBezTo>
                    <a:pt x="242818" y="262382"/>
                    <a:pt x="243457" y="261105"/>
                    <a:pt x="244735" y="259828"/>
                  </a:cubicBezTo>
                  <a:lnTo>
                    <a:pt x="257514" y="247060"/>
                  </a:lnTo>
                  <a:cubicBezTo>
                    <a:pt x="260071" y="244507"/>
                    <a:pt x="263904" y="243868"/>
                    <a:pt x="266460" y="246422"/>
                  </a:cubicBezTo>
                  <a:cubicBezTo>
                    <a:pt x="269016" y="248975"/>
                    <a:pt x="269655" y="252806"/>
                    <a:pt x="267099" y="255359"/>
                  </a:cubicBezTo>
                  <a:cubicBezTo>
                    <a:pt x="267099" y="255359"/>
                    <a:pt x="266460" y="255998"/>
                    <a:pt x="266460" y="255998"/>
                  </a:cubicBezTo>
                  <a:lnTo>
                    <a:pt x="264543" y="257913"/>
                  </a:lnTo>
                  <a:lnTo>
                    <a:pt x="274128" y="257913"/>
                  </a:lnTo>
                  <a:cubicBezTo>
                    <a:pt x="274767" y="257913"/>
                    <a:pt x="276045" y="257275"/>
                    <a:pt x="276045" y="256636"/>
                  </a:cubicBezTo>
                  <a:cubicBezTo>
                    <a:pt x="276045" y="256636"/>
                    <a:pt x="276045" y="256636"/>
                    <a:pt x="276045" y="256636"/>
                  </a:cubicBezTo>
                  <a:lnTo>
                    <a:pt x="276045" y="106612"/>
                  </a:lnTo>
                  <a:cubicBezTo>
                    <a:pt x="276045" y="105974"/>
                    <a:pt x="275406" y="104697"/>
                    <a:pt x="274767" y="104697"/>
                  </a:cubicBezTo>
                  <a:cubicBezTo>
                    <a:pt x="274767" y="104697"/>
                    <a:pt x="274767" y="104697"/>
                    <a:pt x="274767" y="104697"/>
                  </a:cubicBezTo>
                  <a:lnTo>
                    <a:pt x="239623" y="104697"/>
                  </a:lnTo>
                  <a:lnTo>
                    <a:pt x="239623" y="126403"/>
                  </a:lnTo>
                  <a:cubicBezTo>
                    <a:pt x="239623" y="130233"/>
                    <a:pt x="237067" y="132787"/>
                    <a:pt x="233233" y="132787"/>
                  </a:cubicBezTo>
                  <a:lnTo>
                    <a:pt x="188503" y="132787"/>
                  </a:lnTo>
                  <a:lnTo>
                    <a:pt x="188503" y="146832"/>
                  </a:lnTo>
                  <a:lnTo>
                    <a:pt x="233233" y="146832"/>
                  </a:lnTo>
                  <a:cubicBezTo>
                    <a:pt x="237067" y="146832"/>
                    <a:pt x="239623" y="149385"/>
                    <a:pt x="239623" y="153216"/>
                  </a:cubicBezTo>
                  <a:lnTo>
                    <a:pt x="239623" y="209395"/>
                  </a:lnTo>
                  <a:cubicBezTo>
                    <a:pt x="239623" y="213225"/>
                    <a:pt x="237067" y="215779"/>
                    <a:pt x="233233" y="215779"/>
                  </a:cubicBezTo>
                  <a:lnTo>
                    <a:pt x="188503" y="215779"/>
                  </a:lnTo>
                  <a:lnTo>
                    <a:pt x="188503" y="229823"/>
                  </a:lnTo>
                  <a:lnTo>
                    <a:pt x="233233" y="229823"/>
                  </a:lnTo>
                  <a:cubicBezTo>
                    <a:pt x="237067" y="229823"/>
                    <a:pt x="239623" y="232377"/>
                    <a:pt x="239623" y="236207"/>
                  </a:cubicBezTo>
                  <a:lnTo>
                    <a:pt x="239623" y="292386"/>
                  </a:lnTo>
                  <a:cubicBezTo>
                    <a:pt x="239623" y="296217"/>
                    <a:pt x="237067" y="298770"/>
                    <a:pt x="233233" y="298770"/>
                  </a:cubicBezTo>
                  <a:lnTo>
                    <a:pt x="130994" y="298770"/>
                  </a:lnTo>
                  <a:cubicBezTo>
                    <a:pt x="127160" y="298770"/>
                    <a:pt x="124604" y="296217"/>
                    <a:pt x="124604" y="292386"/>
                  </a:cubicBezTo>
                  <a:lnTo>
                    <a:pt x="124604" y="270681"/>
                  </a:lnTo>
                  <a:lnTo>
                    <a:pt x="90098" y="270681"/>
                  </a:lnTo>
                  <a:cubicBezTo>
                    <a:pt x="82430" y="270681"/>
                    <a:pt x="75401" y="264297"/>
                    <a:pt x="75401" y="255998"/>
                  </a:cubicBezTo>
                  <a:lnTo>
                    <a:pt x="75401" y="255998"/>
                  </a:lnTo>
                  <a:lnTo>
                    <a:pt x="75401" y="105974"/>
                  </a:lnTo>
                  <a:cubicBezTo>
                    <a:pt x="75401" y="98313"/>
                    <a:pt x="81791" y="91291"/>
                    <a:pt x="90098" y="91291"/>
                  </a:cubicBezTo>
                  <a:lnTo>
                    <a:pt x="90098" y="91291"/>
                  </a:lnTo>
                  <a:lnTo>
                    <a:pt x="99683" y="91291"/>
                  </a:lnTo>
                  <a:lnTo>
                    <a:pt x="97766" y="89376"/>
                  </a:lnTo>
                  <a:cubicBezTo>
                    <a:pt x="95210" y="86822"/>
                    <a:pt x="95210" y="82992"/>
                    <a:pt x="97766" y="80438"/>
                  </a:cubicBezTo>
                  <a:cubicBezTo>
                    <a:pt x="100322" y="77885"/>
                    <a:pt x="104156" y="77885"/>
                    <a:pt x="106712" y="80438"/>
                  </a:cubicBezTo>
                  <a:cubicBezTo>
                    <a:pt x="106712" y="80438"/>
                    <a:pt x="106712" y="80438"/>
                    <a:pt x="106712" y="80438"/>
                  </a:cubicBezTo>
                  <a:lnTo>
                    <a:pt x="119492" y="93206"/>
                  </a:lnTo>
                  <a:cubicBezTo>
                    <a:pt x="122048" y="95760"/>
                    <a:pt x="122048" y="99590"/>
                    <a:pt x="119492" y="102144"/>
                  </a:cubicBezTo>
                  <a:cubicBezTo>
                    <a:pt x="119492" y="102144"/>
                    <a:pt x="119492" y="102144"/>
                    <a:pt x="119492" y="102144"/>
                  </a:cubicBezTo>
                  <a:lnTo>
                    <a:pt x="106712" y="114912"/>
                  </a:lnTo>
                  <a:cubicBezTo>
                    <a:pt x="105434" y="116188"/>
                    <a:pt x="104156" y="116827"/>
                    <a:pt x="102239" y="116827"/>
                  </a:cubicBezTo>
                  <a:cubicBezTo>
                    <a:pt x="100322" y="116827"/>
                    <a:pt x="99044" y="116188"/>
                    <a:pt x="97766" y="114912"/>
                  </a:cubicBezTo>
                  <a:cubicBezTo>
                    <a:pt x="95210" y="112358"/>
                    <a:pt x="95210" y="108528"/>
                    <a:pt x="97766" y="105974"/>
                  </a:cubicBezTo>
                  <a:lnTo>
                    <a:pt x="99683" y="104059"/>
                  </a:lnTo>
                  <a:lnTo>
                    <a:pt x="90098" y="104059"/>
                  </a:lnTo>
                  <a:cubicBezTo>
                    <a:pt x="89459" y="104059"/>
                    <a:pt x="88181" y="104697"/>
                    <a:pt x="88181" y="105974"/>
                  </a:cubicBezTo>
                  <a:lnTo>
                    <a:pt x="88181" y="105974"/>
                  </a:lnTo>
                  <a:lnTo>
                    <a:pt x="88181" y="255998"/>
                  </a:lnTo>
                  <a:cubicBezTo>
                    <a:pt x="88181" y="256636"/>
                    <a:pt x="88820" y="257913"/>
                    <a:pt x="90098" y="257913"/>
                  </a:cubicBezTo>
                  <a:lnTo>
                    <a:pt x="90098" y="257913"/>
                  </a:lnTo>
                  <a:lnTo>
                    <a:pt x="124604" y="257913"/>
                  </a:lnTo>
                  <a:lnTo>
                    <a:pt x="124604" y="236207"/>
                  </a:lnTo>
                  <a:cubicBezTo>
                    <a:pt x="124604" y="232377"/>
                    <a:pt x="127160" y="229823"/>
                    <a:pt x="130994" y="229823"/>
                  </a:cubicBezTo>
                  <a:lnTo>
                    <a:pt x="175723" y="229823"/>
                  </a:lnTo>
                  <a:lnTo>
                    <a:pt x="175723" y="215779"/>
                  </a:lnTo>
                  <a:lnTo>
                    <a:pt x="130994" y="215779"/>
                  </a:lnTo>
                  <a:cubicBezTo>
                    <a:pt x="127160" y="215779"/>
                    <a:pt x="124604" y="213225"/>
                    <a:pt x="124604" y="209395"/>
                  </a:cubicBezTo>
                  <a:lnTo>
                    <a:pt x="124604" y="153216"/>
                  </a:lnTo>
                  <a:cubicBezTo>
                    <a:pt x="124604" y="149385"/>
                    <a:pt x="127160" y="146832"/>
                    <a:pt x="130994" y="146832"/>
                  </a:cubicBezTo>
                  <a:lnTo>
                    <a:pt x="175723" y="146832"/>
                  </a:lnTo>
                  <a:lnTo>
                    <a:pt x="175723" y="132787"/>
                  </a:lnTo>
                  <a:lnTo>
                    <a:pt x="130994" y="132787"/>
                  </a:lnTo>
                  <a:cubicBezTo>
                    <a:pt x="127160" y="132787"/>
                    <a:pt x="124604" y="130233"/>
                    <a:pt x="124604" y="126403"/>
                  </a:cubicBezTo>
                  <a:lnTo>
                    <a:pt x="124604" y="70224"/>
                  </a:lnTo>
                  <a:cubicBezTo>
                    <a:pt x="124604" y="66393"/>
                    <a:pt x="127160" y="63840"/>
                    <a:pt x="130994" y="63840"/>
                  </a:cubicBezTo>
                  <a:lnTo>
                    <a:pt x="233233" y="63840"/>
                  </a:lnTo>
                  <a:cubicBezTo>
                    <a:pt x="237067" y="63840"/>
                    <a:pt x="239623" y="66393"/>
                    <a:pt x="239623" y="70224"/>
                  </a:cubicBezTo>
                  <a:lnTo>
                    <a:pt x="239623" y="91929"/>
                  </a:lnTo>
                  <a:lnTo>
                    <a:pt x="274767" y="91929"/>
                  </a:lnTo>
                  <a:cubicBezTo>
                    <a:pt x="282435" y="91929"/>
                    <a:pt x="288825" y="98313"/>
                    <a:pt x="288825" y="106612"/>
                  </a:cubicBezTo>
                  <a:lnTo>
                    <a:pt x="288186" y="255998"/>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4" name="Graphic 4">
              <a:extLst>
                <a:ext uri="{FF2B5EF4-FFF2-40B4-BE49-F238E27FC236}">
                  <a16:creationId xmlns:a16="http://schemas.microsoft.com/office/drawing/2014/main" id="{EC63E98F-50B8-0E96-8D86-524B7CD43F90}"/>
                </a:ext>
              </a:extLst>
            </p:cNvPr>
            <p:cNvSpPr/>
            <p:nvPr/>
          </p:nvSpPr>
          <p:spPr>
            <a:xfrm>
              <a:off x="8413110" y="1933949"/>
              <a:ext cx="4423" cy="4420"/>
            </a:xfrm>
            <a:custGeom>
              <a:avLst/>
              <a:gdLst>
                <a:gd name="connsiteX0" fmla="*/ 2556 w 5111"/>
                <a:gd name="connsiteY0" fmla="*/ 5107 h 5107"/>
                <a:gd name="connsiteX1" fmla="*/ 5112 w 5111"/>
                <a:gd name="connsiteY1" fmla="*/ 2554 h 5107"/>
                <a:gd name="connsiteX2" fmla="*/ 2556 w 5111"/>
                <a:gd name="connsiteY2" fmla="*/ 0 h 5107"/>
                <a:gd name="connsiteX3" fmla="*/ 0 w 5111"/>
                <a:gd name="connsiteY3" fmla="*/ 2554 h 5107"/>
                <a:gd name="connsiteX4" fmla="*/ 0 w 5111"/>
                <a:gd name="connsiteY4" fmla="*/ 2554 h 5107"/>
                <a:gd name="connsiteX5" fmla="*/ 2556 w 5111"/>
                <a:gd name="connsiteY5" fmla="*/ 5107 h 5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1" h="5107">
                  <a:moveTo>
                    <a:pt x="2556" y="5107"/>
                  </a:moveTo>
                  <a:cubicBezTo>
                    <a:pt x="3834" y="5107"/>
                    <a:pt x="5112" y="3830"/>
                    <a:pt x="5112" y="2554"/>
                  </a:cubicBezTo>
                  <a:cubicBezTo>
                    <a:pt x="5112" y="1277"/>
                    <a:pt x="3834" y="0"/>
                    <a:pt x="2556" y="0"/>
                  </a:cubicBezTo>
                  <a:cubicBezTo>
                    <a:pt x="1278" y="0"/>
                    <a:pt x="0" y="1277"/>
                    <a:pt x="0" y="2554"/>
                  </a:cubicBezTo>
                  <a:lnTo>
                    <a:pt x="0" y="2554"/>
                  </a:lnTo>
                  <a:cubicBezTo>
                    <a:pt x="0" y="3830"/>
                    <a:pt x="1278" y="5107"/>
                    <a:pt x="2556" y="5107"/>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5" name="Graphic 4">
              <a:extLst>
                <a:ext uri="{FF2B5EF4-FFF2-40B4-BE49-F238E27FC236}">
                  <a16:creationId xmlns:a16="http://schemas.microsoft.com/office/drawing/2014/main" id="{CC8F1D48-7594-4799-95ED-A6613E8506BD}"/>
                </a:ext>
              </a:extLst>
            </p:cNvPr>
            <p:cNvSpPr/>
            <p:nvPr/>
          </p:nvSpPr>
          <p:spPr>
            <a:xfrm>
              <a:off x="8376610" y="1989200"/>
              <a:ext cx="77423" cy="37571"/>
            </a:xfrm>
            <a:custGeom>
              <a:avLst/>
              <a:gdLst>
                <a:gd name="connsiteX0" fmla="*/ 0 w 89459"/>
                <a:gd name="connsiteY0" fmla="*/ 0 h 43411"/>
                <a:gd name="connsiteX1" fmla="*/ 0 w 89459"/>
                <a:gd name="connsiteY1" fmla="*/ 43411 h 43411"/>
                <a:gd name="connsiteX2" fmla="*/ 89459 w 89459"/>
                <a:gd name="connsiteY2" fmla="*/ 43411 h 43411"/>
                <a:gd name="connsiteX3" fmla="*/ 89459 w 89459"/>
                <a:gd name="connsiteY3" fmla="*/ 0 h 43411"/>
                <a:gd name="connsiteX4" fmla="*/ 0 w 89459"/>
                <a:gd name="connsiteY4" fmla="*/ 0 h 43411"/>
                <a:gd name="connsiteX5" fmla="*/ 33228 w 89459"/>
                <a:gd name="connsiteY5" fmla="*/ 31920 h 43411"/>
                <a:gd name="connsiteX6" fmla="*/ 23004 w 89459"/>
                <a:gd name="connsiteY6" fmla="*/ 21706 h 43411"/>
                <a:gd name="connsiteX7" fmla="*/ 33228 w 89459"/>
                <a:gd name="connsiteY7" fmla="*/ 11491 h 43411"/>
                <a:gd name="connsiteX8" fmla="*/ 43452 w 89459"/>
                <a:gd name="connsiteY8" fmla="*/ 21706 h 43411"/>
                <a:gd name="connsiteX9" fmla="*/ 43452 w 89459"/>
                <a:gd name="connsiteY9" fmla="*/ 21706 h 43411"/>
                <a:gd name="connsiteX10" fmla="*/ 33228 w 89459"/>
                <a:gd name="connsiteY10" fmla="*/ 31920 h 43411"/>
                <a:gd name="connsiteX11" fmla="*/ 33228 w 89459"/>
                <a:gd name="connsiteY11" fmla="*/ 31920 h 43411"/>
                <a:gd name="connsiteX12" fmla="*/ 56232 w 89459"/>
                <a:gd name="connsiteY12" fmla="*/ 12130 h 43411"/>
                <a:gd name="connsiteX13" fmla="*/ 66455 w 89459"/>
                <a:gd name="connsiteY13" fmla="*/ 22344 h 43411"/>
                <a:gd name="connsiteX14" fmla="*/ 56232 w 89459"/>
                <a:gd name="connsiteY14" fmla="*/ 32558 h 43411"/>
                <a:gd name="connsiteX15" fmla="*/ 46008 w 89459"/>
                <a:gd name="connsiteY15" fmla="*/ 22344 h 43411"/>
                <a:gd name="connsiteX16" fmla="*/ 46008 w 89459"/>
                <a:gd name="connsiteY16" fmla="*/ 22344 h 43411"/>
                <a:gd name="connsiteX17" fmla="*/ 56232 w 89459"/>
                <a:gd name="connsiteY17" fmla="*/ 12130 h 43411"/>
                <a:gd name="connsiteX18" fmla="*/ 56232 w 89459"/>
                <a:gd name="connsiteY18" fmla="*/ 12130 h 4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459" h="43411">
                  <a:moveTo>
                    <a:pt x="0" y="0"/>
                  </a:moveTo>
                  <a:lnTo>
                    <a:pt x="0" y="43411"/>
                  </a:lnTo>
                  <a:lnTo>
                    <a:pt x="89459" y="43411"/>
                  </a:lnTo>
                  <a:lnTo>
                    <a:pt x="89459" y="0"/>
                  </a:lnTo>
                  <a:lnTo>
                    <a:pt x="0" y="0"/>
                  </a:lnTo>
                  <a:close/>
                  <a:moveTo>
                    <a:pt x="33228" y="31920"/>
                  </a:moveTo>
                  <a:cubicBezTo>
                    <a:pt x="27477" y="31920"/>
                    <a:pt x="23004" y="27451"/>
                    <a:pt x="23004" y="21706"/>
                  </a:cubicBezTo>
                  <a:cubicBezTo>
                    <a:pt x="23004" y="15960"/>
                    <a:pt x="27477" y="11491"/>
                    <a:pt x="33228" y="11491"/>
                  </a:cubicBezTo>
                  <a:cubicBezTo>
                    <a:pt x="38979" y="11491"/>
                    <a:pt x="43452" y="15960"/>
                    <a:pt x="43452" y="21706"/>
                  </a:cubicBezTo>
                  <a:cubicBezTo>
                    <a:pt x="43452" y="21706"/>
                    <a:pt x="43452" y="21706"/>
                    <a:pt x="43452" y="21706"/>
                  </a:cubicBezTo>
                  <a:cubicBezTo>
                    <a:pt x="43452" y="27451"/>
                    <a:pt x="38979" y="31920"/>
                    <a:pt x="33228" y="31920"/>
                  </a:cubicBezTo>
                  <a:lnTo>
                    <a:pt x="33228" y="31920"/>
                  </a:lnTo>
                  <a:close/>
                  <a:moveTo>
                    <a:pt x="56232" y="12130"/>
                  </a:moveTo>
                  <a:cubicBezTo>
                    <a:pt x="61982" y="12130"/>
                    <a:pt x="66455" y="16598"/>
                    <a:pt x="66455" y="22344"/>
                  </a:cubicBezTo>
                  <a:cubicBezTo>
                    <a:pt x="66455" y="28089"/>
                    <a:pt x="61982" y="32558"/>
                    <a:pt x="56232" y="32558"/>
                  </a:cubicBezTo>
                  <a:cubicBezTo>
                    <a:pt x="50480" y="32558"/>
                    <a:pt x="46008" y="28089"/>
                    <a:pt x="46008" y="22344"/>
                  </a:cubicBezTo>
                  <a:cubicBezTo>
                    <a:pt x="46008" y="22344"/>
                    <a:pt x="46008" y="22344"/>
                    <a:pt x="46008" y="22344"/>
                  </a:cubicBezTo>
                  <a:cubicBezTo>
                    <a:pt x="46008" y="16598"/>
                    <a:pt x="50480" y="12130"/>
                    <a:pt x="56232" y="12130"/>
                  </a:cubicBezTo>
                  <a:lnTo>
                    <a:pt x="56232" y="1213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aphicFrame>
        <p:nvGraphicFramePr>
          <p:cNvPr id="2" name="Table 1">
            <a:extLst>
              <a:ext uri="{FF2B5EF4-FFF2-40B4-BE49-F238E27FC236}">
                <a16:creationId xmlns:a16="http://schemas.microsoft.com/office/drawing/2014/main" id="{CADA1572-A6D1-79FB-DDD0-CD045E31842E}"/>
              </a:ext>
            </a:extLst>
          </p:cNvPr>
          <p:cNvGraphicFramePr>
            <a:graphicFrameLocks noGrp="1"/>
          </p:cNvGraphicFramePr>
          <p:nvPr>
            <p:extLst>
              <p:ext uri="{D42A27DB-BD31-4B8C-83A1-F6EECF244321}">
                <p14:modId xmlns:p14="http://schemas.microsoft.com/office/powerpoint/2010/main" val="3733015965"/>
              </p:ext>
            </p:extLst>
          </p:nvPr>
        </p:nvGraphicFramePr>
        <p:xfrm>
          <a:off x="3801056" y="1552057"/>
          <a:ext cx="5705114" cy="4453893"/>
        </p:xfrm>
        <a:graphic>
          <a:graphicData uri="http://schemas.openxmlformats.org/drawingml/2006/table">
            <a:tbl>
              <a:tblPr firstRow="1" bandRow="1">
                <a:tableStyleId>{5C22544A-7EE6-4342-B048-85BDC9FD1C3A}</a:tableStyleId>
              </a:tblPr>
              <a:tblGrid>
                <a:gridCol w="456619">
                  <a:extLst>
                    <a:ext uri="{9D8B030D-6E8A-4147-A177-3AD203B41FA5}">
                      <a16:colId xmlns:a16="http://schemas.microsoft.com/office/drawing/2014/main" val="1757650742"/>
                    </a:ext>
                  </a:extLst>
                </a:gridCol>
                <a:gridCol w="5248495">
                  <a:extLst>
                    <a:ext uri="{9D8B030D-6E8A-4147-A177-3AD203B41FA5}">
                      <a16:colId xmlns:a16="http://schemas.microsoft.com/office/drawing/2014/main" val="1760634304"/>
                    </a:ext>
                  </a:extLst>
                </a:gridCol>
              </a:tblGrid>
              <a:tr h="607591">
                <a:tc>
                  <a:txBody>
                    <a:bodyPr/>
                    <a:lstStyle/>
                    <a:p>
                      <a:pPr algn="ctr"/>
                      <a:endParaRPr lang="en-US" sz="14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12700" cmpd="sng">
                      <a:noFill/>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solidFill>
                            <a:schemeClr val="accent3"/>
                          </a:solidFill>
                          <a:latin typeface="Verdana" panose="020B0604030504040204" pitchFamily="34" charset="0"/>
                          <a:ea typeface="Verdana" panose="020B0604030504040204" pitchFamily="34" charset="0"/>
                        </a:rPr>
                        <a:t>Discuss unbundling options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solidFill>
                            <a:schemeClr val="accent3"/>
                          </a:solidFill>
                          <a:latin typeface="Verdana" panose="020B0604030504040204" pitchFamily="34" charset="0"/>
                          <a:ea typeface="Verdana" panose="020B0604030504040204" pitchFamily="34" charset="0"/>
                        </a:rPr>
                        <a:t>Power Vs Non-Power, Conventional Vs RE, others</a:t>
                      </a:r>
                    </a:p>
                  </a:txBody>
                  <a:tcPr anchor="ctr">
                    <a:lnL w="9525" cap="flat" cmpd="sng" algn="ctr">
                      <a:solidFill>
                        <a:schemeClr val="accent3"/>
                      </a:solidFill>
                      <a:prstDash val="solid"/>
                      <a:round/>
                      <a:headEnd type="none" w="med" len="med"/>
                      <a:tailEnd type="none" w="med" len="med"/>
                    </a:lnL>
                    <a:lnR w="12700" cmpd="sng">
                      <a:noFill/>
                    </a:lnR>
                    <a:lnT w="12700" cmpd="sng">
                      <a:noFill/>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2081739"/>
                  </a:ext>
                </a:extLst>
              </a:tr>
              <a:tr h="707969">
                <a:tc>
                  <a:txBody>
                    <a:bodyPr/>
                    <a:lstStyle/>
                    <a:p>
                      <a:pPr algn="ctr"/>
                      <a:endParaRPr lang="en-US" sz="14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just"/>
                      <a:r>
                        <a:rPr lang="en-US" sz="1200" b="0">
                          <a:solidFill>
                            <a:schemeClr val="accent3"/>
                          </a:solidFill>
                          <a:latin typeface="Verdana" panose="020B0604030504040204" pitchFamily="34" charset="0"/>
                          <a:ea typeface="Verdana" panose="020B0604030504040204" pitchFamily="34" charset="0"/>
                          <a:cs typeface="Arial" panose="020B0604020202020204" pitchFamily="34" charset="0"/>
                        </a:rPr>
                        <a:t>Evaluation framework (profitability, sustainability, other factors)</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7793342"/>
                  </a:ext>
                </a:extLst>
              </a:tr>
              <a:tr h="607591">
                <a:tc>
                  <a:txBody>
                    <a:bodyPr/>
                    <a:lstStyle/>
                    <a:p>
                      <a:pPr algn="ctr"/>
                      <a:endParaRPr lang="en-US" sz="14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just"/>
                      <a:r>
                        <a:rPr lang="en-US" sz="1200" b="0">
                          <a:solidFill>
                            <a:schemeClr val="accent3"/>
                          </a:solidFill>
                          <a:latin typeface="Verdana" panose="020B0604030504040204" pitchFamily="34" charset="0"/>
                          <a:ea typeface="Verdana" panose="020B0604030504040204" pitchFamily="34" charset="0"/>
                          <a:cs typeface="Arial" panose="020B0604020202020204" pitchFamily="34" charset="0"/>
                        </a:rPr>
                        <a:t>Financial models and sensitivity analysis for next 10 years</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283144"/>
                  </a:ext>
                </a:extLst>
              </a:tr>
              <a:tr h="607591">
                <a:tc>
                  <a:txBody>
                    <a:bodyPr/>
                    <a:lstStyle/>
                    <a:p>
                      <a:pPr algn="ctr"/>
                      <a:endParaRPr lang="en-US" sz="14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just"/>
                      <a:r>
                        <a:rPr lang="en-US" sz="1200" b="0">
                          <a:solidFill>
                            <a:schemeClr val="accent3"/>
                          </a:solidFill>
                          <a:latin typeface="Verdana" panose="020B0604030504040204" pitchFamily="34" charset="0"/>
                          <a:ea typeface="Verdana" panose="020B0604030504040204" pitchFamily="34" charset="0"/>
                          <a:cs typeface="Arial" panose="020B0604020202020204" pitchFamily="34" charset="0"/>
                        </a:rPr>
                        <a:t>Selection of best suited unbundling model with cost implications</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5930139"/>
                  </a:ext>
                </a:extLst>
              </a:tr>
              <a:tr h="707969">
                <a:tc>
                  <a:txBody>
                    <a:bodyPr/>
                    <a:lstStyle/>
                    <a:p>
                      <a:pPr algn="ctr"/>
                      <a:endParaRPr lang="en-US" sz="14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6890D"/>
                          </a:solidFill>
                          <a:effectLst/>
                          <a:uLnTx/>
                          <a:uFillTx/>
                          <a:latin typeface="Verdana" panose="020B0604030504040204" pitchFamily="34" charset="0"/>
                          <a:ea typeface="Verdana" panose="020B0604030504040204" pitchFamily="34" charset="0"/>
                          <a:cs typeface="Arial" panose="020B0604020202020204" pitchFamily="34" charset="0"/>
                        </a:rPr>
                        <a:t>Review of regulatory projections and impact on tariff</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68185034"/>
                  </a:ext>
                </a:extLst>
              </a:tr>
              <a:tr h="607591">
                <a:tc>
                  <a:txBody>
                    <a:bodyPr/>
                    <a:lstStyle/>
                    <a:p>
                      <a:pPr algn="ctr"/>
                      <a:endParaRPr lang="en-US" sz="14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6890D"/>
                          </a:solidFill>
                          <a:effectLst/>
                          <a:uLnTx/>
                          <a:uFillTx/>
                          <a:latin typeface="Verdana" panose="020B0604030504040204" pitchFamily="34" charset="0"/>
                          <a:ea typeface="Verdana" panose="020B0604030504040204" pitchFamily="34" charset="0"/>
                          <a:cs typeface="Arial" panose="020B0604020202020204" pitchFamily="34" charset="0"/>
                        </a:rPr>
                        <a:t>Policy advocacy with MoP and regulators </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5124394"/>
                  </a:ext>
                </a:extLst>
              </a:tr>
              <a:tr h="607591">
                <a:tc>
                  <a:txBody>
                    <a:bodyPr/>
                    <a:lstStyle/>
                    <a:p>
                      <a:pPr algn="ctr"/>
                      <a:endParaRPr lang="en-US" sz="1400" b="0">
                        <a:solidFill>
                          <a:schemeClr val="bg1"/>
                        </a:solidFill>
                        <a:latin typeface="Verdana" panose="020B0604030504040204" pitchFamily="34" charset="0"/>
                        <a:ea typeface="Verdana" panose="020B0604030504040204" pitchFamily="34" charset="0"/>
                        <a:cs typeface="Arial" panose="020B0604020202020204" pitchFamily="34" charset="0"/>
                      </a:endParaRPr>
                    </a:p>
                  </a:txBody>
                  <a:tcPr anchor="ctr">
                    <a:lnL w="12700" cmpd="sng">
                      <a:noFill/>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6890D"/>
                          </a:solidFill>
                          <a:effectLst/>
                          <a:uLnTx/>
                          <a:uFillTx/>
                          <a:latin typeface="Verdana" panose="020B0604030504040204" pitchFamily="34" charset="0"/>
                          <a:ea typeface="Verdana" panose="020B0604030504040204" pitchFamily="34" charset="0"/>
                          <a:cs typeface="Arial" panose="020B0604020202020204" pitchFamily="34" charset="0"/>
                        </a:rPr>
                        <a:t>Strategic areas support – Enablers, Manpower, BPR, etc.</a:t>
                      </a:r>
                    </a:p>
                  </a:txBody>
                  <a:tcPr anchor="ctr">
                    <a:lnL w="9525" cap="flat" cmpd="sng" algn="ctr">
                      <a:solidFill>
                        <a:schemeClr val="accent3"/>
                      </a:solidFill>
                      <a:prstDash val="solid"/>
                      <a:round/>
                      <a:headEnd type="none" w="med" len="med"/>
                      <a:tailEnd type="none" w="med" len="med"/>
                    </a:lnL>
                    <a:lnR w="12700" cmpd="sng">
                      <a:noFill/>
                    </a:lnR>
                    <a:lnT w="9525" cap="flat" cmpd="sng" algn="ctr">
                      <a:solidFill>
                        <a:schemeClr val="accent3"/>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1078273"/>
                  </a:ext>
                </a:extLst>
              </a:tr>
            </a:tbl>
          </a:graphicData>
        </a:graphic>
      </p:graphicFrame>
      <p:cxnSp>
        <p:nvCxnSpPr>
          <p:cNvPr id="4" name="Straight Connector 3">
            <a:extLst>
              <a:ext uri="{FF2B5EF4-FFF2-40B4-BE49-F238E27FC236}">
                <a16:creationId xmlns:a16="http://schemas.microsoft.com/office/drawing/2014/main" id="{DADDCE35-880C-8CAD-0AB5-A2AE828BCD3E}"/>
              </a:ext>
            </a:extLst>
          </p:cNvPr>
          <p:cNvCxnSpPr>
            <a:cxnSpLocks/>
          </p:cNvCxnSpPr>
          <p:nvPr/>
        </p:nvCxnSpPr>
        <p:spPr>
          <a:xfrm>
            <a:off x="3431123" y="1490129"/>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94FEAF5-D1F6-25C1-41CC-3842BCDBBD2C}"/>
              </a:ext>
            </a:extLst>
          </p:cNvPr>
          <p:cNvCxnSpPr>
            <a:cxnSpLocks/>
          </p:cNvCxnSpPr>
          <p:nvPr/>
        </p:nvCxnSpPr>
        <p:spPr>
          <a:xfrm>
            <a:off x="3431123" y="4825825"/>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710F865-F8A6-8211-1FBB-410CC4CB6268}"/>
              </a:ext>
            </a:extLst>
          </p:cNvPr>
          <p:cNvCxnSpPr>
            <a:cxnSpLocks/>
          </p:cNvCxnSpPr>
          <p:nvPr/>
        </p:nvCxnSpPr>
        <p:spPr>
          <a:xfrm>
            <a:off x="3422656" y="3157977"/>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459DFB-24CE-BB83-89F4-D0E0B5A99650}"/>
              </a:ext>
            </a:extLst>
          </p:cNvPr>
          <p:cNvCxnSpPr>
            <a:cxnSpLocks/>
          </p:cNvCxnSpPr>
          <p:nvPr/>
        </p:nvCxnSpPr>
        <p:spPr>
          <a:xfrm>
            <a:off x="3422656" y="2324053"/>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B4C018D-A17D-C2C0-C16F-E0B1EE70EF31}"/>
              </a:ext>
            </a:extLst>
          </p:cNvPr>
          <p:cNvCxnSpPr>
            <a:cxnSpLocks/>
          </p:cNvCxnSpPr>
          <p:nvPr/>
        </p:nvCxnSpPr>
        <p:spPr>
          <a:xfrm>
            <a:off x="3431123" y="3991901"/>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246FC85-9FBB-B13A-5973-30BFC75F5563}"/>
              </a:ext>
            </a:extLst>
          </p:cNvPr>
          <p:cNvCxnSpPr>
            <a:cxnSpLocks/>
          </p:cNvCxnSpPr>
          <p:nvPr/>
        </p:nvCxnSpPr>
        <p:spPr>
          <a:xfrm>
            <a:off x="3422656" y="5659751"/>
            <a:ext cx="182880" cy="0"/>
          </a:xfrm>
          <a:prstGeom prst="line">
            <a:avLst/>
          </a:prstGeom>
          <a:ln w="1270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137" name="Picture 8" descr="Pin PNG transparent image download, size: 512x512px">
            <a:extLst>
              <a:ext uri="{FF2B5EF4-FFF2-40B4-BE49-F238E27FC236}">
                <a16:creationId xmlns:a16="http://schemas.microsoft.com/office/drawing/2014/main" id="{7EF4FFA6-8A3B-EAA7-F93D-5FF0938092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90441" y="4163408"/>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7F1DDA02-3AA9-3CD9-44F4-646C0C1D5AFB}"/>
              </a:ext>
            </a:extLst>
          </p:cNvPr>
          <p:cNvSpPr txBox="1"/>
          <p:nvPr/>
        </p:nvSpPr>
        <p:spPr>
          <a:xfrm>
            <a:off x="9881233" y="5815379"/>
            <a:ext cx="1836082" cy="369332"/>
          </a:xfrm>
          <a:prstGeom prst="rect">
            <a:avLst/>
          </a:prstGeom>
          <a:noFill/>
        </p:spPr>
        <p:txBody>
          <a:bodyPr wrap="square">
            <a:spAutoFit/>
          </a:bodyPr>
          <a:lstStyle/>
          <a:p>
            <a:pPr algn="ctr"/>
            <a:r>
              <a:rPr kumimoji="0" lang="en-US" sz="900" i="0" u="none" strike="noStrike" kern="1200" cap="none" spc="0" normalizeH="0" baseline="0" noProof="0">
                <a:ln>
                  <a:noFill/>
                </a:ln>
                <a:solidFill>
                  <a:schemeClr val="accent4"/>
                </a:solidFill>
                <a:effectLst/>
                <a:uLnTx/>
                <a:uFillTx/>
                <a:latin typeface="Verdana" panose="020B0604030504040204" pitchFamily="34" charset="0"/>
                <a:ea typeface="Verdana" panose="020B0604030504040204" pitchFamily="34" charset="0"/>
              </a:rPr>
              <a:t>Learnings from similar engagements </a:t>
            </a:r>
            <a:endParaRPr lang="en-US" sz="900">
              <a:solidFill>
                <a:schemeClr val="accent4"/>
              </a:solidFill>
              <a:latin typeface="Verdana" panose="020B0604030504040204" pitchFamily="34" charset="0"/>
              <a:ea typeface="Verdana" panose="020B0604030504040204" pitchFamily="34" charset="0"/>
            </a:endParaRPr>
          </a:p>
        </p:txBody>
      </p:sp>
      <p:sp>
        <p:nvSpPr>
          <p:cNvPr id="20" name="Isosceles Triangle 19">
            <a:extLst>
              <a:ext uri="{FF2B5EF4-FFF2-40B4-BE49-F238E27FC236}">
                <a16:creationId xmlns:a16="http://schemas.microsoft.com/office/drawing/2014/main" id="{75C5638F-CCF4-867F-32C0-9DE37EA19DE9}"/>
              </a:ext>
            </a:extLst>
          </p:cNvPr>
          <p:cNvSpPr/>
          <p:nvPr/>
        </p:nvSpPr>
        <p:spPr bwMode="gray">
          <a:xfrm flipV="1">
            <a:off x="3910640" y="1827752"/>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1" name="Isosceles Triangle 20">
            <a:extLst>
              <a:ext uri="{FF2B5EF4-FFF2-40B4-BE49-F238E27FC236}">
                <a16:creationId xmlns:a16="http://schemas.microsoft.com/office/drawing/2014/main" id="{9D2EEBF9-9F47-40B4-28AE-2713655C4E33}"/>
              </a:ext>
            </a:extLst>
          </p:cNvPr>
          <p:cNvSpPr/>
          <p:nvPr/>
        </p:nvSpPr>
        <p:spPr bwMode="gray">
          <a:xfrm flipV="1">
            <a:off x="3910640" y="2464161"/>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2" name="Isosceles Triangle 21">
            <a:extLst>
              <a:ext uri="{FF2B5EF4-FFF2-40B4-BE49-F238E27FC236}">
                <a16:creationId xmlns:a16="http://schemas.microsoft.com/office/drawing/2014/main" id="{EE78FD55-54B0-9529-8C13-85D53EB25BA2}"/>
              </a:ext>
            </a:extLst>
          </p:cNvPr>
          <p:cNvSpPr/>
          <p:nvPr/>
        </p:nvSpPr>
        <p:spPr bwMode="gray">
          <a:xfrm flipV="1">
            <a:off x="3910640" y="3095773"/>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3" name="Isosceles Triangle 22">
            <a:extLst>
              <a:ext uri="{FF2B5EF4-FFF2-40B4-BE49-F238E27FC236}">
                <a16:creationId xmlns:a16="http://schemas.microsoft.com/office/drawing/2014/main" id="{BFE3F473-4D0B-BEB1-9158-6D335C5E5DA7}"/>
              </a:ext>
            </a:extLst>
          </p:cNvPr>
          <p:cNvSpPr/>
          <p:nvPr/>
        </p:nvSpPr>
        <p:spPr bwMode="gray">
          <a:xfrm flipV="1">
            <a:off x="3910640" y="3698457"/>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4" name="Isosceles Triangle 23">
            <a:extLst>
              <a:ext uri="{FF2B5EF4-FFF2-40B4-BE49-F238E27FC236}">
                <a16:creationId xmlns:a16="http://schemas.microsoft.com/office/drawing/2014/main" id="{891BAF8C-5523-590F-7CB8-17843ADCC3DB}"/>
              </a:ext>
            </a:extLst>
          </p:cNvPr>
          <p:cNvSpPr/>
          <p:nvPr/>
        </p:nvSpPr>
        <p:spPr bwMode="gray">
          <a:xfrm flipV="1">
            <a:off x="3910640" y="4396279"/>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5" name="Isosceles Triangle 24">
            <a:extLst>
              <a:ext uri="{FF2B5EF4-FFF2-40B4-BE49-F238E27FC236}">
                <a16:creationId xmlns:a16="http://schemas.microsoft.com/office/drawing/2014/main" id="{B559DE39-12B2-2130-DDE1-3F036AA335FC}"/>
              </a:ext>
            </a:extLst>
          </p:cNvPr>
          <p:cNvSpPr/>
          <p:nvPr/>
        </p:nvSpPr>
        <p:spPr bwMode="gray">
          <a:xfrm flipV="1">
            <a:off x="3910640" y="5025809"/>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6" name="Isosceles Triangle 25">
            <a:extLst>
              <a:ext uri="{FF2B5EF4-FFF2-40B4-BE49-F238E27FC236}">
                <a16:creationId xmlns:a16="http://schemas.microsoft.com/office/drawing/2014/main" id="{88E66862-4076-B3AA-147C-B7D33C20D41E}"/>
              </a:ext>
            </a:extLst>
          </p:cNvPr>
          <p:cNvSpPr/>
          <p:nvPr/>
        </p:nvSpPr>
        <p:spPr bwMode="gray">
          <a:xfrm flipV="1">
            <a:off x="3910640" y="5604537"/>
            <a:ext cx="245533" cy="187385"/>
          </a:xfrm>
          <a:prstGeom prst="triangl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5" name="Rectangle 34">
            <a:extLst>
              <a:ext uri="{FF2B5EF4-FFF2-40B4-BE49-F238E27FC236}">
                <a16:creationId xmlns:a16="http://schemas.microsoft.com/office/drawing/2014/main" id="{CD1FC845-7320-5BAD-09C6-921542EA9BFD}"/>
              </a:ext>
            </a:extLst>
          </p:cNvPr>
          <p:cNvSpPr/>
          <p:nvPr/>
        </p:nvSpPr>
        <p:spPr bwMode="gray">
          <a:xfrm>
            <a:off x="880065" y="5379077"/>
            <a:ext cx="2269258" cy="563397"/>
          </a:xfrm>
          <a:custGeom>
            <a:avLst/>
            <a:gdLst>
              <a:gd name="connsiteX0" fmla="*/ 0 w 2269258"/>
              <a:gd name="connsiteY0" fmla="*/ 0 h 563397"/>
              <a:gd name="connsiteX1" fmla="*/ 567315 w 2269258"/>
              <a:gd name="connsiteY1" fmla="*/ 0 h 563397"/>
              <a:gd name="connsiteX2" fmla="*/ 1180014 w 2269258"/>
              <a:gd name="connsiteY2" fmla="*/ 0 h 563397"/>
              <a:gd name="connsiteX3" fmla="*/ 1747329 w 2269258"/>
              <a:gd name="connsiteY3" fmla="*/ 0 h 563397"/>
              <a:gd name="connsiteX4" fmla="*/ 2269258 w 2269258"/>
              <a:gd name="connsiteY4" fmla="*/ 0 h 563397"/>
              <a:gd name="connsiteX5" fmla="*/ 2269258 w 2269258"/>
              <a:gd name="connsiteY5" fmla="*/ 563397 h 563397"/>
              <a:gd name="connsiteX6" fmla="*/ 1701944 w 2269258"/>
              <a:gd name="connsiteY6" fmla="*/ 563397 h 563397"/>
              <a:gd name="connsiteX7" fmla="*/ 1134629 w 2269258"/>
              <a:gd name="connsiteY7" fmla="*/ 563397 h 563397"/>
              <a:gd name="connsiteX8" fmla="*/ 567315 w 2269258"/>
              <a:gd name="connsiteY8" fmla="*/ 563397 h 563397"/>
              <a:gd name="connsiteX9" fmla="*/ 0 w 2269258"/>
              <a:gd name="connsiteY9" fmla="*/ 563397 h 563397"/>
              <a:gd name="connsiteX10" fmla="*/ 0 w 2269258"/>
              <a:gd name="connsiteY10" fmla="*/ 0 h 56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69258" h="563397" fill="none" extrusionOk="0">
                <a:moveTo>
                  <a:pt x="0" y="0"/>
                </a:moveTo>
                <a:cubicBezTo>
                  <a:pt x="126952" y="-1919"/>
                  <a:pt x="287229" y="25303"/>
                  <a:pt x="567315" y="0"/>
                </a:cubicBezTo>
                <a:cubicBezTo>
                  <a:pt x="847402" y="-25303"/>
                  <a:pt x="1026566" y="6951"/>
                  <a:pt x="1180014" y="0"/>
                </a:cubicBezTo>
                <a:cubicBezTo>
                  <a:pt x="1333462" y="-6951"/>
                  <a:pt x="1546285" y="-25619"/>
                  <a:pt x="1747329" y="0"/>
                </a:cubicBezTo>
                <a:cubicBezTo>
                  <a:pt x="1948373" y="25619"/>
                  <a:pt x="2077134" y="2952"/>
                  <a:pt x="2269258" y="0"/>
                </a:cubicBezTo>
                <a:cubicBezTo>
                  <a:pt x="2266416" y="145441"/>
                  <a:pt x="2268917" y="404263"/>
                  <a:pt x="2269258" y="563397"/>
                </a:cubicBezTo>
                <a:cubicBezTo>
                  <a:pt x="2034108" y="551883"/>
                  <a:pt x="1848483" y="590655"/>
                  <a:pt x="1701944" y="563397"/>
                </a:cubicBezTo>
                <a:cubicBezTo>
                  <a:pt x="1555405" y="536139"/>
                  <a:pt x="1356769" y="575251"/>
                  <a:pt x="1134629" y="563397"/>
                </a:cubicBezTo>
                <a:cubicBezTo>
                  <a:pt x="912489" y="551543"/>
                  <a:pt x="805947" y="576259"/>
                  <a:pt x="567315" y="563397"/>
                </a:cubicBezTo>
                <a:cubicBezTo>
                  <a:pt x="328683" y="550535"/>
                  <a:pt x="156220" y="578745"/>
                  <a:pt x="0" y="563397"/>
                </a:cubicBezTo>
                <a:cubicBezTo>
                  <a:pt x="-2804" y="371438"/>
                  <a:pt x="-1110" y="197619"/>
                  <a:pt x="0" y="0"/>
                </a:cubicBezTo>
                <a:close/>
              </a:path>
              <a:path w="2269258" h="563397" stroke="0" extrusionOk="0">
                <a:moveTo>
                  <a:pt x="0" y="0"/>
                </a:moveTo>
                <a:cubicBezTo>
                  <a:pt x="277103" y="-10314"/>
                  <a:pt x="319000" y="1375"/>
                  <a:pt x="590007" y="0"/>
                </a:cubicBezTo>
                <a:cubicBezTo>
                  <a:pt x="861014" y="-1375"/>
                  <a:pt x="948110" y="-30149"/>
                  <a:pt x="1202707" y="0"/>
                </a:cubicBezTo>
                <a:cubicBezTo>
                  <a:pt x="1457304" y="30149"/>
                  <a:pt x="1836690" y="-6755"/>
                  <a:pt x="2269258" y="0"/>
                </a:cubicBezTo>
                <a:cubicBezTo>
                  <a:pt x="2244061" y="189952"/>
                  <a:pt x="2264839" y="287396"/>
                  <a:pt x="2269258" y="563397"/>
                </a:cubicBezTo>
                <a:cubicBezTo>
                  <a:pt x="2060691" y="581042"/>
                  <a:pt x="1919787" y="580466"/>
                  <a:pt x="1701944" y="563397"/>
                </a:cubicBezTo>
                <a:cubicBezTo>
                  <a:pt x="1484101" y="546328"/>
                  <a:pt x="1422692" y="548498"/>
                  <a:pt x="1202707" y="563397"/>
                </a:cubicBezTo>
                <a:cubicBezTo>
                  <a:pt x="982722" y="578296"/>
                  <a:pt x="845728" y="546625"/>
                  <a:pt x="635392" y="563397"/>
                </a:cubicBezTo>
                <a:cubicBezTo>
                  <a:pt x="425057" y="580169"/>
                  <a:pt x="254758" y="576658"/>
                  <a:pt x="0" y="563397"/>
                </a:cubicBezTo>
                <a:cubicBezTo>
                  <a:pt x="15900" y="321256"/>
                  <a:pt x="-27527" y="217541"/>
                  <a:pt x="0" y="0"/>
                </a:cubicBezTo>
                <a:close/>
              </a:path>
            </a:pathLst>
          </a:custGeom>
          <a:solidFill>
            <a:schemeClr val="accent1">
              <a:lumMod val="20000"/>
              <a:lumOff val="80000"/>
            </a:schemeClr>
          </a:solidFill>
          <a:ln w="19050" algn="ctr">
            <a:solidFill>
              <a:schemeClr val="accent4"/>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Data Gaps</a:t>
            </a:r>
          </a:p>
        </p:txBody>
      </p:sp>
      <p:sp>
        <p:nvSpPr>
          <p:cNvPr id="36" name="Rectangle 35">
            <a:extLst>
              <a:ext uri="{FF2B5EF4-FFF2-40B4-BE49-F238E27FC236}">
                <a16:creationId xmlns:a16="http://schemas.microsoft.com/office/drawing/2014/main" id="{E8D650FC-63BF-A3C1-AF39-3C509C9D7166}"/>
              </a:ext>
            </a:extLst>
          </p:cNvPr>
          <p:cNvSpPr/>
          <p:nvPr/>
        </p:nvSpPr>
        <p:spPr bwMode="gray">
          <a:xfrm>
            <a:off x="871062" y="2324053"/>
            <a:ext cx="2287266" cy="563397"/>
          </a:xfrm>
          <a:custGeom>
            <a:avLst/>
            <a:gdLst>
              <a:gd name="connsiteX0" fmla="*/ 0 w 2287266"/>
              <a:gd name="connsiteY0" fmla="*/ 0 h 563397"/>
              <a:gd name="connsiteX1" fmla="*/ 571817 w 2287266"/>
              <a:gd name="connsiteY1" fmla="*/ 0 h 563397"/>
              <a:gd name="connsiteX2" fmla="*/ 1189378 w 2287266"/>
              <a:gd name="connsiteY2" fmla="*/ 0 h 563397"/>
              <a:gd name="connsiteX3" fmla="*/ 1761195 w 2287266"/>
              <a:gd name="connsiteY3" fmla="*/ 0 h 563397"/>
              <a:gd name="connsiteX4" fmla="*/ 2287266 w 2287266"/>
              <a:gd name="connsiteY4" fmla="*/ 0 h 563397"/>
              <a:gd name="connsiteX5" fmla="*/ 2287266 w 2287266"/>
              <a:gd name="connsiteY5" fmla="*/ 563397 h 563397"/>
              <a:gd name="connsiteX6" fmla="*/ 1715450 w 2287266"/>
              <a:gd name="connsiteY6" fmla="*/ 563397 h 563397"/>
              <a:gd name="connsiteX7" fmla="*/ 1143633 w 2287266"/>
              <a:gd name="connsiteY7" fmla="*/ 563397 h 563397"/>
              <a:gd name="connsiteX8" fmla="*/ 571817 w 2287266"/>
              <a:gd name="connsiteY8" fmla="*/ 563397 h 563397"/>
              <a:gd name="connsiteX9" fmla="*/ 0 w 2287266"/>
              <a:gd name="connsiteY9" fmla="*/ 563397 h 563397"/>
              <a:gd name="connsiteX10" fmla="*/ 0 w 2287266"/>
              <a:gd name="connsiteY10" fmla="*/ 0 h 56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7266" h="563397" fill="none" extrusionOk="0">
                <a:moveTo>
                  <a:pt x="0" y="0"/>
                </a:moveTo>
                <a:cubicBezTo>
                  <a:pt x="264601" y="25564"/>
                  <a:pt x="357209" y="-8264"/>
                  <a:pt x="571817" y="0"/>
                </a:cubicBezTo>
                <a:cubicBezTo>
                  <a:pt x="786425" y="8264"/>
                  <a:pt x="921955" y="898"/>
                  <a:pt x="1189378" y="0"/>
                </a:cubicBezTo>
                <a:cubicBezTo>
                  <a:pt x="1456801" y="-898"/>
                  <a:pt x="1586206" y="-24648"/>
                  <a:pt x="1761195" y="0"/>
                </a:cubicBezTo>
                <a:cubicBezTo>
                  <a:pt x="1936184" y="24648"/>
                  <a:pt x="2141981" y="-16275"/>
                  <a:pt x="2287266" y="0"/>
                </a:cubicBezTo>
                <a:cubicBezTo>
                  <a:pt x="2284424" y="145441"/>
                  <a:pt x="2286925" y="404263"/>
                  <a:pt x="2287266" y="563397"/>
                </a:cubicBezTo>
                <a:cubicBezTo>
                  <a:pt x="2133895" y="561729"/>
                  <a:pt x="1879524" y="545339"/>
                  <a:pt x="1715450" y="563397"/>
                </a:cubicBezTo>
                <a:cubicBezTo>
                  <a:pt x="1551376" y="581455"/>
                  <a:pt x="1269266" y="588351"/>
                  <a:pt x="1143633" y="563397"/>
                </a:cubicBezTo>
                <a:cubicBezTo>
                  <a:pt x="1018000" y="538443"/>
                  <a:pt x="803613" y="550055"/>
                  <a:pt x="571817" y="563397"/>
                </a:cubicBezTo>
                <a:cubicBezTo>
                  <a:pt x="340021" y="576739"/>
                  <a:pt x="233607" y="541760"/>
                  <a:pt x="0" y="563397"/>
                </a:cubicBezTo>
                <a:cubicBezTo>
                  <a:pt x="-2804" y="371438"/>
                  <a:pt x="-1110" y="197619"/>
                  <a:pt x="0" y="0"/>
                </a:cubicBezTo>
                <a:close/>
              </a:path>
              <a:path w="2287266" h="563397" stroke="0" extrusionOk="0">
                <a:moveTo>
                  <a:pt x="0" y="0"/>
                </a:moveTo>
                <a:cubicBezTo>
                  <a:pt x="167945" y="11330"/>
                  <a:pt x="469469" y="7376"/>
                  <a:pt x="594689" y="0"/>
                </a:cubicBezTo>
                <a:cubicBezTo>
                  <a:pt x="719909" y="-7376"/>
                  <a:pt x="1004672" y="-195"/>
                  <a:pt x="1212251" y="0"/>
                </a:cubicBezTo>
                <a:cubicBezTo>
                  <a:pt x="1419830" y="195"/>
                  <a:pt x="1816408" y="-53072"/>
                  <a:pt x="2287266" y="0"/>
                </a:cubicBezTo>
                <a:cubicBezTo>
                  <a:pt x="2262069" y="189952"/>
                  <a:pt x="2282847" y="287396"/>
                  <a:pt x="2287266" y="563397"/>
                </a:cubicBezTo>
                <a:cubicBezTo>
                  <a:pt x="2120583" y="585276"/>
                  <a:pt x="1875782" y="579958"/>
                  <a:pt x="1715450" y="563397"/>
                </a:cubicBezTo>
                <a:cubicBezTo>
                  <a:pt x="1555118" y="546836"/>
                  <a:pt x="1353280" y="542634"/>
                  <a:pt x="1212251" y="563397"/>
                </a:cubicBezTo>
                <a:cubicBezTo>
                  <a:pt x="1071222" y="584160"/>
                  <a:pt x="786776" y="538890"/>
                  <a:pt x="640434" y="563397"/>
                </a:cubicBezTo>
                <a:cubicBezTo>
                  <a:pt x="494092" y="587904"/>
                  <a:pt x="183552" y="579354"/>
                  <a:pt x="0" y="563397"/>
                </a:cubicBezTo>
                <a:cubicBezTo>
                  <a:pt x="15900" y="321256"/>
                  <a:pt x="-27527" y="217541"/>
                  <a:pt x="0" y="0"/>
                </a:cubicBezTo>
                <a:close/>
              </a:path>
            </a:pathLst>
          </a:custGeom>
          <a:solidFill>
            <a:schemeClr val="accent5">
              <a:lumMod val="20000"/>
              <a:lumOff val="80000"/>
            </a:schemeClr>
          </a:solidFill>
          <a:ln w="19050" algn="ctr">
            <a:solidFill>
              <a:schemeClr val="accent5"/>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Asset and Liability Attribution Complexity</a:t>
            </a:r>
            <a:endPar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7" name="Rectangle 36">
            <a:extLst>
              <a:ext uri="{FF2B5EF4-FFF2-40B4-BE49-F238E27FC236}">
                <a16:creationId xmlns:a16="http://schemas.microsoft.com/office/drawing/2014/main" id="{D4745CB7-7C5E-DBE8-D9C5-886D054BFBE5}"/>
              </a:ext>
            </a:extLst>
          </p:cNvPr>
          <p:cNvSpPr/>
          <p:nvPr/>
        </p:nvSpPr>
        <p:spPr bwMode="gray">
          <a:xfrm>
            <a:off x="862272" y="1624380"/>
            <a:ext cx="2287266" cy="563397"/>
          </a:xfrm>
          <a:custGeom>
            <a:avLst/>
            <a:gdLst>
              <a:gd name="connsiteX0" fmla="*/ 0 w 2287266"/>
              <a:gd name="connsiteY0" fmla="*/ 0 h 563397"/>
              <a:gd name="connsiteX1" fmla="*/ 571817 w 2287266"/>
              <a:gd name="connsiteY1" fmla="*/ 0 h 563397"/>
              <a:gd name="connsiteX2" fmla="*/ 1189378 w 2287266"/>
              <a:gd name="connsiteY2" fmla="*/ 0 h 563397"/>
              <a:gd name="connsiteX3" fmla="*/ 1761195 w 2287266"/>
              <a:gd name="connsiteY3" fmla="*/ 0 h 563397"/>
              <a:gd name="connsiteX4" fmla="*/ 2287266 w 2287266"/>
              <a:gd name="connsiteY4" fmla="*/ 0 h 563397"/>
              <a:gd name="connsiteX5" fmla="*/ 2287266 w 2287266"/>
              <a:gd name="connsiteY5" fmla="*/ 563397 h 563397"/>
              <a:gd name="connsiteX6" fmla="*/ 1715450 w 2287266"/>
              <a:gd name="connsiteY6" fmla="*/ 563397 h 563397"/>
              <a:gd name="connsiteX7" fmla="*/ 1143633 w 2287266"/>
              <a:gd name="connsiteY7" fmla="*/ 563397 h 563397"/>
              <a:gd name="connsiteX8" fmla="*/ 571817 w 2287266"/>
              <a:gd name="connsiteY8" fmla="*/ 563397 h 563397"/>
              <a:gd name="connsiteX9" fmla="*/ 0 w 2287266"/>
              <a:gd name="connsiteY9" fmla="*/ 563397 h 563397"/>
              <a:gd name="connsiteX10" fmla="*/ 0 w 2287266"/>
              <a:gd name="connsiteY10" fmla="*/ 0 h 56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7266" h="563397" fill="none" extrusionOk="0">
                <a:moveTo>
                  <a:pt x="0" y="0"/>
                </a:moveTo>
                <a:cubicBezTo>
                  <a:pt x="264601" y="25564"/>
                  <a:pt x="357209" y="-8264"/>
                  <a:pt x="571817" y="0"/>
                </a:cubicBezTo>
                <a:cubicBezTo>
                  <a:pt x="786425" y="8264"/>
                  <a:pt x="921955" y="898"/>
                  <a:pt x="1189378" y="0"/>
                </a:cubicBezTo>
                <a:cubicBezTo>
                  <a:pt x="1456801" y="-898"/>
                  <a:pt x="1586206" y="-24648"/>
                  <a:pt x="1761195" y="0"/>
                </a:cubicBezTo>
                <a:cubicBezTo>
                  <a:pt x="1936184" y="24648"/>
                  <a:pt x="2141981" y="-16275"/>
                  <a:pt x="2287266" y="0"/>
                </a:cubicBezTo>
                <a:cubicBezTo>
                  <a:pt x="2284424" y="145441"/>
                  <a:pt x="2286925" y="404263"/>
                  <a:pt x="2287266" y="563397"/>
                </a:cubicBezTo>
                <a:cubicBezTo>
                  <a:pt x="2133895" y="561729"/>
                  <a:pt x="1879524" y="545339"/>
                  <a:pt x="1715450" y="563397"/>
                </a:cubicBezTo>
                <a:cubicBezTo>
                  <a:pt x="1551376" y="581455"/>
                  <a:pt x="1269266" y="588351"/>
                  <a:pt x="1143633" y="563397"/>
                </a:cubicBezTo>
                <a:cubicBezTo>
                  <a:pt x="1018000" y="538443"/>
                  <a:pt x="803613" y="550055"/>
                  <a:pt x="571817" y="563397"/>
                </a:cubicBezTo>
                <a:cubicBezTo>
                  <a:pt x="340021" y="576739"/>
                  <a:pt x="233607" y="541760"/>
                  <a:pt x="0" y="563397"/>
                </a:cubicBezTo>
                <a:cubicBezTo>
                  <a:pt x="-2804" y="371438"/>
                  <a:pt x="-1110" y="197619"/>
                  <a:pt x="0" y="0"/>
                </a:cubicBezTo>
                <a:close/>
              </a:path>
              <a:path w="2287266" h="563397" stroke="0" extrusionOk="0">
                <a:moveTo>
                  <a:pt x="0" y="0"/>
                </a:moveTo>
                <a:cubicBezTo>
                  <a:pt x="167945" y="11330"/>
                  <a:pt x="469469" y="7376"/>
                  <a:pt x="594689" y="0"/>
                </a:cubicBezTo>
                <a:cubicBezTo>
                  <a:pt x="719909" y="-7376"/>
                  <a:pt x="1004672" y="-195"/>
                  <a:pt x="1212251" y="0"/>
                </a:cubicBezTo>
                <a:cubicBezTo>
                  <a:pt x="1419830" y="195"/>
                  <a:pt x="1816408" y="-53072"/>
                  <a:pt x="2287266" y="0"/>
                </a:cubicBezTo>
                <a:cubicBezTo>
                  <a:pt x="2262069" y="189952"/>
                  <a:pt x="2282847" y="287396"/>
                  <a:pt x="2287266" y="563397"/>
                </a:cubicBezTo>
                <a:cubicBezTo>
                  <a:pt x="2120583" y="585276"/>
                  <a:pt x="1875782" y="579958"/>
                  <a:pt x="1715450" y="563397"/>
                </a:cubicBezTo>
                <a:cubicBezTo>
                  <a:pt x="1555118" y="546836"/>
                  <a:pt x="1353280" y="542634"/>
                  <a:pt x="1212251" y="563397"/>
                </a:cubicBezTo>
                <a:cubicBezTo>
                  <a:pt x="1071222" y="584160"/>
                  <a:pt x="786776" y="538890"/>
                  <a:pt x="640434" y="563397"/>
                </a:cubicBezTo>
                <a:cubicBezTo>
                  <a:pt x="494092" y="587904"/>
                  <a:pt x="183552" y="579354"/>
                  <a:pt x="0" y="563397"/>
                </a:cubicBezTo>
                <a:cubicBezTo>
                  <a:pt x="15900" y="321256"/>
                  <a:pt x="-27527" y="217541"/>
                  <a:pt x="0" y="0"/>
                </a:cubicBezTo>
                <a:close/>
              </a:path>
            </a:pathLst>
          </a:custGeom>
          <a:solidFill>
            <a:schemeClr val="accent4">
              <a:lumMod val="20000"/>
              <a:lumOff val="80000"/>
            </a:schemeClr>
          </a:solidFill>
          <a:ln w="19050" algn="ctr">
            <a:solidFill>
              <a:schemeClr val="accent4">
                <a:lumMod val="75000"/>
              </a:schemeClr>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Cost Segregation – </a:t>
            </a:r>
            <a:r>
              <a:rPr lang="en-US" sz="1100">
                <a:solidFill>
                  <a:prstClr val="black"/>
                </a:solidFill>
                <a:latin typeface="Verdana" panose="020B0604030504040204" pitchFamily="34" charset="0"/>
                <a:ea typeface="Verdana" panose="020B0604030504040204" pitchFamily="34" charset="0"/>
              </a:rPr>
              <a:t>Allocation </a:t>
            </a:r>
            <a:r>
              <a:rPr kumimoji="0" lang="en-US" sz="110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Apportionment</a:t>
            </a:r>
          </a:p>
        </p:txBody>
      </p:sp>
      <p:sp>
        <p:nvSpPr>
          <p:cNvPr id="38" name="Rectangle 37">
            <a:extLst>
              <a:ext uri="{FF2B5EF4-FFF2-40B4-BE49-F238E27FC236}">
                <a16:creationId xmlns:a16="http://schemas.microsoft.com/office/drawing/2014/main" id="{1E4A6E45-74B1-5A47-538F-8E671CACEBFF}"/>
              </a:ext>
            </a:extLst>
          </p:cNvPr>
          <p:cNvSpPr/>
          <p:nvPr/>
        </p:nvSpPr>
        <p:spPr bwMode="gray">
          <a:xfrm>
            <a:off x="889516" y="3033418"/>
            <a:ext cx="2259807" cy="561916"/>
          </a:xfrm>
          <a:custGeom>
            <a:avLst/>
            <a:gdLst>
              <a:gd name="connsiteX0" fmla="*/ 0 w 2259807"/>
              <a:gd name="connsiteY0" fmla="*/ 0 h 561916"/>
              <a:gd name="connsiteX1" fmla="*/ 564952 w 2259807"/>
              <a:gd name="connsiteY1" fmla="*/ 0 h 561916"/>
              <a:gd name="connsiteX2" fmla="*/ 1175100 w 2259807"/>
              <a:gd name="connsiteY2" fmla="*/ 0 h 561916"/>
              <a:gd name="connsiteX3" fmla="*/ 1740051 w 2259807"/>
              <a:gd name="connsiteY3" fmla="*/ 0 h 561916"/>
              <a:gd name="connsiteX4" fmla="*/ 2259807 w 2259807"/>
              <a:gd name="connsiteY4" fmla="*/ 0 h 561916"/>
              <a:gd name="connsiteX5" fmla="*/ 2259807 w 2259807"/>
              <a:gd name="connsiteY5" fmla="*/ 561916 h 561916"/>
              <a:gd name="connsiteX6" fmla="*/ 1694855 w 2259807"/>
              <a:gd name="connsiteY6" fmla="*/ 561916 h 561916"/>
              <a:gd name="connsiteX7" fmla="*/ 1129904 w 2259807"/>
              <a:gd name="connsiteY7" fmla="*/ 561916 h 561916"/>
              <a:gd name="connsiteX8" fmla="*/ 564952 w 2259807"/>
              <a:gd name="connsiteY8" fmla="*/ 561916 h 561916"/>
              <a:gd name="connsiteX9" fmla="*/ 0 w 2259807"/>
              <a:gd name="connsiteY9" fmla="*/ 561916 h 561916"/>
              <a:gd name="connsiteX10" fmla="*/ 0 w 2259807"/>
              <a:gd name="connsiteY10" fmla="*/ 0 h 56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59807" h="561916" fill="none" extrusionOk="0">
                <a:moveTo>
                  <a:pt x="0" y="0"/>
                </a:moveTo>
                <a:cubicBezTo>
                  <a:pt x="229503" y="22556"/>
                  <a:pt x="303472" y="16557"/>
                  <a:pt x="564952" y="0"/>
                </a:cubicBezTo>
                <a:cubicBezTo>
                  <a:pt x="826432" y="-16557"/>
                  <a:pt x="939333" y="24526"/>
                  <a:pt x="1175100" y="0"/>
                </a:cubicBezTo>
                <a:cubicBezTo>
                  <a:pt x="1410867" y="-24526"/>
                  <a:pt x="1617917" y="-27280"/>
                  <a:pt x="1740051" y="0"/>
                </a:cubicBezTo>
                <a:cubicBezTo>
                  <a:pt x="1862185" y="27280"/>
                  <a:pt x="2143996" y="-25891"/>
                  <a:pt x="2259807" y="0"/>
                </a:cubicBezTo>
                <a:cubicBezTo>
                  <a:pt x="2246128" y="159939"/>
                  <a:pt x="2282273" y="433939"/>
                  <a:pt x="2259807" y="561916"/>
                </a:cubicBezTo>
                <a:cubicBezTo>
                  <a:pt x="2036729" y="534463"/>
                  <a:pt x="1900075" y="578683"/>
                  <a:pt x="1694855" y="561916"/>
                </a:cubicBezTo>
                <a:cubicBezTo>
                  <a:pt x="1489635" y="545149"/>
                  <a:pt x="1312324" y="558204"/>
                  <a:pt x="1129904" y="561916"/>
                </a:cubicBezTo>
                <a:cubicBezTo>
                  <a:pt x="947484" y="565628"/>
                  <a:pt x="835364" y="540669"/>
                  <a:pt x="564952" y="561916"/>
                </a:cubicBezTo>
                <a:cubicBezTo>
                  <a:pt x="294540" y="583163"/>
                  <a:pt x="237395" y="561234"/>
                  <a:pt x="0" y="561916"/>
                </a:cubicBezTo>
                <a:cubicBezTo>
                  <a:pt x="21696" y="343102"/>
                  <a:pt x="-8219" y="236486"/>
                  <a:pt x="0" y="0"/>
                </a:cubicBezTo>
                <a:close/>
              </a:path>
              <a:path w="2259807" h="561916" stroke="0" extrusionOk="0">
                <a:moveTo>
                  <a:pt x="0" y="0"/>
                </a:moveTo>
                <a:cubicBezTo>
                  <a:pt x="273155" y="-16747"/>
                  <a:pt x="430288" y="-4802"/>
                  <a:pt x="587550" y="0"/>
                </a:cubicBezTo>
                <a:cubicBezTo>
                  <a:pt x="744812" y="4802"/>
                  <a:pt x="1010075" y="26589"/>
                  <a:pt x="1197698" y="0"/>
                </a:cubicBezTo>
                <a:cubicBezTo>
                  <a:pt x="1385321" y="-26589"/>
                  <a:pt x="1915950" y="6457"/>
                  <a:pt x="2259807" y="0"/>
                </a:cubicBezTo>
                <a:cubicBezTo>
                  <a:pt x="2277990" y="154869"/>
                  <a:pt x="2286587" y="437033"/>
                  <a:pt x="2259807" y="561916"/>
                </a:cubicBezTo>
                <a:cubicBezTo>
                  <a:pt x="2035229" y="550158"/>
                  <a:pt x="1829554" y="555177"/>
                  <a:pt x="1694855" y="561916"/>
                </a:cubicBezTo>
                <a:cubicBezTo>
                  <a:pt x="1560156" y="568655"/>
                  <a:pt x="1414503" y="554806"/>
                  <a:pt x="1197698" y="561916"/>
                </a:cubicBezTo>
                <a:cubicBezTo>
                  <a:pt x="980893" y="569026"/>
                  <a:pt x="903015" y="568443"/>
                  <a:pt x="632746" y="561916"/>
                </a:cubicBezTo>
                <a:cubicBezTo>
                  <a:pt x="362477" y="555389"/>
                  <a:pt x="263788" y="544926"/>
                  <a:pt x="0" y="561916"/>
                </a:cubicBezTo>
                <a:cubicBezTo>
                  <a:pt x="-8868" y="330770"/>
                  <a:pt x="-1817" y="192129"/>
                  <a:pt x="0" y="0"/>
                </a:cubicBezTo>
                <a:close/>
              </a:path>
            </a:pathLst>
          </a:custGeom>
          <a:solidFill>
            <a:schemeClr val="accent1">
              <a:lumMod val="20000"/>
              <a:lumOff val="80000"/>
            </a:schemeClr>
          </a:solidFill>
          <a:ln w="19050" algn="ctr">
            <a:solidFill>
              <a:schemeClr val="accent4"/>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Legal Complexities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DVC Act 1948, </a:t>
            </a:r>
            <a:r>
              <a:rPr lang="en-US" sz="900">
                <a:solidFill>
                  <a:prstClr val="black"/>
                </a:solidFill>
                <a:latin typeface="Verdana" panose="020B0604030504040204" pitchFamily="34" charset="0"/>
                <a:ea typeface="Verdana" panose="020B0604030504040204" pitchFamily="34" charset="0"/>
              </a:rPr>
              <a:t>The Electricity Act 2003</a:t>
            </a:r>
            <a:r>
              <a:rPr kumimoji="0" lang="en-US" sz="90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The Companies Act 2013</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9" name="Rectangle 38">
            <a:extLst>
              <a:ext uri="{FF2B5EF4-FFF2-40B4-BE49-F238E27FC236}">
                <a16:creationId xmlns:a16="http://schemas.microsoft.com/office/drawing/2014/main" id="{D2F51476-F80E-7ADE-19A3-7A10D8F15358}"/>
              </a:ext>
            </a:extLst>
          </p:cNvPr>
          <p:cNvSpPr/>
          <p:nvPr/>
        </p:nvSpPr>
        <p:spPr bwMode="gray">
          <a:xfrm>
            <a:off x="871061" y="3734445"/>
            <a:ext cx="2259807" cy="801378"/>
          </a:xfrm>
          <a:custGeom>
            <a:avLst/>
            <a:gdLst>
              <a:gd name="connsiteX0" fmla="*/ 0 w 2259807"/>
              <a:gd name="connsiteY0" fmla="*/ 0 h 801378"/>
              <a:gd name="connsiteX1" fmla="*/ 610148 w 2259807"/>
              <a:gd name="connsiteY1" fmla="*/ 0 h 801378"/>
              <a:gd name="connsiteX2" fmla="*/ 1175100 w 2259807"/>
              <a:gd name="connsiteY2" fmla="*/ 0 h 801378"/>
              <a:gd name="connsiteX3" fmla="*/ 1694855 w 2259807"/>
              <a:gd name="connsiteY3" fmla="*/ 0 h 801378"/>
              <a:gd name="connsiteX4" fmla="*/ 2259807 w 2259807"/>
              <a:gd name="connsiteY4" fmla="*/ 0 h 801378"/>
              <a:gd name="connsiteX5" fmla="*/ 2259807 w 2259807"/>
              <a:gd name="connsiteY5" fmla="*/ 400689 h 801378"/>
              <a:gd name="connsiteX6" fmla="*/ 2259807 w 2259807"/>
              <a:gd name="connsiteY6" fmla="*/ 801378 h 801378"/>
              <a:gd name="connsiteX7" fmla="*/ 1740051 w 2259807"/>
              <a:gd name="connsiteY7" fmla="*/ 801378 h 801378"/>
              <a:gd name="connsiteX8" fmla="*/ 1242894 w 2259807"/>
              <a:gd name="connsiteY8" fmla="*/ 801378 h 801378"/>
              <a:gd name="connsiteX9" fmla="*/ 723138 w 2259807"/>
              <a:gd name="connsiteY9" fmla="*/ 801378 h 801378"/>
              <a:gd name="connsiteX10" fmla="*/ 0 w 2259807"/>
              <a:gd name="connsiteY10" fmla="*/ 801378 h 801378"/>
              <a:gd name="connsiteX11" fmla="*/ 0 w 2259807"/>
              <a:gd name="connsiteY11" fmla="*/ 416717 h 801378"/>
              <a:gd name="connsiteX12" fmla="*/ 0 w 2259807"/>
              <a:gd name="connsiteY12" fmla="*/ 0 h 801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9807" h="801378" fill="none" extrusionOk="0">
                <a:moveTo>
                  <a:pt x="0" y="0"/>
                </a:moveTo>
                <a:cubicBezTo>
                  <a:pt x="221323" y="4118"/>
                  <a:pt x="369002" y="-21011"/>
                  <a:pt x="610148" y="0"/>
                </a:cubicBezTo>
                <a:cubicBezTo>
                  <a:pt x="851294" y="21011"/>
                  <a:pt x="983054" y="10513"/>
                  <a:pt x="1175100" y="0"/>
                </a:cubicBezTo>
                <a:cubicBezTo>
                  <a:pt x="1367146" y="-10513"/>
                  <a:pt x="1550090" y="-12520"/>
                  <a:pt x="1694855" y="0"/>
                </a:cubicBezTo>
                <a:cubicBezTo>
                  <a:pt x="1839621" y="12520"/>
                  <a:pt x="2044112" y="-18711"/>
                  <a:pt x="2259807" y="0"/>
                </a:cubicBezTo>
                <a:cubicBezTo>
                  <a:pt x="2249913" y="93484"/>
                  <a:pt x="2270411" y="263088"/>
                  <a:pt x="2259807" y="400689"/>
                </a:cubicBezTo>
                <a:cubicBezTo>
                  <a:pt x="2249203" y="538290"/>
                  <a:pt x="2270085" y="703376"/>
                  <a:pt x="2259807" y="801378"/>
                </a:cubicBezTo>
                <a:cubicBezTo>
                  <a:pt x="2053831" y="775979"/>
                  <a:pt x="1928182" y="826448"/>
                  <a:pt x="1740051" y="801378"/>
                </a:cubicBezTo>
                <a:cubicBezTo>
                  <a:pt x="1551920" y="776308"/>
                  <a:pt x="1485657" y="804073"/>
                  <a:pt x="1242894" y="801378"/>
                </a:cubicBezTo>
                <a:cubicBezTo>
                  <a:pt x="1000131" y="798683"/>
                  <a:pt x="952984" y="794617"/>
                  <a:pt x="723138" y="801378"/>
                </a:cubicBezTo>
                <a:cubicBezTo>
                  <a:pt x="493292" y="808139"/>
                  <a:pt x="220387" y="782894"/>
                  <a:pt x="0" y="801378"/>
                </a:cubicBezTo>
                <a:cubicBezTo>
                  <a:pt x="15842" y="682556"/>
                  <a:pt x="9072" y="499023"/>
                  <a:pt x="0" y="416717"/>
                </a:cubicBezTo>
                <a:cubicBezTo>
                  <a:pt x="-9072" y="334411"/>
                  <a:pt x="-18718" y="181724"/>
                  <a:pt x="0" y="0"/>
                </a:cubicBezTo>
                <a:close/>
              </a:path>
              <a:path w="2259807" h="801378" stroke="0" extrusionOk="0">
                <a:moveTo>
                  <a:pt x="0" y="0"/>
                </a:moveTo>
                <a:cubicBezTo>
                  <a:pt x="273155" y="-16747"/>
                  <a:pt x="430288" y="-4802"/>
                  <a:pt x="587550" y="0"/>
                </a:cubicBezTo>
                <a:cubicBezTo>
                  <a:pt x="744812" y="4802"/>
                  <a:pt x="1010075" y="26589"/>
                  <a:pt x="1197698" y="0"/>
                </a:cubicBezTo>
                <a:cubicBezTo>
                  <a:pt x="1385321" y="-26589"/>
                  <a:pt x="1915950" y="6457"/>
                  <a:pt x="2259807" y="0"/>
                </a:cubicBezTo>
                <a:cubicBezTo>
                  <a:pt x="2261597" y="206068"/>
                  <a:pt x="2269910" y="219107"/>
                  <a:pt x="2259807" y="416717"/>
                </a:cubicBezTo>
                <a:cubicBezTo>
                  <a:pt x="2249704" y="614327"/>
                  <a:pt x="2251044" y="685666"/>
                  <a:pt x="2259807" y="801378"/>
                </a:cubicBezTo>
                <a:cubicBezTo>
                  <a:pt x="2069619" y="802488"/>
                  <a:pt x="1845966" y="827584"/>
                  <a:pt x="1694855" y="801378"/>
                </a:cubicBezTo>
                <a:cubicBezTo>
                  <a:pt x="1543744" y="775172"/>
                  <a:pt x="1394868" y="800904"/>
                  <a:pt x="1129904" y="801378"/>
                </a:cubicBezTo>
                <a:cubicBezTo>
                  <a:pt x="864940" y="801852"/>
                  <a:pt x="773739" y="790920"/>
                  <a:pt x="610148" y="801378"/>
                </a:cubicBezTo>
                <a:cubicBezTo>
                  <a:pt x="446557" y="811836"/>
                  <a:pt x="128135" y="812860"/>
                  <a:pt x="0" y="801378"/>
                </a:cubicBezTo>
                <a:cubicBezTo>
                  <a:pt x="1165" y="663457"/>
                  <a:pt x="4502" y="509971"/>
                  <a:pt x="0" y="424730"/>
                </a:cubicBezTo>
                <a:cubicBezTo>
                  <a:pt x="-4502" y="339489"/>
                  <a:pt x="-11773" y="109931"/>
                  <a:pt x="0" y="0"/>
                </a:cubicBezTo>
                <a:close/>
              </a:path>
            </a:pathLst>
          </a:custGeom>
          <a:solidFill>
            <a:srgbClr val="6FC2B4">
              <a:alpha val="25000"/>
            </a:srgbClr>
          </a:solidFill>
          <a:ln w="19050" algn="ctr">
            <a:solidFill>
              <a:srgbClr val="004F59"/>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Regulatory complexities</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100">
                <a:solidFill>
                  <a:prstClr val="black"/>
                </a:solidFill>
                <a:latin typeface="Verdana" panose="020B0604030504040204" pitchFamily="34" charset="0"/>
                <a:ea typeface="Verdana" panose="020B0604030504040204" pitchFamily="34" charset="0"/>
              </a:rPr>
              <a:t>(CERC, WBERC, JSERC)</a:t>
            </a:r>
            <a:endParaRPr kumimoji="0" lang="en-US" sz="110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40" name="Rectangle 39">
            <a:extLst>
              <a:ext uri="{FF2B5EF4-FFF2-40B4-BE49-F238E27FC236}">
                <a16:creationId xmlns:a16="http://schemas.microsoft.com/office/drawing/2014/main" id="{588EE3B7-448D-3EFA-5236-D7E48389ADE5}"/>
              </a:ext>
            </a:extLst>
          </p:cNvPr>
          <p:cNvSpPr/>
          <p:nvPr/>
        </p:nvSpPr>
        <p:spPr bwMode="gray">
          <a:xfrm>
            <a:off x="871862" y="4676215"/>
            <a:ext cx="2286466" cy="553786"/>
          </a:xfrm>
          <a:custGeom>
            <a:avLst/>
            <a:gdLst>
              <a:gd name="connsiteX0" fmla="*/ 0 w 2286466"/>
              <a:gd name="connsiteY0" fmla="*/ 0 h 553786"/>
              <a:gd name="connsiteX1" fmla="*/ 571617 w 2286466"/>
              <a:gd name="connsiteY1" fmla="*/ 0 h 553786"/>
              <a:gd name="connsiteX2" fmla="*/ 1188962 w 2286466"/>
              <a:gd name="connsiteY2" fmla="*/ 0 h 553786"/>
              <a:gd name="connsiteX3" fmla="*/ 1760579 w 2286466"/>
              <a:gd name="connsiteY3" fmla="*/ 0 h 553786"/>
              <a:gd name="connsiteX4" fmla="*/ 2286466 w 2286466"/>
              <a:gd name="connsiteY4" fmla="*/ 0 h 553786"/>
              <a:gd name="connsiteX5" fmla="*/ 2286466 w 2286466"/>
              <a:gd name="connsiteY5" fmla="*/ 553786 h 553786"/>
              <a:gd name="connsiteX6" fmla="*/ 1714850 w 2286466"/>
              <a:gd name="connsiteY6" fmla="*/ 553786 h 553786"/>
              <a:gd name="connsiteX7" fmla="*/ 1143233 w 2286466"/>
              <a:gd name="connsiteY7" fmla="*/ 553786 h 553786"/>
              <a:gd name="connsiteX8" fmla="*/ 571617 w 2286466"/>
              <a:gd name="connsiteY8" fmla="*/ 553786 h 553786"/>
              <a:gd name="connsiteX9" fmla="*/ 0 w 2286466"/>
              <a:gd name="connsiteY9" fmla="*/ 553786 h 553786"/>
              <a:gd name="connsiteX10" fmla="*/ 0 w 2286466"/>
              <a:gd name="connsiteY10" fmla="*/ 0 h 553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6466" h="553786" fill="none" extrusionOk="0">
                <a:moveTo>
                  <a:pt x="0" y="0"/>
                </a:moveTo>
                <a:cubicBezTo>
                  <a:pt x="215535" y="25740"/>
                  <a:pt x="429709" y="25461"/>
                  <a:pt x="571617" y="0"/>
                </a:cubicBezTo>
                <a:cubicBezTo>
                  <a:pt x="713525" y="-25461"/>
                  <a:pt x="925952" y="24143"/>
                  <a:pt x="1188962" y="0"/>
                </a:cubicBezTo>
                <a:cubicBezTo>
                  <a:pt x="1451972" y="-24143"/>
                  <a:pt x="1561431" y="-20561"/>
                  <a:pt x="1760579" y="0"/>
                </a:cubicBezTo>
                <a:cubicBezTo>
                  <a:pt x="1959727" y="20561"/>
                  <a:pt x="2080928" y="2182"/>
                  <a:pt x="2286466" y="0"/>
                </a:cubicBezTo>
                <a:cubicBezTo>
                  <a:pt x="2277679" y="132681"/>
                  <a:pt x="2287367" y="352045"/>
                  <a:pt x="2286466" y="553786"/>
                </a:cubicBezTo>
                <a:cubicBezTo>
                  <a:pt x="2064146" y="527326"/>
                  <a:pt x="1858513" y="554685"/>
                  <a:pt x="1714850" y="553786"/>
                </a:cubicBezTo>
                <a:cubicBezTo>
                  <a:pt x="1571187" y="552887"/>
                  <a:pt x="1384788" y="559649"/>
                  <a:pt x="1143233" y="553786"/>
                </a:cubicBezTo>
                <a:cubicBezTo>
                  <a:pt x="901678" y="547923"/>
                  <a:pt x="754160" y="549593"/>
                  <a:pt x="571617" y="553786"/>
                </a:cubicBezTo>
                <a:cubicBezTo>
                  <a:pt x="389074" y="557979"/>
                  <a:pt x="212633" y="544509"/>
                  <a:pt x="0" y="553786"/>
                </a:cubicBezTo>
                <a:cubicBezTo>
                  <a:pt x="-1439" y="319643"/>
                  <a:pt x="-19065" y="124332"/>
                  <a:pt x="0" y="0"/>
                </a:cubicBezTo>
                <a:close/>
              </a:path>
              <a:path w="2286466" h="553786" stroke="0" extrusionOk="0">
                <a:moveTo>
                  <a:pt x="0" y="0"/>
                </a:moveTo>
                <a:cubicBezTo>
                  <a:pt x="285397" y="-18270"/>
                  <a:pt x="370294" y="14651"/>
                  <a:pt x="594481" y="0"/>
                </a:cubicBezTo>
                <a:cubicBezTo>
                  <a:pt x="818668" y="-14651"/>
                  <a:pt x="1023718" y="14806"/>
                  <a:pt x="1211827" y="0"/>
                </a:cubicBezTo>
                <a:cubicBezTo>
                  <a:pt x="1399936" y="-14806"/>
                  <a:pt x="1954293" y="16410"/>
                  <a:pt x="2286466" y="0"/>
                </a:cubicBezTo>
                <a:cubicBezTo>
                  <a:pt x="2276166" y="114911"/>
                  <a:pt x="2259672" y="349121"/>
                  <a:pt x="2286466" y="553786"/>
                </a:cubicBezTo>
                <a:cubicBezTo>
                  <a:pt x="2108584" y="557561"/>
                  <a:pt x="1913446" y="580981"/>
                  <a:pt x="1714850" y="553786"/>
                </a:cubicBezTo>
                <a:cubicBezTo>
                  <a:pt x="1516254" y="526591"/>
                  <a:pt x="1394783" y="530374"/>
                  <a:pt x="1211827" y="553786"/>
                </a:cubicBezTo>
                <a:cubicBezTo>
                  <a:pt x="1028871" y="577198"/>
                  <a:pt x="767349" y="575031"/>
                  <a:pt x="640210" y="553786"/>
                </a:cubicBezTo>
                <a:cubicBezTo>
                  <a:pt x="513071" y="532541"/>
                  <a:pt x="235142" y="568938"/>
                  <a:pt x="0" y="553786"/>
                </a:cubicBezTo>
                <a:cubicBezTo>
                  <a:pt x="-9719" y="374193"/>
                  <a:pt x="-6962" y="115742"/>
                  <a:pt x="0" y="0"/>
                </a:cubicBezTo>
                <a:close/>
              </a:path>
            </a:pathLst>
          </a:custGeom>
          <a:solidFill>
            <a:schemeClr val="accent3">
              <a:lumMod val="20000"/>
              <a:lumOff val="80000"/>
            </a:schemeClr>
          </a:solidFill>
          <a:ln w="19050" algn="ctr">
            <a:solidFill>
              <a:schemeClr val="accent2"/>
            </a:solidFill>
            <a:miter lim="800000"/>
            <a:headEnd/>
            <a:tailEnd/>
            <a:extLst>
              <a:ext uri="{C807C97D-BFC1-408E-A445-0C87EB9F89A2}">
                <ask:lineSketchStyleProps xmlns:ask="http://schemas.microsoft.com/office/drawing/2018/sketchyshapes" sd="3739313137">
                  <a:prstGeom prst="rect">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Resistance to Change</a:t>
            </a:r>
            <a:endParaRPr kumimoji="0" lang="en-US" sz="1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pic>
        <p:nvPicPr>
          <p:cNvPr id="17" name="Picture 16">
            <a:extLst>
              <a:ext uri="{FF2B5EF4-FFF2-40B4-BE49-F238E27FC236}">
                <a16:creationId xmlns:a16="http://schemas.microsoft.com/office/drawing/2014/main" id="{9BD43423-4624-D5CE-94D4-C2BB41D424E8}"/>
              </a:ext>
            </a:extLst>
          </p:cNvPr>
          <p:cNvPicPr>
            <a:picLocks noChangeAspect="1"/>
          </p:cNvPicPr>
          <p:nvPr/>
        </p:nvPicPr>
        <p:blipFill>
          <a:blip r:embed="rId7"/>
          <a:stretch>
            <a:fillRect/>
          </a:stretch>
        </p:blipFill>
        <p:spPr>
          <a:xfrm>
            <a:off x="10515220" y="5275485"/>
            <a:ext cx="1007535" cy="209064"/>
          </a:xfrm>
          <a:prstGeom prst="rect">
            <a:avLst/>
          </a:prstGeom>
        </p:spPr>
      </p:pic>
      <p:pic>
        <p:nvPicPr>
          <p:cNvPr id="18" name="Picture 17">
            <a:extLst>
              <a:ext uri="{FF2B5EF4-FFF2-40B4-BE49-F238E27FC236}">
                <a16:creationId xmlns:a16="http://schemas.microsoft.com/office/drawing/2014/main" id="{FFBF824C-8DB7-5DFD-16C6-EF3BE3509CA3}"/>
              </a:ext>
            </a:extLst>
          </p:cNvPr>
          <p:cNvPicPr>
            <a:picLocks noChangeAspect="1"/>
          </p:cNvPicPr>
          <p:nvPr/>
        </p:nvPicPr>
        <p:blipFill>
          <a:blip r:embed="rId8"/>
          <a:stretch>
            <a:fillRect/>
          </a:stretch>
        </p:blipFill>
        <p:spPr>
          <a:xfrm>
            <a:off x="10102637" y="5604052"/>
            <a:ext cx="1397000" cy="191954"/>
          </a:xfrm>
          <a:prstGeom prst="rect">
            <a:avLst/>
          </a:prstGeom>
        </p:spPr>
      </p:pic>
      <p:pic>
        <p:nvPicPr>
          <p:cNvPr id="28" name="Picture 2" descr="North Eastern Electric Power ...">
            <a:extLst>
              <a:ext uri="{FF2B5EF4-FFF2-40B4-BE49-F238E27FC236}">
                <a16:creationId xmlns:a16="http://schemas.microsoft.com/office/drawing/2014/main" id="{9FCB82B9-449E-11C0-3152-A5413362066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20490" y="4396358"/>
            <a:ext cx="476013" cy="47389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44185536-C942-D79E-E5BF-06DC0C9C1D8B}"/>
              </a:ext>
            </a:extLst>
          </p:cNvPr>
          <p:cNvPicPr>
            <a:picLocks noChangeAspect="1"/>
          </p:cNvPicPr>
          <p:nvPr/>
        </p:nvPicPr>
        <p:blipFill>
          <a:blip r:embed="rId10"/>
          <a:stretch>
            <a:fillRect/>
          </a:stretch>
        </p:blipFill>
        <p:spPr>
          <a:xfrm>
            <a:off x="9971532" y="4945226"/>
            <a:ext cx="423559" cy="568846"/>
          </a:xfrm>
          <a:prstGeom prst="rect">
            <a:avLst/>
          </a:prstGeom>
        </p:spPr>
      </p:pic>
      <p:pic>
        <p:nvPicPr>
          <p:cNvPr id="31" name="Picture 30">
            <a:extLst>
              <a:ext uri="{FF2B5EF4-FFF2-40B4-BE49-F238E27FC236}">
                <a16:creationId xmlns:a16="http://schemas.microsoft.com/office/drawing/2014/main" id="{760961A0-38AD-B7A1-7A9B-B1637F43FAD4}"/>
              </a:ext>
            </a:extLst>
          </p:cNvPr>
          <p:cNvPicPr>
            <a:picLocks noChangeAspect="1"/>
          </p:cNvPicPr>
          <p:nvPr/>
        </p:nvPicPr>
        <p:blipFill>
          <a:blip r:embed="rId11"/>
          <a:stretch>
            <a:fillRect/>
          </a:stretch>
        </p:blipFill>
        <p:spPr>
          <a:xfrm>
            <a:off x="10555968" y="4874106"/>
            <a:ext cx="966787" cy="371475"/>
          </a:xfrm>
          <a:prstGeom prst="rect">
            <a:avLst/>
          </a:prstGeom>
        </p:spPr>
      </p:pic>
      <p:pic>
        <p:nvPicPr>
          <p:cNvPr id="19" name="Picture 18">
            <a:hlinkClick r:id="rId12" action="ppaction://hlinksldjump"/>
            <a:extLst>
              <a:ext uri="{FF2B5EF4-FFF2-40B4-BE49-F238E27FC236}">
                <a16:creationId xmlns:a16="http://schemas.microsoft.com/office/drawing/2014/main" id="{AD273D12-31C4-3F20-9351-B972CA1B90F4}"/>
              </a:ext>
            </a:extLst>
          </p:cNvPr>
          <p:cNvPicPr>
            <a:picLocks noChangeAspect="1"/>
          </p:cNvPicPr>
          <p:nvPr/>
        </p:nvPicPr>
        <p:blipFill>
          <a:blip r:embed="rId13"/>
          <a:stretch>
            <a:fillRect/>
          </a:stretch>
        </p:blipFill>
        <p:spPr>
          <a:xfrm>
            <a:off x="11726283" y="113485"/>
            <a:ext cx="359695" cy="365792"/>
          </a:xfrm>
          <a:prstGeom prst="rect">
            <a:avLst/>
          </a:prstGeom>
        </p:spPr>
      </p:pic>
      <p:sp>
        <p:nvSpPr>
          <p:cNvPr id="42" name="Rectangle 41">
            <a:hlinkClick r:id="rId14" action="ppaction://hlinksldjump"/>
            <a:extLst>
              <a:ext uri="{FF2B5EF4-FFF2-40B4-BE49-F238E27FC236}">
                <a16:creationId xmlns:a16="http://schemas.microsoft.com/office/drawing/2014/main" id="{E4D952A2-8FF3-9C23-36F9-2954E4B74C73}"/>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43" name="Freeform 15">
            <a:extLst>
              <a:ext uri="{FF2B5EF4-FFF2-40B4-BE49-F238E27FC236}">
                <a16:creationId xmlns:a16="http://schemas.microsoft.com/office/drawing/2014/main" id="{3D0D447E-8169-2DA0-6B03-26F2EA09BD4A}"/>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44" name="Freeform 16">
            <a:extLst>
              <a:ext uri="{FF2B5EF4-FFF2-40B4-BE49-F238E27FC236}">
                <a16:creationId xmlns:a16="http://schemas.microsoft.com/office/drawing/2014/main" id="{D7A23D89-E2FF-72B1-BC66-40B352187337}"/>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45" name="Freeform 6">
            <a:extLst>
              <a:ext uri="{FF2B5EF4-FFF2-40B4-BE49-F238E27FC236}">
                <a16:creationId xmlns:a16="http://schemas.microsoft.com/office/drawing/2014/main" id="{0217B9AF-9B68-08BA-73D0-661F4990722F}"/>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53" name="Rectangle: Rounded Corners 52">
            <a:extLst>
              <a:ext uri="{FF2B5EF4-FFF2-40B4-BE49-F238E27FC236}">
                <a16:creationId xmlns:a16="http://schemas.microsoft.com/office/drawing/2014/main" id="{CFBB61B7-E0A5-8C77-E545-80AFEFD31870}"/>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54" name="Rectangle 53">
            <a:hlinkClick r:id="rId15" action="ppaction://hlinksldjump"/>
            <a:extLst>
              <a:ext uri="{FF2B5EF4-FFF2-40B4-BE49-F238E27FC236}">
                <a16:creationId xmlns:a16="http://schemas.microsoft.com/office/drawing/2014/main" id="{731A4BCE-9CB3-DD70-C47B-5C17C8B4B79D}"/>
              </a:ext>
            </a:extLst>
          </p:cNvPr>
          <p:cNvSpPr/>
          <p:nvPr/>
        </p:nvSpPr>
        <p:spPr bwMode="gray">
          <a:xfrm>
            <a:off x="8974009" y="-9900"/>
            <a:ext cx="274320" cy="274320"/>
          </a:xfrm>
          <a:prstGeom prst="rect">
            <a:avLst/>
          </a:prstGeom>
          <a:solidFill>
            <a:schemeClr val="accent5"/>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55" name="Rectangle 54">
            <a:hlinkClick r:id="rId16" action="ppaction://hlinksldjump"/>
            <a:extLst>
              <a:ext uri="{FF2B5EF4-FFF2-40B4-BE49-F238E27FC236}">
                <a16:creationId xmlns:a16="http://schemas.microsoft.com/office/drawing/2014/main" id="{BCD862A0-7136-FADC-FDAC-415ED130C068}"/>
              </a:ext>
            </a:extLst>
          </p:cNvPr>
          <p:cNvSpPr/>
          <p:nvPr/>
        </p:nvSpPr>
        <p:spPr bwMode="gray">
          <a:xfrm>
            <a:off x="9317032"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56" name="Rectangle 55">
            <a:hlinkClick r:id="rId17" action="ppaction://hlinksldjump"/>
            <a:extLst>
              <a:ext uri="{FF2B5EF4-FFF2-40B4-BE49-F238E27FC236}">
                <a16:creationId xmlns:a16="http://schemas.microsoft.com/office/drawing/2014/main" id="{ED5A9D5D-68C5-66B8-E651-EC016AA64C42}"/>
              </a:ext>
            </a:extLst>
          </p:cNvPr>
          <p:cNvSpPr/>
          <p:nvPr/>
        </p:nvSpPr>
        <p:spPr bwMode="gray">
          <a:xfrm>
            <a:off x="9660055"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57" name="Rectangle 56">
            <a:hlinkClick r:id="rId18" action="ppaction://hlinksldjump"/>
            <a:extLst>
              <a:ext uri="{FF2B5EF4-FFF2-40B4-BE49-F238E27FC236}">
                <a16:creationId xmlns:a16="http://schemas.microsoft.com/office/drawing/2014/main" id="{0316A0B4-A3AE-6F31-6D2A-C0FB5C2EB17A}"/>
              </a:ext>
            </a:extLst>
          </p:cNvPr>
          <p:cNvSpPr/>
          <p:nvPr/>
        </p:nvSpPr>
        <p:spPr bwMode="gray">
          <a:xfrm>
            <a:off x="10003078"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58" name="Rectangle 57">
            <a:hlinkClick r:id="rId19" action="ppaction://hlinksldjump"/>
            <a:extLst>
              <a:ext uri="{FF2B5EF4-FFF2-40B4-BE49-F238E27FC236}">
                <a16:creationId xmlns:a16="http://schemas.microsoft.com/office/drawing/2014/main" id="{9229772D-F523-E142-1DA8-8601E876D898}"/>
              </a:ext>
            </a:extLst>
          </p:cNvPr>
          <p:cNvSpPr/>
          <p:nvPr/>
        </p:nvSpPr>
        <p:spPr bwMode="gray">
          <a:xfrm>
            <a:off x="10346101"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59" name="Rectangle 58">
            <a:hlinkClick r:id="rId20" action="ppaction://hlinksldjump"/>
            <a:extLst>
              <a:ext uri="{FF2B5EF4-FFF2-40B4-BE49-F238E27FC236}">
                <a16:creationId xmlns:a16="http://schemas.microsoft.com/office/drawing/2014/main" id="{DD7E958F-E907-77FA-BE16-B73D7A98450D}"/>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pic>
        <p:nvPicPr>
          <p:cNvPr id="1026" name="Picture 2" descr="Bharat Heavy Electricals Limited - Wikipedia">
            <a:extLst>
              <a:ext uri="{FF2B5EF4-FFF2-40B4-BE49-F238E27FC236}">
                <a16:creationId xmlns:a16="http://schemas.microsoft.com/office/drawing/2014/main" id="{987A8EEF-2B53-1A8C-97D1-AEC66A440CF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070483" y="4403694"/>
            <a:ext cx="528395" cy="434606"/>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a:extLst>
              <a:ext uri="{FF2B5EF4-FFF2-40B4-BE49-F238E27FC236}">
                <a16:creationId xmlns:a16="http://schemas.microsoft.com/office/drawing/2014/main" id="{16B286FE-AB51-59A5-2AC2-2B3E80FE3DF3}"/>
              </a:ext>
            </a:extLst>
          </p:cNvPr>
          <p:cNvPicPr>
            <a:picLocks noChangeAspect="1"/>
          </p:cNvPicPr>
          <p:nvPr/>
        </p:nvPicPr>
        <p:blipFill>
          <a:blip r:embed="rId22"/>
          <a:stretch>
            <a:fillRect/>
          </a:stretch>
        </p:blipFill>
        <p:spPr>
          <a:xfrm>
            <a:off x="10451119" y="4461868"/>
            <a:ext cx="558965" cy="300225"/>
          </a:xfrm>
          <a:prstGeom prst="rect">
            <a:avLst/>
          </a:prstGeom>
        </p:spPr>
      </p:pic>
    </p:spTree>
    <p:extLst>
      <p:ext uri="{BB962C8B-B14F-4D97-AF65-F5344CB8AC3E}">
        <p14:creationId xmlns:p14="http://schemas.microsoft.com/office/powerpoint/2010/main" val="344790250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000A0BE-B424-033E-2B49-D53F2808AE91}"/>
              </a:ext>
            </a:extLst>
          </p:cNvPr>
          <p:cNvGraphicFramePr>
            <a:graphicFrameLocks noChangeAspect="1"/>
          </p:cNvGraphicFramePr>
          <p:nvPr>
            <p:custDataLst>
              <p:tags r:id="rId1"/>
            </p:custDataLst>
            <p:extLst>
              <p:ext uri="{D42A27DB-BD31-4B8C-83A1-F6EECF244321}">
                <p14:modId xmlns:p14="http://schemas.microsoft.com/office/powerpoint/2010/main" val="38191526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7" name="think-cell data - do not delete" hidden="1">
                        <a:extLst>
                          <a:ext uri="{FF2B5EF4-FFF2-40B4-BE49-F238E27FC236}">
                            <a16:creationId xmlns:a16="http://schemas.microsoft.com/office/drawing/2014/main" id="{E000A0BE-B424-033E-2B49-D53F2808AE9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Title 5">
            <a:extLst>
              <a:ext uri="{FF2B5EF4-FFF2-40B4-BE49-F238E27FC236}">
                <a16:creationId xmlns:a16="http://schemas.microsoft.com/office/drawing/2014/main" id="{1D9A2CF4-3ED8-72BF-1B8B-D5A70DC55F09}"/>
              </a:ext>
            </a:extLst>
          </p:cNvPr>
          <p:cNvSpPr>
            <a:spLocks noGrp="1"/>
          </p:cNvSpPr>
          <p:nvPr>
            <p:ph type="title"/>
          </p:nvPr>
        </p:nvSpPr>
        <p:spPr>
          <a:xfrm>
            <a:off x="475387" y="343504"/>
            <a:ext cx="11159626" cy="381907"/>
          </a:xfrm>
          <a:ln>
            <a:noFill/>
          </a:ln>
        </p:spPr>
        <p:txBody>
          <a:bodyPr vert="horz"/>
          <a:lstStyle/>
          <a:p>
            <a:r>
              <a:rPr lang="en-US" sz="1800" b="1">
                <a:latin typeface="Verdana"/>
                <a:ea typeface="Verdana"/>
                <a:cs typeface="Calibri Light"/>
              </a:rPr>
              <a:t>Advisory Support for Asset Management via creation of Fixed Asset Register (1/2) </a:t>
            </a:r>
            <a:endParaRPr lang="en-GB" sz="1800" b="1">
              <a:latin typeface="Verdana"/>
              <a:ea typeface="Verdana"/>
              <a:cs typeface="Calibri Light"/>
            </a:endParaRPr>
          </a:p>
        </p:txBody>
      </p:sp>
      <p:sp>
        <p:nvSpPr>
          <p:cNvPr id="26" name="Freeform 21">
            <a:extLst>
              <a:ext uri="{FF2B5EF4-FFF2-40B4-BE49-F238E27FC236}">
                <a16:creationId xmlns:a16="http://schemas.microsoft.com/office/drawing/2014/main" id="{DF3CF12B-918A-A276-CD2A-4013418A22A3}"/>
              </a:ext>
            </a:extLst>
          </p:cNvPr>
          <p:cNvSpPr/>
          <p:nvPr/>
        </p:nvSpPr>
        <p:spPr bwMode="gray">
          <a:xfrm rot="16200000">
            <a:off x="-1111212" y="1914501"/>
            <a:ext cx="4441643" cy="2219218"/>
          </a:xfrm>
          <a:custGeom>
            <a:avLst/>
            <a:gdLst>
              <a:gd name="connsiteX0" fmla="*/ 1243 w 2960686"/>
              <a:gd name="connsiteY0" fmla="*/ 0 h 1504949"/>
              <a:gd name="connsiteX1" fmla="*/ 2959444 w 2960686"/>
              <a:gd name="connsiteY1" fmla="*/ 0 h 1504949"/>
              <a:gd name="connsiteX2" fmla="*/ 2960686 w 2960686"/>
              <a:gd name="connsiteY2" fmla="*/ 24606 h 1504949"/>
              <a:gd name="connsiteX3" fmla="*/ 1480343 w 2960686"/>
              <a:gd name="connsiteY3" fmla="*/ 1504949 h 1504949"/>
              <a:gd name="connsiteX4" fmla="*/ 0 w 2960686"/>
              <a:gd name="connsiteY4" fmla="*/ 24606 h 1504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686" h="1504949">
                <a:moveTo>
                  <a:pt x="1243" y="0"/>
                </a:moveTo>
                <a:lnTo>
                  <a:pt x="2959444" y="0"/>
                </a:lnTo>
                <a:lnTo>
                  <a:pt x="2960686" y="24606"/>
                </a:lnTo>
                <a:cubicBezTo>
                  <a:pt x="2960686" y="842177"/>
                  <a:pt x="2297914" y="1504949"/>
                  <a:pt x="1480343" y="1504949"/>
                </a:cubicBezTo>
                <a:cubicBezTo>
                  <a:pt x="662772" y="1504949"/>
                  <a:pt x="0" y="842177"/>
                  <a:pt x="0" y="24606"/>
                </a:cubicBezTo>
                <a:close/>
              </a:path>
            </a:pathLst>
          </a:custGeom>
          <a:solidFill>
            <a:srgbClr val="00768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6D105524-A061-1277-4C16-3C3333520C31}"/>
              </a:ext>
            </a:extLst>
          </p:cNvPr>
          <p:cNvSpPr txBox="1"/>
          <p:nvPr/>
        </p:nvSpPr>
        <p:spPr>
          <a:xfrm>
            <a:off x="94413" y="2382497"/>
            <a:ext cx="1982912"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solidFill>
                  <a:prstClr val="white"/>
                </a:solidFill>
                <a:latin typeface="Aptos" panose="020B0004020202020204" pitchFamily="34" charset="0"/>
                <a:ea typeface="Verdana" panose="020B0604030504040204" pitchFamily="34" charset="0"/>
              </a:rPr>
              <a:t>Key Imperatives for </a:t>
            </a:r>
            <a:r>
              <a:rPr kumimoji="0" lang="en-IN" sz="1800" b="0" i="0" u="none" strike="noStrike" kern="1200" cap="none" spc="0" normalizeH="0" baseline="0" noProof="0">
                <a:ln>
                  <a:noFill/>
                </a:ln>
                <a:solidFill>
                  <a:prstClr val="white"/>
                </a:solidFill>
                <a:effectLst/>
                <a:uLnTx/>
                <a:uFillTx/>
                <a:latin typeface="Aptos" panose="020B0004020202020204" pitchFamily="34" charset="0"/>
                <a:ea typeface="Verdana" panose="020B0604030504040204" pitchFamily="34" charset="0"/>
                <a:cs typeface="+mn-cs"/>
              </a:rPr>
              <a:t>Asset Management</a:t>
            </a:r>
            <a:endParaRPr kumimoji="0" lang="en-US"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grpSp>
        <p:nvGrpSpPr>
          <p:cNvPr id="32" name="Group 31">
            <a:extLst>
              <a:ext uri="{FF2B5EF4-FFF2-40B4-BE49-F238E27FC236}">
                <a16:creationId xmlns:a16="http://schemas.microsoft.com/office/drawing/2014/main" id="{03D897BF-52AF-2F75-C7F4-D16045FDB077}"/>
              </a:ext>
            </a:extLst>
          </p:cNvPr>
          <p:cNvGrpSpPr/>
          <p:nvPr/>
        </p:nvGrpSpPr>
        <p:grpSpPr>
          <a:xfrm>
            <a:off x="1463318" y="1254808"/>
            <a:ext cx="457200" cy="457200"/>
            <a:chOff x="3371106" y="2290287"/>
            <a:chExt cx="457200" cy="457200"/>
          </a:xfrm>
        </p:grpSpPr>
        <p:sp>
          <p:nvSpPr>
            <p:cNvPr id="33" name="Oval 32">
              <a:extLst>
                <a:ext uri="{FF2B5EF4-FFF2-40B4-BE49-F238E27FC236}">
                  <a16:creationId xmlns:a16="http://schemas.microsoft.com/office/drawing/2014/main" id="{482CEB1C-95B6-40D6-BCF5-9AD55546ACB9}"/>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4" name="Oval 33">
              <a:extLst>
                <a:ext uri="{FF2B5EF4-FFF2-40B4-BE49-F238E27FC236}">
                  <a16:creationId xmlns:a16="http://schemas.microsoft.com/office/drawing/2014/main" id="{EA20B16E-11B7-8FDF-7A90-F886B2A52859}"/>
                </a:ext>
              </a:extLst>
            </p:cNvPr>
            <p:cNvSpPr/>
            <p:nvPr/>
          </p:nvSpPr>
          <p:spPr bwMode="gray">
            <a:xfrm>
              <a:off x="3416826" y="2336007"/>
              <a:ext cx="365760" cy="365760"/>
            </a:xfrm>
            <a:prstGeom prst="ellipse">
              <a:avLst/>
            </a:prstGeom>
            <a:solidFill>
              <a:srgbClr val="0076A8"/>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5" name="Group 34">
            <a:extLst>
              <a:ext uri="{FF2B5EF4-FFF2-40B4-BE49-F238E27FC236}">
                <a16:creationId xmlns:a16="http://schemas.microsoft.com/office/drawing/2014/main" id="{87E8719B-AB1F-1A2E-914E-9F72FAEACAC9}"/>
              </a:ext>
            </a:extLst>
          </p:cNvPr>
          <p:cNvGrpSpPr/>
          <p:nvPr/>
        </p:nvGrpSpPr>
        <p:grpSpPr>
          <a:xfrm>
            <a:off x="1884328" y="2102427"/>
            <a:ext cx="457200" cy="457200"/>
            <a:chOff x="3371106" y="2290287"/>
            <a:chExt cx="457200" cy="457200"/>
          </a:xfrm>
        </p:grpSpPr>
        <p:sp>
          <p:nvSpPr>
            <p:cNvPr id="36" name="Oval 35">
              <a:extLst>
                <a:ext uri="{FF2B5EF4-FFF2-40B4-BE49-F238E27FC236}">
                  <a16:creationId xmlns:a16="http://schemas.microsoft.com/office/drawing/2014/main" id="{EF6A18F7-456B-AB08-7C4E-FA66B03BF7DC}"/>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id="{05901D91-B9AA-F72E-516C-AEA192CCEA8B}"/>
                </a:ext>
              </a:extLst>
            </p:cNvPr>
            <p:cNvSpPr/>
            <p:nvPr/>
          </p:nvSpPr>
          <p:spPr bwMode="gray">
            <a:xfrm>
              <a:off x="3416826" y="2336007"/>
              <a:ext cx="365760" cy="365760"/>
            </a:xfrm>
            <a:prstGeom prst="ellipse">
              <a:avLst/>
            </a:prstGeom>
            <a:solidFill>
              <a:schemeClr val="accent2"/>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8" name="Group 37">
            <a:extLst>
              <a:ext uri="{FF2B5EF4-FFF2-40B4-BE49-F238E27FC236}">
                <a16:creationId xmlns:a16="http://schemas.microsoft.com/office/drawing/2014/main" id="{6F4F2F48-5A17-FA48-CE47-CEF09C4EF34B}"/>
              </a:ext>
            </a:extLst>
          </p:cNvPr>
          <p:cNvGrpSpPr/>
          <p:nvPr/>
        </p:nvGrpSpPr>
        <p:grpSpPr>
          <a:xfrm>
            <a:off x="1931319" y="3083408"/>
            <a:ext cx="457200" cy="457200"/>
            <a:chOff x="3371106" y="2290287"/>
            <a:chExt cx="457200" cy="457200"/>
          </a:xfrm>
        </p:grpSpPr>
        <p:sp>
          <p:nvSpPr>
            <p:cNvPr id="39" name="Oval 38">
              <a:extLst>
                <a:ext uri="{FF2B5EF4-FFF2-40B4-BE49-F238E27FC236}">
                  <a16:creationId xmlns:a16="http://schemas.microsoft.com/office/drawing/2014/main" id="{93543423-542D-D9A9-9355-3148CCBEFF44}"/>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40" name="Oval 39">
              <a:extLst>
                <a:ext uri="{FF2B5EF4-FFF2-40B4-BE49-F238E27FC236}">
                  <a16:creationId xmlns:a16="http://schemas.microsoft.com/office/drawing/2014/main" id="{9B77119F-EA8E-6797-B8B4-23B61BE713DF}"/>
                </a:ext>
              </a:extLst>
            </p:cNvPr>
            <p:cNvSpPr/>
            <p:nvPr/>
          </p:nvSpPr>
          <p:spPr bwMode="gray">
            <a:xfrm>
              <a:off x="3416826" y="2336007"/>
              <a:ext cx="365760" cy="365760"/>
            </a:xfrm>
            <a:prstGeom prst="ellipse">
              <a:avLst/>
            </a:prstGeom>
            <a:solidFill>
              <a:srgbClr val="004F59"/>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1" name="Group 40">
            <a:extLst>
              <a:ext uri="{FF2B5EF4-FFF2-40B4-BE49-F238E27FC236}">
                <a16:creationId xmlns:a16="http://schemas.microsoft.com/office/drawing/2014/main" id="{C520D4E6-B2FF-634F-7306-E462EBCD0667}"/>
              </a:ext>
            </a:extLst>
          </p:cNvPr>
          <p:cNvGrpSpPr/>
          <p:nvPr/>
        </p:nvGrpSpPr>
        <p:grpSpPr>
          <a:xfrm>
            <a:off x="1618069" y="4004789"/>
            <a:ext cx="457200" cy="457200"/>
            <a:chOff x="3371106" y="2290287"/>
            <a:chExt cx="457200" cy="457200"/>
          </a:xfrm>
        </p:grpSpPr>
        <p:sp>
          <p:nvSpPr>
            <p:cNvPr id="42" name="Oval 41">
              <a:extLst>
                <a:ext uri="{FF2B5EF4-FFF2-40B4-BE49-F238E27FC236}">
                  <a16:creationId xmlns:a16="http://schemas.microsoft.com/office/drawing/2014/main" id="{5F5B8CB7-2578-57CE-0D24-CD67D6D6679E}"/>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43" name="Oval 42">
              <a:extLst>
                <a:ext uri="{FF2B5EF4-FFF2-40B4-BE49-F238E27FC236}">
                  <a16:creationId xmlns:a16="http://schemas.microsoft.com/office/drawing/2014/main" id="{74A066CD-0E48-2EFE-DC5C-CA0BCB2F50DB}"/>
                </a:ext>
              </a:extLst>
            </p:cNvPr>
            <p:cNvSpPr/>
            <p:nvPr/>
          </p:nvSpPr>
          <p:spPr bwMode="gray">
            <a:xfrm>
              <a:off x="3416826" y="2336007"/>
              <a:ext cx="365760" cy="365760"/>
            </a:xfrm>
            <a:prstGeom prst="ellipse">
              <a:avLst/>
            </a:prstGeom>
            <a:solidFill>
              <a:srgbClr val="046A38"/>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sp>
        <p:nvSpPr>
          <p:cNvPr id="145" name="Rectangle: Rounded Corners 144">
            <a:extLst>
              <a:ext uri="{FF2B5EF4-FFF2-40B4-BE49-F238E27FC236}">
                <a16:creationId xmlns:a16="http://schemas.microsoft.com/office/drawing/2014/main" id="{E851B819-D508-F3D9-0989-0EEB911666BC}"/>
              </a:ext>
            </a:extLst>
          </p:cNvPr>
          <p:cNvSpPr/>
          <p:nvPr/>
        </p:nvSpPr>
        <p:spPr bwMode="gray">
          <a:xfrm>
            <a:off x="2634202" y="2796880"/>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46" name="Rectangle: Rounded Corners 145">
            <a:extLst>
              <a:ext uri="{FF2B5EF4-FFF2-40B4-BE49-F238E27FC236}">
                <a16:creationId xmlns:a16="http://schemas.microsoft.com/office/drawing/2014/main" id="{2D8DEAAD-5F03-C4D1-19A8-6C2C4C0D33BE}"/>
              </a:ext>
            </a:extLst>
          </p:cNvPr>
          <p:cNvSpPr/>
          <p:nvPr/>
        </p:nvSpPr>
        <p:spPr bwMode="gray">
          <a:xfrm>
            <a:off x="2727043" y="2911278"/>
            <a:ext cx="457200" cy="557784"/>
          </a:xfrm>
          <a:prstGeom prst="roundRect">
            <a:avLst/>
          </a:prstGeom>
          <a:solidFill>
            <a:srgbClr val="004F5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3</a:t>
            </a:r>
          </a:p>
        </p:txBody>
      </p:sp>
      <p:sp>
        <p:nvSpPr>
          <p:cNvPr id="148" name="Rectangle: Rounded Corners 147">
            <a:extLst>
              <a:ext uri="{FF2B5EF4-FFF2-40B4-BE49-F238E27FC236}">
                <a16:creationId xmlns:a16="http://schemas.microsoft.com/office/drawing/2014/main" id="{1317167E-68C8-3F1E-80F3-AE946738F648}"/>
              </a:ext>
            </a:extLst>
          </p:cNvPr>
          <p:cNvSpPr/>
          <p:nvPr/>
        </p:nvSpPr>
        <p:spPr bwMode="gray">
          <a:xfrm>
            <a:off x="2651136" y="3766068"/>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49" name="Rectangle: Rounded Corners 148">
            <a:extLst>
              <a:ext uri="{FF2B5EF4-FFF2-40B4-BE49-F238E27FC236}">
                <a16:creationId xmlns:a16="http://schemas.microsoft.com/office/drawing/2014/main" id="{2FE3A4C1-8064-FA35-155E-9CF6683FBD2D}"/>
              </a:ext>
            </a:extLst>
          </p:cNvPr>
          <p:cNvSpPr/>
          <p:nvPr/>
        </p:nvSpPr>
        <p:spPr bwMode="gray">
          <a:xfrm>
            <a:off x="2735556" y="3842043"/>
            <a:ext cx="457200" cy="557784"/>
          </a:xfrm>
          <a:prstGeom prst="round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4</a:t>
            </a:r>
          </a:p>
        </p:txBody>
      </p:sp>
      <p:sp>
        <p:nvSpPr>
          <p:cNvPr id="160" name="Rectangle: Rounded Corners 159">
            <a:extLst>
              <a:ext uri="{FF2B5EF4-FFF2-40B4-BE49-F238E27FC236}">
                <a16:creationId xmlns:a16="http://schemas.microsoft.com/office/drawing/2014/main" id="{605AF3F0-2742-7515-F249-485DEBA54129}"/>
              </a:ext>
            </a:extLst>
          </p:cNvPr>
          <p:cNvSpPr/>
          <p:nvPr/>
        </p:nvSpPr>
        <p:spPr bwMode="gray">
          <a:xfrm>
            <a:off x="2627288" y="1863328"/>
            <a:ext cx="9098893" cy="79019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61" name="Rectangle: Rounded Corners 160">
            <a:extLst>
              <a:ext uri="{FF2B5EF4-FFF2-40B4-BE49-F238E27FC236}">
                <a16:creationId xmlns:a16="http://schemas.microsoft.com/office/drawing/2014/main" id="{6D5615E3-4E91-BE11-4F9A-A4FF9AA88C82}"/>
              </a:ext>
            </a:extLst>
          </p:cNvPr>
          <p:cNvSpPr/>
          <p:nvPr/>
        </p:nvSpPr>
        <p:spPr bwMode="gray">
          <a:xfrm>
            <a:off x="2749597" y="1966061"/>
            <a:ext cx="457200" cy="547829"/>
          </a:xfrm>
          <a:prstGeom prst="round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2</a:t>
            </a:r>
          </a:p>
        </p:txBody>
      </p:sp>
      <p:sp>
        <p:nvSpPr>
          <p:cNvPr id="166" name="Rectangle: Rounded Corners 165">
            <a:extLst>
              <a:ext uri="{FF2B5EF4-FFF2-40B4-BE49-F238E27FC236}">
                <a16:creationId xmlns:a16="http://schemas.microsoft.com/office/drawing/2014/main" id="{C082379D-EBAA-6097-3E35-B41DF30176BE}"/>
              </a:ext>
            </a:extLst>
          </p:cNvPr>
          <p:cNvSpPr/>
          <p:nvPr/>
        </p:nvSpPr>
        <p:spPr bwMode="gray">
          <a:xfrm>
            <a:off x="2627289" y="835845"/>
            <a:ext cx="9098893" cy="83973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67" name="Rectangle: Rounded Corners 166">
            <a:extLst>
              <a:ext uri="{FF2B5EF4-FFF2-40B4-BE49-F238E27FC236}">
                <a16:creationId xmlns:a16="http://schemas.microsoft.com/office/drawing/2014/main" id="{CE5836F5-8606-BD14-F2DC-20896B5399BA}"/>
              </a:ext>
            </a:extLst>
          </p:cNvPr>
          <p:cNvSpPr/>
          <p:nvPr/>
        </p:nvSpPr>
        <p:spPr bwMode="gray">
          <a:xfrm>
            <a:off x="2767048" y="994008"/>
            <a:ext cx="457200" cy="539349"/>
          </a:xfrm>
          <a:prstGeom prst="roundRect">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1</a:t>
            </a:r>
          </a:p>
        </p:txBody>
      </p:sp>
      <p:sp>
        <p:nvSpPr>
          <p:cNvPr id="179" name="Rectangle: Rounded Corners 178">
            <a:extLst>
              <a:ext uri="{FF2B5EF4-FFF2-40B4-BE49-F238E27FC236}">
                <a16:creationId xmlns:a16="http://schemas.microsoft.com/office/drawing/2014/main" id="{68DA7948-DECB-BE63-0E86-791CF8E6CA20}"/>
              </a:ext>
            </a:extLst>
          </p:cNvPr>
          <p:cNvSpPr/>
          <p:nvPr/>
        </p:nvSpPr>
        <p:spPr bwMode="gray">
          <a:xfrm>
            <a:off x="3267450" y="979250"/>
            <a:ext cx="2215216" cy="557339"/>
          </a:xfrm>
          <a:prstGeom prst="roundRect">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Key element of Financial Restructuring Plan(FRP)</a:t>
            </a:r>
          </a:p>
        </p:txBody>
      </p:sp>
      <p:sp>
        <p:nvSpPr>
          <p:cNvPr id="180" name="Rectangle: Rounded Corners 179">
            <a:extLst>
              <a:ext uri="{FF2B5EF4-FFF2-40B4-BE49-F238E27FC236}">
                <a16:creationId xmlns:a16="http://schemas.microsoft.com/office/drawing/2014/main" id="{A32D3E9F-5F5B-6F3D-7C1F-90AC99CF84AD}"/>
              </a:ext>
            </a:extLst>
          </p:cNvPr>
          <p:cNvSpPr/>
          <p:nvPr/>
        </p:nvSpPr>
        <p:spPr bwMode="gray">
          <a:xfrm>
            <a:off x="5479314" y="941426"/>
            <a:ext cx="6052034" cy="457200"/>
          </a:xfrm>
          <a:prstGeom prst="roundRect">
            <a:avLst/>
          </a:prstGeom>
          <a:no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81" name="Rectangle: Rounded Corners 180">
            <a:extLst>
              <a:ext uri="{FF2B5EF4-FFF2-40B4-BE49-F238E27FC236}">
                <a16:creationId xmlns:a16="http://schemas.microsoft.com/office/drawing/2014/main" id="{0AF8D90B-61E5-6F3C-E6B2-D0252295335C}"/>
              </a:ext>
            </a:extLst>
          </p:cNvPr>
          <p:cNvSpPr/>
          <p:nvPr/>
        </p:nvSpPr>
        <p:spPr bwMode="gray">
          <a:xfrm>
            <a:off x="3258936" y="2918497"/>
            <a:ext cx="2227961" cy="557784"/>
          </a:xfrm>
          <a:prstGeom prst="roundRect">
            <a:avLst/>
          </a:prstGeom>
          <a:solidFill>
            <a:srgbClr val="004F5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Statutory &amp; Regulatory </a:t>
            </a:r>
          </a:p>
        </p:txBody>
      </p:sp>
      <p:sp>
        <p:nvSpPr>
          <p:cNvPr id="182" name="Rectangle: Rounded Corners 181">
            <a:extLst>
              <a:ext uri="{FF2B5EF4-FFF2-40B4-BE49-F238E27FC236}">
                <a16:creationId xmlns:a16="http://schemas.microsoft.com/office/drawing/2014/main" id="{15A60425-3BA0-731F-5B3E-74BFE90A6C47}"/>
              </a:ext>
            </a:extLst>
          </p:cNvPr>
          <p:cNvSpPr/>
          <p:nvPr/>
        </p:nvSpPr>
        <p:spPr bwMode="gray">
          <a:xfrm>
            <a:off x="5489825" y="2970892"/>
            <a:ext cx="5960739" cy="457200"/>
          </a:xfrm>
          <a:prstGeom prst="roundRect">
            <a:avLst/>
          </a:prstGeom>
          <a:noFill/>
          <a:ln w="19050" algn="ctr">
            <a:noFill/>
            <a:miter lim="800000"/>
            <a:headEnd/>
            <a:tailEnd/>
          </a:ln>
        </p:spPr>
        <p:txBody>
          <a:bodyPr wrap="square" lIns="88900" tIns="88900" rIns="88900" bIns="88900" rtlCol="0" anchor="ctr"/>
          <a:lstStyle/>
          <a:p>
            <a:pPr algn="just">
              <a:lnSpc>
                <a:spcPct val="106000"/>
              </a:lnSpc>
              <a:defRPr/>
            </a:pPr>
            <a:r>
              <a:rPr lang="en-US" sz="1200" dirty="0">
                <a:latin typeface="Verdana" panose="020B0604030504040204" pitchFamily="34" charset="0"/>
                <a:ea typeface="Verdana" panose="020B0604030504040204" pitchFamily="34" charset="0"/>
              </a:rPr>
              <a:t>Audit noting on location of assets. </a:t>
            </a:r>
            <a:r>
              <a:rPr lang="en-US" sz="1200" dirty="0">
                <a:solidFill>
                  <a:prstClr val="black"/>
                </a:solidFill>
                <a:latin typeface="Verdana" panose="020B0604030504040204" pitchFamily="34" charset="0"/>
                <a:ea typeface="Verdana" panose="020B0604030504040204" pitchFamily="34" charset="0"/>
              </a:rPr>
              <a:t>Push from </a:t>
            </a:r>
            <a:r>
              <a:rPr lang="en-US" sz="1200" dirty="0" err="1">
                <a:solidFill>
                  <a:prstClr val="black"/>
                </a:solidFill>
                <a:latin typeface="Verdana" panose="020B0604030504040204" pitchFamily="34" charset="0"/>
                <a:ea typeface="Verdana" panose="020B0604030504040204" pitchFamily="34" charset="0"/>
              </a:rPr>
              <a:t>MoP</a:t>
            </a:r>
            <a:r>
              <a:rPr lang="en-US" sz="1200" dirty="0">
                <a:solidFill>
                  <a:prstClr val="black"/>
                </a:solidFill>
                <a:latin typeface="Verdana" panose="020B0604030504040204" pitchFamily="34" charset="0"/>
                <a:ea typeface="Verdana" panose="020B0604030504040204" pitchFamily="34" charset="0"/>
              </a:rPr>
              <a:t> and regulators on asset segregation to </a:t>
            </a:r>
            <a:r>
              <a:rPr lang="en-US" sz="1200" dirty="0">
                <a:solidFill>
                  <a:srgbClr val="004F59"/>
                </a:solidFill>
                <a:latin typeface="Verdana" panose="020B0604030504040204" pitchFamily="34" charset="0"/>
                <a:ea typeface="Verdana" panose="020B0604030504040204" pitchFamily="34" charset="0"/>
              </a:rPr>
              <a:t>promote transparency in cost allocation and accurate tariff determination. </a:t>
            </a:r>
            <a:endParaRPr kumimoji="0" lang="en-US" sz="12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endParaRPr>
          </a:p>
        </p:txBody>
      </p:sp>
      <p:sp>
        <p:nvSpPr>
          <p:cNvPr id="183" name="Rectangle: Rounded Corners 182">
            <a:extLst>
              <a:ext uri="{FF2B5EF4-FFF2-40B4-BE49-F238E27FC236}">
                <a16:creationId xmlns:a16="http://schemas.microsoft.com/office/drawing/2014/main" id="{628F5FE4-6060-DB6C-F1C3-51121D503E78}"/>
              </a:ext>
            </a:extLst>
          </p:cNvPr>
          <p:cNvSpPr/>
          <p:nvPr/>
        </p:nvSpPr>
        <p:spPr bwMode="gray">
          <a:xfrm>
            <a:off x="3267449" y="3844382"/>
            <a:ext cx="2227961" cy="557784"/>
          </a:xfrm>
          <a:prstGeom prst="round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Asset Hygiene </a:t>
            </a:r>
          </a:p>
        </p:txBody>
      </p:sp>
      <p:sp>
        <p:nvSpPr>
          <p:cNvPr id="185" name="Rectangle: Rounded Corners 184">
            <a:extLst>
              <a:ext uri="{FF2B5EF4-FFF2-40B4-BE49-F238E27FC236}">
                <a16:creationId xmlns:a16="http://schemas.microsoft.com/office/drawing/2014/main" id="{892C13DD-0D9B-242E-53D3-8B90567E039D}"/>
              </a:ext>
            </a:extLst>
          </p:cNvPr>
          <p:cNvSpPr/>
          <p:nvPr/>
        </p:nvSpPr>
        <p:spPr bwMode="gray">
          <a:xfrm>
            <a:off x="5519566" y="3906600"/>
            <a:ext cx="5964447" cy="457200"/>
          </a:xfrm>
          <a:prstGeom prst="roundRect">
            <a:avLst/>
          </a:prstGeom>
          <a:noFill/>
          <a:ln w="19050" algn="ctr">
            <a:noFill/>
            <a:miter lim="800000"/>
            <a:headEnd/>
            <a:tailEnd/>
          </a:ln>
        </p:spPr>
        <p:txBody>
          <a:bodyPr wrap="square" lIns="88900" tIns="88900" rIns="88900" bIns="88900" rtlCol="0" anchor="ctr"/>
          <a:lstStyle/>
          <a:p>
            <a:pPr algn="l" fontAlgn="b"/>
            <a:r>
              <a:rPr lang="en-US" sz="1200" u="none" strike="noStrike">
                <a:effectLst/>
                <a:latin typeface="Verdana" panose="020B0604030504040204" pitchFamily="34" charset="0"/>
                <a:ea typeface="Verdana" panose="020B0604030504040204" pitchFamily="34" charset="0"/>
              </a:rPr>
              <a:t>Asset conversion, utilization and retirement post exhausting useful life and are not serviceable, </a:t>
            </a:r>
            <a:r>
              <a:rPr lang="en-US" sz="1200" u="none" strike="noStrike">
                <a:solidFill>
                  <a:schemeClr val="accent4"/>
                </a:solidFill>
                <a:effectLst/>
                <a:latin typeface="Verdana" panose="020B0604030504040204" pitchFamily="34" charset="0"/>
                <a:ea typeface="Verdana" panose="020B0604030504040204" pitchFamily="34" charset="0"/>
              </a:rPr>
              <a:t>CWIP </a:t>
            </a:r>
            <a:r>
              <a:rPr lang="en-US" sz="1200">
                <a:solidFill>
                  <a:schemeClr val="accent4"/>
                </a:solidFill>
                <a:latin typeface="Verdana" panose="020B0604030504040204" pitchFamily="34" charset="0"/>
                <a:ea typeface="Verdana" panose="020B0604030504040204" pitchFamily="34" charset="0"/>
              </a:rPr>
              <a:t>of nearly </a:t>
            </a:r>
            <a:r>
              <a:rPr lang="en-US" sz="1200" u="none" strike="noStrike">
                <a:solidFill>
                  <a:schemeClr val="accent4"/>
                </a:solidFill>
                <a:effectLst/>
                <a:latin typeface="Verdana" panose="020B0604030504040204" pitchFamily="34" charset="0"/>
                <a:ea typeface="Verdana" panose="020B0604030504040204" pitchFamily="34" charset="0"/>
              </a:rPr>
              <a:t>INR 5,200 crores</a:t>
            </a:r>
            <a:r>
              <a:rPr lang="en-US" sz="1200" u="none" strike="noStrike" baseline="30000">
                <a:solidFill>
                  <a:schemeClr val="accent4"/>
                </a:solidFill>
                <a:effectLst/>
                <a:latin typeface="Verdana" panose="020B0604030504040204" pitchFamily="34" charset="0"/>
                <a:ea typeface="Verdana" panose="020B0604030504040204" pitchFamily="34" charset="0"/>
              </a:rPr>
              <a:t>3</a:t>
            </a:r>
            <a:r>
              <a:rPr lang="en-US" sz="1200" u="none" strike="noStrike">
                <a:solidFill>
                  <a:schemeClr val="accent4"/>
                </a:solidFill>
                <a:effectLst/>
                <a:latin typeface="Verdana" panose="020B0604030504040204" pitchFamily="34" charset="0"/>
                <a:ea typeface="Verdana" panose="020B0604030504040204" pitchFamily="34" charset="0"/>
              </a:rPr>
              <a:t> as on 2023-24 </a:t>
            </a:r>
            <a:r>
              <a:rPr lang="en-US" sz="1200" u="none" strike="noStrike">
                <a:effectLst/>
                <a:latin typeface="Verdana" panose="020B0604030504040204" pitchFamily="34" charset="0"/>
                <a:ea typeface="Verdana" panose="020B0604030504040204" pitchFamily="34" charset="0"/>
              </a:rPr>
              <a:t>to be converted into assets. </a:t>
            </a:r>
            <a:endParaRPr lang="en-US" sz="1200" b="0" i="0" u="none" strike="noStrike">
              <a:solidFill>
                <a:srgbClr val="000000"/>
              </a:solidFill>
              <a:effectLst/>
              <a:latin typeface="Verdana" panose="020B0604030504040204" pitchFamily="34" charset="0"/>
              <a:ea typeface="Verdana" panose="020B0604030504040204" pitchFamily="34" charset="0"/>
            </a:endParaRPr>
          </a:p>
        </p:txBody>
      </p:sp>
      <p:sp>
        <p:nvSpPr>
          <p:cNvPr id="188" name="Rectangle: Rounded Corners 187">
            <a:extLst>
              <a:ext uri="{FF2B5EF4-FFF2-40B4-BE49-F238E27FC236}">
                <a16:creationId xmlns:a16="http://schemas.microsoft.com/office/drawing/2014/main" id="{5A91A37F-FAED-AA7F-1EFA-80A1E382F31C}"/>
              </a:ext>
            </a:extLst>
          </p:cNvPr>
          <p:cNvSpPr/>
          <p:nvPr/>
        </p:nvSpPr>
        <p:spPr bwMode="gray">
          <a:xfrm>
            <a:off x="3267449" y="1961016"/>
            <a:ext cx="2229131" cy="557784"/>
          </a:xfrm>
          <a:prstGeom prst="round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Substantial asset addition</a:t>
            </a:r>
            <a:endParaRPr kumimoji="0" lang="en-US" sz="13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89" name="Rectangle: Rounded Corners 188">
            <a:extLst>
              <a:ext uri="{FF2B5EF4-FFF2-40B4-BE49-F238E27FC236}">
                <a16:creationId xmlns:a16="http://schemas.microsoft.com/office/drawing/2014/main" id="{1519EAA3-6DD3-1534-D2DF-C7004C0352A0}"/>
              </a:ext>
            </a:extLst>
          </p:cNvPr>
          <p:cNvSpPr/>
          <p:nvPr/>
        </p:nvSpPr>
        <p:spPr bwMode="gray">
          <a:xfrm>
            <a:off x="5501090" y="1892796"/>
            <a:ext cx="6030258" cy="600451"/>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mn-cs"/>
              </a:rPr>
              <a:t>Capex infusion of </a:t>
            </a:r>
            <a:r>
              <a:rPr lang="en-US" sz="1200" dirty="0">
                <a:solidFill>
                  <a:schemeClr val="accent4"/>
                </a:solidFill>
                <a:latin typeface="Verdana" panose="020B0604030504040204" pitchFamily="34" charset="0"/>
                <a:ea typeface="Verdana" panose="020B0604030504040204" pitchFamily="34" charset="0"/>
              </a:rPr>
              <a:t>INR 65,000crores</a:t>
            </a:r>
            <a:r>
              <a:rPr lang="en-US" sz="1200" baseline="40000" dirty="0">
                <a:solidFill>
                  <a:schemeClr val="accent4"/>
                </a:solidFill>
                <a:latin typeface="Verdana" panose="020B0604030504040204" pitchFamily="34" charset="0"/>
                <a:ea typeface="Verdana" panose="020B0604030504040204" pitchFamily="34" charset="0"/>
              </a:rPr>
              <a:t>1</a:t>
            </a:r>
            <a:r>
              <a:rPr lang="en-US" sz="1200" dirty="0">
                <a:solidFill>
                  <a:schemeClr val="accent4"/>
                </a:solidFill>
                <a:latin typeface="Verdana" panose="020B0604030504040204" pitchFamily="34" charset="0"/>
                <a:ea typeface="Verdana" panose="020B0604030504040204" pitchFamily="34" charset="0"/>
              </a:rPr>
              <a:t> in next 10 years</a:t>
            </a:r>
            <a:r>
              <a:rPr lang="en-US" sz="1200" dirty="0">
                <a:solidFill>
                  <a:srgbClr val="43B02A"/>
                </a:solidFill>
                <a:latin typeface="Verdana" panose="020B0604030504040204" pitchFamily="34" charset="0"/>
                <a:ea typeface="Verdana" panose="020B0604030504040204" pitchFamily="34" charset="0"/>
              </a:rPr>
              <a:t>, </a:t>
            </a:r>
            <a:r>
              <a:rPr lang="en-US" sz="1200" dirty="0">
                <a:latin typeface="Verdana" panose="020B0604030504040204" pitchFamily="34" charset="0"/>
                <a:ea typeface="Verdana" panose="020B0604030504040204" pitchFamily="34" charset="0"/>
              </a:rPr>
              <a:t>nearly same to the existing gross asset base of </a:t>
            </a:r>
            <a:r>
              <a:rPr lang="en-US" sz="1200" dirty="0">
                <a:solidFill>
                  <a:srgbClr val="43B02A"/>
                </a:solidFill>
                <a:latin typeface="Verdana" panose="020B0604030504040204" pitchFamily="34" charset="0"/>
                <a:ea typeface="Verdana" panose="020B0604030504040204" pitchFamily="34" charset="0"/>
              </a:rPr>
              <a:t> </a:t>
            </a:r>
            <a:r>
              <a:rPr lang="en-US" sz="1200" dirty="0">
                <a:solidFill>
                  <a:schemeClr val="accent4"/>
                </a:solidFill>
                <a:latin typeface="Verdana" panose="020B0604030504040204" pitchFamily="34" charset="0"/>
                <a:ea typeface="Verdana" panose="020B0604030504040204" pitchFamily="34" charset="0"/>
              </a:rPr>
              <a:t>approx. INR 68000 crores</a:t>
            </a:r>
            <a:r>
              <a:rPr lang="en-US" sz="1200" baseline="30000" dirty="0">
                <a:solidFill>
                  <a:schemeClr val="accent4"/>
                </a:solidFill>
                <a:latin typeface="Verdana" panose="020B0604030504040204" pitchFamily="34" charset="0"/>
                <a:ea typeface="Verdana" panose="020B0604030504040204" pitchFamily="34" charset="0"/>
              </a:rPr>
              <a:t>2</a:t>
            </a:r>
            <a:r>
              <a:rPr lang="en-US" sz="1200" dirty="0">
                <a:solidFill>
                  <a:schemeClr val="accent4"/>
                </a:solidFill>
                <a:latin typeface="Verdana" panose="020B0604030504040204" pitchFamily="34" charset="0"/>
                <a:ea typeface="Verdana" panose="020B0604030504040204" pitchFamily="34" charset="0"/>
              </a:rPr>
              <a:t> </a:t>
            </a:r>
            <a:r>
              <a:rPr lang="en-US" sz="1200" dirty="0">
                <a:latin typeface="Verdana" panose="020B0604030504040204" pitchFamily="34" charset="0"/>
                <a:ea typeface="Verdana" panose="020B0604030504040204" pitchFamily="34" charset="0"/>
              </a:rPr>
              <a:t>as</a:t>
            </a:r>
            <a:r>
              <a:rPr lang="en-US" sz="1200" dirty="0">
                <a:solidFill>
                  <a:srgbClr val="43B02A"/>
                </a:solidFill>
                <a:latin typeface="Verdana" panose="020B0604030504040204" pitchFamily="34" charset="0"/>
                <a:ea typeface="Verdana" panose="020B0604030504040204" pitchFamily="34" charset="0"/>
              </a:rPr>
              <a:t> </a:t>
            </a:r>
            <a:r>
              <a:rPr lang="en-US" sz="1200" dirty="0">
                <a:latin typeface="Verdana" panose="020B0604030504040204" pitchFamily="34" charset="0"/>
                <a:ea typeface="Verdana" panose="020B0604030504040204" pitchFamily="34" charset="0"/>
              </a:rPr>
              <a:t>on FY 24</a:t>
            </a:r>
            <a:r>
              <a:rPr lang="en-US" sz="1200" dirty="0">
                <a:solidFill>
                  <a:srgbClr val="43B02A"/>
                </a:solidFill>
                <a:latin typeface="Verdana" panose="020B0604030504040204" pitchFamily="34" charset="0"/>
                <a:ea typeface="Verdana" panose="020B0604030504040204" pitchFamily="34" charset="0"/>
              </a:rPr>
              <a:t>. </a:t>
            </a:r>
            <a:endParaRPr kumimoji="0" lang="en-US" sz="1200" b="0" i="0" u="none" strike="noStrike" kern="1200" cap="none" spc="0" normalizeH="0" baseline="0" noProof="0" dirty="0">
              <a:ln>
                <a:noFill/>
              </a:ln>
              <a:solidFill>
                <a:srgbClr val="43B02A"/>
              </a:solidFill>
              <a:effectLst/>
              <a:uLnTx/>
              <a:uFillTx/>
              <a:latin typeface="Verdana" panose="020B0604030504040204" pitchFamily="34" charset="0"/>
              <a:ea typeface="Verdana" panose="020B0604030504040204" pitchFamily="34" charset="0"/>
              <a:cs typeface="+mn-cs"/>
            </a:endParaRPr>
          </a:p>
        </p:txBody>
      </p:sp>
      <p:sp>
        <p:nvSpPr>
          <p:cNvPr id="13" name="Freeform 26">
            <a:extLst>
              <a:ext uri="{FF2B5EF4-FFF2-40B4-BE49-F238E27FC236}">
                <a16:creationId xmlns:a16="http://schemas.microsoft.com/office/drawing/2014/main" id="{E063F12E-5ED0-9052-A6DD-7566C57EB93E}"/>
              </a:ext>
            </a:extLst>
          </p:cNvPr>
          <p:cNvSpPr>
            <a:spLocks noEditPoints="1"/>
          </p:cNvSpPr>
          <p:nvPr/>
        </p:nvSpPr>
        <p:spPr bwMode="auto">
          <a:xfrm>
            <a:off x="2382802" y="4804520"/>
            <a:ext cx="3130708"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000">
              <a:solidFill>
                <a:schemeClr val="bg1"/>
              </a:solidFill>
              <a:latin typeface="Verdana" panose="020B0604030504040204" pitchFamily="34" charset="0"/>
              <a:ea typeface="Verdana" panose="020B0604030504040204" pitchFamily="34" charset="0"/>
            </a:endParaRPr>
          </a:p>
        </p:txBody>
      </p:sp>
      <p:sp>
        <p:nvSpPr>
          <p:cNvPr id="15" name="TextBox 14">
            <a:extLst>
              <a:ext uri="{FF2B5EF4-FFF2-40B4-BE49-F238E27FC236}">
                <a16:creationId xmlns:a16="http://schemas.microsoft.com/office/drawing/2014/main" id="{19A1DA66-4983-1F7D-07BB-3979422207D8}"/>
              </a:ext>
            </a:extLst>
          </p:cNvPr>
          <p:cNvSpPr txBox="1"/>
          <p:nvPr/>
        </p:nvSpPr>
        <p:spPr>
          <a:xfrm>
            <a:off x="2454948" y="4960408"/>
            <a:ext cx="2755739" cy="577081"/>
          </a:xfrm>
          <a:prstGeom prst="rect">
            <a:avLst/>
          </a:prstGeom>
          <a:noFill/>
        </p:spPr>
        <p:txBody>
          <a:bodyPr wrap="square">
            <a:spAutoFit/>
          </a:bodyPr>
          <a:lstStyle/>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DVC’s new-age generation will require skill sets/capacity for efficient asset monitoring </a:t>
            </a:r>
            <a:endParaRPr lang="en-US" sz="1200" b="1">
              <a:latin typeface="Verdana" panose="020B0604030504040204" pitchFamily="34" charset="0"/>
              <a:ea typeface="Verdana" panose="020B0604030504040204" pitchFamily="34" charset="0"/>
            </a:endParaRPr>
          </a:p>
        </p:txBody>
      </p:sp>
      <p:sp>
        <p:nvSpPr>
          <p:cNvPr id="16" name="Rectangle: Rounded Corners 15">
            <a:extLst>
              <a:ext uri="{FF2B5EF4-FFF2-40B4-BE49-F238E27FC236}">
                <a16:creationId xmlns:a16="http://schemas.microsoft.com/office/drawing/2014/main" id="{660B5599-1A40-267F-3C5F-92FC9D267449}"/>
              </a:ext>
            </a:extLst>
          </p:cNvPr>
          <p:cNvSpPr/>
          <p:nvPr/>
        </p:nvSpPr>
        <p:spPr bwMode="gray">
          <a:xfrm>
            <a:off x="5498353" y="1014787"/>
            <a:ext cx="5969145" cy="515433"/>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dirty="0">
                <a:latin typeface="Verdana" panose="020B0604030504040204" pitchFamily="34" charset="0"/>
                <a:ea typeface="Verdana" panose="020B0604030504040204" pitchFamily="34" charset="0"/>
              </a:rPr>
              <a:t>Mapping assets with aligned businesses to ensure</a:t>
            </a:r>
            <a:r>
              <a:rPr lang="en-US" sz="1200" dirty="0">
                <a:solidFill>
                  <a:srgbClr val="0076A8"/>
                </a:solidFill>
                <a:latin typeface="Verdana" panose="020B0604030504040204" pitchFamily="34" charset="0"/>
                <a:ea typeface="Verdana" panose="020B0604030504040204" pitchFamily="34" charset="0"/>
              </a:rPr>
              <a:t> correct allocation </a:t>
            </a:r>
            <a:r>
              <a:rPr lang="en-US" sz="1200" dirty="0">
                <a:latin typeface="Verdana" panose="020B0604030504040204" pitchFamily="34" charset="0"/>
                <a:ea typeface="Verdana" panose="020B0604030504040204" pitchFamily="34" charset="0"/>
              </a:rPr>
              <a:t>during FRP</a:t>
            </a:r>
            <a:r>
              <a:rPr lang="en-US" sz="1200">
                <a:latin typeface="Verdana" panose="020B0604030504040204" pitchFamily="34" charset="0"/>
                <a:ea typeface="Verdana" panose="020B0604030504040204" pitchFamily="34" charset="0"/>
              </a:rPr>
              <a:t>,</a:t>
            </a:r>
            <a:r>
              <a:rPr lang="en-US" sz="1200" dirty="0">
                <a:solidFill>
                  <a:srgbClr val="0076A8"/>
                </a:solidFill>
                <a:latin typeface="Verdana" panose="020B0604030504040204" pitchFamily="34" charset="0"/>
                <a:ea typeface="Verdana" panose="020B0604030504040204" pitchFamily="34" charset="0"/>
              </a:rPr>
              <a:t> </a:t>
            </a:r>
            <a:r>
              <a:rPr lang="en-US" sz="1200" dirty="0">
                <a:latin typeface="Verdana" panose="020B0604030504040204" pitchFamily="34" charset="0"/>
                <a:ea typeface="Verdana" panose="020B0604030504040204" pitchFamily="34" charset="0"/>
              </a:rPr>
              <a:t>form basis of equity division and depreciation allocation. Physical Verification required to create audit trail of asset handover</a:t>
            </a:r>
          </a:p>
        </p:txBody>
      </p:sp>
      <p:pic>
        <p:nvPicPr>
          <p:cNvPr id="12" name="Picture 8" descr="Pin PNG transparent image download, size: 512x512px">
            <a:extLst>
              <a:ext uri="{FF2B5EF4-FFF2-40B4-BE49-F238E27FC236}">
                <a16:creationId xmlns:a16="http://schemas.microsoft.com/office/drawing/2014/main" id="{B0E31E4B-4127-0ED3-9533-F33AF9367E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11660" y="178803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8" descr="Pin PNG transparent image download, size: 512x512px">
            <a:extLst>
              <a:ext uri="{FF2B5EF4-FFF2-40B4-BE49-F238E27FC236}">
                <a16:creationId xmlns:a16="http://schemas.microsoft.com/office/drawing/2014/main" id="{E9761891-C5D2-A970-D285-8212F47699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4043" y="2725629"/>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8" descr="Pin PNG transparent image download, size: 512x512px">
            <a:extLst>
              <a:ext uri="{FF2B5EF4-FFF2-40B4-BE49-F238E27FC236}">
                <a16:creationId xmlns:a16="http://schemas.microsoft.com/office/drawing/2014/main" id="{DEB65B76-023E-55F4-62AC-4A37F29ADF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3816" y="77023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8" descr="Pin PNG transparent image download, size: 512x512px">
            <a:extLst>
              <a:ext uri="{FF2B5EF4-FFF2-40B4-BE49-F238E27FC236}">
                <a16:creationId xmlns:a16="http://schemas.microsoft.com/office/drawing/2014/main" id="{C1960BC8-83CA-32A1-BECA-DE397496C5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06638" y="3617853"/>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141" name="TextBox 140">
            <a:extLst>
              <a:ext uri="{FF2B5EF4-FFF2-40B4-BE49-F238E27FC236}">
                <a16:creationId xmlns:a16="http://schemas.microsoft.com/office/drawing/2014/main" id="{BB9781AA-7BFC-FC68-D891-DFA0919E02FB}"/>
              </a:ext>
            </a:extLst>
          </p:cNvPr>
          <p:cNvSpPr txBox="1"/>
          <p:nvPr/>
        </p:nvSpPr>
        <p:spPr>
          <a:xfrm>
            <a:off x="2978197" y="6551821"/>
            <a:ext cx="3333393" cy="230832"/>
          </a:xfrm>
          <a:prstGeom prst="rect">
            <a:avLst/>
          </a:prstGeom>
          <a:noFill/>
        </p:spPr>
        <p:txBody>
          <a:bodyPr wrap="square">
            <a:spAutoFit/>
          </a:bodyPr>
          <a:lstStyle/>
          <a:p>
            <a:pPr algn="ctr"/>
            <a:r>
              <a:rPr lang="en-US" sz="900">
                <a:latin typeface="Verdana" panose="020B0604030504040204" pitchFamily="34" charset="0"/>
                <a:ea typeface="Verdana" panose="020B0604030504040204" pitchFamily="34" charset="0"/>
              </a:rPr>
              <a:t>1:SBICaps Report 2,3:DVC Annual Report 2023-24 </a:t>
            </a:r>
          </a:p>
        </p:txBody>
      </p:sp>
      <p:sp>
        <p:nvSpPr>
          <p:cNvPr id="154" name="Freeform 26">
            <a:extLst>
              <a:ext uri="{FF2B5EF4-FFF2-40B4-BE49-F238E27FC236}">
                <a16:creationId xmlns:a16="http://schemas.microsoft.com/office/drawing/2014/main" id="{90F885FF-E37C-1B8E-E8E1-31620DA89D2D}"/>
              </a:ext>
            </a:extLst>
          </p:cNvPr>
          <p:cNvSpPr>
            <a:spLocks noEditPoints="1"/>
          </p:cNvSpPr>
          <p:nvPr/>
        </p:nvSpPr>
        <p:spPr bwMode="auto">
          <a:xfrm>
            <a:off x="8616525" y="4705809"/>
            <a:ext cx="3108621"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000">
              <a:solidFill>
                <a:schemeClr val="bg1"/>
              </a:solidFill>
              <a:latin typeface="Verdana" panose="020B0604030504040204" pitchFamily="34" charset="0"/>
              <a:ea typeface="Verdana" panose="020B0604030504040204" pitchFamily="34" charset="0"/>
            </a:endParaRPr>
          </a:p>
        </p:txBody>
      </p:sp>
      <p:sp>
        <p:nvSpPr>
          <p:cNvPr id="155" name="TextBox 154">
            <a:extLst>
              <a:ext uri="{FF2B5EF4-FFF2-40B4-BE49-F238E27FC236}">
                <a16:creationId xmlns:a16="http://schemas.microsoft.com/office/drawing/2014/main" id="{8A4E7B0E-06B3-0034-16A4-46492DFCC361}"/>
              </a:ext>
            </a:extLst>
          </p:cNvPr>
          <p:cNvSpPr txBox="1"/>
          <p:nvPr/>
        </p:nvSpPr>
        <p:spPr>
          <a:xfrm>
            <a:off x="8740471" y="4856055"/>
            <a:ext cx="2776334" cy="577081"/>
          </a:xfrm>
          <a:prstGeom prst="rect">
            <a:avLst/>
          </a:prstGeom>
          <a:noFill/>
        </p:spPr>
        <p:txBody>
          <a:bodyPr wrap="square">
            <a:spAutoFit/>
          </a:bodyPr>
          <a:lstStyle/>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Asset segregation and valuation can be a pre-requisite for restructuring and resource mobilization initiatives</a:t>
            </a:r>
            <a:endParaRPr lang="en-US" sz="1000">
              <a:latin typeface="Verdana" panose="020B0604030504040204" pitchFamily="34" charset="0"/>
              <a:ea typeface="Verdana" panose="020B0604030504040204" pitchFamily="34" charset="0"/>
            </a:endParaRPr>
          </a:p>
        </p:txBody>
      </p:sp>
      <p:grpSp>
        <p:nvGrpSpPr>
          <p:cNvPr id="156" name="Graphic 4">
            <a:extLst>
              <a:ext uri="{FF2B5EF4-FFF2-40B4-BE49-F238E27FC236}">
                <a16:creationId xmlns:a16="http://schemas.microsoft.com/office/drawing/2014/main" id="{CC051634-8D06-4BE4-BAA3-6B1D05EDE740}"/>
              </a:ext>
            </a:extLst>
          </p:cNvPr>
          <p:cNvGrpSpPr/>
          <p:nvPr/>
        </p:nvGrpSpPr>
        <p:grpSpPr>
          <a:xfrm>
            <a:off x="11443339" y="4656415"/>
            <a:ext cx="362309" cy="361971"/>
            <a:chOff x="2998797" y="918179"/>
            <a:chExt cx="362309" cy="361971"/>
          </a:xfrm>
          <a:solidFill>
            <a:srgbClr val="007680"/>
          </a:solidFill>
        </p:grpSpPr>
        <p:sp>
          <p:nvSpPr>
            <p:cNvPr id="157" name="Graphic 4">
              <a:extLst>
                <a:ext uri="{FF2B5EF4-FFF2-40B4-BE49-F238E27FC236}">
                  <a16:creationId xmlns:a16="http://schemas.microsoft.com/office/drawing/2014/main" id="{29698678-57BC-4D89-850A-1009A62A79C9}"/>
                </a:ext>
              </a:extLst>
            </p:cNvPr>
            <p:cNvSpPr/>
            <p:nvPr/>
          </p:nvSpPr>
          <p:spPr>
            <a:xfrm>
              <a:off x="3134264" y="1036282"/>
              <a:ext cx="88820" cy="29366"/>
            </a:xfrm>
            <a:custGeom>
              <a:avLst/>
              <a:gdLst>
                <a:gd name="connsiteX0" fmla="*/ 44730 w 88820"/>
                <a:gd name="connsiteY0" fmla="*/ 0 h 29366"/>
                <a:gd name="connsiteX1" fmla="*/ 0 w 88820"/>
                <a:gd name="connsiteY1" fmla="*/ 29366 h 29366"/>
                <a:gd name="connsiteX2" fmla="*/ 88820 w 88820"/>
                <a:gd name="connsiteY2" fmla="*/ 29366 h 29366"/>
                <a:gd name="connsiteX3" fmla="*/ 44730 w 88820"/>
                <a:gd name="connsiteY3" fmla="*/ 0 h 29366"/>
              </a:gdLst>
              <a:ahLst/>
              <a:cxnLst>
                <a:cxn ang="0">
                  <a:pos x="connsiteX0" y="connsiteY0"/>
                </a:cxn>
                <a:cxn ang="0">
                  <a:pos x="connsiteX1" y="connsiteY1"/>
                </a:cxn>
                <a:cxn ang="0">
                  <a:pos x="connsiteX2" y="connsiteY2"/>
                </a:cxn>
                <a:cxn ang="0">
                  <a:pos x="connsiteX3" y="connsiteY3"/>
                </a:cxn>
              </a:cxnLst>
              <a:rect l="l" t="t" r="r" b="b"/>
              <a:pathLst>
                <a:path w="88820" h="29366">
                  <a:moveTo>
                    <a:pt x="44730" y="0"/>
                  </a:moveTo>
                  <a:cubicBezTo>
                    <a:pt x="25560" y="0"/>
                    <a:pt x="7668" y="12130"/>
                    <a:pt x="0" y="29366"/>
                  </a:cubicBezTo>
                  <a:lnTo>
                    <a:pt x="88820" y="29366"/>
                  </a:lnTo>
                  <a:cubicBezTo>
                    <a:pt x="81791" y="11491"/>
                    <a:pt x="64538" y="0"/>
                    <a:pt x="44730" y="0"/>
                  </a:cubicBezTo>
                  <a:close/>
                </a:path>
              </a:pathLst>
            </a:custGeom>
            <a:grpFill/>
            <a:ln w="6390" cap="flat">
              <a:noFill/>
              <a:prstDash val="solid"/>
              <a:miter/>
            </a:ln>
          </p:spPr>
          <p:txBody>
            <a:bodyPr rtlCol="0" anchor="ctr"/>
            <a:lstStyle/>
            <a:p>
              <a:endParaRPr lang="en-US"/>
            </a:p>
          </p:txBody>
        </p:sp>
        <p:sp>
          <p:nvSpPr>
            <p:cNvPr id="158" name="Graphic 4">
              <a:extLst>
                <a:ext uri="{FF2B5EF4-FFF2-40B4-BE49-F238E27FC236}">
                  <a16:creationId xmlns:a16="http://schemas.microsoft.com/office/drawing/2014/main" id="{4F0801AF-26BB-87D7-39B8-FF85FFD229BF}"/>
                </a:ext>
              </a:extLst>
            </p:cNvPr>
            <p:cNvSpPr/>
            <p:nvPr/>
          </p:nvSpPr>
          <p:spPr>
            <a:xfrm>
              <a:off x="2998797" y="918179"/>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1305 h 361971"/>
                <a:gd name="connsiteX4" fmla="*/ 180835 w 362309"/>
                <a:gd name="connsiteY4" fmla="*/ 0 h 361971"/>
                <a:gd name="connsiteX5" fmla="*/ 180835 w 362309"/>
                <a:gd name="connsiteY5" fmla="*/ 0 h 361971"/>
                <a:gd name="connsiteX6" fmla="*/ 113741 w 362309"/>
                <a:gd name="connsiteY6" fmla="*/ 147470 h 361971"/>
                <a:gd name="connsiteX7" fmla="*/ 122048 w 362309"/>
                <a:gd name="connsiteY7" fmla="*/ 147470 h 361971"/>
                <a:gd name="connsiteX8" fmla="*/ 173806 w 362309"/>
                <a:gd name="connsiteY8" fmla="*/ 105336 h 361971"/>
                <a:gd name="connsiteX9" fmla="*/ 173806 w 362309"/>
                <a:gd name="connsiteY9" fmla="*/ 84907 h 361971"/>
                <a:gd name="connsiteX10" fmla="*/ 180196 w 362309"/>
                <a:gd name="connsiteY10" fmla="*/ 78523 h 361971"/>
                <a:gd name="connsiteX11" fmla="*/ 186586 w 362309"/>
                <a:gd name="connsiteY11" fmla="*/ 84907 h 361971"/>
                <a:gd name="connsiteX12" fmla="*/ 186586 w 362309"/>
                <a:gd name="connsiteY12" fmla="*/ 105336 h 361971"/>
                <a:gd name="connsiteX13" fmla="*/ 238345 w 362309"/>
                <a:gd name="connsiteY13" fmla="*/ 147470 h 361971"/>
                <a:gd name="connsiteX14" fmla="*/ 247291 w 362309"/>
                <a:gd name="connsiteY14" fmla="*/ 147470 h 361971"/>
                <a:gd name="connsiteX15" fmla="*/ 253681 w 362309"/>
                <a:gd name="connsiteY15" fmla="*/ 153854 h 361971"/>
                <a:gd name="connsiteX16" fmla="*/ 247291 w 362309"/>
                <a:gd name="connsiteY16" fmla="*/ 160238 h 361971"/>
                <a:gd name="connsiteX17" fmla="*/ 113741 w 362309"/>
                <a:gd name="connsiteY17" fmla="*/ 160238 h 361971"/>
                <a:gd name="connsiteX18" fmla="*/ 107351 w 362309"/>
                <a:gd name="connsiteY18" fmla="*/ 153854 h 361971"/>
                <a:gd name="connsiteX19" fmla="*/ 113741 w 362309"/>
                <a:gd name="connsiteY19" fmla="*/ 147470 h 361971"/>
                <a:gd name="connsiteX20" fmla="*/ 93293 w 362309"/>
                <a:gd name="connsiteY20" fmla="*/ 193435 h 361971"/>
                <a:gd name="connsiteX21" fmla="*/ 121409 w 362309"/>
                <a:gd name="connsiteY21" fmla="*/ 193435 h 361971"/>
                <a:gd name="connsiteX22" fmla="*/ 121409 w 362309"/>
                <a:gd name="connsiteY22" fmla="*/ 173006 h 361971"/>
                <a:gd name="connsiteX23" fmla="*/ 127799 w 362309"/>
                <a:gd name="connsiteY23" fmla="*/ 166622 h 361971"/>
                <a:gd name="connsiteX24" fmla="*/ 134189 w 362309"/>
                <a:gd name="connsiteY24" fmla="*/ 173006 h 361971"/>
                <a:gd name="connsiteX25" fmla="*/ 134189 w 362309"/>
                <a:gd name="connsiteY25" fmla="*/ 193435 h 361971"/>
                <a:gd name="connsiteX26" fmla="*/ 156553 w 362309"/>
                <a:gd name="connsiteY26" fmla="*/ 193435 h 361971"/>
                <a:gd name="connsiteX27" fmla="*/ 156553 w 362309"/>
                <a:gd name="connsiteY27" fmla="*/ 173006 h 361971"/>
                <a:gd name="connsiteX28" fmla="*/ 162943 w 362309"/>
                <a:gd name="connsiteY28" fmla="*/ 166622 h 361971"/>
                <a:gd name="connsiteX29" fmla="*/ 169333 w 362309"/>
                <a:gd name="connsiteY29" fmla="*/ 173006 h 361971"/>
                <a:gd name="connsiteX30" fmla="*/ 169333 w 362309"/>
                <a:gd name="connsiteY30" fmla="*/ 193435 h 361971"/>
                <a:gd name="connsiteX31" fmla="*/ 191698 w 362309"/>
                <a:gd name="connsiteY31" fmla="*/ 193435 h 361971"/>
                <a:gd name="connsiteX32" fmla="*/ 191698 w 362309"/>
                <a:gd name="connsiteY32" fmla="*/ 173006 h 361971"/>
                <a:gd name="connsiteX33" fmla="*/ 198088 w 362309"/>
                <a:gd name="connsiteY33" fmla="*/ 166622 h 361971"/>
                <a:gd name="connsiteX34" fmla="*/ 204478 w 362309"/>
                <a:gd name="connsiteY34" fmla="*/ 173006 h 361971"/>
                <a:gd name="connsiteX35" fmla="*/ 204478 w 362309"/>
                <a:gd name="connsiteY35" fmla="*/ 193435 h 361971"/>
                <a:gd name="connsiteX36" fmla="*/ 226843 w 362309"/>
                <a:gd name="connsiteY36" fmla="*/ 193435 h 361971"/>
                <a:gd name="connsiteX37" fmla="*/ 226843 w 362309"/>
                <a:gd name="connsiteY37" fmla="*/ 173006 h 361971"/>
                <a:gd name="connsiteX38" fmla="*/ 233233 w 362309"/>
                <a:gd name="connsiteY38" fmla="*/ 166622 h 361971"/>
                <a:gd name="connsiteX39" fmla="*/ 239623 w 362309"/>
                <a:gd name="connsiteY39" fmla="*/ 173006 h 361971"/>
                <a:gd name="connsiteX40" fmla="*/ 239623 w 362309"/>
                <a:gd name="connsiteY40" fmla="*/ 193435 h 361971"/>
                <a:gd name="connsiteX41" fmla="*/ 267739 w 362309"/>
                <a:gd name="connsiteY41" fmla="*/ 193435 h 361971"/>
                <a:gd name="connsiteX42" fmla="*/ 274128 w 362309"/>
                <a:gd name="connsiteY42" fmla="*/ 199819 h 361971"/>
                <a:gd name="connsiteX43" fmla="*/ 267739 w 362309"/>
                <a:gd name="connsiteY43" fmla="*/ 206203 h 361971"/>
                <a:gd name="connsiteX44" fmla="*/ 92654 w 362309"/>
                <a:gd name="connsiteY44" fmla="*/ 206203 h 361971"/>
                <a:gd name="connsiteX45" fmla="*/ 86264 w 362309"/>
                <a:gd name="connsiteY45" fmla="*/ 199819 h 361971"/>
                <a:gd name="connsiteX46" fmla="*/ 93293 w 362309"/>
                <a:gd name="connsiteY46" fmla="*/ 193435 h 361971"/>
                <a:gd name="connsiteX47" fmla="*/ 93293 w 362309"/>
                <a:gd name="connsiteY47" fmla="*/ 193435 h 361971"/>
                <a:gd name="connsiteX48" fmla="*/ 278602 w 362309"/>
                <a:gd name="connsiteY48" fmla="*/ 282810 h 361971"/>
                <a:gd name="connsiteX49" fmla="*/ 83708 w 362309"/>
                <a:gd name="connsiteY49" fmla="*/ 282810 h 361971"/>
                <a:gd name="connsiteX50" fmla="*/ 77318 w 362309"/>
                <a:gd name="connsiteY50" fmla="*/ 276426 h 361971"/>
                <a:gd name="connsiteX51" fmla="*/ 83708 w 362309"/>
                <a:gd name="connsiteY51" fmla="*/ 270042 h 361971"/>
                <a:gd name="connsiteX52" fmla="*/ 99044 w 362309"/>
                <a:gd name="connsiteY52" fmla="*/ 270042 h 361971"/>
                <a:gd name="connsiteX53" fmla="*/ 99044 w 362309"/>
                <a:gd name="connsiteY53" fmla="*/ 219609 h 361971"/>
                <a:gd name="connsiteX54" fmla="*/ 105434 w 362309"/>
                <a:gd name="connsiteY54" fmla="*/ 213225 h 361971"/>
                <a:gd name="connsiteX55" fmla="*/ 111824 w 362309"/>
                <a:gd name="connsiteY55" fmla="*/ 219609 h 361971"/>
                <a:gd name="connsiteX56" fmla="*/ 111824 w 362309"/>
                <a:gd name="connsiteY56" fmla="*/ 270042 h 361971"/>
                <a:gd name="connsiteX57" fmla="*/ 136745 w 362309"/>
                <a:gd name="connsiteY57" fmla="*/ 270042 h 361971"/>
                <a:gd name="connsiteX58" fmla="*/ 136745 w 362309"/>
                <a:gd name="connsiteY58" fmla="*/ 219609 h 361971"/>
                <a:gd name="connsiteX59" fmla="*/ 143135 w 362309"/>
                <a:gd name="connsiteY59" fmla="*/ 213225 h 361971"/>
                <a:gd name="connsiteX60" fmla="*/ 149525 w 362309"/>
                <a:gd name="connsiteY60" fmla="*/ 219609 h 361971"/>
                <a:gd name="connsiteX61" fmla="*/ 149525 w 362309"/>
                <a:gd name="connsiteY61" fmla="*/ 270042 h 361971"/>
                <a:gd name="connsiteX62" fmla="*/ 174445 w 362309"/>
                <a:gd name="connsiteY62" fmla="*/ 270042 h 361971"/>
                <a:gd name="connsiteX63" fmla="*/ 174445 w 362309"/>
                <a:gd name="connsiteY63" fmla="*/ 219609 h 361971"/>
                <a:gd name="connsiteX64" fmla="*/ 180835 w 362309"/>
                <a:gd name="connsiteY64" fmla="*/ 213225 h 361971"/>
                <a:gd name="connsiteX65" fmla="*/ 187225 w 362309"/>
                <a:gd name="connsiteY65" fmla="*/ 219609 h 361971"/>
                <a:gd name="connsiteX66" fmla="*/ 187225 w 362309"/>
                <a:gd name="connsiteY66" fmla="*/ 270042 h 361971"/>
                <a:gd name="connsiteX67" fmla="*/ 212146 w 362309"/>
                <a:gd name="connsiteY67" fmla="*/ 270042 h 361971"/>
                <a:gd name="connsiteX68" fmla="*/ 212146 w 362309"/>
                <a:gd name="connsiteY68" fmla="*/ 219609 h 361971"/>
                <a:gd name="connsiteX69" fmla="*/ 218536 w 362309"/>
                <a:gd name="connsiteY69" fmla="*/ 213225 h 361971"/>
                <a:gd name="connsiteX70" fmla="*/ 224926 w 362309"/>
                <a:gd name="connsiteY70" fmla="*/ 219609 h 361971"/>
                <a:gd name="connsiteX71" fmla="*/ 224926 w 362309"/>
                <a:gd name="connsiteY71" fmla="*/ 270042 h 361971"/>
                <a:gd name="connsiteX72" fmla="*/ 249847 w 362309"/>
                <a:gd name="connsiteY72" fmla="*/ 270042 h 361971"/>
                <a:gd name="connsiteX73" fmla="*/ 249847 w 362309"/>
                <a:gd name="connsiteY73" fmla="*/ 219609 h 361971"/>
                <a:gd name="connsiteX74" fmla="*/ 256237 w 362309"/>
                <a:gd name="connsiteY74" fmla="*/ 213225 h 361971"/>
                <a:gd name="connsiteX75" fmla="*/ 262626 w 362309"/>
                <a:gd name="connsiteY75" fmla="*/ 219609 h 361971"/>
                <a:gd name="connsiteX76" fmla="*/ 262626 w 362309"/>
                <a:gd name="connsiteY76" fmla="*/ 270042 h 361971"/>
                <a:gd name="connsiteX77" fmla="*/ 279240 w 362309"/>
                <a:gd name="connsiteY77" fmla="*/ 270042 h 361971"/>
                <a:gd name="connsiteX78" fmla="*/ 285630 w 362309"/>
                <a:gd name="connsiteY78" fmla="*/ 276426 h 361971"/>
                <a:gd name="connsiteX79" fmla="*/ 278602 w 362309"/>
                <a:gd name="connsiteY79" fmla="*/ 282810 h 361971"/>
                <a:gd name="connsiteX80" fmla="*/ 278602 w 362309"/>
                <a:gd name="connsiteY80" fmla="*/ 282810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1305"/>
                  </a:cubicBezTo>
                  <a:cubicBezTo>
                    <a:pt x="362310" y="81077"/>
                    <a:pt x="281157" y="0"/>
                    <a:pt x="180835" y="0"/>
                  </a:cubicBezTo>
                  <a:cubicBezTo>
                    <a:pt x="180835" y="0"/>
                    <a:pt x="180835" y="0"/>
                    <a:pt x="180835" y="0"/>
                  </a:cubicBezTo>
                  <a:close/>
                  <a:moveTo>
                    <a:pt x="113741" y="147470"/>
                  </a:moveTo>
                  <a:lnTo>
                    <a:pt x="122048" y="147470"/>
                  </a:lnTo>
                  <a:cubicBezTo>
                    <a:pt x="129716" y="124488"/>
                    <a:pt x="149525" y="107889"/>
                    <a:pt x="173806" y="105336"/>
                  </a:cubicBezTo>
                  <a:lnTo>
                    <a:pt x="173806" y="84907"/>
                  </a:lnTo>
                  <a:cubicBezTo>
                    <a:pt x="173806" y="81077"/>
                    <a:pt x="176362" y="78523"/>
                    <a:pt x="180196" y="78523"/>
                  </a:cubicBezTo>
                  <a:cubicBezTo>
                    <a:pt x="184030" y="78523"/>
                    <a:pt x="186586" y="81077"/>
                    <a:pt x="186586" y="84907"/>
                  </a:cubicBezTo>
                  <a:lnTo>
                    <a:pt x="186586" y="105336"/>
                  </a:lnTo>
                  <a:cubicBezTo>
                    <a:pt x="210868" y="107889"/>
                    <a:pt x="230677" y="124488"/>
                    <a:pt x="238345" y="147470"/>
                  </a:cubicBezTo>
                  <a:lnTo>
                    <a:pt x="247291" y="147470"/>
                  </a:lnTo>
                  <a:cubicBezTo>
                    <a:pt x="251125" y="147470"/>
                    <a:pt x="253681" y="150024"/>
                    <a:pt x="253681" y="153854"/>
                  </a:cubicBezTo>
                  <a:cubicBezTo>
                    <a:pt x="253681" y="157684"/>
                    <a:pt x="251125" y="160238"/>
                    <a:pt x="247291" y="160238"/>
                  </a:cubicBezTo>
                  <a:lnTo>
                    <a:pt x="113741" y="160238"/>
                  </a:lnTo>
                  <a:cubicBezTo>
                    <a:pt x="109907" y="160238"/>
                    <a:pt x="107351" y="157684"/>
                    <a:pt x="107351" y="153854"/>
                  </a:cubicBezTo>
                  <a:cubicBezTo>
                    <a:pt x="107351" y="150024"/>
                    <a:pt x="110546" y="147470"/>
                    <a:pt x="113741" y="147470"/>
                  </a:cubicBezTo>
                  <a:close/>
                  <a:moveTo>
                    <a:pt x="93293" y="193435"/>
                  </a:moveTo>
                  <a:lnTo>
                    <a:pt x="121409" y="193435"/>
                  </a:lnTo>
                  <a:lnTo>
                    <a:pt x="121409" y="173006"/>
                  </a:lnTo>
                  <a:cubicBezTo>
                    <a:pt x="121409" y="169176"/>
                    <a:pt x="123965" y="166622"/>
                    <a:pt x="127799" y="166622"/>
                  </a:cubicBezTo>
                  <a:cubicBezTo>
                    <a:pt x="131633" y="166622"/>
                    <a:pt x="134189" y="169176"/>
                    <a:pt x="134189" y="173006"/>
                  </a:cubicBezTo>
                  <a:lnTo>
                    <a:pt x="134189" y="193435"/>
                  </a:lnTo>
                  <a:lnTo>
                    <a:pt x="156553" y="193435"/>
                  </a:lnTo>
                  <a:lnTo>
                    <a:pt x="156553" y="173006"/>
                  </a:lnTo>
                  <a:cubicBezTo>
                    <a:pt x="156553" y="169176"/>
                    <a:pt x="159110" y="166622"/>
                    <a:pt x="162943" y="166622"/>
                  </a:cubicBezTo>
                  <a:cubicBezTo>
                    <a:pt x="166777" y="166622"/>
                    <a:pt x="169333" y="169176"/>
                    <a:pt x="169333" y="173006"/>
                  </a:cubicBezTo>
                  <a:lnTo>
                    <a:pt x="169333" y="193435"/>
                  </a:lnTo>
                  <a:lnTo>
                    <a:pt x="191698" y="193435"/>
                  </a:lnTo>
                  <a:lnTo>
                    <a:pt x="191698" y="173006"/>
                  </a:lnTo>
                  <a:cubicBezTo>
                    <a:pt x="191698" y="169176"/>
                    <a:pt x="194254" y="166622"/>
                    <a:pt x="198088" y="166622"/>
                  </a:cubicBezTo>
                  <a:cubicBezTo>
                    <a:pt x="201922" y="166622"/>
                    <a:pt x="204478" y="169176"/>
                    <a:pt x="204478" y="173006"/>
                  </a:cubicBezTo>
                  <a:lnTo>
                    <a:pt x="204478" y="193435"/>
                  </a:lnTo>
                  <a:lnTo>
                    <a:pt x="226843" y="193435"/>
                  </a:lnTo>
                  <a:lnTo>
                    <a:pt x="226843" y="173006"/>
                  </a:lnTo>
                  <a:cubicBezTo>
                    <a:pt x="226843" y="169176"/>
                    <a:pt x="229399" y="166622"/>
                    <a:pt x="233233" y="166622"/>
                  </a:cubicBezTo>
                  <a:cubicBezTo>
                    <a:pt x="237067" y="166622"/>
                    <a:pt x="239623" y="169176"/>
                    <a:pt x="239623" y="173006"/>
                  </a:cubicBezTo>
                  <a:lnTo>
                    <a:pt x="239623" y="193435"/>
                  </a:lnTo>
                  <a:lnTo>
                    <a:pt x="267739" y="193435"/>
                  </a:lnTo>
                  <a:cubicBezTo>
                    <a:pt x="271572" y="193435"/>
                    <a:pt x="274128" y="195988"/>
                    <a:pt x="274128" y="199819"/>
                  </a:cubicBezTo>
                  <a:cubicBezTo>
                    <a:pt x="274128" y="203649"/>
                    <a:pt x="271572" y="206203"/>
                    <a:pt x="267739" y="206203"/>
                  </a:cubicBezTo>
                  <a:lnTo>
                    <a:pt x="92654" y="206203"/>
                  </a:lnTo>
                  <a:cubicBezTo>
                    <a:pt x="88820" y="206203"/>
                    <a:pt x="86264" y="203649"/>
                    <a:pt x="86264" y="199819"/>
                  </a:cubicBezTo>
                  <a:cubicBezTo>
                    <a:pt x="86264" y="195988"/>
                    <a:pt x="89459" y="193435"/>
                    <a:pt x="93293" y="193435"/>
                  </a:cubicBezTo>
                  <a:lnTo>
                    <a:pt x="93293" y="193435"/>
                  </a:lnTo>
                  <a:close/>
                  <a:moveTo>
                    <a:pt x="278602" y="282810"/>
                  </a:moveTo>
                  <a:lnTo>
                    <a:pt x="83708" y="282810"/>
                  </a:lnTo>
                  <a:cubicBezTo>
                    <a:pt x="79874" y="282810"/>
                    <a:pt x="77318" y="280257"/>
                    <a:pt x="77318" y="276426"/>
                  </a:cubicBezTo>
                  <a:cubicBezTo>
                    <a:pt x="77318" y="272596"/>
                    <a:pt x="79874" y="270042"/>
                    <a:pt x="83708" y="270042"/>
                  </a:cubicBezTo>
                  <a:lnTo>
                    <a:pt x="99044" y="270042"/>
                  </a:lnTo>
                  <a:lnTo>
                    <a:pt x="99044" y="219609"/>
                  </a:lnTo>
                  <a:cubicBezTo>
                    <a:pt x="99044" y="215779"/>
                    <a:pt x="101600" y="213225"/>
                    <a:pt x="105434" y="213225"/>
                  </a:cubicBezTo>
                  <a:cubicBezTo>
                    <a:pt x="109268" y="213225"/>
                    <a:pt x="111824" y="215779"/>
                    <a:pt x="111824" y="219609"/>
                  </a:cubicBezTo>
                  <a:lnTo>
                    <a:pt x="111824" y="270042"/>
                  </a:lnTo>
                  <a:lnTo>
                    <a:pt x="136745" y="270042"/>
                  </a:lnTo>
                  <a:lnTo>
                    <a:pt x="136745" y="219609"/>
                  </a:lnTo>
                  <a:cubicBezTo>
                    <a:pt x="136745" y="215779"/>
                    <a:pt x="139301" y="213225"/>
                    <a:pt x="143135" y="213225"/>
                  </a:cubicBezTo>
                  <a:cubicBezTo>
                    <a:pt x="146969" y="213225"/>
                    <a:pt x="149525" y="215779"/>
                    <a:pt x="149525" y="219609"/>
                  </a:cubicBezTo>
                  <a:lnTo>
                    <a:pt x="149525" y="270042"/>
                  </a:lnTo>
                  <a:lnTo>
                    <a:pt x="174445" y="270042"/>
                  </a:lnTo>
                  <a:lnTo>
                    <a:pt x="174445" y="219609"/>
                  </a:lnTo>
                  <a:cubicBezTo>
                    <a:pt x="174445" y="215779"/>
                    <a:pt x="177001" y="213225"/>
                    <a:pt x="180835" y="213225"/>
                  </a:cubicBezTo>
                  <a:cubicBezTo>
                    <a:pt x="184669" y="213225"/>
                    <a:pt x="187225" y="215779"/>
                    <a:pt x="187225" y="219609"/>
                  </a:cubicBezTo>
                  <a:lnTo>
                    <a:pt x="187225" y="270042"/>
                  </a:lnTo>
                  <a:lnTo>
                    <a:pt x="212146" y="270042"/>
                  </a:lnTo>
                  <a:lnTo>
                    <a:pt x="212146" y="219609"/>
                  </a:lnTo>
                  <a:cubicBezTo>
                    <a:pt x="212146" y="215779"/>
                    <a:pt x="214702" y="213225"/>
                    <a:pt x="218536" y="213225"/>
                  </a:cubicBezTo>
                  <a:cubicBezTo>
                    <a:pt x="222370" y="213225"/>
                    <a:pt x="224926" y="215779"/>
                    <a:pt x="224926" y="219609"/>
                  </a:cubicBezTo>
                  <a:lnTo>
                    <a:pt x="224926" y="270042"/>
                  </a:lnTo>
                  <a:lnTo>
                    <a:pt x="249847" y="270042"/>
                  </a:lnTo>
                  <a:lnTo>
                    <a:pt x="249847" y="219609"/>
                  </a:lnTo>
                  <a:cubicBezTo>
                    <a:pt x="249847" y="215779"/>
                    <a:pt x="252403" y="213225"/>
                    <a:pt x="256237" y="213225"/>
                  </a:cubicBezTo>
                  <a:cubicBezTo>
                    <a:pt x="260071" y="213225"/>
                    <a:pt x="262626" y="215779"/>
                    <a:pt x="262626" y="219609"/>
                  </a:cubicBezTo>
                  <a:lnTo>
                    <a:pt x="262626" y="270042"/>
                  </a:lnTo>
                  <a:lnTo>
                    <a:pt x="279240" y="270042"/>
                  </a:lnTo>
                  <a:cubicBezTo>
                    <a:pt x="283074" y="270042"/>
                    <a:pt x="285630" y="272596"/>
                    <a:pt x="285630" y="276426"/>
                  </a:cubicBezTo>
                  <a:cubicBezTo>
                    <a:pt x="285630" y="280257"/>
                    <a:pt x="281796" y="282810"/>
                    <a:pt x="278602" y="282810"/>
                  </a:cubicBezTo>
                  <a:lnTo>
                    <a:pt x="278602" y="282810"/>
                  </a:lnTo>
                  <a:close/>
                </a:path>
              </a:pathLst>
            </a:custGeom>
            <a:grpFill/>
            <a:ln w="6390" cap="flat">
              <a:noFill/>
              <a:prstDash val="solid"/>
              <a:miter/>
            </a:ln>
          </p:spPr>
          <p:txBody>
            <a:bodyPr rtlCol="0" anchor="ctr"/>
            <a:lstStyle/>
            <a:p>
              <a:endParaRPr lang="en-US"/>
            </a:p>
          </p:txBody>
        </p:sp>
      </p:grpSp>
      <p:sp>
        <p:nvSpPr>
          <p:cNvPr id="173" name="Graphic 4">
            <a:extLst>
              <a:ext uri="{FF2B5EF4-FFF2-40B4-BE49-F238E27FC236}">
                <a16:creationId xmlns:a16="http://schemas.microsoft.com/office/drawing/2014/main" id="{53220991-3706-4124-46EE-EC24769F04C1}"/>
              </a:ext>
            </a:extLst>
          </p:cNvPr>
          <p:cNvSpPr/>
          <p:nvPr/>
        </p:nvSpPr>
        <p:spPr>
          <a:xfrm>
            <a:off x="5157896" y="4705810"/>
            <a:ext cx="361670" cy="361333"/>
          </a:xfrm>
          <a:custGeom>
            <a:avLst/>
            <a:gdLst>
              <a:gd name="connsiteX0" fmla="*/ 180835 w 361670"/>
              <a:gd name="connsiteY0" fmla="*/ 0 h 361333"/>
              <a:gd name="connsiteX1" fmla="*/ 0 w 361670"/>
              <a:gd name="connsiteY1" fmla="*/ 180667 h 361333"/>
              <a:gd name="connsiteX2" fmla="*/ 180835 w 361670"/>
              <a:gd name="connsiteY2" fmla="*/ 361333 h 361333"/>
              <a:gd name="connsiteX3" fmla="*/ 361670 w 361670"/>
              <a:gd name="connsiteY3" fmla="*/ 180667 h 361333"/>
              <a:gd name="connsiteX4" fmla="*/ 180835 w 361670"/>
              <a:gd name="connsiteY4" fmla="*/ 0 h 361333"/>
              <a:gd name="connsiteX5" fmla="*/ 171889 w 361670"/>
              <a:gd name="connsiteY5" fmla="*/ 87461 h 361333"/>
              <a:gd name="connsiteX6" fmla="*/ 180835 w 361670"/>
              <a:gd name="connsiteY6" fmla="*/ 87461 h 361333"/>
              <a:gd name="connsiteX7" fmla="*/ 187225 w 361670"/>
              <a:gd name="connsiteY7" fmla="*/ 93845 h 361333"/>
              <a:gd name="connsiteX8" fmla="*/ 180835 w 361670"/>
              <a:gd name="connsiteY8" fmla="*/ 100229 h 361333"/>
              <a:gd name="connsiteX9" fmla="*/ 171889 w 361670"/>
              <a:gd name="connsiteY9" fmla="*/ 100229 h 361333"/>
              <a:gd name="connsiteX10" fmla="*/ 165500 w 361670"/>
              <a:gd name="connsiteY10" fmla="*/ 93845 h 361333"/>
              <a:gd name="connsiteX11" fmla="*/ 171889 w 361670"/>
              <a:gd name="connsiteY11" fmla="*/ 87461 h 361333"/>
              <a:gd name="connsiteX12" fmla="*/ 171889 w 361670"/>
              <a:gd name="connsiteY12" fmla="*/ 121934 h 361333"/>
              <a:gd name="connsiteX13" fmla="*/ 198088 w 361670"/>
              <a:gd name="connsiteY13" fmla="*/ 121934 h 361333"/>
              <a:gd name="connsiteX14" fmla="*/ 204478 w 361670"/>
              <a:gd name="connsiteY14" fmla="*/ 128318 h 361333"/>
              <a:gd name="connsiteX15" fmla="*/ 198088 w 361670"/>
              <a:gd name="connsiteY15" fmla="*/ 134702 h 361333"/>
              <a:gd name="connsiteX16" fmla="*/ 171889 w 361670"/>
              <a:gd name="connsiteY16" fmla="*/ 134702 h 361333"/>
              <a:gd name="connsiteX17" fmla="*/ 165500 w 361670"/>
              <a:gd name="connsiteY17" fmla="*/ 128318 h 361333"/>
              <a:gd name="connsiteX18" fmla="*/ 171889 w 361670"/>
              <a:gd name="connsiteY18" fmla="*/ 121934 h 361333"/>
              <a:gd name="connsiteX19" fmla="*/ 171889 w 361670"/>
              <a:gd name="connsiteY19" fmla="*/ 157046 h 361333"/>
              <a:gd name="connsiteX20" fmla="*/ 215341 w 361670"/>
              <a:gd name="connsiteY20" fmla="*/ 157046 h 361333"/>
              <a:gd name="connsiteX21" fmla="*/ 221731 w 361670"/>
              <a:gd name="connsiteY21" fmla="*/ 163430 h 361333"/>
              <a:gd name="connsiteX22" fmla="*/ 215341 w 361670"/>
              <a:gd name="connsiteY22" fmla="*/ 169814 h 361333"/>
              <a:gd name="connsiteX23" fmla="*/ 171889 w 361670"/>
              <a:gd name="connsiteY23" fmla="*/ 169814 h 361333"/>
              <a:gd name="connsiteX24" fmla="*/ 165500 w 361670"/>
              <a:gd name="connsiteY24" fmla="*/ 163430 h 361333"/>
              <a:gd name="connsiteX25" fmla="*/ 171889 w 361670"/>
              <a:gd name="connsiteY25" fmla="*/ 157046 h 361333"/>
              <a:gd name="connsiteX26" fmla="*/ 171889 w 361670"/>
              <a:gd name="connsiteY26" fmla="*/ 191519 h 361333"/>
              <a:gd name="connsiteX27" fmla="*/ 232594 w 361670"/>
              <a:gd name="connsiteY27" fmla="*/ 191519 h 361333"/>
              <a:gd name="connsiteX28" fmla="*/ 238984 w 361670"/>
              <a:gd name="connsiteY28" fmla="*/ 197903 h 361333"/>
              <a:gd name="connsiteX29" fmla="*/ 232594 w 361670"/>
              <a:gd name="connsiteY29" fmla="*/ 204287 h 361333"/>
              <a:gd name="connsiteX30" fmla="*/ 171889 w 361670"/>
              <a:gd name="connsiteY30" fmla="*/ 204287 h 361333"/>
              <a:gd name="connsiteX31" fmla="*/ 165500 w 361670"/>
              <a:gd name="connsiteY31" fmla="*/ 197903 h 361333"/>
              <a:gd name="connsiteX32" fmla="*/ 171889 w 361670"/>
              <a:gd name="connsiteY32" fmla="*/ 191519 h 361333"/>
              <a:gd name="connsiteX33" fmla="*/ 171889 w 361670"/>
              <a:gd name="connsiteY33" fmla="*/ 226631 h 361333"/>
              <a:gd name="connsiteX34" fmla="*/ 250486 w 361670"/>
              <a:gd name="connsiteY34" fmla="*/ 226631 h 361333"/>
              <a:gd name="connsiteX35" fmla="*/ 256876 w 361670"/>
              <a:gd name="connsiteY35" fmla="*/ 233015 h 361333"/>
              <a:gd name="connsiteX36" fmla="*/ 250486 w 361670"/>
              <a:gd name="connsiteY36" fmla="*/ 239399 h 361333"/>
              <a:gd name="connsiteX37" fmla="*/ 171889 w 361670"/>
              <a:gd name="connsiteY37" fmla="*/ 239399 h 361333"/>
              <a:gd name="connsiteX38" fmla="*/ 165500 w 361670"/>
              <a:gd name="connsiteY38" fmla="*/ 233015 h 361333"/>
              <a:gd name="connsiteX39" fmla="*/ 171889 w 361670"/>
              <a:gd name="connsiteY39" fmla="*/ 226631 h 361333"/>
              <a:gd name="connsiteX40" fmla="*/ 146969 w 361670"/>
              <a:gd name="connsiteY40" fmla="*/ 249614 h 361333"/>
              <a:gd name="connsiteX41" fmla="*/ 124604 w 361670"/>
              <a:gd name="connsiteY41" fmla="*/ 271958 h 361333"/>
              <a:gd name="connsiteX42" fmla="*/ 122687 w 361670"/>
              <a:gd name="connsiteY42" fmla="*/ 273234 h 361333"/>
              <a:gd name="connsiteX43" fmla="*/ 120131 w 361670"/>
              <a:gd name="connsiteY43" fmla="*/ 273873 h 361333"/>
              <a:gd name="connsiteX44" fmla="*/ 117575 w 361670"/>
              <a:gd name="connsiteY44" fmla="*/ 273234 h 361333"/>
              <a:gd name="connsiteX45" fmla="*/ 115658 w 361670"/>
              <a:gd name="connsiteY45" fmla="*/ 271958 h 361333"/>
              <a:gd name="connsiteX46" fmla="*/ 93293 w 361670"/>
              <a:gd name="connsiteY46" fmla="*/ 249614 h 361333"/>
              <a:gd name="connsiteX47" fmla="*/ 93293 w 361670"/>
              <a:gd name="connsiteY47" fmla="*/ 240676 h 361333"/>
              <a:gd name="connsiteX48" fmla="*/ 102239 w 361670"/>
              <a:gd name="connsiteY48" fmla="*/ 240676 h 361333"/>
              <a:gd name="connsiteX49" fmla="*/ 113741 w 361670"/>
              <a:gd name="connsiteY49" fmla="*/ 252167 h 361333"/>
              <a:gd name="connsiteX50" fmla="*/ 113741 w 361670"/>
              <a:gd name="connsiteY50" fmla="*/ 93845 h 361333"/>
              <a:gd name="connsiteX51" fmla="*/ 120131 w 361670"/>
              <a:gd name="connsiteY51" fmla="*/ 87461 h 361333"/>
              <a:gd name="connsiteX52" fmla="*/ 126521 w 361670"/>
              <a:gd name="connsiteY52" fmla="*/ 93845 h 361333"/>
              <a:gd name="connsiteX53" fmla="*/ 126521 w 361670"/>
              <a:gd name="connsiteY53" fmla="*/ 252167 h 361333"/>
              <a:gd name="connsiteX54" fmla="*/ 138022 w 361670"/>
              <a:gd name="connsiteY54" fmla="*/ 240676 h 361333"/>
              <a:gd name="connsiteX55" fmla="*/ 146969 w 361670"/>
              <a:gd name="connsiteY55" fmla="*/ 240676 h 361333"/>
              <a:gd name="connsiteX56" fmla="*/ 146969 w 361670"/>
              <a:gd name="connsiteY56" fmla="*/ 249614 h 361333"/>
              <a:gd name="connsiteX57" fmla="*/ 263904 w 361670"/>
              <a:gd name="connsiteY57" fmla="*/ 273873 h 361333"/>
              <a:gd name="connsiteX58" fmla="*/ 172528 w 361670"/>
              <a:gd name="connsiteY58" fmla="*/ 273873 h 361333"/>
              <a:gd name="connsiteX59" fmla="*/ 166138 w 361670"/>
              <a:gd name="connsiteY59" fmla="*/ 267489 h 361333"/>
              <a:gd name="connsiteX60" fmla="*/ 172528 w 361670"/>
              <a:gd name="connsiteY60" fmla="*/ 261105 h 361333"/>
              <a:gd name="connsiteX61" fmla="*/ 263904 w 361670"/>
              <a:gd name="connsiteY61" fmla="*/ 261105 h 361333"/>
              <a:gd name="connsiteX62" fmla="*/ 270294 w 361670"/>
              <a:gd name="connsiteY62" fmla="*/ 267489 h 361333"/>
              <a:gd name="connsiteX63" fmla="*/ 263904 w 361670"/>
              <a:gd name="connsiteY63" fmla="*/ 27387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61670" h="361333">
                <a:moveTo>
                  <a:pt x="180835" y="0"/>
                </a:moveTo>
                <a:cubicBezTo>
                  <a:pt x="80513" y="0"/>
                  <a:pt x="0" y="81077"/>
                  <a:pt x="0" y="180667"/>
                </a:cubicBezTo>
                <a:cubicBezTo>
                  <a:pt x="0" y="280895"/>
                  <a:pt x="81152" y="361333"/>
                  <a:pt x="180835" y="361333"/>
                </a:cubicBezTo>
                <a:cubicBezTo>
                  <a:pt x="280518" y="361333"/>
                  <a:pt x="361670" y="280257"/>
                  <a:pt x="361670" y="180667"/>
                </a:cubicBezTo>
                <a:cubicBezTo>
                  <a:pt x="361670" y="81077"/>
                  <a:pt x="280518" y="0"/>
                  <a:pt x="180835" y="0"/>
                </a:cubicBezTo>
                <a:close/>
                <a:moveTo>
                  <a:pt x="171889" y="87461"/>
                </a:moveTo>
                <a:lnTo>
                  <a:pt x="180835" y="87461"/>
                </a:lnTo>
                <a:cubicBezTo>
                  <a:pt x="184669" y="87461"/>
                  <a:pt x="187225" y="90014"/>
                  <a:pt x="187225" y="93845"/>
                </a:cubicBezTo>
                <a:cubicBezTo>
                  <a:pt x="187225" y="97675"/>
                  <a:pt x="184669" y="100229"/>
                  <a:pt x="180835" y="100229"/>
                </a:cubicBezTo>
                <a:lnTo>
                  <a:pt x="171889" y="100229"/>
                </a:lnTo>
                <a:cubicBezTo>
                  <a:pt x="168055" y="100229"/>
                  <a:pt x="165500" y="97675"/>
                  <a:pt x="165500" y="93845"/>
                </a:cubicBezTo>
                <a:cubicBezTo>
                  <a:pt x="165500" y="90014"/>
                  <a:pt x="168695" y="87461"/>
                  <a:pt x="171889" y="87461"/>
                </a:cubicBezTo>
                <a:close/>
                <a:moveTo>
                  <a:pt x="171889" y="121934"/>
                </a:moveTo>
                <a:lnTo>
                  <a:pt x="198088" y="121934"/>
                </a:lnTo>
                <a:cubicBezTo>
                  <a:pt x="201922" y="121934"/>
                  <a:pt x="204478" y="124488"/>
                  <a:pt x="204478" y="128318"/>
                </a:cubicBezTo>
                <a:cubicBezTo>
                  <a:pt x="204478" y="132148"/>
                  <a:pt x="201922" y="134702"/>
                  <a:pt x="198088" y="134702"/>
                </a:cubicBezTo>
                <a:lnTo>
                  <a:pt x="171889" y="134702"/>
                </a:lnTo>
                <a:cubicBezTo>
                  <a:pt x="168055" y="134702"/>
                  <a:pt x="165500" y="132148"/>
                  <a:pt x="165500" y="128318"/>
                </a:cubicBezTo>
                <a:cubicBezTo>
                  <a:pt x="165500" y="124488"/>
                  <a:pt x="168695" y="121934"/>
                  <a:pt x="171889" y="121934"/>
                </a:cubicBezTo>
                <a:close/>
                <a:moveTo>
                  <a:pt x="171889" y="157046"/>
                </a:moveTo>
                <a:lnTo>
                  <a:pt x="215341" y="157046"/>
                </a:lnTo>
                <a:cubicBezTo>
                  <a:pt x="219175" y="157046"/>
                  <a:pt x="221731" y="159600"/>
                  <a:pt x="221731" y="163430"/>
                </a:cubicBezTo>
                <a:cubicBezTo>
                  <a:pt x="221731" y="167260"/>
                  <a:pt x="219175" y="169814"/>
                  <a:pt x="215341" y="169814"/>
                </a:cubicBezTo>
                <a:lnTo>
                  <a:pt x="171889" y="169814"/>
                </a:lnTo>
                <a:cubicBezTo>
                  <a:pt x="168055" y="169814"/>
                  <a:pt x="165500" y="167260"/>
                  <a:pt x="165500" y="163430"/>
                </a:cubicBezTo>
                <a:cubicBezTo>
                  <a:pt x="165500" y="159600"/>
                  <a:pt x="168695" y="157046"/>
                  <a:pt x="171889" y="157046"/>
                </a:cubicBezTo>
                <a:close/>
                <a:moveTo>
                  <a:pt x="171889" y="191519"/>
                </a:moveTo>
                <a:lnTo>
                  <a:pt x="232594" y="191519"/>
                </a:lnTo>
                <a:cubicBezTo>
                  <a:pt x="236428" y="191519"/>
                  <a:pt x="238984" y="194073"/>
                  <a:pt x="238984" y="197903"/>
                </a:cubicBezTo>
                <a:cubicBezTo>
                  <a:pt x="238984" y="201734"/>
                  <a:pt x="236428" y="204287"/>
                  <a:pt x="232594" y="204287"/>
                </a:cubicBezTo>
                <a:lnTo>
                  <a:pt x="171889" y="204287"/>
                </a:lnTo>
                <a:cubicBezTo>
                  <a:pt x="168055" y="204287"/>
                  <a:pt x="165500" y="201734"/>
                  <a:pt x="165500" y="197903"/>
                </a:cubicBezTo>
                <a:cubicBezTo>
                  <a:pt x="165500" y="194073"/>
                  <a:pt x="168695" y="191519"/>
                  <a:pt x="171889" y="191519"/>
                </a:cubicBezTo>
                <a:close/>
                <a:moveTo>
                  <a:pt x="171889" y="226631"/>
                </a:moveTo>
                <a:lnTo>
                  <a:pt x="250486" y="226631"/>
                </a:lnTo>
                <a:cubicBezTo>
                  <a:pt x="254319" y="226631"/>
                  <a:pt x="256876" y="229185"/>
                  <a:pt x="256876" y="233015"/>
                </a:cubicBezTo>
                <a:cubicBezTo>
                  <a:pt x="256876" y="236846"/>
                  <a:pt x="254319" y="239399"/>
                  <a:pt x="250486" y="239399"/>
                </a:cubicBezTo>
                <a:lnTo>
                  <a:pt x="171889" y="239399"/>
                </a:lnTo>
                <a:cubicBezTo>
                  <a:pt x="168055" y="239399"/>
                  <a:pt x="165500" y="236846"/>
                  <a:pt x="165500" y="233015"/>
                </a:cubicBezTo>
                <a:cubicBezTo>
                  <a:pt x="165500" y="229185"/>
                  <a:pt x="168695" y="226631"/>
                  <a:pt x="171889" y="226631"/>
                </a:cubicBezTo>
                <a:close/>
                <a:moveTo>
                  <a:pt x="146969" y="249614"/>
                </a:moveTo>
                <a:lnTo>
                  <a:pt x="124604" y="271958"/>
                </a:lnTo>
                <a:cubicBezTo>
                  <a:pt x="123965" y="272596"/>
                  <a:pt x="123326" y="273234"/>
                  <a:pt x="122687" y="273234"/>
                </a:cubicBezTo>
                <a:cubicBezTo>
                  <a:pt x="122048" y="273873"/>
                  <a:pt x="120770" y="273873"/>
                  <a:pt x="120131" y="273873"/>
                </a:cubicBezTo>
                <a:cubicBezTo>
                  <a:pt x="119492" y="273873"/>
                  <a:pt x="118214" y="273873"/>
                  <a:pt x="117575" y="273234"/>
                </a:cubicBezTo>
                <a:cubicBezTo>
                  <a:pt x="116936" y="272596"/>
                  <a:pt x="116297" y="272596"/>
                  <a:pt x="115658" y="271958"/>
                </a:cubicBezTo>
                <a:lnTo>
                  <a:pt x="93293" y="249614"/>
                </a:lnTo>
                <a:cubicBezTo>
                  <a:pt x="90737" y="247060"/>
                  <a:pt x="90737" y="243230"/>
                  <a:pt x="93293" y="240676"/>
                </a:cubicBezTo>
                <a:cubicBezTo>
                  <a:pt x="95849" y="238123"/>
                  <a:pt x="99683" y="238123"/>
                  <a:pt x="102239" y="240676"/>
                </a:cubicBezTo>
                <a:lnTo>
                  <a:pt x="113741" y="252167"/>
                </a:lnTo>
                <a:lnTo>
                  <a:pt x="113741" y="93845"/>
                </a:lnTo>
                <a:cubicBezTo>
                  <a:pt x="113741" y="90014"/>
                  <a:pt x="116297" y="87461"/>
                  <a:pt x="120131" y="87461"/>
                </a:cubicBezTo>
                <a:cubicBezTo>
                  <a:pt x="123965" y="87461"/>
                  <a:pt x="126521" y="90014"/>
                  <a:pt x="126521" y="93845"/>
                </a:cubicBezTo>
                <a:lnTo>
                  <a:pt x="126521" y="252167"/>
                </a:lnTo>
                <a:lnTo>
                  <a:pt x="138022" y="240676"/>
                </a:lnTo>
                <a:cubicBezTo>
                  <a:pt x="140579" y="238123"/>
                  <a:pt x="144412" y="238123"/>
                  <a:pt x="146969" y="240676"/>
                </a:cubicBezTo>
                <a:cubicBezTo>
                  <a:pt x="149525" y="243230"/>
                  <a:pt x="149525" y="247060"/>
                  <a:pt x="146969" y="249614"/>
                </a:cubicBezTo>
                <a:close/>
                <a:moveTo>
                  <a:pt x="263904" y="273873"/>
                </a:moveTo>
                <a:lnTo>
                  <a:pt x="172528" y="273873"/>
                </a:lnTo>
                <a:cubicBezTo>
                  <a:pt x="168695" y="273873"/>
                  <a:pt x="166138" y="271319"/>
                  <a:pt x="166138" y="267489"/>
                </a:cubicBezTo>
                <a:cubicBezTo>
                  <a:pt x="166138" y="263659"/>
                  <a:pt x="168695" y="261105"/>
                  <a:pt x="172528" y="261105"/>
                </a:cubicBezTo>
                <a:lnTo>
                  <a:pt x="263904" y="261105"/>
                </a:lnTo>
                <a:cubicBezTo>
                  <a:pt x="267739" y="261105"/>
                  <a:pt x="270294" y="263659"/>
                  <a:pt x="270294" y="267489"/>
                </a:cubicBezTo>
                <a:cubicBezTo>
                  <a:pt x="270294" y="271319"/>
                  <a:pt x="267099" y="273873"/>
                  <a:pt x="263904" y="273873"/>
                </a:cubicBezTo>
                <a:close/>
              </a:path>
            </a:pathLst>
          </a:custGeom>
          <a:solidFill>
            <a:srgbClr val="007680"/>
          </a:solidFill>
          <a:ln w="6390" cap="flat">
            <a:noFill/>
            <a:prstDash val="solid"/>
            <a:miter/>
          </a:ln>
        </p:spPr>
        <p:txBody>
          <a:bodyPr rtlCol="0" anchor="ctr"/>
          <a:lstStyle/>
          <a:p>
            <a:endParaRPr lang="en-US"/>
          </a:p>
        </p:txBody>
      </p:sp>
      <p:sp>
        <p:nvSpPr>
          <p:cNvPr id="174" name="Rectangle: Rounded Corners 173">
            <a:extLst>
              <a:ext uri="{FF2B5EF4-FFF2-40B4-BE49-F238E27FC236}">
                <a16:creationId xmlns:a16="http://schemas.microsoft.com/office/drawing/2014/main" id="{079A7155-4645-9ED0-2C4E-77EC3DB098A2}"/>
              </a:ext>
            </a:extLst>
          </p:cNvPr>
          <p:cNvSpPr/>
          <p:nvPr/>
        </p:nvSpPr>
        <p:spPr bwMode="gray">
          <a:xfrm>
            <a:off x="1126626" y="5794366"/>
            <a:ext cx="10541000" cy="575819"/>
          </a:xfrm>
          <a:custGeom>
            <a:avLst/>
            <a:gdLst>
              <a:gd name="connsiteX0" fmla="*/ 0 w 10541000"/>
              <a:gd name="connsiteY0" fmla="*/ 0 h 575819"/>
              <a:gd name="connsiteX1" fmla="*/ 0 w 10541000"/>
              <a:gd name="connsiteY1" fmla="*/ 0 h 575819"/>
              <a:gd name="connsiteX2" fmla="*/ 447992 w 10541000"/>
              <a:gd name="connsiteY2" fmla="*/ 0 h 575819"/>
              <a:gd name="connsiteX3" fmla="*/ 1106805 w 10541000"/>
              <a:gd name="connsiteY3" fmla="*/ 0 h 575819"/>
              <a:gd name="connsiteX4" fmla="*/ 1976438 w 10541000"/>
              <a:gd name="connsiteY4" fmla="*/ 0 h 575819"/>
              <a:gd name="connsiteX5" fmla="*/ 2635250 w 10541000"/>
              <a:gd name="connsiteY5" fmla="*/ 0 h 575819"/>
              <a:gd name="connsiteX6" fmla="*/ 3083243 w 10541000"/>
              <a:gd name="connsiteY6" fmla="*/ 0 h 575819"/>
              <a:gd name="connsiteX7" fmla="*/ 3425825 w 10541000"/>
              <a:gd name="connsiteY7" fmla="*/ 0 h 575819"/>
              <a:gd name="connsiteX8" fmla="*/ 4295458 w 10541000"/>
              <a:gd name="connsiteY8" fmla="*/ 0 h 575819"/>
              <a:gd name="connsiteX9" fmla="*/ 5059680 w 10541000"/>
              <a:gd name="connsiteY9" fmla="*/ 0 h 575819"/>
              <a:gd name="connsiteX10" fmla="*/ 5507673 w 10541000"/>
              <a:gd name="connsiteY10" fmla="*/ 0 h 575819"/>
              <a:gd name="connsiteX11" fmla="*/ 5850255 w 10541000"/>
              <a:gd name="connsiteY11" fmla="*/ 0 h 575819"/>
              <a:gd name="connsiteX12" fmla="*/ 6719887 w 10541000"/>
              <a:gd name="connsiteY12" fmla="*/ 0 h 575819"/>
              <a:gd name="connsiteX13" fmla="*/ 7062470 w 10541000"/>
              <a:gd name="connsiteY13" fmla="*/ 0 h 575819"/>
              <a:gd name="connsiteX14" fmla="*/ 7510462 w 10541000"/>
              <a:gd name="connsiteY14" fmla="*/ 0 h 575819"/>
              <a:gd name="connsiteX15" fmla="*/ 8169275 w 10541000"/>
              <a:gd name="connsiteY15" fmla="*/ 0 h 575819"/>
              <a:gd name="connsiteX16" fmla="*/ 8617267 w 10541000"/>
              <a:gd name="connsiteY16" fmla="*/ 0 h 575819"/>
              <a:gd name="connsiteX17" fmla="*/ 8959850 w 10541000"/>
              <a:gd name="connsiteY17" fmla="*/ 0 h 575819"/>
              <a:gd name="connsiteX18" fmla="*/ 9513252 w 10541000"/>
              <a:gd name="connsiteY18" fmla="*/ 0 h 575819"/>
              <a:gd name="connsiteX19" fmla="*/ 10541000 w 10541000"/>
              <a:gd name="connsiteY19" fmla="*/ 0 h 575819"/>
              <a:gd name="connsiteX20" fmla="*/ 10541000 w 10541000"/>
              <a:gd name="connsiteY20" fmla="*/ 0 h 575819"/>
              <a:gd name="connsiteX21" fmla="*/ 10541000 w 10541000"/>
              <a:gd name="connsiteY21" fmla="*/ 575819 h 575819"/>
              <a:gd name="connsiteX22" fmla="*/ 10541000 w 10541000"/>
              <a:gd name="connsiteY22" fmla="*/ 575819 h 575819"/>
              <a:gd name="connsiteX23" fmla="*/ 9882188 w 10541000"/>
              <a:gd name="connsiteY23" fmla="*/ 575819 h 575819"/>
              <a:gd name="connsiteX24" fmla="*/ 9117965 w 10541000"/>
              <a:gd name="connsiteY24" fmla="*/ 575819 h 575819"/>
              <a:gd name="connsiteX25" fmla="*/ 8248333 w 10541000"/>
              <a:gd name="connsiteY25" fmla="*/ 575819 h 575819"/>
              <a:gd name="connsiteX26" fmla="*/ 7589520 w 10541000"/>
              <a:gd name="connsiteY26" fmla="*/ 575819 h 575819"/>
              <a:gd name="connsiteX27" fmla="*/ 6930708 w 10541000"/>
              <a:gd name="connsiteY27" fmla="*/ 575819 h 575819"/>
              <a:gd name="connsiteX28" fmla="*/ 6166485 w 10541000"/>
              <a:gd name="connsiteY28" fmla="*/ 575819 h 575819"/>
              <a:gd name="connsiteX29" fmla="*/ 5296852 w 10541000"/>
              <a:gd name="connsiteY29" fmla="*/ 575819 h 575819"/>
              <a:gd name="connsiteX30" fmla="*/ 4954270 w 10541000"/>
              <a:gd name="connsiteY30" fmla="*/ 575819 h 575819"/>
              <a:gd name="connsiteX31" fmla="*/ 4506278 w 10541000"/>
              <a:gd name="connsiteY31" fmla="*/ 575819 h 575819"/>
              <a:gd name="connsiteX32" fmla="*/ 4058285 w 10541000"/>
              <a:gd name="connsiteY32" fmla="*/ 575819 h 575819"/>
              <a:gd name="connsiteX33" fmla="*/ 3399473 w 10541000"/>
              <a:gd name="connsiteY33" fmla="*/ 575819 h 575819"/>
              <a:gd name="connsiteX34" fmla="*/ 2529840 w 10541000"/>
              <a:gd name="connsiteY34" fmla="*/ 575819 h 575819"/>
              <a:gd name="connsiteX35" fmla="*/ 1976438 w 10541000"/>
              <a:gd name="connsiteY35" fmla="*/ 575819 h 575819"/>
              <a:gd name="connsiteX36" fmla="*/ 1106805 w 10541000"/>
              <a:gd name="connsiteY36" fmla="*/ 575819 h 575819"/>
              <a:gd name="connsiteX37" fmla="*/ 0 w 10541000"/>
              <a:gd name="connsiteY37" fmla="*/ 575819 h 575819"/>
              <a:gd name="connsiteX38" fmla="*/ 0 w 10541000"/>
              <a:gd name="connsiteY38" fmla="*/ 575819 h 575819"/>
              <a:gd name="connsiteX39" fmla="*/ 0 w 10541000"/>
              <a:gd name="connsiteY39" fmla="*/ 0 h 575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0541000" h="575819" fill="none" extrusionOk="0">
                <a:moveTo>
                  <a:pt x="0" y="0"/>
                </a:moveTo>
                <a:lnTo>
                  <a:pt x="0" y="0"/>
                </a:lnTo>
                <a:cubicBezTo>
                  <a:pt x="194319" y="-4967"/>
                  <a:pt x="283541" y="13764"/>
                  <a:pt x="447992" y="0"/>
                </a:cubicBezTo>
                <a:cubicBezTo>
                  <a:pt x="612443" y="-13764"/>
                  <a:pt x="825254" y="20107"/>
                  <a:pt x="1106805" y="0"/>
                </a:cubicBezTo>
                <a:cubicBezTo>
                  <a:pt x="1388356" y="-20107"/>
                  <a:pt x="1674313" y="-8339"/>
                  <a:pt x="1976438" y="0"/>
                </a:cubicBezTo>
                <a:cubicBezTo>
                  <a:pt x="2278563" y="8339"/>
                  <a:pt x="2312873" y="28633"/>
                  <a:pt x="2635250" y="0"/>
                </a:cubicBezTo>
                <a:cubicBezTo>
                  <a:pt x="2957627" y="-28633"/>
                  <a:pt x="2974742" y="-18639"/>
                  <a:pt x="3083243" y="0"/>
                </a:cubicBezTo>
                <a:cubicBezTo>
                  <a:pt x="3191744" y="18639"/>
                  <a:pt x="3340680" y="5804"/>
                  <a:pt x="3425825" y="0"/>
                </a:cubicBezTo>
                <a:cubicBezTo>
                  <a:pt x="3510970" y="-5804"/>
                  <a:pt x="4067314" y="-20354"/>
                  <a:pt x="4295458" y="0"/>
                </a:cubicBezTo>
                <a:cubicBezTo>
                  <a:pt x="4523602" y="20354"/>
                  <a:pt x="4900525" y="-16486"/>
                  <a:pt x="5059680" y="0"/>
                </a:cubicBezTo>
                <a:cubicBezTo>
                  <a:pt x="5218835" y="16486"/>
                  <a:pt x="5335646" y="16699"/>
                  <a:pt x="5507673" y="0"/>
                </a:cubicBezTo>
                <a:cubicBezTo>
                  <a:pt x="5679700" y="-16699"/>
                  <a:pt x="5701071" y="-11839"/>
                  <a:pt x="5850255" y="0"/>
                </a:cubicBezTo>
                <a:cubicBezTo>
                  <a:pt x="5999439" y="11839"/>
                  <a:pt x="6441032" y="-39955"/>
                  <a:pt x="6719887" y="0"/>
                </a:cubicBezTo>
                <a:cubicBezTo>
                  <a:pt x="6998742" y="39955"/>
                  <a:pt x="6919838" y="11136"/>
                  <a:pt x="7062470" y="0"/>
                </a:cubicBezTo>
                <a:cubicBezTo>
                  <a:pt x="7205102" y="-11136"/>
                  <a:pt x="7297278" y="14713"/>
                  <a:pt x="7510462" y="0"/>
                </a:cubicBezTo>
                <a:cubicBezTo>
                  <a:pt x="7723646" y="-14713"/>
                  <a:pt x="7954446" y="-18423"/>
                  <a:pt x="8169275" y="0"/>
                </a:cubicBezTo>
                <a:cubicBezTo>
                  <a:pt x="8384104" y="18423"/>
                  <a:pt x="8444439" y="6963"/>
                  <a:pt x="8617267" y="0"/>
                </a:cubicBezTo>
                <a:cubicBezTo>
                  <a:pt x="8790095" y="-6963"/>
                  <a:pt x="8878610" y="-12025"/>
                  <a:pt x="8959850" y="0"/>
                </a:cubicBezTo>
                <a:cubicBezTo>
                  <a:pt x="9041090" y="12025"/>
                  <a:pt x="9320078" y="-9602"/>
                  <a:pt x="9513252" y="0"/>
                </a:cubicBezTo>
                <a:cubicBezTo>
                  <a:pt x="9706426" y="9602"/>
                  <a:pt x="10175880" y="-31628"/>
                  <a:pt x="10541000" y="0"/>
                </a:cubicBezTo>
                <a:lnTo>
                  <a:pt x="10541000" y="0"/>
                </a:lnTo>
                <a:cubicBezTo>
                  <a:pt x="10552513" y="186410"/>
                  <a:pt x="10554358" y="299397"/>
                  <a:pt x="10541000" y="575819"/>
                </a:cubicBezTo>
                <a:lnTo>
                  <a:pt x="10541000" y="575819"/>
                </a:lnTo>
                <a:cubicBezTo>
                  <a:pt x="10369073" y="593701"/>
                  <a:pt x="10112232" y="589034"/>
                  <a:pt x="9882188" y="575819"/>
                </a:cubicBezTo>
                <a:cubicBezTo>
                  <a:pt x="9652144" y="562604"/>
                  <a:pt x="9395361" y="578583"/>
                  <a:pt x="9117965" y="575819"/>
                </a:cubicBezTo>
                <a:cubicBezTo>
                  <a:pt x="8840569" y="573055"/>
                  <a:pt x="8509707" y="558102"/>
                  <a:pt x="8248333" y="575819"/>
                </a:cubicBezTo>
                <a:cubicBezTo>
                  <a:pt x="7986959" y="593536"/>
                  <a:pt x="7809438" y="596190"/>
                  <a:pt x="7589520" y="575819"/>
                </a:cubicBezTo>
                <a:cubicBezTo>
                  <a:pt x="7369602" y="555448"/>
                  <a:pt x="7180302" y="557488"/>
                  <a:pt x="6930708" y="575819"/>
                </a:cubicBezTo>
                <a:cubicBezTo>
                  <a:pt x="6681114" y="594150"/>
                  <a:pt x="6518171" y="590638"/>
                  <a:pt x="6166485" y="575819"/>
                </a:cubicBezTo>
                <a:cubicBezTo>
                  <a:pt x="5814799" y="561000"/>
                  <a:pt x="5527665" y="588831"/>
                  <a:pt x="5296852" y="575819"/>
                </a:cubicBezTo>
                <a:cubicBezTo>
                  <a:pt x="5066039" y="562807"/>
                  <a:pt x="5096683" y="588355"/>
                  <a:pt x="4954270" y="575819"/>
                </a:cubicBezTo>
                <a:cubicBezTo>
                  <a:pt x="4811857" y="563283"/>
                  <a:pt x="4696848" y="589700"/>
                  <a:pt x="4506278" y="575819"/>
                </a:cubicBezTo>
                <a:cubicBezTo>
                  <a:pt x="4315708" y="561938"/>
                  <a:pt x="4226590" y="567200"/>
                  <a:pt x="4058285" y="575819"/>
                </a:cubicBezTo>
                <a:cubicBezTo>
                  <a:pt x="3889980" y="584438"/>
                  <a:pt x="3663756" y="587703"/>
                  <a:pt x="3399473" y="575819"/>
                </a:cubicBezTo>
                <a:cubicBezTo>
                  <a:pt x="3135190" y="563935"/>
                  <a:pt x="2942725" y="588483"/>
                  <a:pt x="2529840" y="575819"/>
                </a:cubicBezTo>
                <a:cubicBezTo>
                  <a:pt x="2116955" y="563155"/>
                  <a:pt x="2210784" y="565407"/>
                  <a:pt x="1976438" y="575819"/>
                </a:cubicBezTo>
                <a:cubicBezTo>
                  <a:pt x="1742092" y="586231"/>
                  <a:pt x="1388731" y="615982"/>
                  <a:pt x="1106805" y="575819"/>
                </a:cubicBezTo>
                <a:cubicBezTo>
                  <a:pt x="824879" y="535656"/>
                  <a:pt x="336924" y="587828"/>
                  <a:pt x="0" y="575819"/>
                </a:cubicBezTo>
                <a:lnTo>
                  <a:pt x="0" y="575819"/>
                </a:lnTo>
                <a:cubicBezTo>
                  <a:pt x="26381" y="295516"/>
                  <a:pt x="23993" y="248671"/>
                  <a:pt x="0" y="0"/>
                </a:cubicBezTo>
                <a:close/>
              </a:path>
              <a:path w="10541000" h="575819" stroke="0" extrusionOk="0">
                <a:moveTo>
                  <a:pt x="0" y="0"/>
                </a:moveTo>
                <a:lnTo>
                  <a:pt x="0" y="0"/>
                </a:lnTo>
                <a:cubicBezTo>
                  <a:pt x="153090" y="-20571"/>
                  <a:pt x="476123" y="18211"/>
                  <a:pt x="658813" y="0"/>
                </a:cubicBezTo>
                <a:cubicBezTo>
                  <a:pt x="841503" y="-18211"/>
                  <a:pt x="1255592" y="1639"/>
                  <a:pt x="1423035" y="0"/>
                </a:cubicBezTo>
                <a:cubicBezTo>
                  <a:pt x="1590478" y="-1639"/>
                  <a:pt x="2111546" y="37678"/>
                  <a:pt x="2292668" y="0"/>
                </a:cubicBezTo>
                <a:cubicBezTo>
                  <a:pt x="2473790" y="-37678"/>
                  <a:pt x="2474774" y="8129"/>
                  <a:pt x="2635250" y="0"/>
                </a:cubicBezTo>
                <a:cubicBezTo>
                  <a:pt x="2795726" y="-8129"/>
                  <a:pt x="2860321" y="-21568"/>
                  <a:pt x="3083243" y="0"/>
                </a:cubicBezTo>
                <a:cubicBezTo>
                  <a:pt x="3306165" y="21568"/>
                  <a:pt x="3273547" y="-16410"/>
                  <a:pt x="3425825" y="0"/>
                </a:cubicBezTo>
                <a:cubicBezTo>
                  <a:pt x="3578103" y="16410"/>
                  <a:pt x="3627850" y="-16288"/>
                  <a:pt x="3768407" y="0"/>
                </a:cubicBezTo>
                <a:cubicBezTo>
                  <a:pt x="3908964" y="16288"/>
                  <a:pt x="4234909" y="13910"/>
                  <a:pt x="4427220" y="0"/>
                </a:cubicBezTo>
                <a:cubicBezTo>
                  <a:pt x="4619531" y="-13910"/>
                  <a:pt x="5065140" y="3032"/>
                  <a:pt x="5296852" y="0"/>
                </a:cubicBezTo>
                <a:cubicBezTo>
                  <a:pt x="5528564" y="-3032"/>
                  <a:pt x="5663872" y="13750"/>
                  <a:pt x="5850255" y="0"/>
                </a:cubicBezTo>
                <a:cubicBezTo>
                  <a:pt x="6036638" y="-13750"/>
                  <a:pt x="6244425" y="5973"/>
                  <a:pt x="6614477" y="0"/>
                </a:cubicBezTo>
                <a:cubicBezTo>
                  <a:pt x="6984529" y="-5973"/>
                  <a:pt x="6942201" y="24042"/>
                  <a:pt x="7167880" y="0"/>
                </a:cubicBezTo>
                <a:cubicBezTo>
                  <a:pt x="7393559" y="-24042"/>
                  <a:pt x="7537407" y="-17141"/>
                  <a:pt x="7826692" y="0"/>
                </a:cubicBezTo>
                <a:cubicBezTo>
                  <a:pt x="8115977" y="17141"/>
                  <a:pt x="8125672" y="865"/>
                  <a:pt x="8274685" y="0"/>
                </a:cubicBezTo>
                <a:cubicBezTo>
                  <a:pt x="8423698" y="-865"/>
                  <a:pt x="8844953" y="-18031"/>
                  <a:pt x="9038908" y="0"/>
                </a:cubicBezTo>
                <a:cubicBezTo>
                  <a:pt x="9232863" y="18031"/>
                  <a:pt x="9477550" y="-22012"/>
                  <a:pt x="9592310" y="0"/>
                </a:cubicBezTo>
                <a:cubicBezTo>
                  <a:pt x="9707070" y="22012"/>
                  <a:pt x="10101761" y="10716"/>
                  <a:pt x="10541000" y="0"/>
                </a:cubicBezTo>
                <a:lnTo>
                  <a:pt x="10541000" y="0"/>
                </a:lnTo>
                <a:cubicBezTo>
                  <a:pt x="10540454" y="267418"/>
                  <a:pt x="10521969" y="351277"/>
                  <a:pt x="10541000" y="575819"/>
                </a:cubicBezTo>
                <a:lnTo>
                  <a:pt x="10541000" y="575819"/>
                </a:lnTo>
                <a:cubicBezTo>
                  <a:pt x="10423692" y="588542"/>
                  <a:pt x="10292474" y="558911"/>
                  <a:pt x="10198418" y="575819"/>
                </a:cubicBezTo>
                <a:cubicBezTo>
                  <a:pt x="10104362" y="592727"/>
                  <a:pt x="9676761" y="587355"/>
                  <a:pt x="9434195" y="575819"/>
                </a:cubicBezTo>
                <a:cubicBezTo>
                  <a:pt x="9191629" y="564283"/>
                  <a:pt x="9246603" y="579305"/>
                  <a:pt x="9091613" y="575819"/>
                </a:cubicBezTo>
                <a:cubicBezTo>
                  <a:pt x="8936623" y="572333"/>
                  <a:pt x="8799525" y="566896"/>
                  <a:pt x="8643620" y="575819"/>
                </a:cubicBezTo>
                <a:cubicBezTo>
                  <a:pt x="8487715" y="584742"/>
                  <a:pt x="8165670" y="582000"/>
                  <a:pt x="7773988" y="575819"/>
                </a:cubicBezTo>
                <a:cubicBezTo>
                  <a:pt x="7382306" y="569638"/>
                  <a:pt x="7353697" y="577615"/>
                  <a:pt x="7009765" y="575819"/>
                </a:cubicBezTo>
                <a:cubicBezTo>
                  <a:pt x="6665833" y="574023"/>
                  <a:pt x="6764487" y="589437"/>
                  <a:pt x="6667182" y="575819"/>
                </a:cubicBezTo>
                <a:cubicBezTo>
                  <a:pt x="6569877" y="562201"/>
                  <a:pt x="6211094" y="580993"/>
                  <a:pt x="6008370" y="575819"/>
                </a:cubicBezTo>
                <a:cubicBezTo>
                  <a:pt x="5805646" y="570645"/>
                  <a:pt x="5557621" y="606965"/>
                  <a:pt x="5244147" y="575819"/>
                </a:cubicBezTo>
                <a:cubicBezTo>
                  <a:pt x="4930673" y="544673"/>
                  <a:pt x="4566774" y="598561"/>
                  <a:pt x="4374515" y="575819"/>
                </a:cubicBezTo>
                <a:cubicBezTo>
                  <a:pt x="4182256" y="553077"/>
                  <a:pt x="4179925" y="567522"/>
                  <a:pt x="4031932" y="575819"/>
                </a:cubicBezTo>
                <a:cubicBezTo>
                  <a:pt x="3883939" y="584116"/>
                  <a:pt x="3473737" y="571759"/>
                  <a:pt x="3162300" y="575819"/>
                </a:cubicBezTo>
                <a:cubicBezTo>
                  <a:pt x="2850863" y="579879"/>
                  <a:pt x="2721779" y="575543"/>
                  <a:pt x="2398077" y="575819"/>
                </a:cubicBezTo>
                <a:cubicBezTo>
                  <a:pt x="2074375" y="576095"/>
                  <a:pt x="2121587" y="575499"/>
                  <a:pt x="1950085" y="575819"/>
                </a:cubicBezTo>
                <a:cubicBezTo>
                  <a:pt x="1778583" y="576139"/>
                  <a:pt x="1641918" y="567085"/>
                  <a:pt x="1502092" y="575819"/>
                </a:cubicBezTo>
                <a:cubicBezTo>
                  <a:pt x="1362266" y="584553"/>
                  <a:pt x="1027848" y="544493"/>
                  <a:pt x="737870" y="575819"/>
                </a:cubicBezTo>
                <a:cubicBezTo>
                  <a:pt x="447892" y="607145"/>
                  <a:pt x="315649" y="589293"/>
                  <a:pt x="0" y="575819"/>
                </a:cubicBezTo>
                <a:lnTo>
                  <a:pt x="0" y="575819"/>
                </a:lnTo>
                <a:cubicBezTo>
                  <a:pt x="-24454" y="328975"/>
                  <a:pt x="24725" y="166099"/>
                  <a:pt x="0" y="0"/>
                </a:cubicBezTo>
                <a:close/>
              </a:path>
            </a:pathLst>
          </a:custGeom>
          <a:solidFill>
            <a:schemeClr val="accent1">
              <a:lumMod val="20000"/>
              <a:lumOff val="80000"/>
            </a:schemeClr>
          </a:solidFill>
          <a:ln w="19050" algn="ctr">
            <a:solidFill>
              <a:schemeClr val="accent3"/>
            </a:solidFill>
            <a:prstDash val="solid"/>
            <a:miter lim="800000"/>
            <a:headEnd/>
            <a:tailEnd/>
            <a:extLst>
              <a:ext uri="{C807C97D-BFC1-408E-A445-0C87EB9F89A2}">
                <ask:lineSketchStyleProps xmlns:ask="http://schemas.microsoft.com/office/drawing/2018/sketchyshapes" sd="2287336146">
                  <a:prstGeom prst="roundRect">
                    <a:avLst>
                      <a:gd name="adj" fmla="val 0"/>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a:solidFill>
                  <a:srgbClr val="26890D"/>
                </a:solidFill>
                <a:latin typeface="Verdana" panose="020B0604030504040204" pitchFamily="34" charset="0"/>
                <a:ea typeface="Verdana" panose="020B0604030504040204" pitchFamily="34" charset="0"/>
              </a:rPr>
              <a:t>  Completion of Asset Segregation will form the basis for any restructuring initiatives to be taken by DVC </a:t>
            </a:r>
          </a:p>
        </p:txBody>
      </p:sp>
      <p:grpSp>
        <p:nvGrpSpPr>
          <p:cNvPr id="175" name="Graphic 4">
            <a:extLst>
              <a:ext uri="{FF2B5EF4-FFF2-40B4-BE49-F238E27FC236}">
                <a16:creationId xmlns:a16="http://schemas.microsoft.com/office/drawing/2014/main" id="{F6D9F931-D36D-5AB8-E9C0-D894DBB06286}"/>
              </a:ext>
            </a:extLst>
          </p:cNvPr>
          <p:cNvGrpSpPr/>
          <p:nvPr/>
        </p:nvGrpSpPr>
        <p:grpSpPr>
          <a:xfrm>
            <a:off x="1284610" y="5891550"/>
            <a:ext cx="365760" cy="365760"/>
            <a:chOff x="6147119" y="4792617"/>
            <a:chExt cx="361670" cy="361333"/>
          </a:xfrm>
          <a:solidFill>
            <a:schemeClr val="accent4"/>
          </a:solidFill>
        </p:grpSpPr>
        <p:sp>
          <p:nvSpPr>
            <p:cNvPr id="176" name="Graphic 4">
              <a:extLst>
                <a:ext uri="{FF2B5EF4-FFF2-40B4-BE49-F238E27FC236}">
                  <a16:creationId xmlns:a16="http://schemas.microsoft.com/office/drawing/2014/main" id="{C82771C2-5DB4-9431-1044-5E3BA6762D04}"/>
                </a:ext>
              </a:extLst>
            </p:cNvPr>
            <p:cNvSpPr/>
            <p:nvPr/>
          </p:nvSpPr>
          <p:spPr>
            <a:xfrm>
              <a:off x="6147119" y="4792617"/>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79557 w 361670"/>
                <a:gd name="connsiteY5" fmla="*/ 259828 h 361333"/>
                <a:gd name="connsiteX6" fmla="*/ 175723 w 361670"/>
                <a:gd name="connsiteY6" fmla="*/ 265574 h 361333"/>
                <a:gd name="connsiteX7" fmla="*/ 173167 w 361670"/>
                <a:gd name="connsiteY7" fmla="*/ 266212 h 361333"/>
                <a:gd name="connsiteX8" fmla="*/ 168695 w 361670"/>
                <a:gd name="connsiteY8" fmla="*/ 264935 h 361333"/>
                <a:gd name="connsiteX9" fmla="*/ 113102 w 361670"/>
                <a:gd name="connsiteY9" fmla="*/ 216417 h 361333"/>
                <a:gd name="connsiteX10" fmla="*/ 79874 w 361670"/>
                <a:gd name="connsiteY10" fmla="*/ 216417 h 361333"/>
                <a:gd name="connsiteX11" fmla="*/ 73484 w 361670"/>
                <a:gd name="connsiteY11" fmla="*/ 210033 h 361333"/>
                <a:gd name="connsiteX12" fmla="*/ 73484 w 361670"/>
                <a:gd name="connsiteY12" fmla="*/ 152577 h 361333"/>
                <a:gd name="connsiteX13" fmla="*/ 79874 w 361670"/>
                <a:gd name="connsiteY13" fmla="*/ 146193 h 361333"/>
                <a:gd name="connsiteX14" fmla="*/ 113102 w 361670"/>
                <a:gd name="connsiteY14" fmla="*/ 146193 h 361333"/>
                <a:gd name="connsiteX15" fmla="*/ 168695 w 361670"/>
                <a:gd name="connsiteY15" fmla="*/ 97675 h 361333"/>
                <a:gd name="connsiteX16" fmla="*/ 175723 w 361670"/>
                <a:gd name="connsiteY16" fmla="*/ 96398 h 361333"/>
                <a:gd name="connsiteX17" fmla="*/ 179557 w 361670"/>
                <a:gd name="connsiteY17" fmla="*/ 102144 h 361333"/>
                <a:gd name="connsiteX18" fmla="*/ 179557 w 361670"/>
                <a:gd name="connsiteY18" fmla="*/ 259828 h 361333"/>
                <a:gd name="connsiteX19" fmla="*/ 179557 w 361670"/>
                <a:gd name="connsiteY19" fmla="*/ 259828 h 361333"/>
                <a:gd name="connsiteX20" fmla="*/ 208312 w 361670"/>
                <a:gd name="connsiteY20" fmla="*/ 199819 h 361333"/>
                <a:gd name="connsiteX21" fmla="*/ 203839 w 361670"/>
                <a:gd name="connsiteY21" fmla="*/ 201734 h 361333"/>
                <a:gd name="connsiteX22" fmla="*/ 199366 w 361670"/>
                <a:gd name="connsiteY22" fmla="*/ 199819 h 361333"/>
                <a:gd name="connsiteX23" fmla="*/ 198727 w 361670"/>
                <a:gd name="connsiteY23" fmla="*/ 190881 h 361333"/>
                <a:gd name="connsiteX24" fmla="*/ 202561 w 361670"/>
                <a:gd name="connsiteY24" fmla="*/ 180667 h 361333"/>
                <a:gd name="connsiteX25" fmla="*/ 198727 w 361670"/>
                <a:gd name="connsiteY25" fmla="*/ 170452 h 361333"/>
                <a:gd name="connsiteX26" fmla="*/ 199366 w 361670"/>
                <a:gd name="connsiteY26" fmla="*/ 161515 h 361333"/>
                <a:gd name="connsiteX27" fmla="*/ 208312 w 361670"/>
                <a:gd name="connsiteY27" fmla="*/ 162153 h 361333"/>
                <a:gd name="connsiteX28" fmla="*/ 215341 w 361670"/>
                <a:gd name="connsiteY28" fmla="*/ 180667 h 361333"/>
                <a:gd name="connsiteX29" fmla="*/ 208312 w 361670"/>
                <a:gd name="connsiteY29" fmla="*/ 199819 h 361333"/>
                <a:gd name="connsiteX30" fmla="*/ 230038 w 361670"/>
                <a:gd name="connsiteY30" fmla="*/ 229185 h 361333"/>
                <a:gd name="connsiteX31" fmla="*/ 225565 w 361670"/>
                <a:gd name="connsiteY31" fmla="*/ 230462 h 361333"/>
                <a:gd name="connsiteX32" fmla="*/ 220453 w 361670"/>
                <a:gd name="connsiteY32" fmla="*/ 228547 h 361333"/>
                <a:gd name="connsiteX33" fmla="*/ 221092 w 361670"/>
                <a:gd name="connsiteY33" fmla="*/ 219609 h 361333"/>
                <a:gd name="connsiteX34" fmla="*/ 238345 w 361670"/>
                <a:gd name="connsiteY34" fmla="*/ 181305 h 361333"/>
                <a:gd name="connsiteX35" fmla="*/ 221092 w 361670"/>
                <a:gd name="connsiteY35" fmla="*/ 143001 h 361333"/>
                <a:gd name="connsiteX36" fmla="*/ 220453 w 361670"/>
                <a:gd name="connsiteY36" fmla="*/ 134064 h 361333"/>
                <a:gd name="connsiteX37" fmla="*/ 229399 w 361670"/>
                <a:gd name="connsiteY37" fmla="*/ 133425 h 361333"/>
                <a:gd name="connsiteX38" fmla="*/ 251124 w 361670"/>
                <a:gd name="connsiteY38" fmla="*/ 181305 h 361333"/>
                <a:gd name="connsiteX39" fmla="*/ 230038 w 361670"/>
                <a:gd name="connsiteY39" fmla="*/ 229185 h 361333"/>
                <a:gd name="connsiteX40" fmla="*/ 251124 w 361670"/>
                <a:gd name="connsiteY40" fmla="*/ 257913 h 361333"/>
                <a:gd name="connsiteX41" fmla="*/ 247291 w 361670"/>
                <a:gd name="connsiteY41" fmla="*/ 259190 h 361333"/>
                <a:gd name="connsiteX42" fmla="*/ 242179 w 361670"/>
                <a:gd name="connsiteY42" fmla="*/ 256636 h 361333"/>
                <a:gd name="connsiteX43" fmla="*/ 242818 w 361670"/>
                <a:gd name="connsiteY43" fmla="*/ 247699 h 361333"/>
                <a:gd name="connsiteX44" fmla="*/ 274128 w 361670"/>
                <a:gd name="connsiteY44" fmla="*/ 180667 h 361333"/>
                <a:gd name="connsiteX45" fmla="*/ 242818 w 361670"/>
                <a:gd name="connsiteY45" fmla="*/ 113635 h 361333"/>
                <a:gd name="connsiteX46" fmla="*/ 242179 w 361670"/>
                <a:gd name="connsiteY46" fmla="*/ 104697 h 361333"/>
                <a:gd name="connsiteX47" fmla="*/ 251124 w 361670"/>
                <a:gd name="connsiteY47" fmla="*/ 104059 h 361333"/>
                <a:gd name="connsiteX48" fmla="*/ 286908 w 361670"/>
                <a:gd name="connsiteY48" fmla="*/ 180667 h 361333"/>
                <a:gd name="connsiteX49" fmla="*/ 251124 w 361670"/>
                <a:gd name="connsiteY49" fmla="*/ 25791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1670" h="361333">
                  <a:moveTo>
                    <a:pt x="180835" y="0"/>
                  </a:moveTo>
                  <a:cubicBezTo>
                    <a:pt x="80513" y="0"/>
                    <a:pt x="0" y="81077"/>
                    <a:pt x="0" y="180667"/>
                  </a:cubicBezTo>
                  <a:cubicBezTo>
                    <a:pt x="0" y="280895"/>
                    <a:pt x="81152" y="361334"/>
                    <a:pt x="180835" y="361334"/>
                  </a:cubicBezTo>
                  <a:cubicBezTo>
                    <a:pt x="280518" y="361334"/>
                    <a:pt x="361670" y="280257"/>
                    <a:pt x="361670" y="180667"/>
                  </a:cubicBezTo>
                  <a:cubicBezTo>
                    <a:pt x="361670" y="81077"/>
                    <a:pt x="280518" y="0"/>
                    <a:pt x="180835" y="0"/>
                  </a:cubicBezTo>
                  <a:close/>
                  <a:moveTo>
                    <a:pt x="179557" y="259828"/>
                  </a:moveTo>
                  <a:cubicBezTo>
                    <a:pt x="179557" y="262382"/>
                    <a:pt x="178279" y="264297"/>
                    <a:pt x="175723" y="265574"/>
                  </a:cubicBezTo>
                  <a:cubicBezTo>
                    <a:pt x="175084" y="266212"/>
                    <a:pt x="173806" y="266212"/>
                    <a:pt x="173167" y="266212"/>
                  </a:cubicBezTo>
                  <a:cubicBezTo>
                    <a:pt x="171889" y="266212"/>
                    <a:pt x="169972" y="265574"/>
                    <a:pt x="168695" y="264935"/>
                  </a:cubicBezTo>
                  <a:lnTo>
                    <a:pt x="113102" y="216417"/>
                  </a:lnTo>
                  <a:lnTo>
                    <a:pt x="79874" y="216417"/>
                  </a:lnTo>
                  <a:cubicBezTo>
                    <a:pt x="76040" y="216417"/>
                    <a:pt x="73484" y="213863"/>
                    <a:pt x="73484" y="210033"/>
                  </a:cubicBezTo>
                  <a:lnTo>
                    <a:pt x="73484" y="152577"/>
                  </a:lnTo>
                  <a:cubicBezTo>
                    <a:pt x="73484" y="148747"/>
                    <a:pt x="76040" y="146193"/>
                    <a:pt x="79874" y="146193"/>
                  </a:cubicBezTo>
                  <a:lnTo>
                    <a:pt x="113102" y="146193"/>
                  </a:lnTo>
                  <a:lnTo>
                    <a:pt x="168695" y="97675"/>
                  </a:lnTo>
                  <a:cubicBezTo>
                    <a:pt x="170611" y="95760"/>
                    <a:pt x="173167" y="95760"/>
                    <a:pt x="175723" y="96398"/>
                  </a:cubicBezTo>
                  <a:cubicBezTo>
                    <a:pt x="178279" y="97675"/>
                    <a:pt x="179557" y="99590"/>
                    <a:pt x="179557" y="102144"/>
                  </a:cubicBezTo>
                  <a:lnTo>
                    <a:pt x="179557" y="259828"/>
                  </a:lnTo>
                  <a:lnTo>
                    <a:pt x="179557" y="259828"/>
                  </a:lnTo>
                  <a:close/>
                  <a:moveTo>
                    <a:pt x="208312" y="199819"/>
                  </a:moveTo>
                  <a:cubicBezTo>
                    <a:pt x="207034" y="201095"/>
                    <a:pt x="205117" y="201734"/>
                    <a:pt x="203839" y="201734"/>
                  </a:cubicBezTo>
                  <a:cubicBezTo>
                    <a:pt x="202561" y="201734"/>
                    <a:pt x="200644" y="201095"/>
                    <a:pt x="199366" y="199819"/>
                  </a:cubicBezTo>
                  <a:cubicBezTo>
                    <a:pt x="196810" y="197265"/>
                    <a:pt x="196810" y="193435"/>
                    <a:pt x="198727" y="190881"/>
                  </a:cubicBezTo>
                  <a:cubicBezTo>
                    <a:pt x="201283" y="188327"/>
                    <a:pt x="202561" y="184497"/>
                    <a:pt x="202561" y="180667"/>
                  </a:cubicBezTo>
                  <a:cubicBezTo>
                    <a:pt x="202561" y="176836"/>
                    <a:pt x="201283" y="173644"/>
                    <a:pt x="198727" y="170452"/>
                  </a:cubicBezTo>
                  <a:cubicBezTo>
                    <a:pt x="196171" y="167899"/>
                    <a:pt x="196810" y="164068"/>
                    <a:pt x="199366" y="161515"/>
                  </a:cubicBezTo>
                  <a:cubicBezTo>
                    <a:pt x="201922" y="158961"/>
                    <a:pt x="205756" y="159600"/>
                    <a:pt x="208312" y="162153"/>
                  </a:cubicBezTo>
                  <a:cubicBezTo>
                    <a:pt x="212785" y="167260"/>
                    <a:pt x="215341" y="173644"/>
                    <a:pt x="215341" y="180667"/>
                  </a:cubicBezTo>
                  <a:cubicBezTo>
                    <a:pt x="215341" y="188327"/>
                    <a:pt x="212785" y="194711"/>
                    <a:pt x="208312" y="199819"/>
                  </a:cubicBezTo>
                  <a:close/>
                  <a:moveTo>
                    <a:pt x="230038" y="229185"/>
                  </a:moveTo>
                  <a:cubicBezTo>
                    <a:pt x="228760" y="230462"/>
                    <a:pt x="227482" y="230462"/>
                    <a:pt x="225565" y="230462"/>
                  </a:cubicBezTo>
                  <a:cubicBezTo>
                    <a:pt x="223648" y="230462"/>
                    <a:pt x="221731" y="229823"/>
                    <a:pt x="220453" y="228547"/>
                  </a:cubicBezTo>
                  <a:cubicBezTo>
                    <a:pt x="217897" y="225993"/>
                    <a:pt x="218536" y="222163"/>
                    <a:pt x="221092" y="219609"/>
                  </a:cubicBezTo>
                  <a:cubicBezTo>
                    <a:pt x="231955" y="210033"/>
                    <a:pt x="238345" y="195988"/>
                    <a:pt x="238345" y="181305"/>
                  </a:cubicBezTo>
                  <a:cubicBezTo>
                    <a:pt x="238345" y="166622"/>
                    <a:pt x="231955" y="152577"/>
                    <a:pt x="221092" y="143001"/>
                  </a:cubicBezTo>
                  <a:cubicBezTo>
                    <a:pt x="218536" y="140448"/>
                    <a:pt x="217897" y="136617"/>
                    <a:pt x="220453" y="134064"/>
                  </a:cubicBezTo>
                  <a:cubicBezTo>
                    <a:pt x="223009" y="131510"/>
                    <a:pt x="226843" y="130872"/>
                    <a:pt x="229399" y="133425"/>
                  </a:cubicBezTo>
                  <a:cubicBezTo>
                    <a:pt x="242818" y="145555"/>
                    <a:pt x="251124" y="162792"/>
                    <a:pt x="251124" y="181305"/>
                  </a:cubicBezTo>
                  <a:cubicBezTo>
                    <a:pt x="251764" y="199819"/>
                    <a:pt x="243456" y="217055"/>
                    <a:pt x="230038" y="229185"/>
                  </a:cubicBezTo>
                  <a:close/>
                  <a:moveTo>
                    <a:pt x="251124" y="257913"/>
                  </a:moveTo>
                  <a:cubicBezTo>
                    <a:pt x="249846" y="259190"/>
                    <a:pt x="248569" y="259190"/>
                    <a:pt x="247291" y="259190"/>
                  </a:cubicBezTo>
                  <a:cubicBezTo>
                    <a:pt x="245374" y="259190"/>
                    <a:pt x="243456" y="258551"/>
                    <a:pt x="242179" y="256636"/>
                  </a:cubicBezTo>
                  <a:cubicBezTo>
                    <a:pt x="239623" y="254083"/>
                    <a:pt x="240261" y="249614"/>
                    <a:pt x="242818" y="247699"/>
                  </a:cubicBezTo>
                  <a:cubicBezTo>
                    <a:pt x="262626" y="231100"/>
                    <a:pt x="274128" y="206841"/>
                    <a:pt x="274128" y="180667"/>
                  </a:cubicBezTo>
                  <a:cubicBezTo>
                    <a:pt x="274128" y="154492"/>
                    <a:pt x="262626" y="130233"/>
                    <a:pt x="242818" y="113635"/>
                  </a:cubicBezTo>
                  <a:cubicBezTo>
                    <a:pt x="240261" y="111081"/>
                    <a:pt x="239623" y="107251"/>
                    <a:pt x="242179" y="104697"/>
                  </a:cubicBezTo>
                  <a:cubicBezTo>
                    <a:pt x="244735" y="102144"/>
                    <a:pt x="248569" y="101505"/>
                    <a:pt x="251124" y="104059"/>
                  </a:cubicBezTo>
                  <a:cubicBezTo>
                    <a:pt x="274128" y="123211"/>
                    <a:pt x="286908" y="150662"/>
                    <a:pt x="286908" y="180667"/>
                  </a:cubicBezTo>
                  <a:cubicBezTo>
                    <a:pt x="287547" y="210671"/>
                    <a:pt x="274128" y="238761"/>
                    <a:pt x="251124" y="257913"/>
                  </a:cubicBezTo>
                  <a:close/>
                </a:path>
              </a:pathLst>
            </a:custGeom>
            <a:grpFill/>
            <a:ln w="6390" cap="flat">
              <a:noFill/>
              <a:prstDash val="solid"/>
              <a:miter/>
            </a:ln>
          </p:spPr>
          <p:txBody>
            <a:bodyPr rtlCol="0" anchor="ctr"/>
            <a:lstStyle/>
            <a:p>
              <a:endParaRPr lang="en-US"/>
            </a:p>
          </p:txBody>
        </p:sp>
        <p:sp>
          <p:nvSpPr>
            <p:cNvPr id="184" name="Graphic 4">
              <a:extLst>
                <a:ext uri="{FF2B5EF4-FFF2-40B4-BE49-F238E27FC236}">
                  <a16:creationId xmlns:a16="http://schemas.microsoft.com/office/drawing/2014/main" id="{92D544A3-6A3C-57D8-F882-8691D5873D97}"/>
                </a:ext>
              </a:extLst>
            </p:cNvPr>
            <p:cNvSpPr/>
            <p:nvPr/>
          </p:nvSpPr>
          <p:spPr>
            <a:xfrm>
              <a:off x="6233383" y="4908806"/>
              <a:ext cx="80513" cy="129594"/>
            </a:xfrm>
            <a:custGeom>
              <a:avLst/>
              <a:gdLst>
                <a:gd name="connsiteX0" fmla="*/ 29394 w 80513"/>
                <a:gd name="connsiteY0" fmla="*/ 42773 h 129594"/>
                <a:gd name="connsiteX1" fmla="*/ 0 w 80513"/>
                <a:gd name="connsiteY1" fmla="*/ 42773 h 129594"/>
                <a:gd name="connsiteX2" fmla="*/ 0 w 80513"/>
                <a:gd name="connsiteY2" fmla="*/ 87461 h 129594"/>
                <a:gd name="connsiteX3" fmla="*/ 29394 w 80513"/>
                <a:gd name="connsiteY3" fmla="*/ 87461 h 129594"/>
                <a:gd name="connsiteX4" fmla="*/ 33867 w 80513"/>
                <a:gd name="connsiteY4" fmla="*/ 88738 h 129594"/>
                <a:gd name="connsiteX5" fmla="*/ 80513 w 80513"/>
                <a:gd name="connsiteY5" fmla="*/ 129595 h 129594"/>
                <a:gd name="connsiteX6" fmla="*/ 80513 w 80513"/>
                <a:gd name="connsiteY6" fmla="*/ 0 h 129594"/>
                <a:gd name="connsiteX7" fmla="*/ 33867 w 80513"/>
                <a:gd name="connsiteY7" fmla="*/ 40858 h 129594"/>
                <a:gd name="connsiteX8" fmla="*/ 29394 w 80513"/>
                <a:gd name="connsiteY8" fmla="*/ 42773 h 12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513" h="129594">
                  <a:moveTo>
                    <a:pt x="29394" y="42773"/>
                  </a:moveTo>
                  <a:lnTo>
                    <a:pt x="0" y="42773"/>
                  </a:lnTo>
                  <a:lnTo>
                    <a:pt x="0" y="87461"/>
                  </a:lnTo>
                  <a:lnTo>
                    <a:pt x="29394" y="87461"/>
                  </a:lnTo>
                  <a:cubicBezTo>
                    <a:pt x="30672" y="87461"/>
                    <a:pt x="32589" y="88099"/>
                    <a:pt x="33867" y="88738"/>
                  </a:cubicBezTo>
                  <a:lnTo>
                    <a:pt x="80513" y="129595"/>
                  </a:lnTo>
                  <a:lnTo>
                    <a:pt x="80513" y="0"/>
                  </a:lnTo>
                  <a:lnTo>
                    <a:pt x="33867" y="40858"/>
                  </a:lnTo>
                  <a:cubicBezTo>
                    <a:pt x="32589" y="42135"/>
                    <a:pt x="31311" y="42773"/>
                    <a:pt x="29394" y="42773"/>
                  </a:cubicBezTo>
                  <a:close/>
                </a:path>
              </a:pathLst>
            </a:custGeom>
            <a:grpFill/>
            <a:ln w="6390" cap="flat">
              <a:noFill/>
              <a:prstDash val="solid"/>
              <a:miter/>
            </a:ln>
          </p:spPr>
          <p:txBody>
            <a:bodyPr rtlCol="0" anchor="ctr"/>
            <a:lstStyle/>
            <a:p>
              <a:endParaRPr lang="en-US"/>
            </a:p>
          </p:txBody>
        </p:sp>
      </p:grpSp>
      <p:sp>
        <p:nvSpPr>
          <p:cNvPr id="2" name="Freeform 26">
            <a:extLst>
              <a:ext uri="{FF2B5EF4-FFF2-40B4-BE49-F238E27FC236}">
                <a16:creationId xmlns:a16="http://schemas.microsoft.com/office/drawing/2014/main" id="{7F008368-51C2-9231-BF72-4FBB7CA5E3EC}"/>
              </a:ext>
            </a:extLst>
          </p:cNvPr>
          <p:cNvSpPr>
            <a:spLocks noEditPoints="1"/>
          </p:cNvSpPr>
          <p:nvPr/>
        </p:nvSpPr>
        <p:spPr bwMode="auto">
          <a:xfrm>
            <a:off x="6136427" y="4723621"/>
            <a:ext cx="2165713"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000">
              <a:solidFill>
                <a:schemeClr val="bg1"/>
              </a:solidFill>
              <a:latin typeface="Verdana" panose="020B0604030504040204" pitchFamily="34" charset="0"/>
              <a:ea typeface="Verdana" panose="020B0604030504040204" pitchFamily="34" charset="0"/>
            </a:endParaRPr>
          </a:p>
        </p:txBody>
      </p:sp>
      <p:sp>
        <p:nvSpPr>
          <p:cNvPr id="3" name="TextBox 2">
            <a:extLst>
              <a:ext uri="{FF2B5EF4-FFF2-40B4-BE49-F238E27FC236}">
                <a16:creationId xmlns:a16="http://schemas.microsoft.com/office/drawing/2014/main" id="{9D9A6498-C95E-618C-11E3-7A7717DB4C69}"/>
              </a:ext>
            </a:extLst>
          </p:cNvPr>
          <p:cNvSpPr txBox="1"/>
          <p:nvPr/>
        </p:nvSpPr>
        <p:spPr>
          <a:xfrm>
            <a:off x="6240999" y="4973037"/>
            <a:ext cx="1898954" cy="415498"/>
          </a:xfrm>
          <a:prstGeom prst="rect">
            <a:avLst/>
          </a:prstGeom>
          <a:noFill/>
        </p:spPr>
        <p:txBody>
          <a:bodyPr wrap="square">
            <a:spAutoFit/>
          </a:bodyPr>
          <a:lstStyle/>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DVC is currently</a:t>
            </a:r>
          </a:p>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 </a:t>
            </a:r>
            <a:r>
              <a:rPr lang="en-US" sz="1050" b="1">
                <a:latin typeface="Verdana" panose="020B0604030504040204" pitchFamily="34" charset="0"/>
                <a:ea typeface="Verdana" panose="020B0604030504040204" pitchFamily="34" charset="0"/>
              </a:rPr>
              <a:t>implementing Ind AS</a:t>
            </a:r>
            <a:endParaRPr lang="en-US" sz="1050">
              <a:latin typeface="Verdana" panose="020B0604030504040204" pitchFamily="34" charset="0"/>
              <a:ea typeface="Verdana" panose="020B0604030504040204" pitchFamily="34" charset="0"/>
            </a:endParaRPr>
          </a:p>
        </p:txBody>
      </p:sp>
      <p:grpSp>
        <p:nvGrpSpPr>
          <p:cNvPr id="4" name="Graphic 4">
            <a:extLst>
              <a:ext uri="{FF2B5EF4-FFF2-40B4-BE49-F238E27FC236}">
                <a16:creationId xmlns:a16="http://schemas.microsoft.com/office/drawing/2014/main" id="{C494456B-895C-D79D-1C1B-1AE21AF57B04}"/>
              </a:ext>
            </a:extLst>
          </p:cNvPr>
          <p:cNvGrpSpPr/>
          <p:nvPr/>
        </p:nvGrpSpPr>
        <p:grpSpPr>
          <a:xfrm>
            <a:off x="8040212" y="4699491"/>
            <a:ext cx="361670" cy="361333"/>
            <a:chOff x="5099808" y="918179"/>
            <a:chExt cx="361670" cy="361333"/>
          </a:xfrm>
          <a:solidFill>
            <a:srgbClr val="007680"/>
          </a:solidFill>
        </p:grpSpPr>
        <p:sp>
          <p:nvSpPr>
            <p:cNvPr id="5" name="Graphic 4">
              <a:extLst>
                <a:ext uri="{FF2B5EF4-FFF2-40B4-BE49-F238E27FC236}">
                  <a16:creationId xmlns:a16="http://schemas.microsoft.com/office/drawing/2014/main" id="{6F652752-2D0D-BCF2-500C-B04C5C093F31}"/>
                </a:ext>
              </a:extLst>
            </p:cNvPr>
            <p:cNvSpPr/>
            <p:nvPr/>
          </p:nvSpPr>
          <p:spPr>
            <a:xfrm>
              <a:off x="5196935" y="1029898"/>
              <a:ext cx="33227" cy="33196"/>
            </a:xfrm>
            <a:custGeom>
              <a:avLst/>
              <a:gdLst>
                <a:gd name="connsiteX0" fmla="*/ 16614 w 33227"/>
                <a:gd name="connsiteY0" fmla="*/ 0 h 33196"/>
                <a:gd name="connsiteX1" fmla="*/ 0 w 33227"/>
                <a:gd name="connsiteY1" fmla="*/ 16598 h 33196"/>
                <a:gd name="connsiteX2" fmla="*/ 16614 w 33227"/>
                <a:gd name="connsiteY2" fmla="*/ 33197 h 33196"/>
                <a:gd name="connsiteX3" fmla="*/ 33228 w 33227"/>
                <a:gd name="connsiteY3" fmla="*/ 16598 h 33196"/>
                <a:gd name="connsiteX4" fmla="*/ 16614 w 33227"/>
                <a:gd name="connsiteY4" fmla="*/ 0 h 3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7" h="33196">
                  <a:moveTo>
                    <a:pt x="16614" y="0"/>
                  </a:moveTo>
                  <a:cubicBezTo>
                    <a:pt x="7668" y="0"/>
                    <a:pt x="0" y="7661"/>
                    <a:pt x="0" y="16598"/>
                  </a:cubicBezTo>
                  <a:cubicBezTo>
                    <a:pt x="0" y="25536"/>
                    <a:pt x="7668" y="33197"/>
                    <a:pt x="16614" y="33197"/>
                  </a:cubicBezTo>
                  <a:cubicBezTo>
                    <a:pt x="25560" y="33197"/>
                    <a:pt x="33228" y="25536"/>
                    <a:pt x="33228" y="16598"/>
                  </a:cubicBezTo>
                  <a:cubicBezTo>
                    <a:pt x="33228" y="7661"/>
                    <a:pt x="26199" y="0"/>
                    <a:pt x="16614" y="0"/>
                  </a:cubicBezTo>
                  <a:close/>
                </a:path>
              </a:pathLst>
            </a:custGeom>
            <a:grpFill/>
            <a:ln w="6390" cap="flat">
              <a:noFill/>
              <a:prstDash val="solid"/>
              <a:miter/>
            </a:ln>
          </p:spPr>
          <p:txBody>
            <a:bodyPr rtlCol="0" anchor="ctr"/>
            <a:lstStyle/>
            <a:p>
              <a:endParaRPr lang="en-US"/>
            </a:p>
          </p:txBody>
        </p:sp>
        <p:sp>
          <p:nvSpPr>
            <p:cNvPr id="6" name="Graphic 4">
              <a:extLst>
                <a:ext uri="{FF2B5EF4-FFF2-40B4-BE49-F238E27FC236}">
                  <a16:creationId xmlns:a16="http://schemas.microsoft.com/office/drawing/2014/main" id="{89A10ECB-C5D0-02A1-18B4-0DB3F44564E6}"/>
                </a:ext>
              </a:extLst>
            </p:cNvPr>
            <p:cNvSpPr/>
            <p:nvPr/>
          </p:nvSpPr>
          <p:spPr>
            <a:xfrm>
              <a:off x="5330485" y="1066926"/>
              <a:ext cx="33227" cy="33196"/>
            </a:xfrm>
            <a:custGeom>
              <a:avLst/>
              <a:gdLst>
                <a:gd name="connsiteX0" fmla="*/ 16614 w 33227"/>
                <a:gd name="connsiteY0" fmla="*/ 0 h 33196"/>
                <a:gd name="connsiteX1" fmla="*/ 0 w 33227"/>
                <a:gd name="connsiteY1" fmla="*/ 16598 h 33196"/>
                <a:gd name="connsiteX2" fmla="*/ 16614 w 33227"/>
                <a:gd name="connsiteY2" fmla="*/ 33197 h 33196"/>
                <a:gd name="connsiteX3" fmla="*/ 33228 w 33227"/>
                <a:gd name="connsiteY3" fmla="*/ 16598 h 33196"/>
                <a:gd name="connsiteX4" fmla="*/ 16614 w 33227"/>
                <a:gd name="connsiteY4" fmla="*/ 0 h 3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7" h="33196">
                  <a:moveTo>
                    <a:pt x="16614" y="0"/>
                  </a:moveTo>
                  <a:cubicBezTo>
                    <a:pt x="7668" y="0"/>
                    <a:pt x="0" y="7661"/>
                    <a:pt x="0" y="16598"/>
                  </a:cubicBezTo>
                  <a:cubicBezTo>
                    <a:pt x="0" y="25536"/>
                    <a:pt x="7668" y="33197"/>
                    <a:pt x="16614" y="33197"/>
                  </a:cubicBezTo>
                  <a:cubicBezTo>
                    <a:pt x="25560" y="33197"/>
                    <a:pt x="33228" y="25536"/>
                    <a:pt x="33228" y="16598"/>
                  </a:cubicBezTo>
                  <a:cubicBezTo>
                    <a:pt x="33228" y="7661"/>
                    <a:pt x="25560" y="0"/>
                    <a:pt x="16614" y="0"/>
                  </a:cubicBez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A533BAEF-2D26-73DB-0D7C-877947EE675B}"/>
                </a:ext>
              </a:extLst>
            </p:cNvPr>
            <p:cNvSpPr/>
            <p:nvPr/>
          </p:nvSpPr>
          <p:spPr>
            <a:xfrm>
              <a:off x="5263391" y="1133319"/>
              <a:ext cx="33264" cy="33196"/>
            </a:xfrm>
            <a:custGeom>
              <a:avLst/>
              <a:gdLst>
                <a:gd name="connsiteX0" fmla="*/ 16614 w 33264"/>
                <a:gd name="connsiteY0" fmla="*/ 0 h 33196"/>
                <a:gd name="connsiteX1" fmla="*/ 0 w 33264"/>
                <a:gd name="connsiteY1" fmla="*/ 16598 h 33196"/>
                <a:gd name="connsiteX2" fmla="*/ 16614 w 33264"/>
                <a:gd name="connsiteY2" fmla="*/ 33197 h 33196"/>
                <a:gd name="connsiteX3" fmla="*/ 33228 w 33264"/>
                <a:gd name="connsiteY3" fmla="*/ 16598 h 33196"/>
                <a:gd name="connsiteX4" fmla="*/ 16614 w 33264"/>
                <a:gd name="connsiteY4" fmla="*/ 0 h 3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64" h="33196">
                  <a:moveTo>
                    <a:pt x="16614" y="0"/>
                  </a:moveTo>
                  <a:cubicBezTo>
                    <a:pt x="7668" y="0"/>
                    <a:pt x="0" y="7661"/>
                    <a:pt x="0" y="16598"/>
                  </a:cubicBezTo>
                  <a:cubicBezTo>
                    <a:pt x="0" y="25536"/>
                    <a:pt x="7668" y="33197"/>
                    <a:pt x="16614" y="33197"/>
                  </a:cubicBezTo>
                  <a:cubicBezTo>
                    <a:pt x="25560" y="33197"/>
                    <a:pt x="33228" y="25536"/>
                    <a:pt x="33228" y="16598"/>
                  </a:cubicBezTo>
                  <a:cubicBezTo>
                    <a:pt x="33867" y="7661"/>
                    <a:pt x="26199" y="0"/>
                    <a:pt x="16614" y="0"/>
                  </a:cubicBez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A79EEF54-5A16-6903-7347-6859EE5D3D55}"/>
                </a:ext>
              </a:extLst>
            </p:cNvPr>
            <p:cNvSpPr/>
            <p:nvPr/>
          </p:nvSpPr>
          <p:spPr>
            <a:xfrm>
              <a:off x="5099808" y="918179"/>
              <a:ext cx="361670" cy="361333"/>
            </a:xfrm>
            <a:custGeom>
              <a:avLst/>
              <a:gdLst>
                <a:gd name="connsiteX0" fmla="*/ 180836 w 361670"/>
                <a:gd name="connsiteY0" fmla="*/ 0 h 361333"/>
                <a:gd name="connsiteX1" fmla="*/ 0 w 361670"/>
                <a:gd name="connsiteY1" fmla="*/ 180667 h 361333"/>
                <a:gd name="connsiteX2" fmla="*/ 180836 w 361670"/>
                <a:gd name="connsiteY2" fmla="*/ 361333 h 361333"/>
                <a:gd name="connsiteX3" fmla="*/ 361671 w 361670"/>
                <a:gd name="connsiteY3" fmla="*/ 180667 h 361333"/>
                <a:gd name="connsiteX4" fmla="*/ 180836 w 361670"/>
                <a:gd name="connsiteY4" fmla="*/ 0 h 361333"/>
                <a:gd name="connsiteX5" fmla="*/ 120131 w 361670"/>
                <a:gd name="connsiteY5" fmla="*/ 157046 h 361333"/>
                <a:gd name="connsiteX6" fmla="*/ 120131 w 361670"/>
                <a:gd name="connsiteY6" fmla="*/ 284726 h 361333"/>
                <a:gd name="connsiteX7" fmla="*/ 113741 w 361670"/>
                <a:gd name="connsiteY7" fmla="*/ 291110 h 361333"/>
                <a:gd name="connsiteX8" fmla="*/ 107351 w 361670"/>
                <a:gd name="connsiteY8" fmla="*/ 284726 h 361333"/>
                <a:gd name="connsiteX9" fmla="*/ 107351 w 361670"/>
                <a:gd name="connsiteY9" fmla="*/ 157046 h 361333"/>
                <a:gd name="connsiteX10" fmla="*/ 84347 w 361670"/>
                <a:gd name="connsiteY10" fmla="*/ 128318 h 361333"/>
                <a:gd name="connsiteX11" fmla="*/ 107351 w 361670"/>
                <a:gd name="connsiteY11" fmla="*/ 99590 h 361333"/>
                <a:gd name="connsiteX12" fmla="*/ 107351 w 361670"/>
                <a:gd name="connsiteY12" fmla="*/ 76608 h 361333"/>
                <a:gd name="connsiteX13" fmla="*/ 113741 w 361670"/>
                <a:gd name="connsiteY13" fmla="*/ 70224 h 361333"/>
                <a:gd name="connsiteX14" fmla="*/ 120131 w 361670"/>
                <a:gd name="connsiteY14" fmla="*/ 76608 h 361333"/>
                <a:gd name="connsiteX15" fmla="*/ 120131 w 361670"/>
                <a:gd name="connsiteY15" fmla="*/ 99590 h 361333"/>
                <a:gd name="connsiteX16" fmla="*/ 143135 w 361670"/>
                <a:gd name="connsiteY16" fmla="*/ 128318 h 361333"/>
                <a:gd name="connsiteX17" fmla="*/ 120131 w 361670"/>
                <a:gd name="connsiteY17" fmla="*/ 157046 h 361333"/>
                <a:gd name="connsiteX18" fmla="*/ 186586 w 361670"/>
                <a:gd name="connsiteY18" fmla="*/ 261105 h 361333"/>
                <a:gd name="connsiteX19" fmla="*/ 186586 w 361670"/>
                <a:gd name="connsiteY19" fmla="*/ 285364 h 361333"/>
                <a:gd name="connsiteX20" fmla="*/ 180196 w 361670"/>
                <a:gd name="connsiteY20" fmla="*/ 291748 h 361333"/>
                <a:gd name="connsiteX21" fmla="*/ 173806 w 361670"/>
                <a:gd name="connsiteY21" fmla="*/ 285364 h 361333"/>
                <a:gd name="connsiteX22" fmla="*/ 173806 w 361670"/>
                <a:gd name="connsiteY22" fmla="*/ 261105 h 361333"/>
                <a:gd name="connsiteX23" fmla="*/ 150803 w 361670"/>
                <a:gd name="connsiteY23" fmla="*/ 232377 h 361333"/>
                <a:gd name="connsiteX24" fmla="*/ 173806 w 361670"/>
                <a:gd name="connsiteY24" fmla="*/ 203649 h 361333"/>
                <a:gd name="connsiteX25" fmla="*/ 173806 w 361670"/>
                <a:gd name="connsiteY25" fmla="*/ 77246 h 361333"/>
                <a:gd name="connsiteX26" fmla="*/ 180196 w 361670"/>
                <a:gd name="connsiteY26" fmla="*/ 70862 h 361333"/>
                <a:gd name="connsiteX27" fmla="*/ 186586 w 361670"/>
                <a:gd name="connsiteY27" fmla="*/ 77246 h 361333"/>
                <a:gd name="connsiteX28" fmla="*/ 186586 w 361670"/>
                <a:gd name="connsiteY28" fmla="*/ 203011 h 361333"/>
                <a:gd name="connsiteX29" fmla="*/ 209590 w 361670"/>
                <a:gd name="connsiteY29" fmla="*/ 231739 h 361333"/>
                <a:gd name="connsiteX30" fmla="*/ 186586 w 361670"/>
                <a:gd name="connsiteY30" fmla="*/ 261105 h 361333"/>
                <a:gd name="connsiteX31" fmla="*/ 253681 w 361670"/>
                <a:gd name="connsiteY31" fmla="*/ 194073 h 361333"/>
                <a:gd name="connsiteX32" fmla="*/ 253681 w 361670"/>
                <a:gd name="connsiteY32" fmla="*/ 284726 h 361333"/>
                <a:gd name="connsiteX33" fmla="*/ 247291 w 361670"/>
                <a:gd name="connsiteY33" fmla="*/ 291110 h 361333"/>
                <a:gd name="connsiteX34" fmla="*/ 240901 w 361670"/>
                <a:gd name="connsiteY34" fmla="*/ 284726 h 361333"/>
                <a:gd name="connsiteX35" fmla="*/ 240901 w 361670"/>
                <a:gd name="connsiteY35" fmla="*/ 194073 h 361333"/>
                <a:gd name="connsiteX36" fmla="*/ 217897 w 361670"/>
                <a:gd name="connsiteY36" fmla="*/ 165345 h 361333"/>
                <a:gd name="connsiteX37" fmla="*/ 240901 w 361670"/>
                <a:gd name="connsiteY37" fmla="*/ 136617 h 361333"/>
                <a:gd name="connsiteX38" fmla="*/ 240901 w 361670"/>
                <a:gd name="connsiteY38" fmla="*/ 76608 h 361333"/>
                <a:gd name="connsiteX39" fmla="*/ 247291 w 361670"/>
                <a:gd name="connsiteY39" fmla="*/ 70224 h 361333"/>
                <a:gd name="connsiteX40" fmla="*/ 253681 w 361670"/>
                <a:gd name="connsiteY40" fmla="*/ 76608 h 361333"/>
                <a:gd name="connsiteX41" fmla="*/ 253681 w 361670"/>
                <a:gd name="connsiteY41" fmla="*/ 136617 h 361333"/>
                <a:gd name="connsiteX42" fmla="*/ 276685 w 361670"/>
                <a:gd name="connsiteY42" fmla="*/ 165345 h 361333"/>
                <a:gd name="connsiteX43" fmla="*/ 253681 w 361670"/>
                <a:gd name="connsiteY43" fmla="*/ 19407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61670" h="361333">
                  <a:moveTo>
                    <a:pt x="180836" y="0"/>
                  </a:moveTo>
                  <a:cubicBezTo>
                    <a:pt x="80513" y="0"/>
                    <a:pt x="0" y="81077"/>
                    <a:pt x="0" y="180667"/>
                  </a:cubicBezTo>
                  <a:cubicBezTo>
                    <a:pt x="0" y="280895"/>
                    <a:pt x="81152" y="361333"/>
                    <a:pt x="180836" y="361333"/>
                  </a:cubicBezTo>
                  <a:cubicBezTo>
                    <a:pt x="280518" y="361333"/>
                    <a:pt x="361671" y="280257"/>
                    <a:pt x="361671" y="180667"/>
                  </a:cubicBezTo>
                  <a:cubicBezTo>
                    <a:pt x="361671" y="81077"/>
                    <a:pt x="280518" y="0"/>
                    <a:pt x="180836" y="0"/>
                  </a:cubicBezTo>
                  <a:close/>
                  <a:moveTo>
                    <a:pt x="120131" y="157046"/>
                  </a:moveTo>
                  <a:lnTo>
                    <a:pt x="120131" y="284726"/>
                  </a:lnTo>
                  <a:cubicBezTo>
                    <a:pt x="120131" y="288556"/>
                    <a:pt x="117575" y="291110"/>
                    <a:pt x="113741" y="291110"/>
                  </a:cubicBezTo>
                  <a:cubicBezTo>
                    <a:pt x="109907" y="291110"/>
                    <a:pt x="107351" y="288556"/>
                    <a:pt x="107351" y="284726"/>
                  </a:cubicBezTo>
                  <a:lnTo>
                    <a:pt x="107351" y="157046"/>
                  </a:lnTo>
                  <a:cubicBezTo>
                    <a:pt x="93932" y="153854"/>
                    <a:pt x="84347" y="142363"/>
                    <a:pt x="84347" y="128318"/>
                  </a:cubicBezTo>
                  <a:cubicBezTo>
                    <a:pt x="84347" y="114273"/>
                    <a:pt x="94571" y="102144"/>
                    <a:pt x="107351" y="99590"/>
                  </a:cubicBezTo>
                  <a:lnTo>
                    <a:pt x="107351" y="76608"/>
                  </a:lnTo>
                  <a:cubicBezTo>
                    <a:pt x="107351" y="72777"/>
                    <a:pt x="109907" y="70224"/>
                    <a:pt x="113741" y="70224"/>
                  </a:cubicBezTo>
                  <a:cubicBezTo>
                    <a:pt x="117575" y="70224"/>
                    <a:pt x="120131" y="72777"/>
                    <a:pt x="120131" y="76608"/>
                  </a:cubicBezTo>
                  <a:lnTo>
                    <a:pt x="120131" y="99590"/>
                  </a:lnTo>
                  <a:cubicBezTo>
                    <a:pt x="133550" y="102782"/>
                    <a:pt x="143135" y="114273"/>
                    <a:pt x="143135" y="128318"/>
                  </a:cubicBezTo>
                  <a:cubicBezTo>
                    <a:pt x="143135" y="142363"/>
                    <a:pt x="133550" y="154492"/>
                    <a:pt x="120131" y="157046"/>
                  </a:cubicBezTo>
                  <a:close/>
                  <a:moveTo>
                    <a:pt x="186586" y="261105"/>
                  </a:moveTo>
                  <a:lnTo>
                    <a:pt x="186586" y="285364"/>
                  </a:lnTo>
                  <a:cubicBezTo>
                    <a:pt x="186586" y="289194"/>
                    <a:pt x="184031" y="291748"/>
                    <a:pt x="180196" y="291748"/>
                  </a:cubicBezTo>
                  <a:cubicBezTo>
                    <a:pt x="176363" y="291748"/>
                    <a:pt x="173806" y="289194"/>
                    <a:pt x="173806" y="285364"/>
                  </a:cubicBezTo>
                  <a:lnTo>
                    <a:pt x="173806" y="261105"/>
                  </a:lnTo>
                  <a:cubicBezTo>
                    <a:pt x="160388" y="257913"/>
                    <a:pt x="150803" y="246422"/>
                    <a:pt x="150803" y="232377"/>
                  </a:cubicBezTo>
                  <a:cubicBezTo>
                    <a:pt x="150803" y="218332"/>
                    <a:pt x="161027" y="206203"/>
                    <a:pt x="173806" y="203649"/>
                  </a:cubicBezTo>
                  <a:lnTo>
                    <a:pt x="173806" y="77246"/>
                  </a:lnTo>
                  <a:cubicBezTo>
                    <a:pt x="173806" y="73416"/>
                    <a:pt x="176363" y="70862"/>
                    <a:pt x="180196" y="70862"/>
                  </a:cubicBezTo>
                  <a:cubicBezTo>
                    <a:pt x="184031" y="70862"/>
                    <a:pt x="186586" y="73416"/>
                    <a:pt x="186586" y="77246"/>
                  </a:cubicBezTo>
                  <a:lnTo>
                    <a:pt x="186586" y="203011"/>
                  </a:lnTo>
                  <a:cubicBezTo>
                    <a:pt x="200005" y="206203"/>
                    <a:pt x="209590" y="217694"/>
                    <a:pt x="209590" y="231739"/>
                  </a:cubicBezTo>
                  <a:cubicBezTo>
                    <a:pt x="209590" y="245783"/>
                    <a:pt x="200005" y="257913"/>
                    <a:pt x="186586" y="261105"/>
                  </a:cubicBezTo>
                  <a:close/>
                  <a:moveTo>
                    <a:pt x="253681" y="194073"/>
                  </a:moveTo>
                  <a:lnTo>
                    <a:pt x="253681" y="284726"/>
                  </a:lnTo>
                  <a:cubicBezTo>
                    <a:pt x="253681" y="288556"/>
                    <a:pt x="251125" y="291110"/>
                    <a:pt x="247291" y="291110"/>
                  </a:cubicBezTo>
                  <a:cubicBezTo>
                    <a:pt x="243457" y="291110"/>
                    <a:pt x="240901" y="288556"/>
                    <a:pt x="240901" y="284726"/>
                  </a:cubicBezTo>
                  <a:lnTo>
                    <a:pt x="240901" y="194073"/>
                  </a:lnTo>
                  <a:cubicBezTo>
                    <a:pt x="227482" y="190881"/>
                    <a:pt x="217897" y="179390"/>
                    <a:pt x="217897" y="165345"/>
                  </a:cubicBezTo>
                  <a:cubicBezTo>
                    <a:pt x="217897" y="151300"/>
                    <a:pt x="228121" y="139171"/>
                    <a:pt x="240901" y="136617"/>
                  </a:cubicBezTo>
                  <a:lnTo>
                    <a:pt x="240901" y="76608"/>
                  </a:lnTo>
                  <a:cubicBezTo>
                    <a:pt x="240901" y="72777"/>
                    <a:pt x="243457" y="70224"/>
                    <a:pt x="247291" y="70224"/>
                  </a:cubicBezTo>
                  <a:cubicBezTo>
                    <a:pt x="251125" y="70224"/>
                    <a:pt x="253681" y="72777"/>
                    <a:pt x="253681" y="76608"/>
                  </a:cubicBezTo>
                  <a:lnTo>
                    <a:pt x="253681" y="136617"/>
                  </a:lnTo>
                  <a:cubicBezTo>
                    <a:pt x="267100" y="139809"/>
                    <a:pt x="276685" y="151300"/>
                    <a:pt x="276685" y="165345"/>
                  </a:cubicBezTo>
                  <a:cubicBezTo>
                    <a:pt x="276685" y="179390"/>
                    <a:pt x="267100" y="191519"/>
                    <a:pt x="253681" y="194073"/>
                  </a:cubicBezTo>
                  <a:close/>
                </a:path>
              </a:pathLst>
            </a:custGeom>
            <a:grpFill/>
            <a:ln w="6390" cap="flat">
              <a:noFill/>
              <a:prstDash val="solid"/>
              <a:miter/>
            </a:ln>
          </p:spPr>
          <p:txBody>
            <a:bodyPr rtlCol="0" anchor="ctr"/>
            <a:lstStyle/>
            <a:p>
              <a:endParaRPr lang="en-US"/>
            </a:p>
          </p:txBody>
        </p:sp>
      </p:grpSp>
      <p:pic>
        <p:nvPicPr>
          <p:cNvPr id="11" name="Picture 10">
            <a:hlinkClick r:id="rId7" action="ppaction://hlinksldjump"/>
            <a:extLst>
              <a:ext uri="{FF2B5EF4-FFF2-40B4-BE49-F238E27FC236}">
                <a16:creationId xmlns:a16="http://schemas.microsoft.com/office/drawing/2014/main" id="{4044449F-4F11-FD84-47EF-D6A843F6FE88}"/>
              </a:ext>
            </a:extLst>
          </p:cNvPr>
          <p:cNvPicPr>
            <a:picLocks noChangeAspect="1"/>
          </p:cNvPicPr>
          <p:nvPr/>
        </p:nvPicPr>
        <p:blipFill>
          <a:blip r:embed="rId8"/>
          <a:stretch>
            <a:fillRect/>
          </a:stretch>
        </p:blipFill>
        <p:spPr>
          <a:xfrm>
            <a:off x="11726283" y="113485"/>
            <a:ext cx="359695" cy="365792"/>
          </a:xfrm>
          <a:prstGeom prst="rect">
            <a:avLst/>
          </a:prstGeom>
        </p:spPr>
      </p:pic>
      <p:sp>
        <p:nvSpPr>
          <p:cNvPr id="14" name="Rectangle 13">
            <a:hlinkClick r:id="rId9" action="ppaction://hlinksldjump"/>
            <a:extLst>
              <a:ext uri="{FF2B5EF4-FFF2-40B4-BE49-F238E27FC236}">
                <a16:creationId xmlns:a16="http://schemas.microsoft.com/office/drawing/2014/main" id="{1291D57C-AD3E-FDB6-C159-BD19FD1BD344}"/>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17" name="Freeform 15">
            <a:extLst>
              <a:ext uri="{FF2B5EF4-FFF2-40B4-BE49-F238E27FC236}">
                <a16:creationId xmlns:a16="http://schemas.microsoft.com/office/drawing/2014/main" id="{5047DD69-1293-FA81-3BAC-954E61ABCC78}"/>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18" name="Freeform 16">
            <a:extLst>
              <a:ext uri="{FF2B5EF4-FFF2-40B4-BE49-F238E27FC236}">
                <a16:creationId xmlns:a16="http://schemas.microsoft.com/office/drawing/2014/main" id="{EFE38991-A589-1299-85B7-31694BAE06E2}"/>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19" name="Freeform 6">
            <a:extLst>
              <a:ext uri="{FF2B5EF4-FFF2-40B4-BE49-F238E27FC236}">
                <a16:creationId xmlns:a16="http://schemas.microsoft.com/office/drawing/2014/main" id="{10EA0A3C-E8CA-7E07-4527-46DFB0F87368}"/>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21" name="Rectangle: Rounded Corners 20">
            <a:extLst>
              <a:ext uri="{FF2B5EF4-FFF2-40B4-BE49-F238E27FC236}">
                <a16:creationId xmlns:a16="http://schemas.microsoft.com/office/drawing/2014/main" id="{FFE1A61B-73E2-A18E-8EFE-785479D5C5F0}"/>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22" name="Rectangle 21">
            <a:hlinkClick r:id="rId10" action="ppaction://hlinksldjump"/>
            <a:extLst>
              <a:ext uri="{FF2B5EF4-FFF2-40B4-BE49-F238E27FC236}">
                <a16:creationId xmlns:a16="http://schemas.microsoft.com/office/drawing/2014/main" id="{C89B0D6F-9E59-4359-DE60-CD6E531428E2}"/>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23" name="Rectangle 22">
            <a:hlinkClick r:id="rId11" action="ppaction://hlinksldjump"/>
            <a:extLst>
              <a:ext uri="{FF2B5EF4-FFF2-40B4-BE49-F238E27FC236}">
                <a16:creationId xmlns:a16="http://schemas.microsoft.com/office/drawing/2014/main" id="{1B1956EC-1440-A87C-3240-72F4C536E950}"/>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24" name="Rectangle 23">
            <a:hlinkClick r:id="rId12" action="ppaction://hlinksldjump"/>
            <a:extLst>
              <a:ext uri="{FF2B5EF4-FFF2-40B4-BE49-F238E27FC236}">
                <a16:creationId xmlns:a16="http://schemas.microsoft.com/office/drawing/2014/main" id="{2DE0C6C9-FD80-4D89-6E7B-1A6281CCD628}"/>
              </a:ext>
            </a:extLst>
          </p:cNvPr>
          <p:cNvSpPr/>
          <p:nvPr/>
        </p:nvSpPr>
        <p:spPr bwMode="gray">
          <a:xfrm>
            <a:off x="9660055"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25" name="Rectangle 24">
            <a:hlinkClick r:id="rId13" action="ppaction://hlinksldjump"/>
            <a:extLst>
              <a:ext uri="{FF2B5EF4-FFF2-40B4-BE49-F238E27FC236}">
                <a16:creationId xmlns:a16="http://schemas.microsoft.com/office/drawing/2014/main" id="{8474BDFC-22E7-DEF1-6BA7-5DF7D2A4BD3F}"/>
              </a:ext>
            </a:extLst>
          </p:cNvPr>
          <p:cNvSpPr/>
          <p:nvPr/>
        </p:nvSpPr>
        <p:spPr bwMode="gray">
          <a:xfrm>
            <a:off x="10003078" y="-9900"/>
            <a:ext cx="274320" cy="274320"/>
          </a:xfrm>
          <a:prstGeom prst="rect">
            <a:avLst/>
          </a:prstGeom>
          <a:solidFill>
            <a:schemeClr val="accent6"/>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31" name="Rectangle 30">
            <a:hlinkClick r:id="rId14" action="ppaction://hlinksldjump"/>
            <a:extLst>
              <a:ext uri="{FF2B5EF4-FFF2-40B4-BE49-F238E27FC236}">
                <a16:creationId xmlns:a16="http://schemas.microsoft.com/office/drawing/2014/main" id="{AD1F61D3-0920-471B-008F-E29585D9DE51}"/>
              </a:ext>
            </a:extLst>
          </p:cNvPr>
          <p:cNvSpPr/>
          <p:nvPr/>
        </p:nvSpPr>
        <p:spPr bwMode="gray">
          <a:xfrm>
            <a:off x="10346101"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44" name="Rectangle 43">
            <a:hlinkClick r:id="rId15" action="ppaction://hlinksldjump"/>
            <a:extLst>
              <a:ext uri="{FF2B5EF4-FFF2-40B4-BE49-F238E27FC236}">
                <a16:creationId xmlns:a16="http://schemas.microsoft.com/office/drawing/2014/main" id="{E85CEBAD-1917-BEC1-ADC0-CFA9326856F2}"/>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141287504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D0A6D03-5E38-B25F-7E4F-0E2DED54A736}"/>
              </a:ext>
            </a:extLst>
          </p:cNvPr>
          <p:cNvGraphicFramePr>
            <a:graphicFrameLocks noChangeAspect="1"/>
          </p:cNvGraphicFramePr>
          <p:nvPr>
            <p:custDataLst>
              <p:tags r:id="rId1"/>
            </p:custDataLst>
            <p:extLst>
              <p:ext uri="{D42A27DB-BD31-4B8C-83A1-F6EECF244321}">
                <p14:modId xmlns:p14="http://schemas.microsoft.com/office/powerpoint/2010/main" val="555449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 name="think-cell data - do not delete" hidden="1">
                        <a:extLst>
                          <a:ext uri="{FF2B5EF4-FFF2-40B4-BE49-F238E27FC236}">
                            <a16:creationId xmlns:a16="http://schemas.microsoft.com/office/drawing/2014/main" id="{2D0A6D03-5E38-B25F-7E4F-0E2DED54A7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08" name="Group 107">
            <a:extLst>
              <a:ext uri="{FF2B5EF4-FFF2-40B4-BE49-F238E27FC236}">
                <a16:creationId xmlns:a16="http://schemas.microsoft.com/office/drawing/2014/main" id="{F4BEB361-520C-DB78-CFB8-B42952402AC1}"/>
              </a:ext>
            </a:extLst>
          </p:cNvPr>
          <p:cNvGrpSpPr/>
          <p:nvPr/>
        </p:nvGrpSpPr>
        <p:grpSpPr>
          <a:xfrm>
            <a:off x="452036" y="696855"/>
            <a:ext cx="11284691" cy="465148"/>
            <a:chOff x="7094049" y="4349572"/>
            <a:chExt cx="1747768" cy="2081933"/>
          </a:xfrm>
        </p:grpSpPr>
        <p:sp>
          <p:nvSpPr>
            <p:cNvPr id="52" name="Round Diagonal Corner Rectangle 29">
              <a:extLst>
                <a:ext uri="{FF2B5EF4-FFF2-40B4-BE49-F238E27FC236}">
                  <a16:creationId xmlns:a16="http://schemas.microsoft.com/office/drawing/2014/main" id="{94D566DC-64FA-5694-570A-E604D16B2D98}"/>
                </a:ext>
              </a:extLst>
            </p:cNvPr>
            <p:cNvSpPr/>
            <p:nvPr/>
          </p:nvSpPr>
          <p:spPr bwMode="gray">
            <a:xfrm flipH="1">
              <a:off x="7094049" y="4349572"/>
              <a:ext cx="1747768" cy="2081933"/>
            </a:xfrm>
            <a:prstGeom prst="round2DiagRect">
              <a:avLst/>
            </a:prstGeom>
            <a:solidFill>
              <a:schemeClr val="accent5"/>
            </a:solidFill>
            <a:ln w="19050" algn="ctr">
              <a:noFill/>
              <a:miter lim="800000"/>
              <a:headEnd/>
              <a:tailEnd/>
            </a:ln>
          </p:spPr>
          <p:txBody>
            <a:bodyPr wrap="square" lIns="72231" tIns="72231" rIns="72231" bIns="72231" rtlCol="0" anchor="ctr"/>
            <a:lstStyle/>
            <a:p>
              <a:pPr algn="ctr">
                <a:lnSpc>
                  <a:spcPct val="106000"/>
                </a:lnSpc>
              </a:pPr>
              <a:endParaRPr lang="en-US" sz="1100" b="1">
                <a:solidFill>
                  <a:schemeClr val="bg1"/>
                </a:solidFill>
                <a:latin typeface="Verdana" panose="020B0604030504040204" pitchFamily="34" charset="0"/>
                <a:ea typeface="Verdana" panose="020B0604030504040204" pitchFamily="34" charset="0"/>
              </a:endParaRPr>
            </a:p>
          </p:txBody>
        </p:sp>
        <p:sp>
          <p:nvSpPr>
            <p:cNvPr id="51" name="TextBox 50">
              <a:extLst>
                <a:ext uri="{FF2B5EF4-FFF2-40B4-BE49-F238E27FC236}">
                  <a16:creationId xmlns:a16="http://schemas.microsoft.com/office/drawing/2014/main" id="{56DF9BBE-A33C-072C-5F7C-6F9F538F7E1D}"/>
                </a:ext>
              </a:extLst>
            </p:cNvPr>
            <p:cNvSpPr txBox="1"/>
            <p:nvPr/>
          </p:nvSpPr>
          <p:spPr>
            <a:xfrm>
              <a:off x="7118103" y="4604986"/>
              <a:ext cx="1693996" cy="1653075"/>
            </a:xfrm>
            <a:prstGeom prst="rect">
              <a:avLst/>
            </a:prstGeom>
            <a:noFill/>
          </p:spPr>
          <p:txBody>
            <a:bodyPr wrap="square" lIns="0" tIns="0" rIns="0" bIns="0" rtlCol="0">
              <a:spAutoFit/>
            </a:bodyPr>
            <a:lstStyle/>
            <a:p>
              <a:pPr>
                <a:spcBef>
                  <a:spcPts val="600"/>
                </a:spcBef>
                <a:buSzPct val="100000"/>
              </a:pPr>
              <a:r>
                <a:rPr lang="en-US" sz="1200" i="1">
                  <a:solidFill>
                    <a:schemeClr val="bg1"/>
                  </a:solidFill>
                  <a:latin typeface="Verdana" panose="020B0604030504040204" pitchFamily="34" charset="0"/>
                  <a:ea typeface="Verdana" panose="020B0604030504040204" pitchFamily="34" charset="0"/>
                </a:rPr>
                <a:t>Deloitte has successfully prepared Asset Register for multiple power and other utilities. Our Technology centric approach and tools perfectly positions us to fulfill task requirements</a:t>
              </a:r>
            </a:p>
          </p:txBody>
        </p:sp>
      </p:grpSp>
      <p:sp>
        <p:nvSpPr>
          <p:cNvPr id="104" name="Rectangle 103">
            <a:extLst>
              <a:ext uri="{FF2B5EF4-FFF2-40B4-BE49-F238E27FC236}">
                <a16:creationId xmlns:a16="http://schemas.microsoft.com/office/drawing/2014/main" id="{16D0AE37-ACF0-C2D1-9B1D-F60818AB7FE6}"/>
              </a:ext>
            </a:extLst>
          </p:cNvPr>
          <p:cNvSpPr/>
          <p:nvPr/>
        </p:nvSpPr>
        <p:spPr>
          <a:xfrm>
            <a:off x="439622" y="1449886"/>
            <a:ext cx="3724074" cy="465148"/>
          </a:xfrm>
          <a:prstGeom prst="rect">
            <a:avLst/>
          </a:prstGeom>
          <a:solidFill>
            <a:schemeClr val="accent5"/>
          </a:solidFill>
          <a:ln w="12700" cap="flat" cmpd="sng" algn="ctr">
            <a:noFill/>
            <a:prstDash val="solid"/>
          </a:ln>
          <a:effectLst/>
        </p:spPr>
        <p:txBody>
          <a:bodyPr wrap="square" lIns="0" tIns="0" rIns="0" bIns="0" rtlCol="0" anchor="ctr">
            <a:noAutofit/>
          </a:bodyPr>
          <a:lstStyle/>
          <a:p>
            <a:pPr marL="119576" algn="ctr" defTabSz="545785" fontAlgn="base">
              <a:spcBef>
                <a:spcPct val="0"/>
              </a:spcBef>
              <a:spcAft>
                <a:spcPct val="0"/>
              </a:spcAft>
              <a:defRPr/>
            </a:pPr>
            <a:r>
              <a:rPr lang="en-US" sz="1200" b="1" kern="0">
                <a:solidFill>
                  <a:schemeClr val="bg1"/>
                </a:solidFill>
                <a:latin typeface="Verdana" panose="020B0604030504040204" pitchFamily="34" charset="0"/>
                <a:ea typeface="Verdana" panose="020B0604030504040204" pitchFamily="34" charset="0"/>
                <a:cs typeface="Segoe UI Light" panose="020B0502040204020203" pitchFamily="34" charset="0"/>
                <a:sym typeface="Gotham Book" charset="0"/>
              </a:rPr>
              <a:t>Anticipated Challenges</a:t>
            </a:r>
          </a:p>
        </p:txBody>
      </p:sp>
      <p:grpSp>
        <p:nvGrpSpPr>
          <p:cNvPr id="63" name="Group 62">
            <a:extLst>
              <a:ext uri="{FF2B5EF4-FFF2-40B4-BE49-F238E27FC236}">
                <a16:creationId xmlns:a16="http://schemas.microsoft.com/office/drawing/2014/main" id="{BB969485-A96B-B17A-EC85-717450C3CDD4}"/>
              </a:ext>
            </a:extLst>
          </p:cNvPr>
          <p:cNvGrpSpPr/>
          <p:nvPr/>
        </p:nvGrpSpPr>
        <p:grpSpPr>
          <a:xfrm>
            <a:off x="452036" y="1972445"/>
            <a:ext cx="3711659" cy="4133594"/>
            <a:chOff x="8698284" y="2343349"/>
            <a:chExt cx="2928940" cy="3602791"/>
          </a:xfrm>
          <a:solidFill>
            <a:schemeClr val="accent1">
              <a:lumMod val="20000"/>
              <a:lumOff val="80000"/>
            </a:schemeClr>
          </a:solidFill>
        </p:grpSpPr>
        <p:grpSp>
          <p:nvGrpSpPr>
            <p:cNvPr id="64" name="Group 63">
              <a:extLst>
                <a:ext uri="{FF2B5EF4-FFF2-40B4-BE49-F238E27FC236}">
                  <a16:creationId xmlns:a16="http://schemas.microsoft.com/office/drawing/2014/main" id="{78F38FBB-3AC2-ABA8-84C6-4787741E2062}"/>
                </a:ext>
              </a:extLst>
            </p:cNvPr>
            <p:cNvGrpSpPr/>
            <p:nvPr/>
          </p:nvGrpSpPr>
          <p:grpSpPr>
            <a:xfrm>
              <a:off x="8698284" y="2343349"/>
              <a:ext cx="2928940" cy="3602791"/>
              <a:chOff x="407591" y="1998253"/>
              <a:chExt cx="8746919" cy="3602791"/>
            </a:xfrm>
            <a:grpFill/>
          </p:grpSpPr>
          <p:sp>
            <p:nvSpPr>
              <p:cNvPr id="70" name="Rectangle 69">
                <a:extLst>
                  <a:ext uri="{FF2B5EF4-FFF2-40B4-BE49-F238E27FC236}">
                    <a16:creationId xmlns:a16="http://schemas.microsoft.com/office/drawing/2014/main" id="{4E31A734-695D-27D3-D0DC-B83AC3AEF3B9}"/>
                  </a:ext>
                </a:extLst>
              </p:cNvPr>
              <p:cNvSpPr/>
              <p:nvPr/>
            </p:nvSpPr>
            <p:spPr>
              <a:xfrm>
                <a:off x="407591" y="2088025"/>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1" name="Rectangle 70">
                <a:extLst>
                  <a:ext uri="{FF2B5EF4-FFF2-40B4-BE49-F238E27FC236}">
                    <a16:creationId xmlns:a16="http://schemas.microsoft.com/office/drawing/2014/main" id="{F2235379-E670-E506-0A76-F22E03575B77}"/>
                  </a:ext>
                </a:extLst>
              </p:cNvPr>
              <p:cNvSpPr/>
              <p:nvPr/>
            </p:nvSpPr>
            <p:spPr>
              <a:xfrm>
                <a:off x="407591" y="2830975"/>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2" name="Rectangle 71">
                <a:extLst>
                  <a:ext uri="{FF2B5EF4-FFF2-40B4-BE49-F238E27FC236}">
                    <a16:creationId xmlns:a16="http://schemas.microsoft.com/office/drawing/2014/main" id="{9536BA3C-A645-D20D-7AE3-FF4D653406E2}"/>
                  </a:ext>
                </a:extLst>
              </p:cNvPr>
              <p:cNvSpPr/>
              <p:nvPr/>
            </p:nvSpPr>
            <p:spPr>
              <a:xfrm>
                <a:off x="407591" y="3561542"/>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8" name="Rectangle 77">
                <a:extLst>
                  <a:ext uri="{FF2B5EF4-FFF2-40B4-BE49-F238E27FC236}">
                    <a16:creationId xmlns:a16="http://schemas.microsoft.com/office/drawing/2014/main" id="{5043A17E-0F4E-D61C-0FC3-B517D6F1E35A}"/>
                  </a:ext>
                </a:extLst>
              </p:cNvPr>
              <p:cNvSpPr/>
              <p:nvPr/>
            </p:nvSpPr>
            <p:spPr>
              <a:xfrm>
                <a:off x="407591" y="4304492"/>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82" name="Rectangle 81">
                <a:extLst>
                  <a:ext uri="{FF2B5EF4-FFF2-40B4-BE49-F238E27FC236}">
                    <a16:creationId xmlns:a16="http://schemas.microsoft.com/office/drawing/2014/main" id="{8CEAD21E-8B83-A9DE-15B5-EEE5569BA2CD}"/>
                  </a:ext>
                </a:extLst>
              </p:cNvPr>
              <p:cNvSpPr/>
              <p:nvPr/>
            </p:nvSpPr>
            <p:spPr>
              <a:xfrm>
                <a:off x="407591" y="5037640"/>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0" name="Isosceles Triangle 89">
                <a:extLst>
                  <a:ext uri="{FF2B5EF4-FFF2-40B4-BE49-F238E27FC236}">
                    <a16:creationId xmlns:a16="http://schemas.microsoft.com/office/drawing/2014/main" id="{861956E8-3C2F-2BFD-2F9F-D86474C6DC6E}"/>
                  </a:ext>
                </a:extLst>
              </p:cNvPr>
              <p:cNvSpPr/>
              <p:nvPr/>
            </p:nvSpPr>
            <p:spPr>
              <a:xfrm rot="16200000">
                <a:off x="1171052" y="3817577"/>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1" name="Round Same Side Corner Rectangle 132">
                <a:extLst>
                  <a:ext uri="{FF2B5EF4-FFF2-40B4-BE49-F238E27FC236}">
                    <a16:creationId xmlns:a16="http://schemas.microsoft.com/office/drawing/2014/main" id="{3F66D54D-3E48-DD94-8BD4-243655A17D95}"/>
                  </a:ext>
                </a:extLst>
              </p:cNvPr>
              <p:cNvSpPr/>
              <p:nvPr/>
            </p:nvSpPr>
            <p:spPr>
              <a:xfrm rot="5400000">
                <a:off x="4835739" y="-307327"/>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92" name="Isosceles Triangle 91">
                <a:extLst>
                  <a:ext uri="{FF2B5EF4-FFF2-40B4-BE49-F238E27FC236}">
                    <a16:creationId xmlns:a16="http://schemas.microsoft.com/office/drawing/2014/main" id="{E691C975-83B2-F082-6920-D706E94E7B2D}"/>
                  </a:ext>
                </a:extLst>
              </p:cNvPr>
              <p:cNvSpPr/>
              <p:nvPr/>
            </p:nvSpPr>
            <p:spPr>
              <a:xfrm rot="16200000">
                <a:off x="1159442" y="4548919"/>
                <a:ext cx="223402"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3" name="Round Same Side Corner Rectangle 134">
                <a:extLst>
                  <a:ext uri="{FF2B5EF4-FFF2-40B4-BE49-F238E27FC236}">
                    <a16:creationId xmlns:a16="http://schemas.microsoft.com/office/drawing/2014/main" id="{7874382F-4BE7-1C38-1FD1-C8C7F2902885}"/>
                  </a:ext>
                </a:extLst>
              </p:cNvPr>
              <p:cNvSpPr/>
              <p:nvPr/>
            </p:nvSpPr>
            <p:spPr>
              <a:xfrm rot="5400000">
                <a:off x="4835739" y="425820"/>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94" name="Isosceles Triangle 93">
                <a:extLst>
                  <a:ext uri="{FF2B5EF4-FFF2-40B4-BE49-F238E27FC236}">
                    <a16:creationId xmlns:a16="http://schemas.microsoft.com/office/drawing/2014/main" id="{B14098B5-EBE2-2D99-D4DD-882614B8AE0A}"/>
                  </a:ext>
                </a:extLst>
              </p:cNvPr>
              <p:cNvSpPr/>
              <p:nvPr/>
            </p:nvSpPr>
            <p:spPr>
              <a:xfrm rot="16200000">
                <a:off x="1159439" y="5278200"/>
                <a:ext cx="223402"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5" name="Round Same Side Corner Rectangle 136">
                <a:extLst>
                  <a:ext uri="{FF2B5EF4-FFF2-40B4-BE49-F238E27FC236}">
                    <a16:creationId xmlns:a16="http://schemas.microsoft.com/office/drawing/2014/main" id="{CA8923D1-E079-6719-E5D3-94284FD30B5B}"/>
                  </a:ext>
                </a:extLst>
              </p:cNvPr>
              <p:cNvSpPr/>
              <p:nvPr/>
            </p:nvSpPr>
            <p:spPr>
              <a:xfrm rot="5400000">
                <a:off x="4835739" y="1158969"/>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96" name="Isosceles Triangle 95">
                <a:extLst>
                  <a:ext uri="{FF2B5EF4-FFF2-40B4-BE49-F238E27FC236}">
                    <a16:creationId xmlns:a16="http://schemas.microsoft.com/office/drawing/2014/main" id="{F035C5B7-CCD3-9488-159D-2D1D5DCEC789}"/>
                  </a:ext>
                </a:extLst>
              </p:cNvPr>
              <p:cNvSpPr/>
              <p:nvPr/>
            </p:nvSpPr>
            <p:spPr>
              <a:xfrm rot="16200000">
                <a:off x="1171052" y="3087008"/>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7" name="Round Same Side Corner Rectangle 138">
                <a:extLst>
                  <a:ext uri="{FF2B5EF4-FFF2-40B4-BE49-F238E27FC236}">
                    <a16:creationId xmlns:a16="http://schemas.microsoft.com/office/drawing/2014/main" id="{B6540E45-7A92-4F0F-DFF9-4280DEF4C24E}"/>
                  </a:ext>
                </a:extLst>
              </p:cNvPr>
              <p:cNvSpPr/>
              <p:nvPr/>
            </p:nvSpPr>
            <p:spPr>
              <a:xfrm rot="5400000">
                <a:off x="4835739" y="-1040476"/>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98" name="Isosceles Triangle 97">
                <a:extLst>
                  <a:ext uri="{FF2B5EF4-FFF2-40B4-BE49-F238E27FC236}">
                    <a16:creationId xmlns:a16="http://schemas.microsoft.com/office/drawing/2014/main" id="{1F147C8A-1B5C-6F0C-C8DD-F02AE4893057}"/>
                  </a:ext>
                </a:extLst>
              </p:cNvPr>
              <p:cNvSpPr/>
              <p:nvPr/>
            </p:nvSpPr>
            <p:spPr>
              <a:xfrm rot="16200000">
                <a:off x="1171052" y="2344058"/>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9" name="Round Same Side Corner Rectangle 140">
                <a:extLst>
                  <a:ext uri="{FF2B5EF4-FFF2-40B4-BE49-F238E27FC236}">
                    <a16:creationId xmlns:a16="http://schemas.microsoft.com/office/drawing/2014/main" id="{E727AAEF-2DFE-68FD-5984-771724013F63}"/>
                  </a:ext>
                </a:extLst>
              </p:cNvPr>
              <p:cNvSpPr/>
              <p:nvPr/>
            </p:nvSpPr>
            <p:spPr>
              <a:xfrm rot="5400000">
                <a:off x="4835739" y="-1773623"/>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grpSp>
        <p:sp>
          <p:nvSpPr>
            <p:cNvPr id="65" name="TextBox 64">
              <a:extLst>
                <a:ext uri="{FF2B5EF4-FFF2-40B4-BE49-F238E27FC236}">
                  <a16:creationId xmlns:a16="http://schemas.microsoft.com/office/drawing/2014/main" id="{20ED122C-4238-838E-ED6D-2837CB90C978}"/>
                </a:ext>
              </a:extLst>
            </p:cNvPr>
            <p:cNvSpPr txBox="1"/>
            <p:nvPr/>
          </p:nvSpPr>
          <p:spPr>
            <a:xfrm>
              <a:off x="9056855" y="2457997"/>
              <a:ext cx="2256604"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Vast spread of assets, extensive asset type, access and approach </a:t>
              </a:r>
            </a:p>
          </p:txBody>
        </p:sp>
        <p:sp>
          <p:nvSpPr>
            <p:cNvPr id="66" name="TextBox 65">
              <a:extLst>
                <a:ext uri="{FF2B5EF4-FFF2-40B4-BE49-F238E27FC236}">
                  <a16:creationId xmlns:a16="http://schemas.microsoft.com/office/drawing/2014/main" id="{661BBCAF-40D7-883F-A1C0-8E45A49CC3C1}"/>
                </a:ext>
              </a:extLst>
            </p:cNvPr>
            <p:cNvSpPr txBox="1"/>
            <p:nvPr/>
          </p:nvSpPr>
          <p:spPr>
            <a:xfrm>
              <a:off x="9072582" y="3138872"/>
              <a:ext cx="2256604" cy="482858"/>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Weather conditions hamper progress of physical verification especially Transmission assets</a:t>
              </a:r>
            </a:p>
          </p:txBody>
        </p:sp>
        <p:sp>
          <p:nvSpPr>
            <p:cNvPr id="67" name="TextBox 66">
              <a:extLst>
                <a:ext uri="{FF2B5EF4-FFF2-40B4-BE49-F238E27FC236}">
                  <a16:creationId xmlns:a16="http://schemas.microsoft.com/office/drawing/2014/main" id="{1701BC06-E032-444D-4350-CE44EFCF7DA7}"/>
                </a:ext>
              </a:extLst>
            </p:cNvPr>
            <p:cNvSpPr txBox="1"/>
            <p:nvPr/>
          </p:nvSpPr>
          <p:spPr>
            <a:xfrm>
              <a:off x="9072582" y="3911946"/>
              <a:ext cx="2256604" cy="482858"/>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Historical cost data and documentation for old assets may be unavailable</a:t>
              </a:r>
            </a:p>
          </p:txBody>
        </p:sp>
        <p:sp>
          <p:nvSpPr>
            <p:cNvPr id="68" name="TextBox 67">
              <a:extLst>
                <a:ext uri="{FF2B5EF4-FFF2-40B4-BE49-F238E27FC236}">
                  <a16:creationId xmlns:a16="http://schemas.microsoft.com/office/drawing/2014/main" id="{E8CBEE32-C057-E3F6-C532-7136D4B43ECB}"/>
                </a:ext>
              </a:extLst>
            </p:cNvPr>
            <p:cNvSpPr txBox="1"/>
            <p:nvPr/>
          </p:nvSpPr>
          <p:spPr>
            <a:xfrm>
              <a:off x="9119476" y="4681814"/>
              <a:ext cx="2256604" cy="321905"/>
            </a:xfrm>
            <a:prstGeom prst="rect">
              <a:avLst/>
            </a:prstGeom>
            <a:grpFill/>
          </p:spPr>
          <p:txBody>
            <a:bodyPr wrap="square" lIns="0" tIns="0" rIns="0" bIns="0" rtlCol="0">
              <a:spAutoFit/>
            </a:bodyPr>
            <a:lstStyle/>
            <a:p>
              <a:pPr>
                <a:spcBef>
                  <a:spcPts val="600"/>
                </a:spcBef>
                <a:buSzPct val="100000"/>
              </a:pPr>
              <a:r>
                <a:rPr lang="en-US" sz="1200" dirty="0">
                  <a:latin typeface="Verdana" panose="020B0604030504040204" pitchFamily="34" charset="0"/>
                  <a:ea typeface="Verdana" panose="020B0604030504040204" pitchFamily="34" charset="0"/>
                </a:rPr>
                <a:t>Fund source identification can be a challenge</a:t>
              </a:r>
            </a:p>
          </p:txBody>
        </p:sp>
        <p:sp>
          <p:nvSpPr>
            <p:cNvPr id="69" name="TextBox 68">
              <a:extLst>
                <a:ext uri="{FF2B5EF4-FFF2-40B4-BE49-F238E27FC236}">
                  <a16:creationId xmlns:a16="http://schemas.microsoft.com/office/drawing/2014/main" id="{3D3C82BF-5413-ACF3-FDDC-38C66D9F0FF7}"/>
                </a:ext>
              </a:extLst>
            </p:cNvPr>
            <p:cNvSpPr txBox="1"/>
            <p:nvPr/>
          </p:nvSpPr>
          <p:spPr>
            <a:xfrm>
              <a:off x="9068816" y="5382736"/>
              <a:ext cx="2546020"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Agency familiarity, capacity and work methods will be critical </a:t>
              </a:r>
            </a:p>
          </p:txBody>
        </p:sp>
      </p:grpSp>
      <p:pic>
        <p:nvPicPr>
          <p:cNvPr id="145" name="Picture 144">
            <a:extLst>
              <a:ext uri="{FF2B5EF4-FFF2-40B4-BE49-F238E27FC236}">
                <a16:creationId xmlns:a16="http://schemas.microsoft.com/office/drawing/2014/main" id="{5E762D4E-6437-6617-AAAF-97E929DC51ED}"/>
              </a:ext>
            </a:extLst>
          </p:cNvPr>
          <p:cNvPicPr>
            <a:picLocks noChangeAspect="1"/>
          </p:cNvPicPr>
          <p:nvPr/>
        </p:nvPicPr>
        <p:blipFill rotWithShape="1">
          <a:blip r:embed="rId6">
            <a:extLst>
              <a:ext uri="{28A0092B-C50C-407E-A947-70E740481C1C}">
                <a14:useLocalDpi xmlns:a14="http://schemas.microsoft.com/office/drawing/2010/main" val="0"/>
              </a:ext>
            </a:extLst>
          </a:blip>
          <a:srcRect l="1" r="510"/>
          <a:stretch/>
        </p:blipFill>
        <p:spPr bwMode="auto">
          <a:xfrm>
            <a:off x="4691360" y="1864204"/>
            <a:ext cx="2902383" cy="2791235"/>
          </a:xfrm>
          <a:prstGeom prst="rect">
            <a:avLst/>
          </a:prstGeom>
          <a:ln>
            <a:noFill/>
          </a:ln>
          <a:effectLst>
            <a:outerShdw blurRad="50800" dist="38100" dir="2700000" algn="tl" rotWithShape="0">
              <a:prstClr val="black">
                <a:alpha val="40000"/>
              </a:prstClr>
            </a:outerShdw>
          </a:effectLst>
          <a:extLst>
            <a:ext uri="{53640926-AAD7-44D8-BBD7-CCE9431645EC}">
              <a14:shadowObscured xmlns:a14="http://schemas.microsoft.com/office/drawing/2010/main"/>
            </a:ext>
          </a:extLst>
        </p:spPr>
      </p:pic>
      <p:sp>
        <p:nvSpPr>
          <p:cNvPr id="149" name="Rectangle 148">
            <a:extLst>
              <a:ext uri="{FF2B5EF4-FFF2-40B4-BE49-F238E27FC236}">
                <a16:creationId xmlns:a16="http://schemas.microsoft.com/office/drawing/2014/main" id="{146EFCCE-E457-F59B-39A8-43AE4461DD04}"/>
              </a:ext>
            </a:extLst>
          </p:cNvPr>
          <p:cNvSpPr/>
          <p:nvPr/>
        </p:nvSpPr>
        <p:spPr>
          <a:xfrm>
            <a:off x="4691360" y="1449886"/>
            <a:ext cx="2902383" cy="414318"/>
          </a:xfrm>
          <a:prstGeom prst="rect">
            <a:avLst/>
          </a:prstGeom>
          <a:solidFill>
            <a:schemeClr val="accent1"/>
          </a:solidFill>
          <a:ln w="12700" cap="flat" cmpd="sng" algn="ctr">
            <a:noFill/>
            <a:prstDash val="solid"/>
          </a:ln>
          <a:effectLst/>
        </p:spPr>
        <p:txBody>
          <a:bodyPr wrap="square" lIns="0" tIns="0" rIns="0" bIns="0" rtlCol="0" anchor="ctr">
            <a:noAutofit/>
          </a:bodyPr>
          <a:lstStyle/>
          <a:p>
            <a:pPr marL="119576" algn="ctr" defTabSz="545785" fontAlgn="base">
              <a:spcBef>
                <a:spcPct val="0"/>
              </a:spcBef>
              <a:spcAft>
                <a:spcPct val="0"/>
              </a:spcAft>
              <a:defRPr/>
            </a:pPr>
            <a:r>
              <a:rPr lang="en-US" sz="1000" b="1" kern="0">
                <a:latin typeface="Verdana" panose="020B0604030504040204" pitchFamily="34" charset="0"/>
                <a:ea typeface="Verdana" panose="020B0604030504040204" pitchFamily="34" charset="0"/>
                <a:cs typeface="Segoe UI Light" panose="020B0502040204020203" pitchFamily="34" charset="0"/>
                <a:sym typeface="Gotham Book" charset="0"/>
              </a:rPr>
              <a:t>Our Asset Register Tool</a:t>
            </a:r>
          </a:p>
        </p:txBody>
      </p:sp>
      <p:sp>
        <p:nvSpPr>
          <p:cNvPr id="153" name="Title 5">
            <a:extLst>
              <a:ext uri="{FF2B5EF4-FFF2-40B4-BE49-F238E27FC236}">
                <a16:creationId xmlns:a16="http://schemas.microsoft.com/office/drawing/2014/main" id="{B994E155-2FA6-6E56-EFEC-5BB0EF868C4C}"/>
              </a:ext>
            </a:extLst>
          </p:cNvPr>
          <p:cNvSpPr txBox="1">
            <a:spLocks/>
          </p:cNvSpPr>
          <p:nvPr/>
        </p:nvSpPr>
        <p:spPr bwMode="gray">
          <a:xfrm>
            <a:off x="466166" y="332624"/>
            <a:ext cx="11207443" cy="381907"/>
          </a:xfrm>
          <a:prstGeom prst="rect">
            <a:avLst/>
          </a:prstGeom>
          <a:ln>
            <a:noFill/>
          </a:ln>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en-US" sz="1800" b="1">
                <a:latin typeface="Verdana"/>
                <a:ea typeface="Verdana"/>
                <a:cs typeface="Calibri Light"/>
              </a:rPr>
              <a:t>Advisory Support for Asset Management via creation of Fixed Asset Register (2/2)</a:t>
            </a:r>
            <a:endParaRPr lang="en-GB" sz="1800" b="1">
              <a:latin typeface="Verdana" panose="020B0604030504040204" pitchFamily="34" charset="0"/>
              <a:ea typeface="Verdana" panose="020B0604030504040204" pitchFamily="34" charset="0"/>
            </a:endParaRPr>
          </a:p>
        </p:txBody>
      </p:sp>
      <p:sp>
        <p:nvSpPr>
          <p:cNvPr id="5" name="Rectangle 4">
            <a:extLst>
              <a:ext uri="{FF2B5EF4-FFF2-40B4-BE49-F238E27FC236}">
                <a16:creationId xmlns:a16="http://schemas.microsoft.com/office/drawing/2014/main" id="{C882C0BF-4F84-C36E-4326-86E72BEC9FEB}"/>
              </a:ext>
            </a:extLst>
          </p:cNvPr>
          <p:cNvSpPr/>
          <p:nvPr/>
        </p:nvSpPr>
        <p:spPr>
          <a:xfrm>
            <a:off x="4691360" y="4780015"/>
            <a:ext cx="2902382" cy="241184"/>
          </a:xfrm>
          <a:prstGeom prst="rect">
            <a:avLst/>
          </a:prstGeom>
          <a:solidFill>
            <a:schemeClr val="accent1"/>
          </a:solidFill>
          <a:ln w="12700" cap="flat" cmpd="sng" algn="ctr">
            <a:noFill/>
            <a:prstDash val="solid"/>
          </a:ln>
          <a:effectLst/>
        </p:spPr>
        <p:txBody>
          <a:bodyPr wrap="square" lIns="0" tIns="0" rIns="0" bIns="0" rtlCol="0" anchor="ctr">
            <a:noAutofit/>
          </a:bodyPr>
          <a:lstStyle/>
          <a:p>
            <a:pPr marL="119576" algn="ctr" defTabSz="545785" fontAlgn="base">
              <a:spcBef>
                <a:spcPct val="0"/>
              </a:spcBef>
              <a:spcAft>
                <a:spcPct val="0"/>
              </a:spcAft>
              <a:defRPr/>
            </a:pPr>
            <a:r>
              <a:rPr lang="en-US" sz="1000" b="1" kern="0">
                <a:latin typeface="Verdana" panose="020B0604030504040204" pitchFamily="34" charset="0"/>
                <a:ea typeface="Verdana" panose="020B0604030504040204" pitchFamily="34" charset="0"/>
                <a:cs typeface="Segoe UI Light" panose="020B0502040204020203" pitchFamily="34" charset="0"/>
                <a:sym typeface="Gotham Book" charset="0"/>
              </a:rPr>
              <a:t>Our Experience</a:t>
            </a:r>
          </a:p>
        </p:txBody>
      </p:sp>
      <p:pic>
        <p:nvPicPr>
          <p:cNvPr id="6" name="Picture 4" descr="Jharkhand Bijli Vitran Nigam Limited ...">
            <a:extLst>
              <a:ext uri="{FF2B5EF4-FFF2-40B4-BE49-F238E27FC236}">
                <a16:creationId xmlns:a16="http://schemas.microsoft.com/office/drawing/2014/main" id="{659B4A8C-B1C6-2454-9328-0351C04415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94789" y="5027906"/>
            <a:ext cx="613365" cy="6133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E3EBAAAE-589C-2679-50FA-D7950C57EC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5442461" y="5031938"/>
            <a:ext cx="613365" cy="74253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Assam Power Distribution Company ...">
            <a:extLst>
              <a:ext uri="{FF2B5EF4-FFF2-40B4-BE49-F238E27FC236}">
                <a16:creationId xmlns:a16="http://schemas.microsoft.com/office/drawing/2014/main" id="{E89BB292-2A8D-4A03-ECA2-7434674D700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26456" y="5031938"/>
            <a:ext cx="669419" cy="74253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Nepal Electricity Authority | LinkedIn">
            <a:extLst>
              <a:ext uri="{FF2B5EF4-FFF2-40B4-BE49-F238E27FC236}">
                <a16:creationId xmlns:a16="http://schemas.microsoft.com/office/drawing/2014/main" id="{90B2F46E-F8A3-F899-6D63-908ED33A2EE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75785" y="5029634"/>
            <a:ext cx="761175" cy="59975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0471FEE-1255-3FDE-077F-F05CC8B1CA48}"/>
              </a:ext>
            </a:extLst>
          </p:cNvPr>
          <p:cNvSpPr txBox="1"/>
          <p:nvPr/>
        </p:nvSpPr>
        <p:spPr>
          <a:xfrm>
            <a:off x="6802773" y="5608452"/>
            <a:ext cx="613365" cy="153888"/>
          </a:xfrm>
          <a:prstGeom prst="rect">
            <a:avLst/>
          </a:prstGeom>
          <a:noFill/>
        </p:spPr>
        <p:txBody>
          <a:bodyPr wrap="square" lIns="0" tIns="0" rIns="0" bIns="0" rtlCol="0">
            <a:spAutoFit/>
          </a:bodyPr>
          <a:lstStyle/>
          <a:p>
            <a:pPr algn="ctr">
              <a:spcBef>
                <a:spcPts val="600"/>
              </a:spcBef>
              <a:buSzPct val="100000"/>
            </a:pPr>
            <a:r>
              <a:rPr lang="en-IN" sz="1000" b="1">
                <a:solidFill>
                  <a:srgbClr val="313131"/>
                </a:solidFill>
              </a:rPr>
              <a:t>NEA</a:t>
            </a:r>
          </a:p>
        </p:txBody>
      </p:sp>
      <p:sp>
        <p:nvSpPr>
          <p:cNvPr id="14" name="TextBox 13">
            <a:extLst>
              <a:ext uri="{FF2B5EF4-FFF2-40B4-BE49-F238E27FC236}">
                <a16:creationId xmlns:a16="http://schemas.microsoft.com/office/drawing/2014/main" id="{84D84D93-1542-B107-129D-FF2B90653FFD}"/>
              </a:ext>
            </a:extLst>
          </p:cNvPr>
          <p:cNvSpPr txBox="1"/>
          <p:nvPr/>
        </p:nvSpPr>
        <p:spPr>
          <a:xfrm>
            <a:off x="4630862" y="5618914"/>
            <a:ext cx="613365" cy="153888"/>
          </a:xfrm>
          <a:prstGeom prst="rect">
            <a:avLst/>
          </a:prstGeom>
          <a:noFill/>
        </p:spPr>
        <p:txBody>
          <a:bodyPr wrap="square" lIns="0" tIns="0" rIns="0" bIns="0" rtlCol="0">
            <a:spAutoFit/>
          </a:bodyPr>
          <a:lstStyle/>
          <a:p>
            <a:pPr algn="ctr">
              <a:spcBef>
                <a:spcPts val="600"/>
              </a:spcBef>
              <a:buSzPct val="100000"/>
            </a:pPr>
            <a:r>
              <a:rPr lang="en-IN" sz="1000" b="1">
                <a:solidFill>
                  <a:srgbClr val="313131"/>
                </a:solidFill>
              </a:rPr>
              <a:t>JBVNL</a:t>
            </a:r>
          </a:p>
        </p:txBody>
      </p:sp>
      <p:sp>
        <p:nvSpPr>
          <p:cNvPr id="15" name="Rectangle 14">
            <a:extLst>
              <a:ext uri="{FF2B5EF4-FFF2-40B4-BE49-F238E27FC236}">
                <a16:creationId xmlns:a16="http://schemas.microsoft.com/office/drawing/2014/main" id="{C8817A2D-3222-0068-C9E5-1097EE564703}"/>
              </a:ext>
            </a:extLst>
          </p:cNvPr>
          <p:cNvSpPr/>
          <p:nvPr/>
        </p:nvSpPr>
        <p:spPr>
          <a:xfrm>
            <a:off x="8211652" y="1480807"/>
            <a:ext cx="3525075" cy="465148"/>
          </a:xfrm>
          <a:prstGeom prst="rect">
            <a:avLst/>
          </a:prstGeom>
          <a:solidFill>
            <a:schemeClr val="accent5"/>
          </a:solidFill>
          <a:ln w="12700" cap="flat" cmpd="sng" algn="ctr">
            <a:noFill/>
            <a:prstDash val="solid"/>
          </a:ln>
          <a:effectLst/>
        </p:spPr>
        <p:txBody>
          <a:bodyPr wrap="square" lIns="0" tIns="0" rIns="0" bIns="0" rtlCol="0" anchor="ctr">
            <a:noAutofit/>
          </a:bodyPr>
          <a:lstStyle/>
          <a:p>
            <a:pPr marL="119576" algn="ctr" defTabSz="545785" fontAlgn="base">
              <a:spcBef>
                <a:spcPct val="0"/>
              </a:spcBef>
              <a:spcAft>
                <a:spcPct val="0"/>
              </a:spcAft>
              <a:defRPr/>
            </a:pPr>
            <a:r>
              <a:rPr lang="en-US" sz="1200" b="1" kern="0">
                <a:solidFill>
                  <a:schemeClr val="bg1"/>
                </a:solidFill>
                <a:latin typeface="Verdana" panose="020B0604030504040204" pitchFamily="34" charset="0"/>
                <a:ea typeface="Verdana" panose="020B0604030504040204" pitchFamily="34" charset="0"/>
                <a:cs typeface="Segoe UI Light" panose="020B0502040204020203" pitchFamily="34" charset="0"/>
                <a:sym typeface="Gotham Book" charset="0"/>
              </a:rPr>
              <a:t>Expected Outcomes</a:t>
            </a:r>
          </a:p>
        </p:txBody>
      </p:sp>
      <p:grpSp>
        <p:nvGrpSpPr>
          <p:cNvPr id="16" name="Group 15">
            <a:extLst>
              <a:ext uri="{FF2B5EF4-FFF2-40B4-BE49-F238E27FC236}">
                <a16:creationId xmlns:a16="http://schemas.microsoft.com/office/drawing/2014/main" id="{003A9A64-1BCD-5A81-69E0-FAD7DC8040F8}"/>
              </a:ext>
            </a:extLst>
          </p:cNvPr>
          <p:cNvGrpSpPr/>
          <p:nvPr/>
        </p:nvGrpSpPr>
        <p:grpSpPr>
          <a:xfrm flipH="1">
            <a:off x="8159244" y="2017611"/>
            <a:ext cx="3624644" cy="4133593"/>
            <a:chOff x="8698284" y="2343349"/>
            <a:chExt cx="2928940" cy="3602791"/>
          </a:xfrm>
          <a:solidFill>
            <a:schemeClr val="accent1">
              <a:lumMod val="20000"/>
              <a:lumOff val="80000"/>
            </a:schemeClr>
          </a:solidFill>
        </p:grpSpPr>
        <p:grpSp>
          <p:nvGrpSpPr>
            <p:cNvPr id="17" name="Group 16">
              <a:extLst>
                <a:ext uri="{FF2B5EF4-FFF2-40B4-BE49-F238E27FC236}">
                  <a16:creationId xmlns:a16="http://schemas.microsoft.com/office/drawing/2014/main" id="{042BD99E-A503-E509-C451-AFFCFBC3F6ED}"/>
                </a:ext>
              </a:extLst>
            </p:cNvPr>
            <p:cNvGrpSpPr/>
            <p:nvPr/>
          </p:nvGrpSpPr>
          <p:grpSpPr>
            <a:xfrm>
              <a:off x="8698284" y="2343349"/>
              <a:ext cx="2928940" cy="3602791"/>
              <a:chOff x="407591" y="1998253"/>
              <a:chExt cx="8746919" cy="3602791"/>
            </a:xfrm>
            <a:grpFill/>
          </p:grpSpPr>
          <p:sp>
            <p:nvSpPr>
              <p:cNvPr id="23" name="Rectangle 22">
                <a:extLst>
                  <a:ext uri="{FF2B5EF4-FFF2-40B4-BE49-F238E27FC236}">
                    <a16:creationId xmlns:a16="http://schemas.microsoft.com/office/drawing/2014/main" id="{7C613C61-19EF-992B-C8CB-BF855822BAE5}"/>
                  </a:ext>
                </a:extLst>
              </p:cNvPr>
              <p:cNvSpPr/>
              <p:nvPr/>
            </p:nvSpPr>
            <p:spPr>
              <a:xfrm>
                <a:off x="407591" y="2088025"/>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24" name="Rectangle 23">
                <a:extLst>
                  <a:ext uri="{FF2B5EF4-FFF2-40B4-BE49-F238E27FC236}">
                    <a16:creationId xmlns:a16="http://schemas.microsoft.com/office/drawing/2014/main" id="{1D4E30F3-7D2E-75AB-6190-4C4F3E81DF74}"/>
                  </a:ext>
                </a:extLst>
              </p:cNvPr>
              <p:cNvSpPr/>
              <p:nvPr/>
            </p:nvSpPr>
            <p:spPr>
              <a:xfrm>
                <a:off x="407591" y="2830975"/>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25" name="Rectangle 24">
                <a:extLst>
                  <a:ext uri="{FF2B5EF4-FFF2-40B4-BE49-F238E27FC236}">
                    <a16:creationId xmlns:a16="http://schemas.microsoft.com/office/drawing/2014/main" id="{93E5D6F4-7BDE-DC6A-1ABC-DFF70852C2E1}"/>
                  </a:ext>
                </a:extLst>
              </p:cNvPr>
              <p:cNvSpPr/>
              <p:nvPr/>
            </p:nvSpPr>
            <p:spPr>
              <a:xfrm>
                <a:off x="407591" y="3561542"/>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26" name="Rectangle 25">
                <a:extLst>
                  <a:ext uri="{FF2B5EF4-FFF2-40B4-BE49-F238E27FC236}">
                    <a16:creationId xmlns:a16="http://schemas.microsoft.com/office/drawing/2014/main" id="{61A89EC1-488F-A49C-BFDA-CC3BAF75227F}"/>
                  </a:ext>
                </a:extLst>
              </p:cNvPr>
              <p:cNvSpPr/>
              <p:nvPr/>
            </p:nvSpPr>
            <p:spPr>
              <a:xfrm>
                <a:off x="407591" y="4304492"/>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27" name="Rectangle 26">
                <a:extLst>
                  <a:ext uri="{FF2B5EF4-FFF2-40B4-BE49-F238E27FC236}">
                    <a16:creationId xmlns:a16="http://schemas.microsoft.com/office/drawing/2014/main" id="{DEFAD7D6-6C10-2EE0-02CC-F4C7EE4A9760}"/>
                  </a:ext>
                </a:extLst>
              </p:cNvPr>
              <p:cNvSpPr/>
              <p:nvPr/>
            </p:nvSpPr>
            <p:spPr>
              <a:xfrm>
                <a:off x="407591" y="5037640"/>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28" name="Isosceles Triangle 27">
                <a:extLst>
                  <a:ext uri="{FF2B5EF4-FFF2-40B4-BE49-F238E27FC236}">
                    <a16:creationId xmlns:a16="http://schemas.microsoft.com/office/drawing/2014/main" id="{678640EB-13A3-F6BF-1484-37AB0DD31700}"/>
                  </a:ext>
                </a:extLst>
              </p:cNvPr>
              <p:cNvSpPr/>
              <p:nvPr/>
            </p:nvSpPr>
            <p:spPr>
              <a:xfrm rot="16200000">
                <a:off x="1171052" y="3817577"/>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29" name="Round Same Side Corner Rectangle 132">
                <a:extLst>
                  <a:ext uri="{FF2B5EF4-FFF2-40B4-BE49-F238E27FC236}">
                    <a16:creationId xmlns:a16="http://schemas.microsoft.com/office/drawing/2014/main" id="{9753558B-DA1B-CC87-C7EE-2D0395424FA8}"/>
                  </a:ext>
                </a:extLst>
              </p:cNvPr>
              <p:cNvSpPr/>
              <p:nvPr/>
            </p:nvSpPr>
            <p:spPr>
              <a:xfrm rot="5400000">
                <a:off x="4835739" y="-307327"/>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30" name="Isosceles Triangle 29">
                <a:extLst>
                  <a:ext uri="{FF2B5EF4-FFF2-40B4-BE49-F238E27FC236}">
                    <a16:creationId xmlns:a16="http://schemas.microsoft.com/office/drawing/2014/main" id="{88B655F3-1330-27C5-DB28-A6DF15185F43}"/>
                  </a:ext>
                </a:extLst>
              </p:cNvPr>
              <p:cNvSpPr/>
              <p:nvPr/>
            </p:nvSpPr>
            <p:spPr>
              <a:xfrm rot="16200000">
                <a:off x="1159442" y="4548919"/>
                <a:ext cx="223402"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31" name="Round Same Side Corner Rectangle 134">
                <a:extLst>
                  <a:ext uri="{FF2B5EF4-FFF2-40B4-BE49-F238E27FC236}">
                    <a16:creationId xmlns:a16="http://schemas.microsoft.com/office/drawing/2014/main" id="{4F6BF5A8-FCA1-0AD8-FD4D-E6B37D0A9B21}"/>
                  </a:ext>
                </a:extLst>
              </p:cNvPr>
              <p:cNvSpPr/>
              <p:nvPr/>
            </p:nvSpPr>
            <p:spPr>
              <a:xfrm rot="5400000">
                <a:off x="4835739" y="425820"/>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32" name="Isosceles Triangle 31">
                <a:extLst>
                  <a:ext uri="{FF2B5EF4-FFF2-40B4-BE49-F238E27FC236}">
                    <a16:creationId xmlns:a16="http://schemas.microsoft.com/office/drawing/2014/main" id="{500A9078-7E6C-C186-7EF8-3159FBFCC22A}"/>
                  </a:ext>
                </a:extLst>
              </p:cNvPr>
              <p:cNvSpPr/>
              <p:nvPr/>
            </p:nvSpPr>
            <p:spPr>
              <a:xfrm rot="16200000">
                <a:off x="1159439" y="5278200"/>
                <a:ext cx="223402"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33" name="Round Same Side Corner Rectangle 136">
                <a:extLst>
                  <a:ext uri="{FF2B5EF4-FFF2-40B4-BE49-F238E27FC236}">
                    <a16:creationId xmlns:a16="http://schemas.microsoft.com/office/drawing/2014/main" id="{343FC77F-6962-973C-BF46-57A639A2FF2F}"/>
                  </a:ext>
                </a:extLst>
              </p:cNvPr>
              <p:cNvSpPr/>
              <p:nvPr/>
            </p:nvSpPr>
            <p:spPr>
              <a:xfrm rot="5400000">
                <a:off x="4835739" y="1158969"/>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34" name="Isosceles Triangle 33">
                <a:extLst>
                  <a:ext uri="{FF2B5EF4-FFF2-40B4-BE49-F238E27FC236}">
                    <a16:creationId xmlns:a16="http://schemas.microsoft.com/office/drawing/2014/main" id="{BF0E1DCD-8F4D-BCCC-AD60-E3C350D7903B}"/>
                  </a:ext>
                </a:extLst>
              </p:cNvPr>
              <p:cNvSpPr/>
              <p:nvPr/>
            </p:nvSpPr>
            <p:spPr>
              <a:xfrm rot="16200000">
                <a:off x="1171052" y="3087008"/>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35" name="Round Same Side Corner Rectangle 138">
                <a:extLst>
                  <a:ext uri="{FF2B5EF4-FFF2-40B4-BE49-F238E27FC236}">
                    <a16:creationId xmlns:a16="http://schemas.microsoft.com/office/drawing/2014/main" id="{F516D7F8-7EFC-8D85-3CEB-9E1D6195F234}"/>
                  </a:ext>
                </a:extLst>
              </p:cNvPr>
              <p:cNvSpPr/>
              <p:nvPr/>
            </p:nvSpPr>
            <p:spPr>
              <a:xfrm rot="5400000">
                <a:off x="4835739" y="-1040476"/>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36" name="Isosceles Triangle 35">
                <a:extLst>
                  <a:ext uri="{FF2B5EF4-FFF2-40B4-BE49-F238E27FC236}">
                    <a16:creationId xmlns:a16="http://schemas.microsoft.com/office/drawing/2014/main" id="{09F07A23-2C6C-7CD8-90EB-8A704997290D}"/>
                  </a:ext>
                </a:extLst>
              </p:cNvPr>
              <p:cNvSpPr/>
              <p:nvPr/>
            </p:nvSpPr>
            <p:spPr>
              <a:xfrm rot="16200000">
                <a:off x="1171052" y="2344058"/>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37" name="Round Same Side Corner Rectangle 140">
                <a:extLst>
                  <a:ext uri="{FF2B5EF4-FFF2-40B4-BE49-F238E27FC236}">
                    <a16:creationId xmlns:a16="http://schemas.microsoft.com/office/drawing/2014/main" id="{7A727054-A3D0-1B0F-9462-FB03330C5C6A}"/>
                  </a:ext>
                </a:extLst>
              </p:cNvPr>
              <p:cNvSpPr/>
              <p:nvPr/>
            </p:nvSpPr>
            <p:spPr>
              <a:xfrm rot="5400000">
                <a:off x="4835739" y="-1773623"/>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grpSp>
        <p:sp>
          <p:nvSpPr>
            <p:cNvPr id="18" name="TextBox 17">
              <a:extLst>
                <a:ext uri="{FF2B5EF4-FFF2-40B4-BE49-F238E27FC236}">
                  <a16:creationId xmlns:a16="http://schemas.microsoft.com/office/drawing/2014/main" id="{B24BC3E6-8A24-94ED-8CB1-83CFC824DB63}"/>
                </a:ext>
              </a:extLst>
            </p:cNvPr>
            <p:cNvSpPr txBox="1"/>
            <p:nvPr/>
          </p:nvSpPr>
          <p:spPr>
            <a:xfrm>
              <a:off x="9056855" y="2419121"/>
              <a:ext cx="2344079"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Physical Verification plans and protocols</a:t>
              </a:r>
            </a:p>
          </p:txBody>
        </p:sp>
        <p:sp>
          <p:nvSpPr>
            <p:cNvPr id="19" name="TextBox 18">
              <a:extLst>
                <a:ext uri="{FF2B5EF4-FFF2-40B4-BE49-F238E27FC236}">
                  <a16:creationId xmlns:a16="http://schemas.microsoft.com/office/drawing/2014/main" id="{1B36B19F-D6EF-34A6-B958-C7FF9A64CBDC}"/>
                </a:ext>
              </a:extLst>
            </p:cNvPr>
            <p:cNvSpPr txBox="1"/>
            <p:nvPr/>
          </p:nvSpPr>
          <p:spPr>
            <a:xfrm>
              <a:off x="8918041" y="4678745"/>
              <a:ext cx="2482893" cy="482858"/>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Compilation of Fixed Asset register with full details of asset location, cost, balance life and condition</a:t>
              </a:r>
            </a:p>
          </p:txBody>
        </p:sp>
        <p:sp>
          <p:nvSpPr>
            <p:cNvPr id="20" name="TextBox 19">
              <a:extLst>
                <a:ext uri="{FF2B5EF4-FFF2-40B4-BE49-F238E27FC236}">
                  <a16:creationId xmlns:a16="http://schemas.microsoft.com/office/drawing/2014/main" id="{2EA1316E-A8F8-94A4-11B2-73066940FBC1}"/>
                </a:ext>
              </a:extLst>
            </p:cNvPr>
            <p:cNvSpPr txBox="1"/>
            <p:nvPr/>
          </p:nvSpPr>
          <p:spPr>
            <a:xfrm>
              <a:off x="9110529" y="3202038"/>
              <a:ext cx="2256604"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Asset Register Tool with asset componentization as per Ind AS</a:t>
              </a:r>
            </a:p>
          </p:txBody>
        </p:sp>
        <p:sp>
          <p:nvSpPr>
            <p:cNvPr id="21" name="TextBox 20">
              <a:extLst>
                <a:ext uri="{FF2B5EF4-FFF2-40B4-BE49-F238E27FC236}">
                  <a16:creationId xmlns:a16="http://schemas.microsoft.com/office/drawing/2014/main" id="{64A5A8A8-F10F-8AE1-DBFE-6C55788C9DA1}"/>
                </a:ext>
              </a:extLst>
            </p:cNvPr>
            <p:cNvSpPr txBox="1"/>
            <p:nvPr/>
          </p:nvSpPr>
          <p:spPr>
            <a:xfrm>
              <a:off x="9110529" y="3931928"/>
              <a:ext cx="2256604"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Review and Monitoring of Physical Verification by third party agency</a:t>
              </a:r>
            </a:p>
          </p:txBody>
        </p:sp>
        <p:sp>
          <p:nvSpPr>
            <p:cNvPr id="22" name="TextBox 21">
              <a:extLst>
                <a:ext uri="{FF2B5EF4-FFF2-40B4-BE49-F238E27FC236}">
                  <a16:creationId xmlns:a16="http://schemas.microsoft.com/office/drawing/2014/main" id="{1BBF2C1E-46F6-79D9-6E47-910C10407B37}"/>
                </a:ext>
              </a:extLst>
            </p:cNvPr>
            <p:cNvSpPr txBox="1"/>
            <p:nvPr/>
          </p:nvSpPr>
          <p:spPr>
            <a:xfrm>
              <a:off x="8843546" y="5382736"/>
              <a:ext cx="2546020"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Asset Management framework for continued monitoring </a:t>
              </a:r>
            </a:p>
          </p:txBody>
        </p:sp>
      </p:grpSp>
      <p:sp>
        <p:nvSpPr>
          <p:cNvPr id="38" name="Rectangle: Rounded Corners 37">
            <a:extLst>
              <a:ext uri="{FF2B5EF4-FFF2-40B4-BE49-F238E27FC236}">
                <a16:creationId xmlns:a16="http://schemas.microsoft.com/office/drawing/2014/main" id="{CDC2B487-64BD-26D8-55C2-7FFB849EB7EA}"/>
              </a:ext>
            </a:extLst>
          </p:cNvPr>
          <p:cNvSpPr/>
          <p:nvPr/>
        </p:nvSpPr>
        <p:spPr bwMode="gray">
          <a:xfrm>
            <a:off x="4163696" y="6036790"/>
            <a:ext cx="3995548" cy="363632"/>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Asset Register with segregation will be the basis for any restructuring initiative</a:t>
            </a:r>
          </a:p>
        </p:txBody>
      </p:sp>
      <p:pic>
        <p:nvPicPr>
          <p:cNvPr id="2" name="Picture 1">
            <a:hlinkClick r:id="rId11" action="ppaction://hlinksldjump"/>
            <a:extLst>
              <a:ext uri="{FF2B5EF4-FFF2-40B4-BE49-F238E27FC236}">
                <a16:creationId xmlns:a16="http://schemas.microsoft.com/office/drawing/2014/main" id="{91F8999C-9EA3-20E4-9836-6F5EEF898DF8}"/>
              </a:ext>
            </a:extLst>
          </p:cNvPr>
          <p:cNvPicPr>
            <a:picLocks noChangeAspect="1"/>
          </p:cNvPicPr>
          <p:nvPr/>
        </p:nvPicPr>
        <p:blipFill>
          <a:blip r:embed="rId12"/>
          <a:stretch>
            <a:fillRect/>
          </a:stretch>
        </p:blipFill>
        <p:spPr>
          <a:xfrm>
            <a:off x="11726283" y="113485"/>
            <a:ext cx="359695" cy="365792"/>
          </a:xfrm>
          <a:prstGeom prst="rect">
            <a:avLst/>
          </a:prstGeom>
        </p:spPr>
      </p:pic>
      <p:sp>
        <p:nvSpPr>
          <p:cNvPr id="4" name="Rectangle 3">
            <a:hlinkClick r:id="rId13" action="ppaction://hlinksldjump"/>
            <a:extLst>
              <a:ext uri="{FF2B5EF4-FFF2-40B4-BE49-F238E27FC236}">
                <a16:creationId xmlns:a16="http://schemas.microsoft.com/office/drawing/2014/main" id="{86C3769B-DF71-04E8-68B1-A1D951DC70F5}"/>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10" name="Freeform 15">
            <a:extLst>
              <a:ext uri="{FF2B5EF4-FFF2-40B4-BE49-F238E27FC236}">
                <a16:creationId xmlns:a16="http://schemas.microsoft.com/office/drawing/2014/main" id="{4CA62CEA-1786-EB7E-EDA8-C71F61AF5ADC}"/>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11" name="Freeform 16">
            <a:extLst>
              <a:ext uri="{FF2B5EF4-FFF2-40B4-BE49-F238E27FC236}">
                <a16:creationId xmlns:a16="http://schemas.microsoft.com/office/drawing/2014/main" id="{DA1D0A45-EC16-DE72-AB84-2113D9E1F722}"/>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39" name="Freeform 6">
            <a:extLst>
              <a:ext uri="{FF2B5EF4-FFF2-40B4-BE49-F238E27FC236}">
                <a16:creationId xmlns:a16="http://schemas.microsoft.com/office/drawing/2014/main" id="{59EB6525-D904-300F-085E-2837588BE4CD}"/>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40" name="Rectangle: Rounded Corners 39">
            <a:extLst>
              <a:ext uri="{FF2B5EF4-FFF2-40B4-BE49-F238E27FC236}">
                <a16:creationId xmlns:a16="http://schemas.microsoft.com/office/drawing/2014/main" id="{568172CC-A067-69BA-E926-A1A522F00DE2}"/>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47" name="Rectangle 46">
            <a:hlinkClick r:id="rId14" action="ppaction://hlinksldjump"/>
            <a:extLst>
              <a:ext uri="{FF2B5EF4-FFF2-40B4-BE49-F238E27FC236}">
                <a16:creationId xmlns:a16="http://schemas.microsoft.com/office/drawing/2014/main" id="{E6B284CD-9421-A42C-FD39-349C599C4CBF}"/>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48" name="Rectangle 47">
            <a:hlinkClick r:id="rId15" action="ppaction://hlinksldjump"/>
            <a:extLst>
              <a:ext uri="{FF2B5EF4-FFF2-40B4-BE49-F238E27FC236}">
                <a16:creationId xmlns:a16="http://schemas.microsoft.com/office/drawing/2014/main" id="{0EC9B3CF-DE7F-DC4D-DAF7-8E3AB16D3E34}"/>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49" name="Rectangle 48">
            <a:hlinkClick r:id="rId16" action="ppaction://hlinksldjump"/>
            <a:extLst>
              <a:ext uri="{FF2B5EF4-FFF2-40B4-BE49-F238E27FC236}">
                <a16:creationId xmlns:a16="http://schemas.microsoft.com/office/drawing/2014/main" id="{1D15B9EB-FD1B-3021-2197-9C422AF82278}"/>
              </a:ext>
            </a:extLst>
          </p:cNvPr>
          <p:cNvSpPr/>
          <p:nvPr/>
        </p:nvSpPr>
        <p:spPr bwMode="gray">
          <a:xfrm>
            <a:off x="9660055"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50" name="Rectangle 49">
            <a:hlinkClick r:id="rId17" action="ppaction://hlinksldjump"/>
            <a:extLst>
              <a:ext uri="{FF2B5EF4-FFF2-40B4-BE49-F238E27FC236}">
                <a16:creationId xmlns:a16="http://schemas.microsoft.com/office/drawing/2014/main" id="{2E8CCFA7-00A4-DFB1-E53E-43D9DE949CBB}"/>
              </a:ext>
            </a:extLst>
          </p:cNvPr>
          <p:cNvSpPr/>
          <p:nvPr/>
        </p:nvSpPr>
        <p:spPr bwMode="gray">
          <a:xfrm>
            <a:off x="10003078" y="-9900"/>
            <a:ext cx="274320" cy="274320"/>
          </a:xfrm>
          <a:prstGeom prst="rect">
            <a:avLst/>
          </a:prstGeom>
          <a:solidFill>
            <a:schemeClr val="accent6"/>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55" name="Rectangle 54">
            <a:hlinkClick r:id="rId18" action="ppaction://hlinksldjump"/>
            <a:extLst>
              <a:ext uri="{FF2B5EF4-FFF2-40B4-BE49-F238E27FC236}">
                <a16:creationId xmlns:a16="http://schemas.microsoft.com/office/drawing/2014/main" id="{DB6583DF-5C7F-0C0C-0C62-073E95404201}"/>
              </a:ext>
            </a:extLst>
          </p:cNvPr>
          <p:cNvSpPr/>
          <p:nvPr/>
        </p:nvSpPr>
        <p:spPr bwMode="gray">
          <a:xfrm>
            <a:off x="10346101"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56" name="Rectangle 55">
            <a:hlinkClick r:id="rId19" action="ppaction://hlinksldjump"/>
            <a:extLst>
              <a:ext uri="{FF2B5EF4-FFF2-40B4-BE49-F238E27FC236}">
                <a16:creationId xmlns:a16="http://schemas.microsoft.com/office/drawing/2014/main" id="{E2AC2A73-8685-2060-03AA-EAF83C444084}"/>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371625613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000A0BE-B424-033E-2B49-D53F2808AE91}"/>
              </a:ext>
            </a:extLst>
          </p:cNvPr>
          <p:cNvGraphicFramePr>
            <a:graphicFrameLocks noChangeAspect="1"/>
          </p:cNvGraphicFramePr>
          <p:nvPr>
            <p:custDataLst>
              <p:tags r:id="rId1"/>
            </p:custDataLst>
            <p:extLst>
              <p:ext uri="{D42A27DB-BD31-4B8C-83A1-F6EECF244321}">
                <p14:modId xmlns:p14="http://schemas.microsoft.com/office/powerpoint/2010/main" val="30266303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7" name="think-cell data - do not delete" hidden="1">
                        <a:extLst>
                          <a:ext uri="{FF2B5EF4-FFF2-40B4-BE49-F238E27FC236}">
                            <a16:creationId xmlns:a16="http://schemas.microsoft.com/office/drawing/2014/main" id="{E000A0BE-B424-033E-2B49-D53F2808AE9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6" name="Freeform 21">
            <a:extLst>
              <a:ext uri="{FF2B5EF4-FFF2-40B4-BE49-F238E27FC236}">
                <a16:creationId xmlns:a16="http://schemas.microsoft.com/office/drawing/2014/main" id="{DF3CF12B-918A-A276-CD2A-4013418A22A3}"/>
              </a:ext>
            </a:extLst>
          </p:cNvPr>
          <p:cNvSpPr/>
          <p:nvPr/>
        </p:nvSpPr>
        <p:spPr bwMode="gray">
          <a:xfrm rot="16200000">
            <a:off x="-1111212" y="1914501"/>
            <a:ext cx="4441643" cy="2219218"/>
          </a:xfrm>
          <a:custGeom>
            <a:avLst/>
            <a:gdLst>
              <a:gd name="connsiteX0" fmla="*/ 1243 w 2960686"/>
              <a:gd name="connsiteY0" fmla="*/ 0 h 1504949"/>
              <a:gd name="connsiteX1" fmla="*/ 2959444 w 2960686"/>
              <a:gd name="connsiteY1" fmla="*/ 0 h 1504949"/>
              <a:gd name="connsiteX2" fmla="*/ 2960686 w 2960686"/>
              <a:gd name="connsiteY2" fmla="*/ 24606 h 1504949"/>
              <a:gd name="connsiteX3" fmla="*/ 1480343 w 2960686"/>
              <a:gd name="connsiteY3" fmla="*/ 1504949 h 1504949"/>
              <a:gd name="connsiteX4" fmla="*/ 0 w 2960686"/>
              <a:gd name="connsiteY4" fmla="*/ 24606 h 1504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686" h="1504949">
                <a:moveTo>
                  <a:pt x="1243" y="0"/>
                </a:moveTo>
                <a:lnTo>
                  <a:pt x="2959444" y="0"/>
                </a:lnTo>
                <a:lnTo>
                  <a:pt x="2960686" y="24606"/>
                </a:lnTo>
                <a:cubicBezTo>
                  <a:pt x="2960686" y="842177"/>
                  <a:pt x="2297914" y="1504949"/>
                  <a:pt x="1480343" y="1504949"/>
                </a:cubicBezTo>
                <a:cubicBezTo>
                  <a:pt x="662772" y="1504949"/>
                  <a:pt x="0" y="842177"/>
                  <a:pt x="0" y="24606"/>
                </a:cubicBezTo>
                <a:close/>
              </a:path>
            </a:pathLst>
          </a:custGeom>
          <a:solidFill>
            <a:srgbClr val="00768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6D105524-A061-1277-4C16-3C3333520C31}"/>
              </a:ext>
            </a:extLst>
          </p:cNvPr>
          <p:cNvSpPr txBox="1"/>
          <p:nvPr/>
        </p:nvSpPr>
        <p:spPr>
          <a:xfrm>
            <a:off x="94413" y="2382497"/>
            <a:ext cx="1982912"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solidFill>
                  <a:prstClr val="white"/>
                </a:solidFill>
                <a:latin typeface="Aptos" panose="020B0004020202020204" pitchFamily="34" charset="0"/>
                <a:ea typeface="Verdana" panose="020B0604030504040204" pitchFamily="34" charset="0"/>
              </a:rPr>
              <a:t>Key Imperatives Project Management and Investment Monitoring</a:t>
            </a:r>
            <a:endParaRPr kumimoji="0" lang="en-US"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grpSp>
        <p:nvGrpSpPr>
          <p:cNvPr id="32" name="Group 31">
            <a:extLst>
              <a:ext uri="{FF2B5EF4-FFF2-40B4-BE49-F238E27FC236}">
                <a16:creationId xmlns:a16="http://schemas.microsoft.com/office/drawing/2014/main" id="{03D897BF-52AF-2F75-C7F4-D16045FDB077}"/>
              </a:ext>
            </a:extLst>
          </p:cNvPr>
          <p:cNvGrpSpPr/>
          <p:nvPr/>
        </p:nvGrpSpPr>
        <p:grpSpPr>
          <a:xfrm>
            <a:off x="1463318" y="1254808"/>
            <a:ext cx="457200" cy="457200"/>
            <a:chOff x="3371106" y="2290287"/>
            <a:chExt cx="457200" cy="457200"/>
          </a:xfrm>
        </p:grpSpPr>
        <p:sp>
          <p:nvSpPr>
            <p:cNvPr id="33" name="Oval 32">
              <a:extLst>
                <a:ext uri="{FF2B5EF4-FFF2-40B4-BE49-F238E27FC236}">
                  <a16:creationId xmlns:a16="http://schemas.microsoft.com/office/drawing/2014/main" id="{482CEB1C-95B6-40D6-BCF5-9AD55546ACB9}"/>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4" name="Oval 33">
              <a:extLst>
                <a:ext uri="{FF2B5EF4-FFF2-40B4-BE49-F238E27FC236}">
                  <a16:creationId xmlns:a16="http://schemas.microsoft.com/office/drawing/2014/main" id="{EA20B16E-11B7-8FDF-7A90-F886B2A52859}"/>
                </a:ext>
              </a:extLst>
            </p:cNvPr>
            <p:cNvSpPr/>
            <p:nvPr/>
          </p:nvSpPr>
          <p:spPr bwMode="gray">
            <a:xfrm>
              <a:off x="3416826" y="2336007"/>
              <a:ext cx="365760" cy="365760"/>
            </a:xfrm>
            <a:prstGeom prst="ellipse">
              <a:avLst/>
            </a:prstGeom>
            <a:solidFill>
              <a:srgbClr val="0076A8"/>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5" name="Group 34">
            <a:extLst>
              <a:ext uri="{FF2B5EF4-FFF2-40B4-BE49-F238E27FC236}">
                <a16:creationId xmlns:a16="http://schemas.microsoft.com/office/drawing/2014/main" id="{87E8719B-AB1F-1A2E-914E-9F72FAEACAC9}"/>
              </a:ext>
            </a:extLst>
          </p:cNvPr>
          <p:cNvGrpSpPr/>
          <p:nvPr/>
        </p:nvGrpSpPr>
        <p:grpSpPr>
          <a:xfrm>
            <a:off x="1884328" y="2102427"/>
            <a:ext cx="457200" cy="457200"/>
            <a:chOff x="3371106" y="2290287"/>
            <a:chExt cx="457200" cy="457200"/>
          </a:xfrm>
        </p:grpSpPr>
        <p:sp>
          <p:nvSpPr>
            <p:cNvPr id="36" name="Oval 35">
              <a:extLst>
                <a:ext uri="{FF2B5EF4-FFF2-40B4-BE49-F238E27FC236}">
                  <a16:creationId xmlns:a16="http://schemas.microsoft.com/office/drawing/2014/main" id="{EF6A18F7-456B-AB08-7C4E-FA66B03BF7DC}"/>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id="{05901D91-B9AA-F72E-516C-AEA192CCEA8B}"/>
                </a:ext>
              </a:extLst>
            </p:cNvPr>
            <p:cNvSpPr/>
            <p:nvPr/>
          </p:nvSpPr>
          <p:spPr bwMode="gray">
            <a:xfrm>
              <a:off x="3416826" y="2336007"/>
              <a:ext cx="365760" cy="365760"/>
            </a:xfrm>
            <a:prstGeom prst="ellipse">
              <a:avLst/>
            </a:prstGeom>
            <a:solidFill>
              <a:schemeClr val="accent2"/>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8" name="Group 37">
            <a:extLst>
              <a:ext uri="{FF2B5EF4-FFF2-40B4-BE49-F238E27FC236}">
                <a16:creationId xmlns:a16="http://schemas.microsoft.com/office/drawing/2014/main" id="{6F4F2F48-5A17-FA48-CE47-CEF09C4EF34B}"/>
              </a:ext>
            </a:extLst>
          </p:cNvPr>
          <p:cNvGrpSpPr/>
          <p:nvPr/>
        </p:nvGrpSpPr>
        <p:grpSpPr>
          <a:xfrm>
            <a:off x="1931319" y="3083408"/>
            <a:ext cx="457200" cy="457200"/>
            <a:chOff x="3371106" y="2290287"/>
            <a:chExt cx="457200" cy="457200"/>
          </a:xfrm>
        </p:grpSpPr>
        <p:sp>
          <p:nvSpPr>
            <p:cNvPr id="39" name="Oval 38">
              <a:extLst>
                <a:ext uri="{FF2B5EF4-FFF2-40B4-BE49-F238E27FC236}">
                  <a16:creationId xmlns:a16="http://schemas.microsoft.com/office/drawing/2014/main" id="{93543423-542D-D9A9-9355-3148CCBEFF44}"/>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40" name="Oval 39">
              <a:extLst>
                <a:ext uri="{FF2B5EF4-FFF2-40B4-BE49-F238E27FC236}">
                  <a16:creationId xmlns:a16="http://schemas.microsoft.com/office/drawing/2014/main" id="{9B77119F-EA8E-6797-B8B4-23B61BE713DF}"/>
                </a:ext>
              </a:extLst>
            </p:cNvPr>
            <p:cNvSpPr/>
            <p:nvPr/>
          </p:nvSpPr>
          <p:spPr bwMode="gray">
            <a:xfrm>
              <a:off x="3416826" y="2336007"/>
              <a:ext cx="365760" cy="365760"/>
            </a:xfrm>
            <a:prstGeom prst="ellipse">
              <a:avLst/>
            </a:prstGeom>
            <a:solidFill>
              <a:srgbClr val="004F59"/>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1" name="Group 40">
            <a:extLst>
              <a:ext uri="{FF2B5EF4-FFF2-40B4-BE49-F238E27FC236}">
                <a16:creationId xmlns:a16="http://schemas.microsoft.com/office/drawing/2014/main" id="{C520D4E6-B2FF-634F-7306-E462EBCD0667}"/>
              </a:ext>
            </a:extLst>
          </p:cNvPr>
          <p:cNvGrpSpPr/>
          <p:nvPr/>
        </p:nvGrpSpPr>
        <p:grpSpPr>
          <a:xfrm>
            <a:off x="1618069" y="4004789"/>
            <a:ext cx="457200" cy="457200"/>
            <a:chOff x="3371106" y="2290287"/>
            <a:chExt cx="457200" cy="457200"/>
          </a:xfrm>
        </p:grpSpPr>
        <p:sp>
          <p:nvSpPr>
            <p:cNvPr id="42" name="Oval 41">
              <a:extLst>
                <a:ext uri="{FF2B5EF4-FFF2-40B4-BE49-F238E27FC236}">
                  <a16:creationId xmlns:a16="http://schemas.microsoft.com/office/drawing/2014/main" id="{5F5B8CB7-2578-57CE-0D24-CD67D6D6679E}"/>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43" name="Oval 42">
              <a:extLst>
                <a:ext uri="{FF2B5EF4-FFF2-40B4-BE49-F238E27FC236}">
                  <a16:creationId xmlns:a16="http://schemas.microsoft.com/office/drawing/2014/main" id="{74A066CD-0E48-2EFE-DC5C-CA0BCB2F50DB}"/>
                </a:ext>
              </a:extLst>
            </p:cNvPr>
            <p:cNvSpPr/>
            <p:nvPr/>
          </p:nvSpPr>
          <p:spPr bwMode="gray">
            <a:xfrm>
              <a:off x="3416826" y="2336007"/>
              <a:ext cx="365760" cy="365760"/>
            </a:xfrm>
            <a:prstGeom prst="ellipse">
              <a:avLst/>
            </a:prstGeom>
            <a:solidFill>
              <a:srgbClr val="046A38"/>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sp>
        <p:nvSpPr>
          <p:cNvPr id="145" name="Rectangle: Rounded Corners 144">
            <a:extLst>
              <a:ext uri="{FF2B5EF4-FFF2-40B4-BE49-F238E27FC236}">
                <a16:creationId xmlns:a16="http://schemas.microsoft.com/office/drawing/2014/main" id="{E851B819-D508-F3D9-0989-0EEB911666BC}"/>
              </a:ext>
            </a:extLst>
          </p:cNvPr>
          <p:cNvSpPr/>
          <p:nvPr/>
        </p:nvSpPr>
        <p:spPr bwMode="gray">
          <a:xfrm>
            <a:off x="2634202" y="2796880"/>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46" name="Rectangle: Rounded Corners 145">
            <a:extLst>
              <a:ext uri="{FF2B5EF4-FFF2-40B4-BE49-F238E27FC236}">
                <a16:creationId xmlns:a16="http://schemas.microsoft.com/office/drawing/2014/main" id="{2D8DEAAD-5F03-C4D1-19A8-6C2C4C0D33BE}"/>
              </a:ext>
            </a:extLst>
          </p:cNvPr>
          <p:cNvSpPr/>
          <p:nvPr/>
        </p:nvSpPr>
        <p:spPr bwMode="gray">
          <a:xfrm>
            <a:off x="2727043" y="2911278"/>
            <a:ext cx="457200" cy="557784"/>
          </a:xfrm>
          <a:prstGeom prst="roundRect">
            <a:avLst/>
          </a:prstGeom>
          <a:solidFill>
            <a:srgbClr val="004F5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3</a:t>
            </a:r>
          </a:p>
        </p:txBody>
      </p:sp>
      <p:sp>
        <p:nvSpPr>
          <p:cNvPr id="148" name="Rectangle: Rounded Corners 147">
            <a:extLst>
              <a:ext uri="{FF2B5EF4-FFF2-40B4-BE49-F238E27FC236}">
                <a16:creationId xmlns:a16="http://schemas.microsoft.com/office/drawing/2014/main" id="{1317167E-68C8-3F1E-80F3-AE946738F648}"/>
              </a:ext>
            </a:extLst>
          </p:cNvPr>
          <p:cNvSpPr/>
          <p:nvPr/>
        </p:nvSpPr>
        <p:spPr bwMode="gray">
          <a:xfrm>
            <a:off x="2651136" y="3766068"/>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49" name="Rectangle: Rounded Corners 148">
            <a:extLst>
              <a:ext uri="{FF2B5EF4-FFF2-40B4-BE49-F238E27FC236}">
                <a16:creationId xmlns:a16="http://schemas.microsoft.com/office/drawing/2014/main" id="{2FE3A4C1-8064-FA35-155E-9CF6683FBD2D}"/>
              </a:ext>
            </a:extLst>
          </p:cNvPr>
          <p:cNvSpPr/>
          <p:nvPr/>
        </p:nvSpPr>
        <p:spPr bwMode="gray">
          <a:xfrm>
            <a:off x="2735556" y="3842043"/>
            <a:ext cx="457200" cy="557784"/>
          </a:xfrm>
          <a:prstGeom prst="round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4</a:t>
            </a:r>
          </a:p>
        </p:txBody>
      </p:sp>
      <p:sp>
        <p:nvSpPr>
          <p:cNvPr id="160" name="Rectangle: Rounded Corners 159">
            <a:extLst>
              <a:ext uri="{FF2B5EF4-FFF2-40B4-BE49-F238E27FC236}">
                <a16:creationId xmlns:a16="http://schemas.microsoft.com/office/drawing/2014/main" id="{605AF3F0-2742-7515-F249-485DEBA54129}"/>
              </a:ext>
            </a:extLst>
          </p:cNvPr>
          <p:cNvSpPr/>
          <p:nvPr/>
        </p:nvSpPr>
        <p:spPr bwMode="gray">
          <a:xfrm>
            <a:off x="2627288" y="1838389"/>
            <a:ext cx="9098893" cy="79019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61" name="Rectangle: Rounded Corners 160">
            <a:extLst>
              <a:ext uri="{FF2B5EF4-FFF2-40B4-BE49-F238E27FC236}">
                <a16:creationId xmlns:a16="http://schemas.microsoft.com/office/drawing/2014/main" id="{6D5615E3-4E91-BE11-4F9A-A4FF9AA88C82}"/>
              </a:ext>
            </a:extLst>
          </p:cNvPr>
          <p:cNvSpPr/>
          <p:nvPr/>
        </p:nvSpPr>
        <p:spPr bwMode="gray">
          <a:xfrm>
            <a:off x="2749597" y="1966061"/>
            <a:ext cx="457200" cy="547829"/>
          </a:xfrm>
          <a:prstGeom prst="round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2</a:t>
            </a:r>
          </a:p>
        </p:txBody>
      </p:sp>
      <p:sp>
        <p:nvSpPr>
          <p:cNvPr id="166" name="Rectangle: Rounded Corners 165">
            <a:extLst>
              <a:ext uri="{FF2B5EF4-FFF2-40B4-BE49-F238E27FC236}">
                <a16:creationId xmlns:a16="http://schemas.microsoft.com/office/drawing/2014/main" id="{C082379D-EBAA-6097-3E35-B41DF30176BE}"/>
              </a:ext>
            </a:extLst>
          </p:cNvPr>
          <p:cNvSpPr/>
          <p:nvPr/>
        </p:nvSpPr>
        <p:spPr bwMode="gray">
          <a:xfrm>
            <a:off x="2627289" y="835845"/>
            <a:ext cx="9098893" cy="83973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67" name="Rectangle: Rounded Corners 166">
            <a:extLst>
              <a:ext uri="{FF2B5EF4-FFF2-40B4-BE49-F238E27FC236}">
                <a16:creationId xmlns:a16="http://schemas.microsoft.com/office/drawing/2014/main" id="{CE5836F5-8606-BD14-F2DC-20896B5399BA}"/>
              </a:ext>
            </a:extLst>
          </p:cNvPr>
          <p:cNvSpPr/>
          <p:nvPr/>
        </p:nvSpPr>
        <p:spPr bwMode="gray">
          <a:xfrm>
            <a:off x="2767048" y="994008"/>
            <a:ext cx="457200" cy="539349"/>
          </a:xfrm>
          <a:prstGeom prst="roundRect">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1</a:t>
            </a:r>
          </a:p>
        </p:txBody>
      </p:sp>
      <p:sp>
        <p:nvSpPr>
          <p:cNvPr id="179" name="Rectangle: Rounded Corners 178">
            <a:extLst>
              <a:ext uri="{FF2B5EF4-FFF2-40B4-BE49-F238E27FC236}">
                <a16:creationId xmlns:a16="http://schemas.microsoft.com/office/drawing/2014/main" id="{68DA7948-DECB-BE63-0E86-791CF8E6CA20}"/>
              </a:ext>
            </a:extLst>
          </p:cNvPr>
          <p:cNvSpPr/>
          <p:nvPr/>
        </p:nvSpPr>
        <p:spPr bwMode="gray">
          <a:xfrm>
            <a:off x="3267450" y="979250"/>
            <a:ext cx="2215216" cy="557339"/>
          </a:xfrm>
          <a:prstGeom prst="roundRect">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a:solidFill>
                  <a:prstClr val="white"/>
                </a:solidFill>
                <a:latin typeface="Verdana" panose="020B0604030504040204" pitchFamily="34" charset="0"/>
                <a:ea typeface="Verdana" panose="020B0604030504040204" pitchFamily="34" charset="0"/>
              </a:rPr>
              <a:t>Planning and financing</a:t>
            </a: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	</a:t>
            </a:r>
          </a:p>
        </p:txBody>
      </p:sp>
      <p:sp>
        <p:nvSpPr>
          <p:cNvPr id="180" name="Rectangle: Rounded Corners 179">
            <a:extLst>
              <a:ext uri="{FF2B5EF4-FFF2-40B4-BE49-F238E27FC236}">
                <a16:creationId xmlns:a16="http://schemas.microsoft.com/office/drawing/2014/main" id="{A32D3E9F-5F5B-6F3D-7C1F-90AC99CF84AD}"/>
              </a:ext>
            </a:extLst>
          </p:cNvPr>
          <p:cNvSpPr/>
          <p:nvPr/>
        </p:nvSpPr>
        <p:spPr bwMode="gray">
          <a:xfrm>
            <a:off x="5479314" y="941426"/>
            <a:ext cx="6052034" cy="457200"/>
          </a:xfrm>
          <a:prstGeom prst="roundRect">
            <a:avLst/>
          </a:prstGeom>
          <a:no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81" name="Rectangle: Rounded Corners 180">
            <a:extLst>
              <a:ext uri="{FF2B5EF4-FFF2-40B4-BE49-F238E27FC236}">
                <a16:creationId xmlns:a16="http://schemas.microsoft.com/office/drawing/2014/main" id="{0AF8D90B-61E5-6F3C-E6B2-D0252295335C}"/>
              </a:ext>
            </a:extLst>
          </p:cNvPr>
          <p:cNvSpPr/>
          <p:nvPr/>
        </p:nvSpPr>
        <p:spPr bwMode="gray">
          <a:xfrm>
            <a:off x="3258936" y="2918497"/>
            <a:ext cx="2227961" cy="557784"/>
          </a:xfrm>
          <a:prstGeom prst="roundRect">
            <a:avLst/>
          </a:prstGeom>
          <a:solidFill>
            <a:srgbClr val="004F5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Statutory &amp; Regulatory </a:t>
            </a:r>
          </a:p>
        </p:txBody>
      </p:sp>
      <p:sp>
        <p:nvSpPr>
          <p:cNvPr id="182" name="Rectangle: Rounded Corners 181">
            <a:extLst>
              <a:ext uri="{FF2B5EF4-FFF2-40B4-BE49-F238E27FC236}">
                <a16:creationId xmlns:a16="http://schemas.microsoft.com/office/drawing/2014/main" id="{15A60425-3BA0-731F-5B3E-74BFE90A6C47}"/>
              </a:ext>
            </a:extLst>
          </p:cNvPr>
          <p:cNvSpPr/>
          <p:nvPr/>
        </p:nvSpPr>
        <p:spPr bwMode="gray">
          <a:xfrm>
            <a:off x="5489825" y="2970892"/>
            <a:ext cx="5960739" cy="457200"/>
          </a:xfrm>
          <a:prstGeom prst="roundRect">
            <a:avLst/>
          </a:prstGeom>
          <a:noFill/>
          <a:ln w="19050" algn="ctr">
            <a:noFill/>
            <a:miter lim="800000"/>
            <a:headEnd/>
            <a:tailEnd/>
          </a:ln>
        </p:spPr>
        <p:txBody>
          <a:bodyPr wrap="square" lIns="88900" tIns="88900" rIns="88900" bIns="88900" rtlCol="0" anchor="ctr"/>
          <a:lstStyle/>
          <a:p>
            <a:r>
              <a:rPr lang="en-US" sz="1200" dirty="0">
                <a:latin typeface="Verdana" panose="020B0604030504040204" pitchFamily="34" charset="0"/>
                <a:ea typeface="Verdana" panose="020B0604030504040204" pitchFamily="34" charset="0"/>
              </a:rPr>
              <a:t>Environmental clearances, Pollution control, Land Acquisition. CAPEX approved through regulators</a:t>
            </a:r>
          </a:p>
        </p:txBody>
      </p:sp>
      <p:sp>
        <p:nvSpPr>
          <p:cNvPr id="183" name="Rectangle: Rounded Corners 182">
            <a:extLst>
              <a:ext uri="{FF2B5EF4-FFF2-40B4-BE49-F238E27FC236}">
                <a16:creationId xmlns:a16="http://schemas.microsoft.com/office/drawing/2014/main" id="{628F5FE4-6060-DB6C-F1C3-51121D503E78}"/>
              </a:ext>
            </a:extLst>
          </p:cNvPr>
          <p:cNvSpPr/>
          <p:nvPr/>
        </p:nvSpPr>
        <p:spPr bwMode="gray">
          <a:xfrm>
            <a:off x="3267449" y="3844382"/>
            <a:ext cx="2227961" cy="557784"/>
          </a:xfrm>
          <a:prstGeom prst="round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Reporting and Data</a:t>
            </a:r>
          </a:p>
        </p:txBody>
      </p:sp>
      <p:sp>
        <p:nvSpPr>
          <p:cNvPr id="185" name="Rectangle: Rounded Corners 184">
            <a:extLst>
              <a:ext uri="{FF2B5EF4-FFF2-40B4-BE49-F238E27FC236}">
                <a16:creationId xmlns:a16="http://schemas.microsoft.com/office/drawing/2014/main" id="{892C13DD-0D9B-242E-53D3-8B90567E039D}"/>
              </a:ext>
            </a:extLst>
          </p:cNvPr>
          <p:cNvSpPr/>
          <p:nvPr/>
        </p:nvSpPr>
        <p:spPr bwMode="gray">
          <a:xfrm>
            <a:off x="5519566" y="3906600"/>
            <a:ext cx="5964447" cy="457200"/>
          </a:xfrm>
          <a:prstGeom prst="roundRect">
            <a:avLst/>
          </a:prstGeom>
          <a:noFill/>
          <a:ln w="19050" algn="ctr">
            <a:noFill/>
            <a:miter lim="800000"/>
            <a:headEnd/>
            <a:tailEnd/>
          </a:ln>
        </p:spPr>
        <p:txBody>
          <a:bodyPr wrap="square" lIns="88900" tIns="88900" rIns="88900" bIns="88900" rtlCol="0" anchor="ctr"/>
          <a:lstStyle/>
          <a:p>
            <a:r>
              <a:rPr lang="en-US" sz="1200">
                <a:latin typeface="Verdana" panose="020B0604030504040204" pitchFamily="34" charset="0"/>
                <a:ea typeface="Verdana" panose="020B0604030504040204" pitchFamily="34" charset="0"/>
              </a:rPr>
              <a:t>Design and Implementation, time and cost optimization, information flow in digitized environment</a:t>
            </a:r>
          </a:p>
        </p:txBody>
      </p:sp>
      <p:sp>
        <p:nvSpPr>
          <p:cNvPr id="188" name="Rectangle: Rounded Corners 187">
            <a:extLst>
              <a:ext uri="{FF2B5EF4-FFF2-40B4-BE49-F238E27FC236}">
                <a16:creationId xmlns:a16="http://schemas.microsoft.com/office/drawing/2014/main" id="{5A91A37F-FAED-AA7F-1EFA-80A1E382F31C}"/>
              </a:ext>
            </a:extLst>
          </p:cNvPr>
          <p:cNvSpPr/>
          <p:nvPr/>
        </p:nvSpPr>
        <p:spPr bwMode="gray">
          <a:xfrm>
            <a:off x="3267449" y="1961016"/>
            <a:ext cx="2229131" cy="557784"/>
          </a:xfrm>
          <a:prstGeom prst="round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Documentation</a:t>
            </a:r>
            <a:endParaRPr kumimoji="0" lang="en-US" sz="13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p:txBody>
      </p:sp>
      <p:sp>
        <p:nvSpPr>
          <p:cNvPr id="189" name="Rectangle: Rounded Corners 188">
            <a:extLst>
              <a:ext uri="{FF2B5EF4-FFF2-40B4-BE49-F238E27FC236}">
                <a16:creationId xmlns:a16="http://schemas.microsoft.com/office/drawing/2014/main" id="{1519EAA3-6DD3-1534-D2DF-C7004C0352A0}"/>
              </a:ext>
            </a:extLst>
          </p:cNvPr>
          <p:cNvSpPr/>
          <p:nvPr/>
        </p:nvSpPr>
        <p:spPr bwMode="gray">
          <a:xfrm>
            <a:off x="5471289" y="1942154"/>
            <a:ext cx="6030258" cy="600451"/>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rPr>
              <a:t>Multiple contract, different project lifecycles, DVCs aspiration for renewables, comprehensive task allocations for project objectives</a:t>
            </a:r>
            <a:r>
              <a:rPr lang="en-US" sz="1200">
                <a:latin typeface="Verdana" panose="020B0604030504040204" pitchFamily="34" charset="0"/>
                <a:ea typeface="Verdana" panose="020B0604030504040204" pitchFamily="34" charset="0"/>
              </a:rPr>
              <a:t>. </a:t>
            </a:r>
            <a:endParaRPr kumimoji="0" lang="en-US" sz="12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13" name="Freeform 26">
            <a:extLst>
              <a:ext uri="{FF2B5EF4-FFF2-40B4-BE49-F238E27FC236}">
                <a16:creationId xmlns:a16="http://schemas.microsoft.com/office/drawing/2014/main" id="{E063F12E-5ED0-9052-A6DD-7566C57EB93E}"/>
              </a:ext>
            </a:extLst>
          </p:cNvPr>
          <p:cNvSpPr>
            <a:spLocks noEditPoints="1"/>
          </p:cNvSpPr>
          <p:nvPr/>
        </p:nvSpPr>
        <p:spPr bwMode="auto">
          <a:xfrm>
            <a:off x="1359413" y="4736232"/>
            <a:ext cx="4119901"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000">
              <a:solidFill>
                <a:schemeClr val="bg1"/>
              </a:solidFill>
              <a:latin typeface="Verdana" panose="020B0604030504040204" pitchFamily="34" charset="0"/>
              <a:ea typeface="Verdana" panose="020B0604030504040204" pitchFamily="34" charset="0"/>
            </a:endParaRPr>
          </a:p>
        </p:txBody>
      </p:sp>
      <p:sp>
        <p:nvSpPr>
          <p:cNvPr id="15" name="TextBox 14">
            <a:extLst>
              <a:ext uri="{FF2B5EF4-FFF2-40B4-BE49-F238E27FC236}">
                <a16:creationId xmlns:a16="http://schemas.microsoft.com/office/drawing/2014/main" id="{19A1DA66-4983-1F7D-07BB-3979422207D8}"/>
              </a:ext>
            </a:extLst>
          </p:cNvPr>
          <p:cNvSpPr txBox="1"/>
          <p:nvPr/>
        </p:nvSpPr>
        <p:spPr>
          <a:xfrm>
            <a:off x="1701067" y="4971383"/>
            <a:ext cx="3453470" cy="415498"/>
          </a:xfrm>
          <a:prstGeom prst="rect">
            <a:avLst/>
          </a:prstGeom>
          <a:noFill/>
        </p:spPr>
        <p:txBody>
          <a:bodyPr wrap="square">
            <a:spAutoFit/>
          </a:bodyPr>
          <a:lstStyle/>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Shortfall of INR 337 crores</a:t>
            </a:r>
            <a:r>
              <a:rPr lang="en-US" sz="1050" baseline="30000">
                <a:latin typeface="Verdana" panose="020B0604030504040204" pitchFamily="34" charset="0"/>
                <a:ea typeface="Verdana" panose="020B0604030504040204" pitchFamily="34" charset="0"/>
              </a:rPr>
              <a:t>1</a:t>
            </a:r>
            <a:r>
              <a:rPr lang="en-US" sz="1050">
                <a:latin typeface="Verdana" panose="020B0604030504040204" pitchFamily="34" charset="0"/>
                <a:ea typeface="Verdana" panose="020B0604030504040204" pitchFamily="34" charset="0"/>
              </a:rPr>
              <a:t> in CAPEX targets due to non finalization of tender on time</a:t>
            </a:r>
          </a:p>
        </p:txBody>
      </p:sp>
      <p:sp>
        <p:nvSpPr>
          <p:cNvPr id="16" name="Rectangle: Rounded Corners 15">
            <a:extLst>
              <a:ext uri="{FF2B5EF4-FFF2-40B4-BE49-F238E27FC236}">
                <a16:creationId xmlns:a16="http://schemas.microsoft.com/office/drawing/2014/main" id="{660B5599-1A40-267F-3C5F-92FC9D267449}"/>
              </a:ext>
            </a:extLst>
          </p:cNvPr>
          <p:cNvSpPr/>
          <p:nvPr/>
        </p:nvSpPr>
        <p:spPr bwMode="gray">
          <a:xfrm>
            <a:off x="5498353" y="1014787"/>
            <a:ext cx="6307295" cy="515433"/>
          </a:xfrm>
          <a:prstGeom prst="roundRect">
            <a:avLst/>
          </a:prstGeom>
          <a:noFill/>
          <a:ln w="19050" algn="ctr">
            <a:noFill/>
            <a:miter lim="800000"/>
            <a:headEnd/>
            <a:tailEnd/>
          </a:ln>
        </p:spPr>
        <p:txBody>
          <a:bodyPr wrap="square" lIns="88900" tIns="88900" rIns="88900" bIns="88900" rtlCol="0" anchor="ctr"/>
          <a:lstStyle/>
          <a:p>
            <a:r>
              <a:rPr lang="en-US" sz="1200">
                <a:latin typeface="Verdana" panose="020B0604030504040204" pitchFamily="34" charset="0"/>
                <a:ea typeface="Verdana" panose="020B0604030504040204" pitchFamily="34" charset="0"/>
              </a:rPr>
              <a:t>Defining scope, setting up practical timelines, arranging finances at low cost, steady equity requirement</a:t>
            </a:r>
          </a:p>
        </p:txBody>
      </p:sp>
      <p:pic>
        <p:nvPicPr>
          <p:cNvPr id="12" name="Picture 8" descr="Pin PNG transparent image download, size: 512x512px">
            <a:extLst>
              <a:ext uri="{FF2B5EF4-FFF2-40B4-BE49-F238E27FC236}">
                <a16:creationId xmlns:a16="http://schemas.microsoft.com/office/drawing/2014/main" id="{B0E31E4B-4127-0ED3-9533-F33AF9367E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11660" y="178803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8" descr="Pin PNG transparent image download, size: 512x512px">
            <a:extLst>
              <a:ext uri="{FF2B5EF4-FFF2-40B4-BE49-F238E27FC236}">
                <a16:creationId xmlns:a16="http://schemas.microsoft.com/office/drawing/2014/main" id="{E9761891-C5D2-A970-D285-8212F47699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4043" y="2725629"/>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8" descr="Pin PNG transparent image download, size: 512x512px">
            <a:extLst>
              <a:ext uri="{FF2B5EF4-FFF2-40B4-BE49-F238E27FC236}">
                <a16:creationId xmlns:a16="http://schemas.microsoft.com/office/drawing/2014/main" id="{DEB65B76-023E-55F4-62AC-4A37F29ADF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3816" y="77023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8" descr="Pin PNG transparent image download, size: 512x512px">
            <a:extLst>
              <a:ext uri="{FF2B5EF4-FFF2-40B4-BE49-F238E27FC236}">
                <a16:creationId xmlns:a16="http://schemas.microsoft.com/office/drawing/2014/main" id="{C1960BC8-83CA-32A1-BECA-DE397496C5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06638" y="3617853"/>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141" name="TextBox 140">
            <a:extLst>
              <a:ext uri="{FF2B5EF4-FFF2-40B4-BE49-F238E27FC236}">
                <a16:creationId xmlns:a16="http://schemas.microsoft.com/office/drawing/2014/main" id="{BB9781AA-7BFC-FC68-D891-DFA0919E02FB}"/>
              </a:ext>
            </a:extLst>
          </p:cNvPr>
          <p:cNvSpPr txBox="1"/>
          <p:nvPr/>
        </p:nvSpPr>
        <p:spPr>
          <a:xfrm>
            <a:off x="2978197" y="6551821"/>
            <a:ext cx="3333393" cy="230832"/>
          </a:xfrm>
          <a:prstGeom prst="rect">
            <a:avLst/>
          </a:prstGeom>
          <a:noFill/>
        </p:spPr>
        <p:txBody>
          <a:bodyPr wrap="square">
            <a:spAutoFit/>
          </a:bodyPr>
          <a:lstStyle/>
          <a:p>
            <a:pPr algn="ctr"/>
            <a:r>
              <a:rPr lang="en-US" sz="900">
                <a:latin typeface="Verdana" panose="020B0604030504040204" pitchFamily="34" charset="0"/>
                <a:ea typeface="Verdana" panose="020B0604030504040204" pitchFamily="34" charset="0"/>
              </a:rPr>
              <a:t>1,2: DVC Annual Report 2023-24</a:t>
            </a:r>
          </a:p>
        </p:txBody>
      </p:sp>
      <p:sp>
        <p:nvSpPr>
          <p:cNvPr id="143" name="Freeform 26">
            <a:extLst>
              <a:ext uri="{FF2B5EF4-FFF2-40B4-BE49-F238E27FC236}">
                <a16:creationId xmlns:a16="http://schemas.microsoft.com/office/drawing/2014/main" id="{83E5239D-F77E-1865-90D2-D4C5698967BF}"/>
              </a:ext>
            </a:extLst>
          </p:cNvPr>
          <p:cNvSpPr>
            <a:spLocks noEditPoints="1"/>
          </p:cNvSpPr>
          <p:nvPr/>
        </p:nvSpPr>
        <p:spPr bwMode="auto">
          <a:xfrm>
            <a:off x="5616474" y="4723621"/>
            <a:ext cx="2987729"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endParaRPr lang="en-US" sz="1000">
              <a:solidFill>
                <a:schemeClr val="bg1"/>
              </a:solidFill>
              <a:latin typeface="Verdana" panose="020B0604030504040204" pitchFamily="34" charset="0"/>
              <a:ea typeface="Verdana" panose="020B0604030504040204" pitchFamily="34" charset="0"/>
            </a:endParaRPr>
          </a:p>
        </p:txBody>
      </p:sp>
      <p:sp>
        <p:nvSpPr>
          <p:cNvPr id="153" name="TextBox 152">
            <a:extLst>
              <a:ext uri="{FF2B5EF4-FFF2-40B4-BE49-F238E27FC236}">
                <a16:creationId xmlns:a16="http://schemas.microsoft.com/office/drawing/2014/main" id="{A40EE02E-133D-2414-6058-F3D59CD17DF3}"/>
              </a:ext>
            </a:extLst>
          </p:cNvPr>
          <p:cNvSpPr txBox="1"/>
          <p:nvPr/>
        </p:nvSpPr>
        <p:spPr>
          <a:xfrm>
            <a:off x="5914200" y="4940834"/>
            <a:ext cx="2355987" cy="577081"/>
          </a:xfrm>
          <a:prstGeom prst="rect">
            <a:avLst/>
          </a:prstGeom>
          <a:noFill/>
        </p:spPr>
        <p:txBody>
          <a:bodyPr wrap="square">
            <a:spAutoFit/>
          </a:bodyPr>
          <a:lstStyle/>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20 projects closed</a:t>
            </a:r>
            <a:r>
              <a:rPr lang="en-US" sz="1050" baseline="30000">
                <a:latin typeface="Verdana" panose="020B0604030504040204" pitchFamily="34" charset="0"/>
                <a:ea typeface="Verdana" panose="020B0604030504040204" pitchFamily="34" charset="0"/>
              </a:rPr>
              <a:t>2</a:t>
            </a:r>
            <a:r>
              <a:rPr lang="en-US" sz="1050">
                <a:latin typeface="Verdana" panose="020B0604030504040204" pitchFamily="34" charset="0"/>
                <a:ea typeface="Verdana" panose="020B0604030504040204" pitchFamily="34" charset="0"/>
              </a:rPr>
              <a:t> out of 25 scheduled for closure in FY 2023-24</a:t>
            </a:r>
          </a:p>
        </p:txBody>
      </p:sp>
      <p:sp>
        <p:nvSpPr>
          <p:cNvPr id="154" name="Freeform 26">
            <a:extLst>
              <a:ext uri="{FF2B5EF4-FFF2-40B4-BE49-F238E27FC236}">
                <a16:creationId xmlns:a16="http://schemas.microsoft.com/office/drawing/2014/main" id="{90F885FF-E37C-1B8E-E8E1-31620DA89D2D}"/>
              </a:ext>
            </a:extLst>
          </p:cNvPr>
          <p:cNvSpPr>
            <a:spLocks noEditPoints="1"/>
          </p:cNvSpPr>
          <p:nvPr/>
        </p:nvSpPr>
        <p:spPr bwMode="auto">
          <a:xfrm>
            <a:off x="8616525" y="4683507"/>
            <a:ext cx="3108621"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Regulatory disallowances of CAPEX </a:t>
            </a:r>
          </a:p>
          <a:p>
            <a:pPr algn="ctr" defTabSz="913686" fontAlgn="base">
              <a:spcBef>
                <a:spcPct val="0"/>
              </a:spcBef>
              <a:spcAft>
                <a:spcPct val="0"/>
              </a:spcAft>
            </a:pPr>
            <a:r>
              <a:rPr lang="en-US" sz="1050">
                <a:latin typeface="Verdana" panose="020B0604030504040204" pitchFamily="34" charset="0"/>
                <a:ea typeface="Verdana" panose="020B0604030504040204" pitchFamily="34" charset="0"/>
              </a:rPr>
              <a:t>impacts growth and profitability objectives         (JSERC rejection of 11kV CAPEX plan)</a:t>
            </a:r>
          </a:p>
        </p:txBody>
      </p:sp>
      <p:sp>
        <p:nvSpPr>
          <p:cNvPr id="174" name="Rectangle: Rounded Corners 173">
            <a:extLst>
              <a:ext uri="{FF2B5EF4-FFF2-40B4-BE49-F238E27FC236}">
                <a16:creationId xmlns:a16="http://schemas.microsoft.com/office/drawing/2014/main" id="{079A7155-4645-9ED0-2C4E-77EC3DB098A2}"/>
              </a:ext>
            </a:extLst>
          </p:cNvPr>
          <p:cNvSpPr/>
          <p:nvPr/>
        </p:nvSpPr>
        <p:spPr bwMode="gray">
          <a:xfrm>
            <a:off x="960699" y="5794366"/>
            <a:ext cx="10706927" cy="575819"/>
          </a:xfrm>
          <a:custGeom>
            <a:avLst/>
            <a:gdLst>
              <a:gd name="connsiteX0" fmla="*/ 0 w 10706927"/>
              <a:gd name="connsiteY0" fmla="*/ 0 h 575819"/>
              <a:gd name="connsiteX1" fmla="*/ 0 w 10706927"/>
              <a:gd name="connsiteY1" fmla="*/ 0 h 575819"/>
              <a:gd name="connsiteX2" fmla="*/ 455044 w 10706927"/>
              <a:gd name="connsiteY2" fmla="*/ 0 h 575819"/>
              <a:gd name="connsiteX3" fmla="*/ 1124227 w 10706927"/>
              <a:gd name="connsiteY3" fmla="*/ 0 h 575819"/>
              <a:gd name="connsiteX4" fmla="*/ 2007549 w 10706927"/>
              <a:gd name="connsiteY4" fmla="*/ 0 h 575819"/>
              <a:gd name="connsiteX5" fmla="*/ 2676732 w 10706927"/>
              <a:gd name="connsiteY5" fmla="*/ 0 h 575819"/>
              <a:gd name="connsiteX6" fmla="*/ 3131776 w 10706927"/>
              <a:gd name="connsiteY6" fmla="*/ 0 h 575819"/>
              <a:gd name="connsiteX7" fmla="*/ 3479751 w 10706927"/>
              <a:gd name="connsiteY7" fmla="*/ 0 h 575819"/>
              <a:gd name="connsiteX8" fmla="*/ 4363073 w 10706927"/>
              <a:gd name="connsiteY8" fmla="*/ 0 h 575819"/>
              <a:gd name="connsiteX9" fmla="*/ 5139325 w 10706927"/>
              <a:gd name="connsiteY9" fmla="*/ 0 h 575819"/>
              <a:gd name="connsiteX10" fmla="*/ 5594369 w 10706927"/>
              <a:gd name="connsiteY10" fmla="*/ 0 h 575819"/>
              <a:gd name="connsiteX11" fmla="*/ 5942344 w 10706927"/>
              <a:gd name="connsiteY11" fmla="*/ 0 h 575819"/>
              <a:gd name="connsiteX12" fmla="*/ 6825666 w 10706927"/>
              <a:gd name="connsiteY12" fmla="*/ 0 h 575819"/>
              <a:gd name="connsiteX13" fmla="*/ 7173641 w 10706927"/>
              <a:gd name="connsiteY13" fmla="*/ 0 h 575819"/>
              <a:gd name="connsiteX14" fmla="*/ 7628685 w 10706927"/>
              <a:gd name="connsiteY14" fmla="*/ 0 h 575819"/>
              <a:gd name="connsiteX15" fmla="*/ 8297868 w 10706927"/>
              <a:gd name="connsiteY15" fmla="*/ 0 h 575819"/>
              <a:gd name="connsiteX16" fmla="*/ 8752913 w 10706927"/>
              <a:gd name="connsiteY16" fmla="*/ 0 h 575819"/>
              <a:gd name="connsiteX17" fmla="*/ 9100888 w 10706927"/>
              <a:gd name="connsiteY17" fmla="*/ 0 h 575819"/>
              <a:gd name="connsiteX18" fmla="*/ 9663002 w 10706927"/>
              <a:gd name="connsiteY18" fmla="*/ 0 h 575819"/>
              <a:gd name="connsiteX19" fmla="*/ 10706927 w 10706927"/>
              <a:gd name="connsiteY19" fmla="*/ 0 h 575819"/>
              <a:gd name="connsiteX20" fmla="*/ 10706927 w 10706927"/>
              <a:gd name="connsiteY20" fmla="*/ 0 h 575819"/>
              <a:gd name="connsiteX21" fmla="*/ 10706927 w 10706927"/>
              <a:gd name="connsiteY21" fmla="*/ 575819 h 575819"/>
              <a:gd name="connsiteX22" fmla="*/ 10706927 w 10706927"/>
              <a:gd name="connsiteY22" fmla="*/ 575819 h 575819"/>
              <a:gd name="connsiteX23" fmla="*/ 10037744 w 10706927"/>
              <a:gd name="connsiteY23" fmla="*/ 575819 h 575819"/>
              <a:gd name="connsiteX24" fmla="*/ 9261492 w 10706927"/>
              <a:gd name="connsiteY24" fmla="*/ 575819 h 575819"/>
              <a:gd name="connsiteX25" fmla="*/ 8378170 w 10706927"/>
              <a:gd name="connsiteY25" fmla="*/ 575819 h 575819"/>
              <a:gd name="connsiteX26" fmla="*/ 7708987 w 10706927"/>
              <a:gd name="connsiteY26" fmla="*/ 575819 h 575819"/>
              <a:gd name="connsiteX27" fmla="*/ 7039805 w 10706927"/>
              <a:gd name="connsiteY27" fmla="*/ 575819 h 575819"/>
              <a:gd name="connsiteX28" fmla="*/ 6263552 w 10706927"/>
              <a:gd name="connsiteY28" fmla="*/ 575819 h 575819"/>
              <a:gd name="connsiteX29" fmla="*/ 5380231 w 10706927"/>
              <a:gd name="connsiteY29" fmla="*/ 575819 h 575819"/>
              <a:gd name="connsiteX30" fmla="*/ 5032256 w 10706927"/>
              <a:gd name="connsiteY30" fmla="*/ 575819 h 575819"/>
              <a:gd name="connsiteX31" fmla="*/ 4577211 w 10706927"/>
              <a:gd name="connsiteY31" fmla="*/ 575819 h 575819"/>
              <a:gd name="connsiteX32" fmla="*/ 4122167 w 10706927"/>
              <a:gd name="connsiteY32" fmla="*/ 575819 h 575819"/>
              <a:gd name="connsiteX33" fmla="*/ 3452984 w 10706927"/>
              <a:gd name="connsiteY33" fmla="*/ 575819 h 575819"/>
              <a:gd name="connsiteX34" fmla="*/ 2569662 w 10706927"/>
              <a:gd name="connsiteY34" fmla="*/ 575819 h 575819"/>
              <a:gd name="connsiteX35" fmla="*/ 2007549 w 10706927"/>
              <a:gd name="connsiteY35" fmla="*/ 575819 h 575819"/>
              <a:gd name="connsiteX36" fmla="*/ 1124227 w 10706927"/>
              <a:gd name="connsiteY36" fmla="*/ 575819 h 575819"/>
              <a:gd name="connsiteX37" fmla="*/ 0 w 10706927"/>
              <a:gd name="connsiteY37" fmla="*/ 575819 h 575819"/>
              <a:gd name="connsiteX38" fmla="*/ 0 w 10706927"/>
              <a:gd name="connsiteY38" fmla="*/ 575819 h 575819"/>
              <a:gd name="connsiteX39" fmla="*/ 0 w 10706927"/>
              <a:gd name="connsiteY39" fmla="*/ 0 h 575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0706927" h="575819" fill="none" extrusionOk="0">
                <a:moveTo>
                  <a:pt x="0" y="0"/>
                </a:moveTo>
                <a:lnTo>
                  <a:pt x="0" y="0"/>
                </a:lnTo>
                <a:cubicBezTo>
                  <a:pt x="171315" y="-1150"/>
                  <a:pt x="289989" y="-6153"/>
                  <a:pt x="455044" y="0"/>
                </a:cubicBezTo>
                <a:cubicBezTo>
                  <a:pt x="620099" y="6153"/>
                  <a:pt x="833373" y="31597"/>
                  <a:pt x="1124227" y="0"/>
                </a:cubicBezTo>
                <a:cubicBezTo>
                  <a:pt x="1415081" y="-31597"/>
                  <a:pt x="1691306" y="1667"/>
                  <a:pt x="2007549" y="0"/>
                </a:cubicBezTo>
                <a:cubicBezTo>
                  <a:pt x="2323792" y="-1667"/>
                  <a:pt x="2503076" y="2975"/>
                  <a:pt x="2676732" y="0"/>
                </a:cubicBezTo>
                <a:cubicBezTo>
                  <a:pt x="2850388" y="-2975"/>
                  <a:pt x="2910166" y="-22239"/>
                  <a:pt x="3131776" y="0"/>
                </a:cubicBezTo>
                <a:cubicBezTo>
                  <a:pt x="3353386" y="22239"/>
                  <a:pt x="3312459" y="4323"/>
                  <a:pt x="3479751" y="0"/>
                </a:cubicBezTo>
                <a:cubicBezTo>
                  <a:pt x="3647044" y="-4323"/>
                  <a:pt x="4181381" y="9010"/>
                  <a:pt x="4363073" y="0"/>
                </a:cubicBezTo>
                <a:cubicBezTo>
                  <a:pt x="4544765" y="-9010"/>
                  <a:pt x="4910859" y="-9714"/>
                  <a:pt x="5139325" y="0"/>
                </a:cubicBezTo>
                <a:cubicBezTo>
                  <a:pt x="5367791" y="9714"/>
                  <a:pt x="5367522" y="21834"/>
                  <a:pt x="5594369" y="0"/>
                </a:cubicBezTo>
                <a:cubicBezTo>
                  <a:pt x="5821216" y="-21834"/>
                  <a:pt x="5775849" y="6450"/>
                  <a:pt x="5942344" y="0"/>
                </a:cubicBezTo>
                <a:cubicBezTo>
                  <a:pt x="6108840" y="-6450"/>
                  <a:pt x="6436993" y="38460"/>
                  <a:pt x="6825666" y="0"/>
                </a:cubicBezTo>
                <a:cubicBezTo>
                  <a:pt x="7214339" y="-38460"/>
                  <a:pt x="7008898" y="3536"/>
                  <a:pt x="7173641" y="0"/>
                </a:cubicBezTo>
                <a:cubicBezTo>
                  <a:pt x="7338385" y="-3536"/>
                  <a:pt x="7448305" y="-8874"/>
                  <a:pt x="7628685" y="0"/>
                </a:cubicBezTo>
                <a:cubicBezTo>
                  <a:pt x="7809065" y="8874"/>
                  <a:pt x="8148719" y="13723"/>
                  <a:pt x="8297868" y="0"/>
                </a:cubicBezTo>
                <a:cubicBezTo>
                  <a:pt x="8447017" y="-13723"/>
                  <a:pt x="8642230" y="-18273"/>
                  <a:pt x="8752913" y="0"/>
                </a:cubicBezTo>
                <a:cubicBezTo>
                  <a:pt x="8863597" y="18273"/>
                  <a:pt x="9013515" y="-8898"/>
                  <a:pt x="9100888" y="0"/>
                </a:cubicBezTo>
                <a:cubicBezTo>
                  <a:pt x="9188261" y="8898"/>
                  <a:pt x="9489649" y="-25626"/>
                  <a:pt x="9663002" y="0"/>
                </a:cubicBezTo>
                <a:cubicBezTo>
                  <a:pt x="9836355" y="25626"/>
                  <a:pt x="10388268" y="-49360"/>
                  <a:pt x="10706927" y="0"/>
                </a:cubicBezTo>
                <a:lnTo>
                  <a:pt x="10706927" y="0"/>
                </a:lnTo>
                <a:cubicBezTo>
                  <a:pt x="10718440" y="186410"/>
                  <a:pt x="10720285" y="299397"/>
                  <a:pt x="10706927" y="575819"/>
                </a:cubicBezTo>
                <a:lnTo>
                  <a:pt x="10706927" y="575819"/>
                </a:lnTo>
                <a:cubicBezTo>
                  <a:pt x="10411302" y="555925"/>
                  <a:pt x="10207079" y="555365"/>
                  <a:pt x="10037744" y="575819"/>
                </a:cubicBezTo>
                <a:cubicBezTo>
                  <a:pt x="9868409" y="596273"/>
                  <a:pt x="9647048" y="588025"/>
                  <a:pt x="9261492" y="575819"/>
                </a:cubicBezTo>
                <a:cubicBezTo>
                  <a:pt x="8875936" y="563613"/>
                  <a:pt x="8702804" y="572253"/>
                  <a:pt x="8378170" y="575819"/>
                </a:cubicBezTo>
                <a:cubicBezTo>
                  <a:pt x="8053536" y="579385"/>
                  <a:pt x="7904951" y="566413"/>
                  <a:pt x="7708987" y="575819"/>
                </a:cubicBezTo>
                <a:cubicBezTo>
                  <a:pt x="7513023" y="585225"/>
                  <a:pt x="7309592" y="596655"/>
                  <a:pt x="7039805" y="575819"/>
                </a:cubicBezTo>
                <a:cubicBezTo>
                  <a:pt x="6770018" y="554983"/>
                  <a:pt x="6564009" y="575832"/>
                  <a:pt x="6263552" y="575819"/>
                </a:cubicBezTo>
                <a:cubicBezTo>
                  <a:pt x="5963095" y="575806"/>
                  <a:pt x="5760157" y="610852"/>
                  <a:pt x="5380231" y="575819"/>
                </a:cubicBezTo>
                <a:cubicBezTo>
                  <a:pt x="5000305" y="540786"/>
                  <a:pt x="5116652" y="572600"/>
                  <a:pt x="5032256" y="575819"/>
                </a:cubicBezTo>
                <a:cubicBezTo>
                  <a:pt x="4947860" y="579038"/>
                  <a:pt x="4691284" y="594457"/>
                  <a:pt x="4577211" y="575819"/>
                </a:cubicBezTo>
                <a:cubicBezTo>
                  <a:pt x="4463138" y="557181"/>
                  <a:pt x="4288793" y="595462"/>
                  <a:pt x="4122167" y="575819"/>
                </a:cubicBezTo>
                <a:cubicBezTo>
                  <a:pt x="3955541" y="556176"/>
                  <a:pt x="3728701" y="558031"/>
                  <a:pt x="3452984" y="575819"/>
                </a:cubicBezTo>
                <a:cubicBezTo>
                  <a:pt x="3177267" y="593607"/>
                  <a:pt x="2810346" y="587875"/>
                  <a:pt x="2569662" y="575819"/>
                </a:cubicBezTo>
                <a:cubicBezTo>
                  <a:pt x="2328978" y="563763"/>
                  <a:pt x="2184908" y="579960"/>
                  <a:pt x="2007549" y="575819"/>
                </a:cubicBezTo>
                <a:cubicBezTo>
                  <a:pt x="1830190" y="571678"/>
                  <a:pt x="1418671" y="570528"/>
                  <a:pt x="1124227" y="575819"/>
                </a:cubicBezTo>
                <a:cubicBezTo>
                  <a:pt x="829783" y="581110"/>
                  <a:pt x="527366" y="554837"/>
                  <a:pt x="0" y="575819"/>
                </a:cubicBezTo>
                <a:lnTo>
                  <a:pt x="0" y="575819"/>
                </a:lnTo>
                <a:cubicBezTo>
                  <a:pt x="26381" y="295516"/>
                  <a:pt x="23993" y="248671"/>
                  <a:pt x="0" y="0"/>
                </a:cubicBezTo>
                <a:close/>
              </a:path>
              <a:path w="10706927" h="575819" stroke="0" extrusionOk="0">
                <a:moveTo>
                  <a:pt x="0" y="0"/>
                </a:moveTo>
                <a:lnTo>
                  <a:pt x="0" y="0"/>
                </a:lnTo>
                <a:cubicBezTo>
                  <a:pt x="275836" y="6998"/>
                  <a:pt x="341698" y="19589"/>
                  <a:pt x="669183" y="0"/>
                </a:cubicBezTo>
                <a:cubicBezTo>
                  <a:pt x="996668" y="-19589"/>
                  <a:pt x="1157216" y="-33142"/>
                  <a:pt x="1445435" y="0"/>
                </a:cubicBezTo>
                <a:cubicBezTo>
                  <a:pt x="1733654" y="33142"/>
                  <a:pt x="1914419" y="-4545"/>
                  <a:pt x="2328757" y="0"/>
                </a:cubicBezTo>
                <a:cubicBezTo>
                  <a:pt x="2743095" y="4545"/>
                  <a:pt x="2534422" y="-13321"/>
                  <a:pt x="2676732" y="0"/>
                </a:cubicBezTo>
                <a:cubicBezTo>
                  <a:pt x="2819043" y="13321"/>
                  <a:pt x="3026813" y="18435"/>
                  <a:pt x="3131776" y="0"/>
                </a:cubicBezTo>
                <a:cubicBezTo>
                  <a:pt x="3236739" y="-18435"/>
                  <a:pt x="3327033" y="11872"/>
                  <a:pt x="3479751" y="0"/>
                </a:cubicBezTo>
                <a:cubicBezTo>
                  <a:pt x="3632469" y="-11872"/>
                  <a:pt x="3697506" y="-16885"/>
                  <a:pt x="3827726" y="0"/>
                </a:cubicBezTo>
                <a:cubicBezTo>
                  <a:pt x="3957947" y="16885"/>
                  <a:pt x="4272300" y="8610"/>
                  <a:pt x="4496909" y="0"/>
                </a:cubicBezTo>
                <a:cubicBezTo>
                  <a:pt x="4721518" y="-8610"/>
                  <a:pt x="5125717" y="-9880"/>
                  <a:pt x="5380231" y="0"/>
                </a:cubicBezTo>
                <a:cubicBezTo>
                  <a:pt x="5634745" y="9880"/>
                  <a:pt x="5747242" y="-25640"/>
                  <a:pt x="5942344" y="0"/>
                </a:cubicBezTo>
                <a:cubicBezTo>
                  <a:pt x="6137446" y="25640"/>
                  <a:pt x="6359830" y="-12389"/>
                  <a:pt x="6718597" y="0"/>
                </a:cubicBezTo>
                <a:cubicBezTo>
                  <a:pt x="7077364" y="12389"/>
                  <a:pt x="7112859" y="3231"/>
                  <a:pt x="7280710" y="0"/>
                </a:cubicBezTo>
                <a:cubicBezTo>
                  <a:pt x="7448561" y="-3231"/>
                  <a:pt x="7678222" y="907"/>
                  <a:pt x="7949893" y="0"/>
                </a:cubicBezTo>
                <a:cubicBezTo>
                  <a:pt x="8221564" y="-907"/>
                  <a:pt x="8193162" y="9005"/>
                  <a:pt x="8404938" y="0"/>
                </a:cubicBezTo>
                <a:cubicBezTo>
                  <a:pt x="8616715" y="-9005"/>
                  <a:pt x="8874727" y="685"/>
                  <a:pt x="9181190" y="0"/>
                </a:cubicBezTo>
                <a:cubicBezTo>
                  <a:pt x="9487653" y="-685"/>
                  <a:pt x="9545950" y="-18100"/>
                  <a:pt x="9743304" y="0"/>
                </a:cubicBezTo>
                <a:cubicBezTo>
                  <a:pt x="9940658" y="18100"/>
                  <a:pt x="10501008" y="-22463"/>
                  <a:pt x="10706927" y="0"/>
                </a:cubicBezTo>
                <a:lnTo>
                  <a:pt x="10706927" y="0"/>
                </a:lnTo>
                <a:cubicBezTo>
                  <a:pt x="10706381" y="267418"/>
                  <a:pt x="10687896" y="351277"/>
                  <a:pt x="10706927" y="575819"/>
                </a:cubicBezTo>
                <a:lnTo>
                  <a:pt x="10706927" y="575819"/>
                </a:lnTo>
                <a:cubicBezTo>
                  <a:pt x="10558529" y="586014"/>
                  <a:pt x="10466614" y="566349"/>
                  <a:pt x="10358952" y="575819"/>
                </a:cubicBezTo>
                <a:cubicBezTo>
                  <a:pt x="10251291" y="585289"/>
                  <a:pt x="9746202" y="593055"/>
                  <a:pt x="9582700" y="575819"/>
                </a:cubicBezTo>
                <a:cubicBezTo>
                  <a:pt x="9419198" y="558583"/>
                  <a:pt x="9379765" y="578779"/>
                  <a:pt x="9234725" y="575819"/>
                </a:cubicBezTo>
                <a:cubicBezTo>
                  <a:pt x="9089686" y="572859"/>
                  <a:pt x="8997499" y="560278"/>
                  <a:pt x="8779680" y="575819"/>
                </a:cubicBezTo>
                <a:cubicBezTo>
                  <a:pt x="8561861" y="591360"/>
                  <a:pt x="8329350" y="612565"/>
                  <a:pt x="7896359" y="575819"/>
                </a:cubicBezTo>
                <a:cubicBezTo>
                  <a:pt x="7463368" y="539073"/>
                  <a:pt x="7362885" y="546635"/>
                  <a:pt x="7120106" y="575819"/>
                </a:cubicBezTo>
                <a:cubicBezTo>
                  <a:pt x="6877327" y="605003"/>
                  <a:pt x="6940937" y="579845"/>
                  <a:pt x="6772131" y="575819"/>
                </a:cubicBezTo>
                <a:cubicBezTo>
                  <a:pt x="6603326" y="571793"/>
                  <a:pt x="6336111" y="576244"/>
                  <a:pt x="6102948" y="575819"/>
                </a:cubicBezTo>
                <a:cubicBezTo>
                  <a:pt x="5869785" y="575394"/>
                  <a:pt x="5712329" y="578514"/>
                  <a:pt x="5326696" y="575819"/>
                </a:cubicBezTo>
                <a:cubicBezTo>
                  <a:pt x="4941063" y="573124"/>
                  <a:pt x="4751996" y="547417"/>
                  <a:pt x="4443375" y="575819"/>
                </a:cubicBezTo>
                <a:cubicBezTo>
                  <a:pt x="4134754" y="604221"/>
                  <a:pt x="4263508" y="583972"/>
                  <a:pt x="4095400" y="575819"/>
                </a:cubicBezTo>
                <a:cubicBezTo>
                  <a:pt x="3927293" y="567666"/>
                  <a:pt x="3485517" y="570758"/>
                  <a:pt x="3212078" y="575819"/>
                </a:cubicBezTo>
                <a:cubicBezTo>
                  <a:pt x="2938639" y="580880"/>
                  <a:pt x="2627277" y="547931"/>
                  <a:pt x="2435826" y="575819"/>
                </a:cubicBezTo>
                <a:cubicBezTo>
                  <a:pt x="2244375" y="603707"/>
                  <a:pt x="2144234" y="594812"/>
                  <a:pt x="1980781" y="575819"/>
                </a:cubicBezTo>
                <a:cubicBezTo>
                  <a:pt x="1817329" y="556826"/>
                  <a:pt x="1752113" y="572583"/>
                  <a:pt x="1525737" y="575819"/>
                </a:cubicBezTo>
                <a:cubicBezTo>
                  <a:pt x="1299361" y="579055"/>
                  <a:pt x="1029291" y="538226"/>
                  <a:pt x="749485" y="575819"/>
                </a:cubicBezTo>
                <a:cubicBezTo>
                  <a:pt x="469679" y="613412"/>
                  <a:pt x="189383" y="580040"/>
                  <a:pt x="0" y="575819"/>
                </a:cubicBezTo>
                <a:lnTo>
                  <a:pt x="0" y="575819"/>
                </a:lnTo>
                <a:cubicBezTo>
                  <a:pt x="-24454" y="328975"/>
                  <a:pt x="24725" y="166099"/>
                  <a:pt x="0" y="0"/>
                </a:cubicBezTo>
                <a:close/>
              </a:path>
            </a:pathLst>
          </a:custGeom>
          <a:solidFill>
            <a:schemeClr val="accent1">
              <a:lumMod val="20000"/>
              <a:lumOff val="80000"/>
            </a:schemeClr>
          </a:solidFill>
          <a:ln w="19050" algn="ctr">
            <a:solidFill>
              <a:schemeClr val="accent3"/>
            </a:solidFill>
            <a:prstDash val="solid"/>
            <a:miter lim="800000"/>
            <a:headEnd/>
            <a:tailEnd/>
            <a:extLst>
              <a:ext uri="{C807C97D-BFC1-408E-A445-0C87EB9F89A2}">
                <ask:lineSketchStyleProps xmlns:ask="http://schemas.microsoft.com/office/drawing/2018/sketchyshapes" sd="2287336146">
                  <a:prstGeom prst="roundRect">
                    <a:avLst>
                      <a:gd name="adj" fmla="val 0"/>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a:solidFill>
                  <a:srgbClr val="26890D"/>
                </a:solidFill>
                <a:latin typeface="Verdana" panose="020B0604030504040204" pitchFamily="34" charset="0"/>
                <a:ea typeface="Verdana" panose="020B0604030504040204" pitchFamily="34" charset="0"/>
              </a:rPr>
              <a:t>    Implementation of Project Management and monitoring Investments plays a pivotal role in DVC’s aspirations </a:t>
            </a:r>
          </a:p>
        </p:txBody>
      </p:sp>
      <p:grpSp>
        <p:nvGrpSpPr>
          <p:cNvPr id="175" name="Graphic 4">
            <a:extLst>
              <a:ext uri="{FF2B5EF4-FFF2-40B4-BE49-F238E27FC236}">
                <a16:creationId xmlns:a16="http://schemas.microsoft.com/office/drawing/2014/main" id="{F6D9F931-D36D-5AB8-E9C0-D894DBB06286}"/>
              </a:ext>
            </a:extLst>
          </p:cNvPr>
          <p:cNvGrpSpPr/>
          <p:nvPr/>
        </p:nvGrpSpPr>
        <p:grpSpPr>
          <a:xfrm>
            <a:off x="1040159" y="5938459"/>
            <a:ext cx="365760" cy="365760"/>
            <a:chOff x="6147119" y="4792617"/>
            <a:chExt cx="361670" cy="361333"/>
          </a:xfrm>
          <a:solidFill>
            <a:schemeClr val="accent4"/>
          </a:solidFill>
        </p:grpSpPr>
        <p:sp>
          <p:nvSpPr>
            <p:cNvPr id="176" name="Graphic 4">
              <a:extLst>
                <a:ext uri="{FF2B5EF4-FFF2-40B4-BE49-F238E27FC236}">
                  <a16:creationId xmlns:a16="http://schemas.microsoft.com/office/drawing/2014/main" id="{C82771C2-5DB4-9431-1044-5E3BA6762D04}"/>
                </a:ext>
              </a:extLst>
            </p:cNvPr>
            <p:cNvSpPr/>
            <p:nvPr/>
          </p:nvSpPr>
          <p:spPr>
            <a:xfrm>
              <a:off x="6147119" y="4792617"/>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79557 w 361670"/>
                <a:gd name="connsiteY5" fmla="*/ 259828 h 361333"/>
                <a:gd name="connsiteX6" fmla="*/ 175723 w 361670"/>
                <a:gd name="connsiteY6" fmla="*/ 265574 h 361333"/>
                <a:gd name="connsiteX7" fmla="*/ 173167 w 361670"/>
                <a:gd name="connsiteY7" fmla="*/ 266212 h 361333"/>
                <a:gd name="connsiteX8" fmla="*/ 168695 w 361670"/>
                <a:gd name="connsiteY8" fmla="*/ 264935 h 361333"/>
                <a:gd name="connsiteX9" fmla="*/ 113102 w 361670"/>
                <a:gd name="connsiteY9" fmla="*/ 216417 h 361333"/>
                <a:gd name="connsiteX10" fmla="*/ 79874 w 361670"/>
                <a:gd name="connsiteY10" fmla="*/ 216417 h 361333"/>
                <a:gd name="connsiteX11" fmla="*/ 73484 w 361670"/>
                <a:gd name="connsiteY11" fmla="*/ 210033 h 361333"/>
                <a:gd name="connsiteX12" fmla="*/ 73484 w 361670"/>
                <a:gd name="connsiteY12" fmla="*/ 152577 h 361333"/>
                <a:gd name="connsiteX13" fmla="*/ 79874 w 361670"/>
                <a:gd name="connsiteY13" fmla="*/ 146193 h 361333"/>
                <a:gd name="connsiteX14" fmla="*/ 113102 w 361670"/>
                <a:gd name="connsiteY14" fmla="*/ 146193 h 361333"/>
                <a:gd name="connsiteX15" fmla="*/ 168695 w 361670"/>
                <a:gd name="connsiteY15" fmla="*/ 97675 h 361333"/>
                <a:gd name="connsiteX16" fmla="*/ 175723 w 361670"/>
                <a:gd name="connsiteY16" fmla="*/ 96398 h 361333"/>
                <a:gd name="connsiteX17" fmla="*/ 179557 w 361670"/>
                <a:gd name="connsiteY17" fmla="*/ 102144 h 361333"/>
                <a:gd name="connsiteX18" fmla="*/ 179557 w 361670"/>
                <a:gd name="connsiteY18" fmla="*/ 259828 h 361333"/>
                <a:gd name="connsiteX19" fmla="*/ 179557 w 361670"/>
                <a:gd name="connsiteY19" fmla="*/ 259828 h 361333"/>
                <a:gd name="connsiteX20" fmla="*/ 208312 w 361670"/>
                <a:gd name="connsiteY20" fmla="*/ 199819 h 361333"/>
                <a:gd name="connsiteX21" fmla="*/ 203839 w 361670"/>
                <a:gd name="connsiteY21" fmla="*/ 201734 h 361333"/>
                <a:gd name="connsiteX22" fmla="*/ 199366 w 361670"/>
                <a:gd name="connsiteY22" fmla="*/ 199819 h 361333"/>
                <a:gd name="connsiteX23" fmla="*/ 198727 w 361670"/>
                <a:gd name="connsiteY23" fmla="*/ 190881 h 361333"/>
                <a:gd name="connsiteX24" fmla="*/ 202561 w 361670"/>
                <a:gd name="connsiteY24" fmla="*/ 180667 h 361333"/>
                <a:gd name="connsiteX25" fmla="*/ 198727 w 361670"/>
                <a:gd name="connsiteY25" fmla="*/ 170452 h 361333"/>
                <a:gd name="connsiteX26" fmla="*/ 199366 w 361670"/>
                <a:gd name="connsiteY26" fmla="*/ 161515 h 361333"/>
                <a:gd name="connsiteX27" fmla="*/ 208312 w 361670"/>
                <a:gd name="connsiteY27" fmla="*/ 162153 h 361333"/>
                <a:gd name="connsiteX28" fmla="*/ 215341 w 361670"/>
                <a:gd name="connsiteY28" fmla="*/ 180667 h 361333"/>
                <a:gd name="connsiteX29" fmla="*/ 208312 w 361670"/>
                <a:gd name="connsiteY29" fmla="*/ 199819 h 361333"/>
                <a:gd name="connsiteX30" fmla="*/ 230038 w 361670"/>
                <a:gd name="connsiteY30" fmla="*/ 229185 h 361333"/>
                <a:gd name="connsiteX31" fmla="*/ 225565 w 361670"/>
                <a:gd name="connsiteY31" fmla="*/ 230462 h 361333"/>
                <a:gd name="connsiteX32" fmla="*/ 220453 w 361670"/>
                <a:gd name="connsiteY32" fmla="*/ 228547 h 361333"/>
                <a:gd name="connsiteX33" fmla="*/ 221092 w 361670"/>
                <a:gd name="connsiteY33" fmla="*/ 219609 h 361333"/>
                <a:gd name="connsiteX34" fmla="*/ 238345 w 361670"/>
                <a:gd name="connsiteY34" fmla="*/ 181305 h 361333"/>
                <a:gd name="connsiteX35" fmla="*/ 221092 w 361670"/>
                <a:gd name="connsiteY35" fmla="*/ 143001 h 361333"/>
                <a:gd name="connsiteX36" fmla="*/ 220453 w 361670"/>
                <a:gd name="connsiteY36" fmla="*/ 134064 h 361333"/>
                <a:gd name="connsiteX37" fmla="*/ 229399 w 361670"/>
                <a:gd name="connsiteY37" fmla="*/ 133425 h 361333"/>
                <a:gd name="connsiteX38" fmla="*/ 251124 w 361670"/>
                <a:gd name="connsiteY38" fmla="*/ 181305 h 361333"/>
                <a:gd name="connsiteX39" fmla="*/ 230038 w 361670"/>
                <a:gd name="connsiteY39" fmla="*/ 229185 h 361333"/>
                <a:gd name="connsiteX40" fmla="*/ 251124 w 361670"/>
                <a:gd name="connsiteY40" fmla="*/ 257913 h 361333"/>
                <a:gd name="connsiteX41" fmla="*/ 247291 w 361670"/>
                <a:gd name="connsiteY41" fmla="*/ 259190 h 361333"/>
                <a:gd name="connsiteX42" fmla="*/ 242179 w 361670"/>
                <a:gd name="connsiteY42" fmla="*/ 256636 h 361333"/>
                <a:gd name="connsiteX43" fmla="*/ 242818 w 361670"/>
                <a:gd name="connsiteY43" fmla="*/ 247699 h 361333"/>
                <a:gd name="connsiteX44" fmla="*/ 274128 w 361670"/>
                <a:gd name="connsiteY44" fmla="*/ 180667 h 361333"/>
                <a:gd name="connsiteX45" fmla="*/ 242818 w 361670"/>
                <a:gd name="connsiteY45" fmla="*/ 113635 h 361333"/>
                <a:gd name="connsiteX46" fmla="*/ 242179 w 361670"/>
                <a:gd name="connsiteY46" fmla="*/ 104697 h 361333"/>
                <a:gd name="connsiteX47" fmla="*/ 251124 w 361670"/>
                <a:gd name="connsiteY47" fmla="*/ 104059 h 361333"/>
                <a:gd name="connsiteX48" fmla="*/ 286908 w 361670"/>
                <a:gd name="connsiteY48" fmla="*/ 180667 h 361333"/>
                <a:gd name="connsiteX49" fmla="*/ 251124 w 361670"/>
                <a:gd name="connsiteY49" fmla="*/ 25791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1670" h="361333">
                  <a:moveTo>
                    <a:pt x="180835" y="0"/>
                  </a:moveTo>
                  <a:cubicBezTo>
                    <a:pt x="80513" y="0"/>
                    <a:pt x="0" y="81077"/>
                    <a:pt x="0" y="180667"/>
                  </a:cubicBezTo>
                  <a:cubicBezTo>
                    <a:pt x="0" y="280895"/>
                    <a:pt x="81152" y="361334"/>
                    <a:pt x="180835" y="361334"/>
                  </a:cubicBezTo>
                  <a:cubicBezTo>
                    <a:pt x="280518" y="361334"/>
                    <a:pt x="361670" y="280257"/>
                    <a:pt x="361670" y="180667"/>
                  </a:cubicBezTo>
                  <a:cubicBezTo>
                    <a:pt x="361670" y="81077"/>
                    <a:pt x="280518" y="0"/>
                    <a:pt x="180835" y="0"/>
                  </a:cubicBezTo>
                  <a:close/>
                  <a:moveTo>
                    <a:pt x="179557" y="259828"/>
                  </a:moveTo>
                  <a:cubicBezTo>
                    <a:pt x="179557" y="262382"/>
                    <a:pt x="178279" y="264297"/>
                    <a:pt x="175723" y="265574"/>
                  </a:cubicBezTo>
                  <a:cubicBezTo>
                    <a:pt x="175084" y="266212"/>
                    <a:pt x="173806" y="266212"/>
                    <a:pt x="173167" y="266212"/>
                  </a:cubicBezTo>
                  <a:cubicBezTo>
                    <a:pt x="171889" y="266212"/>
                    <a:pt x="169972" y="265574"/>
                    <a:pt x="168695" y="264935"/>
                  </a:cubicBezTo>
                  <a:lnTo>
                    <a:pt x="113102" y="216417"/>
                  </a:lnTo>
                  <a:lnTo>
                    <a:pt x="79874" y="216417"/>
                  </a:lnTo>
                  <a:cubicBezTo>
                    <a:pt x="76040" y="216417"/>
                    <a:pt x="73484" y="213863"/>
                    <a:pt x="73484" y="210033"/>
                  </a:cubicBezTo>
                  <a:lnTo>
                    <a:pt x="73484" y="152577"/>
                  </a:lnTo>
                  <a:cubicBezTo>
                    <a:pt x="73484" y="148747"/>
                    <a:pt x="76040" y="146193"/>
                    <a:pt x="79874" y="146193"/>
                  </a:cubicBezTo>
                  <a:lnTo>
                    <a:pt x="113102" y="146193"/>
                  </a:lnTo>
                  <a:lnTo>
                    <a:pt x="168695" y="97675"/>
                  </a:lnTo>
                  <a:cubicBezTo>
                    <a:pt x="170611" y="95760"/>
                    <a:pt x="173167" y="95760"/>
                    <a:pt x="175723" y="96398"/>
                  </a:cubicBezTo>
                  <a:cubicBezTo>
                    <a:pt x="178279" y="97675"/>
                    <a:pt x="179557" y="99590"/>
                    <a:pt x="179557" y="102144"/>
                  </a:cubicBezTo>
                  <a:lnTo>
                    <a:pt x="179557" y="259828"/>
                  </a:lnTo>
                  <a:lnTo>
                    <a:pt x="179557" y="259828"/>
                  </a:lnTo>
                  <a:close/>
                  <a:moveTo>
                    <a:pt x="208312" y="199819"/>
                  </a:moveTo>
                  <a:cubicBezTo>
                    <a:pt x="207034" y="201095"/>
                    <a:pt x="205117" y="201734"/>
                    <a:pt x="203839" y="201734"/>
                  </a:cubicBezTo>
                  <a:cubicBezTo>
                    <a:pt x="202561" y="201734"/>
                    <a:pt x="200644" y="201095"/>
                    <a:pt x="199366" y="199819"/>
                  </a:cubicBezTo>
                  <a:cubicBezTo>
                    <a:pt x="196810" y="197265"/>
                    <a:pt x="196810" y="193435"/>
                    <a:pt x="198727" y="190881"/>
                  </a:cubicBezTo>
                  <a:cubicBezTo>
                    <a:pt x="201283" y="188327"/>
                    <a:pt x="202561" y="184497"/>
                    <a:pt x="202561" y="180667"/>
                  </a:cubicBezTo>
                  <a:cubicBezTo>
                    <a:pt x="202561" y="176836"/>
                    <a:pt x="201283" y="173644"/>
                    <a:pt x="198727" y="170452"/>
                  </a:cubicBezTo>
                  <a:cubicBezTo>
                    <a:pt x="196171" y="167899"/>
                    <a:pt x="196810" y="164068"/>
                    <a:pt x="199366" y="161515"/>
                  </a:cubicBezTo>
                  <a:cubicBezTo>
                    <a:pt x="201922" y="158961"/>
                    <a:pt x="205756" y="159600"/>
                    <a:pt x="208312" y="162153"/>
                  </a:cubicBezTo>
                  <a:cubicBezTo>
                    <a:pt x="212785" y="167260"/>
                    <a:pt x="215341" y="173644"/>
                    <a:pt x="215341" y="180667"/>
                  </a:cubicBezTo>
                  <a:cubicBezTo>
                    <a:pt x="215341" y="188327"/>
                    <a:pt x="212785" y="194711"/>
                    <a:pt x="208312" y="199819"/>
                  </a:cubicBezTo>
                  <a:close/>
                  <a:moveTo>
                    <a:pt x="230038" y="229185"/>
                  </a:moveTo>
                  <a:cubicBezTo>
                    <a:pt x="228760" y="230462"/>
                    <a:pt x="227482" y="230462"/>
                    <a:pt x="225565" y="230462"/>
                  </a:cubicBezTo>
                  <a:cubicBezTo>
                    <a:pt x="223648" y="230462"/>
                    <a:pt x="221731" y="229823"/>
                    <a:pt x="220453" y="228547"/>
                  </a:cubicBezTo>
                  <a:cubicBezTo>
                    <a:pt x="217897" y="225993"/>
                    <a:pt x="218536" y="222163"/>
                    <a:pt x="221092" y="219609"/>
                  </a:cubicBezTo>
                  <a:cubicBezTo>
                    <a:pt x="231955" y="210033"/>
                    <a:pt x="238345" y="195988"/>
                    <a:pt x="238345" y="181305"/>
                  </a:cubicBezTo>
                  <a:cubicBezTo>
                    <a:pt x="238345" y="166622"/>
                    <a:pt x="231955" y="152577"/>
                    <a:pt x="221092" y="143001"/>
                  </a:cubicBezTo>
                  <a:cubicBezTo>
                    <a:pt x="218536" y="140448"/>
                    <a:pt x="217897" y="136617"/>
                    <a:pt x="220453" y="134064"/>
                  </a:cubicBezTo>
                  <a:cubicBezTo>
                    <a:pt x="223009" y="131510"/>
                    <a:pt x="226843" y="130872"/>
                    <a:pt x="229399" y="133425"/>
                  </a:cubicBezTo>
                  <a:cubicBezTo>
                    <a:pt x="242818" y="145555"/>
                    <a:pt x="251124" y="162792"/>
                    <a:pt x="251124" y="181305"/>
                  </a:cubicBezTo>
                  <a:cubicBezTo>
                    <a:pt x="251764" y="199819"/>
                    <a:pt x="243456" y="217055"/>
                    <a:pt x="230038" y="229185"/>
                  </a:cubicBezTo>
                  <a:close/>
                  <a:moveTo>
                    <a:pt x="251124" y="257913"/>
                  </a:moveTo>
                  <a:cubicBezTo>
                    <a:pt x="249846" y="259190"/>
                    <a:pt x="248569" y="259190"/>
                    <a:pt x="247291" y="259190"/>
                  </a:cubicBezTo>
                  <a:cubicBezTo>
                    <a:pt x="245374" y="259190"/>
                    <a:pt x="243456" y="258551"/>
                    <a:pt x="242179" y="256636"/>
                  </a:cubicBezTo>
                  <a:cubicBezTo>
                    <a:pt x="239623" y="254083"/>
                    <a:pt x="240261" y="249614"/>
                    <a:pt x="242818" y="247699"/>
                  </a:cubicBezTo>
                  <a:cubicBezTo>
                    <a:pt x="262626" y="231100"/>
                    <a:pt x="274128" y="206841"/>
                    <a:pt x="274128" y="180667"/>
                  </a:cubicBezTo>
                  <a:cubicBezTo>
                    <a:pt x="274128" y="154492"/>
                    <a:pt x="262626" y="130233"/>
                    <a:pt x="242818" y="113635"/>
                  </a:cubicBezTo>
                  <a:cubicBezTo>
                    <a:pt x="240261" y="111081"/>
                    <a:pt x="239623" y="107251"/>
                    <a:pt x="242179" y="104697"/>
                  </a:cubicBezTo>
                  <a:cubicBezTo>
                    <a:pt x="244735" y="102144"/>
                    <a:pt x="248569" y="101505"/>
                    <a:pt x="251124" y="104059"/>
                  </a:cubicBezTo>
                  <a:cubicBezTo>
                    <a:pt x="274128" y="123211"/>
                    <a:pt x="286908" y="150662"/>
                    <a:pt x="286908" y="180667"/>
                  </a:cubicBezTo>
                  <a:cubicBezTo>
                    <a:pt x="287547" y="210671"/>
                    <a:pt x="274128" y="238761"/>
                    <a:pt x="251124" y="257913"/>
                  </a:cubicBezTo>
                  <a:close/>
                </a:path>
              </a:pathLst>
            </a:custGeom>
            <a:grpFill/>
            <a:ln w="6390" cap="flat">
              <a:noFill/>
              <a:prstDash val="solid"/>
              <a:miter/>
            </a:ln>
          </p:spPr>
          <p:txBody>
            <a:bodyPr rtlCol="0" anchor="ctr"/>
            <a:lstStyle/>
            <a:p>
              <a:endParaRPr lang="en-US"/>
            </a:p>
          </p:txBody>
        </p:sp>
        <p:sp>
          <p:nvSpPr>
            <p:cNvPr id="184" name="Graphic 4">
              <a:extLst>
                <a:ext uri="{FF2B5EF4-FFF2-40B4-BE49-F238E27FC236}">
                  <a16:creationId xmlns:a16="http://schemas.microsoft.com/office/drawing/2014/main" id="{92D544A3-6A3C-57D8-F882-8691D5873D97}"/>
                </a:ext>
              </a:extLst>
            </p:cNvPr>
            <p:cNvSpPr/>
            <p:nvPr/>
          </p:nvSpPr>
          <p:spPr>
            <a:xfrm>
              <a:off x="6233383" y="4908806"/>
              <a:ext cx="80513" cy="129594"/>
            </a:xfrm>
            <a:custGeom>
              <a:avLst/>
              <a:gdLst>
                <a:gd name="connsiteX0" fmla="*/ 29394 w 80513"/>
                <a:gd name="connsiteY0" fmla="*/ 42773 h 129594"/>
                <a:gd name="connsiteX1" fmla="*/ 0 w 80513"/>
                <a:gd name="connsiteY1" fmla="*/ 42773 h 129594"/>
                <a:gd name="connsiteX2" fmla="*/ 0 w 80513"/>
                <a:gd name="connsiteY2" fmla="*/ 87461 h 129594"/>
                <a:gd name="connsiteX3" fmla="*/ 29394 w 80513"/>
                <a:gd name="connsiteY3" fmla="*/ 87461 h 129594"/>
                <a:gd name="connsiteX4" fmla="*/ 33867 w 80513"/>
                <a:gd name="connsiteY4" fmla="*/ 88738 h 129594"/>
                <a:gd name="connsiteX5" fmla="*/ 80513 w 80513"/>
                <a:gd name="connsiteY5" fmla="*/ 129595 h 129594"/>
                <a:gd name="connsiteX6" fmla="*/ 80513 w 80513"/>
                <a:gd name="connsiteY6" fmla="*/ 0 h 129594"/>
                <a:gd name="connsiteX7" fmla="*/ 33867 w 80513"/>
                <a:gd name="connsiteY7" fmla="*/ 40858 h 129594"/>
                <a:gd name="connsiteX8" fmla="*/ 29394 w 80513"/>
                <a:gd name="connsiteY8" fmla="*/ 42773 h 12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513" h="129594">
                  <a:moveTo>
                    <a:pt x="29394" y="42773"/>
                  </a:moveTo>
                  <a:lnTo>
                    <a:pt x="0" y="42773"/>
                  </a:lnTo>
                  <a:lnTo>
                    <a:pt x="0" y="87461"/>
                  </a:lnTo>
                  <a:lnTo>
                    <a:pt x="29394" y="87461"/>
                  </a:lnTo>
                  <a:cubicBezTo>
                    <a:pt x="30672" y="87461"/>
                    <a:pt x="32589" y="88099"/>
                    <a:pt x="33867" y="88738"/>
                  </a:cubicBezTo>
                  <a:lnTo>
                    <a:pt x="80513" y="129595"/>
                  </a:lnTo>
                  <a:lnTo>
                    <a:pt x="80513" y="0"/>
                  </a:lnTo>
                  <a:lnTo>
                    <a:pt x="33867" y="40858"/>
                  </a:lnTo>
                  <a:cubicBezTo>
                    <a:pt x="32589" y="42135"/>
                    <a:pt x="31311" y="42773"/>
                    <a:pt x="29394" y="42773"/>
                  </a:cubicBezTo>
                  <a:close/>
                </a:path>
              </a:pathLst>
            </a:custGeom>
            <a:grpFill/>
            <a:ln w="6390" cap="flat">
              <a:noFill/>
              <a:prstDash val="solid"/>
              <a:miter/>
            </a:ln>
          </p:spPr>
          <p:txBody>
            <a:bodyPr rtlCol="0" anchor="ctr"/>
            <a:lstStyle/>
            <a:p>
              <a:endParaRPr lang="en-US"/>
            </a:p>
          </p:txBody>
        </p:sp>
      </p:grpSp>
      <p:sp>
        <p:nvSpPr>
          <p:cNvPr id="6" name="Freeform 305">
            <a:extLst>
              <a:ext uri="{FF2B5EF4-FFF2-40B4-BE49-F238E27FC236}">
                <a16:creationId xmlns:a16="http://schemas.microsoft.com/office/drawing/2014/main" id="{095975D4-818A-C753-F3F0-4F1F2FA1D9A6}"/>
              </a:ext>
            </a:extLst>
          </p:cNvPr>
          <p:cNvSpPr>
            <a:spLocks noChangeAspect="1" noEditPoints="1"/>
          </p:cNvSpPr>
          <p:nvPr/>
        </p:nvSpPr>
        <p:spPr bwMode="auto">
          <a:xfrm>
            <a:off x="8154616" y="4735256"/>
            <a:ext cx="367041" cy="368120"/>
          </a:xfrm>
          <a:custGeom>
            <a:avLst/>
            <a:gdLst>
              <a:gd name="T0" fmla="*/ 294 w 512"/>
              <a:gd name="T1" fmla="*/ 298 h 512"/>
              <a:gd name="T2" fmla="*/ 287 w 512"/>
              <a:gd name="T3" fmla="*/ 324 h 512"/>
              <a:gd name="T4" fmla="*/ 239 w 512"/>
              <a:gd name="T5" fmla="*/ 213 h 512"/>
              <a:gd name="T6" fmla="*/ 256 w 512"/>
              <a:gd name="T7" fmla="*/ 181 h 512"/>
              <a:gd name="T8" fmla="*/ 287 w 512"/>
              <a:gd name="T9" fmla="*/ 188 h 512"/>
              <a:gd name="T10" fmla="*/ 317 w 512"/>
              <a:gd name="T11" fmla="*/ 213 h 512"/>
              <a:gd name="T12" fmla="*/ 297 w 512"/>
              <a:gd name="T13" fmla="*/ 277 h 512"/>
              <a:gd name="T14" fmla="*/ 330 w 512"/>
              <a:gd name="T15" fmla="*/ 256 h 512"/>
              <a:gd name="T16" fmla="*/ 297 w 512"/>
              <a:gd name="T17" fmla="*/ 234 h 512"/>
              <a:gd name="T18" fmla="*/ 276 w 512"/>
              <a:gd name="T19" fmla="*/ 277 h 512"/>
              <a:gd name="T20" fmla="*/ 276 w 512"/>
              <a:gd name="T21" fmla="*/ 234 h 512"/>
              <a:gd name="T22" fmla="*/ 234 w 512"/>
              <a:gd name="T23" fmla="*/ 256 h 512"/>
              <a:gd name="T24" fmla="*/ 276 w 512"/>
              <a:gd name="T25" fmla="*/ 277 h 512"/>
              <a:gd name="T26" fmla="*/ 214 w 512"/>
              <a:gd name="T27" fmla="*/ 234 h 512"/>
              <a:gd name="T28" fmla="*/ 181 w 512"/>
              <a:gd name="T29" fmla="*/ 256 h 512"/>
              <a:gd name="T30" fmla="*/ 214 w 512"/>
              <a:gd name="T31" fmla="*/ 277 h 512"/>
              <a:gd name="T32" fmla="*/ 512 w 512"/>
              <a:gd name="T33" fmla="*/ 256 h 512"/>
              <a:gd name="T34" fmla="*/ 0 w 512"/>
              <a:gd name="T35" fmla="*/ 256 h 512"/>
              <a:gd name="T36" fmla="*/ 512 w 512"/>
              <a:gd name="T37" fmla="*/ 256 h 512"/>
              <a:gd name="T38" fmla="*/ 256 w 512"/>
              <a:gd name="T39" fmla="*/ 352 h 512"/>
              <a:gd name="T40" fmla="*/ 256 w 512"/>
              <a:gd name="T41" fmla="*/ 160 h 512"/>
              <a:gd name="T42" fmla="*/ 416 w 512"/>
              <a:gd name="T43" fmla="*/ 256 h 512"/>
              <a:gd name="T44" fmla="*/ 249 w 512"/>
              <a:gd name="T45" fmla="*/ 96 h 512"/>
              <a:gd name="T46" fmla="*/ 263 w 512"/>
              <a:gd name="T47" fmla="*/ 67 h 512"/>
              <a:gd name="T48" fmla="*/ 216 w 512"/>
              <a:gd name="T49" fmla="*/ 99 h 512"/>
              <a:gd name="T50" fmla="*/ 248 w 512"/>
              <a:gd name="T51" fmla="*/ 146 h 512"/>
              <a:gd name="T52" fmla="*/ 263 w 512"/>
              <a:gd name="T53" fmla="*/ 146 h 512"/>
              <a:gd name="T54" fmla="*/ 249 w 512"/>
              <a:gd name="T55" fmla="*/ 117 h 512"/>
              <a:gd name="T56" fmla="*/ 394 w 512"/>
              <a:gd name="T57" fmla="*/ 256 h 512"/>
              <a:gd name="T58" fmla="*/ 117 w 512"/>
              <a:gd name="T59" fmla="*/ 266 h 512"/>
              <a:gd name="T60" fmla="*/ 96 w 512"/>
              <a:gd name="T61" fmla="*/ 267 h 512"/>
              <a:gd name="T62" fmla="*/ 416 w 512"/>
              <a:gd name="T63" fmla="*/ 256 h 512"/>
              <a:gd name="T64" fmla="*/ 225 w 512"/>
              <a:gd name="T65" fmla="*/ 324 h 512"/>
              <a:gd name="T66" fmla="*/ 194 w 512"/>
              <a:gd name="T67" fmla="*/ 298 h 512"/>
              <a:gd name="T68" fmla="*/ 272 w 512"/>
              <a:gd name="T69" fmla="*/ 298 h 512"/>
              <a:gd name="T70" fmla="*/ 256 w 512"/>
              <a:gd name="T71" fmla="*/ 330 h 512"/>
              <a:gd name="T72" fmla="*/ 194 w 512"/>
              <a:gd name="T73" fmla="*/ 213 h 512"/>
              <a:gd name="T74" fmla="*/ 225 w 512"/>
              <a:gd name="T75" fmla="*/ 18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87" y="324"/>
                </a:moveTo>
                <a:cubicBezTo>
                  <a:pt x="290" y="316"/>
                  <a:pt x="292" y="308"/>
                  <a:pt x="294" y="298"/>
                </a:cubicBezTo>
                <a:cubicBezTo>
                  <a:pt x="317" y="298"/>
                  <a:pt x="317" y="298"/>
                  <a:pt x="317" y="298"/>
                </a:cubicBezTo>
                <a:cubicBezTo>
                  <a:pt x="309" y="309"/>
                  <a:pt x="299" y="318"/>
                  <a:pt x="287" y="324"/>
                </a:cubicBezTo>
                <a:close/>
                <a:moveTo>
                  <a:pt x="256" y="181"/>
                </a:moveTo>
                <a:cubicBezTo>
                  <a:pt x="252" y="181"/>
                  <a:pt x="244" y="192"/>
                  <a:pt x="239" y="213"/>
                </a:cubicBezTo>
                <a:cubicBezTo>
                  <a:pt x="272" y="213"/>
                  <a:pt x="272" y="213"/>
                  <a:pt x="272" y="213"/>
                </a:cubicBezTo>
                <a:cubicBezTo>
                  <a:pt x="267" y="192"/>
                  <a:pt x="260" y="181"/>
                  <a:pt x="256" y="181"/>
                </a:cubicBezTo>
                <a:close/>
                <a:moveTo>
                  <a:pt x="317" y="213"/>
                </a:moveTo>
                <a:cubicBezTo>
                  <a:pt x="309" y="202"/>
                  <a:pt x="299" y="193"/>
                  <a:pt x="287" y="188"/>
                </a:cubicBezTo>
                <a:cubicBezTo>
                  <a:pt x="290" y="195"/>
                  <a:pt x="292" y="204"/>
                  <a:pt x="294" y="213"/>
                </a:cubicBezTo>
                <a:lnTo>
                  <a:pt x="317" y="213"/>
                </a:lnTo>
                <a:close/>
                <a:moveTo>
                  <a:pt x="298" y="256"/>
                </a:moveTo>
                <a:cubicBezTo>
                  <a:pt x="298" y="263"/>
                  <a:pt x="298" y="270"/>
                  <a:pt x="297" y="277"/>
                </a:cubicBezTo>
                <a:cubicBezTo>
                  <a:pt x="327" y="277"/>
                  <a:pt x="327" y="277"/>
                  <a:pt x="327" y="277"/>
                </a:cubicBezTo>
                <a:cubicBezTo>
                  <a:pt x="329" y="270"/>
                  <a:pt x="330" y="263"/>
                  <a:pt x="330" y="256"/>
                </a:cubicBezTo>
                <a:cubicBezTo>
                  <a:pt x="330" y="248"/>
                  <a:pt x="329" y="241"/>
                  <a:pt x="327" y="234"/>
                </a:cubicBezTo>
                <a:cubicBezTo>
                  <a:pt x="297" y="234"/>
                  <a:pt x="297" y="234"/>
                  <a:pt x="297" y="234"/>
                </a:cubicBezTo>
                <a:cubicBezTo>
                  <a:pt x="298" y="241"/>
                  <a:pt x="298" y="249"/>
                  <a:pt x="298" y="256"/>
                </a:cubicBezTo>
                <a:close/>
                <a:moveTo>
                  <a:pt x="276" y="277"/>
                </a:moveTo>
                <a:cubicBezTo>
                  <a:pt x="277" y="270"/>
                  <a:pt x="277" y="263"/>
                  <a:pt x="277" y="256"/>
                </a:cubicBezTo>
                <a:cubicBezTo>
                  <a:pt x="277" y="248"/>
                  <a:pt x="277" y="241"/>
                  <a:pt x="276" y="234"/>
                </a:cubicBezTo>
                <a:cubicBezTo>
                  <a:pt x="235" y="234"/>
                  <a:pt x="235" y="234"/>
                  <a:pt x="235" y="234"/>
                </a:cubicBezTo>
                <a:cubicBezTo>
                  <a:pt x="235" y="241"/>
                  <a:pt x="234" y="248"/>
                  <a:pt x="234" y="256"/>
                </a:cubicBezTo>
                <a:cubicBezTo>
                  <a:pt x="234" y="263"/>
                  <a:pt x="235" y="270"/>
                  <a:pt x="235" y="277"/>
                </a:cubicBezTo>
                <a:lnTo>
                  <a:pt x="276" y="277"/>
                </a:lnTo>
                <a:close/>
                <a:moveTo>
                  <a:pt x="213" y="256"/>
                </a:moveTo>
                <a:cubicBezTo>
                  <a:pt x="213" y="249"/>
                  <a:pt x="213" y="241"/>
                  <a:pt x="214" y="234"/>
                </a:cubicBezTo>
                <a:cubicBezTo>
                  <a:pt x="184" y="234"/>
                  <a:pt x="184" y="234"/>
                  <a:pt x="184" y="234"/>
                </a:cubicBezTo>
                <a:cubicBezTo>
                  <a:pt x="182" y="241"/>
                  <a:pt x="181" y="248"/>
                  <a:pt x="181" y="256"/>
                </a:cubicBezTo>
                <a:cubicBezTo>
                  <a:pt x="181" y="263"/>
                  <a:pt x="182" y="270"/>
                  <a:pt x="184" y="277"/>
                </a:cubicBezTo>
                <a:cubicBezTo>
                  <a:pt x="214" y="277"/>
                  <a:pt x="214" y="277"/>
                  <a:pt x="214" y="277"/>
                </a:cubicBezTo>
                <a:cubicBezTo>
                  <a:pt x="213" y="270"/>
                  <a:pt x="213" y="263"/>
                  <a:pt x="213" y="25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60" y="256"/>
                </a:moveTo>
                <a:cubicBezTo>
                  <a:pt x="160" y="309"/>
                  <a:pt x="203" y="352"/>
                  <a:pt x="256" y="352"/>
                </a:cubicBezTo>
                <a:cubicBezTo>
                  <a:pt x="309" y="352"/>
                  <a:pt x="352" y="309"/>
                  <a:pt x="352" y="256"/>
                </a:cubicBezTo>
                <a:cubicBezTo>
                  <a:pt x="352" y="203"/>
                  <a:pt x="309" y="160"/>
                  <a:pt x="256" y="160"/>
                </a:cubicBezTo>
                <a:cubicBezTo>
                  <a:pt x="203" y="160"/>
                  <a:pt x="160" y="203"/>
                  <a:pt x="160" y="256"/>
                </a:cubicBezTo>
                <a:close/>
                <a:moveTo>
                  <a:pt x="416" y="256"/>
                </a:moveTo>
                <a:cubicBezTo>
                  <a:pt x="416" y="167"/>
                  <a:pt x="344" y="96"/>
                  <a:pt x="256" y="96"/>
                </a:cubicBezTo>
                <a:cubicBezTo>
                  <a:pt x="249" y="96"/>
                  <a:pt x="249" y="96"/>
                  <a:pt x="249" y="96"/>
                </a:cubicBezTo>
                <a:cubicBezTo>
                  <a:pt x="263" y="82"/>
                  <a:pt x="263" y="82"/>
                  <a:pt x="263" y="82"/>
                </a:cubicBezTo>
                <a:cubicBezTo>
                  <a:pt x="267" y="78"/>
                  <a:pt x="267" y="71"/>
                  <a:pt x="263" y="67"/>
                </a:cubicBezTo>
                <a:cubicBezTo>
                  <a:pt x="259" y="63"/>
                  <a:pt x="252" y="63"/>
                  <a:pt x="248" y="67"/>
                </a:cubicBezTo>
                <a:cubicBezTo>
                  <a:pt x="216" y="99"/>
                  <a:pt x="216" y="99"/>
                  <a:pt x="216" y="99"/>
                </a:cubicBezTo>
                <a:cubicBezTo>
                  <a:pt x="212" y="103"/>
                  <a:pt x="212" y="110"/>
                  <a:pt x="216" y="114"/>
                </a:cubicBezTo>
                <a:cubicBezTo>
                  <a:pt x="248" y="146"/>
                  <a:pt x="248" y="146"/>
                  <a:pt x="248" y="146"/>
                </a:cubicBezTo>
                <a:cubicBezTo>
                  <a:pt x="250" y="148"/>
                  <a:pt x="253" y="149"/>
                  <a:pt x="256" y="149"/>
                </a:cubicBezTo>
                <a:cubicBezTo>
                  <a:pt x="258" y="149"/>
                  <a:pt x="261" y="148"/>
                  <a:pt x="263" y="146"/>
                </a:cubicBezTo>
                <a:cubicBezTo>
                  <a:pt x="267" y="142"/>
                  <a:pt x="267" y="135"/>
                  <a:pt x="263" y="131"/>
                </a:cubicBezTo>
                <a:cubicBezTo>
                  <a:pt x="249" y="117"/>
                  <a:pt x="249" y="117"/>
                  <a:pt x="249" y="117"/>
                </a:cubicBezTo>
                <a:cubicBezTo>
                  <a:pt x="256" y="117"/>
                  <a:pt x="256" y="117"/>
                  <a:pt x="256" y="117"/>
                </a:cubicBezTo>
                <a:cubicBezTo>
                  <a:pt x="332" y="117"/>
                  <a:pt x="394" y="179"/>
                  <a:pt x="394" y="256"/>
                </a:cubicBezTo>
                <a:cubicBezTo>
                  <a:pt x="394" y="332"/>
                  <a:pt x="332" y="394"/>
                  <a:pt x="256" y="394"/>
                </a:cubicBezTo>
                <a:cubicBezTo>
                  <a:pt x="183" y="394"/>
                  <a:pt x="122" y="338"/>
                  <a:pt x="117" y="266"/>
                </a:cubicBezTo>
                <a:cubicBezTo>
                  <a:pt x="117" y="260"/>
                  <a:pt x="112" y="255"/>
                  <a:pt x="106" y="256"/>
                </a:cubicBezTo>
                <a:cubicBezTo>
                  <a:pt x="100" y="256"/>
                  <a:pt x="96" y="261"/>
                  <a:pt x="96" y="267"/>
                </a:cubicBezTo>
                <a:cubicBezTo>
                  <a:pt x="102" y="350"/>
                  <a:pt x="172" y="416"/>
                  <a:pt x="256" y="416"/>
                </a:cubicBezTo>
                <a:cubicBezTo>
                  <a:pt x="344" y="416"/>
                  <a:pt x="416" y="344"/>
                  <a:pt x="416" y="256"/>
                </a:cubicBezTo>
                <a:close/>
                <a:moveTo>
                  <a:pt x="194" y="298"/>
                </a:moveTo>
                <a:cubicBezTo>
                  <a:pt x="202" y="309"/>
                  <a:pt x="213" y="318"/>
                  <a:pt x="225" y="324"/>
                </a:cubicBezTo>
                <a:cubicBezTo>
                  <a:pt x="222" y="316"/>
                  <a:pt x="219" y="308"/>
                  <a:pt x="217" y="298"/>
                </a:cubicBezTo>
                <a:lnTo>
                  <a:pt x="194" y="298"/>
                </a:lnTo>
                <a:close/>
                <a:moveTo>
                  <a:pt x="256" y="330"/>
                </a:moveTo>
                <a:cubicBezTo>
                  <a:pt x="260" y="330"/>
                  <a:pt x="267" y="319"/>
                  <a:pt x="272" y="298"/>
                </a:cubicBezTo>
                <a:cubicBezTo>
                  <a:pt x="239" y="298"/>
                  <a:pt x="239" y="298"/>
                  <a:pt x="239" y="298"/>
                </a:cubicBezTo>
                <a:cubicBezTo>
                  <a:pt x="244" y="319"/>
                  <a:pt x="252" y="330"/>
                  <a:pt x="256" y="330"/>
                </a:cubicBezTo>
                <a:close/>
                <a:moveTo>
                  <a:pt x="225" y="188"/>
                </a:moveTo>
                <a:cubicBezTo>
                  <a:pt x="213" y="193"/>
                  <a:pt x="202" y="202"/>
                  <a:pt x="194" y="213"/>
                </a:cubicBezTo>
                <a:cubicBezTo>
                  <a:pt x="217" y="213"/>
                  <a:pt x="217" y="213"/>
                  <a:pt x="217" y="213"/>
                </a:cubicBezTo>
                <a:cubicBezTo>
                  <a:pt x="219" y="204"/>
                  <a:pt x="222" y="195"/>
                  <a:pt x="225" y="188"/>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8" name="Group 374">
            <a:extLst>
              <a:ext uri="{FF2B5EF4-FFF2-40B4-BE49-F238E27FC236}">
                <a16:creationId xmlns:a16="http://schemas.microsoft.com/office/drawing/2014/main" id="{D46D8235-F9E8-3A18-5FE2-578C9CE8F172}"/>
              </a:ext>
            </a:extLst>
          </p:cNvPr>
          <p:cNvGrpSpPr>
            <a:grpSpLocks noChangeAspect="1"/>
          </p:cNvGrpSpPr>
          <p:nvPr/>
        </p:nvGrpSpPr>
        <p:grpSpPr bwMode="auto">
          <a:xfrm>
            <a:off x="11462787" y="4707174"/>
            <a:ext cx="367636" cy="367632"/>
            <a:chOff x="6996" y="1195"/>
            <a:chExt cx="340" cy="340"/>
          </a:xfrm>
          <a:solidFill>
            <a:schemeClr val="accent4"/>
          </a:solidFill>
        </p:grpSpPr>
        <p:sp>
          <p:nvSpPr>
            <p:cNvPr id="10" name="Freeform 375">
              <a:extLst>
                <a:ext uri="{FF2B5EF4-FFF2-40B4-BE49-F238E27FC236}">
                  <a16:creationId xmlns:a16="http://schemas.microsoft.com/office/drawing/2014/main" id="{EA09BE3B-A4CB-0F0F-1FED-335A26A51FAE}"/>
                </a:ext>
              </a:extLst>
            </p:cNvPr>
            <p:cNvSpPr>
              <a:spLocks/>
            </p:cNvSpPr>
            <p:nvPr/>
          </p:nvSpPr>
          <p:spPr bwMode="auto">
            <a:xfrm>
              <a:off x="7130" y="1287"/>
              <a:ext cx="29" cy="70"/>
            </a:xfrm>
            <a:custGeom>
              <a:avLst/>
              <a:gdLst>
                <a:gd name="T0" fmla="*/ 0 w 43"/>
                <a:gd name="T1" fmla="*/ 53 h 105"/>
                <a:gd name="T2" fmla="*/ 43 w 43"/>
                <a:gd name="T3" fmla="*/ 105 h 105"/>
                <a:gd name="T4" fmla="*/ 43 w 43"/>
                <a:gd name="T5" fmla="*/ 0 h 105"/>
                <a:gd name="T6" fmla="*/ 0 w 43"/>
                <a:gd name="T7" fmla="*/ 53 h 105"/>
              </a:gdLst>
              <a:ahLst/>
              <a:cxnLst>
                <a:cxn ang="0">
                  <a:pos x="T0" y="T1"/>
                </a:cxn>
                <a:cxn ang="0">
                  <a:pos x="T2" y="T3"/>
                </a:cxn>
                <a:cxn ang="0">
                  <a:pos x="T4" y="T5"/>
                </a:cxn>
                <a:cxn ang="0">
                  <a:pos x="T6" y="T7"/>
                </a:cxn>
              </a:cxnLst>
              <a:rect l="0" t="0" r="r" b="b"/>
              <a:pathLst>
                <a:path w="43" h="105">
                  <a:moveTo>
                    <a:pt x="0" y="53"/>
                  </a:moveTo>
                  <a:cubicBezTo>
                    <a:pt x="0" y="78"/>
                    <a:pt x="19" y="100"/>
                    <a:pt x="43" y="105"/>
                  </a:cubicBezTo>
                  <a:cubicBezTo>
                    <a:pt x="43" y="0"/>
                    <a:pt x="43" y="0"/>
                    <a:pt x="43" y="0"/>
                  </a:cubicBezTo>
                  <a:cubicBezTo>
                    <a:pt x="19" y="5"/>
                    <a:pt x="0" y="27"/>
                    <a:pt x="0" y="5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376">
              <a:extLst>
                <a:ext uri="{FF2B5EF4-FFF2-40B4-BE49-F238E27FC236}">
                  <a16:creationId xmlns:a16="http://schemas.microsoft.com/office/drawing/2014/main" id="{3356984D-5A21-3B43-A5D0-177292915665}"/>
                </a:ext>
              </a:extLst>
            </p:cNvPr>
            <p:cNvSpPr>
              <a:spLocks/>
            </p:cNvSpPr>
            <p:nvPr/>
          </p:nvSpPr>
          <p:spPr bwMode="auto">
            <a:xfrm>
              <a:off x="7173" y="1372"/>
              <a:ext cx="28" cy="70"/>
            </a:xfrm>
            <a:custGeom>
              <a:avLst/>
              <a:gdLst>
                <a:gd name="T0" fmla="*/ 0 w 43"/>
                <a:gd name="T1" fmla="*/ 0 h 105"/>
                <a:gd name="T2" fmla="*/ 0 w 43"/>
                <a:gd name="T3" fmla="*/ 105 h 105"/>
                <a:gd name="T4" fmla="*/ 43 w 43"/>
                <a:gd name="T5" fmla="*/ 53 h 105"/>
                <a:gd name="T6" fmla="*/ 0 w 43"/>
                <a:gd name="T7" fmla="*/ 0 h 105"/>
              </a:gdLst>
              <a:ahLst/>
              <a:cxnLst>
                <a:cxn ang="0">
                  <a:pos x="T0" y="T1"/>
                </a:cxn>
                <a:cxn ang="0">
                  <a:pos x="T2" y="T3"/>
                </a:cxn>
                <a:cxn ang="0">
                  <a:pos x="T4" y="T5"/>
                </a:cxn>
                <a:cxn ang="0">
                  <a:pos x="T6" y="T7"/>
                </a:cxn>
              </a:cxnLst>
              <a:rect l="0" t="0" r="r" b="b"/>
              <a:pathLst>
                <a:path w="43" h="105">
                  <a:moveTo>
                    <a:pt x="0" y="0"/>
                  </a:moveTo>
                  <a:cubicBezTo>
                    <a:pt x="0" y="105"/>
                    <a:pt x="0" y="105"/>
                    <a:pt x="0" y="105"/>
                  </a:cubicBezTo>
                  <a:cubicBezTo>
                    <a:pt x="25" y="100"/>
                    <a:pt x="43" y="78"/>
                    <a:pt x="43" y="53"/>
                  </a:cubicBezTo>
                  <a:cubicBezTo>
                    <a:pt x="43" y="27"/>
                    <a:pt x="25" y="5"/>
                    <a:pt x="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377">
              <a:extLst>
                <a:ext uri="{FF2B5EF4-FFF2-40B4-BE49-F238E27FC236}">
                  <a16:creationId xmlns:a16="http://schemas.microsoft.com/office/drawing/2014/main" id="{1C555016-A361-8006-65B4-4F3B172C4E01}"/>
                </a:ext>
              </a:extLst>
            </p:cNvPr>
            <p:cNvSpPr>
              <a:spLocks noEditPoints="1"/>
            </p:cNvSpPr>
            <p:nvPr/>
          </p:nvSpPr>
          <p:spPr bwMode="auto">
            <a:xfrm>
              <a:off x="6996" y="1195"/>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66 w 512"/>
                <a:gd name="T11" fmla="*/ 393 h 512"/>
                <a:gd name="T12" fmla="*/ 266 w 512"/>
                <a:gd name="T13" fmla="*/ 416 h 512"/>
                <a:gd name="T14" fmla="*/ 256 w 512"/>
                <a:gd name="T15" fmla="*/ 426 h 512"/>
                <a:gd name="T16" fmla="*/ 245 w 512"/>
                <a:gd name="T17" fmla="*/ 416 h 512"/>
                <a:gd name="T18" fmla="*/ 245 w 512"/>
                <a:gd name="T19" fmla="*/ 393 h 512"/>
                <a:gd name="T20" fmla="*/ 185 w 512"/>
                <a:gd name="T21" fmla="*/ 345 h 512"/>
                <a:gd name="T22" fmla="*/ 192 w 512"/>
                <a:gd name="T23" fmla="*/ 331 h 512"/>
                <a:gd name="T24" fmla="*/ 205 w 512"/>
                <a:gd name="T25" fmla="*/ 337 h 512"/>
                <a:gd name="T26" fmla="*/ 245 w 512"/>
                <a:gd name="T27" fmla="*/ 372 h 512"/>
                <a:gd name="T28" fmla="*/ 245 w 512"/>
                <a:gd name="T29" fmla="*/ 265 h 512"/>
                <a:gd name="T30" fmla="*/ 181 w 512"/>
                <a:gd name="T31" fmla="*/ 192 h 512"/>
                <a:gd name="T32" fmla="*/ 245 w 512"/>
                <a:gd name="T33" fmla="*/ 118 h 512"/>
                <a:gd name="T34" fmla="*/ 245 w 512"/>
                <a:gd name="T35" fmla="*/ 106 h 512"/>
                <a:gd name="T36" fmla="*/ 256 w 512"/>
                <a:gd name="T37" fmla="*/ 96 h 512"/>
                <a:gd name="T38" fmla="*/ 266 w 512"/>
                <a:gd name="T39" fmla="*/ 106 h 512"/>
                <a:gd name="T40" fmla="*/ 266 w 512"/>
                <a:gd name="T41" fmla="*/ 118 h 512"/>
                <a:gd name="T42" fmla="*/ 320 w 512"/>
                <a:gd name="T43" fmla="*/ 154 h 512"/>
                <a:gd name="T44" fmla="*/ 316 w 512"/>
                <a:gd name="T45" fmla="*/ 169 h 512"/>
                <a:gd name="T46" fmla="*/ 302 w 512"/>
                <a:gd name="T47" fmla="*/ 165 h 512"/>
                <a:gd name="T48" fmla="*/ 266 w 512"/>
                <a:gd name="T49" fmla="*/ 140 h 512"/>
                <a:gd name="T50" fmla="*/ 266 w 512"/>
                <a:gd name="T51" fmla="*/ 246 h 512"/>
                <a:gd name="T52" fmla="*/ 330 w 512"/>
                <a:gd name="T53" fmla="*/ 320 h 512"/>
                <a:gd name="T54" fmla="*/ 266 w 512"/>
                <a:gd name="T55" fmla="*/ 39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66" y="393"/>
                  </a:moveTo>
                  <a:cubicBezTo>
                    <a:pt x="266" y="416"/>
                    <a:pt x="266" y="416"/>
                    <a:pt x="266" y="416"/>
                  </a:cubicBezTo>
                  <a:cubicBezTo>
                    <a:pt x="266" y="422"/>
                    <a:pt x="262" y="426"/>
                    <a:pt x="256" y="426"/>
                  </a:cubicBezTo>
                  <a:cubicBezTo>
                    <a:pt x="250" y="426"/>
                    <a:pt x="245" y="422"/>
                    <a:pt x="245" y="416"/>
                  </a:cubicBezTo>
                  <a:cubicBezTo>
                    <a:pt x="245" y="393"/>
                    <a:pt x="245" y="393"/>
                    <a:pt x="245" y="393"/>
                  </a:cubicBezTo>
                  <a:cubicBezTo>
                    <a:pt x="218" y="390"/>
                    <a:pt x="195" y="371"/>
                    <a:pt x="185" y="345"/>
                  </a:cubicBezTo>
                  <a:cubicBezTo>
                    <a:pt x="183" y="339"/>
                    <a:pt x="186" y="333"/>
                    <a:pt x="192" y="331"/>
                  </a:cubicBezTo>
                  <a:cubicBezTo>
                    <a:pt x="197" y="329"/>
                    <a:pt x="203" y="332"/>
                    <a:pt x="205" y="337"/>
                  </a:cubicBezTo>
                  <a:cubicBezTo>
                    <a:pt x="212" y="355"/>
                    <a:pt x="227" y="368"/>
                    <a:pt x="245" y="372"/>
                  </a:cubicBezTo>
                  <a:cubicBezTo>
                    <a:pt x="245" y="265"/>
                    <a:pt x="245" y="265"/>
                    <a:pt x="245" y="265"/>
                  </a:cubicBezTo>
                  <a:cubicBezTo>
                    <a:pt x="209" y="260"/>
                    <a:pt x="181" y="229"/>
                    <a:pt x="181" y="192"/>
                  </a:cubicBezTo>
                  <a:cubicBezTo>
                    <a:pt x="181" y="154"/>
                    <a:pt x="209" y="123"/>
                    <a:pt x="245" y="118"/>
                  </a:cubicBezTo>
                  <a:cubicBezTo>
                    <a:pt x="245" y="106"/>
                    <a:pt x="245" y="106"/>
                    <a:pt x="245" y="106"/>
                  </a:cubicBezTo>
                  <a:cubicBezTo>
                    <a:pt x="245" y="100"/>
                    <a:pt x="250" y="96"/>
                    <a:pt x="256" y="96"/>
                  </a:cubicBezTo>
                  <a:cubicBezTo>
                    <a:pt x="262" y="96"/>
                    <a:pt x="266" y="100"/>
                    <a:pt x="266" y="106"/>
                  </a:cubicBezTo>
                  <a:cubicBezTo>
                    <a:pt x="266" y="118"/>
                    <a:pt x="266" y="118"/>
                    <a:pt x="266" y="118"/>
                  </a:cubicBezTo>
                  <a:cubicBezTo>
                    <a:pt x="289" y="121"/>
                    <a:pt x="309" y="134"/>
                    <a:pt x="320" y="154"/>
                  </a:cubicBezTo>
                  <a:cubicBezTo>
                    <a:pt x="323" y="159"/>
                    <a:pt x="322" y="166"/>
                    <a:pt x="316" y="169"/>
                  </a:cubicBezTo>
                  <a:cubicBezTo>
                    <a:pt x="311" y="172"/>
                    <a:pt x="305" y="170"/>
                    <a:pt x="302" y="165"/>
                  </a:cubicBezTo>
                  <a:cubicBezTo>
                    <a:pt x="294" y="152"/>
                    <a:pt x="281" y="143"/>
                    <a:pt x="266" y="140"/>
                  </a:cubicBezTo>
                  <a:cubicBezTo>
                    <a:pt x="266" y="246"/>
                    <a:pt x="266" y="246"/>
                    <a:pt x="266" y="246"/>
                  </a:cubicBezTo>
                  <a:cubicBezTo>
                    <a:pt x="302" y="251"/>
                    <a:pt x="330" y="282"/>
                    <a:pt x="330" y="320"/>
                  </a:cubicBezTo>
                  <a:cubicBezTo>
                    <a:pt x="330" y="357"/>
                    <a:pt x="302" y="388"/>
                    <a:pt x="266" y="39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7" name="Freeform 832">
            <a:extLst>
              <a:ext uri="{FF2B5EF4-FFF2-40B4-BE49-F238E27FC236}">
                <a16:creationId xmlns:a16="http://schemas.microsoft.com/office/drawing/2014/main" id="{39F3C344-0C62-58E4-A70A-B7246DE35C81}"/>
              </a:ext>
            </a:extLst>
          </p:cNvPr>
          <p:cNvSpPr>
            <a:spLocks noChangeAspect="1" noEditPoints="1"/>
          </p:cNvSpPr>
          <p:nvPr/>
        </p:nvSpPr>
        <p:spPr bwMode="auto">
          <a:xfrm>
            <a:off x="5013466" y="4735394"/>
            <a:ext cx="367982" cy="367982"/>
          </a:xfrm>
          <a:custGeom>
            <a:avLst/>
            <a:gdLst>
              <a:gd name="T0" fmla="*/ 140 w 512"/>
              <a:gd name="T1" fmla="*/ 277 h 512"/>
              <a:gd name="T2" fmla="*/ 243 w 512"/>
              <a:gd name="T3" fmla="*/ 182 h 512"/>
              <a:gd name="T4" fmla="*/ 268 w 512"/>
              <a:gd name="T5" fmla="*/ 182 h 512"/>
              <a:gd name="T6" fmla="*/ 371 w 512"/>
              <a:gd name="T7" fmla="*/ 277 h 512"/>
              <a:gd name="T8" fmla="*/ 256 w 512"/>
              <a:gd name="T9" fmla="*/ 512 h 512"/>
              <a:gd name="T10" fmla="*/ 256 w 512"/>
              <a:gd name="T11" fmla="*/ 0 h 512"/>
              <a:gd name="T12" fmla="*/ 160 w 512"/>
              <a:gd name="T13" fmla="*/ 330 h 512"/>
              <a:gd name="T14" fmla="*/ 138 w 512"/>
              <a:gd name="T15" fmla="*/ 330 h 512"/>
              <a:gd name="T16" fmla="*/ 149 w 512"/>
              <a:gd name="T17" fmla="*/ 373 h 512"/>
              <a:gd name="T18" fmla="*/ 160 w 512"/>
              <a:gd name="T19" fmla="*/ 330 h 512"/>
              <a:gd name="T20" fmla="*/ 192 w 512"/>
              <a:gd name="T21" fmla="*/ 320 h 512"/>
              <a:gd name="T22" fmla="*/ 181 w 512"/>
              <a:gd name="T23" fmla="*/ 362 h 512"/>
              <a:gd name="T24" fmla="*/ 202 w 512"/>
              <a:gd name="T25" fmla="*/ 362 h 512"/>
              <a:gd name="T26" fmla="*/ 245 w 512"/>
              <a:gd name="T27" fmla="*/ 330 h 512"/>
              <a:gd name="T28" fmla="*/ 224 w 512"/>
              <a:gd name="T29" fmla="*/ 330 h 512"/>
              <a:gd name="T30" fmla="*/ 234 w 512"/>
              <a:gd name="T31" fmla="*/ 373 h 512"/>
              <a:gd name="T32" fmla="*/ 245 w 512"/>
              <a:gd name="T33" fmla="*/ 330 h 512"/>
              <a:gd name="T34" fmla="*/ 277 w 512"/>
              <a:gd name="T35" fmla="*/ 320 h 512"/>
              <a:gd name="T36" fmla="*/ 266 w 512"/>
              <a:gd name="T37" fmla="*/ 362 h 512"/>
              <a:gd name="T38" fmla="*/ 288 w 512"/>
              <a:gd name="T39" fmla="*/ 362 h 512"/>
              <a:gd name="T40" fmla="*/ 330 w 512"/>
              <a:gd name="T41" fmla="*/ 330 h 512"/>
              <a:gd name="T42" fmla="*/ 309 w 512"/>
              <a:gd name="T43" fmla="*/ 330 h 512"/>
              <a:gd name="T44" fmla="*/ 320 w 512"/>
              <a:gd name="T45" fmla="*/ 373 h 512"/>
              <a:gd name="T46" fmla="*/ 330 w 512"/>
              <a:gd name="T47" fmla="*/ 330 h 512"/>
              <a:gd name="T48" fmla="*/ 362 w 512"/>
              <a:gd name="T49" fmla="*/ 320 h 512"/>
              <a:gd name="T50" fmla="*/ 352 w 512"/>
              <a:gd name="T51" fmla="*/ 362 h 512"/>
              <a:gd name="T52" fmla="*/ 373 w 512"/>
              <a:gd name="T53" fmla="*/ 362 h 512"/>
              <a:gd name="T54" fmla="*/ 416 w 512"/>
              <a:gd name="T55" fmla="*/ 288 h 512"/>
              <a:gd name="T56" fmla="*/ 393 w 512"/>
              <a:gd name="T57" fmla="*/ 277 h 512"/>
              <a:gd name="T58" fmla="*/ 288 w 512"/>
              <a:gd name="T59" fmla="*/ 128 h 512"/>
              <a:gd name="T60" fmla="*/ 266 w 512"/>
              <a:gd name="T61" fmla="*/ 117 h 512"/>
              <a:gd name="T62" fmla="*/ 256 w 512"/>
              <a:gd name="T63" fmla="*/ 96 h 512"/>
              <a:gd name="T64" fmla="*/ 245 w 512"/>
              <a:gd name="T65" fmla="*/ 117 h 512"/>
              <a:gd name="T66" fmla="*/ 224 w 512"/>
              <a:gd name="T67" fmla="*/ 128 h 512"/>
              <a:gd name="T68" fmla="*/ 119 w 512"/>
              <a:gd name="T69" fmla="*/ 277 h 512"/>
              <a:gd name="T70" fmla="*/ 96 w 512"/>
              <a:gd name="T71" fmla="*/ 288 h 512"/>
              <a:gd name="T72" fmla="*/ 106 w 512"/>
              <a:gd name="T73" fmla="*/ 373 h 512"/>
              <a:gd name="T74" fmla="*/ 117 w 512"/>
              <a:gd name="T75" fmla="*/ 298 h 512"/>
              <a:gd name="T76" fmla="*/ 394 w 512"/>
              <a:gd name="T77" fmla="*/ 362 h 512"/>
              <a:gd name="T78" fmla="*/ 416 w 512"/>
              <a:gd name="T79" fmla="*/ 362 h 512"/>
              <a:gd name="T80" fmla="*/ 266 w 512"/>
              <a:gd name="T81" fmla="*/ 160 h 512"/>
              <a:gd name="T82" fmla="*/ 245 w 512"/>
              <a:gd name="T83" fmla="*/ 138 h 512"/>
              <a:gd name="T84" fmla="*/ 256 w 512"/>
              <a:gd name="T85"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2" h="512">
                <a:moveTo>
                  <a:pt x="371" y="277"/>
                </a:moveTo>
                <a:cubicBezTo>
                  <a:pt x="140" y="277"/>
                  <a:pt x="140" y="277"/>
                  <a:pt x="140" y="277"/>
                </a:cubicBezTo>
                <a:cubicBezTo>
                  <a:pt x="149" y="229"/>
                  <a:pt x="187" y="191"/>
                  <a:pt x="236" y="183"/>
                </a:cubicBezTo>
                <a:cubicBezTo>
                  <a:pt x="243" y="182"/>
                  <a:pt x="243" y="182"/>
                  <a:pt x="243" y="182"/>
                </a:cubicBezTo>
                <a:cubicBezTo>
                  <a:pt x="248" y="181"/>
                  <a:pt x="251" y="181"/>
                  <a:pt x="256" y="181"/>
                </a:cubicBezTo>
                <a:cubicBezTo>
                  <a:pt x="260" y="181"/>
                  <a:pt x="263" y="181"/>
                  <a:pt x="268" y="182"/>
                </a:cubicBezTo>
                <a:cubicBezTo>
                  <a:pt x="275" y="183"/>
                  <a:pt x="275" y="183"/>
                  <a:pt x="275" y="183"/>
                </a:cubicBezTo>
                <a:cubicBezTo>
                  <a:pt x="324" y="191"/>
                  <a:pt x="362" y="229"/>
                  <a:pt x="371" y="27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60" y="330"/>
                </a:moveTo>
                <a:cubicBezTo>
                  <a:pt x="160" y="324"/>
                  <a:pt x="155" y="320"/>
                  <a:pt x="149" y="320"/>
                </a:cubicBezTo>
                <a:cubicBezTo>
                  <a:pt x="143" y="320"/>
                  <a:pt x="138" y="324"/>
                  <a:pt x="138" y="330"/>
                </a:cubicBezTo>
                <a:cubicBezTo>
                  <a:pt x="138" y="362"/>
                  <a:pt x="138" y="362"/>
                  <a:pt x="138" y="362"/>
                </a:cubicBezTo>
                <a:cubicBezTo>
                  <a:pt x="138" y="368"/>
                  <a:pt x="143" y="373"/>
                  <a:pt x="149" y="373"/>
                </a:cubicBezTo>
                <a:cubicBezTo>
                  <a:pt x="155" y="373"/>
                  <a:pt x="160" y="368"/>
                  <a:pt x="160" y="362"/>
                </a:cubicBezTo>
                <a:lnTo>
                  <a:pt x="160" y="330"/>
                </a:lnTo>
                <a:close/>
                <a:moveTo>
                  <a:pt x="202" y="330"/>
                </a:moveTo>
                <a:cubicBezTo>
                  <a:pt x="202" y="324"/>
                  <a:pt x="198" y="320"/>
                  <a:pt x="192" y="320"/>
                </a:cubicBezTo>
                <a:cubicBezTo>
                  <a:pt x="186" y="320"/>
                  <a:pt x="181" y="324"/>
                  <a:pt x="181" y="330"/>
                </a:cubicBezTo>
                <a:cubicBezTo>
                  <a:pt x="181" y="362"/>
                  <a:pt x="181" y="362"/>
                  <a:pt x="181" y="362"/>
                </a:cubicBezTo>
                <a:cubicBezTo>
                  <a:pt x="181" y="368"/>
                  <a:pt x="186" y="373"/>
                  <a:pt x="192" y="373"/>
                </a:cubicBezTo>
                <a:cubicBezTo>
                  <a:pt x="198" y="373"/>
                  <a:pt x="202" y="368"/>
                  <a:pt x="202" y="362"/>
                </a:cubicBezTo>
                <a:lnTo>
                  <a:pt x="202" y="330"/>
                </a:lnTo>
                <a:close/>
                <a:moveTo>
                  <a:pt x="245" y="330"/>
                </a:moveTo>
                <a:cubicBezTo>
                  <a:pt x="245" y="324"/>
                  <a:pt x="240" y="320"/>
                  <a:pt x="234" y="320"/>
                </a:cubicBezTo>
                <a:cubicBezTo>
                  <a:pt x="228" y="320"/>
                  <a:pt x="224" y="324"/>
                  <a:pt x="224" y="330"/>
                </a:cubicBezTo>
                <a:cubicBezTo>
                  <a:pt x="224" y="362"/>
                  <a:pt x="224" y="362"/>
                  <a:pt x="224" y="362"/>
                </a:cubicBezTo>
                <a:cubicBezTo>
                  <a:pt x="224" y="368"/>
                  <a:pt x="228" y="373"/>
                  <a:pt x="234" y="373"/>
                </a:cubicBezTo>
                <a:cubicBezTo>
                  <a:pt x="240" y="373"/>
                  <a:pt x="245" y="368"/>
                  <a:pt x="245" y="362"/>
                </a:cubicBezTo>
                <a:lnTo>
                  <a:pt x="245" y="330"/>
                </a:lnTo>
                <a:close/>
                <a:moveTo>
                  <a:pt x="288" y="330"/>
                </a:moveTo>
                <a:cubicBezTo>
                  <a:pt x="288" y="324"/>
                  <a:pt x="283" y="320"/>
                  <a:pt x="277" y="320"/>
                </a:cubicBezTo>
                <a:cubicBezTo>
                  <a:pt x="271" y="320"/>
                  <a:pt x="266" y="324"/>
                  <a:pt x="266" y="330"/>
                </a:cubicBezTo>
                <a:cubicBezTo>
                  <a:pt x="266" y="362"/>
                  <a:pt x="266" y="362"/>
                  <a:pt x="266" y="362"/>
                </a:cubicBezTo>
                <a:cubicBezTo>
                  <a:pt x="266" y="368"/>
                  <a:pt x="271" y="373"/>
                  <a:pt x="277" y="373"/>
                </a:cubicBezTo>
                <a:cubicBezTo>
                  <a:pt x="283" y="373"/>
                  <a:pt x="288" y="368"/>
                  <a:pt x="288" y="362"/>
                </a:cubicBezTo>
                <a:lnTo>
                  <a:pt x="288" y="330"/>
                </a:lnTo>
                <a:close/>
                <a:moveTo>
                  <a:pt x="330" y="330"/>
                </a:moveTo>
                <a:cubicBezTo>
                  <a:pt x="330" y="324"/>
                  <a:pt x="326" y="320"/>
                  <a:pt x="320" y="320"/>
                </a:cubicBezTo>
                <a:cubicBezTo>
                  <a:pt x="314" y="320"/>
                  <a:pt x="309" y="324"/>
                  <a:pt x="309" y="330"/>
                </a:cubicBezTo>
                <a:cubicBezTo>
                  <a:pt x="309" y="362"/>
                  <a:pt x="309" y="362"/>
                  <a:pt x="309" y="362"/>
                </a:cubicBezTo>
                <a:cubicBezTo>
                  <a:pt x="309" y="368"/>
                  <a:pt x="314" y="373"/>
                  <a:pt x="320" y="373"/>
                </a:cubicBezTo>
                <a:cubicBezTo>
                  <a:pt x="326" y="373"/>
                  <a:pt x="330" y="368"/>
                  <a:pt x="330" y="362"/>
                </a:cubicBezTo>
                <a:lnTo>
                  <a:pt x="330" y="330"/>
                </a:lnTo>
                <a:close/>
                <a:moveTo>
                  <a:pt x="373" y="330"/>
                </a:moveTo>
                <a:cubicBezTo>
                  <a:pt x="373" y="324"/>
                  <a:pt x="368" y="320"/>
                  <a:pt x="362" y="320"/>
                </a:cubicBezTo>
                <a:cubicBezTo>
                  <a:pt x="356" y="320"/>
                  <a:pt x="352" y="324"/>
                  <a:pt x="352" y="330"/>
                </a:cubicBezTo>
                <a:cubicBezTo>
                  <a:pt x="352" y="362"/>
                  <a:pt x="352" y="362"/>
                  <a:pt x="352" y="362"/>
                </a:cubicBezTo>
                <a:cubicBezTo>
                  <a:pt x="352" y="368"/>
                  <a:pt x="356" y="373"/>
                  <a:pt x="362" y="373"/>
                </a:cubicBezTo>
                <a:cubicBezTo>
                  <a:pt x="368" y="373"/>
                  <a:pt x="373" y="368"/>
                  <a:pt x="373" y="362"/>
                </a:cubicBezTo>
                <a:lnTo>
                  <a:pt x="373" y="330"/>
                </a:lnTo>
                <a:close/>
                <a:moveTo>
                  <a:pt x="416" y="288"/>
                </a:moveTo>
                <a:cubicBezTo>
                  <a:pt x="416" y="282"/>
                  <a:pt x="411" y="277"/>
                  <a:pt x="405" y="277"/>
                </a:cubicBezTo>
                <a:cubicBezTo>
                  <a:pt x="393" y="277"/>
                  <a:pt x="393" y="277"/>
                  <a:pt x="393" y="277"/>
                </a:cubicBezTo>
                <a:cubicBezTo>
                  <a:pt x="384" y="221"/>
                  <a:pt x="342" y="177"/>
                  <a:pt x="288" y="164"/>
                </a:cubicBezTo>
                <a:cubicBezTo>
                  <a:pt x="288" y="128"/>
                  <a:pt x="288" y="128"/>
                  <a:pt x="288" y="128"/>
                </a:cubicBezTo>
                <a:cubicBezTo>
                  <a:pt x="288" y="122"/>
                  <a:pt x="283" y="117"/>
                  <a:pt x="277" y="117"/>
                </a:cubicBezTo>
                <a:cubicBezTo>
                  <a:pt x="266" y="117"/>
                  <a:pt x="266" y="117"/>
                  <a:pt x="266" y="117"/>
                </a:cubicBezTo>
                <a:cubicBezTo>
                  <a:pt x="266" y="106"/>
                  <a:pt x="266" y="106"/>
                  <a:pt x="266" y="106"/>
                </a:cubicBezTo>
                <a:cubicBezTo>
                  <a:pt x="266" y="100"/>
                  <a:pt x="262" y="96"/>
                  <a:pt x="256" y="96"/>
                </a:cubicBezTo>
                <a:cubicBezTo>
                  <a:pt x="250" y="96"/>
                  <a:pt x="245" y="100"/>
                  <a:pt x="245" y="106"/>
                </a:cubicBezTo>
                <a:cubicBezTo>
                  <a:pt x="245" y="117"/>
                  <a:pt x="245" y="117"/>
                  <a:pt x="245" y="117"/>
                </a:cubicBezTo>
                <a:cubicBezTo>
                  <a:pt x="234" y="117"/>
                  <a:pt x="234" y="117"/>
                  <a:pt x="234" y="117"/>
                </a:cubicBezTo>
                <a:cubicBezTo>
                  <a:pt x="228" y="117"/>
                  <a:pt x="224" y="122"/>
                  <a:pt x="224" y="128"/>
                </a:cubicBezTo>
                <a:cubicBezTo>
                  <a:pt x="224" y="164"/>
                  <a:pt x="224" y="164"/>
                  <a:pt x="224" y="164"/>
                </a:cubicBezTo>
                <a:cubicBezTo>
                  <a:pt x="169" y="177"/>
                  <a:pt x="127" y="221"/>
                  <a:pt x="119" y="277"/>
                </a:cubicBezTo>
                <a:cubicBezTo>
                  <a:pt x="106" y="277"/>
                  <a:pt x="106" y="277"/>
                  <a:pt x="106" y="277"/>
                </a:cubicBezTo>
                <a:cubicBezTo>
                  <a:pt x="100" y="277"/>
                  <a:pt x="96" y="282"/>
                  <a:pt x="96" y="288"/>
                </a:cubicBezTo>
                <a:cubicBezTo>
                  <a:pt x="96" y="362"/>
                  <a:pt x="96" y="362"/>
                  <a:pt x="96" y="362"/>
                </a:cubicBezTo>
                <a:cubicBezTo>
                  <a:pt x="96" y="368"/>
                  <a:pt x="100" y="373"/>
                  <a:pt x="106" y="373"/>
                </a:cubicBezTo>
                <a:cubicBezTo>
                  <a:pt x="112" y="373"/>
                  <a:pt x="117" y="368"/>
                  <a:pt x="117" y="362"/>
                </a:cubicBezTo>
                <a:cubicBezTo>
                  <a:pt x="117" y="298"/>
                  <a:pt x="117" y="298"/>
                  <a:pt x="117" y="298"/>
                </a:cubicBezTo>
                <a:cubicBezTo>
                  <a:pt x="394" y="298"/>
                  <a:pt x="394" y="298"/>
                  <a:pt x="394" y="298"/>
                </a:cubicBezTo>
                <a:cubicBezTo>
                  <a:pt x="394" y="362"/>
                  <a:pt x="394" y="362"/>
                  <a:pt x="394" y="362"/>
                </a:cubicBezTo>
                <a:cubicBezTo>
                  <a:pt x="394" y="368"/>
                  <a:pt x="399" y="373"/>
                  <a:pt x="405" y="373"/>
                </a:cubicBezTo>
                <a:cubicBezTo>
                  <a:pt x="411" y="373"/>
                  <a:pt x="416" y="368"/>
                  <a:pt x="416" y="362"/>
                </a:cubicBezTo>
                <a:lnTo>
                  <a:pt x="416" y="288"/>
                </a:lnTo>
                <a:close/>
                <a:moveTo>
                  <a:pt x="266" y="160"/>
                </a:moveTo>
                <a:cubicBezTo>
                  <a:pt x="266" y="138"/>
                  <a:pt x="266" y="138"/>
                  <a:pt x="266" y="138"/>
                </a:cubicBezTo>
                <a:cubicBezTo>
                  <a:pt x="245" y="138"/>
                  <a:pt x="245" y="138"/>
                  <a:pt x="245" y="138"/>
                </a:cubicBezTo>
                <a:cubicBezTo>
                  <a:pt x="245" y="160"/>
                  <a:pt x="245" y="160"/>
                  <a:pt x="245" y="160"/>
                </a:cubicBezTo>
                <a:cubicBezTo>
                  <a:pt x="245" y="160"/>
                  <a:pt x="251" y="160"/>
                  <a:pt x="256" y="160"/>
                </a:cubicBezTo>
                <a:cubicBezTo>
                  <a:pt x="260" y="160"/>
                  <a:pt x="266" y="160"/>
                  <a:pt x="266" y="16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a:p>
        </p:txBody>
      </p:sp>
      <p:pic>
        <p:nvPicPr>
          <p:cNvPr id="2" name="Picture 1">
            <a:hlinkClick r:id="rId7" action="ppaction://hlinksldjump"/>
            <a:extLst>
              <a:ext uri="{FF2B5EF4-FFF2-40B4-BE49-F238E27FC236}">
                <a16:creationId xmlns:a16="http://schemas.microsoft.com/office/drawing/2014/main" id="{418948CD-6684-AD59-7E53-78D16FD9D278}"/>
              </a:ext>
            </a:extLst>
          </p:cNvPr>
          <p:cNvPicPr>
            <a:picLocks noChangeAspect="1"/>
          </p:cNvPicPr>
          <p:nvPr/>
        </p:nvPicPr>
        <p:blipFill>
          <a:blip r:embed="rId8"/>
          <a:stretch>
            <a:fillRect/>
          </a:stretch>
        </p:blipFill>
        <p:spPr>
          <a:xfrm>
            <a:off x="11726283" y="113485"/>
            <a:ext cx="359695" cy="365792"/>
          </a:xfrm>
          <a:prstGeom prst="rect">
            <a:avLst/>
          </a:prstGeom>
        </p:spPr>
      </p:pic>
      <p:sp>
        <p:nvSpPr>
          <p:cNvPr id="3" name="Rectangle 2">
            <a:hlinkClick r:id="rId9" action="ppaction://hlinksldjump"/>
            <a:extLst>
              <a:ext uri="{FF2B5EF4-FFF2-40B4-BE49-F238E27FC236}">
                <a16:creationId xmlns:a16="http://schemas.microsoft.com/office/drawing/2014/main" id="{25521CBD-39D1-A4DE-7470-DC4ECC8AEDBF}"/>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4" name="Freeform 15">
            <a:extLst>
              <a:ext uri="{FF2B5EF4-FFF2-40B4-BE49-F238E27FC236}">
                <a16:creationId xmlns:a16="http://schemas.microsoft.com/office/drawing/2014/main" id="{4391BB9E-4DD6-08E8-C724-E2C61D59131E}"/>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5" name="Freeform 16">
            <a:extLst>
              <a:ext uri="{FF2B5EF4-FFF2-40B4-BE49-F238E27FC236}">
                <a16:creationId xmlns:a16="http://schemas.microsoft.com/office/drawing/2014/main" id="{C13EEA30-A9DB-8E46-4622-1CDA94FE5DC1}"/>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18" name="Freeform 6">
            <a:extLst>
              <a:ext uri="{FF2B5EF4-FFF2-40B4-BE49-F238E27FC236}">
                <a16:creationId xmlns:a16="http://schemas.microsoft.com/office/drawing/2014/main" id="{BAA27F95-5488-327F-C0D2-944C9CE427E4}"/>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21" name="Title 5">
            <a:extLst>
              <a:ext uri="{FF2B5EF4-FFF2-40B4-BE49-F238E27FC236}">
                <a16:creationId xmlns:a16="http://schemas.microsoft.com/office/drawing/2014/main" id="{D0BB797E-B007-9D0C-6BA2-3C5E07EB9DAC}"/>
              </a:ext>
            </a:extLst>
          </p:cNvPr>
          <p:cNvSpPr txBox="1">
            <a:spLocks/>
          </p:cNvSpPr>
          <p:nvPr/>
        </p:nvSpPr>
        <p:spPr bwMode="gray">
          <a:xfrm>
            <a:off x="439621" y="293947"/>
            <a:ext cx="10301217" cy="381907"/>
          </a:xfrm>
          <a:prstGeom prst="rect">
            <a:avLst/>
          </a:prstGeom>
          <a:ln>
            <a:noFill/>
          </a:ln>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en-US" sz="1800" b="1">
                <a:latin typeface="Verdana" panose="020B0604030504040204" pitchFamily="34" charset="0"/>
                <a:ea typeface="Verdana" panose="020B0604030504040204" pitchFamily="34" charset="0"/>
              </a:rPr>
              <a:t>Special Project / Investments Monitoring (1/2)</a:t>
            </a:r>
            <a:endParaRPr lang="en-GB" sz="1800" b="1">
              <a:latin typeface="Verdana" panose="020B0604030504040204" pitchFamily="34" charset="0"/>
              <a:ea typeface="Verdana" panose="020B0604030504040204" pitchFamily="34" charset="0"/>
            </a:endParaRPr>
          </a:p>
        </p:txBody>
      </p:sp>
      <p:sp>
        <p:nvSpPr>
          <p:cNvPr id="22" name="Rectangle: Rounded Corners 21">
            <a:extLst>
              <a:ext uri="{FF2B5EF4-FFF2-40B4-BE49-F238E27FC236}">
                <a16:creationId xmlns:a16="http://schemas.microsoft.com/office/drawing/2014/main" id="{1B6B5085-314E-9156-095B-6C65AC2CB874}"/>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23" name="Rectangle 22">
            <a:hlinkClick r:id="rId10" action="ppaction://hlinksldjump"/>
            <a:extLst>
              <a:ext uri="{FF2B5EF4-FFF2-40B4-BE49-F238E27FC236}">
                <a16:creationId xmlns:a16="http://schemas.microsoft.com/office/drawing/2014/main" id="{0CE78462-E2B0-A2E6-4F16-48E4B25DA0F4}"/>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24" name="Rectangle 23">
            <a:hlinkClick r:id="rId11" action="ppaction://hlinksldjump"/>
            <a:extLst>
              <a:ext uri="{FF2B5EF4-FFF2-40B4-BE49-F238E27FC236}">
                <a16:creationId xmlns:a16="http://schemas.microsoft.com/office/drawing/2014/main" id="{692B249B-459A-7AB0-FD3C-3A16D547A044}"/>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25" name="Rectangle 24">
            <a:hlinkClick r:id="rId12" action="ppaction://hlinksldjump"/>
            <a:extLst>
              <a:ext uri="{FF2B5EF4-FFF2-40B4-BE49-F238E27FC236}">
                <a16:creationId xmlns:a16="http://schemas.microsoft.com/office/drawing/2014/main" id="{6D3C564D-5A7B-8C4F-346F-DB6A1FADCA08}"/>
              </a:ext>
            </a:extLst>
          </p:cNvPr>
          <p:cNvSpPr/>
          <p:nvPr/>
        </p:nvSpPr>
        <p:spPr bwMode="gray">
          <a:xfrm>
            <a:off x="9660055"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27" name="Rectangle 26">
            <a:hlinkClick r:id="rId13" action="ppaction://hlinksldjump"/>
            <a:extLst>
              <a:ext uri="{FF2B5EF4-FFF2-40B4-BE49-F238E27FC236}">
                <a16:creationId xmlns:a16="http://schemas.microsoft.com/office/drawing/2014/main" id="{322A261B-EDCE-EC58-B906-E26DAC091BC4}"/>
              </a:ext>
            </a:extLst>
          </p:cNvPr>
          <p:cNvSpPr/>
          <p:nvPr/>
        </p:nvSpPr>
        <p:spPr bwMode="gray">
          <a:xfrm>
            <a:off x="10003078"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29" name="Rectangle 28">
            <a:hlinkClick r:id="rId14" action="ppaction://hlinksldjump"/>
            <a:extLst>
              <a:ext uri="{FF2B5EF4-FFF2-40B4-BE49-F238E27FC236}">
                <a16:creationId xmlns:a16="http://schemas.microsoft.com/office/drawing/2014/main" id="{BEC397E4-729A-3A7A-AB2F-2072AC561CD1}"/>
              </a:ext>
            </a:extLst>
          </p:cNvPr>
          <p:cNvSpPr/>
          <p:nvPr/>
        </p:nvSpPr>
        <p:spPr bwMode="gray">
          <a:xfrm>
            <a:off x="10346101"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30" name="Rectangle 29">
            <a:hlinkClick r:id="rId15" action="ppaction://hlinksldjump"/>
            <a:extLst>
              <a:ext uri="{FF2B5EF4-FFF2-40B4-BE49-F238E27FC236}">
                <a16:creationId xmlns:a16="http://schemas.microsoft.com/office/drawing/2014/main" id="{18F2010C-7901-E313-486C-BD4A30C5A940}"/>
              </a:ext>
            </a:extLst>
          </p:cNvPr>
          <p:cNvSpPr/>
          <p:nvPr/>
        </p:nvSpPr>
        <p:spPr bwMode="gray">
          <a:xfrm>
            <a:off x="10689126" y="-9900"/>
            <a:ext cx="274320" cy="274320"/>
          </a:xfrm>
          <a:prstGeom prst="rect">
            <a:avLst/>
          </a:prstGeom>
          <a:solidFill>
            <a:schemeClr val="accent6"/>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228403346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D0A6D03-5E38-B25F-7E4F-0E2DED54A73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 name="think-cell data - do not delete" hidden="1">
                        <a:extLst>
                          <a:ext uri="{FF2B5EF4-FFF2-40B4-BE49-F238E27FC236}">
                            <a16:creationId xmlns:a16="http://schemas.microsoft.com/office/drawing/2014/main" id="{2D0A6D03-5E38-B25F-7E4F-0E2DED54A7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6" name="Table 15">
            <a:extLst>
              <a:ext uri="{FF2B5EF4-FFF2-40B4-BE49-F238E27FC236}">
                <a16:creationId xmlns:a16="http://schemas.microsoft.com/office/drawing/2014/main" id="{9DBF0F38-66F1-02EC-2275-8F44F029DC79}"/>
              </a:ext>
            </a:extLst>
          </p:cNvPr>
          <p:cNvGraphicFramePr>
            <a:graphicFrameLocks noGrp="1"/>
          </p:cNvGraphicFramePr>
          <p:nvPr>
            <p:extLst>
              <p:ext uri="{D42A27DB-BD31-4B8C-83A1-F6EECF244321}">
                <p14:modId xmlns:p14="http://schemas.microsoft.com/office/powerpoint/2010/main" val="2010244695"/>
              </p:ext>
            </p:extLst>
          </p:nvPr>
        </p:nvGraphicFramePr>
        <p:xfrm>
          <a:off x="349987" y="807909"/>
          <a:ext cx="11250728" cy="504103"/>
        </p:xfrm>
        <a:graphic>
          <a:graphicData uri="http://schemas.openxmlformats.org/drawingml/2006/table">
            <a:tbl>
              <a:tblPr>
                <a:tableStyleId>{2D5ABB26-0587-4C30-8999-92F81FD0307C}</a:tableStyleId>
              </a:tblPr>
              <a:tblGrid>
                <a:gridCol w="11250728">
                  <a:extLst>
                    <a:ext uri="{9D8B030D-6E8A-4147-A177-3AD203B41FA5}">
                      <a16:colId xmlns:a16="http://schemas.microsoft.com/office/drawing/2014/main" val="3552669064"/>
                    </a:ext>
                  </a:extLst>
                </a:gridCol>
              </a:tblGrid>
              <a:tr h="504103">
                <a:tc>
                  <a:txBody>
                    <a:bodyPr/>
                    <a:lstStyle/>
                    <a:p>
                      <a:pPr algn="just"/>
                      <a:r>
                        <a:rPr lang="en-US" sz="1200" i="1">
                          <a:solidFill>
                            <a:schemeClr val="tx1"/>
                          </a:solidFill>
                          <a:latin typeface="Verdana" panose="020B0604030504040204" pitchFamily="34" charset="0"/>
                          <a:ea typeface="Verdana" panose="020B0604030504040204" pitchFamily="34" charset="0"/>
                          <a:cs typeface="Open Sans" panose="020B0606030504020204" pitchFamily="34" charset="0"/>
                        </a:rPr>
                        <a:t>Deloitte has successfully monitored multiple projects cross industry across India and abroad. Proprietary tools and experienced team are our main enablers towards successful Project Management</a:t>
                      </a:r>
                    </a:p>
                  </a:txBody>
                  <a:tcPr marL="82918" marR="82918" marT="41459" marB="414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4601889"/>
                  </a:ext>
                </a:extLst>
              </a:tr>
            </a:tbl>
          </a:graphicData>
        </a:graphic>
      </p:graphicFrame>
      <p:sp>
        <p:nvSpPr>
          <p:cNvPr id="104" name="Rectangle 103">
            <a:extLst>
              <a:ext uri="{FF2B5EF4-FFF2-40B4-BE49-F238E27FC236}">
                <a16:creationId xmlns:a16="http://schemas.microsoft.com/office/drawing/2014/main" id="{16D0AE37-ACF0-C2D1-9B1D-F60818AB7FE6}"/>
              </a:ext>
            </a:extLst>
          </p:cNvPr>
          <p:cNvSpPr/>
          <p:nvPr/>
        </p:nvSpPr>
        <p:spPr>
          <a:xfrm>
            <a:off x="439622" y="1606000"/>
            <a:ext cx="3615084" cy="465148"/>
          </a:xfrm>
          <a:prstGeom prst="rect">
            <a:avLst/>
          </a:prstGeom>
          <a:solidFill>
            <a:schemeClr val="accent5"/>
          </a:solidFill>
          <a:ln w="12700" cap="flat" cmpd="sng" algn="ctr">
            <a:noFill/>
            <a:prstDash val="solid"/>
          </a:ln>
          <a:effectLst/>
        </p:spPr>
        <p:txBody>
          <a:bodyPr wrap="square" lIns="0" tIns="0" rIns="0" bIns="0" rtlCol="0" anchor="ctr">
            <a:noAutofit/>
          </a:bodyPr>
          <a:lstStyle/>
          <a:p>
            <a:pPr marL="119576" algn="ctr" defTabSz="545785" fontAlgn="base">
              <a:spcBef>
                <a:spcPct val="0"/>
              </a:spcBef>
              <a:spcAft>
                <a:spcPct val="0"/>
              </a:spcAft>
              <a:defRPr/>
            </a:pPr>
            <a:r>
              <a:rPr lang="en-US" sz="1200" b="1" kern="0">
                <a:solidFill>
                  <a:schemeClr val="bg1"/>
                </a:solidFill>
                <a:latin typeface="Verdana" panose="020B0604030504040204" pitchFamily="34" charset="0"/>
                <a:ea typeface="Verdana" panose="020B0604030504040204" pitchFamily="34" charset="0"/>
                <a:cs typeface="Segoe UI Light" panose="020B0502040204020203" pitchFamily="34" charset="0"/>
                <a:sym typeface="Gotham Book" charset="0"/>
              </a:rPr>
              <a:t>Anticipated Challenges</a:t>
            </a:r>
          </a:p>
        </p:txBody>
      </p:sp>
      <p:grpSp>
        <p:nvGrpSpPr>
          <p:cNvPr id="63" name="Group 62">
            <a:extLst>
              <a:ext uri="{FF2B5EF4-FFF2-40B4-BE49-F238E27FC236}">
                <a16:creationId xmlns:a16="http://schemas.microsoft.com/office/drawing/2014/main" id="{BB969485-A96B-B17A-EC85-717450C3CDD4}"/>
              </a:ext>
            </a:extLst>
          </p:cNvPr>
          <p:cNvGrpSpPr/>
          <p:nvPr/>
        </p:nvGrpSpPr>
        <p:grpSpPr>
          <a:xfrm flipH="1">
            <a:off x="8159244" y="2129121"/>
            <a:ext cx="3624644" cy="4133593"/>
            <a:chOff x="8698284" y="2343349"/>
            <a:chExt cx="2928940" cy="3602791"/>
          </a:xfrm>
          <a:solidFill>
            <a:schemeClr val="accent1">
              <a:lumMod val="20000"/>
              <a:lumOff val="80000"/>
            </a:schemeClr>
          </a:solidFill>
        </p:grpSpPr>
        <p:grpSp>
          <p:nvGrpSpPr>
            <p:cNvPr id="64" name="Group 63">
              <a:extLst>
                <a:ext uri="{FF2B5EF4-FFF2-40B4-BE49-F238E27FC236}">
                  <a16:creationId xmlns:a16="http://schemas.microsoft.com/office/drawing/2014/main" id="{78F38FBB-3AC2-ABA8-84C6-4787741E2062}"/>
                </a:ext>
              </a:extLst>
            </p:cNvPr>
            <p:cNvGrpSpPr/>
            <p:nvPr/>
          </p:nvGrpSpPr>
          <p:grpSpPr>
            <a:xfrm>
              <a:off x="8698284" y="2343349"/>
              <a:ext cx="2928940" cy="3602791"/>
              <a:chOff x="407591" y="1998253"/>
              <a:chExt cx="8746919" cy="3602791"/>
            </a:xfrm>
            <a:grpFill/>
          </p:grpSpPr>
          <p:sp>
            <p:nvSpPr>
              <p:cNvPr id="70" name="Rectangle 69">
                <a:extLst>
                  <a:ext uri="{FF2B5EF4-FFF2-40B4-BE49-F238E27FC236}">
                    <a16:creationId xmlns:a16="http://schemas.microsoft.com/office/drawing/2014/main" id="{4E31A734-695D-27D3-D0DC-B83AC3AEF3B9}"/>
                  </a:ext>
                </a:extLst>
              </p:cNvPr>
              <p:cNvSpPr/>
              <p:nvPr/>
            </p:nvSpPr>
            <p:spPr>
              <a:xfrm>
                <a:off x="407591" y="2088025"/>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1" name="Rectangle 70">
                <a:extLst>
                  <a:ext uri="{FF2B5EF4-FFF2-40B4-BE49-F238E27FC236}">
                    <a16:creationId xmlns:a16="http://schemas.microsoft.com/office/drawing/2014/main" id="{F2235379-E670-E506-0A76-F22E03575B77}"/>
                  </a:ext>
                </a:extLst>
              </p:cNvPr>
              <p:cNvSpPr/>
              <p:nvPr/>
            </p:nvSpPr>
            <p:spPr>
              <a:xfrm>
                <a:off x="407591" y="2830975"/>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2" name="Rectangle 71">
                <a:extLst>
                  <a:ext uri="{FF2B5EF4-FFF2-40B4-BE49-F238E27FC236}">
                    <a16:creationId xmlns:a16="http://schemas.microsoft.com/office/drawing/2014/main" id="{9536BA3C-A645-D20D-7AE3-FF4D653406E2}"/>
                  </a:ext>
                </a:extLst>
              </p:cNvPr>
              <p:cNvSpPr/>
              <p:nvPr/>
            </p:nvSpPr>
            <p:spPr>
              <a:xfrm>
                <a:off x="407591" y="3561542"/>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8" name="Rectangle 77">
                <a:extLst>
                  <a:ext uri="{FF2B5EF4-FFF2-40B4-BE49-F238E27FC236}">
                    <a16:creationId xmlns:a16="http://schemas.microsoft.com/office/drawing/2014/main" id="{5043A17E-0F4E-D61C-0FC3-B517D6F1E35A}"/>
                  </a:ext>
                </a:extLst>
              </p:cNvPr>
              <p:cNvSpPr/>
              <p:nvPr/>
            </p:nvSpPr>
            <p:spPr>
              <a:xfrm>
                <a:off x="407591" y="4304492"/>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82" name="Rectangle 81">
                <a:extLst>
                  <a:ext uri="{FF2B5EF4-FFF2-40B4-BE49-F238E27FC236}">
                    <a16:creationId xmlns:a16="http://schemas.microsoft.com/office/drawing/2014/main" id="{8CEAD21E-8B83-A9DE-15B5-EEE5569BA2CD}"/>
                  </a:ext>
                </a:extLst>
              </p:cNvPr>
              <p:cNvSpPr/>
              <p:nvPr/>
            </p:nvSpPr>
            <p:spPr>
              <a:xfrm>
                <a:off x="407591" y="5037640"/>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0" name="Isosceles Triangle 89">
                <a:extLst>
                  <a:ext uri="{FF2B5EF4-FFF2-40B4-BE49-F238E27FC236}">
                    <a16:creationId xmlns:a16="http://schemas.microsoft.com/office/drawing/2014/main" id="{861956E8-3C2F-2BFD-2F9F-D86474C6DC6E}"/>
                  </a:ext>
                </a:extLst>
              </p:cNvPr>
              <p:cNvSpPr/>
              <p:nvPr/>
            </p:nvSpPr>
            <p:spPr>
              <a:xfrm rot="16200000">
                <a:off x="1171052" y="3817577"/>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1" name="Round Same Side Corner Rectangle 132">
                <a:extLst>
                  <a:ext uri="{FF2B5EF4-FFF2-40B4-BE49-F238E27FC236}">
                    <a16:creationId xmlns:a16="http://schemas.microsoft.com/office/drawing/2014/main" id="{3F66D54D-3E48-DD94-8BD4-243655A17D95}"/>
                  </a:ext>
                </a:extLst>
              </p:cNvPr>
              <p:cNvSpPr/>
              <p:nvPr/>
            </p:nvSpPr>
            <p:spPr>
              <a:xfrm rot="5400000">
                <a:off x="4835739" y="-307327"/>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92" name="Isosceles Triangle 91">
                <a:extLst>
                  <a:ext uri="{FF2B5EF4-FFF2-40B4-BE49-F238E27FC236}">
                    <a16:creationId xmlns:a16="http://schemas.microsoft.com/office/drawing/2014/main" id="{E691C975-83B2-F082-6920-D706E94E7B2D}"/>
                  </a:ext>
                </a:extLst>
              </p:cNvPr>
              <p:cNvSpPr/>
              <p:nvPr/>
            </p:nvSpPr>
            <p:spPr>
              <a:xfrm rot="16200000">
                <a:off x="1159442" y="4548919"/>
                <a:ext cx="223402"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3" name="Round Same Side Corner Rectangle 134">
                <a:extLst>
                  <a:ext uri="{FF2B5EF4-FFF2-40B4-BE49-F238E27FC236}">
                    <a16:creationId xmlns:a16="http://schemas.microsoft.com/office/drawing/2014/main" id="{7874382F-4BE7-1C38-1FD1-C8C7F2902885}"/>
                  </a:ext>
                </a:extLst>
              </p:cNvPr>
              <p:cNvSpPr/>
              <p:nvPr/>
            </p:nvSpPr>
            <p:spPr>
              <a:xfrm rot="5400000">
                <a:off x="4835739" y="425820"/>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94" name="Isosceles Triangle 93">
                <a:extLst>
                  <a:ext uri="{FF2B5EF4-FFF2-40B4-BE49-F238E27FC236}">
                    <a16:creationId xmlns:a16="http://schemas.microsoft.com/office/drawing/2014/main" id="{B14098B5-EBE2-2D99-D4DD-882614B8AE0A}"/>
                  </a:ext>
                </a:extLst>
              </p:cNvPr>
              <p:cNvSpPr/>
              <p:nvPr/>
            </p:nvSpPr>
            <p:spPr>
              <a:xfrm rot="16200000">
                <a:off x="1159439" y="5278200"/>
                <a:ext cx="223402"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5" name="Round Same Side Corner Rectangle 136">
                <a:extLst>
                  <a:ext uri="{FF2B5EF4-FFF2-40B4-BE49-F238E27FC236}">
                    <a16:creationId xmlns:a16="http://schemas.microsoft.com/office/drawing/2014/main" id="{CA8923D1-E079-6719-E5D3-94284FD30B5B}"/>
                  </a:ext>
                </a:extLst>
              </p:cNvPr>
              <p:cNvSpPr/>
              <p:nvPr/>
            </p:nvSpPr>
            <p:spPr>
              <a:xfrm rot="5400000">
                <a:off x="4835739" y="1158969"/>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96" name="Isosceles Triangle 95">
                <a:extLst>
                  <a:ext uri="{FF2B5EF4-FFF2-40B4-BE49-F238E27FC236}">
                    <a16:creationId xmlns:a16="http://schemas.microsoft.com/office/drawing/2014/main" id="{F035C5B7-CCD3-9488-159D-2D1D5DCEC789}"/>
                  </a:ext>
                </a:extLst>
              </p:cNvPr>
              <p:cNvSpPr/>
              <p:nvPr/>
            </p:nvSpPr>
            <p:spPr>
              <a:xfrm rot="16200000">
                <a:off x="1171052" y="3087008"/>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7" name="Round Same Side Corner Rectangle 138">
                <a:extLst>
                  <a:ext uri="{FF2B5EF4-FFF2-40B4-BE49-F238E27FC236}">
                    <a16:creationId xmlns:a16="http://schemas.microsoft.com/office/drawing/2014/main" id="{B6540E45-7A92-4F0F-DFF9-4280DEF4C24E}"/>
                  </a:ext>
                </a:extLst>
              </p:cNvPr>
              <p:cNvSpPr/>
              <p:nvPr/>
            </p:nvSpPr>
            <p:spPr>
              <a:xfrm rot="5400000">
                <a:off x="4835739" y="-1040476"/>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98" name="Isosceles Triangle 97">
                <a:extLst>
                  <a:ext uri="{FF2B5EF4-FFF2-40B4-BE49-F238E27FC236}">
                    <a16:creationId xmlns:a16="http://schemas.microsoft.com/office/drawing/2014/main" id="{1F147C8A-1B5C-6F0C-C8DD-F02AE4893057}"/>
                  </a:ext>
                </a:extLst>
              </p:cNvPr>
              <p:cNvSpPr/>
              <p:nvPr/>
            </p:nvSpPr>
            <p:spPr>
              <a:xfrm rot="16200000">
                <a:off x="1171052" y="2344058"/>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99" name="Round Same Side Corner Rectangle 140">
                <a:extLst>
                  <a:ext uri="{FF2B5EF4-FFF2-40B4-BE49-F238E27FC236}">
                    <a16:creationId xmlns:a16="http://schemas.microsoft.com/office/drawing/2014/main" id="{E727AAEF-2DFE-68FD-5984-771724013F63}"/>
                  </a:ext>
                </a:extLst>
              </p:cNvPr>
              <p:cNvSpPr/>
              <p:nvPr/>
            </p:nvSpPr>
            <p:spPr>
              <a:xfrm rot="5400000">
                <a:off x="4835739" y="-1773623"/>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grpSp>
        <p:sp>
          <p:nvSpPr>
            <p:cNvPr id="65" name="TextBox 64">
              <a:extLst>
                <a:ext uri="{FF2B5EF4-FFF2-40B4-BE49-F238E27FC236}">
                  <a16:creationId xmlns:a16="http://schemas.microsoft.com/office/drawing/2014/main" id="{20ED122C-4238-838E-ED6D-2837CB90C978}"/>
                </a:ext>
              </a:extLst>
            </p:cNvPr>
            <p:cNvSpPr txBox="1"/>
            <p:nvPr/>
          </p:nvSpPr>
          <p:spPr>
            <a:xfrm>
              <a:off x="9056855" y="2419121"/>
              <a:ext cx="2344079"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Establishment of unified project/scheme reporting framework </a:t>
              </a:r>
            </a:p>
          </p:txBody>
        </p:sp>
        <p:sp>
          <p:nvSpPr>
            <p:cNvPr id="66" name="TextBox 65">
              <a:extLst>
                <a:ext uri="{FF2B5EF4-FFF2-40B4-BE49-F238E27FC236}">
                  <a16:creationId xmlns:a16="http://schemas.microsoft.com/office/drawing/2014/main" id="{661BBCAF-40D7-883F-A1C0-8E45A49CC3C1}"/>
                </a:ext>
              </a:extLst>
            </p:cNvPr>
            <p:cNvSpPr txBox="1"/>
            <p:nvPr/>
          </p:nvSpPr>
          <p:spPr>
            <a:xfrm>
              <a:off x="9144329" y="4678745"/>
              <a:ext cx="2256604"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Pro-active identification of project risks</a:t>
              </a:r>
            </a:p>
          </p:txBody>
        </p:sp>
        <p:sp>
          <p:nvSpPr>
            <p:cNvPr id="67" name="TextBox 66">
              <a:extLst>
                <a:ext uri="{FF2B5EF4-FFF2-40B4-BE49-F238E27FC236}">
                  <a16:creationId xmlns:a16="http://schemas.microsoft.com/office/drawing/2014/main" id="{1701BC06-E032-444D-4350-CE44EFCF7DA7}"/>
                </a:ext>
              </a:extLst>
            </p:cNvPr>
            <p:cNvSpPr txBox="1"/>
            <p:nvPr/>
          </p:nvSpPr>
          <p:spPr>
            <a:xfrm>
              <a:off x="9110530" y="3202038"/>
              <a:ext cx="2256604"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Project Management Tool for project reporting and monitoring</a:t>
              </a:r>
            </a:p>
          </p:txBody>
        </p:sp>
        <p:sp>
          <p:nvSpPr>
            <p:cNvPr id="68" name="TextBox 67">
              <a:extLst>
                <a:ext uri="{FF2B5EF4-FFF2-40B4-BE49-F238E27FC236}">
                  <a16:creationId xmlns:a16="http://schemas.microsoft.com/office/drawing/2014/main" id="{E8CBEE32-C057-E3F6-C532-7136D4B43ECB}"/>
                </a:ext>
              </a:extLst>
            </p:cNvPr>
            <p:cNvSpPr txBox="1"/>
            <p:nvPr/>
          </p:nvSpPr>
          <p:spPr>
            <a:xfrm>
              <a:off x="9110530" y="3931928"/>
              <a:ext cx="2256604"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Stakeholder Communication and Cadence</a:t>
              </a:r>
            </a:p>
          </p:txBody>
        </p:sp>
        <p:sp>
          <p:nvSpPr>
            <p:cNvPr id="69" name="TextBox 68">
              <a:extLst>
                <a:ext uri="{FF2B5EF4-FFF2-40B4-BE49-F238E27FC236}">
                  <a16:creationId xmlns:a16="http://schemas.microsoft.com/office/drawing/2014/main" id="{3D3C82BF-5413-ACF3-FDDC-38C66D9F0FF7}"/>
                </a:ext>
              </a:extLst>
            </p:cNvPr>
            <p:cNvSpPr txBox="1"/>
            <p:nvPr/>
          </p:nvSpPr>
          <p:spPr>
            <a:xfrm>
              <a:off x="8843546" y="5382736"/>
              <a:ext cx="2546020"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Documentation management and Archival</a:t>
              </a:r>
            </a:p>
          </p:txBody>
        </p:sp>
      </p:grpSp>
      <p:pic>
        <p:nvPicPr>
          <p:cNvPr id="147" name="Picture 146">
            <a:extLst>
              <a:ext uri="{FF2B5EF4-FFF2-40B4-BE49-F238E27FC236}">
                <a16:creationId xmlns:a16="http://schemas.microsoft.com/office/drawing/2014/main" id="{B0C9B53B-81FE-6897-A21C-3C3B82C82A6B}"/>
              </a:ext>
            </a:extLst>
          </p:cNvPr>
          <p:cNvPicPr>
            <a:picLocks noChangeAspect="1"/>
          </p:cNvPicPr>
          <p:nvPr/>
        </p:nvPicPr>
        <p:blipFill rotWithShape="1">
          <a:blip r:embed="rId6"/>
          <a:srcRect r="69592" b="5170"/>
          <a:stretch/>
        </p:blipFill>
        <p:spPr>
          <a:xfrm>
            <a:off x="4474610" y="2833946"/>
            <a:ext cx="1584938" cy="1107996"/>
          </a:xfrm>
          <a:prstGeom prst="rect">
            <a:avLst/>
          </a:prstGeom>
          <a:ln>
            <a:solidFill>
              <a:schemeClr val="tx1"/>
            </a:solidFill>
          </a:ln>
        </p:spPr>
      </p:pic>
      <p:sp>
        <p:nvSpPr>
          <p:cNvPr id="153" name="Title 5">
            <a:extLst>
              <a:ext uri="{FF2B5EF4-FFF2-40B4-BE49-F238E27FC236}">
                <a16:creationId xmlns:a16="http://schemas.microsoft.com/office/drawing/2014/main" id="{B994E155-2FA6-6E56-EFEC-5BB0EF868C4C}"/>
              </a:ext>
            </a:extLst>
          </p:cNvPr>
          <p:cNvSpPr txBox="1">
            <a:spLocks/>
          </p:cNvSpPr>
          <p:nvPr/>
        </p:nvSpPr>
        <p:spPr bwMode="gray">
          <a:xfrm>
            <a:off x="439621" y="293947"/>
            <a:ext cx="10301217" cy="381907"/>
          </a:xfrm>
          <a:prstGeom prst="rect">
            <a:avLst/>
          </a:prstGeom>
          <a:ln>
            <a:noFill/>
          </a:ln>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en-US" sz="1800" b="1">
                <a:latin typeface="Verdana" panose="020B0604030504040204" pitchFamily="34" charset="0"/>
                <a:ea typeface="Verdana" panose="020B0604030504040204" pitchFamily="34" charset="0"/>
              </a:rPr>
              <a:t>Special Project / Investments Monitoring (2/2)</a:t>
            </a:r>
            <a:endParaRPr lang="en-GB" sz="1800" b="1">
              <a:latin typeface="Verdana" panose="020B0604030504040204" pitchFamily="34" charset="0"/>
              <a:ea typeface="Verdana" panose="020B0604030504040204" pitchFamily="34" charset="0"/>
            </a:endParaRPr>
          </a:p>
        </p:txBody>
      </p:sp>
      <p:grpSp>
        <p:nvGrpSpPr>
          <p:cNvPr id="2" name="Group 1">
            <a:extLst>
              <a:ext uri="{FF2B5EF4-FFF2-40B4-BE49-F238E27FC236}">
                <a16:creationId xmlns:a16="http://schemas.microsoft.com/office/drawing/2014/main" id="{A4B83AAC-B8EF-5763-DDED-019385FB6BB2}"/>
              </a:ext>
            </a:extLst>
          </p:cNvPr>
          <p:cNvGrpSpPr/>
          <p:nvPr/>
        </p:nvGrpSpPr>
        <p:grpSpPr>
          <a:xfrm>
            <a:off x="4344846" y="1649472"/>
            <a:ext cx="3520213" cy="986583"/>
            <a:chOff x="311300" y="1716743"/>
            <a:chExt cx="9283402" cy="2323468"/>
          </a:xfrm>
        </p:grpSpPr>
        <p:sp>
          <p:nvSpPr>
            <p:cNvPr id="4" name="Rectangle 3">
              <a:extLst>
                <a:ext uri="{FF2B5EF4-FFF2-40B4-BE49-F238E27FC236}">
                  <a16:creationId xmlns:a16="http://schemas.microsoft.com/office/drawing/2014/main" id="{80DC380B-2BAD-C64C-820F-52323AF69AC5}"/>
                </a:ext>
              </a:extLst>
            </p:cNvPr>
            <p:cNvSpPr/>
            <p:nvPr/>
          </p:nvSpPr>
          <p:spPr bwMode="gray">
            <a:xfrm>
              <a:off x="311300" y="2039943"/>
              <a:ext cx="9283400" cy="1392989"/>
            </a:xfrm>
            <a:prstGeom prst="rect">
              <a:avLst/>
            </a:prstGeom>
            <a:solidFill>
              <a:srgbClr val="F2F2F2"/>
            </a:solidFill>
            <a:ln w="19050" algn="ctr">
              <a:noFill/>
              <a:miter lim="800000"/>
              <a:headEnd/>
              <a:tailEnd/>
            </a:ln>
          </p:spPr>
          <p:txBody>
            <a:bodyPr wrap="square" lIns="53059" tIns="53059" rIns="53059" bIns="53059" rtlCol="0" anchor="ctr"/>
            <a:lstStyle/>
            <a:p>
              <a:pPr algn="ctr" defTabSz="545785" fontAlgn="base">
                <a:lnSpc>
                  <a:spcPct val="106000"/>
                </a:lnSpc>
                <a:spcBef>
                  <a:spcPct val="0"/>
                </a:spcBef>
                <a:spcAft>
                  <a:spcPct val="0"/>
                </a:spcAft>
                <a:defRPr/>
              </a:pPr>
              <a:endParaRPr lang="en-US" sz="1000" b="1">
                <a:solidFill>
                  <a:prstClr val="white"/>
                </a:solidFill>
                <a:latin typeface="Verdana" panose="020B0604030504040204" pitchFamily="34" charset="0"/>
                <a:ea typeface="Verdana" panose="020B0604030504040204" pitchFamily="34" charset="0"/>
                <a:sym typeface="Gotham Book" charset="0"/>
              </a:endParaRPr>
            </a:p>
          </p:txBody>
        </p:sp>
        <p:sp>
          <p:nvSpPr>
            <p:cNvPr id="5" name="AutoShape 12">
              <a:extLst>
                <a:ext uri="{FF2B5EF4-FFF2-40B4-BE49-F238E27FC236}">
                  <a16:creationId xmlns:a16="http://schemas.microsoft.com/office/drawing/2014/main" id="{3A1DD335-6BAB-2419-F553-62CBF29CCFD0}"/>
                </a:ext>
              </a:extLst>
            </p:cNvPr>
            <p:cNvSpPr>
              <a:spLocks noChangeArrowheads="1"/>
            </p:cNvSpPr>
            <p:nvPr/>
          </p:nvSpPr>
          <p:spPr bwMode="auto">
            <a:xfrm rot="5400000">
              <a:off x="3984403" y="-1570087"/>
              <a:ext cx="1937197" cy="9283400"/>
            </a:xfrm>
            <a:prstGeom prst="homePlate">
              <a:avLst>
                <a:gd name="adj" fmla="val 100000"/>
              </a:avLst>
            </a:prstGeom>
            <a:solidFill>
              <a:srgbClr val="F2F2F2"/>
            </a:solidFill>
            <a:ln w="6350" algn="ctr">
              <a:noFill/>
              <a:miter lim="800000"/>
              <a:headEnd/>
              <a:tailEnd/>
            </a:ln>
          </p:spPr>
          <p:txBody>
            <a:bodyPr wrap="square" lIns="53059" tIns="53059" rIns="53059" bIns="53059" anchor="ctr"/>
            <a:lstStyle/>
            <a:p>
              <a:pPr algn="ctr" defTabSz="545785" fontAlgn="base">
                <a:spcBef>
                  <a:spcPct val="0"/>
                </a:spcBef>
                <a:spcAft>
                  <a:spcPct val="0"/>
                </a:spcAft>
                <a:defRPr/>
              </a:pPr>
              <a:endParaRPr lang="en-US" sz="1000">
                <a:solidFill>
                  <a:srgbClr val="343434"/>
                </a:solidFill>
                <a:latin typeface="Verdana" panose="020B0604030504040204" pitchFamily="34" charset="0"/>
                <a:ea typeface="Verdana" panose="020B0604030504040204" pitchFamily="34" charset="0"/>
                <a:sym typeface="Gotham Book" charset="0"/>
              </a:endParaRPr>
            </a:p>
          </p:txBody>
        </p:sp>
        <p:grpSp>
          <p:nvGrpSpPr>
            <p:cNvPr id="6" name="Group 749">
              <a:extLst>
                <a:ext uri="{FF2B5EF4-FFF2-40B4-BE49-F238E27FC236}">
                  <a16:creationId xmlns:a16="http://schemas.microsoft.com/office/drawing/2014/main" id="{BD0AD426-DF41-4ACB-A2A4-9A8DEC921973}"/>
                </a:ext>
              </a:extLst>
            </p:cNvPr>
            <p:cNvGrpSpPr>
              <a:grpSpLocks noChangeAspect="1"/>
            </p:cNvGrpSpPr>
            <p:nvPr/>
          </p:nvGrpSpPr>
          <p:grpSpPr bwMode="auto">
            <a:xfrm>
              <a:off x="1088717" y="2077523"/>
              <a:ext cx="803106" cy="803106"/>
              <a:chOff x="3520" y="2686"/>
              <a:chExt cx="340" cy="340"/>
            </a:xfrm>
            <a:solidFill>
              <a:sysClr val="windowText" lastClr="000000"/>
            </a:solidFill>
          </p:grpSpPr>
          <p:sp>
            <p:nvSpPr>
              <p:cNvPr id="27" name="Freeform 750">
                <a:extLst>
                  <a:ext uri="{FF2B5EF4-FFF2-40B4-BE49-F238E27FC236}">
                    <a16:creationId xmlns:a16="http://schemas.microsoft.com/office/drawing/2014/main" id="{F85515CA-0418-BA85-1684-47BEF5B2D2A0}"/>
                  </a:ext>
                </a:extLst>
              </p:cNvPr>
              <p:cNvSpPr>
                <a:spLocks noEditPoints="1"/>
              </p:cNvSpPr>
              <p:nvPr/>
            </p:nvSpPr>
            <p:spPr bwMode="auto">
              <a:xfrm>
                <a:off x="3520" y="26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9626" tIns="34813" rIns="69626" bIns="34813" numCol="1" anchor="t" anchorCtr="0" compatLnSpc="1">
                <a:prstTxWarp prst="textNoShape">
                  <a:avLst/>
                </a:prstTxWarp>
              </a:bodyPr>
              <a:lstStyle/>
              <a:p>
                <a:pPr defTabSz="928393">
                  <a:defRPr/>
                </a:pPr>
                <a:endParaRPr lang="en-GB" sz="1000" kern="0">
                  <a:solidFill>
                    <a:prstClr val="black"/>
                  </a:solidFill>
                  <a:latin typeface="Verdana" panose="020B0604030504040204" pitchFamily="34" charset="0"/>
                  <a:ea typeface="Verdana" panose="020B0604030504040204" pitchFamily="34" charset="0"/>
                  <a:sym typeface="Gotham Book" charset="0"/>
                </a:endParaRPr>
              </a:p>
            </p:txBody>
          </p:sp>
          <p:sp>
            <p:nvSpPr>
              <p:cNvPr id="28" name="Freeform 751">
                <a:extLst>
                  <a:ext uri="{FF2B5EF4-FFF2-40B4-BE49-F238E27FC236}">
                    <a16:creationId xmlns:a16="http://schemas.microsoft.com/office/drawing/2014/main" id="{651B92BD-56A0-97E6-53E8-719F609D5235}"/>
                  </a:ext>
                </a:extLst>
              </p:cNvPr>
              <p:cNvSpPr>
                <a:spLocks/>
              </p:cNvSpPr>
              <p:nvPr/>
            </p:nvSpPr>
            <p:spPr bwMode="auto">
              <a:xfrm>
                <a:off x="3582" y="2789"/>
                <a:ext cx="144" cy="137"/>
              </a:xfrm>
              <a:custGeom>
                <a:avLst/>
                <a:gdLst>
                  <a:gd name="T0" fmla="*/ 209 w 216"/>
                  <a:gd name="T1" fmla="*/ 187 h 207"/>
                  <a:gd name="T2" fmla="*/ 171 w 216"/>
                  <a:gd name="T3" fmla="*/ 179 h 207"/>
                  <a:gd name="T4" fmla="*/ 156 w 216"/>
                  <a:gd name="T5" fmla="*/ 177 h 207"/>
                  <a:gd name="T6" fmla="*/ 145 w 216"/>
                  <a:gd name="T7" fmla="*/ 147 h 207"/>
                  <a:gd name="T8" fmla="*/ 167 w 216"/>
                  <a:gd name="T9" fmla="*/ 96 h 207"/>
                  <a:gd name="T10" fmla="*/ 157 w 216"/>
                  <a:gd name="T11" fmla="*/ 22 h 207"/>
                  <a:gd name="T12" fmla="*/ 108 w 216"/>
                  <a:gd name="T13" fmla="*/ 0 h 207"/>
                  <a:gd name="T14" fmla="*/ 59 w 216"/>
                  <a:gd name="T15" fmla="*/ 22 h 207"/>
                  <a:gd name="T16" fmla="*/ 50 w 216"/>
                  <a:gd name="T17" fmla="*/ 96 h 207"/>
                  <a:gd name="T18" fmla="*/ 72 w 216"/>
                  <a:gd name="T19" fmla="*/ 147 h 207"/>
                  <a:gd name="T20" fmla="*/ 61 w 216"/>
                  <a:gd name="T21" fmla="*/ 177 h 207"/>
                  <a:gd name="T22" fmla="*/ 45 w 216"/>
                  <a:gd name="T23" fmla="*/ 179 h 207"/>
                  <a:gd name="T24" fmla="*/ 8 w 216"/>
                  <a:gd name="T25" fmla="*/ 187 h 207"/>
                  <a:gd name="T26" fmla="*/ 3 w 216"/>
                  <a:gd name="T27" fmla="*/ 201 h 207"/>
                  <a:gd name="T28" fmla="*/ 12 w 216"/>
                  <a:gd name="T29" fmla="*/ 207 h 207"/>
                  <a:gd name="T30" fmla="*/ 17 w 216"/>
                  <a:gd name="T31" fmla="*/ 206 h 207"/>
                  <a:gd name="T32" fmla="*/ 46 w 216"/>
                  <a:gd name="T33" fmla="*/ 200 h 207"/>
                  <a:gd name="T34" fmla="*/ 71 w 216"/>
                  <a:gd name="T35" fmla="*/ 195 h 207"/>
                  <a:gd name="T36" fmla="*/ 91 w 216"/>
                  <a:gd name="T37" fmla="*/ 162 h 207"/>
                  <a:gd name="T38" fmla="*/ 90 w 216"/>
                  <a:gd name="T39" fmla="*/ 135 h 207"/>
                  <a:gd name="T40" fmla="*/ 71 w 216"/>
                  <a:gd name="T41" fmla="*/ 91 h 207"/>
                  <a:gd name="T42" fmla="*/ 76 w 216"/>
                  <a:gd name="T43" fmla="*/ 36 h 207"/>
                  <a:gd name="T44" fmla="*/ 108 w 216"/>
                  <a:gd name="T45" fmla="*/ 22 h 207"/>
                  <a:gd name="T46" fmla="*/ 108 w 216"/>
                  <a:gd name="T47" fmla="*/ 21 h 207"/>
                  <a:gd name="T48" fmla="*/ 109 w 216"/>
                  <a:gd name="T49" fmla="*/ 22 h 207"/>
                  <a:gd name="T50" fmla="*/ 141 w 216"/>
                  <a:gd name="T51" fmla="*/ 36 h 207"/>
                  <a:gd name="T52" fmla="*/ 146 w 216"/>
                  <a:gd name="T53" fmla="*/ 91 h 207"/>
                  <a:gd name="T54" fmla="*/ 127 w 216"/>
                  <a:gd name="T55" fmla="*/ 135 h 207"/>
                  <a:gd name="T56" fmla="*/ 125 w 216"/>
                  <a:gd name="T57" fmla="*/ 162 h 207"/>
                  <a:gd name="T58" fmla="*/ 146 w 216"/>
                  <a:gd name="T59" fmla="*/ 195 h 207"/>
                  <a:gd name="T60" fmla="*/ 170 w 216"/>
                  <a:gd name="T61" fmla="*/ 200 h 207"/>
                  <a:gd name="T62" fmla="*/ 200 w 216"/>
                  <a:gd name="T63" fmla="*/ 206 h 207"/>
                  <a:gd name="T64" fmla="*/ 204 w 216"/>
                  <a:gd name="T65" fmla="*/ 207 h 207"/>
                  <a:gd name="T66" fmla="*/ 214 w 216"/>
                  <a:gd name="T67" fmla="*/ 201 h 207"/>
                  <a:gd name="T68" fmla="*/ 209 w 216"/>
                  <a:gd name="T69" fmla="*/ 18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6" h="207">
                    <a:moveTo>
                      <a:pt x="209" y="187"/>
                    </a:moveTo>
                    <a:cubicBezTo>
                      <a:pt x="194" y="180"/>
                      <a:pt x="182" y="180"/>
                      <a:pt x="171" y="179"/>
                    </a:cubicBezTo>
                    <a:cubicBezTo>
                      <a:pt x="165" y="179"/>
                      <a:pt x="159" y="179"/>
                      <a:pt x="156" y="177"/>
                    </a:cubicBezTo>
                    <a:cubicBezTo>
                      <a:pt x="149" y="173"/>
                      <a:pt x="143" y="153"/>
                      <a:pt x="145" y="147"/>
                    </a:cubicBezTo>
                    <a:cubicBezTo>
                      <a:pt x="153" y="134"/>
                      <a:pt x="162" y="114"/>
                      <a:pt x="167" y="96"/>
                    </a:cubicBezTo>
                    <a:cubicBezTo>
                      <a:pt x="174" y="64"/>
                      <a:pt x="171" y="39"/>
                      <a:pt x="157" y="22"/>
                    </a:cubicBezTo>
                    <a:cubicBezTo>
                      <a:pt x="139" y="0"/>
                      <a:pt x="111" y="0"/>
                      <a:pt x="108" y="0"/>
                    </a:cubicBezTo>
                    <a:cubicBezTo>
                      <a:pt x="106" y="0"/>
                      <a:pt x="77" y="0"/>
                      <a:pt x="59" y="22"/>
                    </a:cubicBezTo>
                    <a:cubicBezTo>
                      <a:pt x="45" y="39"/>
                      <a:pt x="42" y="64"/>
                      <a:pt x="50" y="96"/>
                    </a:cubicBezTo>
                    <a:cubicBezTo>
                      <a:pt x="54" y="114"/>
                      <a:pt x="63" y="134"/>
                      <a:pt x="72" y="147"/>
                    </a:cubicBezTo>
                    <a:cubicBezTo>
                      <a:pt x="73" y="153"/>
                      <a:pt x="67" y="173"/>
                      <a:pt x="61" y="177"/>
                    </a:cubicBezTo>
                    <a:cubicBezTo>
                      <a:pt x="57" y="179"/>
                      <a:pt x="52" y="179"/>
                      <a:pt x="45" y="179"/>
                    </a:cubicBezTo>
                    <a:cubicBezTo>
                      <a:pt x="35" y="180"/>
                      <a:pt x="22" y="180"/>
                      <a:pt x="8" y="187"/>
                    </a:cubicBezTo>
                    <a:cubicBezTo>
                      <a:pt x="2" y="189"/>
                      <a:pt x="0" y="196"/>
                      <a:pt x="3" y="201"/>
                    </a:cubicBezTo>
                    <a:cubicBezTo>
                      <a:pt x="4" y="205"/>
                      <a:pt x="8" y="207"/>
                      <a:pt x="12" y="207"/>
                    </a:cubicBezTo>
                    <a:cubicBezTo>
                      <a:pt x="14" y="207"/>
                      <a:pt x="15" y="207"/>
                      <a:pt x="17" y="206"/>
                    </a:cubicBezTo>
                    <a:cubicBezTo>
                      <a:pt x="28" y="201"/>
                      <a:pt x="37" y="201"/>
                      <a:pt x="46" y="200"/>
                    </a:cubicBezTo>
                    <a:cubicBezTo>
                      <a:pt x="55" y="200"/>
                      <a:pt x="63" y="200"/>
                      <a:pt x="71" y="195"/>
                    </a:cubicBezTo>
                    <a:cubicBezTo>
                      <a:pt x="85" y="188"/>
                      <a:pt x="90" y="168"/>
                      <a:pt x="91" y="162"/>
                    </a:cubicBezTo>
                    <a:cubicBezTo>
                      <a:pt x="93" y="153"/>
                      <a:pt x="95" y="142"/>
                      <a:pt x="90" y="135"/>
                    </a:cubicBezTo>
                    <a:cubicBezTo>
                      <a:pt x="82" y="125"/>
                      <a:pt x="74" y="106"/>
                      <a:pt x="71" y="91"/>
                    </a:cubicBezTo>
                    <a:cubicBezTo>
                      <a:pt x="65" y="66"/>
                      <a:pt x="66" y="47"/>
                      <a:pt x="76" y="36"/>
                    </a:cubicBezTo>
                    <a:cubicBezTo>
                      <a:pt x="87" y="21"/>
                      <a:pt x="108" y="22"/>
                      <a:pt x="108" y="22"/>
                    </a:cubicBezTo>
                    <a:cubicBezTo>
                      <a:pt x="108" y="22"/>
                      <a:pt x="108" y="21"/>
                      <a:pt x="108" y="21"/>
                    </a:cubicBezTo>
                    <a:cubicBezTo>
                      <a:pt x="108" y="21"/>
                      <a:pt x="108" y="22"/>
                      <a:pt x="109" y="22"/>
                    </a:cubicBezTo>
                    <a:cubicBezTo>
                      <a:pt x="109" y="22"/>
                      <a:pt x="129" y="21"/>
                      <a:pt x="141" y="36"/>
                    </a:cubicBezTo>
                    <a:cubicBezTo>
                      <a:pt x="150" y="47"/>
                      <a:pt x="152" y="66"/>
                      <a:pt x="146" y="91"/>
                    </a:cubicBezTo>
                    <a:cubicBezTo>
                      <a:pt x="142" y="106"/>
                      <a:pt x="134" y="125"/>
                      <a:pt x="127" y="135"/>
                    </a:cubicBezTo>
                    <a:cubicBezTo>
                      <a:pt x="122" y="142"/>
                      <a:pt x="123" y="153"/>
                      <a:pt x="125" y="162"/>
                    </a:cubicBezTo>
                    <a:cubicBezTo>
                      <a:pt x="126" y="168"/>
                      <a:pt x="132" y="188"/>
                      <a:pt x="146" y="195"/>
                    </a:cubicBezTo>
                    <a:cubicBezTo>
                      <a:pt x="154" y="200"/>
                      <a:pt x="162" y="200"/>
                      <a:pt x="170" y="200"/>
                    </a:cubicBezTo>
                    <a:cubicBezTo>
                      <a:pt x="179" y="201"/>
                      <a:pt x="189" y="201"/>
                      <a:pt x="200" y="206"/>
                    </a:cubicBezTo>
                    <a:cubicBezTo>
                      <a:pt x="201" y="207"/>
                      <a:pt x="203" y="207"/>
                      <a:pt x="204" y="207"/>
                    </a:cubicBezTo>
                    <a:cubicBezTo>
                      <a:pt x="208" y="207"/>
                      <a:pt x="212" y="205"/>
                      <a:pt x="214" y="201"/>
                    </a:cubicBezTo>
                    <a:cubicBezTo>
                      <a:pt x="216" y="196"/>
                      <a:pt x="214" y="189"/>
                      <a:pt x="209" y="18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9626" tIns="34813" rIns="69626" bIns="34813" numCol="1" anchor="t" anchorCtr="0" compatLnSpc="1">
                <a:prstTxWarp prst="textNoShape">
                  <a:avLst/>
                </a:prstTxWarp>
              </a:bodyPr>
              <a:lstStyle/>
              <a:p>
                <a:pPr defTabSz="928393">
                  <a:defRPr/>
                </a:pPr>
                <a:endParaRPr lang="en-GB" sz="1000" kern="0">
                  <a:solidFill>
                    <a:prstClr val="black"/>
                  </a:solidFill>
                  <a:latin typeface="Verdana" panose="020B0604030504040204" pitchFamily="34" charset="0"/>
                  <a:ea typeface="Verdana" panose="020B0604030504040204" pitchFamily="34" charset="0"/>
                  <a:sym typeface="Gotham Book" charset="0"/>
                </a:endParaRPr>
              </a:p>
            </p:txBody>
          </p:sp>
          <p:sp>
            <p:nvSpPr>
              <p:cNvPr id="29" name="Freeform 752">
                <a:extLst>
                  <a:ext uri="{FF2B5EF4-FFF2-40B4-BE49-F238E27FC236}">
                    <a16:creationId xmlns:a16="http://schemas.microsoft.com/office/drawing/2014/main" id="{AE7B10C9-9E21-9C88-55F9-1F9171B3B961}"/>
                  </a:ext>
                </a:extLst>
              </p:cNvPr>
              <p:cNvSpPr>
                <a:spLocks/>
              </p:cNvSpPr>
              <p:nvPr/>
            </p:nvSpPr>
            <p:spPr bwMode="auto">
              <a:xfrm>
                <a:off x="3702" y="2802"/>
                <a:ext cx="95" cy="111"/>
              </a:xfrm>
              <a:custGeom>
                <a:avLst/>
                <a:gdLst>
                  <a:gd name="T0" fmla="*/ 136 w 143"/>
                  <a:gd name="T1" fmla="*/ 147 h 167"/>
                  <a:gd name="T2" fmla="*/ 109 w 143"/>
                  <a:gd name="T3" fmla="*/ 139 h 167"/>
                  <a:gd name="T4" fmla="*/ 95 w 143"/>
                  <a:gd name="T5" fmla="*/ 136 h 167"/>
                  <a:gd name="T6" fmla="*/ 89 w 143"/>
                  <a:gd name="T7" fmla="*/ 118 h 167"/>
                  <a:gd name="T8" fmla="*/ 106 w 143"/>
                  <a:gd name="T9" fmla="*/ 78 h 167"/>
                  <a:gd name="T10" fmla="*/ 99 w 143"/>
                  <a:gd name="T11" fmla="*/ 20 h 167"/>
                  <a:gd name="T12" fmla="*/ 56 w 143"/>
                  <a:gd name="T13" fmla="*/ 1 h 167"/>
                  <a:gd name="T14" fmla="*/ 14 w 143"/>
                  <a:gd name="T15" fmla="*/ 20 h 167"/>
                  <a:gd name="T16" fmla="*/ 6 w 143"/>
                  <a:gd name="T17" fmla="*/ 78 h 167"/>
                  <a:gd name="T18" fmla="*/ 24 w 143"/>
                  <a:gd name="T19" fmla="*/ 118 h 167"/>
                  <a:gd name="T20" fmla="*/ 18 w 143"/>
                  <a:gd name="T21" fmla="*/ 136 h 167"/>
                  <a:gd name="T22" fmla="*/ 16 w 143"/>
                  <a:gd name="T23" fmla="*/ 151 h 167"/>
                  <a:gd name="T24" fmla="*/ 24 w 143"/>
                  <a:gd name="T25" fmla="*/ 155 h 167"/>
                  <a:gd name="T26" fmla="*/ 31 w 143"/>
                  <a:gd name="T27" fmla="*/ 153 h 167"/>
                  <a:gd name="T28" fmla="*/ 41 w 143"/>
                  <a:gd name="T29" fmla="*/ 107 h 167"/>
                  <a:gd name="T30" fmla="*/ 27 w 143"/>
                  <a:gd name="T31" fmla="*/ 73 h 167"/>
                  <a:gd name="T32" fmla="*/ 31 w 143"/>
                  <a:gd name="T33" fmla="*/ 33 h 167"/>
                  <a:gd name="T34" fmla="*/ 56 w 143"/>
                  <a:gd name="T35" fmla="*/ 22 h 167"/>
                  <a:gd name="T36" fmla="*/ 82 w 143"/>
                  <a:gd name="T37" fmla="*/ 33 h 167"/>
                  <a:gd name="T38" fmla="*/ 86 w 143"/>
                  <a:gd name="T39" fmla="*/ 73 h 167"/>
                  <a:gd name="T40" fmla="*/ 71 w 143"/>
                  <a:gd name="T41" fmla="*/ 107 h 167"/>
                  <a:gd name="T42" fmla="*/ 82 w 143"/>
                  <a:gd name="T43" fmla="*/ 153 h 167"/>
                  <a:gd name="T44" fmla="*/ 83 w 143"/>
                  <a:gd name="T45" fmla="*/ 154 h 167"/>
                  <a:gd name="T46" fmla="*/ 106 w 143"/>
                  <a:gd name="T47" fmla="*/ 160 h 167"/>
                  <a:gd name="T48" fmla="*/ 125 w 143"/>
                  <a:gd name="T49" fmla="*/ 165 h 167"/>
                  <a:gd name="T50" fmla="*/ 131 w 143"/>
                  <a:gd name="T51" fmla="*/ 167 h 167"/>
                  <a:gd name="T52" fmla="*/ 140 w 143"/>
                  <a:gd name="T53" fmla="*/ 162 h 167"/>
                  <a:gd name="T54" fmla="*/ 136 w 143"/>
                  <a:gd name="T55" fmla="*/ 1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 h="167">
                    <a:moveTo>
                      <a:pt x="136" y="147"/>
                    </a:moveTo>
                    <a:cubicBezTo>
                      <a:pt x="128" y="142"/>
                      <a:pt x="118" y="140"/>
                      <a:pt x="109" y="139"/>
                    </a:cubicBezTo>
                    <a:cubicBezTo>
                      <a:pt x="104" y="138"/>
                      <a:pt x="98" y="137"/>
                      <a:pt x="95" y="136"/>
                    </a:cubicBezTo>
                    <a:cubicBezTo>
                      <a:pt x="89" y="131"/>
                      <a:pt x="88" y="121"/>
                      <a:pt x="89" y="118"/>
                    </a:cubicBezTo>
                    <a:cubicBezTo>
                      <a:pt x="96" y="109"/>
                      <a:pt x="103" y="93"/>
                      <a:pt x="106" y="78"/>
                    </a:cubicBezTo>
                    <a:cubicBezTo>
                      <a:pt x="112" y="53"/>
                      <a:pt x="110" y="34"/>
                      <a:pt x="99" y="20"/>
                    </a:cubicBezTo>
                    <a:cubicBezTo>
                      <a:pt x="83" y="0"/>
                      <a:pt x="58" y="1"/>
                      <a:pt x="56" y="1"/>
                    </a:cubicBezTo>
                    <a:cubicBezTo>
                      <a:pt x="54" y="1"/>
                      <a:pt x="30" y="0"/>
                      <a:pt x="14" y="20"/>
                    </a:cubicBezTo>
                    <a:cubicBezTo>
                      <a:pt x="3" y="34"/>
                      <a:pt x="0" y="53"/>
                      <a:pt x="6" y="78"/>
                    </a:cubicBezTo>
                    <a:cubicBezTo>
                      <a:pt x="10" y="93"/>
                      <a:pt x="17" y="109"/>
                      <a:pt x="24" y="118"/>
                    </a:cubicBezTo>
                    <a:cubicBezTo>
                      <a:pt x="25" y="121"/>
                      <a:pt x="24" y="132"/>
                      <a:pt x="18" y="136"/>
                    </a:cubicBezTo>
                    <a:cubicBezTo>
                      <a:pt x="13" y="140"/>
                      <a:pt x="12" y="146"/>
                      <a:pt x="16" y="151"/>
                    </a:cubicBezTo>
                    <a:cubicBezTo>
                      <a:pt x="18" y="154"/>
                      <a:pt x="21" y="155"/>
                      <a:pt x="24" y="155"/>
                    </a:cubicBezTo>
                    <a:cubicBezTo>
                      <a:pt x="26" y="155"/>
                      <a:pt x="29" y="155"/>
                      <a:pt x="31" y="153"/>
                    </a:cubicBezTo>
                    <a:cubicBezTo>
                      <a:pt x="45" y="142"/>
                      <a:pt x="49" y="118"/>
                      <a:pt x="41" y="107"/>
                    </a:cubicBezTo>
                    <a:cubicBezTo>
                      <a:pt x="36" y="99"/>
                      <a:pt x="30" y="85"/>
                      <a:pt x="27" y="73"/>
                    </a:cubicBezTo>
                    <a:cubicBezTo>
                      <a:pt x="23" y="55"/>
                      <a:pt x="24" y="42"/>
                      <a:pt x="31" y="33"/>
                    </a:cubicBezTo>
                    <a:cubicBezTo>
                      <a:pt x="39" y="22"/>
                      <a:pt x="55" y="22"/>
                      <a:pt x="56" y="22"/>
                    </a:cubicBezTo>
                    <a:cubicBezTo>
                      <a:pt x="58" y="22"/>
                      <a:pt x="73" y="22"/>
                      <a:pt x="82" y="33"/>
                    </a:cubicBezTo>
                    <a:cubicBezTo>
                      <a:pt x="89" y="42"/>
                      <a:pt x="90" y="55"/>
                      <a:pt x="86" y="73"/>
                    </a:cubicBezTo>
                    <a:cubicBezTo>
                      <a:pt x="83" y="85"/>
                      <a:pt x="77" y="99"/>
                      <a:pt x="71" y="107"/>
                    </a:cubicBezTo>
                    <a:cubicBezTo>
                      <a:pt x="63" y="118"/>
                      <a:pt x="67" y="142"/>
                      <a:pt x="82" y="153"/>
                    </a:cubicBezTo>
                    <a:cubicBezTo>
                      <a:pt x="82" y="153"/>
                      <a:pt x="83" y="154"/>
                      <a:pt x="83" y="154"/>
                    </a:cubicBezTo>
                    <a:cubicBezTo>
                      <a:pt x="90" y="158"/>
                      <a:pt x="98" y="159"/>
                      <a:pt x="106" y="160"/>
                    </a:cubicBezTo>
                    <a:cubicBezTo>
                      <a:pt x="113" y="161"/>
                      <a:pt x="121" y="162"/>
                      <a:pt x="125" y="165"/>
                    </a:cubicBezTo>
                    <a:cubicBezTo>
                      <a:pt x="127" y="166"/>
                      <a:pt x="129" y="167"/>
                      <a:pt x="131" y="167"/>
                    </a:cubicBezTo>
                    <a:cubicBezTo>
                      <a:pt x="134" y="167"/>
                      <a:pt x="138" y="165"/>
                      <a:pt x="140" y="162"/>
                    </a:cubicBezTo>
                    <a:cubicBezTo>
                      <a:pt x="143" y="157"/>
                      <a:pt x="141" y="150"/>
                      <a:pt x="136"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9626" tIns="34813" rIns="69626" bIns="34813" numCol="1" anchor="t" anchorCtr="0" compatLnSpc="1">
                <a:prstTxWarp prst="textNoShape">
                  <a:avLst/>
                </a:prstTxWarp>
              </a:bodyPr>
              <a:lstStyle/>
              <a:p>
                <a:pPr defTabSz="928393">
                  <a:defRPr/>
                </a:pPr>
                <a:endParaRPr lang="en-GB" sz="1000" kern="0">
                  <a:solidFill>
                    <a:prstClr val="black"/>
                  </a:solidFill>
                  <a:latin typeface="Verdana" panose="020B0604030504040204" pitchFamily="34" charset="0"/>
                  <a:ea typeface="Verdana" panose="020B0604030504040204" pitchFamily="34" charset="0"/>
                  <a:sym typeface="Gotham Book" charset="0"/>
                </a:endParaRPr>
              </a:p>
            </p:txBody>
          </p:sp>
        </p:grpSp>
        <p:sp>
          <p:nvSpPr>
            <p:cNvPr id="7" name="TextBox 6">
              <a:extLst>
                <a:ext uri="{FF2B5EF4-FFF2-40B4-BE49-F238E27FC236}">
                  <a16:creationId xmlns:a16="http://schemas.microsoft.com/office/drawing/2014/main" id="{5830D5E5-3F29-5298-3E72-4C98C62714B5}"/>
                </a:ext>
              </a:extLst>
            </p:cNvPr>
            <p:cNvSpPr txBox="1"/>
            <p:nvPr/>
          </p:nvSpPr>
          <p:spPr>
            <a:xfrm>
              <a:off x="421304" y="3014019"/>
              <a:ext cx="2034687" cy="175989"/>
            </a:xfrm>
            <a:prstGeom prst="rect">
              <a:avLst/>
            </a:prstGeom>
            <a:noFill/>
          </p:spPr>
          <p:txBody>
            <a:bodyPr wrap="square" lIns="0" tIns="0" rIns="0" bIns="0" rtlCol="0">
              <a:spAutoFit/>
            </a:bodyPr>
            <a:lstStyle/>
            <a:p>
              <a:pPr algn="ctr" defTabSz="928393">
                <a:spcBef>
                  <a:spcPts val="457"/>
                </a:spcBef>
                <a:buSzPct val="100000"/>
                <a:defRPr/>
              </a:pPr>
              <a:r>
                <a:rPr lang="en-US" sz="1000" b="1" kern="0">
                  <a:solidFill>
                    <a:srgbClr val="007CB0"/>
                  </a:solidFill>
                  <a:latin typeface="Verdana" panose="020B0604030504040204" pitchFamily="34" charset="0"/>
                  <a:ea typeface="Verdana" panose="020B0604030504040204" pitchFamily="34" charset="0"/>
                  <a:sym typeface="Gotham Book" charset="0"/>
                </a:rPr>
                <a:t>People</a:t>
              </a:r>
            </a:p>
          </p:txBody>
        </p:sp>
        <p:grpSp>
          <p:nvGrpSpPr>
            <p:cNvPr id="8" name="Group 40">
              <a:extLst>
                <a:ext uri="{FF2B5EF4-FFF2-40B4-BE49-F238E27FC236}">
                  <a16:creationId xmlns:a16="http://schemas.microsoft.com/office/drawing/2014/main" id="{56888EEB-4DDF-19D3-7D6B-CCD601099306}"/>
                </a:ext>
              </a:extLst>
            </p:cNvPr>
            <p:cNvGrpSpPr>
              <a:grpSpLocks noChangeAspect="1"/>
            </p:cNvGrpSpPr>
            <p:nvPr/>
          </p:nvGrpSpPr>
          <p:grpSpPr bwMode="auto">
            <a:xfrm>
              <a:off x="3379562" y="2080835"/>
              <a:ext cx="799794" cy="799794"/>
              <a:chOff x="880" y="418"/>
              <a:chExt cx="3635" cy="3635"/>
            </a:xfrm>
            <a:solidFill>
              <a:sysClr val="windowText" lastClr="000000"/>
            </a:solidFill>
          </p:grpSpPr>
          <p:sp>
            <p:nvSpPr>
              <p:cNvPr id="25" name="Freeform 41">
                <a:extLst>
                  <a:ext uri="{FF2B5EF4-FFF2-40B4-BE49-F238E27FC236}">
                    <a16:creationId xmlns:a16="http://schemas.microsoft.com/office/drawing/2014/main" id="{1F7A5787-9238-9FF5-B524-62D42E78139B}"/>
                  </a:ext>
                </a:extLst>
              </p:cNvPr>
              <p:cNvSpPr>
                <a:spLocks noEditPoints="1"/>
              </p:cNvSpPr>
              <p:nvPr/>
            </p:nvSpPr>
            <p:spPr bwMode="auto">
              <a:xfrm>
                <a:off x="880" y="418"/>
                <a:ext cx="3635" cy="363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9626" tIns="34813" rIns="69626" bIns="34813" numCol="1" anchor="t" anchorCtr="0" compatLnSpc="1">
                <a:prstTxWarp prst="textNoShape">
                  <a:avLst/>
                </a:prstTxWarp>
              </a:bodyPr>
              <a:lstStyle/>
              <a:p>
                <a:pPr defTabSz="928393">
                  <a:defRPr/>
                </a:pPr>
                <a:endParaRPr lang="en-GB" sz="1000" kern="0">
                  <a:solidFill>
                    <a:prstClr val="black"/>
                  </a:solidFill>
                  <a:latin typeface="Verdana" panose="020B0604030504040204" pitchFamily="34" charset="0"/>
                  <a:ea typeface="Verdana" panose="020B0604030504040204" pitchFamily="34" charset="0"/>
                  <a:sym typeface="Gotham Book" charset="0"/>
                </a:endParaRPr>
              </a:p>
            </p:txBody>
          </p:sp>
          <p:sp>
            <p:nvSpPr>
              <p:cNvPr id="26" name="Freeform 42">
                <a:extLst>
                  <a:ext uri="{FF2B5EF4-FFF2-40B4-BE49-F238E27FC236}">
                    <a16:creationId xmlns:a16="http://schemas.microsoft.com/office/drawing/2014/main" id="{7DCAF6A8-D7C8-607E-3690-821D977FD776}"/>
                  </a:ext>
                </a:extLst>
              </p:cNvPr>
              <p:cNvSpPr>
                <a:spLocks noEditPoints="1"/>
              </p:cNvSpPr>
              <p:nvPr/>
            </p:nvSpPr>
            <p:spPr bwMode="auto">
              <a:xfrm>
                <a:off x="1753" y="1270"/>
                <a:ext cx="1889" cy="2023"/>
              </a:xfrm>
              <a:custGeom>
                <a:avLst/>
                <a:gdLst>
                  <a:gd name="T0" fmla="*/ 250 w 266"/>
                  <a:gd name="T1" fmla="*/ 146 h 285"/>
                  <a:gd name="T2" fmla="*/ 133 w 266"/>
                  <a:gd name="T3" fmla="*/ 29 h 285"/>
                  <a:gd name="T4" fmla="*/ 15 w 266"/>
                  <a:gd name="T5" fmla="*/ 146 h 285"/>
                  <a:gd name="T6" fmla="*/ 55 w 266"/>
                  <a:gd name="T7" fmla="*/ 234 h 285"/>
                  <a:gd name="T8" fmla="*/ 38 w 266"/>
                  <a:gd name="T9" fmla="*/ 270 h 285"/>
                  <a:gd name="T10" fmla="*/ 43 w 266"/>
                  <a:gd name="T11" fmla="*/ 284 h 285"/>
                  <a:gd name="T12" fmla="*/ 47 w 266"/>
                  <a:gd name="T13" fmla="*/ 285 h 285"/>
                  <a:gd name="T14" fmla="*/ 57 w 266"/>
                  <a:gd name="T15" fmla="*/ 279 h 285"/>
                  <a:gd name="T16" fmla="*/ 73 w 266"/>
                  <a:gd name="T17" fmla="*/ 247 h 285"/>
                  <a:gd name="T18" fmla="*/ 133 w 266"/>
                  <a:gd name="T19" fmla="*/ 264 h 285"/>
                  <a:gd name="T20" fmla="*/ 192 w 266"/>
                  <a:gd name="T21" fmla="*/ 247 h 285"/>
                  <a:gd name="T22" fmla="*/ 208 w 266"/>
                  <a:gd name="T23" fmla="*/ 279 h 285"/>
                  <a:gd name="T24" fmla="*/ 218 w 266"/>
                  <a:gd name="T25" fmla="*/ 285 h 285"/>
                  <a:gd name="T26" fmla="*/ 223 w 266"/>
                  <a:gd name="T27" fmla="*/ 284 h 285"/>
                  <a:gd name="T28" fmla="*/ 228 w 266"/>
                  <a:gd name="T29" fmla="*/ 270 h 285"/>
                  <a:gd name="T30" fmla="*/ 210 w 266"/>
                  <a:gd name="T31" fmla="*/ 234 h 285"/>
                  <a:gd name="T32" fmla="*/ 250 w 266"/>
                  <a:gd name="T33" fmla="*/ 146 h 285"/>
                  <a:gd name="T34" fmla="*/ 37 w 266"/>
                  <a:gd name="T35" fmla="*/ 146 h 285"/>
                  <a:gd name="T36" fmla="*/ 133 w 266"/>
                  <a:gd name="T37" fmla="*/ 50 h 285"/>
                  <a:gd name="T38" fmla="*/ 229 w 266"/>
                  <a:gd name="T39" fmla="*/ 146 h 285"/>
                  <a:gd name="T40" fmla="*/ 133 w 266"/>
                  <a:gd name="T41" fmla="*/ 242 h 285"/>
                  <a:gd name="T42" fmla="*/ 37 w 266"/>
                  <a:gd name="T43" fmla="*/ 146 h 285"/>
                  <a:gd name="T44" fmla="*/ 162 w 266"/>
                  <a:gd name="T45" fmla="*/ 128 h 285"/>
                  <a:gd name="T46" fmla="*/ 161 w 266"/>
                  <a:gd name="T47" fmla="*/ 143 h 285"/>
                  <a:gd name="T48" fmla="*/ 140 w 266"/>
                  <a:gd name="T49" fmla="*/ 164 h 285"/>
                  <a:gd name="T50" fmla="*/ 140 w 266"/>
                  <a:gd name="T51" fmla="*/ 164 h 285"/>
                  <a:gd name="T52" fmla="*/ 133 w 266"/>
                  <a:gd name="T53" fmla="*/ 167 h 285"/>
                  <a:gd name="T54" fmla="*/ 125 w 266"/>
                  <a:gd name="T55" fmla="*/ 164 h 285"/>
                  <a:gd name="T56" fmla="*/ 83 w 266"/>
                  <a:gd name="T57" fmla="*/ 122 h 285"/>
                  <a:gd name="T58" fmla="*/ 82 w 266"/>
                  <a:gd name="T59" fmla="*/ 107 h 285"/>
                  <a:gd name="T60" fmla="*/ 97 w 266"/>
                  <a:gd name="T61" fmla="*/ 107 h 285"/>
                  <a:gd name="T62" fmla="*/ 133 w 266"/>
                  <a:gd name="T63" fmla="*/ 141 h 285"/>
                  <a:gd name="T64" fmla="*/ 147 w 266"/>
                  <a:gd name="T65" fmla="*/ 128 h 285"/>
                  <a:gd name="T66" fmla="*/ 162 w 266"/>
                  <a:gd name="T67" fmla="*/ 128 h 285"/>
                  <a:gd name="T68" fmla="*/ 16 w 266"/>
                  <a:gd name="T69" fmla="*/ 82 h 285"/>
                  <a:gd name="T70" fmla="*/ 8 w 266"/>
                  <a:gd name="T71" fmla="*/ 79 h 285"/>
                  <a:gd name="T72" fmla="*/ 0 w 266"/>
                  <a:gd name="T73" fmla="*/ 58 h 285"/>
                  <a:gd name="T74" fmla="*/ 8 w 266"/>
                  <a:gd name="T75" fmla="*/ 38 h 285"/>
                  <a:gd name="T76" fmla="*/ 35 w 266"/>
                  <a:gd name="T77" fmla="*/ 11 h 285"/>
                  <a:gd name="T78" fmla="*/ 76 w 266"/>
                  <a:gd name="T79" fmla="*/ 11 h 285"/>
                  <a:gd name="T80" fmla="*/ 76 w 266"/>
                  <a:gd name="T81" fmla="*/ 26 h 285"/>
                  <a:gd name="T82" fmla="*/ 61 w 266"/>
                  <a:gd name="T83" fmla="*/ 26 h 285"/>
                  <a:gd name="T84" fmla="*/ 50 w 266"/>
                  <a:gd name="T85" fmla="*/ 26 h 285"/>
                  <a:gd name="T86" fmla="*/ 23 w 266"/>
                  <a:gd name="T87" fmla="*/ 53 h 285"/>
                  <a:gd name="T88" fmla="*/ 21 w 266"/>
                  <a:gd name="T89" fmla="*/ 58 h 285"/>
                  <a:gd name="T90" fmla="*/ 23 w 266"/>
                  <a:gd name="T91" fmla="*/ 64 h 285"/>
                  <a:gd name="T92" fmla="*/ 23 w 266"/>
                  <a:gd name="T93" fmla="*/ 79 h 285"/>
                  <a:gd name="T94" fmla="*/ 16 w 266"/>
                  <a:gd name="T95" fmla="*/ 82 h 285"/>
                  <a:gd name="T96" fmla="*/ 266 w 266"/>
                  <a:gd name="T97" fmla="*/ 58 h 285"/>
                  <a:gd name="T98" fmla="*/ 257 w 266"/>
                  <a:gd name="T99" fmla="*/ 79 h 285"/>
                  <a:gd name="T100" fmla="*/ 249 w 266"/>
                  <a:gd name="T101" fmla="*/ 82 h 285"/>
                  <a:gd name="T102" fmla="*/ 242 w 266"/>
                  <a:gd name="T103" fmla="*/ 79 h 285"/>
                  <a:gd name="T104" fmla="*/ 242 w 266"/>
                  <a:gd name="T105" fmla="*/ 64 h 285"/>
                  <a:gd name="T106" fmla="*/ 244 w 266"/>
                  <a:gd name="T107" fmla="*/ 58 h 285"/>
                  <a:gd name="T108" fmla="*/ 242 w 266"/>
                  <a:gd name="T109" fmla="*/ 53 h 285"/>
                  <a:gd name="T110" fmla="*/ 216 w 266"/>
                  <a:gd name="T111" fmla="*/ 26 h 285"/>
                  <a:gd name="T112" fmla="*/ 204 w 266"/>
                  <a:gd name="T113" fmla="*/ 26 h 285"/>
                  <a:gd name="T114" fmla="*/ 189 w 266"/>
                  <a:gd name="T115" fmla="*/ 26 h 285"/>
                  <a:gd name="T116" fmla="*/ 189 w 266"/>
                  <a:gd name="T117" fmla="*/ 11 h 285"/>
                  <a:gd name="T118" fmla="*/ 231 w 266"/>
                  <a:gd name="T119" fmla="*/ 11 h 285"/>
                  <a:gd name="T120" fmla="*/ 257 w 266"/>
                  <a:gd name="T121" fmla="*/ 38 h 285"/>
                  <a:gd name="T122" fmla="*/ 266 w 266"/>
                  <a:gd name="T123" fmla="*/ 5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6" h="285">
                    <a:moveTo>
                      <a:pt x="250" y="146"/>
                    </a:moveTo>
                    <a:cubicBezTo>
                      <a:pt x="250" y="82"/>
                      <a:pt x="197" y="29"/>
                      <a:pt x="133" y="29"/>
                    </a:cubicBezTo>
                    <a:cubicBezTo>
                      <a:pt x="68" y="29"/>
                      <a:pt x="15" y="82"/>
                      <a:pt x="15" y="146"/>
                    </a:cubicBezTo>
                    <a:cubicBezTo>
                      <a:pt x="15" y="181"/>
                      <a:pt x="31" y="213"/>
                      <a:pt x="55" y="234"/>
                    </a:cubicBezTo>
                    <a:cubicBezTo>
                      <a:pt x="38" y="270"/>
                      <a:pt x="38" y="270"/>
                      <a:pt x="38" y="270"/>
                    </a:cubicBezTo>
                    <a:cubicBezTo>
                      <a:pt x="35" y="275"/>
                      <a:pt x="37" y="281"/>
                      <a:pt x="43" y="284"/>
                    </a:cubicBezTo>
                    <a:cubicBezTo>
                      <a:pt x="44" y="285"/>
                      <a:pt x="46" y="285"/>
                      <a:pt x="47" y="285"/>
                    </a:cubicBezTo>
                    <a:cubicBezTo>
                      <a:pt x="51" y="285"/>
                      <a:pt x="55" y="283"/>
                      <a:pt x="57" y="279"/>
                    </a:cubicBezTo>
                    <a:cubicBezTo>
                      <a:pt x="73" y="247"/>
                      <a:pt x="73" y="247"/>
                      <a:pt x="73" y="247"/>
                    </a:cubicBezTo>
                    <a:cubicBezTo>
                      <a:pt x="90" y="258"/>
                      <a:pt x="111" y="264"/>
                      <a:pt x="133" y="264"/>
                    </a:cubicBezTo>
                    <a:cubicBezTo>
                      <a:pt x="155" y="264"/>
                      <a:pt x="175" y="258"/>
                      <a:pt x="192" y="247"/>
                    </a:cubicBezTo>
                    <a:cubicBezTo>
                      <a:pt x="208" y="279"/>
                      <a:pt x="208" y="279"/>
                      <a:pt x="208" y="279"/>
                    </a:cubicBezTo>
                    <a:cubicBezTo>
                      <a:pt x="210" y="283"/>
                      <a:pt x="214" y="285"/>
                      <a:pt x="218" y="285"/>
                    </a:cubicBezTo>
                    <a:cubicBezTo>
                      <a:pt x="220" y="285"/>
                      <a:pt x="221" y="285"/>
                      <a:pt x="223" y="284"/>
                    </a:cubicBezTo>
                    <a:cubicBezTo>
                      <a:pt x="228" y="281"/>
                      <a:pt x="230" y="275"/>
                      <a:pt x="228" y="270"/>
                    </a:cubicBezTo>
                    <a:cubicBezTo>
                      <a:pt x="210" y="234"/>
                      <a:pt x="210" y="234"/>
                      <a:pt x="210" y="234"/>
                    </a:cubicBezTo>
                    <a:cubicBezTo>
                      <a:pt x="234" y="213"/>
                      <a:pt x="250" y="181"/>
                      <a:pt x="250" y="146"/>
                    </a:cubicBezTo>
                    <a:close/>
                    <a:moveTo>
                      <a:pt x="37" y="146"/>
                    </a:moveTo>
                    <a:cubicBezTo>
                      <a:pt x="37" y="93"/>
                      <a:pt x="80" y="50"/>
                      <a:pt x="133" y="50"/>
                    </a:cubicBezTo>
                    <a:cubicBezTo>
                      <a:pt x="186" y="50"/>
                      <a:pt x="229" y="93"/>
                      <a:pt x="229" y="146"/>
                    </a:cubicBezTo>
                    <a:cubicBezTo>
                      <a:pt x="229" y="199"/>
                      <a:pt x="186" y="242"/>
                      <a:pt x="133" y="242"/>
                    </a:cubicBezTo>
                    <a:cubicBezTo>
                      <a:pt x="80" y="242"/>
                      <a:pt x="37" y="199"/>
                      <a:pt x="37" y="146"/>
                    </a:cubicBezTo>
                    <a:close/>
                    <a:moveTo>
                      <a:pt x="162" y="128"/>
                    </a:moveTo>
                    <a:cubicBezTo>
                      <a:pt x="166" y="133"/>
                      <a:pt x="166" y="139"/>
                      <a:pt x="161" y="143"/>
                    </a:cubicBezTo>
                    <a:cubicBezTo>
                      <a:pt x="140" y="164"/>
                      <a:pt x="140" y="164"/>
                      <a:pt x="140" y="164"/>
                    </a:cubicBezTo>
                    <a:cubicBezTo>
                      <a:pt x="140" y="164"/>
                      <a:pt x="140" y="164"/>
                      <a:pt x="140" y="164"/>
                    </a:cubicBezTo>
                    <a:cubicBezTo>
                      <a:pt x="138" y="166"/>
                      <a:pt x="135" y="167"/>
                      <a:pt x="133" y="167"/>
                    </a:cubicBezTo>
                    <a:cubicBezTo>
                      <a:pt x="130" y="167"/>
                      <a:pt x="127" y="166"/>
                      <a:pt x="125" y="164"/>
                    </a:cubicBezTo>
                    <a:cubicBezTo>
                      <a:pt x="83" y="122"/>
                      <a:pt x="83" y="122"/>
                      <a:pt x="83" y="122"/>
                    </a:cubicBezTo>
                    <a:cubicBezTo>
                      <a:pt x="78" y="118"/>
                      <a:pt x="78" y="111"/>
                      <a:pt x="82" y="107"/>
                    </a:cubicBezTo>
                    <a:cubicBezTo>
                      <a:pt x="87" y="103"/>
                      <a:pt x="93" y="103"/>
                      <a:pt x="97" y="107"/>
                    </a:cubicBezTo>
                    <a:cubicBezTo>
                      <a:pt x="133" y="141"/>
                      <a:pt x="133" y="141"/>
                      <a:pt x="133" y="141"/>
                    </a:cubicBezTo>
                    <a:cubicBezTo>
                      <a:pt x="147" y="128"/>
                      <a:pt x="147" y="128"/>
                      <a:pt x="147" y="128"/>
                    </a:cubicBezTo>
                    <a:cubicBezTo>
                      <a:pt x="151" y="124"/>
                      <a:pt x="158" y="124"/>
                      <a:pt x="162" y="128"/>
                    </a:cubicBezTo>
                    <a:close/>
                    <a:moveTo>
                      <a:pt x="16" y="82"/>
                    </a:moveTo>
                    <a:cubicBezTo>
                      <a:pt x="13" y="82"/>
                      <a:pt x="10" y="81"/>
                      <a:pt x="8" y="79"/>
                    </a:cubicBezTo>
                    <a:cubicBezTo>
                      <a:pt x="3" y="74"/>
                      <a:pt x="0" y="66"/>
                      <a:pt x="0" y="58"/>
                    </a:cubicBezTo>
                    <a:cubicBezTo>
                      <a:pt x="0" y="51"/>
                      <a:pt x="3" y="43"/>
                      <a:pt x="8" y="38"/>
                    </a:cubicBezTo>
                    <a:cubicBezTo>
                      <a:pt x="35" y="11"/>
                      <a:pt x="35" y="11"/>
                      <a:pt x="35" y="11"/>
                    </a:cubicBezTo>
                    <a:cubicBezTo>
                      <a:pt x="46" y="0"/>
                      <a:pt x="65" y="0"/>
                      <a:pt x="76" y="11"/>
                    </a:cubicBezTo>
                    <a:cubicBezTo>
                      <a:pt x="80" y="15"/>
                      <a:pt x="80" y="22"/>
                      <a:pt x="76" y="26"/>
                    </a:cubicBezTo>
                    <a:cubicBezTo>
                      <a:pt x="72" y="31"/>
                      <a:pt x="65" y="31"/>
                      <a:pt x="61" y="26"/>
                    </a:cubicBezTo>
                    <a:cubicBezTo>
                      <a:pt x="58" y="23"/>
                      <a:pt x="53" y="23"/>
                      <a:pt x="50" y="26"/>
                    </a:cubicBezTo>
                    <a:cubicBezTo>
                      <a:pt x="23" y="53"/>
                      <a:pt x="23" y="53"/>
                      <a:pt x="23" y="53"/>
                    </a:cubicBezTo>
                    <a:cubicBezTo>
                      <a:pt x="22" y="54"/>
                      <a:pt x="21" y="56"/>
                      <a:pt x="21" y="58"/>
                    </a:cubicBezTo>
                    <a:cubicBezTo>
                      <a:pt x="21" y="61"/>
                      <a:pt x="22" y="63"/>
                      <a:pt x="23" y="64"/>
                    </a:cubicBezTo>
                    <a:cubicBezTo>
                      <a:pt x="28" y="68"/>
                      <a:pt x="28" y="75"/>
                      <a:pt x="23" y="79"/>
                    </a:cubicBezTo>
                    <a:cubicBezTo>
                      <a:pt x="21" y="81"/>
                      <a:pt x="19" y="82"/>
                      <a:pt x="16" y="82"/>
                    </a:cubicBezTo>
                    <a:close/>
                    <a:moveTo>
                      <a:pt x="266" y="58"/>
                    </a:moveTo>
                    <a:cubicBezTo>
                      <a:pt x="266" y="66"/>
                      <a:pt x="263" y="74"/>
                      <a:pt x="257" y="79"/>
                    </a:cubicBezTo>
                    <a:cubicBezTo>
                      <a:pt x="255" y="81"/>
                      <a:pt x="252" y="82"/>
                      <a:pt x="249" y="82"/>
                    </a:cubicBezTo>
                    <a:cubicBezTo>
                      <a:pt x="247" y="82"/>
                      <a:pt x="244" y="81"/>
                      <a:pt x="242" y="79"/>
                    </a:cubicBezTo>
                    <a:cubicBezTo>
                      <a:pt x="238" y="75"/>
                      <a:pt x="238" y="68"/>
                      <a:pt x="242" y="64"/>
                    </a:cubicBezTo>
                    <a:cubicBezTo>
                      <a:pt x="243" y="63"/>
                      <a:pt x="244" y="61"/>
                      <a:pt x="244" y="58"/>
                    </a:cubicBezTo>
                    <a:cubicBezTo>
                      <a:pt x="244" y="56"/>
                      <a:pt x="243" y="54"/>
                      <a:pt x="242" y="53"/>
                    </a:cubicBezTo>
                    <a:cubicBezTo>
                      <a:pt x="216" y="26"/>
                      <a:pt x="216" y="26"/>
                      <a:pt x="216" y="26"/>
                    </a:cubicBezTo>
                    <a:cubicBezTo>
                      <a:pt x="212" y="23"/>
                      <a:pt x="207" y="23"/>
                      <a:pt x="204" y="26"/>
                    </a:cubicBezTo>
                    <a:cubicBezTo>
                      <a:pt x="200" y="31"/>
                      <a:pt x="193" y="31"/>
                      <a:pt x="189" y="26"/>
                    </a:cubicBezTo>
                    <a:cubicBezTo>
                      <a:pt x="185" y="22"/>
                      <a:pt x="185" y="15"/>
                      <a:pt x="189" y="11"/>
                    </a:cubicBezTo>
                    <a:cubicBezTo>
                      <a:pt x="201" y="0"/>
                      <a:pt x="219" y="0"/>
                      <a:pt x="231" y="11"/>
                    </a:cubicBezTo>
                    <a:cubicBezTo>
                      <a:pt x="257" y="38"/>
                      <a:pt x="257" y="38"/>
                      <a:pt x="257" y="38"/>
                    </a:cubicBezTo>
                    <a:cubicBezTo>
                      <a:pt x="263" y="43"/>
                      <a:pt x="266" y="51"/>
                      <a:pt x="266" y="5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9626" tIns="34813" rIns="69626" bIns="34813" numCol="1" anchor="t" anchorCtr="0" compatLnSpc="1">
                <a:prstTxWarp prst="textNoShape">
                  <a:avLst/>
                </a:prstTxWarp>
              </a:bodyPr>
              <a:lstStyle/>
              <a:p>
                <a:pPr defTabSz="928393">
                  <a:defRPr/>
                </a:pPr>
                <a:endParaRPr lang="en-GB" sz="1000" kern="0">
                  <a:solidFill>
                    <a:prstClr val="black"/>
                  </a:solidFill>
                  <a:latin typeface="Verdana" panose="020B0604030504040204" pitchFamily="34" charset="0"/>
                  <a:ea typeface="Verdana" panose="020B0604030504040204" pitchFamily="34" charset="0"/>
                  <a:sym typeface="Gotham Book" charset="0"/>
                </a:endParaRPr>
              </a:p>
            </p:txBody>
          </p:sp>
        </p:grpSp>
        <p:sp>
          <p:nvSpPr>
            <p:cNvPr id="9" name="TextBox 8">
              <a:extLst>
                <a:ext uri="{FF2B5EF4-FFF2-40B4-BE49-F238E27FC236}">
                  <a16:creationId xmlns:a16="http://schemas.microsoft.com/office/drawing/2014/main" id="{30CCE4C6-1F32-8AEC-5928-AD1F4AD8FFB6}"/>
                </a:ext>
              </a:extLst>
            </p:cNvPr>
            <p:cNvSpPr txBox="1"/>
            <p:nvPr/>
          </p:nvSpPr>
          <p:spPr>
            <a:xfrm>
              <a:off x="2762118" y="3014021"/>
              <a:ext cx="2034687" cy="175989"/>
            </a:xfrm>
            <a:prstGeom prst="rect">
              <a:avLst/>
            </a:prstGeom>
            <a:noFill/>
          </p:spPr>
          <p:txBody>
            <a:bodyPr wrap="square" lIns="0" tIns="0" rIns="0" bIns="0" rtlCol="0">
              <a:spAutoFit/>
            </a:bodyPr>
            <a:lstStyle/>
            <a:p>
              <a:pPr algn="ctr" defTabSz="928393">
                <a:spcBef>
                  <a:spcPts val="457"/>
                </a:spcBef>
                <a:buSzPct val="100000"/>
                <a:defRPr/>
              </a:pPr>
              <a:r>
                <a:rPr lang="en-US" sz="1000" b="1" kern="0">
                  <a:solidFill>
                    <a:srgbClr val="007CB0"/>
                  </a:solidFill>
                  <a:latin typeface="Verdana" panose="020B0604030504040204" pitchFamily="34" charset="0"/>
                  <a:ea typeface="Verdana" panose="020B0604030504040204" pitchFamily="34" charset="0"/>
                  <a:sym typeface="Gotham Book" charset="0"/>
                </a:rPr>
                <a:t>Schedule</a:t>
              </a:r>
            </a:p>
          </p:txBody>
        </p:sp>
        <p:grpSp>
          <p:nvGrpSpPr>
            <p:cNvPr id="10" name="Group 53">
              <a:extLst>
                <a:ext uri="{FF2B5EF4-FFF2-40B4-BE49-F238E27FC236}">
                  <a16:creationId xmlns:a16="http://schemas.microsoft.com/office/drawing/2014/main" id="{184B5699-6C7D-D65C-6D98-8CA43965D0E9}"/>
                </a:ext>
              </a:extLst>
            </p:cNvPr>
            <p:cNvGrpSpPr>
              <a:grpSpLocks noChangeAspect="1"/>
            </p:cNvGrpSpPr>
            <p:nvPr/>
          </p:nvGrpSpPr>
          <p:grpSpPr bwMode="auto">
            <a:xfrm>
              <a:off x="5721579" y="2077527"/>
              <a:ext cx="797383" cy="799728"/>
              <a:chOff x="5183" y="1046"/>
              <a:chExt cx="340" cy="341"/>
            </a:xfrm>
            <a:solidFill>
              <a:sysClr val="windowText" lastClr="000000"/>
            </a:solidFill>
          </p:grpSpPr>
          <p:sp>
            <p:nvSpPr>
              <p:cNvPr id="23" name="Freeform 54">
                <a:extLst>
                  <a:ext uri="{FF2B5EF4-FFF2-40B4-BE49-F238E27FC236}">
                    <a16:creationId xmlns:a16="http://schemas.microsoft.com/office/drawing/2014/main" id="{52DF648D-D27C-AA05-733B-22638D178704}"/>
                  </a:ext>
                </a:extLst>
              </p:cNvPr>
              <p:cNvSpPr>
                <a:spLocks noEditPoints="1"/>
              </p:cNvSpPr>
              <p:nvPr/>
            </p:nvSpPr>
            <p:spPr bwMode="auto">
              <a:xfrm>
                <a:off x="5247" y="1110"/>
                <a:ext cx="212" cy="213"/>
              </a:xfrm>
              <a:custGeom>
                <a:avLst/>
                <a:gdLst>
                  <a:gd name="T0" fmla="*/ 160 w 320"/>
                  <a:gd name="T1" fmla="*/ 0 h 320"/>
                  <a:gd name="T2" fmla="*/ 0 w 320"/>
                  <a:gd name="T3" fmla="*/ 160 h 320"/>
                  <a:gd name="T4" fmla="*/ 160 w 320"/>
                  <a:gd name="T5" fmla="*/ 320 h 320"/>
                  <a:gd name="T6" fmla="*/ 320 w 320"/>
                  <a:gd name="T7" fmla="*/ 160 h 320"/>
                  <a:gd name="T8" fmla="*/ 160 w 320"/>
                  <a:gd name="T9" fmla="*/ 0 h 320"/>
                  <a:gd name="T10" fmla="*/ 283 w 320"/>
                  <a:gd name="T11" fmla="*/ 224 h 320"/>
                  <a:gd name="T12" fmla="*/ 218 w 320"/>
                  <a:gd name="T13" fmla="*/ 224 h 320"/>
                  <a:gd name="T14" fmla="*/ 223 w 320"/>
                  <a:gd name="T15" fmla="*/ 170 h 320"/>
                  <a:gd name="T16" fmla="*/ 298 w 320"/>
                  <a:gd name="T17" fmla="*/ 170 h 320"/>
                  <a:gd name="T18" fmla="*/ 283 w 320"/>
                  <a:gd name="T19" fmla="*/ 224 h 320"/>
                  <a:gd name="T20" fmla="*/ 160 w 320"/>
                  <a:gd name="T21" fmla="*/ 298 h 320"/>
                  <a:gd name="T22" fmla="*/ 127 w 320"/>
                  <a:gd name="T23" fmla="*/ 245 h 320"/>
                  <a:gd name="T24" fmla="*/ 192 w 320"/>
                  <a:gd name="T25" fmla="*/ 245 h 320"/>
                  <a:gd name="T26" fmla="*/ 160 w 320"/>
                  <a:gd name="T27" fmla="*/ 298 h 320"/>
                  <a:gd name="T28" fmla="*/ 122 w 320"/>
                  <a:gd name="T29" fmla="*/ 224 h 320"/>
                  <a:gd name="T30" fmla="*/ 117 w 320"/>
                  <a:gd name="T31" fmla="*/ 170 h 320"/>
                  <a:gd name="T32" fmla="*/ 202 w 320"/>
                  <a:gd name="T33" fmla="*/ 170 h 320"/>
                  <a:gd name="T34" fmla="*/ 197 w 320"/>
                  <a:gd name="T35" fmla="*/ 224 h 320"/>
                  <a:gd name="T36" fmla="*/ 122 w 320"/>
                  <a:gd name="T37" fmla="*/ 224 h 320"/>
                  <a:gd name="T38" fmla="*/ 22 w 320"/>
                  <a:gd name="T39" fmla="*/ 170 h 320"/>
                  <a:gd name="T40" fmla="*/ 96 w 320"/>
                  <a:gd name="T41" fmla="*/ 170 h 320"/>
                  <a:gd name="T42" fmla="*/ 101 w 320"/>
                  <a:gd name="T43" fmla="*/ 224 h 320"/>
                  <a:gd name="T44" fmla="*/ 37 w 320"/>
                  <a:gd name="T45" fmla="*/ 224 h 320"/>
                  <a:gd name="T46" fmla="*/ 22 w 320"/>
                  <a:gd name="T47" fmla="*/ 170 h 320"/>
                  <a:gd name="T48" fmla="*/ 37 w 320"/>
                  <a:gd name="T49" fmla="*/ 96 h 320"/>
                  <a:gd name="T50" fmla="*/ 101 w 320"/>
                  <a:gd name="T51" fmla="*/ 96 h 320"/>
                  <a:gd name="T52" fmla="*/ 96 w 320"/>
                  <a:gd name="T53" fmla="*/ 149 h 320"/>
                  <a:gd name="T54" fmla="*/ 22 w 320"/>
                  <a:gd name="T55" fmla="*/ 149 h 320"/>
                  <a:gd name="T56" fmla="*/ 37 w 320"/>
                  <a:gd name="T57" fmla="*/ 96 h 320"/>
                  <a:gd name="T58" fmla="*/ 160 w 320"/>
                  <a:gd name="T59" fmla="*/ 21 h 320"/>
                  <a:gd name="T60" fmla="*/ 192 w 320"/>
                  <a:gd name="T61" fmla="*/ 74 h 320"/>
                  <a:gd name="T62" fmla="*/ 127 w 320"/>
                  <a:gd name="T63" fmla="*/ 74 h 320"/>
                  <a:gd name="T64" fmla="*/ 160 w 320"/>
                  <a:gd name="T65" fmla="*/ 21 h 320"/>
                  <a:gd name="T66" fmla="*/ 197 w 320"/>
                  <a:gd name="T67" fmla="*/ 96 h 320"/>
                  <a:gd name="T68" fmla="*/ 202 w 320"/>
                  <a:gd name="T69" fmla="*/ 149 h 320"/>
                  <a:gd name="T70" fmla="*/ 117 w 320"/>
                  <a:gd name="T71" fmla="*/ 149 h 320"/>
                  <a:gd name="T72" fmla="*/ 122 w 320"/>
                  <a:gd name="T73" fmla="*/ 96 h 320"/>
                  <a:gd name="T74" fmla="*/ 197 w 320"/>
                  <a:gd name="T75" fmla="*/ 96 h 320"/>
                  <a:gd name="T76" fmla="*/ 223 w 320"/>
                  <a:gd name="T77" fmla="*/ 149 h 320"/>
                  <a:gd name="T78" fmla="*/ 218 w 320"/>
                  <a:gd name="T79" fmla="*/ 96 h 320"/>
                  <a:gd name="T80" fmla="*/ 283 w 320"/>
                  <a:gd name="T81" fmla="*/ 96 h 320"/>
                  <a:gd name="T82" fmla="*/ 298 w 320"/>
                  <a:gd name="T83" fmla="*/ 149 h 320"/>
                  <a:gd name="T84" fmla="*/ 223 w 320"/>
                  <a:gd name="T85" fmla="*/ 149 h 320"/>
                  <a:gd name="T86" fmla="*/ 269 w 320"/>
                  <a:gd name="T87" fmla="*/ 74 h 320"/>
                  <a:gd name="T88" fmla="*/ 214 w 320"/>
                  <a:gd name="T89" fmla="*/ 74 h 320"/>
                  <a:gd name="T90" fmla="*/ 196 w 320"/>
                  <a:gd name="T91" fmla="*/ 26 h 320"/>
                  <a:gd name="T92" fmla="*/ 269 w 320"/>
                  <a:gd name="T93" fmla="*/ 74 h 320"/>
                  <a:gd name="T94" fmla="*/ 124 w 320"/>
                  <a:gd name="T95" fmla="*/ 26 h 320"/>
                  <a:gd name="T96" fmla="*/ 105 w 320"/>
                  <a:gd name="T97" fmla="*/ 74 h 320"/>
                  <a:gd name="T98" fmla="*/ 51 w 320"/>
                  <a:gd name="T99" fmla="*/ 74 h 320"/>
                  <a:gd name="T100" fmla="*/ 124 w 320"/>
                  <a:gd name="T101" fmla="*/ 26 h 320"/>
                  <a:gd name="T102" fmla="*/ 51 w 320"/>
                  <a:gd name="T103" fmla="*/ 245 h 320"/>
                  <a:gd name="T104" fmla="*/ 105 w 320"/>
                  <a:gd name="T105" fmla="*/ 245 h 320"/>
                  <a:gd name="T106" fmla="*/ 124 w 320"/>
                  <a:gd name="T107" fmla="*/ 293 h 320"/>
                  <a:gd name="T108" fmla="*/ 51 w 320"/>
                  <a:gd name="T109" fmla="*/ 245 h 320"/>
                  <a:gd name="T110" fmla="*/ 196 w 320"/>
                  <a:gd name="T111" fmla="*/ 293 h 320"/>
                  <a:gd name="T112" fmla="*/ 214 w 320"/>
                  <a:gd name="T113" fmla="*/ 245 h 320"/>
                  <a:gd name="T114" fmla="*/ 269 w 320"/>
                  <a:gd name="T115" fmla="*/ 245 h 320"/>
                  <a:gd name="T116" fmla="*/ 196 w 320"/>
                  <a:gd name="T117" fmla="*/ 29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0" h="320">
                    <a:moveTo>
                      <a:pt x="160" y="0"/>
                    </a:moveTo>
                    <a:cubicBezTo>
                      <a:pt x="71" y="0"/>
                      <a:pt x="0" y="71"/>
                      <a:pt x="0" y="160"/>
                    </a:cubicBezTo>
                    <a:cubicBezTo>
                      <a:pt x="0" y="248"/>
                      <a:pt x="71" y="320"/>
                      <a:pt x="160" y="320"/>
                    </a:cubicBezTo>
                    <a:cubicBezTo>
                      <a:pt x="248" y="320"/>
                      <a:pt x="320" y="248"/>
                      <a:pt x="320" y="160"/>
                    </a:cubicBezTo>
                    <a:cubicBezTo>
                      <a:pt x="320" y="71"/>
                      <a:pt x="248" y="0"/>
                      <a:pt x="160" y="0"/>
                    </a:cubicBezTo>
                    <a:close/>
                    <a:moveTo>
                      <a:pt x="283" y="224"/>
                    </a:moveTo>
                    <a:cubicBezTo>
                      <a:pt x="218" y="224"/>
                      <a:pt x="218" y="224"/>
                      <a:pt x="218" y="224"/>
                    </a:cubicBezTo>
                    <a:cubicBezTo>
                      <a:pt x="221" y="207"/>
                      <a:pt x="223" y="188"/>
                      <a:pt x="223" y="170"/>
                    </a:cubicBezTo>
                    <a:cubicBezTo>
                      <a:pt x="298" y="170"/>
                      <a:pt x="298" y="170"/>
                      <a:pt x="298" y="170"/>
                    </a:cubicBezTo>
                    <a:cubicBezTo>
                      <a:pt x="296" y="189"/>
                      <a:pt x="291" y="207"/>
                      <a:pt x="283" y="224"/>
                    </a:cubicBezTo>
                    <a:close/>
                    <a:moveTo>
                      <a:pt x="160" y="298"/>
                    </a:moveTo>
                    <a:cubicBezTo>
                      <a:pt x="149" y="298"/>
                      <a:pt x="136" y="279"/>
                      <a:pt x="127" y="245"/>
                    </a:cubicBezTo>
                    <a:cubicBezTo>
                      <a:pt x="192" y="245"/>
                      <a:pt x="192" y="245"/>
                      <a:pt x="192" y="245"/>
                    </a:cubicBezTo>
                    <a:cubicBezTo>
                      <a:pt x="183" y="279"/>
                      <a:pt x="170" y="298"/>
                      <a:pt x="160" y="298"/>
                    </a:cubicBezTo>
                    <a:close/>
                    <a:moveTo>
                      <a:pt x="122" y="224"/>
                    </a:moveTo>
                    <a:cubicBezTo>
                      <a:pt x="120" y="208"/>
                      <a:pt x="118" y="190"/>
                      <a:pt x="117" y="170"/>
                    </a:cubicBezTo>
                    <a:cubicBezTo>
                      <a:pt x="202" y="170"/>
                      <a:pt x="202" y="170"/>
                      <a:pt x="202" y="170"/>
                    </a:cubicBezTo>
                    <a:cubicBezTo>
                      <a:pt x="202" y="190"/>
                      <a:pt x="200" y="208"/>
                      <a:pt x="197" y="224"/>
                    </a:cubicBezTo>
                    <a:lnTo>
                      <a:pt x="122" y="224"/>
                    </a:lnTo>
                    <a:close/>
                    <a:moveTo>
                      <a:pt x="22" y="170"/>
                    </a:moveTo>
                    <a:cubicBezTo>
                      <a:pt x="96" y="170"/>
                      <a:pt x="96" y="170"/>
                      <a:pt x="96" y="170"/>
                    </a:cubicBezTo>
                    <a:cubicBezTo>
                      <a:pt x="96" y="188"/>
                      <a:pt x="98" y="207"/>
                      <a:pt x="101" y="224"/>
                    </a:cubicBezTo>
                    <a:cubicBezTo>
                      <a:pt x="37" y="224"/>
                      <a:pt x="37" y="224"/>
                      <a:pt x="37" y="224"/>
                    </a:cubicBezTo>
                    <a:cubicBezTo>
                      <a:pt x="28" y="207"/>
                      <a:pt x="23" y="189"/>
                      <a:pt x="22" y="170"/>
                    </a:cubicBezTo>
                    <a:close/>
                    <a:moveTo>
                      <a:pt x="37" y="96"/>
                    </a:moveTo>
                    <a:cubicBezTo>
                      <a:pt x="101" y="96"/>
                      <a:pt x="101" y="96"/>
                      <a:pt x="101" y="96"/>
                    </a:cubicBezTo>
                    <a:cubicBezTo>
                      <a:pt x="98" y="113"/>
                      <a:pt x="96" y="131"/>
                      <a:pt x="96" y="149"/>
                    </a:cubicBezTo>
                    <a:cubicBezTo>
                      <a:pt x="22" y="149"/>
                      <a:pt x="22" y="149"/>
                      <a:pt x="22" y="149"/>
                    </a:cubicBezTo>
                    <a:cubicBezTo>
                      <a:pt x="23" y="130"/>
                      <a:pt x="28" y="112"/>
                      <a:pt x="37" y="96"/>
                    </a:cubicBezTo>
                    <a:close/>
                    <a:moveTo>
                      <a:pt x="160" y="21"/>
                    </a:moveTo>
                    <a:cubicBezTo>
                      <a:pt x="170" y="21"/>
                      <a:pt x="183" y="41"/>
                      <a:pt x="192" y="74"/>
                    </a:cubicBezTo>
                    <a:cubicBezTo>
                      <a:pt x="127" y="74"/>
                      <a:pt x="127" y="74"/>
                      <a:pt x="127" y="74"/>
                    </a:cubicBezTo>
                    <a:cubicBezTo>
                      <a:pt x="136" y="41"/>
                      <a:pt x="149" y="21"/>
                      <a:pt x="160" y="21"/>
                    </a:cubicBezTo>
                    <a:close/>
                    <a:moveTo>
                      <a:pt x="197" y="96"/>
                    </a:moveTo>
                    <a:cubicBezTo>
                      <a:pt x="200" y="111"/>
                      <a:pt x="202" y="129"/>
                      <a:pt x="202" y="149"/>
                    </a:cubicBezTo>
                    <a:cubicBezTo>
                      <a:pt x="117" y="149"/>
                      <a:pt x="117" y="149"/>
                      <a:pt x="117" y="149"/>
                    </a:cubicBezTo>
                    <a:cubicBezTo>
                      <a:pt x="118" y="129"/>
                      <a:pt x="120" y="111"/>
                      <a:pt x="122" y="96"/>
                    </a:cubicBezTo>
                    <a:lnTo>
                      <a:pt x="197" y="96"/>
                    </a:lnTo>
                    <a:close/>
                    <a:moveTo>
                      <a:pt x="223" y="149"/>
                    </a:moveTo>
                    <a:cubicBezTo>
                      <a:pt x="223" y="131"/>
                      <a:pt x="221" y="113"/>
                      <a:pt x="218" y="96"/>
                    </a:cubicBezTo>
                    <a:cubicBezTo>
                      <a:pt x="283" y="96"/>
                      <a:pt x="283" y="96"/>
                      <a:pt x="283" y="96"/>
                    </a:cubicBezTo>
                    <a:cubicBezTo>
                      <a:pt x="291" y="112"/>
                      <a:pt x="296" y="130"/>
                      <a:pt x="298" y="149"/>
                    </a:cubicBezTo>
                    <a:lnTo>
                      <a:pt x="223" y="149"/>
                    </a:lnTo>
                    <a:close/>
                    <a:moveTo>
                      <a:pt x="269" y="74"/>
                    </a:moveTo>
                    <a:cubicBezTo>
                      <a:pt x="214" y="74"/>
                      <a:pt x="214" y="74"/>
                      <a:pt x="214" y="74"/>
                    </a:cubicBezTo>
                    <a:cubicBezTo>
                      <a:pt x="210" y="55"/>
                      <a:pt x="203" y="39"/>
                      <a:pt x="196" y="26"/>
                    </a:cubicBezTo>
                    <a:cubicBezTo>
                      <a:pt x="225" y="34"/>
                      <a:pt x="251" y="51"/>
                      <a:pt x="269" y="74"/>
                    </a:cubicBezTo>
                    <a:close/>
                    <a:moveTo>
                      <a:pt x="124" y="26"/>
                    </a:moveTo>
                    <a:cubicBezTo>
                      <a:pt x="116" y="39"/>
                      <a:pt x="110" y="55"/>
                      <a:pt x="105" y="74"/>
                    </a:cubicBezTo>
                    <a:cubicBezTo>
                      <a:pt x="51" y="74"/>
                      <a:pt x="51" y="74"/>
                      <a:pt x="51" y="74"/>
                    </a:cubicBezTo>
                    <a:cubicBezTo>
                      <a:pt x="69" y="51"/>
                      <a:pt x="94" y="34"/>
                      <a:pt x="124" y="26"/>
                    </a:cubicBezTo>
                    <a:close/>
                    <a:moveTo>
                      <a:pt x="51" y="245"/>
                    </a:moveTo>
                    <a:cubicBezTo>
                      <a:pt x="105" y="245"/>
                      <a:pt x="105" y="245"/>
                      <a:pt x="105" y="245"/>
                    </a:cubicBezTo>
                    <a:cubicBezTo>
                      <a:pt x="110" y="264"/>
                      <a:pt x="116" y="281"/>
                      <a:pt x="124" y="293"/>
                    </a:cubicBezTo>
                    <a:cubicBezTo>
                      <a:pt x="94" y="285"/>
                      <a:pt x="69" y="268"/>
                      <a:pt x="51" y="245"/>
                    </a:cubicBezTo>
                    <a:close/>
                    <a:moveTo>
                      <a:pt x="196" y="293"/>
                    </a:moveTo>
                    <a:cubicBezTo>
                      <a:pt x="203" y="281"/>
                      <a:pt x="210" y="264"/>
                      <a:pt x="214" y="245"/>
                    </a:cubicBezTo>
                    <a:cubicBezTo>
                      <a:pt x="269" y="245"/>
                      <a:pt x="269" y="245"/>
                      <a:pt x="269" y="245"/>
                    </a:cubicBezTo>
                    <a:cubicBezTo>
                      <a:pt x="251" y="268"/>
                      <a:pt x="225" y="285"/>
                      <a:pt x="196" y="29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9626" tIns="34813" rIns="69626" bIns="34813" numCol="1" anchor="t" anchorCtr="0" compatLnSpc="1">
                <a:prstTxWarp prst="textNoShape">
                  <a:avLst/>
                </a:prstTxWarp>
              </a:bodyPr>
              <a:lstStyle/>
              <a:p>
                <a:pPr defTabSz="928393">
                  <a:defRPr/>
                </a:pPr>
                <a:endParaRPr lang="en-GB" sz="1000" kern="0">
                  <a:solidFill>
                    <a:prstClr val="black"/>
                  </a:solidFill>
                  <a:latin typeface="Verdana" panose="020B0604030504040204" pitchFamily="34" charset="0"/>
                  <a:ea typeface="Verdana" panose="020B0604030504040204" pitchFamily="34" charset="0"/>
                  <a:sym typeface="Gotham Book" charset="0"/>
                </a:endParaRPr>
              </a:p>
            </p:txBody>
          </p:sp>
          <p:sp>
            <p:nvSpPr>
              <p:cNvPr id="24" name="Freeform 55">
                <a:extLst>
                  <a:ext uri="{FF2B5EF4-FFF2-40B4-BE49-F238E27FC236}">
                    <a16:creationId xmlns:a16="http://schemas.microsoft.com/office/drawing/2014/main" id="{FE637C4F-2B86-D982-C902-8C89CEC3A83B}"/>
                  </a:ext>
                </a:extLst>
              </p:cNvPr>
              <p:cNvSpPr>
                <a:spLocks noEditPoints="1"/>
              </p:cNvSpPr>
              <p:nvPr/>
            </p:nvSpPr>
            <p:spPr bwMode="auto">
              <a:xfrm>
                <a:off x="5183" y="10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9626" tIns="34813" rIns="69626" bIns="34813" numCol="1" anchor="t" anchorCtr="0" compatLnSpc="1">
                <a:prstTxWarp prst="textNoShape">
                  <a:avLst/>
                </a:prstTxWarp>
              </a:bodyPr>
              <a:lstStyle/>
              <a:p>
                <a:pPr defTabSz="928393">
                  <a:defRPr/>
                </a:pPr>
                <a:endParaRPr lang="en-GB" sz="1000" kern="0">
                  <a:solidFill>
                    <a:prstClr val="black"/>
                  </a:solidFill>
                  <a:latin typeface="Verdana" panose="020B0604030504040204" pitchFamily="34" charset="0"/>
                  <a:ea typeface="Verdana" panose="020B0604030504040204" pitchFamily="34" charset="0"/>
                  <a:sym typeface="Gotham Book" charset="0"/>
                </a:endParaRPr>
              </a:p>
            </p:txBody>
          </p:sp>
        </p:grpSp>
        <p:sp>
          <p:nvSpPr>
            <p:cNvPr id="11" name="TextBox 10">
              <a:extLst>
                <a:ext uri="{FF2B5EF4-FFF2-40B4-BE49-F238E27FC236}">
                  <a16:creationId xmlns:a16="http://schemas.microsoft.com/office/drawing/2014/main" id="{F4CDF81E-E815-C613-478D-1E73907ACD91}"/>
                </a:ext>
              </a:extLst>
            </p:cNvPr>
            <p:cNvSpPr txBox="1"/>
            <p:nvPr/>
          </p:nvSpPr>
          <p:spPr>
            <a:xfrm>
              <a:off x="4925698" y="2992953"/>
              <a:ext cx="2211912" cy="362416"/>
            </a:xfrm>
            <a:prstGeom prst="rect">
              <a:avLst/>
            </a:prstGeom>
            <a:noFill/>
          </p:spPr>
          <p:txBody>
            <a:bodyPr wrap="square" lIns="0" tIns="0" rIns="0" bIns="0" rtlCol="0">
              <a:spAutoFit/>
            </a:bodyPr>
            <a:lstStyle/>
            <a:p>
              <a:pPr algn="ctr" defTabSz="928393">
                <a:spcBef>
                  <a:spcPts val="457"/>
                </a:spcBef>
                <a:buSzPct val="100000"/>
                <a:defRPr/>
              </a:pPr>
              <a:r>
                <a:rPr lang="en-US" sz="1000" b="1" kern="0">
                  <a:solidFill>
                    <a:srgbClr val="007CB0"/>
                  </a:solidFill>
                  <a:latin typeface="Verdana" panose="020B0604030504040204" pitchFamily="34" charset="0"/>
                  <a:ea typeface="Verdana" panose="020B0604030504040204" pitchFamily="34" charset="0"/>
                  <a:sym typeface="Gotham Book" charset="0"/>
                </a:rPr>
                <a:t>Technology</a:t>
              </a:r>
            </a:p>
          </p:txBody>
        </p:sp>
        <p:cxnSp>
          <p:nvCxnSpPr>
            <p:cNvPr id="12" name="Straight Connector 11">
              <a:extLst>
                <a:ext uri="{FF2B5EF4-FFF2-40B4-BE49-F238E27FC236}">
                  <a16:creationId xmlns:a16="http://schemas.microsoft.com/office/drawing/2014/main" id="{956F7520-470F-0CD9-0F5A-A6B1B92C2E01}"/>
                </a:ext>
              </a:extLst>
            </p:cNvPr>
            <p:cNvCxnSpPr/>
            <p:nvPr/>
          </p:nvCxnSpPr>
          <p:spPr>
            <a:xfrm>
              <a:off x="334830" y="2486189"/>
              <a:ext cx="736431" cy="0"/>
            </a:xfrm>
            <a:prstGeom prst="line">
              <a:avLst/>
            </a:prstGeom>
            <a:noFill/>
            <a:ln w="9525" cap="flat" cmpd="sng" algn="ctr">
              <a:solidFill>
                <a:srgbClr val="53565A"/>
              </a:solidFill>
              <a:prstDash val="dash"/>
            </a:ln>
            <a:effectLst/>
          </p:spPr>
        </p:cxnSp>
        <p:cxnSp>
          <p:nvCxnSpPr>
            <p:cNvPr id="13" name="Straight Connector 12">
              <a:extLst>
                <a:ext uri="{FF2B5EF4-FFF2-40B4-BE49-F238E27FC236}">
                  <a16:creationId xmlns:a16="http://schemas.microsoft.com/office/drawing/2014/main" id="{E245F9B6-76B9-507A-FBC8-5C416C04D7FB}"/>
                </a:ext>
              </a:extLst>
            </p:cNvPr>
            <p:cNvCxnSpPr/>
            <p:nvPr/>
          </p:nvCxnSpPr>
          <p:spPr>
            <a:xfrm>
              <a:off x="1924735" y="2486189"/>
              <a:ext cx="1435097" cy="0"/>
            </a:xfrm>
            <a:prstGeom prst="line">
              <a:avLst/>
            </a:prstGeom>
            <a:noFill/>
            <a:ln w="9525" cap="flat" cmpd="sng" algn="ctr">
              <a:solidFill>
                <a:srgbClr val="53565A"/>
              </a:solidFill>
              <a:prstDash val="dash"/>
            </a:ln>
            <a:effectLst/>
          </p:spPr>
        </p:cxnSp>
        <p:cxnSp>
          <p:nvCxnSpPr>
            <p:cNvPr id="14" name="Straight Connector 13">
              <a:extLst>
                <a:ext uri="{FF2B5EF4-FFF2-40B4-BE49-F238E27FC236}">
                  <a16:creationId xmlns:a16="http://schemas.microsoft.com/office/drawing/2014/main" id="{538A1E98-1457-4C6F-20D9-85238EA39963}"/>
                </a:ext>
              </a:extLst>
            </p:cNvPr>
            <p:cNvCxnSpPr/>
            <p:nvPr/>
          </p:nvCxnSpPr>
          <p:spPr>
            <a:xfrm>
              <a:off x="6552117" y="2486189"/>
              <a:ext cx="1462135" cy="0"/>
            </a:xfrm>
            <a:prstGeom prst="line">
              <a:avLst/>
            </a:prstGeom>
            <a:noFill/>
            <a:ln w="9525" cap="flat" cmpd="sng" algn="ctr">
              <a:solidFill>
                <a:srgbClr val="53565A"/>
              </a:solidFill>
              <a:prstDash val="dash"/>
            </a:ln>
            <a:effectLst/>
          </p:spPr>
        </p:cxnSp>
        <p:cxnSp>
          <p:nvCxnSpPr>
            <p:cNvPr id="15" name="Straight Connector 14">
              <a:extLst>
                <a:ext uri="{FF2B5EF4-FFF2-40B4-BE49-F238E27FC236}">
                  <a16:creationId xmlns:a16="http://schemas.microsoft.com/office/drawing/2014/main" id="{CAE3E89E-8092-739B-60B5-46023B5FE7F0}"/>
                </a:ext>
              </a:extLst>
            </p:cNvPr>
            <p:cNvCxnSpPr/>
            <p:nvPr/>
          </p:nvCxnSpPr>
          <p:spPr>
            <a:xfrm>
              <a:off x="8903612" y="2486189"/>
              <a:ext cx="669483" cy="0"/>
            </a:xfrm>
            <a:prstGeom prst="line">
              <a:avLst/>
            </a:prstGeom>
            <a:noFill/>
            <a:ln w="9525" cap="flat" cmpd="sng" algn="ctr">
              <a:solidFill>
                <a:srgbClr val="53565A"/>
              </a:solidFill>
              <a:prstDash val="dash"/>
            </a:ln>
            <a:effectLst/>
          </p:spPr>
        </p:cxnSp>
        <p:grpSp>
          <p:nvGrpSpPr>
            <p:cNvPr id="17" name="Group 127">
              <a:extLst>
                <a:ext uri="{FF2B5EF4-FFF2-40B4-BE49-F238E27FC236}">
                  <a16:creationId xmlns:a16="http://schemas.microsoft.com/office/drawing/2014/main" id="{876D3CA1-9490-2D85-3E9F-A3451902DE4C}"/>
                </a:ext>
              </a:extLst>
            </p:cNvPr>
            <p:cNvGrpSpPr>
              <a:grpSpLocks noChangeAspect="1"/>
            </p:cNvGrpSpPr>
            <p:nvPr/>
          </p:nvGrpSpPr>
          <p:grpSpPr bwMode="auto">
            <a:xfrm rot="10800000">
              <a:off x="8059525" y="2078642"/>
              <a:ext cx="803106" cy="803105"/>
              <a:chOff x="5048" y="380"/>
              <a:chExt cx="340" cy="340"/>
            </a:xfrm>
            <a:solidFill>
              <a:sysClr val="windowText" lastClr="000000"/>
            </a:solidFill>
          </p:grpSpPr>
          <p:sp>
            <p:nvSpPr>
              <p:cNvPr id="21" name="Freeform 128">
                <a:extLst>
                  <a:ext uri="{FF2B5EF4-FFF2-40B4-BE49-F238E27FC236}">
                    <a16:creationId xmlns:a16="http://schemas.microsoft.com/office/drawing/2014/main" id="{D07E22E9-CD7B-CEFB-195C-68F1A4EB4B41}"/>
                  </a:ext>
                </a:extLst>
              </p:cNvPr>
              <p:cNvSpPr>
                <a:spLocks noEditPoints="1"/>
              </p:cNvSpPr>
              <p:nvPr/>
            </p:nvSpPr>
            <p:spPr bwMode="auto">
              <a:xfrm>
                <a:off x="5048" y="38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9626" tIns="34813" rIns="69626" bIns="34813" numCol="1" anchor="t" anchorCtr="0" compatLnSpc="1">
                <a:prstTxWarp prst="textNoShape">
                  <a:avLst/>
                </a:prstTxWarp>
              </a:bodyPr>
              <a:lstStyle/>
              <a:p>
                <a:pPr defTabSz="928393">
                  <a:defRPr/>
                </a:pPr>
                <a:endParaRPr lang="en-GB" sz="1000" kern="0">
                  <a:solidFill>
                    <a:prstClr val="black"/>
                  </a:solidFill>
                  <a:latin typeface="Verdana" panose="020B0604030504040204" pitchFamily="34" charset="0"/>
                  <a:ea typeface="Verdana" panose="020B0604030504040204" pitchFamily="34" charset="0"/>
                  <a:sym typeface="Gotham Book" charset="0"/>
                </a:endParaRPr>
              </a:p>
            </p:txBody>
          </p:sp>
          <p:sp>
            <p:nvSpPr>
              <p:cNvPr id="22" name="Freeform 129">
                <a:extLst>
                  <a:ext uri="{FF2B5EF4-FFF2-40B4-BE49-F238E27FC236}">
                    <a16:creationId xmlns:a16="http://schemas.microsoft.com/office/drawing/2014/main" id="{87025F31-150E-15A5-B43A-81CE9C306F1F}"/>
                  </a:ext>
                </a:extLst>
              </p:cNvPr>
              <p:cNvSpPr>
                <a:spLocks noEditPoints="1"/>
              </p:cNvSpPr>
              <p:nvPr/>
            </p:nvSpPr>
            <p:spPr bwMode="auto">
              <a:xfrm>
                <a:off x="5156" y="472"/>
                <a:ext cx="150" cy="156"/>
              </a:xfrm>
              <a:custGeom>
                <a:avLst/>
                <a:gdLst>
                  <a:gd name="T0" fmla="*/ 74 w 226"/>
                  <a:gd name="T1" fmla="*/ 189 h 235"/>
                  <a:gd name="T2" fmla="*/ 74 w 226"/>
                  <a:gd name="T3" fmla="*/ 204 h 235"/>
                  <a:gd name="T4" fmla="*/ 47 w 226"/>
                  <a:gd name="T5" fmla="*/ 232 h 235"/>
                  <a:gd name="T6" fmla="*/ 43 w 226"/>
                  <a:gd name="T7" fmla="*/ 234 h 235"/>
                  <a:gd name="T8" fmla="*/ 39 w 226"/>
                  <a:gd name="T9" fmla="*/ 235 h 235"/>
                  <a:gd name="T10" fmla="*/ 35 w 226"/>
                  <a:gd name="T11" fmla="*/ 234 h 235"/>
                  <a:gd name="T12" fmla="*/ 32 w 226"/>
                  <a:gd name="T13" fmla="*/ 232 h 235"/>
                  <a:gd name="T14" fmla="*/ 4 w 226"/>
                  <a:gd name="T15" fmla="*/ 204 h 235"/>
                  <a:gd name="T16" fmla="*/ 4 w 226"/>
                  <a:gd name="T17" fmla="*/ 189 h 235"/>
                  <a:gd name="T18" fmla="*/ 19 w 226"/>
                  <a:gd name="T19" fmla="*/ 189 h 235"/>
                  <a:gd name="T20" fmla="*/ 29 w 226"/>
                  <a:gd name="T21" fmla="*/ 199 h 235"/>
                  <a:gd name="T22" fmla="*/ 29 w 226"/>
                  <a:gd name="T23" fmla="*/ 11 h 235"/>
                  <a:gd name="T24" fmla="*/ 39 w 226"/>
                  <a:gd name="T25" fmla="*/ 0 h 235"/>
                  <a:gd name="T26" fmla="*/ 50 w 226"/>
                  <a:gd name="T27" fmla="*/ 11 h 235"/>
                  <a:gd name="T28" fmla="*/ 50 w 226"/>
                  <a:gd name="T29" fmla="*/ 199 h 235"/>
                  <a:gd name="T30" fmla="*/ 59 w 226"/>
                  <a:gd name="T31" fmla="*/ 189 h 235"/>
                  <a:gd name="T32" fmla="*/ 74 w 226"/>
                  <a:gd name="T33" fmla="*/ 189 h 235"/>
                  <a:gd name="T34" fmla="*/ 215 w 226"/>
                  <a:gd name="T35" fmla="*/ 214 h 235"/>
                  <a:gd name="T36" fmla="*/ 103 w 226"/>
                  <a:gd name="T37" fmla="*/ 214 h 235"/>
                  <a:gd name="T38" fmla="*/ 93 w 226"/>
                  <a:gd name="T39" fmla="*/ 224 h 235"/>
                  <a:gd name="T40" fmla="*/ 103 w 226"/>
                  <a:gd name="T41" fmla="*/ 235 h 235"/>
                  <a:gd name="T42" fmla="*/ 215 w 226"/>
                  <a:gd name="T43" fmla="*/ 235 h 235"/>
                  <a:gd name="T44" fmla="*/ 226 w 226"/>
                  <a:gd name="T45" fmla="*/ 224 h 235"/>
                  <a:gd name="T46" fmla="*/ 215 w 226"/>
                  <a:gd name="T47" fmla="*/ 214 h 235"/>
                  <a:gd name="T48" fmla="*/ 103 w 226"/>
                  <a:gd name="T49" fmla="*/ 192 h 235"/>
                  <a:gd name="T50" fmla="*/ 199 w 226"/>
                  <a:gd name="T51" fmla="*/ 192 h 235"/>
                  <a:gd name="T52" fmla="*/ 210 w 226"/>
                  <a:gd name="T53" fmla="*/ 182 h 235"/>
                  <a:gd name="T54" fmla="*/ 199 w 226"/>
                  <a:gd name="T55" fmla="*/ 171 h 235"/>
                  <a:gd name="T56" fmla="*/ 103 w 226"/>
                  <a:gd name="T57" fmla="*/ 171 h 235"/>
                  <a:gd name="T58" fmla="*/ 93 w 226"/>
                  <a:gd name="T59" fmla="*/ 182 h 235"/>
                  <a:gd name="T60" fmla="*/ 103 w 226"/>
                  <a:gd name="T61" fmla="*/ 192 h 235"/>
                  <a:gd name="T62" fmla="*/ 103 w 226"/>
                  <a:gd name="T63" fmla="*/ 150 h 235"/>
                  <a:gd name="T64" fmla="*/ 178 w 226"/>
                  <a:gd name="T65" fmla="*/ 150 h 235"/>
                  <a:gd name="T66" fmla="*/ 189 w 226"/>
                  <a:gd name="T67" fmla="*/ 139 h 235"/>
                  <a:gd name="T68" fmla="*/ 178 w 226"/>
                  <a:gd name="T69" fmla="*/ 128 h 235"/>
                  <a:gd name="T70" fmla="*/ 103 w 226"/>
                  <a:gd name="T71" fmla="*/ 128 h 235"/>
                  <a:gd name="T72" fmla="*/ 93 w 226"/>
                  <a:gd name="T73" fmla="*/ 139 h 235"/>
                  <a:gd name="T74" fmla="*/ 103 w 226"/>
                  <a:gd name="T75" fmla="*/ 150 h 235"/>
                  <a:gd name="T76" fmla="*/ 103 w 226"/>
                  <a:gd name="T77" fmla="*/ 107 h 235"/>
                  <a:gd name="T78" fmla="*/ 157 w 226"/>
                  <a:gd name="T79" fmla="*/ 107 h 235"/>
                  <a:gd name="T80" fmla="*/ 167 w 226"/>
                  <a:gd name="T81" fmla="*/ 96 h 235"/>
                  <a:gd name="T82" fmla="*/ 157 w 226"/>
                  <a:gd name="T83" fmla="*/ 86 h 235"/>
                  <a:gd name="T84" fmla="*/ 103 w 226"/>
                  <a:gd name="T85" fmla="*/ 86 h 235"/>
                  <a:gd name="T86" fmla="*/ 93 w 226"/>
                  <a:gd name="T87" fmla="*/ 96 h 235"/>
                  <a:gd name="T88" fmla="*/ 103 w 226"/>
                  <a:gd name="T89" fmla="*/ 107 h 235"/>
                  <a:gd name="T90" fmla="*/ 103 w 226"/>
                  <a:gd name="T91" fmla="*/ 64 h 235"/>
                  <a:gd name="T92" fmla="*/ 135 w 226"/>
                  <a:gd name="T93" fmla="*/ 64 h 235"/>
                  <a:gd name="T94" fmla="*/ 146 w 226"/>
                  <a:gd name="T95" fmla="*/ 54 h 235"/>
                  <a:gd name="T96" fmla="*/ 135 w 226"/>
                  <a:gd name="T97" fmla="*/ 43 h 235"/>
                  <a:gd name="T98" fmla="*/ 103 w 226"/>
                  <a:gd name="T99" fmla="*/ 43 h 235"/>
                  <a:gd name="T100" fmla="*/ 93 w 226"/>
                  <a:gd name="T101" fmla="*/ 54 h 235"/>
                  <a:gd name="T102" fmla="*/ 103 w 226"/>
                  <a:gd name="T103" fmla="*/ 64 h 235"/>
                  <a:gd name="T104" fmla="*/ 103 w 226"/>
                  <a:gd name="T105" fmla="*/ 22 h 235"/>
                  <a:gd name="T106" fmla="*/ 114 w 226"/>
                  <a:gd name="T107" fmla="*/ 22 h 235"/>
                  <a:gd name="T108" fmla="*/ 125 w 226"/>
                  <a:gd name="T109" fmla="*/ 11 h 235"/>
                  <a:gd name="T110" fmla="*/ 114 w 226"/>
                  <a:gd name="T111" fmla="*/ 0 h 235"/>
                  <a:gd name="T112" fmla="*/ 103 w 226"/>
                  <a:gd name="T113" fmla="*/ 0 h 235"/>
                  <a:gd name="T114" fmla="*/ 93 w 226"/>
                  <a:gd name="T115" fmla="*/ 11 h 235"/>
                  <a:gd name="T116" fmla="*/ 103 w 226"/>
                  <a:gd name="T117" fmla="*/ 22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6" h="235">
                    <a:moveTo>
                      <a:pt x="74" y="189"/>
                    </a:moveTo>
                    <a:cubicBezTo>
                      <a:pt x="79" y="193"/>
                      <a:pt x="79" y="200"/>
                      <a:pt x="74" y="204"/>
                    </a:cubicBezTo>
                    <a:cubicBezTo>
                      <a:pt x="47" y="232"/>
                      <a:pt x="47" y="232"/>
                      <a:pt x="47" y="232"/>
                    </a:cubicBezTo>
                    <a:cubicBezTo>
                      <a:pt x="46" y="233"/>
                      <a:pt x="45" y="234"/>
                      <a:pt x="43" y="234"/>
                    </a:cubicBezTo>
                    <a:cubicBezTo>
                      <a:pt x="42" y="235"/>
                      <a:pt x="41" y="235"/>
                      <a:pt x="39" y="235"/>
                    </a:cubicBezTo>
                    <a:cubicBezTo>
                      <a:pt x="38" y="235"/>
                      <a:pt x="37" y="235"/>
                      <a:pt x="35" y="234"/>
                    </a:cubicBezTo>
                    <a:cubicBezTo>
                      <a:pt x="34" y="234"/>
                      <a:pt x="33" y="233"/>
                      <a:pt x="32" y="232"/>
                    </a:cubicBezTo>
                    <a:cubicBezTo>
                      <a:pt x="4" y="204"/>
                      <a:pt x="4" y="204"/>
                      <a:pt x="4" y="204"/>
                    </a:cubicBezTo>
                    <a:cubicBezTo>
                      <a:pt x="0" y="200"/>
                      <a:pt x="0" y="193"/>
                      <a:pt x="4" y="189"/>
                    </a:cubicBezTo>
                    <a:cubicBezTo>
                      <a:pt x="8" y="185"/>
                      <a:pt x="15" y="185"/>
                      <a:pt x="19" y="189"/>
                    </a:cubicBezTo>
                    <a:cubicBezTo>
                      <a:pt x="29" y="199"/>
                      <a:pt x="29" y="199"/>
                      <a:pt x="29" y="199"/>
                    </a:cubicBezTo>
                    <a:cubicBezTo>
                      <a:pt x="29" y="11"/>
                      <a:pt x="29" y="11"/>
                      <a:pt x="29" y="11"/>
                    </a:cubicBezTo>
                    <a:cubicBezTo>
                      <a:pt x="29" y="5"/>
                      <a:pt x="33" y="0"/>
                      <a:pt x="39" y="0"/>
                    </a:cubicBezTo>
                    <a:cubicBezTo>
                      <a:pt x="45" y="0"/>
                      <a:pt x="50" y="5"/>
                      <a:pt x="50" y="11"/>
                    </a:cubicBezTo>
                    <a:cubicBezTo>
                      <a:pt x="50" y="199"/>
                      <a:pt x="50" y="199"/>
                      <a:pt x="50" y="199"/>
                    </a:cubicBezTo>
                    <a:cubicBezTo>
                      <a:pt x="59" y="189"/>
                      <a:pt x="59" y="189"/>
                      <a:pt x="59" y="189"/>
                    </a:cubicBezTo>
                    <a:cubicBezTo>
                      <a:pt x="64" y="185"/>
                      <a:pt x="70" y="185"/>
                      <a:pt x="74" y="189"/>
                    </a:cubicBezTo>
                    <a:close/>
                    <a:moveTo>
                      <a:pt x="215" y="214"/>
                    </a:moveTo>
                    <a:cubicBezTo>
                      <a:pt x="103" y="214"/>
                      <a:pt x="103" y="214"/>
                      <a:pt x="103" y="214"/>
                    </a:cubicBezTo>
                    <a:cubicBezTo>
                      <a:pt x="97" y="214"/>
                      <a:pt x="93" y="218"/>
                      <a:pt x="93" y="224"/>
                    </a:cubicBezTo>
                    <a:cubicBezTo>
                      <a:pt x="93" y="230"/>
                      <a:pt x="97" y="235"/>
                      <a:pt x="103" y="235"/>
                    </a:cubicBezTo>
                    <a:cubicBezTo>
                      <a:pt x="215" y="235"/>
                      <a:pt x="215" y="235"/>
                      <a:pt x="215" y="235"/>
                    </a:cubicBezTo>
                    <a:cubicBezTo>
                      <a:pt x="221" y="235"/>
                      <a:pt x="226" y="230"/>
                      <a:pt x="226" y="224"/>
                    </a:cubicBezTo>
                    <a:cubicBezTo>
                      <a:pt x="226" y="218"/>
                      <a:pt x="221" y="214"/>
                      <a:pt x="215" y="214"/>
                    </a:cubicBezTo>
                    <a:close/>
                    <a:moveTo>
                      <a:pt x="103" y="192"/>
                    </a:moveTo>
                    <a:cubicBezTo>
                      <a:pt x="199" y="192"/>
                      <a:pt x="199" y="192"/>
                      <a:pt x="199" y="192"/>
                    </a:cubicBezTo>
                    <a:cubicBezTo>
                      <a:pt x="205" y="192"/>
                      <a:pt x="210" y="188"/>
                      <a:pt x="210" y="182"/>
                    </a:cubicBezTo>
                    <a:cubicBezTo>
                      <a:pt x="210" y="176"/>
                      <a:pt x="205" y="171"/>
                      <a:pt x="199" y="171"/>
                    </a:cubicBezTo>
                    <a:cubicBezTo>
                      <a:pt x="103" y="171"/>
                      <a:pt x="103" y="171"/>
                      <a:pt x="103" y="171"/>
                    </a:cubicBezTo>
                    <a:cubicBezTo>
                      <a:pt x="97" y="171"/>
                      <a:pt x="93" y="176"/>
                      <a:pt x="93" y="182"/>
                    </a:cubicBezTo>
                    <a:cubicBezTo>
                      <a:pt x="93" y="188"/>
                      <a:pt x="97" y="192"/>
                      <a:pt x="103" y="192"/>
                    </a:cubicBezTo>
                    <a:close/>
                    <a:moveTo>
                      <a:pt x="103" y="150"/>
                    </a:moveTo>
                    <a:cubicBezTo>
                      <a:pt x="178" y="150"/>
                      <a:pt x="178" y="150"/>
                      <a:pt x="178" y="150"/>
                    </a:cubicBezTo>
                    <a:cubicBezTo>
                      <a:pt x="184" y="150"/>
                      <a:pt x="189" y="145"/>
                      <a:pt x="189" y="139"/>
                    </a:cubicBezTo>
                    <a:cubicBezTo>
                      <a:pt x="189" y="133"/>
                      <a:pt x="184" y="128"/>
                      <a:pt x="178" y="128"/>
                    </a:cubicBezTo>
                    <a:cubicBezTo>
                      <a:pt x="103" y="128"/>
                      <a:pt x="103" y="128"/>
                      <a:pt x="103" y="128"/>
                    </a:cubicBezTo>
                    <a:cubicBezTo>
                      <a:pt x="97" y="128"/>
                      <a:pt x="93" y="133"/>
                      <a:pt x="93" y="139"/>
                    </a:cubicBezTo>
                    <a:cubicBezTo>
                      <a:pt x="93" y="145"/>
                      <a:pt x="97" y="150"/>
                      <a:pt x="103" y="150"/>
                    </a:cubicBezTo>
                    <a:close/>
                    <a:moveTo>
                      <a:pt x="103" y="107"/>
                    </a:moveTo>
                    <a:cubicBezTo>
                      <a:pt x="157" y="107"/>
                      <a:pt x="157" y="107"/>
                      <a:pt x="157" y="107"/>
                    </a:cubicBezTo>
                    <a:cubicBezTo>
                      <a:pt x="163" y="107"/>
                      <a:pt x="167" y="102"/>
                      <a:pt x="167" y="96"/>
                    </a:cubicBezTo>
                    <a:cubicBezTo>
                      <a:pt x="167" y="90"/>
                      <a:pt x="163" y="86"/>
                      <a:pt x="157" y="86"/>
                    </a:cubicBezTo>
                    <a:cubicBezTo>
                      <a:pt x="103" y="86"/>
                      <a:pt x="103" y="86"/>
                      <a:pt x="103" y="86"/>
                    </a:cubicBezTo>
                    <a:cubicBezTo>
                      <a:pt x="97" y="86"/>
                      <a:pt x="93" y="90"/>
                      <a:pt x="93" y="96"/>
                    </a:cubicBezTo>
                    <a:cubicBezTo>
                      <a:pt x="93" y="102"/>
                      <a:pt x="97" y="107"/>
                      <a:pt x="103" y="107"/>
                    </a:cubicBezTo>
                    <a:close/>
                    <a:moveTo>
                      <a:pt x="103" y="64"/>
                    </a:moveTo>
                    <a:cubicBezTo>
                      <a:pt x="135" y="64"/>
                      <a:pt x="135" y="64"/>
                      <a:pt x="135" y="64"/>
                    </a:cubicBezTo>
                    <a:cubicBezTo>
                      <a:pt x="141" y="64"/>
                      <a:pt x="146" y="60"/>
                      <a:pt x="146" y="54"/>
                    </a:cubicBezTo>
                    <a:cubicBezTo>
                      <a:pt x="146" y="48"/>
                      <a:pt x="141" y="43"/>
                      <a:pt x="135" y="43"/>
                    </a:cubicBezTo>
                    <a:cubicBezTo>
                      <a:pt x="103" y="43"/>
                      <a:pt x="103" y="43"/>
                      <a:pt x="103" y="43"/>
                    </a:cubicBezTo>
                    <a:cubicBezTo>
                      <a:pt x="97" y="43"/>
                      <a:pt x="93" y="48"/>
                      <a:pt x="93" y="54"/>
                    </a:cubicBezTo>
                    <a:cubicBezTo>
                      <a:pt x="93" y="60"/>
                      <a:pt x="97" y="64"/>
                      <a:pt x="103" y="64"/>
                    </a:cubicBezTo>
                    <a:close/>
                    <a:moveTo>
                      <a:pt x="103" y="22"/>
                    </a:moveTo>
                    <a:cubicBezTo>
                      <a:pt x="114" y="22"/>
                      <a:pt x="114" y="22"/>
                      <a:pt x="114" y="22"/>
                    </a:cubicBezTo>
                    <a:cubicBezTo>
                      <a:pt x="120" y="22"/>
                      <a:pt x="125" y="17"/>
                      <a:pt x="125" y="11"/>
                    </a:cubicBezTo>
                    <a:cubicBezTo>
                      <a:pt x="125" y="5"/>
                      <a:pt x="120" y="0"/>
                      <a:pt x="114" y="0"/>
                    </a:cubicBezTo>
                    <a:cubicBezTo>
                      <a:pt x="103" y="0"/>
                      <a:pt x="103" y="0"/>
                      <a:pt x="103" y="0"/>
                    </a:cubicBezTo>
                    <a:cubicBezTo>
                      <a:pt x="97" y="0"/>
                      <a:pt x="93" y="5"/>
                      <a:pt x="93" y="11"/>
                    </a:cubicBezTo>
                    <a:cubicBezTo>
                      <a:pt x="93" y="17"/>
                      <a:pt x="97" y="22"/>
                      <a:pt x="103" y="2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9626" tIns="34813" rIns="69626" bIns="34813" numCol="1" anchor="t" anchorCtr="0" compatLnSpc="1">
                <a:prstTxWarp prst="textNoShape">
                  <a:avLst/>
                </a:prstTxWarp>
              </a:bodyPr>
              <a:lstStyle/>
              <a:p>
                <a:pPr defTabSz="928393">
                  <a:defRPr/>
                </a:pPr>
                <a:endParaRPr lang="en-GB" sz="1000" kern="0">
                  <a:solidFill>
                    <a:prstClr val="black"/>
                  </a:solidFill>
                  <a:latin typeface="Verdana" panose="020B0604030504040204" pitchFamily="34" charset="0"/>
                  <a:ea typeface="Verdana" panose="020B0604030504040204" pitchFamily="34" charset="0"/>
                  <a:sym typeface="Gotham Book" charset="0"/>
                </a:endParaRPr>
              </a:p>
            </p:txBody>
          </p:sp>
        </p:grpSp>
        <p:sp>
          <p:nvSpPr>
            <p:cNvPr id="18" name="TextBox 17">
              <a:extLst>
                <a:ext uri="{FF2B5EF4-FFF2-40B4-BE49-F238E27FC236}">
                  <a16:creationId xmlns:a16="http://schemas.microsoft.com/office/drawing/2014/main" id="{B8DDF572-6D35-999E-6083-13F9B6DADF5A}"/>
                </a:ext>
              </a:extLst>
            </p:cNvPr>
            <p:cNvSpPr txBox="1"/>
            <p:nvPr/>
          </p:nvSpPr>
          <p:spPr>
            <a:xfrm>
              <a:off x="7443737" y="2946191"/>
              <a:ext cx="2034688" cy="288945"/>
            </a:xfrm>
            <a:prstGeom prst="rect">
              <a:avLst/>
            </a:prstGeom>
            <a:noFill/>
          </p:spPr>
          <p:txBody>
            <a:bodyPr wrap="square" lIns="0" tIns="0" rIns="0" bIns="0" rtlCol="0">
              <a:spAutoFit/>
            </a:bodyPr>
            <a:lstStyle/>
            <a:p>
              <a:pPr algn="ctr" defTabSz="928393">
                <a:spcBef>
                  <a:spcPts val="457"/>
                </a:spcBef>
                <a:buSzPct val="100000"/>
                <a:defRPr/>
              </a:pPr>
              <a:r>
                <a:rPr lang="en-US" sz="1000" b="1" kern="0">
                  <a:solidFill>
                    <a:srgbClr val="007CB0"/>
                  </a:solidFill>
                  <a:latin typeface="Verdana" panose="020B0604030504040204" pitchFamily="34" charset="0"/>
                  <a:ea typeface="Verdana" panose="020B0604030504040204" pitchFamily="34" charset="0"/>
                  <a:sym typeface="Gotham Book" charset="0"/>
                </a:rPr>
                <a:t>Financials</a:t>
              </a:r>
            </a:p>
          </p:txBody>
        </p:sp>
        <p:cxnSp>
          <p:nvCxnSpPr>
            <p:cNvPr id="19" name="Straight Connector 18">
              <a:extLst>
                <a:ext uri="{FF2B5EF4-FFF2-40B4-BE49-F238E27FC236}">
                  <a16:creationId xmlns:a16="http://schemas.microsoft.com/office/drawing/2014/main" id="{DFE1E6DA-7053-272E-510D-0C3C24D47569}"/>
                </a:ext>
              </a:extLst>
            </p:cNvPr>
            <p:cNvCxnSpPr/>
            <p:nvPr/>
          </p:nvCxnSpPr>
          <p:spPr>
            <a:xfrm>
              <a:off x="4220480" y="2486189"/>
              <a:ext cx="1435097" cy="0"/>
            </a:xfrm>
            <a:prstGeom prst="line">
              <a:avLst/>
            </a:prstGeom>
            <a:noFill/>
            <a:ln w="9525" cap="flat" cmpd="sng" algn="ctr">
              <a:solidFill>
                <a:srgbClr val="53565A"/>
              </a:solidFill>
              <a:prstDash val="dash"/>
            </a:ln>
            <a:effectLst/>
          </p:spPr>
        </p:cxnSp>
        <p:sp>
          <p:nvSpPr>
            <p:cNvPr id="20" name="Rectangle 19">
              <a:extLst>
                <a:ext uri="{FF2B5EF4-FFF2-40B4-BE49-F238E27FC236}">
                  <a16:creationId xmlns:a16="http://schemas.microsoft.com/office/drawing/2014/main" id="{C28CBB31-8832-D95B-DEBA-6AC10E5F325B}"/>
                </a:ext>
              </a:extLst>
            </p:cNvPr>
            <p:cNvSpPr/>
            <p:nvPr/>
          </p:nvSpPr>
          <p:spPr bwMode="gray">
            <a:xfrm>
              <a:off x="2206176" y="1716743"/>
              <a:ext cx="5077007" cy="337022"/>
            </a:xfrm>
            <a:prstGeom prst="rect">
              <a:avLst/>
            </a:prstGeom>
            <a:noFill/>
            <a:ln w="19050" algn="ctr">
              <a:noFill/>
              <a:miter lim="800000"/>
              <a:headEnd/>
              <a:tailEnd/>
            </a:ln>
          </p:spPr>
          <p:txBody>
            <a:bodyPr wrap="square" lIns="53059" tIns="53059" rIns="53059" bIns="53059" rtlCol="0" anchor="ctr"/>
            <a:lstStyle/>
            <a:p>
              <a:pPr algn="ctr" defTabSz="545785" fontAlgn="base">
                <a:lnSpc>
                  <a:spcPct val="106000"/>
                </a:lnSpc>
                <a:spcBef>
                  <a:spcPct val="0"/>
                </a:spcBef>
                <a:spcAft>
                  <a:spcPct val="0"/>
                </a:spcAft>
                <a:defRPr/>
              </a:pPr>
              <a:r>
                <a:rPr lang="en-US" sz="1000" b="1" i="1">
                  <a:solidFill>
                    <a:sysClr val="windowText" lastClr="000000"/>
                  </a:solidFill>
                  <a:latin typeface="Verdana" panose="020B0604030504040204" pitchFamily="34" charset="0"/>
                  <a:ea typeface="Verdana" panose="020B0604030504040204" pitchFamily="34" charset="0"/>
                  <a:sym typeface="Gotham Book" charset="0"/>
                </a:rPr>
                <a:t>Our Approach focuses on </a:t>
              </a:r>
            </a:p>
          </p:txBody>
        </p:sp>
      </p:grpSp>
      <p:pic>
        <p:nvPicPr>
          <p:cNvPr id="31" name="Picture 30">
            <a:extLst>
              <a:ext uri="{FF2B5EF4-FFF2-40B4-BE49-F238E27FC236}">
                <a16:creationId xmlns:a16="http://schemas.microsoft.com/office/drawing/2014/main" id="{5F0AB3EB-41E6-91E3-96F5-95B4B86464CD}"/>
              </a:ext>
            </a:extLst>
          </p:cNvPr>
          <p:cNvPicPr>
            <a:picLocks noChangeAspect="1"/>
          </p:cNvPicPr>
          <p:nvPr/>
        </p:nvPicPr>
        <p:blipFill>
          <a:blip r:embed="rId7"/>
          <a:stretch>
            <a:fillRect/>
          </a:stretch>
        </p:blipFill>
        <p:spPr>
          <a:xfrm>
            <a:off x="6132454" y="2763690"/>
            <a:ext cx="1758685" cy="1308283"/>
          </a:xfrm>
          <a:prstGeom prst="rect">
            <a:avLst/>
          </a:prstGeom>
        </p:spPr>
      </p:pic>
      <p:pic>
        <p:nvPicPr>
          <p:cNvPr id="33" name="Picture 32">
            <a:extLst>
              <a:ext uri="{FF2B5EF4-FFF2-40B4-BE49-F238E27FC236}">
                <a16:creationId xmlns:a16="http://schemas.microsoft.com/office/drawing/2014/main" id="{910F3945-0161-C741-FB2B-1263AA46CF17}"/>
              </a:ext>
            </a:extLst>
          </p:cNvPr>
          <p:cNvPicPr>
            <a:picLocks noChangeAspect="1"/>
          </p:cNvPicPr>
          <p:nvPr/>
        </p:nvPicPr>
        <p:blipFill>
          <a:blip r:embed="rId8"/>
          <a:stretch>
            <a:fillRect/>
          </a:stretch>
        </p:blipFill>
        <p:spPr>
          <a:xfrm>
            <a:off x="4455098" y="4057916"/>
            <a:ext cx="3382278" cy="1454225"/>
          </a:xfrm>
          <a:prstGeom prst="rect">
            <a:avLst/>
          </a:prstGeom>
        </p:spPr>
      </p:pic>
      <p:sp>
        <p:nvSpPr>
          <p:cNvPr id="32" name="Rectangle 31">
            <a:extLst>
              <a:ext uri="{FF2B5EF4-FFF2-40B4-BE49-F238E27FC236}">
                <a16:creationId xmlns:a16="http://schemas.microsoft.com/office/drawing/2014/main" id="{5C2F46AD-0243-8C9D-FA52-D6B3E2627DF9}"/>
              </a:ext>
            </a:extLst>
          </p:cNvPr>
          <p:cNvSpPr/>
          <p:nvPr/>
        </p:nvSpPr>
        <p:spPr>
          <a:xfrm>
            <a:off x="8244362" y="1517312"/>
            <a:ext cx="3525075" cy="465148"/>
          </a:xfrm>
          <a:prstGeom prst="rect">
            <a:avLst/>
          </a:prstGeom>
          <a:solidFill>
            <a:schemeClr val="accent5"/>
          </a:solidFill>
          <a:ln w="12700" cap="flat" cmpd="sng" algn="ctr">
            <a:noFill/>
            <a:prstDash val="solid"/>
          </a:ln>
          <a:effectLst/>
        </p:spPr>
        <p:txBody>
          <a:bodyPr wrap="square" lIns="0" tIns="0" rIns="0" bIns="0" rtlCol="0" anchor="ctr">
            <a:noAutofit/>
          </a:bodyPr>
          <a:lstStyle/>
          <a:p>
            <a:pPr marL="119576" algn="ctr" defTabSz="545785" fontAlgn="base">
              <a:spcBef>
                <a:spcPct val="0"/>
              </a:spcBef>
              <a:spcAft>
                <a:spcPct val="0"/>
              </a:spcAft>
              <a:defRPr/>
            </a:pPr>
            <a:r>
              <a:rPr lang="en-US" sz="1200" b="1" kern="0">
                <a:solidFill>
                  <a:schemeClr val="bg1"/>
                </a:solidFill>
                <a:latin typeface="Verdana" panose="020B0604030504040204" pitchFamily="34" charset="0"/>
                <a:ea typeface="Verdana" panose="020B0604030504040204" pitchFamily="34" charset="0"/>
                <a:cs typeface="Segoe UI Light" panose="020B0502040204020203" pitchFamily="34" charset="0"/>
                <a:sym typeface="Gotham Book" charset="0"/>
              </a:rPr>
              <a:t>Expected Outcomes</a:t>
            </a:r>
          </a:p>
        </p:txBody>
      </p:sp>
      <p:grpSp>
        <p:nvGrpSpPr>
          <p:cNvPr id="57" name="Group 56">
            <a:extLst>
              <a:ext uri="{FF2B5EF4-FFF2-40B4-BE49-F238E27FC236}">
                <a16:creationId xmlns:a16="http://schemas.microsoft.com/office/drawing/2014/main" id="{47B17817-46C2-8B28-5643-6B2EF5420E2D}"/>
              </a:ext>
            </a:extLst>
          </p:cNvPr>
          <p:cNvGrpSpPr/>
          <p:nvPr/>
        </p:nvGrpSpPr>
        <p:grpSpPr>
          <a:xfrm>
            <a:off x="499325" y="2208139"/>
            <a:ext cx="3624644" cy="4133593"/>
            <a:chOff x="8698284" y="2343349"/>
            <a:chExt cx="2928940" cy="3602791"/>
          </a:xfrm>
          <a:solidFill>
            <a:schemeClr val="accent1">
              <a:lumMod val="20000"/>
              <a:lumOff val="80000"/>
            </a:schemeClr>
          </a:solidFill>
        </p:grpSpPr>
        <p:grpSp>
          <p:nvGrpSpPr>
            <p:cNvPr id="58" name="Group 57">
              <a:extLst>
                <a:ext uri="{FF2B5EF4-FFF2-40B4-BE49-F238E27FC236}">
                  <a16:creationId xmlns:a16="http://schemas.microsoft.com/office/drawing/2014/main" id="{A72B42D3-D91E-D0F9-7BBE-83E6227B335A}"/>
                </a:ext>
              </a:extLst>
            </p:cNvPr>
            <p:cNvGrpSpPr/>
            <p:nvPr/>
          </p:nvGrpSpPr>
          <p:grpSpPr>
            <a:xfrm>
              <a:off x="8698284" y="2343349"/>
              <a:ext cx="2928940" cy="3602791"/>
              <a:chOff x="407591" y="1998253"/>
              <a:chExt cx="8746919" cy="3602791"/>
            </a:xfrm>
            <a:grpFill/>
          </p:grpSpPr>
          <p:sp>
            <p:nvSpPr>
              <p:cNvPr id="74" name="Rectangle 73">
                <a:extLst>
                  <a:ext uri="{FF2B5EF4-FFF2-40B4-BE49-F238E27FC236}">
                    <a16:creationId xmlns:a16="http://schemas.microsoft.com/office/drawing/2014/main" id="{E3071B95-B816-FB19-8935-4C6E349B9D77}"/>
                  </a:ext>
                </a:extLst>
              </p:cNvPr>
              <p:cNvSpPr/>
              <p:nvPr/>
            </p:nvSpPr>
            <p:spPr>
              <a:xfrm>
                <a:off x="407591" y="2088025"/>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5" name="Rectangle 74">
                <a:extLst>
                  <a:ext uri="{FF2B5EF4-FFF2-40B4-BE49-F238E27FC236}">
                    <a16:creationId xmlns:a16="http://schemas.microsoft.com/office/drawing/2014/main" id="{5CFB1BC0-AAC2-145F-C22E-5FB109E3EF2F}"/>
                  </a:ext>
                </a:extLst>
              </p:cNvPr>
              <p:cNvSpPr/>
              <p:nvPr/>
            </p:nvSpPr>
            <p:spPr>
              <a:xfrm>
                <a:off x="407591" y="2830975"/>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6" name="Rectangle 75">
                <a:extLst>
                  <a:ext uri="{FF2B5EF4-FFF2-40B4-BE49-F238E27FC236}">
                    <a16:creationId xmlns:a16="http://schemas.microsoft.com/office/drawing/2014/main" id="{F2D53C83-FE14-22AD-C0A9-CCF499DDD009}"/>
                  </a:ext>
                </a:extLst>
              </p:cNvPr>
              <p:cNvSpPr/>
              <p:nvPr/>
            </p:nvSpPr>
            <p:spPr>
              <a:xfrm>
                <a:off x="407591" y="3561542"/>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7" name="Rectangle 76">
                <a:extLst>
                  <a:ext uri="{FF2B5EF4-FFF2-40B4-BE49-F238E27FC236}">
                    <a16:creationId xmlns:a16="http://schemas.microsoft.com/office/drawing/2014/main" id="{61B0BDA6-1FBF-F9AA-E51D-546C9E42E0D6}"/>
                  </a:ext>
                </a:extLst>
              </p:cNvPr>
              <p:cNvSpPr/>
              <p:nvPr/>
            </p:nvSpPr>
            <p:spPr>
              <a:xfrm>
                <a:off x="407591" y="4304492"/>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79" name="Rectangle 78">
                <a:extLst>
                  <a:ext uri="{FF2B5EF4-FFF2-40B4-BE49-F238E27FC236}">
                    <a16:creationId xmlns:a16="http://schemas.microsoft.com/office/drawing/2014/main" id="{A3ED241E-F64A-21A7-12CD-DF56449F4846}"/>
                  </a:ext>
                </a:extLst>
              </p:cNvPr>
              <p:cNvSpPr/>
              <p:nvPr/>
            </p:nvSpPr>
            <p:spPr>
              <a:xfrm>
                <a:off x="407591" y="5037640"/>
                <a:ext cx="1070828" cy="563404"/>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80" name="Isosceles Triangle 79">
                <a:extLst>
                  <a:ext uri="{FF2B5EF4-FFF2-40B4-BE49-F238E27FC236}">
                    <a16:creationId xmlns:a16="http://schemas.microsoft.com/office/drawing/2014/main" id="{DC217A42-C969-2BE6-C02B-BA2E6A07A483}"/>
                  </a:ext>
                </a:extLst>
              </p:cNvPr>
              <p:cNvSpPr/>
              <p:nvPr/>
            </p:nvSpPr>
            <p:spPr>
              <a:xfrm rot="16200000">
                <a:off x="1171052" y="3817577"/>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81" name="Round Same Side Corner Rectangle 132">
                <a:extLst>
                  <a:ext uri="{FF2B5EF4-FFF2-40B4-BE49-F238E27FC236}">
                    <a16:creationId xmlns:a16="http://schemas.microsoft.com/office/drawing/2014/main" id="{B86CDDAD-161A-64FF-A85D-9F34F05BE1F0}"/>
                  </a:ext>
                </a:extLst>
              </p:cNvPr>
              <p:cNvSpPr/>
              <p:nvPr/>
            </p:nvSpPr>
            <p:spPr>
              <a:xfrm rot="5400000">
                <a:off x="4835739" y="-307327"/>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83" name="Isosceles Triangle 82">
                <a:extLst>
                  <a:ext uri="{FF2B5EF4-FFF2-40B4-BE49-F238E27FC236}">
                    <a16:creationId xmlns:a16="http://schemas.microsoft.com/office/drawing/2014/main" id="{6AE15356-C93E-9E3B-F747-9FE2DEF97FCE}"/>
                  </a:ext>
                </a:extLst>
              </p:cNvPr>
              <p:cNvSpPr/>
              <p:nvPr/>
            </p:nvSpPr>
            <p:spPr>
              <a:xfrm rot="16200000">
                <a:off x="1159442" y="4548919"/>
                <a:ext cx="223402"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84" name="Round Same Side Corner Rectangle 134">
                <a:extLst>
                  <a:ext uri="{FF2B5EF4-FFF2-40B4-BE49-F238E27FC236}">
                    <a16:creationId xmlns:a16="http://schemas.microsoft.com/office/drawing/2014/main" id="{689D4684-56DC-3FC7-B764-2E863410C203}"/>
                  </a:ext>
                </a:extLst>
              </p:cNvPr>
              <p:cNvSpPr/>
              <p:nvPr/>
            </p:nvSpPr>
            <p:spPr>
              <a:xfrm rot="5400000">
                <a:off x="4835739" y="425820"/>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85" name="Isosceles Triangle 84">
                <a:extLst>
                  <a:ext uri="{FF2B5EF4-FFF2-40B4-BE49-F238E27FC236}">
                    <a16:creationId xmlns:a16="http://schemas.microsoft.com/office/drawing/2014/main" id="{E0AC65AD-EAD0-0E87-3FF1-30A8F5E7BE74}"/>
                  </a:ext>
                </a:extLst>
              </p:cNvPr>
              <p:cNvSpPr/>
              <p:nvPr/>
            </p:nvSpPr>
            <p:spPr>
              <a:xfrm rot="16200000">
                <a:off x="1159439" y="5278200"/>
                <a:ext cx="223402"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86" name="Round Same Side Corner Rectangle 136">
                <a:extLst>
                  <a:ext uri="{FF2B5EF4-FFF2-40B4-BE49-F238E27FC236}">
                    <a16:creationId xmlns:a16="http://schemas.microsoft.com/office/drawing/2014/main" id="{F3A8EF11-C512-D03A-9CD8-1B7152C170F6}"/>
                  </a:ext>
                </a:extLst>
              </p:cNvPr>
              <p:cNvSpPr/>
              <p:nvPr/>
            </p:nvSpPr>
            <p:spPr>
              <a:xfrm rot="5400000">
                <a:off x="4835739" y="1158969"/>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87" name="Isosceles Triangle 86">
                <a:extLst>
                  <a:ext uri="{FF2B5EF4-FFF2-40B4-BE49-F238E27FC236}">
                    <a16:creationId xmlns:a16="http://schemas.microsoft.com/office/drawing/2014/main" id="{9371AE15-2AA3-28B1-4A83-257EE447EB43}"/>
                  </a:ext>
                </a:extLst>
              </p:cNvPr>
              <p:cNvSpPr/>
              <p:nvPr/>
            </p:nvSpPr>
            <p:spPr>
              <a:xfrm rot="16200000">
                <a:off x="1171052" y="3087008"/>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88" name="Round Same Side Corner Rectangle 138">
                <a:extLst>
                  <a:ext uri="{FF2B5EF4-FFF2-40B4-BE49-F238E27FC236}">
                    <a16:creationId xmlns:a16="http://schemas.microsoft.com/office/drawing/2014/main" id="{E0E45A12-A64D-419C-6C4B-5C3F12922068}"/>
                  </a:ext>
                </a:extLst>
              </p:cNvPr>
              <p:cNvSpPr/>
              <p:nvPr/>
            </p:nvSpPr>
            <p:spPr>
              <a:xfrm rot="5400000">
                <a:off x="4835739" y="-1040476"/>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sp>
            <p:nvSpPr>
              <p:cNvPr id="89" name="Isosceles Triangle 88">
                <a:extLst>
                  <a:ext uri="{FF2B5EF4-FFF2-40B4-BE49-F238E27FC236}">
                    <a16:creationId xmlns:a16="http://schemas.microsoft.com/office/drawing/2014/main" id="{C70BC5FA-74D2-4638-40FE-5A93B1184AC3}"/>
                  </a:ext>
                </a:extLst>
              </p:cNvPr>
              <p:cNvSpPr/>
              <p:nvPr/>
            </p:nvSpPr>
            <p:spPr>
              <a:xfrm rot="16200000">
                <a:off x="1171052" y="2344058"/>
                <a:ext cx="200185" cy="414555"/>
              </a:xfrm>
              <a:prstGeom prst="triangl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29250" tIns="29250" rIns="29250" bIns="29250" rtlCol="0" anchor="ctr">
                <a:noAutofit/>
              </a:bodyPr>
              <a:lstStyle/>
              <a:p>
                <a:pPr algn="ctr"/>
                <a:endParaRPr lang="en-US" sz="1200" err="1">
                  <a:solidFill>
                    <a:schemeClr val="tx2"/>
                  </a:solidFill>
                  <a:latin typeface="Verdana" panose="020B0604030504040204" pitchFamily="34" charset="0"/>
                  <a:ea typeface="Verdana" panose="020B0604030504040204" pitchFamily="34" charset="0"/>
                </a:endParaRPr>
              </a:p>
            </p:txBody>
          </p:sp>
          <p:sp>
            <p:nvSpPr>
              <p:cNvPr id="100" name="Round Same Side Corner Rectangle 140">
                <a:extLst>
                  <a:ext uri="{FF2B5EF4-FFF2-40B4-BE49-F238E27FC236}">
                    <a16:creationId xmlns:a16="http://schemas.microsoft.com/office/drawing/2014/main" id="{77429B51-CF69-3626-8C63-3DC976865E54}"/>
                  </a:ext>
                </a:extLst>
              </p:cNvPr>
              <p:cNvSpPr/>
              <p:nvPr/>
            </p:nvSpPr>
            <p:spPr>
              <a:xfrm rot="5400000">
                <a:off x="4835739" y="-1773623"/>
                <a:ext cx="546895" cy="8090647"/>
              </a:xfrm>
              <a:prstGeom prst="round2SameRect">
                <a:avLst>
                  <a:gd name="adj1" fmla="val 50000"/>
                  <a:gd name="adj2" fmla="val 0"/>
                </a:avLst>
              </a:pr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4295" tIns="74295" rIns="74295" bIns="74295" rtlCol="0" anchor="ctr">
                <a:noAutofit/>
              </a:bodyPr>
              <a:lstStyle/>
              <a:p>
                <a:pPr algn="ctr"/>
                <a:endParaRPr lang="en-US" sz="1200" err="1">
                  <a:latin typeface="Verdana" panose="020B0604030504040204" pitchFamily="34" charset="0"/>
                  <a:ea typeface="Verdana" panose="020B0604030504040204" pitchFamily="34" charset="0"/>
                </a:endParaRPr>
              </a:p>
            </p:txBody>
          </p:sp>
        </p:grpSp>
        <p:sp>
          <p:nvSpPr>
            <p:cNvPr id="59" name="TextBox 58">
              <a:extLst>
                <a:ext uri="{FF2B5EF4-FFF2-40B4-BE49-F238E27FC236}">
                  <a16:creationId xmlns:a16="http://schemas.microsoft.com/office/drawing/2014/main" id="{C0CBBD06-207A-E998-A448-5F1AFF6F0995}"/>
                </a:ext>
              </a:extLst>
            </p:cNvPr>
            <p:cNvSpPr txBox="1"/>
            <p:nvPr/>
          </p:nvSpPr>
          <p:spPr>
            <a:xfrm>
              <a:off x="9056855" y="2419121"/>
              <a:ext cx="2344079"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Regulatory and Stakeholder approvals and timelines</a:t>
              </a:r>
            </a:p>
          </p:txBody>
        </p:sp>
        <p:sp>
          <p:nvSpPr>
            <p:cNvPr id="60" name="TextBox 59">
              <a:extLst>
                <a:ext uri="{FF2B5EF4-FFF2-40B4-BE49-F238E27FC236}">
                  <a16:creationId xmlns:a16="http://schemas.microsoft.com/office/drawing/2014/main" id="{D415080B-FBCE-1EB6-CDBD-A40A3FC1AC1D}"/>
                </a:ext>
              </a:extLst>
            </p:cNvPr>
            <p:cNvSpPr txBox="1"/>
            <p:nvPr/>
          </p:nvSpPr>
          <p:spPr>
            <a:xfrm>
              <a:off x="9144329" y="4678745"/>
              <a:ext cx="2256604"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Skill sets/capacity for new-age initiatives</a:t>
              </a:r>
            </a:p>
          </p:txBody>
        </p:sp>
        <p:sp>
          <p:nvSpPr>
            <p:cNvPr id="61" name="TextBox 60">
              <a:extLst>
                <a:ext uri="{FF2B5EF4-FFF2-40B4-BE49-F238E27FC236}">
                  <a16:creationId xmlns:a16="http://schemas.microsoft.com/office/drawing/2014/main" id="{A90E2090-8637-2BB8-F1E3-1B3228AB67C6}"/>
                </a:ext>
              </a:extLst>
            </p:cNvPr>
            <p:cNvSpPr txBox="1"/>
            <p:nvPr/>
          </p:nvSpPr>
          <p:spPr>
            <a:xfrm>
              <a:off x="9110530" y="3202038"/>
              <a:ext cx="2256604"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Fund availability across project lifecycle</a:t>
              </a:r>
            </a:p>
          </p:txBody>
        </p:sp>
        <p:sp>
          <p:nvSpPr>
            <p:cNvPr id="62" name="TextBox 61">
              <a:extLst>
                <a:ext uri="{FF2B5EF4-FFF2-40B4-BE49-F238E27FC236}">
                  <a16:creationId xmlns:a16="http://schemas.microsoft.com/office/drawing/2014/main" id="{F10D6EF7-FA92-CEB6-759A-C735FB2D17B0}"/>
                </a:ext>
              </a:extLst>
            </p:cNvPr>
            <p:cNvSpPr txBox="1"/>
            <p:nvPr/>
          </p:nvSpPr>
          <p:spPr>
            <a:xfrm>
              <a:off x="9110530" y="3931928"/>
              <a:ext cx="2256604" cy="160953"/>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RoW, R&amp;R issues, dispute resolution</a:t>
              </a:r>
            </a:p>
          </p:txBody>
        </p:sp>
        <p:sp>
          <p:nvSpPr>
            <p:cNvPr id="73" name="TextBox 72">
              <a:extLst>
                <a:ext uri="{FF2B5EF4-FFF2-40B4-BE49-F238E27FC236}">
                  <a16:creationId xmlns:a16="http://schemas.microsoft.com/office/drawing/2014/main" id="{D1EDD137-8366-7215-C8D5-122E192EAB8C}"/>
                </a:ext>
              </a:extLst>
            </p:cNvPr>
            <p:cNvSpPr txBox="1"/>
            <p:nvPr/>
          </p:nvSpPr>
          <p:spPr>
            <a:xfrm>
              <a:off x="9068816" y="5382736"/>
              <a:ext cx="2546020" cy="321905"/>
            </a:xfrm>
            <a:prstGeom prst="rect">
              <a:avLst/>
            </a:prstGeom>
            <a:grpFill/>
          </p:spPr>
          <p:txBody>
            <a:bodyPr wrap="square" lIns="0" tIns="0" rIns="0" bIns="0" rtlCol="0">
              <a:spAutoFit/>
            </a:bodyPr>
            <a:lstStyle/>
            <a:p>
              <a:pPr>
                <a:spcBef>
                  <a:spcPts val="600"/>
                </a:spcBef>
                <a:buSzPct val="100000"/>
              </a:pPr>
              <a:r>
                <a:rPr lang="en-US" sz="1200">
                  <a:latin typeface="Verdana" panose="020B0604030504040204" pitchFamily="34" charset="0"/>
                  <a:ea typeface="Verdana" panose="020B0604030504040204" pitchFamily="34" charset="0"/>
                </a:rPr>
                <a:t>Reporting Capabilities required to preempt challenges</a:t>
              </a:r>
            </a:p>
          </p:txBody>
        </p:sp>
      </p:grpSp>
      <p:pic>
        <p:nvPicPr>
          <p:cNvPr id="30" name="Picture 29">
            <a:hlinkClick r:id="rId9" action="ppaction://hlinksldjump"/>
            <a:extLst>
              <a:ext uri="{FF2B5EF4-FFF2-40B4-BE49-F238E27FC236}">
                <a16:creationId xmlns:a16="http://schemas.microsoft.com/office/drawing/2014/main" id="{20C323AD-F03D-A3C1-CC81-DFE6F7BEC4AD}"/>
              </a:ext>
            </a:extLst>
          </p:cNvPr>
          <p:cNvPicPr>
            <a:picLocks noChangeAspect="1"/>
          </p:cNvPicPr>
          <p:nvPr/>
        </p:nvPicPr>
        <p:blipFill>
          <a:blip r:embed="rId10"/>
          <a:stretch>
            <a:fillRect/>
          </a:stretch>
        </p:blipFill>
        <p:spPr>
          <a:xfrm>
            <a:off x="11726283" y="113485"/>
            <a:ext cx="359695" cy="365792"/>
          </a:xfrm>
          <a:prstGeom prst="rect">
            <a:avLst/>
          </a:prstGeom>
        </p:spPr>
      </p:pic>
      <p:sp>
        <p:nvSpPr>
          <p:cNvPr id="34" name="Rectangle 33">
            <a:hlinkClick r:id="rId11" action="ppaction://hlinksldjump"/>
            <a:extLst>
              <a:ext uri="{FF2B5EF4-FFF2-40B4-BE49-F238E27FC236}">
                <a16:creationId xmlns:a16="http://schemas.microsoft.com/office/drawing/2014/main" id="{C5A97648-515C-FC01-ED09-9BC5B1AC99D7}"/>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35" name="Freeform 15">
            <a:extLst>
              <a:ext uri="{FF2B5EF4-FFF2-40B4-BE49-F238E27FC236}">
                <a16:creationId xmlns:a16="http://schemas.microsoft.com/office/drawing/2014/main" id="{D9E48EDD-FD68-0914-A3CE-E13296B5A24A}"/>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36" name="Freeform 16">
            <a:extLst>
              <a:ext uri="{FF2B5EF4-FFF2-40B4-BE49-F238E27FC236}">
                <a16:creationId xmlns:a16="http://schemas.microsoft.com/office/drawing/2014/main" id="{3080057B-4D54-399A-DFAD-1499661E9830}"/>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37" name="Freeform 6">
            <a:extLst>
              <a:ext uri="{FF2B5EF4-FFF2-40B4-BE49-F238E27FC236}">
                <a16:creationId xmlns:a16="http://schemas.microsoft.com/office/drawing/2014/main" id="{C6A0DCCD-1013-EFFD-9B65-E3116FB98A30}"/>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38" name="Rectangle: Rounded Corners 37">
            <a:extLst>
              <a:ext uri="{FF2B5EF4-FFF2-40B4-BE49-F238E27FC236}">
                <a16:creationId xmlns:a16="http://schemas.microsoft.com/office/drawing/2014/main" id="{2C73A6EB-4BD0-4D90-6F57-77C21BFDB8C1}"/>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39" name="Rectangle 38">
            <a:hlinkClick r:id="rId12" action="ppaction://hlinksldjump"/>
            <a:extLst>
              <a:ext uri="{FF2B5EF4-FFF2-40B4-BE49-F238E27FC236}">
                <a16:creationId xmlns:a16="http://schemas.microsoft.com/office/drawing/2014/main" id="{8AE0985E-3005-903D-0A55-49A89BA2457B}"/>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40" name="Rectangle 39">
            <a:hlinkClick r:id="rId13" action="ppaction://hlinksldjump"/>
            <a:extLst>
              <a:ext uri="{FF2B5EF4-FFF2-40B4-BE49-F238E27FC236}">
                <a16:creationId xmlns:a16="http://schemas.microsoft.com/office/drawing/2014/main" id="{E2A6B340-408C-7125-067D-9FA5F6D7306A}"/>
              </a:ext>
            </a:extLst>
          </p:cNvPr>
          <p:cNvSpPr/>
          <p:nvPr/>
        </p:nvSpPr>
        <p:spPr bwMode="gray">
          <a:xfrm>
            <a:off x="9317032"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41" name="Rectangle 40">
            <a:hlinkClick r:id="rId14" action="ppaction://hlinksldjump"/>
            <a:extLst>
              <a:ext uri="{FF2B5EF4-FFF2-40B4-BE49-F238E27FC236}">
                <a16:creationId xmlns:a16="http://schemas.microsoft.com/office/drawing/2014/main" id="{079241FC-FF4B-AD58-7324-FB8F745E2BDA}"/>
              </a:ext>
            </a:extLst>
          </p:cNvPr>
          <p:cNvSpPr/>
          <p:nvPr/>
        </p:nvSpPr>
        <p:spPr bwMode="gray">
          <a:xfrm>
            <a:off x="9660055"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42" name="Rectangle 41">
            <a:hlinkClick r:id="rId15" action="ppaction://hlinksldjump"/>
            <a:extLst>
              <a:ext uri="{FF2B5EF4-FFF2-40B4-BE49-F238E27FC236}">
                <a16:creationId xmlns:a16="http://schemas.microsoft.com/office/drawing/2014/main" id="{F2E83E1D-3CCB-78F9-0BDA-E1E6D9D184CF}"/>
              </a:ext>
            </a:extLst>
          </p:cNvPr>
          <p:cNvSpPr/>
          <p:nvPr/>
        </p:nvSpPr>
        <p:spPr bwMode="gray">
          <a:xfrm>
            <a:off x="10003078"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43" name="Rectangle 42">
            <a:hlinkClick r:id="rId16" action="ppaction://hlinksldjump"/>
            <a:extLst>
              <a:ext uri="{FF2B5EF4-FFF2-40B4-BE49-F238E27FC236}">
                <a16:creationId xmlns:a16="http://schemas.microsoft.com/office/drawing/2014/main" id="{901C43A4-C242-6FAB-CABA-A8CC7CEBD22D}"/>
              </a:ext>
            </a:extLst>
          </p:cNvPr>
          <p:cNvSpPr/>
          <p:nvPr/>
        </p:nvSpPr>
        <p:spPr bwMode="gray">
          <a:xfrm>
            <a:off x="10346101"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44" name="Rectangle 43">
            <a:hlinkClick r:id="rId17" action="ppaction://hlinksldjump"/>
            <a:extLst>
              <a:ext uri="{FF2B5EF4-FFF2-40B4-BE49-F238E27FC236}">
                <a16:creationId xmlns:a16="http://schemas.microsoft.com/office/drawing/2014/main" id="{D61EB6E6-3C5D-EF15-47A5-F976103752CF}"/>
              </a:ext>
            </a:extLst>
          </p:cNvPr>
          <p:cNvSpPr/>
          <p:nvPr/>
        </p:nvSpPr>
        <p:spPr bwMode="gray">
          <a:xfrm>
            <a:off x="10689126" y="-9900"/>
            <a:ext cx="274320" cy="274320"/>
          </a:xfrm>
          <a:prstGeom prst="rect">
            <a:avLst/>
          </a:prstGeom>
          <a:solidFill>
            <a:schemeClr val="accent6"/>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
        <p:nvSpPr>
          <p:cNvPr id="150" name="Rectangle 149">
            <a:extLst>
              <a:ext uri="{FF2B5EF4-FFF2-40B4-BE49-F238E27FC236}">
                <a16:creationId xmlns:a16="http://schemas.microsoft.com/office/drawing/2014/main" id="{88287931-0A82-14D1-2B3E-B4BC1A8C22A3}"/>
              </a:ext>
            </a:extLst>
          </p:cNvPr>
          <p:cNvSpPr/>
          <p:nvPr/>
        </p:nvSpPr>
        <p:spPr>
          <a:xfrm>
            <a:off x="4452268" y="2503776"/>
            <a:ext cx="3432389" cy="299699"/>
          </a:xfrm>
          <a:prstGeom prst="rect">
            <a:avLst/>
          </a:prstGeom>
          <a:solidFill>
            <a:schemeClr val="accent1"/>
          </a:solidFill>
          <a:ln w="12700" cap="flat" cmpd="sng" algn="ctr">
            <a:noFill/>
            <a:prstDash val="solid"/>
          </a:ln>
          <a:effectLst/>
        </p:spPr>
        <p:txBody>
          <a:bodyPr wrap="square" lIns="0" tIns="0" rIns="0" bIns="0" rtlCol="0" anchor="ctr">
            <a:noAutofit/>
          </a:bodyPr>
          <a:lstStyle/>
          <a:p>
            <a:pPr marL="119576" algn="ctr" defTabSz="545785" fontAlgn="base">
              <a:spcBef>
                <a:spcPct val="0"/>
              </a:spcBef>
              <a:spcAft>
                <a:spcPct val="0"/>
              </a:spcAft>
              <a:defRPr/>
            </a:pPr>
            <a:r>
              <a:rPr lang="en-US" sz="1200" b="1" kern="0">
                <a:latin typeface="Verdana" panose="020B0604030504040204" pitchFamily="34" charset="0"/>
                <a:ea typeface="Verdana" panose="020B0604030504040204" pitchFamily="34" charset="0"/>
                <a:cs typeface="Segoe UI Light" panose="020B0502040204020203" pitchFamily="34" charset="0"/>
                <a:sym typeface="Gotham Book" charset="0"/>
              </a:rPr>
              <a:t>Deloitte’s tools and methods</a:t>
            </a:r>
            <a:endParaRPr lang="en-US" sz="1000" b="1" kern="0">
              <a:latin typeface="Verdana" panose="020B0604030504040204" pitchFamily="34" charset="0"/>
              <a:ea typeface="Verdana" panose="020B0604030504040204" pitchFamily="34" charset="0"/>
              <a:cs typeface="Segoe UI Light" panose="020B0502040204020203" pitchFamily="34" charset="0"/>
              <a:sym typeface="Gotham Book" charset="0"/>
            </a:endParaRPr>
          </a:p>
        </p:txBody>
      </p:sp>
      <p:sp>
        <p:nvSpPr>
          <p:cNvPr id="45" name="Rectangle 44">
            <a:extLst>
              <a:ext uri="{FF2B5EF4-FFF2-40B4-BE49-F238E27FC236}">
                <a16:creationId xmlns:a16="http://schemas.microsoft.com/office/drawing/2014/main" id="{F89FAD89-D263-2546-704C-B6E207014E4E}"/>
              </a:ext>
            </a:extLst>
          </p:cNvPr>
          <p:cNvSpPr/>
          <p:nvPr/>
        </p:nvSpPr>
        <p:spPr>
          <a:xfrm>
            <a:off x="4452267" y="5561626"/>
            <a:ext cx="3432389" cy="234022"/>
          </a:xfrm>
          <a:prstGeom prst="rect">
            <a:avLst/>
          </a:prstGeom>
          <a:solidFill>
            <a:schemeClr val="accent1"/>
          </a:solidFill>
          <a:ln w="12700" cap="flat" cmpd="sng" algn="ctr">
            <a:noFill/>
            <a:prstDash val="solid"/>
          </a:ln>
          <a:effectLst/>
        </p:spPr>
        <p:txBody>
          <a:bodyPr wrap="square" lIns="0" tIns="0" rIns="0" bIns="0" rtlCol="0" anchor="ctr">
            <a:noAutofit/>
          </a:bodyPr>
          <a:lstStyle/>
          <a:p>
            <a:pPr marL="119576" algn="ctr" defTabSz="545785" fontAlgn="base">
              <a:spcBef>
                <a:spcPct val="0"/>
              </a:spcBef>
              <a:spcAft>
                <a:spcPct val="0"/>
              </a:spcAft>
              <a:defRPr/>
            </a:pPr>
            <a:r>
              <a:rPr lang="en-US" sz="1000" b="1" kern="0">
                <a:latin typeface="Verdana" panose="020B0604030504040204" pitchFamily="34" charset="0"/>
                <a:ea typeface="Verdana" panose="020B0604030504040204" pitchFamily="34" charset="0"/>
                <a:cs typeface="Segoe UI Light" panose="020B0502040204020203" pitchFamily="34" charset="0"/>
                <a:sym typeface="Gotham Book" charset="0"/>
              </a:rPr>
              <a:t>Our Experience</a:t>
            </a:r>
          </a:p>
        </p:txBody>
      </p:sp>
      <p:pic>
        <p:nvPicPr>
          <p:cNvPr id="46" name="Picture 2" descr="Bharat Heavy Electricals Limited - Wikipedia">
            <a:extLst>
              <a:ext uri="{FF2B5EF4-FFF2-40B4-BE49-F238E27FC236}">
                <a16:creationId xmlns:a16="http://schemas.microsoft.com/office/drawing/2014/main" id="{F328A2E9-3C3D-0040-3A4A-AAB8AA89C32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30972" y="5868701"/>
            <a:ext cx="528395" cy="43460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About India Semiconductor Mission (ISM) UPSC Current Affairs">
            <a:extLst>
              <a:ext uri="{FF2B5EF4-FFF2-40B4-BE49-F238E27FC236}">
                <a16:creationId xmlns:a16="http://schemas.microsoft.com/office/drawing/2014/main" id="{A48F835E-EBE9-D460-A304-72615B0B7AA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18008" y="5972274"/>
            <a:ext cx="1172309" cy="28316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New Power to Supply 210 MW Solar Power to Amazon - SolarQuarter">
            <a:extLst>
              <a:ext uri="{FF2B5EF4-FFF2-40B4-BE49-F238E27FC236}">
                <a16:creationId xmlns:a16="http://schemas.microsoft.com/office/drawing/2014/main" id="{E6531A35-BFAD-3A6C-79A8-55ADB6936CD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98046" y="6018526"/>
            <a:ext cx="595488" cy="19353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Numaligarh Refinery Limited">
            <a:extLst>
              <a:ext uri="{FF2B5EF4-FFF2-40B4-BE49-F238E27FC236}">
                <a16:creationId xmlns:a16="http://schemas.microsoft.com/office/drawing/2014/main" id="{5341DE17-A33C-0E62-2711-555BB5300B4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59548" y="5868978"/>
            <a:ext cx="424005" cy="42400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Gujarat Mineral Development Corporation - Wikipedia">
            <a:extLst>
              <a:ext uri="{FF2B5EF4-FFF2-40B4-BE49-F238E27FC236}">
                <a16:creationId xmlns:a16="http://schemas.microsoft.com/office/drawing/2014/main" id="{2088B954-DA40-EC59-8526-1C56A9347C6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535295" y="5859828"/>
            <a:ext cx="361320" cy="442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00028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000A0BE-B424-033E-2B49-D53F2808AE9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think-cell data - do not delete" hidden="1">
                        <a:extLst>
                          <a:ext uri="{FF2B5EF4-FFF2-40B4-BE49-F238E27FC236}">
                            <a16:creationId xmlns:a16="http://schemas.microsoft.com/office/drawing/2014/main" id="{E000A0BE-B424-033E-2B49-D53F2808AE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5">
            <a:extLst>
              <a:ext uri="{FF2B5EF4-FFF2-40B4-BE49-F238E27FC236}">
                <a16:creationId xmlns:a16="http://schemas.microsoft.com/office/drawing/2014/main" id="{1D9A2CF4-3ED8-72BF-1B8B-D5A70DC55F09}"/>
              </a:ext>
            </a:extLst>
          </p:cNvPr>
          <p:cNvSpPr>
            <a:spLocks noGrp="1"/>
          </p:cNvSpPr>
          <p:nvPr>
            <p:ph type="title"/>
          </p:nvPr>
        </p:nvSpPr>
        <p:spPr>
          <a:xfrm>
            <a:off x="465865" y="313821"/>
            <a:ext cx="10301217" cy="381907"/>
          </a:xfrm>
          <a:ln>
            <a:noFill/>
          </a:ln>
        </p:spPr>
        <p:txBody>
          <a:bodyPr vert="horz"/>
          <a:lstStyle/>
          <a:p>
            <a:r>
              <a:rPr lang="en-US" sz="1800" b="1">
                <a:latin typeface="Verdana"/>
                <a:ea typeface="Verdana"/>
                <a:cs typeface="Calibri Light"/>
              </a:rPr>
              <a:t>Financial Management Assistance (1/2) </a:t>
            </a:r>
            <a:endParaRPr lang="en-GB" sz="1800" b="1">
              <a:latin typeface="Verdana"/>
              <a:ea typeface="Verdana"/>
              <a:cs typeface="Calibri Light"/>
            </a:endParaRPr>
          </a:p>
        </p:txBody>
      </p:sp>
      <p:sp>
        <p:nvSpPr>
          <p:cNvPr id="26" name="Freeform 21">
            <a:extLst>
              <a:ext uri="{FF2B5EF4-FFF2-40B4-BE49-F238E27FC236}">
                <a16:creationId xmlns:a16="http://schemas.microsoft.com/office/drawing/2014/main" id="{DF3CF12B-918A-A276-CD2A-4013418A22A3}"/>
              </a:ext>
            </a:extLst>
          </p:cNvPr>
          <p:cNvSpPr/>
          <p:nvPr/>
        </p:nvSpPr>
        <p:spPr bwMode="gray">
          <a:xfrm rot="16200000">
            <a:off x="-1111212" y="1914501"/>
            <a:ext cx="4441643" cy="2219218"/>
          </a:xfrm>
          <a:custGeom>
            <a:avLst/>
            <a:gdLst>
              <a:gd name="connsiteX0" fmla="*/ 1243 w 2960686"/>
              <a:gd name="connsiteY0" fmla="*/ 0 h 1504949"/>
              <a:gd name="connsiteX1" fmla="*/ 2959444 w 2960686"/>
              <a:gd name="connsiteY1" fmla="*/ 0 h 1504949"/>
              <a:gd name="connsiteX2" fmla="*/ 2960686 w 2960686"/>
              <a:gd name="connsiteY2" fmla="*/ 24606 h 1504949"/>
              <a:gd name="connsiteX3" fmla="*/ 1480343 w 2960686"/>
              <a:gd name="connsiteY3" fmla="*/ 1504949 h 1504949"/>
              <a:gd name="connsiteX4" fmla="*/ 0 w 2960686"/>
              <a:gd name="connsiteY4" fmla="*/ 24606 h 1504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686" h="1504949">
                <a:moveTo>
                  <a:pt x="1243" y="0"/>
                </a:moveTo>
                <a:lnTo>
                  <a:pt x="2959444" y="0"/>
                </a:lnTo>
                <a:lnTo>
                  <a:pt x="2960686" y="24606"/>
                </a:lnTo>
                <a:cubicBezTo>
                  <a:pt x="2960686" y="842177"/>
                  <a:pt x="2297914" y="1504949"/>
                  <a:pt x="1480343" y="1504949"/>
                </a:cubicBezTo>
                <a:cubicBezTo>
                  <a:pt x="662772" y="1504949"/>
                  <a:pt x="0" y="842177"/>
                  <a:pt x="0" y="24606"/>
                </a:cubicBezTo>
                <a:close/>
              </a:path>
            </a:pathLst>
          </a:custGeom>
          <a:solidFill>
            <a:srgbClr val="00768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6D105524-A061-1277-4C16-3C3333520C31}"/>
              </a:ext>
            </a:extLst>
          </p:cNvPr>
          <p:cNvSpPr txBox="1"/>
          <p:nvPr/>
        </p:nvSpPr>
        <p:spPr>
          <a:xfrm>
            <a:off x="94413" y="2382497"/>
            <a:ext cx="198291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solidFill>
                  <a:prstClr val="white"/>
                </a:solidFill>
                <a:latin typeface="Aptos" panose="020B0004020202020204" pitchFamily="34" charset="0"/>
                <a:ea typeface="Verdana" panose="020B0604030504040204" pitchFamily="34" charset="0"/>
              </a:rPr>
              <a:t>Key Imperatives Financial Management Assistance</a:t>
            </a:r>
            <a:endParaRPr kumimoji="0" lang="en-US" sz="1800" b="0"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grpSp>
        <p:nvGrpSpPr>
          <p:cNvPr id="32" name="Group 31">
            <a:extLst>
              <a:ext uri="{FF2B5EF4-FFF2-40B4-BE49-F238E27FC236}">
                <a16:creationId xmlns:a16="http://schemas.microsoft.com/office/drawing/2014/main" id="{03D897BF-52AF-2F75-C7F4-D16045FDB077}"/>
              </a:ext>
            </a:extLst>
          </p:cNvPr>
          <p:cNvGrpSpPr/>
          <p:nvPr/>
        </p:nvGrpSpPr>
        <p:grpSpPr>
          <a:xfrm>
            <a:off x="1463318" y="1254808"/>
            <a:ext cx="457200" cy="457200"/>
            <a:chOff x="3371106" y="2290287"/>
            <a:chExt cx="457200" cy="457200"/>
          </a:xfrm>
        </p:grpSpPr>
        <p:sp>
          <p:nvSpPr>
            <p:cNvPr id="33" name="Oval 32">
              <a:extLst>
                <a:ext uri="{FF2B5EF4-FFF2-40B4-BE49-F238E27FC236}">
                  <a16:creationId xmlns:a16="http://schemas.microsoft.com/office/drawing/2014/main" id="{482CEB1C-95B6-40D6-BCF5-9AD55546ACB9}"/>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4" name="Oval 33">
              <a:extLst>
                <a:ext uri="{FF2B5EF4-FFF2-40B4-BE49-F238E27FC236}">
                  <a16:creationId xmlns:a16="http://schemas.microsoft.com/office/drawing/2014/main" id="{EA20B16E-11B7-8FDF-7A90-F886B2A52859}"/>
                </a:ext>
              </a:extLst>
            </p:cNvPr>
            <p:cNvSpPr/>
            <p:nvPr/>
          </p:nvSpPr>
          <p:spPr bwMode="gray">
            <a:xfrm>
              <a:off x="3416826" y="2336007"/>
              <a:ext cx="365760" cy="365760"/>
            </a:xfrm>
            <a:prstGeom prst="ellipse">
              <a:avLst/>
            </a:prstGeom>
            <a:solidFill>
              <a:srgbClr val="0076A8"/>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5" name="Group 34">
            <a:extLst>
              <a:ext uri="{FF2B5EF4-FFF2-40B4-BE49-F238E27FC236}">
                <a16:creationId xmlns:a16="http://schemas.microsoft.com/office/drawing/2014/main" id="{87E8719B-AB1F-1A2E-914E-9F72FAEACAC9}"/>
              </a:ext>
            </a:extLst>
          </p:cNvPr>
          <p:cNvGrpSpPr/>
          <p:nvPr/>
        </p:nvGrpSpPr>
        <p:grpSpPr>
          <a:xfrm>
            <a:off x="1884328" y="2102427"/>
            <a:ext cx="457200" cy="457200"/>
            <a:chOff x="3371106" y="2290287"/>
            <a:chExt cx="457200" cy="457200"/>
          </a:xfrm>
        </p:grpSpPr>
        <p:sp>
          <p:nvSpPr>
            <p:cNvPr id="36" name="Oval 35">
              <a:extLst>
                <a:ext uri="{FF2B5EF4-FFF2-40B4-BE49-F238E27FC236}">
                  <a16:creationId xmlns:a16="http://schemas.microsoft.com/office/drawing/2014/main" id="{EF6A18F7-456B-AB08-7C4E-FA66B03BF7DC}"/>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id="{05901D91-B9AA-F72E-516C-AEA192CCEA8B}"/>
                </a:ext>
              </a:extLst>
            </p:cNvPr>
            <p:cNvSpPr/>
            <p:nvPr/>
          </p:nvSpPr>
          <p:spPr bwMode="gray">
            <a:xfrm>
              <a:off x="3416826" y="2336007"/>
              <a:ext cx="365760" cy="365760"/>
            </a:xfrm>
            <a:prstGeom prst="ellipse">
              <a:avLst/>
            </a:prstGeom>
            <a:solidFill>
              <a:schemeClr val="accent2"/>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8" name="Group 37">
            <a:extLst>
              <a:ext uri="{FF2B5EF4-FFF2-40B4-BE49-F238E27FC236}">
                <a16:creationId xmlns:a16="http://schemas.microsoft.com/office/drawing/2014/main" id="{6F4F2F48-5A17-FA48-CE47-CEF09C4EF34B}"/>
              </a:ext>
            </a:extLst>
          </p:cNvPr>
          <p:cNvGrpSpPr/>
          <p:nvPr/>
        </p:nvGrpSpPr>
        <p:grpSpPr>
          <a:xfrm>
            <a:off x="1931319" y="3083408"/>
            <a:ext cx="457200" cy="457200"/>
            <a:chOff x="3371106" y="2290287"/>
            <a:chExt cx="457200" cy="457200"/>
          </a:xfrm>
        </p:grpSpPr>
        <p:sp>
          <p:nvSpPr>
            <p:cNvPr id="39" name="Oval 38">
              <a:extLst>
                <a:ext uri="{FF2B5EF4-FFF2-40B4-BE49-F238E27FC236}">
                  <a16:creationId xmlns:a16="http://schemas.microsoft.com/office/drawing/2014/main" id="{93543423-542D-D9A9-9355-3148CCBEFF44}"/>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40" name="Oval 39">
              <a:extLst>
                <a:ext uri="{FF2B5EF4-FFF2-40B4-BE49-F238E27FC236}">
                  <a16:creationId xmlns:a16="http://schemas.microsoft.com/office/drawing/2014/main" id="{9B77119F-EA8E-6797-B8B4-23B61BE713DF}"/>
                </a:ext>
              </a:extLst>
            </p:cNvPr>
            <p:cNvSpPr/>
            <p:nvPr/>
          </p:nvSpPr>
          <p:spPr bwMode="gray">
            <a:xfrm>
              <a:off x="3416826" y="2336007"/>
              <a:ext cx="365760" cy="365760"/>
            </a:xfrm>
            <a:prstGeom prst="ellipse">
              <a:avLst/>
            </a:prstGeom>
            <a:solidFill>
              <a:srgbClr val="004F59"/>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1" name="Group 40">
            <a:extLst>
              <a:ext uri="{FF2B5EF4-FFF2-40B4-BE49-F238E27FC236}">
                <a16:creationId xmlns:a16="http://schemas.microsoft.com/office/drawing/2014/main" id="{C520D4E6-B2FF-634F-7306-E462EBCD0667}"/>
              </a:ext>
            </a:extLst>
          </p:cNvPr>
          <p:cNvGrpSpPr/>
          <p:nvPr/>
        </p:nvGrpSpPr>
        <p:grpSpPr>
          <a:xfrm>
            <a:off x="1618069" y="4004789"/>
            <a:ext cx="457200" cy="457200"/>
            <a:chOff x="3371106" y="2290287"/>
            <a:chExt cx="457200" cy="457200"/>
          </a:xfrm>
        </p:grpSpPr>
        <p:sp>
          <p:nvSpPr>
            <p:cNvPr id="42" name="Oval 41">
              <a:extLst>
                <a:ext uri="{FF2B5EF4-FFF2-40B4-BE49-F238E27FC236}">
                  <a16:creationId xmlns:a16="http://schemas.microsoft.com/office/drawing/2014/main" id="{5F5B8CB7-2578-57CE-0D24-CD67D6D6679E}"/>
                </a:ext>
              </a:extLst>
            </p:cNvPr>
            <p:cNvSpPr/>
            <p:nvPr/>
          </p:nvSpPr>
          <p:spPr bwMode="gray">
            <a:xfrm>
              <a:off x="3371106" y="2290287"/>
              <a:ext cx="457200" cy="457200"/>
            </a:xfrm>
            <a:prstGeom prst="ellipse">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43" name="Oval 42">
              <a:extLst>
                <a:ext uri="{FF2B5EF4-FFF2-40B4-BE49-F238E27FC236}">
                  <a16:creationId xmlns:a16="http://schemas.microsoft.com/office/drawing/2014/main" id="{74A066CD-0E48-2EFE-DC5C-CA0BCB2F50DB}"/>
                </a:ext>
              </a:extLst>
            </p:cNvPr>
            <p:cNvSpPr/>
            <p:nvPr/>
          </p:nvSpPr>
          <p:spPr bwMode="gray">
            <a:xfrm>
              <a:off x="3416826" y="2336007"/>
              <a:ext cx="365760" cy="365760"/>
            </a:xfrm>
            <a:prstGeom prst="ellipse">
              <a:avLst/>
            </a:prstGeom>
            <a:solidFill>
              <a:srgbClr val="046A38"/>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sp>
        <p:nvSpPr>
          <p:cNvPr id="145" name="Rectangle: Rounded Corners 144">
            <a:extLst>
              <a:ext uri="{FF2B5EF4-FFF2-40B4-BE49-F238E27FC236}">
                <a16:creationId xmlns:a16="http://schemas.microsoft.com/office/drawing/2014/main" id="{E851B819-D508-F3D9-0989-0EEB911666BC}"/>
              </a:ext>
            </a:extLst>
          </p:cNvPr>
          <p:cNvSpPr/>
          <p:nvPr/>
        </p:nvSpPr>
        <p:spPr bwMode="gray">
          <a:xfrm>
            <a:off x="2634202" y="2796880"/>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46" name="Rectangle: Rounded Corners 145">
            <a:extLst>
              <a:ext uri="{FF2B5EF4-FFF2-40B4-BE49-F238E27FC236}">
                <a16:creationId xmlns:a16="http://schemas.microsoft.com/office/drawing/2014/main" id="{2D8DEAAD-5F03-C4D1-19A8-6C2C4C0D33BE}"/>
              </a:ext>
            </a:extLst>
          </p:cNvPr>
          <p:cNvSpPr/>
          <p:nvPr/>
        </p:nvSpPr>
        <p:spPr bwMode="gray">
          <a:xfrm>
            <a:off x="2727043" y="2911278"/>
            <a:ext cx="457200" cy="557784"/>
          </a:xfrm>
          <a:prstGeom prst="roundRect">
            <a:avLst/>
          </a:prstGeom>
          <a:solidFill>
            <a:srgbClr val="004F5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3</a:t>
            </a:r>
          </a:p>
        </p:txBody>
      </p:sp>
      <p:sp>
        <p:nvSpPr>
          <p:cNvPr id="148" name="Rectangle: Rounded Corners 147">
            <a:extLst>
              <a:ext uri="{FF2B5EF4-FFF2-40B4-BE49-F238E27FC236}">
                <a16:creationId xmlns:a16="http://schemas.microsoft.com/office/drawing/2014/main" id="{1317167E-68C8-3F1E-80F3-AE946738F648}"/>
              </a:ext>
            </a:extLst>
          </p:cNvPr>
          <p:cNvSpPr/>
          <p:nvPr/>
        </p:nvSpPr>
        <p:spPr bwMode="gray">
          <a:xfrm>
            <a:off x="2651136" y="3766068"/>
            <a:ext cx="9098893" cy="792891"/>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49" name="Rectangle: Rounded Corners 148">
            <a:extLst>
              <a:ext uri="{FF2B5EF4-FFF2-40B4-BE49-F238E27FC236}">
                <a16:creationId xmlns:a16="http://schemas.microsoft.com/office/drawing/2014/main" id="{2FE3A4C1-8064-FA35-155E-9CF6683FBD2D}"/>
              </a:ext>
            </a:extLst>
          </p:cNvPr>
          <p:cNvSpPr/>
          <p:nvPr/>
        </p:nvSpPr>
        <p:spPr bwMode="gray">
          <a:xfrm>
            <a:off x="2735556" y="3842043"/>
            <a:ext cx="457200" cy="557784"/>
          </a:xfrm>
          <a:prstGeom prst="round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4</a:t>
            </a:r>
          </a:p>
        </p:txBody>
      </p:sp>
      <p:sp>
        <p:nvSpPr>
          <p:cNvPr id="160" name="Rectangle: Rounded Corners 159">
            <a:extLst>
              <a:ext uri="{FF2B5EF4-FFF2-40B4-BE49-F238E27FC236}">
                <a16:creationId xmlns:a16="http://schemas.microsoft.com/office/drawing/2014/main" id="{605AF3F0-2742-7515-F249-485DEBA54129}"/>
              </a:ext>
            </a:extLst>
          </p:cNvPr>
          <p:cNvSpPr/>
          <p:nvPr/>
        </p:nvSpPr>
        <p:spPr bwMode="gray">
          <a:xfrm>
            <a:off x="2627288" y="1838389"/>
            <a:ext cx="9098893" cy="79019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white"/>
                </a:solidFill>
                <a:effectLst/>
                <a:uLnTx/>
                <a:uFillTx/>
                <a:latin typeface="Calibri"/>
                <a:ea typeface="+mn-ea"/>
                <a:cs typeface="+mn-cs"/>
              </a:rPr>
              <a:t> </a:t>
            </a:r>
          </a:p>
        </p:txBody>
      </p:sp>
      <p:sp>
        <p:nvSpPr>
          <p:cNvPr id="161" name="Rectangle: Rounded Corners 160">
            <a:extLst>
              <a:ext uri="{FF2B5EF4-FFF2-40B4-BE49-F238E27FC236}">
                <a16:creationId xmlns:a16="http://schemas.microsoft.com/office/drawing/2014/main" id="{6D5615E3-4E91-BE11-4F9A-A4FF9AA88C82}"/>
              </a:ext>
            </a:extLst>
          </p:cNvPr>
          <p:cNvSpPr/>
          <p:nvPr/>
        </p:nvSpPr>
        <p:spPr bwMode="gray">
          <a:xfrm>
            <a:off x="2749597" y="1966061"/>
            <a:ext cx="457200" cy="547829"/>
          </a:xfrm>
          <a:prstGeom prst="round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2</a:t>
            </a:r>
          </a:p>
        </p:txBody>
      </p:sp>
      <p:sp>
        <p:nvSpPr>
          <p:cNvPr id="166" name="Rectangle: Rounded Corners 165">
            <a:extLst>
              <a:ext uri="{FF2B5EF4-FFF2-40B4-BE49-F238E27FC236}">
                <a16:creationId xmlns:a16="http://schemas.microsoft.com/office/drawing/2014/main" id="{C082379D-EBAA-6097-3E35-B41DF30176BE}"/>
              </a:ext>
            </a:extLst>
          </p:cNvPr>
          <p:cNvSpPr/>
          <p:nvPr/>
        </p:nvSpPr>
        <p:spPr bwMode="gray">
          <a:xfrm>
            <a:off x="2627289" y="835845"/>
            <a:ext cx="9098893" cy="839736"/>
          </a:xfrm>
          <a:prstGeom prst="round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167" name="Rectangle: Rounded Corners 166">
            <a:extLst>
              <a:ext uri="{FF2B5EF4-FFF2-40B4-BE49-F238E27FC236}">
                <a16:creationId xmlns:a16="http://schemas.microsoft.com/office/drawing/2014/main" id="{CE5836F5-8606-BD14-F2DC-20896B5399BA}"/>
              </a:ext>
            </a:extLst>
          </p:cNvPr>
          <p:cNvSpPr/>
          <p:nvPr/>
        </p:nvSpPr>
        <p:spPr bwMode="gray">
          <a:xfrm>
            <a:off x="2767048" y="994008"/>
            <a:ext cx="457200" cy="539349"/>
          </a:xfrm>
          <a:prstGeom prst="roundRect">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1</a:t>
            </a:r>
          </a:p>
        </p:txBody>
      </p:sp>
      <p:sp>
        <p:nvSpPr>
          <p:cNvPr id="179" name="Rectangle: Rounded Corners 178">
            <a:extLst>
              <a:ext uri="{FF2B5EF4-FFF2-40B4-BE49-F238E27FC236}">
                <a16:creationId xmlns:a16="http://schemas.microsoft.com/office/drawing/2014/main" id="{68DA7948-DECB-BE63-0E86-791CF8E6CA20}"/>
              </a:ext>
            </a:extLst>
          </p:cNvPr>
          <p:cNvSpPr/>
          <p:nvPr/>
        </p:nvSpPr>
        <p:spPr bwMode="gray">
          <a:xfrm>
            <a:off x="3267450" y="979250"/>
            <a:ext cx="2215216" cy="557339"/>
          </a:xfrm>
          <a:prstGeom prst="roundRect">
            <a:avLst/>
          </a:prstGeom>
          <a:solidFill>
            <a:srgbClr val="0076A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Current State Assessment</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	</a:t>
            </a:r>
          </a:p>
        </p:txBody>
      </p:sp>
      <p:sp>
        <p:nvSpPr>
          <p:cNvPr id="180" name="Rectangle: Rounded Corners 179">
            <a:extLst>
              <a:ext uri="{FF2B5EF4-FFF2-40B4-BE49-F238E27FC236}">
                <a16:creationId xmlns:a16="http://schemas.microsoft.com/office/drawing/2014/main" id="{A32D3E9F-5F5B-6F3D-7C1F-90AC99CF84AD}"/>
              </a:ext>
            </a:extLst>
          </p:cNvPr>
          <p:cNvSpPr/>
          <p:nvPr/>
        </p:nvSpPr>
        <p:spPr bwMode="gray">
          <a:xfrm>
            <a:off x="5479314" y="941426"/>
            <a:ext cx="6052034" cy="457200"/>
          </a:xfrm>
          <a:prstGeom prst="roundRect">
            <a:avLst/>
          </a:prstGeom>
          <a:no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81" name="Rectangle: Rounded Corners 180">
            <a:extLst>
              <a:ext uri="{FF2B5EF4-FFF2-40B4-BE49-F238E27FC236}">
                <a16:creationId xmlns:a16="http://schemas.microsoft.com/office/drawing/2014/main" id="{0AF8D90B-61E5-6F3C-E6B2-D0252295335C}"/>
              </a:ext>
            </a:extLst>
          </p:cNvPr>
          <p:cNvSpPr/>
          <p:nvPr/>
        </p:nvSpPr>
        <p:spPr bwMode="gray">
          <a:xfrm>
            <a:off x="3258936" y="2918497"/>
            <a:ext cx="2227961" cy="557784"/>
          </a:xfrm>
          <a:prstGeom prst="roundRect">
            <a:avLst/>
          </a:prstGeom>
          <a:solidFill>
            <a:srgbClr val="004F5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Financial Hygiene </a:t>
            </a:r>
          </a:p>
        </p:txBody>
      </p:sp>
      <p:sp>
        <p:nvSpPr>
          <p:cNvPr id="182" name="Rectangle: Rounded Corners 181">
            <a:extLst>
              <a:ext uri="{FF2B5EF4-FFF2-40B4-BE49-F238E27FC236}">
                <a16:creationId xmlns:a16="http://schemas.microsoft.com/office/drawing/2014/main" id="{15A60425-3BA0-731F-5B3E-74BFE90A6C47}"/>
              </a:ext>
            </a:extLst>
          </p:cNvPr>
          <p:cNvSpPr/>
          <p:nvPr/>
        </p:nvSpPr>
        <p:spPr bwMode="gray">
          <a:xfrm>
            <a:off x="5489825" y="2970892"/>
            <a:ext cx="5960739" cy="457200"/>
          </a:xfrm>
          <a:prstGeom prst="roundRect">
            <a:avLst/>
          </a:prstGeom>
          <a:noFill/>
          <a:ln w="19050" algn="ctr">
            <a:noFill/>
            <a:miter lim="800000"/>
            <a:headEnd/>
            <a:tailEnd/>
          </a:ln>
        </p:spPr>
        <p:txBody>
          <a:bodyPr wrap="square" lIns="88900" tIns="88900" rIns="88900" bIns="88900" rtlCol="0" anchor="ctr"/>
          <a:lstStyle/>
          <a:p>
            <a:r>
              <a:rPr lang="en-US" sz="1200">
                <a:latin typeface="Verdana" panose="020B0604030504040204" pitchFamily="34" charset="0"/>
                <a:ea typeface="Verdana" panose="020B0604030504040204" pitchFamily="34" charset="0"/>
              </a:rPr>
              <a:t>Developing Financial Management Frameworks, enhancing/improving internal controls and risk management</a:t>
            </a:r>
          </a:p>
        </p:txBody>
      </p:sp>
      <p:sp>
        <p:nvSpPr>
          <p:cNvPr id="183" name="Rectangle: Rounded Corners 182">
            <a:extLst>
              <a:ext uri="{FF2B5EF4-FFF2-40B4-BE49-F238E27FC236}">
                <a16:creationId xmlns:a16="http://schemas.microsoft.com/office/drawing/2014/main" id="{628F5FE4-6060-DB6C-F1C3-51121D503E78}"/>
              </a:ext>
            </a:extLst>
          </p:cNvPr>
          <p:cNvSpPr/>
          <p:nvPr/>
        </p:nvSpPr>
        <p:spPr bwMode="gray">
          <a:xfrm>
            <a:off x="3267449" y="3844382"/>
            <a:ext cx="2227961" cy="557784"/>
          </a:xfrm>
          <a:prstGeom prst="roundRect">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Planning and Reporting</a:t>
            </a:r>
          </a:p>
        </p:txBody>
      </p:sp>
      <p:sp>
        <p:nvSpPr>
          <p:cNvPr id="185" name="Rectangle: Rounded Corners 184">
            <a:extLst>
              <a:ext uri="{FF2B5EF4-FFF2-40B4-BE49-F238E27FC236}">
                <a16:creationId xmlns:a16="http://schemas.microsoft.com/office/drawing/2014/main" id="{892C13DD-0D9B-242E-53D3-8B90567E039D}"/>
              </a:ext>
            </a:extLst>
          </p:cNvPr>
          <p:cNvSpPr/>
          <p:nvPr/>
        </p:nvSpPr>
        <p:spPr bwMode="gray">
          <a:xfrm>
            <a:off x="5519566" y="3906600"/>
            <a:ext cx="5964447" cy="457200"/>
          </a:xfrm>
          <a:prstGeom prst="roundRect">
            <a:avLst/>
          </a:prstGeom>
          <a:noFill/>
          <a:ln w="19050" algn="ctr">
            <a:noFill/>
            <a:miter lim="800000"/>
            <a:headEnd/>
            <a:tailEnd/>
          </a:ln>
        </p:spPr>
        <p:txBody>
          <a:bodyPr wrap="square" lIns="88900" tIns="88900" rIns="88900" bIns="88900" rtlCol="0" anchor="ctr"/>
          <a:lstStyle/>
          <a:p>
            <a:r>
              <a:rPr lang="en-US" sz="1200">
                <a:latin typeface="Verdana" panose="020B0604030504040204" pitchFamily="34" charset="0"/>
                <a:ea typeface="Verdana" panose="020B0604030504040204" pitchFamily="34" charset="0"/>
              </a:rPr>
              <a:t>Assistance in Business Planning, resource allocation, Budgeting, MIS Reporting and Stakeholder Communication  </a:t>
            </a:r>
          </a:p>
        </p:txBody>
      </p:sp>
      <p:sp>
        <p:nvSpPr>
          <p:cNvPr id="188" name="Rectangle: Rounded Corners 187">
            <a:extLst>
              <a:ext uri="{FF2B5EF4-FFF2-40B4-BE49-F238E27FC236}">
                <a16:creationId xmlns:a16="http://schemas.microsoft.com/office/drawing/2014/main" id="{5A91A37F-FAED-AA7F-1EFA-80A1E382F31C}"/>
              </a:ext>
            </a:extLst>
          </p:cNvPr>
          <p:cNvSpPr/>
          <p:nvPr/>
        </p:nvSpPr>
        <p:spPr bwMode="gray">
          <a:xfrm>
            <a:off x="3267449" y="1961016"/>
            <a:ext cx="2229131" cy="557784"/>
          </a:xfrm>
          <a:prstGeom prst="roundRect">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3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mn-cs"/>
              </a:rPr>
              <a:t>Business Expansion</a:t>
            </a:r>
          </a:p>
        </p:txBody>
      </p:sp>
      <p:sp>
        <p:nvSpPr>
          <p:cNvPr id="189" name="Rectangle: Rounded Corners 188">
            <a:extLst>
              <a:ext uri="{FF2B5EF4-FFF2-40B4-BE49-F238E27FC236}">
                <a16:creationId xmlns:a16="http://schemas.microsoft.com/office/drawing/2014/main" id="{1519EAA3-6DD3-1534-D2DF-C7004C0352A0}"/>
              </a:ext>
            </a:extLst>
          </p:cNvPr>
          <p:cNvSpPr/>
          <p:nvPr/>
        </p:nvSpPr>
        <p:spPr bwMode="gray">
          <a:xfrm>
            <a:off x="5471288" y="1942154"/>
            <a:ext cx="6127117" cy="600451"/>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13" name="Freeform 26">
            <a:extLst>
              <a:ext uri="{FF2B5EF4-FFF2-40B4-BE49-F238E27FC236}">
                <a16:creationId xmlns:a16="http://schemas.microsoft.com/office/drawing/2014/main" id="{E063F12E-5ED0-9052-A6DD-7566C57EB93E}"/>
              </a:ext>
            </a:extLst>
          </p:cNvPr>
          <p:cNvSpPr>
            <a:spLocks noEditPoints="1"/>
          </p:cNvSpPr>
          <p:nvPr/>
        </p:nvSpPr>
        <p:spPr bwMode="auto">
          <a:xfrm>
            <a:off x="1198985" y="4730295"/>
            <a:ext cx="4119901"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r>
              <a:rPr lang="en-US" sz="1000">
                <a:latin typeface="Verdana" panose="020B0604030504040204" pitchFamily="34" charset="0"/>
                <a:ea typeface="Verdana" panose="020B0604030504040204" pitchFamily="34" charset="0"/>
              </a:rPr>
              <a:t>Audit Observations on need to increase internal audit coverage such as operations review, few issues in internal control, physical verification of assets and inventories</a:t>
            </a:r>
          </a:p>
        </p:txBody>
      </p:sp>
      <p:pic>
        <p:nvPicPr>
          <p:cNvPr id="12" name="Picture 8" descr="Pin PNG transparent image download, size: 512x512px">
            <a:extLst>
              <a:ext uri="{FF2B5EF4-FFF2-40B4-BE49-F238E27FC236}">
                <a16:creationId xmlns:a16="http://schemas.microsoft.com/office/drawing/2014/main" id="{B0E31E4B-4127-0ED3-9533-F33AF9367E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11660" y="178803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8" descr="Pin PNG transparent image download, size: 512x512px">
            <a:extLst>
              <a:ext uri="{FF2B5EF4-FFF2-40B4-BE49-F238E27FC236}">
                <a16:creationId xmlns:a16="http://schemas.microsoft.com/office/drawing/2014/main" id="{E9761891-C5D2-A970-D285-8212F47699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4043" y="2725629"/>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8" descr="Pin PNG transparent image download, size: 512x512px">
            <a:extLst>
              <a:ext uri="{FF2B5EF4-FFF2-40B4-BE49-F238E27FC236}">
                <a16:creationId xmlns:a16="http://schemas.microsoft.com/office/drawing/2014/main" id="{DEB65B76-023E-55F4-62AC-4A37F29ADF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3816" y="770235"/>
            <a:ext cx="453749" cy="453749"/>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8" descr="Pin PNG transparent image download, size: 512x512px">
            <a:extLst>
              <a:ext uri="{FF2B5EF4-FFF2-40B4-BE49-F238E27FC236}">
                <a16:creationId xmlns:a16="http://schemas.microsoft.com/office/drawing/2014/main" id="{C1960BC8-83CA-32A1-BECA-DE397496C5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06638" y="3617853"/>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141" name="TextBox 140">
            <a:extLst>
              <a:ext uri="{FF2B5EF4-FFF2-40B4-BE49-F238E27FC236}">
                <a16:creationId xmlns:a16="http://schemas.microsoft.com/office/drawing/2014/main" id="{BB9781AA-7BFC-FC68-D891-DFA0919E02FB}"/>
              </a:ext>
            </a:extLst>
          </p:cNvPr>
          <p:cNvSpPr txBox="1"/>
          <p:nvPr/>
        </p:nvSpPr>
        <p:spPr>
          <a:xfrm>
            <a:off x="2978197" y="6551821"/>
            <a:ext cx="3333393" cy="230832"/>
          </a:xfrm>
          <a:prstGeom prst="rect">
            <a:avLst/>
          </a:prstGeom>
          <a:noFill/>
        </p:spPr>
        <p:txBody>
          <a:bodyPr wrap="square">
            <a:spAutoFit/>
          </a:bodyPr>
          <a:lstStyle/>
          <a:p>
            <a:pPr algn="ctr"/>
            <a:r>
              <a:rPr lang="en-US" sz="900">
                <a:latin typeface="Verdana" panose="020B0604030504040204" pitchFamily="34" charset="0"/>
                <a:ea typeface="Verdana" panose="020B0604030504040204" pitchFamily="34" charset="0"/>
              </a:rPr>
              <a:t>1,2: DVC Annual Report 2023-24, 3:SBICaps Report </a:t>
            </a:r>
          </a:p>
        </p:txBody>
      </p:sp>
      <p:sp>
        <p:nvSpPr>
          <p:cNvPr id="143" name="Freeform 26">
            <a:extLst>
              <a:ext uri="{FF2B5EF4-FFF2-40B4-BE49-F238E27FC236}">
                <a16:creationId xmlns:a16="http://schemas.microsoft.com/office/drawing/2014/main" id="{83E5239D-F77E-1865-90D2-D4C5698967BF}"/>
              </a:ext>
            </a:extLst>
          </p:cNvPr>
          <p:cNvSpPr>
            <a:spLocks noEditPoints="1"/>
          </p:cNvSpPr>
          <p:nvPr/>
        </p:nvSpPr>
        <p:spPr bwMode="auto">
          <a:xfrm>
            <a:off x="5479314" y="4740595"/>
            <a:ext cx="2987729"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r>
              <a:rPr lang="en-US" sz="1000">
                <a:latin typeface="Verdana" panose="020B0604030504040204" pitchFamily="34" charset="0"/>
                <a:ea typeface="Verdana" panose="020B0604030504040204" pitchFamily="34" charset="0"/>
              </a:rPr>
              <a:t>Need to transform MIS from record &amp; report into a robust decision support system </a:t>
            </a:r>
          </a:p>
        </p:txBody>
      </p:sp>
      <p:sp>
        <p:nvSpPr>
          <p:cNvPr id="154" name="Freeform 26">
            <a:extLst>
              <a:ext uri="{FF2B5EF4-FFF2-40B4-BE49-F238E27FC236}">
                <a16:creationId xmlns:a16="http://schemas.microsoft.com/office/drawing/2014/main" id="{90F885FF-E37C-1B8E-E8E1-31620DA89D2D}"/>
              </a:ext>
            </a:extLst>
          </p:cNvPr>
          <p:cNvSpPr>
            <a:spLocks noEditPoints="1"/>
          </p:cNvSpPr>
          <p:nvPr/>
        </p:nvSpPr>
        <p:spPr bwMode="auto">
          <a:xfrm>
            <a:off x="8616525" y="4705809"/>
            <a:ext cx="3108621" cy="889109"/>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rgbClr val="DDEFE8"/>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r>
              <a:rPr lang="en-US" sz="1000">
                <a:latin typeface="Verdana" panose="020B0604030504040204" pitchFamily="34" charset="0"/>
                <a:ea typeface="Verdana" panose="020B0604030504040204" pitchFamily="34" charset="0"/>
              </a:rPr>
              <a:t>With revamped MIS and financial frameworks, Finance will need to add value through identifying cost reduction, revenue enhancement opportunities</a:t>
            </a:r>
          </a:p>
        </p:txBody>
      </p:sp>
      <p:sp>
        <p:nvSpPr>
          <p:cNvPr id="174" name="Rectangle: Rounded Corners 173">
            <a:extLst>
              <a:ext uri="{FF2B5EF4-FFF2-40B4-BE49-F238E27FC236}">
                <a16:creationId xmlns:a16="http://schemas.microsoft.com/office/drawing/2014/main" id="{079A7155-4645-9ED0-2C4E-77EC3DB098A2}"/>
              </a:ext>
            </a:extLst>
          </p:cNvPr>
          <p:cNvSpPr/>
          <p:nvPr/>
        </p:nvSpPr>
        <p:spPr bwMode="gray">
          <a:xfrm>
            <a:off x="581025" y="5794366"/>
            <a:ext cx="11086601" cy="575819"/>
          </a:xfrm>
          <a:custGeom>
            <a:avLst/>
            <a:gdLst>
              <a:gd name="connsiteX0" fmla="*/ 0 w 11086601"/>
              <a:gd name="connsiteY0" fmla="*/ 0 h 575819"/>
              <a:gd name="connsiteX1" fmla="*/ 0 w 11086601"/>
              <a:gd name="connsiteY1" fmla="*/ 0 h 575819"/>
              <a:gd name="connsiteX2" fmla="*/ 471181 w 11086601"/>
              <a:gd name="connsiteY2" fmla="*/ 0 h 575819"/>
              <a:gd name="connsiteX3" fmla="*/ 1164093 w 11086601"/>
              <a:gd name="connsiteY3" fmla="*/ 0 h 575819"/>
              <a:gd name="connsiteX4" fmla="*/ 2078738 w 11086601"/>
              <a:gd name="connsiteY4" fmla="*/ 0 h 575819"/>
              <a:gd name="connsiteX5" fmla="*/ 2771650 w 11086601"/>
              <a:gd name="connsiteY5" fmla="*/ 0 h 575819"/>
              <a:gd name="connsiteX6" fmla="*/ 3242831 w 11086601"/>
              <a:gd name="connsiteY6" fmla="*/ 0 h 575819"/>
              <a:gd name="connsiteX7" fmla="*/ 3603145 w 11086601"/>
              <a:gd name="connsiteY7" fmla="*/ 0 h 575819"/>
              <a:gd name="connsiteX8" fmla="*/ 4517790 w 11086601"/>
              <a:gd name="connsiteY8" fmla="*/ 0 h 575819"/>
              <a:gd name="connsiteX9" fmla="*/ 5321568 w 11086601"/>
              <a:gd name="connsiteY9" fmla="*/ 0 h 575819"/>
              <a:gd name="connsiteX10" fmla="*/ 5792749 w 11086601"/>
              <a:gd name="connsiteY10" fmla="*/ 0 h 575819"/>
              <a:gd name="connsiteX11" fmla="*/ 6153064 w 11086601"/>
              <a:gd name="connsiteY11" fmla="*/ 0 h 575819"/>
              <a:gd name="connsiteX12" fmla="*/ 7067708 w 11086601"/>
              <a:gd name="connsiteY12" fmla="*/ 0 h 575819"/>
              <a:gd name="connsiteX13" fmla="*/ 7428023 w 11086601"/>
              <a:gd name="connsiteY13" fmla="*/ 0 h 575819"/>
              <a:gd name="connsiteX14" fmla="*/ 7899203 w 11086601"/>
              <a:gd name="connsiteY14" fmla="*/ 0 h 575819"/>
              <a:gd name="connsiteX15" fmla="*/ 8592116 w 11086601"/>
              <a:gd name="connsiteY15" fmla="*/ 0 h 575819"/>
              <a:gd name="connsiteX16" fmla="*/ 9063296 w 11086601"/>
              <a:gd name="connsiteY16" fmla="*/ 0 h 575819"/>
              <a:gd name="connsiteX17" fmla="*/ 9423611 w 11086601"/>
              <a:gd name="connsiteY17" fmla="*/ 0 h 575819"/>
              <a:gd name="connsiteX18" fmla="*/ 10005657 w 11086601"/>
              <a:gd name="connsiteY18" fmla="*/ 0 h 575819"/>
              <a:gd name="connsiteX19" fmla="*/ 11086601 w 11086601"/>
              <a:gd name="connsiteY19" fmla="*/ 0 h 575819"/>
              <a:gd name="connsiteX20" fmla="*/ 11086601 w 11086601"/>
              <a:gd name="connsiteY20" fmla="*/ 0 h 575819"/>
              <a:gd name="connsiteX21" fmla="*/ 11086601 w 11086601"/>
              <a:gd name="connsiteY21" fmla="*/ 575819 h 575819"/>
              <a:gd name="connsiteX22" fmla="*/ 11086601 w 11086601"/>
              <a:gd name="connsiteY22" fmla="*/ 575819 h 575819"/>
              <a:gd name="connsiteX23" fmla="*/ 10393688 w 11086601"/>
              <a:gd name="connsiteY23" fmla="*/ 575819 h 575819"/>
              <a:gd name="connsiteX24" fmla="*/ 9589910 w 11086601"/>
              <a:gd name="connsiteY24" fmla="*/ 575819 h 575819"/>
              <a:gd name="connsiteX25" fmla="*/ 8675265 w 11086601"/>
              <a:gd name="connsiteY25" fmla="*/ 575819 h 575819"/>
              <a:gd name="connsiteX26" fmla="*/ 7982353 w 11086601"/>
              <a:gd name="connsiteY26" fmla="*/ 575819 h 575819"/>
              <a:gd name="connsiteX27" fmla="*/ 7289440 w 11086601"/>
              <a:gd name="connsiteY27" fmla="*/ 575819 h 575819"/>
              <a:gd name="connsiteX28" fmla="*/ 6485662 w 11086601"/>
              <a:gd name="connsiteY28" fmla="*/ 575819 h 575819"/>
              <a:gd name="connsiteX29" fmla="*/ 5571017 w 11086601"/>
              <a:gd name="connsiteY29" fmla="*/ 575819 h 575819"/>
              <a:gd name="connsiteX30" fmla="*/ 5210702 w 11086601"/>
              <a:gd name="connsiteY30" fmla="*/ 575819 h 575819"/>
              <a:gd name="connsiteX31" fmla="*/ 4739522 w 11086601"/>
              <a:gd name="connsiteY31" fmla="*/ 575819 h 575819"/>
              <a:gd name="connsiteX32" fmla="*/ 4268341 w 11086601"/>
              <a:gd name="connsiteY32" fmla="*/ 575819 h 575819"/>
              <a:gd name="connsiteX33" fmla="*/ 3575429 w 11086601"/>
              <a:gd name="connsiteY33" fmla="*/ 575819 h 575819"/>
              <a:gd name="connsiteX34" fmla="*/ 2660784 w 11086601"/>
              <a:gd name="connsiteY34" fmla="*/ 575819 h 575819"/>
              <a:gd name="connsiteX35" fmla="*/ 2078738 w 11086601"/>
              <a:gd name="connsiteY35" fmla="*/ 575819 h 575819"/>
              <a:gd name="connsiteX36" fmla="*/ 1164093 w 11086601"/>
              <a:gd name="connsiteY36" fmla="*/ 575819 h 575819"/>
              <a:gd name="connsiteX37" fmla="*/ 0 w 11086601"/>
              <a:gd name="connsiteY37" fmla="*/ 575819 h 575819"/>
              <a:gd name="connsiteX38" fmla="*/ 0 w 11086601"/>
              <a:gd name="connsiteY38" fmla="*/ 575819 h 575819"/>
              <a:gd name="connsiteX39" fmla="*/ 0 w 11086601"/>
              <a:gd name="connsiteY39" fmla="*/ 0 h 575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086601" h="575819" fill="none" extrusionOk="0">
                <a:moveTo>
                  <a:pt x="0" y="0"/>
                </a:moveTo>
                <a:lnTo>
                  <a:pt x="0" y="0"/>
                </a:lnTo>
                <a:cubicBezTo>
                  <a:pt x="97687" y="7871"/>
                  <a:pt x="291553" y="22266"/>
                  <a:pt x="471181" y="0"/>
                </a:cubicBezTo>
                <a:cubicBezTo>
                  <a:pt x="650809" y="-22266"/>
                  <a:pt x="1023207" y="717"/>
                  <a:pt x="1164093" y="0"/>
                </a:cubicBezTo>
                <a:cubicBezTo>
                  <a:pt x="1304979" y="-717"/>
                  <a:pt x="1824042" y="42474"/>
                  <a:pt x="2078738" y="0"/>
                </a:cubicBezTo>
                <a:cubicBezTo>
                  <a:pt x="2333434" y="-42474"/>
                  <a:pt x="2614350" y="6741"/>
                  <a:pt x="2771650" y="0"/>
                </a:cubicBezTo>
                <a:cubicBezTo>
                  <a:pt x="2928950" y="-6741"/>
                  <a:pt x="3137841" y="-12234"/>
                  <a:pt x="3242831" y="0"/>
                </a:cubicBezTo>
                <a:cubicBezTo>
                  <a:pt x="3347821" y="12234"/>
                  <a:pt x="3503782" y="-2076"/>
                  <a:pt x="3603145" y="0"/>
                </a:cubicBezTo>
                <a:cubicBezTo>
                  <a:pt x="3702508" y="2076"/>
                  <a:pt x="4172146" y="40123"/>
                  <a:pt x="4517790" y="0"/>
                </a:cubicBezTo>
                <a:cubicBezTo>
                  <a:pt x="4863434" y="-40123"/>
                  <a:pt x="4978822" y="25857"/>
                  <a:pt x="5321568" y="0"/>
                </a:cubicBezTo>
                <a:cubicBezTo>
                  <a:pt x="5664314" y="-25857"/>
                  <a:pt x="5618647" y="2964"/>
                  <a:pt x="5792749" y="0"/>
                </a:cubicBezTo>
                <a:cubicBezTo>
                  <a:pt x="5966851" y="-2964"/>
                  <a:pt x="5982228" y="-8050"/>
                  <a:pt x="6153064" y="0"/>
                </a:cubicBezTo>
                <a:cubicBezTo>
                  <a:pt x="6323900" y="8050"/>
                  <a:pt x="6785457" y="31080"/>
                  <a:pt x="7067708" y="0"/>
                </a:cubicBezTo>
                <a:cubicBezTo>
                  <a:pt x="7349959" y="-31080"/>
                  <a:pt x="7306922" y="-1447"/>
                  <a:pt x="7428023" y="0"/>
                </a:cubicBezTo>
                <a:cubicBezTo>
                  <a:pt x="7549124" y="1447"/>
                  <a:pt x="7802374" y="3"/>
                  <a:pt x="7899203" y="0"/>
                </a:cubicBezTo>
                <a:cubicBezTo>
                  <a:pt x="7996032" y="-3"/>
                  <a:pt x="8264520" y="-26487"/>
                  <a:pt x="8592116" y="0"/>
                </a:cubicBezTo>
                <a:cubicBezTo>
                  <a:pt x="8919712" y="26487"/>
                  <a:pt x="8903922" y="14078"/>
                  <a:pt x="9063296" y="0"/>
                </a:cubicBezTo>
                <a:cubicBezTo>
                  <a:pt x="9222670" y="-14078"/>
                  <a:pt x="9299464" y="-8708"/>
                  <a:pt x="9423611" y="0"/>
                </a:cubicBezTo>
                <a:cubicBezTo>
                  <a:pt x="9547758" y="8708"/>
                  <a:pt x="9768780" y="-8750"/>
                  <a:pt x="10005657" y="0"/>
                </a:cubicBezTo>
                <a:cubicBezTo>
                  <a:pt x="10242534" y="8750"/>
                  <a:pt x="10658099" y="-15833"/>
                  <a:pt x="11086601" y="0"/>
                </a:cubicBezTo>
                <a:lnTo>
                  <a:pt x="11086601" y="0"/>
                </a:lnTo>
                <a:cubicBezTo>
                  <a:pt x="11098114" y="186410"/>
                  <a:pt x="11099959" y="299397"/>
                  <a:pt x="11086601" y="575819"/>
                </a:cubicBezTo>
                <a:lnTo>
                  <a:pt x="11086601" y="575819"/>
                </a:lnTo>
                <a:cubicBezTo>
                  <a:pt x="10808980" y="591875"/>
                  <a:pt x="10724368" y="570802"/>
                  <a:pt x="10393688" y="575819"/>
                </a:cubicBezTo>
                <a:cubicBezTo>
                  <a:pt x="10063008" y="580836"/>
                  <a:pt x="9806626" y="541554"/>
                  <a:pt x="9589910" y="575819"/>
                </a:cubicBezTo>
                <a:cubicBezTo>
                  <a:pt x="9373194" y="610084"/>
                  <a:pt x="8999934" y="620469"/>
                  <a:pt x="8675265" y="575819"/>
                </a:cubicBezTo>
                <a:cubicBezTo>
                  <a:pt x="8350597" y="531169"/>
                  <a:pt x="8210784" y="589973"/>
                  <a:pt x="7982353" y="575819"/>
                </a:cubicBezTo>
                <a:cubicBezTo>
                  <a:pt x="7753922" y="561665"/>
                  <a:pt x="7588998" y="545432"/>
                  <a:pt x="7289440" y="575819"/>
                </a:cubicBezTo>
                <a:cubicBezTo>
                  <a:pt x="6989882" y="606206"/>
                  <a:pt x="6651754" y="615009"/>
                  <a:pt x="6485662" y="575819"/>
                </a:cubicBezTo>
                <a:cubicBezTo>
                  <a:pt x="6319570" y="536629"/>
                  <a:pt x="5772730" y="577494"/>
                  <a:pt x="5571017" y="575819"/>
                </a:cubicBezTo>
                <a:cubicBezTo>
                  <a:pt x="5369305" y="574144"/>
                  <a:pt x="5378710" y="577710"/>
                  <a:pt x="5210702" y="575819"/>
                </a:cubicBezTo>
                <a:cubicBezTo>
                  <a:pt x="5042695" y="573928"/>
                  <a:pt x="4905197" y="576891"/>
                  <a:pt x="4739522" y="575819"/>
                </a:cubicBezTo>
                <a:cubicBezTo>
                  <a:pt x="4573847" y="574747"/>
                  <a:pt x="4386653" y="580723"/>
                  <a:pt x="4268341" y="575819"/>
                </a:cubicBezTo>
                <a:cubicBezTo>
                  <a:pt x="4150029" y="570915"/>
                  <a:pt x="3821941" y="577405"/>
                  <a:pt x="3575429" y="575819"/>
                </a:cubicBezTo>
                <a:cubicBezTo>
                  <a:pt x="3328917" y="574233"/>
                  <a:pt x="2911980" y="604846"/>
                  <a:pt x="2660784" y="575819"/>
                </a:cubicBezTo>
                <a:cubicBezTo>
                  <a:pt x="2409588" y="546792"/>
                  <a:pt x="2264746" y="604332"/>
                  <a:pt x="2078738" y="575819"/>
                </a:cubicBezTo>
                <a:cubicBezTo>
                  <a:pt x="1892730" y="547306"/>
                  <a:pt x="1449526" y="575519"/>
                  <a:pt x="1164093" y="575819"/>
                </a:cubicBezTo>
                <a:cubicBezTo>
                  <a:pt x="878660" y="576119"/>
                  <a:pt x="381695" y="562242"/>
                  <a:pt x="0" y="575819"/>
                </a:cubicBezTo>
                <a:lnTo>
                  <a:pt x="0" y="575819"/>
                </a:lnTo>
                <a:cubicBezTo>
                  <a:pt x="26381" y="295516"/>
                  <a:pt x="23993" y="248671"/>
                  <a:pt x="0" y="0"/>
                </a:cubicBezTo>
                <a:close/>
              </a:path>
              <a:path w="11086601" h="575819" stroke="0" extrusionOk="0">
                <a:moveTo>
                  <a:pt x="0" y="0"/>
                </a:moveTo>
                <a:lnTo>
                  <a:pt x="0" y="0"/>
                </a:lnTo>
                <a:cubicBezTo>
                  <a:pt x="179511" y="11692"/>
                  <a:pt x="511606" y="30341"/>
                  <a:pt x="692913" y="0"/>
                </a:cubicBezTo>
                <a:cubicBezTo>
                  <a:pt x="874220" y="-30341"/>
                  <a:pt x="1318943" y="30996"/>
                  <a:pt x="1496691" y="0"/>
                </a:cubicBezTo>
                <a:cubicBezTo>
                  <a:pt x="1674439" y="-30996"/>
                  <a:pt x="2120958" y="37656"/>
                  <a:pt x="2411336" y="0"/>
                </a:cubicBezTo>
                <a:cubicBezTo>
                  <a:pt x="2701714" y="-37656"/>
                  <a:pt x="2592296" y="-1532"/>
                  <a:pt x="2771650" y="0"/>
                </a:cubicBezTo>
                <a:cubicBezTo>
                  <a:pt x="2951004" y="1532"/>
                  <a:pt x="3087624" y="-3363"/>
                  <a:pt x="3242831" y="0"/>
                </a:cubicBezTo>
                <a:cubicBezTo>
                  <a:pt x="3398038" y="3363"/>
                  <a:pt x="3441084" y="6025"/>
                  <a:pt x="3603145" y="0"/>
                </a:cubicBezTo>
                <a:cubicBezTo>
                  <a:pt x="3765206" y="-6025"/>
                  <a:pt x="3871649" y="17836"/>
                  <a:pt x="3963460" y="0"/>
                </a:cubicBezTo>
                <a:cubicBezTo>
                  <a:pt x="4055271" y="-17836"/>
                  <a:pt x="4437537" y="-9977"/>
                  <a:pt x="4656372" y="0"/>
                </a:cubicBezTo>
                <a:cubicBezTo>
                  <a:pt x="4875207" y="9977"/>
                  <a:pt x="5235816" y="-25714"/>
                  <a:pt x="5571017" y="0"/>
                </a:cubicBezTo>
                <a:cubicBezTo>
                  <a:pt x="5906218" y="25714"/>
                  <a:pt x="5888872" y="-27836"/>
                  <a:pt x="6153064" y="0"/>
                </a:cubicBezTo>
                <a:cubicBezTo>
                  <a:pt x="6417256" y="27836"/>
                  <a:pt x="6691175" y="15230"/>
                  <a:pt x="6956842" y="0"/>
                </a:cubicBezTo>
                <a:cubicBezTo>
                  <a:pt x="7222509" y="-15230"/>
                  <a:pt x="7359180" y="3008"/>
                  <a:pt x="7538889" y="0"/>
                </a:cubicBezTo>
                <a:cubicBezTo>
                  <a:pt x="7718598" y="-3008"/>
                  <a:pt x="7898757" y="-10935"/>
                  <a:pt x="8231801" y="0"/>
                </a:cubicBezTo>
                <a:cubicBezTo>
                  <a:pt x="8564845" y="10935"/>
                  <a:pt x="8588794" y="-19758"/>
                  <a:pt x="8702982" y="0"/>
                </a:cubicBezTo>
                <a:cubicBezTo>
                  <a:pt x="8817170" y="19758"/>
                  <a:pt x="9335941" y="4236"/>
                  <a:pt x="9506760" y="0"/>
                </a:cubicBezTo>
                <a:cubicBezTo>
                  <a:pt x="9677579" y="-4236"/>
                  <a:pt x="9803960" y="-5128"/>
                  <a:pt x="10088807" y="0"/>
                </a:cubicBezTo>
                <a:cubicBezTo>
                  <a:pt x="10373654" y="5128"/>
                  <a:pt x="10593431" y="-32292"/>
                  <a:pt x="11086601" y="0"/>
                </a:cubicBezTo>
                <a:lnTo>
                  <a:pt x="11086601" y="0"/>
                </a:lnTo>
                <a:cubicBezTo>
                  <a:pt x="11086055" y="267418"/>
                  <a:pt x="11067570" y="351277"/>
                  <a:pt x="11086601" y="575819"/>
                </a:cubicBezTo>
                <a:lnTo>
                  <a:pt x="11086601" y="575819"/>
                </a:lnTo>
                <a:cubicBezTo>
                  <a:pt x="10929004" y="572232"/>
                  <a:pt x="10845021" y="568162"/>
                  <a:pt x="10726286" y="575819"/>
                </a:cubicBezTo>
                <a:cubicBezTo>
                  <a:pt x="10607551" y="583476"/>
                  <a:pt x="10185402" y="558270"/>
                  <a:pt x="9922508" y="575819"/>
                </a:cubicBezTo>
                <a:cubicBezTo>
                  <a:pt x="9659614" y="593368"/>
                  <a:pt x="9677344" y="593750"/>
                  <a:pt x="9562193" y="575819"/>
                </a:cubicBezTo>
                <a:cubicBezTo>
                  <a:pt x="9447043" y="557888"/>
                  <a:pt x="9323740" y="588842"/>
                  <a:pt x="9091013" y="575819"/>
                </a:cubicBezTo>
                <a:cubicBezTo>
                  <a:pt x="8858286" y="562796"/>
                  <a:pt x="8465020" y="620031"/>
                  <a:pt x="8176368" y="575819"/>
                </a:cubicBezTo>
                <a:cubicBezTo>
                  <a:pt x="7887717" y="531607"/>
                  <a:pt x="7760405" y="588403"/>
                  <a:pt x="7372590" y="575819"/>
                </a:cubicBezTo>
                <a:cubicBezTo>
                  <a:pt x="6984775" y="563235"/>
                  <a:pt x="7116092" y="581831"/>
                  <a:pt x="7012275" y="575819"/>
                </a:cubicBezTo>
                <a:cubicBezTo>
                  <a:pt x="6908458" y="569807"/>
                  <a:pt x="6632282" y="604931"/>
                  <a:pt x="6319363" y="575819"/>
                </a:cubicBezTo>
                <a:cubicBezTo>
                  <a:pt x="6006444" y="546707"/>
                  <a:pt x="5743793" y="538441"/>
                  <a:pt x="5515584" y="575819"/>
                </a:cubicBezTo>
                <a:cubicBezTo>
                  <a:pt x="5287375" y="613197"/>
                  <a:pt x="4830198" y="577340"/>
                  <a:pt x="4600939" y="575819"/>
                </a:cubicBezTo>
                <a:cubicBezTo>
                  <a:pt x="4371681" y="574298"/>
                  <a:pt x="4343657" y="559190"/>
                  <a:pt x="4240625" y="575819"/>
                </a:cubicBezTo>
                <a:cubicBezTo>
                  <a:pt x="4137593" y="592448"/>
                  <a:pt x="3617946" y="545983"/>
                  <a:pt x="3325980" y="575819"/>
                </a:cubicBezTo>
                <a:cubicBezTo>
                  <a:pt x="3034015" y="605655"/>
                  <a:pt x="2754077" y="596511"/>
                  <a:pt x="2522202" y="575819"/>
                </a:cubicBezTo>
                <a:cubicBezTo>
                  <a:pt x="2290327" y="555127"/>
                  <a:pt x="2178167" y="582908"/>
                  <a:pt x="2051021" y="575819"/>
                </a:cubicBezTo>
                <a:cubicBezTo>
                  <a:pt x="1923875" y="568730"/>
                  <a:pt x="1679310" y="572305"/>
                  <a:pt x="1579841" y="575819"/>
                </a:cubicBezTo>
                <a:cubicBezTo>
                  <a:pt x="1480372" y="579333"/>
                  <a:pt x="1152358" y="577390"/>
                  <a:pt x="776062" y="575819"/>
                </a:cubicBezTo>
                <a:cubicBezTo>
                  <a:pt x="399766" y="574248"/>
                  <a:pt x="196933" y="609398"/>
                  <a:pt x="0" y="575819"/>
                </a:cubicBezTo>
                <a:lnTo>
                  <a:pt x="0" y="575819"/>
                </a:lnTo>
                <a:cubicBezTo>
                  <a:pt x="-24454" y="328975"/>
                  <a:pt x="24725" y="166099"/>
                  <a:pt x="0" y="0"/>
                </a:cubicBezTo>
                <a:close/>
              </a:path>
            </a:pathLst>
          </a:custGeom>
          <a:solidFill>
            <a:schemeClr val="accent1">
              <a:lumMod val="20000"/>
              <a:lumOff val="80000"/>
            </a:schemeClr>
          </a:solidFill>
          <a:ln w="19050" algn="ctr">
            <a:solidFill>
              <a:schemeClr val="accent3"/>
            </a:solidFill>
            <a:prstDash val="solid"/>
            <a:miter lim="800000"/>
            <a:headEnd/>
            <a:tailEnd/>
            <a:extLst>
              <a:ext uri="{C807C97D-BFC1-408E-A445-0C87EB9F89A2}">
                <ask:lineSketchStyleProps xmlns:ask="http://schemas.microsoft.com/office/drawing/2018/sketchyshapes" sd="2287336146">
                  <a:prstGeom prst="roundRect">
                    <a:avLst>
                      <a:gd name="adj" fmla="val 0"/>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a:solidFill>
                  <a:srgbClr val="26890D"/>
                </a:solidFill>
                <a:latin typeface="Verdana" panose="020B0604030504040204" pitchFamily="34" charset="0"/>
                <a:ea typeface="Verdana" panose="020B0604030504040204" pitchFamily="34" charset="0"/>
              </a:rPr>
              <a:t>DVC will need to transform Finance into a decision support and strategic advisory role to achieve its vision by 2030 </a:t>
            </a:r>
          </a:p>
        </p:txBody>
      </p:sp>
      <p:grpSp>
        <p:nvGrpSpPr>
          <p:cNvPr id="175" name="Graphic 4">
            <a:extLst>
              <a:ext uri="{FF2B5EF4-FFF2-40B4-BE49-F238E27FC236}">
                <a16:creationId xmlns:a16="http://schemas.microsoft.com/office/drawing/2014/main" id="{F6D9F931-D36D-5AB8-E9C0-D894DBB06286}"/>
              </a:ext>
            </a:extLst>
          </p:cNvPr>
          <p:cNvGrpSpPr/>
          <p:nvPr/>
        </p:nvGrpSpPr>
        <p:grpSpPr>
          <a:xfrm>
            <a:off x="581025" y="5915421"/>
            <a:ext cx="365760" cy="365760"/>
            <a:chOff x="6147119" y="4792617"/>
            <a:chExt cx="361670" cy="361333"/>
          </a:xfrm>
          <a:solidFill>
            <a:schemeClr val="accent4"/>
          </a:solidFill>
        </p:grpSpPr>
        <p:sp>
          <p:nvSpPr>
            <p:cNvPr id="176" name="Graphic 4">
              <a:extLst>
                <a:ext uri="{FF2B5EF4-FFF2-40B4-BE49-F238E27FC236}">
                  <a16:creationId xmlns:a16="http://schemas.microsoft.com/office/drawing/2014/main" id="{C82771C2-5DB4-9431-1044-5E3BA6762D04}"/>
                </a:ext>
              </a:extLst>
            </p:cNvPr>
            <p:cNvSpPr/>
            <p:nvPr/>
          </p:nvSpPr>
          <p:spPr>
            <a:xfrm>
              <a:off x="6147119" y="4792617"/>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79557 w 361670"/>
                <a:gd name="connsiteY5" fmla="*/ 259828 h 361333"/>
                <a:gd name="connsiteX6" fmla="*/ 175723 w 361670"/>
                <a:gd name="connsiteY6" fmla="*/ 265574 h 361333"/>
                <a:gd name="connsiteX7" fmla="*/ 173167 w 361670"/>
                <a:gd name="connsiteY7" fmla="*/ 266212 h 361333"/>
                <a:gd name="connsiteX8" fmla="*/ 168695 w 361670"/>
                <a:gd name="connsiteY8" fmla="*/ 264935 h 361333"/>
                <a:gd name="connsiteX9" fmla="*/ 113102 w 361670"/>
                <a:gd name="connsiteY9" fmla="*/ 216417 h 361333"/>
                <a:gd name="connsiteX10" fmla="*/ 79874 w 361670"/>
                <a:gd name="connsiteY10" fmla="*/ 216417 h 361333"/>
                <a:gd name="connsiteX11" fmla="*/ 73484 w 361670"/>
                <a:gd name="connsiteY11" fmla="*/ 210033 h 361333"/>
                <a:gd name="connsiteX12" fmla="*/ 73484 w 361670"/>
                <a:gd name="connsiteY12" fmla="*/ 152577 h 361333"/>
                <a:gd name="connsiteX13" fmla="*/ 79874 w 361670"/>
                <a:gd name="connsiteY13" fmla="*/ 146193 h 361333"/>
                <a:gd name="connsiteX14" fmla="*/ 113102 w 361670"/>
                <a:gd name="connsiteY14" fmla="*/ 146193 h 361333"/>
                <a:gd name="connsiteX15" fmla="*/ 168695 w 361670"/>
                <a:gd name="connsiteY15" fmla="*/ 97675 h 361333"/>
                <a:gd name="connsiteX16" fmla="*/ 175723 w 361670"/>
                <a:gd name="connsiteY16" fmla="*/ 96398 h 361333"/>
                <a:gd name="connsiteX17" fmla="*/ 179557 w 361670"/>
                <a:gd name="connsiteY17" fmla="*/ 102144 h 361333"/>
                <a:gd name="connsiteX18" fmla="*/ 179557 w 361670"/>
                <a:gd name="connsiteY18" fmla="*/ 259828 h 361333"/>
                <a:gd name="connsiteX19" fmla="*/ 179557 w 361670"/>
                <a:gd name="connsiteY19" fmla="*/ 259828 h 361333"/>
                <a:gd name="connsiteX20" fmla="*/ 208312 w 361670"/>
                <a:gd name="connsiteY20" fmla="*/ 199819 h 361333"/>
                <a:gd name="connsiteX21" fmla="*/ 203839 w 361670"/>
                <a:gd name="connsiteY21" fmla="*/ 201734 h 361333"/>
                <a:gd name="connsiteX22" fmla="*/ 199366 w 361670"/>
                <a:gd name="connsiteY22" fmla="*/ 199819 h 361333"/>
                <a:gd name="connsiteX23" fmla="*/ 198727 w 361670"/>
                <a:gd name="connsiteY23" fmla="*/ 190881 h 361333"/>
                <a:gd name="connsiteX24" fmla="*/ 202561 w 361670"/>
                <a:gd name="connsiteY24" fmla="*/ 180667 h 361333"/>
                <a:gd name="connsiteX25" fmla="*/ 198727 w 361670"/>
                <a:gd name="connsiteY25" fmla="*/ 170452 h 361333"/>
                <a:gd name="connsiteX26" fmla="*/ 199366 w 361670"/>
                <a:gd name="connsiteY26" fmla="*/ 161515 h 361333"/>
                <a:gd name="connsiteX27" fmla="*/ 208312 w 361670"/>
                <a:gd name="connsiteY27" fmla="*/ 162153 h 361333"/>
                <a:gd name="connsiteX28" fmla="*/ 215341 w 361670"/>
                <a:gd name="connsiteY28" fmla="*/ 180667 h 361333"/>
                <a:gd name="connsiteX29" fmla="*/ 208312 w 361670"/>
                <a:gd name="connsiteY29" fmla="*/ 199819 h 361333"/>
                <a:gd name="connsiteX30" fmla="*/ 230038 w 361670"/>
                <a:gd name="connsiteY30" fmla="*/ 229185 h 361333"/>
                <a:gd name="connsiteX31" fmla="*/ 225565 w 361670"/>
                <a:gd name="connsiteY31" fmla="*/ 230462 h 361333"/>
                <a:gd name="connsiteX32" fmla="*/ 220453 w 361670"/>
                <a:gd name="connsiteY32" fmla="*/ 228547 h 361333"/>
                <a:gd name="connsiteX33" fmla="*/ 221092 w 361670"/>
                <a:gd name="connsiteY33" fmla="*/ 219609 h 361333"/>
                <a:gd name="connsiteX34" fmla="*/ 238345 w 361670"/>
                <a:gd name="connsiteY34" fmla="*/ 181305 h 361333"/>
                <a:gd name="connsiteX35" fmla="*/ 221092 w 361670"/>
                <a:gd name="connsiteY35" fmla="*/ 143001 h 361333"/>
                <a:gd name="connsiteX36" fmla="*/ 220453 w 361670"/>
                <a:gd name="connsiteY36" fmla="*/ 134064 h 361333"/>
                <a:gd name="connsiteX37" fmla="*/ 229399 w 361670"/>
                <a:gd name="connsiteY37" fmla="*/ 133425 h 361333"/>
                <a:gd name="connsiteX38" fmla="*/ 251124 w 361670"/>
                <a:gd name="connsiteY38" fmla="*/ 181305 h 361333"/>
                <a:gd name="connsiteX39" fmla="*/ 230038 w 361670"/>
                <a:gd name="connsiteY39" fmla="*/ 229185 h 361333"/>
                <a:gd name="connsiteX40" fmla="*/ 251124 w 361670"/>
                <a:gd name="connsiteY40" fmla="*/ 257913 h 361333"/>
                <a:gd name="connsiteX41" fmla="*/ 247291 w 361670"/>
                <a:gd name="connsiteY41" fmla="*/ 259190 h 361333"/>
                <a:gd name="connsiteX42" fmla="*/ 242179 w 361670"/>
                <a:gd name="connsiteY42" fmla="*/ 256636 h 361333"/>
                <a:gd name="connsiteX43" fmla="*/ 242818 w 361670"/>
                <a:gd name="connsiteY43" fmla="*/ 247699 h 361333"/>
                <a:gd name="connsiteX44" fmla="*/ 274128 w 361670"/>
                <a:gd name="connsiteY44" fmla="*/ 180667 h 361333"/>
                <a:gd name="connsiteX45" fmla="*/ 242818 w 361670"/>
                <a:gd name="connsiteY45" fmla="*/ 113635 h 361333"/>
                <a:gd name="connsiteX46" fmla="*/ 242179 w 361670"/>
                <a:gd name="connsiteY46" fmla="*/ 104697 h 361333"/>
                <a:gd name="connsiteX47" fmla="*/ 251124 w 361670"/>
                <a:gd name="connsiteY47" fmla="*/ 104059 h 361333"/>
                <a:gd name="connsiteX48" fmla="*/ 286908 w 361670"/>
                <a:gd name="connsiteY48" fmla="*/ 180667 h 361333"/>
                <a:gd name="connsiteX49" fmla="*/ 251124 w 361670"/>
                <a:gd name="connsiteY49" fmla="*/ 257913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61670" h="361333">
                  <a:moveTo>
                    <a:pt x="180835" y="0"/>
                  </a:moveTo>
                  <a:cubicBezTo>
                    <a:pt x="80513" y="0"/>
                    <a:pt x="0" y="81077"/>
                    <a:pt x="0" y="180667"/>
                  </a:cubicBezTo>
                  <a:cubicBezTo>
                    <a:pt x="0" y="280895"/>
                    <a:pt x="81152" y="361334"/>
                    <a:pt x="180835" y="361334"/>
                  </a:cubicBezTo>
                  <a:cubicBezTo>
                    <a:pt x="280518" y="361334"/>
                    <a:pt x="361670" y="280257"/>
                    <a:pt x="361670" y="180667"/>
                  </a:cubicBezTo>
                  <a:cubicBezTo>
                    <a:pt x="361670" y="81077"/>
                    <a:pt x="280518" y="0"/>
                    <a:pt x="180835" y="0"/>
                  </a:cubicBezTo>
                  <a:close/>
                  <a:moveTo>
                    <a:pt x="179557" y="259828"/>
                  </a:moveTo>
                  <a:cubicBezTo>
                    <a:pt x="179557" y="262382"/>
                    <a:pt x="178279" y="264297"/>
                    <a:pt x="175723" y="265574"/>
                  </a:cubicBezTo>
                  <a:cubicBezTo>
                    <a:pt x="175084" y="266212"/>
                    <a:pt x="173806" y="266212"/>
                    <a:pt x="173167" y="266212"/>
                  </a:cubicBezTo>
                  <a:cubicBezTo>
                    <a:pt x="171889" y="266212"/>
                    <a:pt x="169972" y="265574"/>
                    <a:pt x="168695" y="264935"/>
                  </a:cubicBezTo>
                  <a:lnTo>
                    <a:pt x="113102" y="216417"/>
                  </a:lnTo>
                  <a:lnTo>
                    <a:pt x="79874" y="216417"/>
                  </a:lnTo>
                  <a:cubicBezTo>
                    <a:pt x="76040" y="216417"/>
                    <a:pt x="73484" y="213863"/>
                    <a:pt x="73484" y="210033"/>
                  </a:cubicBezTo>
                  <a:lnTo>
                    <a:pt x="73484" y="152577"/>
                  </a:lnTo>
                  <a:cubicBezTo>
                    <a:pt x="73484" y="148747"/>
                    <a:pt x="76040" y="146193"/>
                    <a:pt x="79874" y="146193"/>
                  </a:cubicBezTo>
                  <a:lnTo>
                    <a:pt x="113102" y="146193"/>
                  </a:lnTo>
                  <a:lnTo>
                    <a:pt x="168695" y="97675"/>
                  </a:lnTo>
                  <a:cubicBezTo>
                    <a:pt x="170611" y="95760"/>
                    <a:pt x="173167" y="95760"/>
                    <a:pt x="175723" y="96398"/>
                  </a:cubicBezTo>
                  <a:cubicBezTo>
                    <a:pt x="178279" y="97675"/>
                    <a:pt x="179557" y="99590"/>
                    <a:pt x="179557" y="102144"/>
                  </a:cubicBezTo>
                  <a:lnTo>
                    <a:pt x="179557" y="259828"/>
                  </a:lnTo>
                  <a:lnTo>
                    <a:pt x="179557" y="259828"/>
                  </a:lnTo>
                  <a:close/>
                  <a:moveTo>
                    <a:pt x="208312" y="199819"/>
                  </a:moveTo>
                  <a:cubicBezTo>
                    <a:pt x="207034" y="201095"/>
                    <a:pt x="205117" y="201734"/>
                    <a:pt x="203839" y="201734"/>
                  </a:cubicBezTo>
                  <a:cubicBezTo>
                    <a:pt x="202561" y="201734"/>
                    <a:pt x="200644" y="201095"/>
                    <a:pt x="199366" y="199819"/>
                  </a:cubicBezTo>
                  <a:cubicBezTo>
                    <a:pt x="196810" y="197265"/>
                    <a:pt x="196810" y="193435"/>
                    <a:pt x="198727" y="190881"/>
                  </a:cubicBezTo>
                  <a:cubicBezTo>
                    <a:pt x="201283" y="188327"/>
                    <a:pt x="202561" y="184497"/>
                    <a:pt x="202561" y="180667"/>
                  </a:cubicBezTo>
                  <a:cubicBezTo>
                    <a:pt x="202561" y="176836"/>
                    <a:pt x="201283" y="173644"/>
                    <a:pt x="198727" y="170452"/>
                  </a:cubicBezTo>
                  <a:cubicBezTo>
                    <a:pt x="196171" y="167899"/>
                    <a:pt x="196810" y="164068"/>
                    <a:pt x="199366" y="161515"/>
                  </a:cubicBezTo>
                  <a:cubicBezTo>
                    <a:pt x="201922" y="158961"/>
                    <a:pt x="205756" y="159600"/>
                    <a:pt x="208312" y="162153"/>
                  </a:cubicBezTo>
                  <a:cubicBezTo>
                    <a:pt x="212785" y="167260"/>
                    <a:pt x="215341" y="173644"/>
                    <a:pt x="215341" y="180667"/>
                  </a:cubicBezTo>
                  <a:cubicBezTo>
                    <a:pt x="215341" y="188327"/>
                    <a:pt x="212785" y="194711"/>
                    <a:pt x="208312" y="199819"/>
                  </a:cubicBezTo>
                  <a:close/>
                  <a:moveTo>
                    <a:pt x="230038" y="229185"/>
                  </a:moveTo>
                  <a:cubicBezTo>
                    <a:pt x="228760" y="230462"/>
                    <a:pt x="227482" y="230462"/>
                    <a:pt x="225565" y="230462"/>
                  </a:cubicBezTo>
                  <a:cubicBezTo>
                    <a:pt x="223648" y="230462"/>
                    <a:pt x="221731" y="229823"/>
                    <a:pt x="220453" y="228547"/>
                  </a:cubicBezTo>
                  <a:cubicBezTo>
                    <a:pt x="217897" y="225993"/>
                    <a:pt x="218536" y="222163"/>
                    <a:pt x="221092" y="219609"/>
                  </a:cubicBezTo>
                  <a:cubicBezTo>
                    <a:pt x="231955" y="210033"/>
                    <a:pt x="238345" y="195988"/>
                    <a:pt x="238345" y="181305"/>
                  </a:cubicBezTo>
                  <a:cubicBezTo>
                    <a:pt x="238345" y="166622"/>
                    <a:pt x="231955" y="152577"/>
                    <a:pt x="221092" y="143001"/>
                  </a:cubicBezTo>
                  <a:cubicBezTo>
                    <a:pt x="218536" y="140448"/>
                    <a:pt x="217897" y="136617"/>
                    <a:pt x="220453" y="134064"/>
                  </a:cubicBezTo>
                  <a:cubicBezTo>
                    <a:pt x="223009" y="131510"/>
                    <a:pt x="226843" y="130872"/>
                    <a:pt x="229399" y="133425"/>
                  </a:cubicBezTo>
                  <a:cubicBezTo>
                    <a:pt x="242818" y="145555"/>
                    <a:pt x="251124" y="162792"/>
                    <a:pt x="251124" y="181305"/>
                  </a:cubicBezTo>
                  <a:cubicBezTo>
                    <a:pt x="251764" y="199819"/>
                    <a:pt x="243456" y="217055"/>
                    <a:pt x="230038" y="229185"/>
                  </a:cubicBezTo>
                  <a:close/>
                  <a:moveTo>
                    <a:pt x="251124" y="257913"/>
                  </a:moveTo>
                  <a:cubicBezTo>
                    <a:pt x="249846" y="259190"/>
                    <a:pt x="248569" y="259190"/>
                    <a:pt x="247291" y="259190"/>
                  </a:cubicBezTo>
                  <a:cubicBezTo>
                    <a:pt x="245374" y="259190"/>
                    <a:pt x="243456" y="258551"/>
                    <a:pt x="242179" y="256636"/>
                  </a:cubicBezTo>
                  <a:cubicBezTo>
                    <a:pt x="239623" y="254083"/>
                    <a:pt x="240261" y="249614"/>
                    <a:pt x="242818" y="247699"/>
                  </a:cubicBezTo>
                  <a:cubicBezTo>
                    <a:pt x="262626" y="231100"/>
                    <a:pt x="274128" y="206841"/>
                    <a:pt x="274128" y="180667"/>
                  </a:cubicBezTo>
                  <a:cubicBezTo>
                    <a:pt x="274128" y="154492"/>
                    <a:pt x="262626" y="130233"/>
                    <a:pt x="242818" y="113635"/>
                  </a:cubicBezTo>
                  <a:cubicBezTo>
                    <a:pt x="240261" y="111081"/>
                    <a:pt x="239623" y="107251"/>
                    <a:pt x="242179" y="104697"/>
                  </a:cubicBezTo>
                  <a:cubicBezTo>
                    <a:pt x="244735" y="102144"/>
                    <a:pt x="248569" y="101505"/>
                    <a:pt x="251124" y="104059"/>
                  </a:cubicBezTo>
                  <a:cubicBezTo>
                    <a:pt x="274128" y="123211"/>
                    <a:pt x="286908" y="150662"/>
                    <a:pt x="286908" y="180667"/>
                  </a:cubicBezTo>
                  <a:cubicBezTo>
                    <a:pt x="287547" y="210671"/>
                    <a:pt x="274128" y="238761"/>
                    <a:pt x="251124" y="257913"/>
                  </a:cubicBezTo>
                  <a:close/>
                </a:path>
              </a:pathLst>
            </a:custGeom>
            <a:grpFill/>
            <a:ln w="6390" cap="flat">
              <a:noFill/>
              <a:prstDash val="solid"/>
              <a:miter/>
            </a:ln>
          </p:spPr>
          <p:txBody>
            <a:bodyPr rtlCol="0" anchor="ctr"/>
            <a:lstStyle/>
            <a:p>
              <a:endParaRPr lang="en-US"/>
            </a:p>
          </p:txBody>
        </p:sp>
        <p:sp>
          <p:nvSpPr>
            <p:cNvPr id="184" name="Graphic 4">
              <a:extLst>
                <a:ext uri="{FF2B5EF4-FFF2-40B4-BE49-F238E27FC236}">
                  <a16:creationId xmlns:a16="http://schemas.microsoft.com/office/drawing/2014/main" id="{92D544A3-6A3C-57D8-F882-8691D5873D97}"/>
                </a:ext>
              </a:extLst>
            </p:cNvPr>
            <p:cNvSpPr/>
            <p:nvPr/>
          </p:nvSpPr>
          <p:spPr>
            <a:xfrm>
              <a:off x="6233383" y="4908806"/>
              <a:ext cx="80513" cy="129594"/>
            </a:xfrm>
            <a:custGeom>
              <a:avLst/>
              <a:gdLst>
                <a:gd name="connsiteX0" fmla="*/ 29394 w 80513"/>
                <a:gd name="connsiteY0" fmla="*/ 42773 h 129594"/>
                <a:gd name="connsiteX1" fmla="*/ 0 w 80513"/>
                <a:gd name="connsiteY1" fmla="*/ 42773 h 129594"/>
                <a:gd name="connsiteX2" fmla="*/ 0 w 80513"/>
                <a:gd name="connsiteY2" fmla="*/ 87461 h 129594"/>
                <a:gd name="connsiteX3" fmla="*/ 29394 w 80513"/>
                <a:gd name="connsiteY3" fmla="*/ 87461 h 129594"/>
                <a:gd name="connsiteX4" fmla="*/ 33867 w 80513"/>
                <a:gd name="connsiteY4" fmla="*/ 88738 h 129594"/>
                <a:gd name="connsiteX5" fmla="*/ 80513 w 80513"/>
                <a:gd name="connsiteY5" fmla="*/ 129595 h 129594"/>
                <a:gd name="connsiteX6" fmla="*/ 80513 w 80513"/>
                <a:gd name="connsiteY6" fmla="*/ 0 h 129594"/>
                <a:gd name="connsiteX7" fmla="*/ 33867 w 80513"/>
                <a:gd name="connsiteY7" fmla="*/ 40858 h 129594"/>
                <a:gd name="connsiteX8" fmla="*/ 29394 w 80513"/>
                <a:gd name="connsiteY8" fmla="*/ 42773 h 12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513" h="129594">
                  <a:moveTo>
                    <a:pt x="29394" y="42773"/>
                  </a:moveTo>
                  <a:lnTo>
                    <a:pt x="0" y="42773"/>
                  </a:lnTo>
                  <a:lnTo>
                    <a:pt x="0" y="87461"/>
                  </a:lnTo>
                  <a:lnTo>
                    <a:pt x="29394" y="87461"/>
                  </a:lnTo>
                  <a:cubicBezTo>
                    <a:pt x="30672" y="87461"/>
                    <a:pt x="32589" y="88099"/>
                    <a:pt x="33867" y="88738"/>
                  </a:cubicBezTo>
                  <a:lnTo>
                    <a:pt x="80513" y="129595"/>
                  </a:lnTo>
                  <a:lnTo>
                    <a:pt x="80513" y="0"/>
                  </a:lnTo>
                  <a:lnTo>
                    <a:pt x="33867" y="40858"/>
                  </a:lnTo>
                  <a:cubicBezTo>
                    <a:pt x="32589" y="42135"/>
                    <a:pt x="31311" y="42773"/>
                    <a:pt x="29394" y="42773"/>
                  </a:cubicBezTo>
                  <a:close/>
                </a:path>
              </a:pathLst>
            </a:custGeom>
            <a:grpFill/>
            <a:ln w="6390" cap="flat">
              <a:noFill/>
              <a:prstDash val="solid"/>
              <a:miter/>
            </a:ln>
          </p:spPr>
          <p:txBody>
            <a:bodyPr rtlCol="0" anchor="ctr"/>
            <a:lstStyle/>
            <a:p>
              <a:endParaRPr lang="en-US"/>
            </a:p>
          </p:txBody>
        </p:sp>
      </p:grpSp>
      <p:sp>
        <p:nvSpPr>
          <p:cNvPr id="6" name="Freeform 305">
            <a:extLst>
              <a:ext uri="{FF2B5EF4-FFF2-40B4-BE49-F238E27FC236}">
                <a16:creationId xmlns:a16="http://schemas.microsoft.com/office/drawing/2014/main" id="{095975D4-818A-C753-F3F0-4F1F2FA1D9A6}"/>
              </a:ext>
            </a:extLst>
          </p:cNvPr>
          <p:cNvSpPr>
            <a:spLocks noChangeAspect="1" noEditPoints="1"/>
          </p:cNvSpPr>
          <p:nvPr/>
        </p:nvSpPr>
        <p:spPr bwMode="auto">
          <a:xfrm>
            <a:off x="8154616" y="4735256"/>
            <a:ext cx="367041" cy="368120"/>
          </a:xfrm>
          <a:custGeom>
            <a:avLst/>
            <a:gdLst>
              <a:gd name="T0" fmla="*/ 294 w 512"/>
              <a:gd name="T1" fmla="*/ 298 h 512"/>
              <a:gd name="T2" fmla="*/ 287 w 512"/>
              <a:gd name="T3" fmla="*/ 324 h 512"/>
              <a:gd name="T4" fmla="*/ 239 w 512"/>
              <a:gd name="T5" fmla="*/ 213 h 512"/>
              <a:gd name="T6" fmla="*/ 256 w 512"/>
              <a:gd name="T7" fmla="*/ 181 h 512"/>
              <a:gd name="T8" fmla="*/ 287 w 512"/>
              <a:gd name="T9" fmla="*/ 188 h 512"/>
              <a:gd name="T10" fmla="*/ 317 w 512"/>
              <a:gd name="T11" fmla="*/ 213 h 512"/>
              <a:gd name="T12" fmla="*/ 297 w 512"/>
              <a:gd name="T13" fmla="*/ 277 h 512"/>
              <a:gd name="T14" fmla="*/ 330 w 512"/>
              <a:gd name="T15" fmla="*/ 256 h 512"/>
              <a:gd name="T16" fmla="*/ 297 w 512"/>
              <a:gd name="T17" fmla="*/ 234 h 512"/>
              <a:gd name="T18" fmla="*/ 276 w 512"/>
              <a:gd name="T19" fmla="*/ 277 h 512"/>
              <a:gd name="T20" fmla="*/ 276 w 512"/>
              <a:gd name="T21" fmla="*/ 234 h 512"/>
              <a:gd name="T22" fmla="*/ 234 w 512"/>
              <a:gd name="T23" fmla="*/ 256 h 512"/>
              <a:gd name="T24" fmla="*/ 276 w 512"/>
              <a:gd name="T25" fmla="*/ 277 h 512"/>
              <a:gd name="T26" fmla="*/ 214 w 512"/>
              <a:gd name="T27" fmla="*/ 234 h 512"/>
              <a:gd name="T28" fmla="*/ 181 w 512"/>
              <a:gd name="T29" fmla="*/ 256 h 512"/>
              <a:gd name="T30" fmla="*/ 214 w 512"/>
              <a:gd name="T31" fmla="*/ 277 h 512"/>
              <a:gd name="T32" fmla="*/ 512 w 512"/>
              <a:gd name="T33" fmla="*/ 256 h 512"/>
              <a:gd name="T34" fmla="*/ 0 w 512"/>
              <a:gd name="T35" fmla="*/ 256 h 512"/>
              <a:gd name="T36" fmla="*/ 512 w 512"/>
              <a:gd name="T37" fmla="*/ 256 h 512"/>
              <a:gd name="T38" fmla="*/ 256 w 512"/>
              <a:gd name="T39" fmla="*/ 352 h 512"/>
              <a:gd name="T40" fmla="*/ 256 w 512"/>
              <a:gd name="T41" fmla="*/ 160 h 512"/>
              <a:gd name="T42" fmla="*/ 416 w 512"/>
              <a:gd name="T43" fmla="*/ 256 h 512"/>
              <a:gd name="T44" fmla="*/ 249 w 512"/>
              <a:gd name="T45" fmla="*/ 96 h 512"/>
              <a:gd name="T46" fmla="*/ 263 w 512"/>
              <a:gd name="T47" fmla="*/ 67 h 512"/>
              <a:gd name="T48" fmla="*/ 216 w 512"/>
              <a:gd name="T49" fmla="*/ 99 h 512"/>
              <a:gd name="T50" fmla="*/ 248 w 512"/>
              <a:gd name="T51" fmla="*/ 146 h 512"/>
              <a:gd name="T52" fmla="*/ 263 w 512"/>
              <a:gd name="T53" fmla="*/ 146 h 512"/>
              <a:gd name="T54" fmla="*/ 249 w 512"/>
              <a:gd name="T55" fmla="*/ 117 h 512"/>
              <a:gd name="T56" fmla="*/ 394 w 512"/>
              <a:gd name="T57" fmla="*/ 256 h 512"/>
              <a:gd name="T58" fmla="*/ 117 w 512"/>
              <a:gd name="T59" fmla="*/ 266 h 512"/>
              <a:gd name="T60" fmla="*/ 96 w 512"/>
              <a:gd name="T61" fmla="*/ 267 h 512"/>
              <a:gd name="T62" fmla="*/ 416 w 512"/>
              <a:gd name="T63" fmla="*/ 256 h 512"/>
              <a:gd name="T64" fmla="*/ 225 w 512"/>
              <a:gd name="T65" fmla="*/ 324 h 512"/>
              <a:gd name="T66" fmla="*/ 194 w 512"/>
              <a:gd name="T67" fmla="*/ 298 h 512"/>
              <a:gd name="T68" fmla="*/ 272 w 512"/>
              <a:gd name="T69" fmla="*/ 298 h 512"/>
              <a:gd name="T70" fmla="*/ 256 w 512"/>
              <a:gd name="T71" fmla="*/ 330 h 512"/>
              <a:gd name="T72" fmla="*/ 194 w 512"/>
              <a:gd name="T73" fmla="*/ 213 h 512"/>
              <a:gd name="T74" fmla="*/ 225 w 512"/>
              <a:gd name="T75" fmla="*/ 18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87" y="324"/>
                </a:moveTo>
                <a:cubicBezTo>
                  <a:pt x="290" y="316"/>
                  <a:pt x="292" y="308"/>
                  <a:pt x="294" y="298"/>
                </a:cubicBezTo>
                <a:cubicBezTo>
                  <a:pt x="317" y="298"/>
                  <a:pt x="317" y="298"/>
                  <a:pt x="317" y="298"/>
                </a:cubicBezTo>
                <a:cubicBezTo>
                  <a:pt x="309" y="309"/>
                  <a:pt x="299" y="318"/>
                  <a:pt x="287" y="324"/>
                </a:cubicBezTo>
                <a:close/>
                <a:moveTo>
                  <a:pt x="256" y="181"/>
                </a:moveTo>
                <a:cubicBezTo>
                  <a:pt x="252" y="181"/>
                  <a:pt x="244" y="192"/>
                  <a:pt x="239" y="213"/>
                </a:cubicBezTo>
                <a:cubicBezTo>
                  <a:pt x="272" y="213"/>
                  <a:pt x="272" y="213"/>
                  <a:pt x="272" y="213"/>
                </a:cubicBezTo>
                <a:cubicBezTo>
                  <a:pt x="267" y="192"/>
                  <a:pt x="260" y="181"/>
                  <a:pt x="256" y="181"/>
                </a:cubicBezTo>
                <a:close/>
                <a:moveTo>
                  <a:pt x="317" y="213"/>
                </a:moveTo>
                <a:cubicBezTo>
                  <a:pt x="309" y="202"/>
                  <a:pt x="299" y="193"/>
                  <a:pt x="287" y="188"/>
                </a:cubicBezTo>
                <a:cubicBezTo>
                  <a:pt x="290" y="195"/>
                  <a:pt x="292" y="204"/>
                  <a:pt x="294" y="213"/>
                </a:cubicBezTo>
                <a:lnTo>
                  <a:pt x="317" y="213"/>
                </a:lnTo>
                <a:close/>
                <a:moveTo>
                  <a:pt x="298" y="256"/>
                </a:moveTo>
                <a:cubicBezTo>
                  <a:pt x="298" y="263"/>
                  <a:pt x="298" y="270"/>
                  <a:pt x="297" y="277"/>
                </a:cubicBezTo>
                <a:cubicBezTo>
                  <a:pt x="327" y="277"/>
                  <a:pt x="327" y="277"/>
                  <a:pt x="327" y="277"/>
                </a:cubicBezTo>
                <a:cubicBezTo>
                  <a:pt x="329" y="270"/>
                  <a:pt x="330" y="263"/>
                  <a:pt x="330" y="256"/>
                </a:cubicBezTo>
                <a:cubicBezTo>
                  <a:pt x="330" y="248"/>
                  <a:pt x="329" y="241"/>
                  <a:pt x="327" y="234"/>
                </a:cubicBezTo>
                <a:cubicBezTo>
                  <a:pt x="297" y="234"/>
                  <a:pt x="297" y="234"/>
                  <a:pt x="297" y="234"/>
                </a:cubicBezTo>
                <a:cubicBezTo>
                  <a:pt x="298" y="241"/>
                  <a:pt x="298" y="249"/>
                  <a:pt x="298" y="256"/>
                </a:cubicBezTo>
                <a:close/>
                <a:moveTo>
                  <a:pt x="276" y="277"/>
                </a:moveTo>
                <a:cubicBezTo>
                  <a:pt x="277" y="270"/>
                  <a:pt x="277" y="263"/>
                  <a:pt x="277" y="256"/>
                </a:cubicBezTo>
                <a:cubicBezTo>
                  <a:pt x="277" y="248"/>
                  <a:pt x="277" y="241"/>
                  <a:pt x="276" y="234"/>
                </a:cubicBezTo>
                <a:cubicBezTo>
                  <a:pt x="235" y="234"/>
                  <a:pt x="235" y="234"/>
                  <a:pt x="235" y="234"/>
                </a:cubicBezTo>
                <a:cubicBezTo>
                  <a:pt x="235" y="241"/>
                  <a:pt x="234" y="248"/>
                  <a:pt x="234" y="256"/>
                </a:cubicBezTo>
                <a:cubicBezTo>
                  <a:pt x="234" y="263"/>
                  <a:pt x="235" y="270"/>
                  <a:pt x="235" y="277"/>
                </a:cubicBezTo>
                <a:lnTo>
                  <a:pt x="276" y="277"/>
                </a:lnTo>
                <a:close/>
                <a:moveTo>
                  <a:pt x="213" y="256"/>
                </a:moveTo>
                <a:cubicBezTo>
                  <a:pt x="213" y="249"/>
                  <a:pt x="213" y="241"/>
                  <a:pt x="214" y="234"/>
                </a:cubicBezTo>
                <a:cubicBezTo>
                  <a:pt x="184" y="234"/>
                  <a:pt x="184" y="234"/>
                  <a:pt x="184" y="234"/>
                </a:cubicBezTo>
                <a:cubicBezTo>
                  <a:pt x="182" y="241"/>
                  <a:pt x="181" y="248"/>
                  <a:pt x="181" y="256"/>
                </a:cubicBezTo>
                <a:cubicBezTo>
                  <a:pt x="181" y="263"/>
                  <a:pt x="182" y="270"/>
                  <a:pt x="184" y="277"/>
                </a:cubicBezTo>
                <a:cubicBezTo>
                  <a:pt x="214" y="277"/>
                  <a:pt x="214" y="277"/>
                  <a:pt x="214" y="277"/>
                </a:cubicBezTo>
                <a:cubicBezTo>
                  <a:pt x="213" y="270"/>
                  <a:pt x="213" y="263"/>
                  <a:pt x="213" y="25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60" y="256"/>
                </a:moveTo>
                <a:cubicBezTo>
                  <a:pt x="160" y="309"/>
                  <a:pt x="203" y="352"/>
                  <a:pt x="256" y="352"/>
                </a:cubicBezTo>
                <a:cubicBezTo>
                  <a:pt x="309" y="352"/>
                  <a:pt x="352" y="309"/>
                  <a:pt x="352" y="256"/>
                </a:cubicBezTo>
                <a:cubicBezTo>
                  <a:pt x="352" y="203"/>
                  <a:pt x="309" y="160"/>
                  <a:pt x="256" y="160"/>
                </a:cubicBezTo>
                <a:cubicBezTo>
                  <a:pt x="203" y="160"/>
                  <a:pt x="160" y="203"/>
                  <a:pt x="160" y="256"/>
                </a:cubicBezTo>
                <a:close/>
                <a:moveTo>
                  <a:pt x="416" y="256"/>
                </a:moveTo>
                <a:cubicBezTo>
                  <a:pt x="416" y="167"/>
                  <a:pt x="344" y="96"/>
                  <a:pt x="256" y="96"/>
                </a:cubicBezTo>
                <a:cubicBezTo>
                  <a:pt x="249" y="96"/>
                  <a:pt x="249" y="96"/>
                  <a:pt x="249" y="96"/>
                </a:cubicBezTo>
                <a:cubicBezTo>
                  <a:pt x="263" y="82"/>
                  <a:pt x="263" y="82"/>
                  <a:pt x="263" y="82"/>
                </a:cubicBezTo>
                <a:cubicBezTo>
                  <a:pt x="267" y="78"/>
                  <a:pt x="267" y="71"/>
                  <a:pt x="263" y="67"/>
                </a:cubicBezTo>
                <a:cubicBezTo>
                  <a:pt x="259" y="63"/>
                  <a:pt x="252" y="63"/>
                  <a:pt x="248" y="67"/>
                </a:cubicBezTo>
                <a:cubicBezTo>
                  <a:pt x="216" y="99"/>
                  <a:pt x="216" y="99"/>
                  <a:pt x="216" y="99"/>
                </a:cubicBezTo>
                <a:cubicBezTo>
                  <a:pt x="212" y="103"/>
                  <a:pt x="212" y="110"/>
                  <a:pt x="216" y="114"/>
                </a:cubicBezTo>
                <a:cubicBezTo>
                  <a:pt x="248" y="146"/>
                  <a:pt x="248" y="146"/>
                  <a:pt x="248" y="146"/>
                </a:cubicBezTo>
                <a:cubicBezTo>
                  <a:pt x="250" y="148"/>
                  <a:pt x="253" y="149"/>
                  <a:pt x="256" y="149"/>
                </a:cubicBezTo>
                <a:cubicBezTo>
                  <a:pt x="258" y="149"/>
                  <a:pt x="261" y="148"/>
                  <a:pt x="263" y="146"/>
                </a:cubicBezTo>
                <a:cubicBezTo>
                  <a:pt x="267" y="142"/>
                  <a:pt x="267" y="135"/>
                  <a:pt x="263" y="131"/>
                </a:cubicBezTo>
                <a:cubicBezTo>
                  <a:pt x="249" y="117"/>
                  <a:pt x="249" y="117"/>
                  <a:pt x="249" y="117"/>
                </a:cubicBezTo>
                <a:cubicBezTo>
                  <a:pt x="256" y="117"/>
                  <a:pt x="256" y="117"/>
                  <a:pt x="256" y="117"/>
                </a:cubicBezTo>
                <a:cubicBezTo>
                  <a:pt x="332" y="117"/>
                  <a:pt x="394" y="179"/>
                  <a:pt x="394" y="256"/>
                </a:cubicBezTo>
                <a:cubicBezTo>
                  <a:pt x="394" y="332"/>
                  <a:pt x="332" y="394"/>
                  <a:pt x="256" y="394"/>
                </a:cubicBezTo>
                <a:cubicBezTo>
                  <a:pt x="183" y="394"/>
                  <a:pt x="122" y="338"/>
                  <a:pt x="117" y="266"/>
                </a:cubicBezTo>
                <a:cubicBezTo>
                  <a:pt x="117" y="260"/>
                  <a:pt x="112" y="255"/>
                  <a:pt x="106" y="256"/>
                </a:cubicBezTo>
                <a:cubicBezTo>
                  <a:pt x="100" y="256"/>
                  <a:pt x="96" y="261"/>
                  <a:pt x="96" y="267"/>
                </a:cubicBezTo>
                <a:cubicBezTo>
                  <a:pt x="102" y="350"/>
                  <a:pt x="172" y="416"/>
                  <a:pt x="256" y="416"/>
                </a:cubicBezTo>
                <a:cubicBezTo>
                  <a:pt x="344" y="416"/>
                  <a:pt x="416" y="344"/>
                  <a:pt x="416" y="256"/>
                </a:cubicBezTo>
                <a:close/>
                <a:moveTo>
                  <a:pt x="194" y="298"/>
                </a:moveTo>
                <a:cubicBezTo>
                  <a:pt x="202" y="309"/>
                  <a:pt x="213" y="318"/>
                  <a:pt x="225" y="324"/>
                </a:cubicBezTo>
                <a:cubicBezTo>
                  <a:pt x="222" y="316"/>
                  <a:pt x="219" y="308"/>
                  <a:pt x="217" y="298"/>
                </a:cubicBezTo>
                <a:lnTo>
                  <a:pt x="194" y="298"/>
                </a:lnTo>
                <a:close/>
                <a:moveTo>
                  <a:pt x="256" y="330"/>
                </a:moveTo>
                <a:cubicBezTo>
                  <a:pt x="260" y="330"/>
                  <a:pt x="267" y="319"/>
                  <a:pt x="272" y="298"/>
                </a:cubicBezTo>
                <a:cubicBezTo>
                  <a:pt x="239" y="298"/>
                  <a:pt x="239" y="298"/>
                  <a:pt x="239" y="298"/>
                </a:cubicBezTo>
                <a:cubicBezTo>
                  <a:pt x="244" y="319"/>
                  <a:pt x="252" y="330"/>
                  <a:pt x="256" y="330"/>
                </a:cubicBezTo>
                <a:close/>
                <a:moveTo>
                  <a:pt x="225" y="188"/>
                </a:moveTo>
                <a:cubicBezTo>
                  <a:pt x="213" y="193"/>
                  <a:pt x="202" y="202"/>
                  <a:pt x="194" y="213"/>
                </a:cubicBezTo>
                <a:cubicBezTo>
                  <a:pt x="217" y="213"/>
                  <a:pt x="217" y="213"/>
                  <a:pt x="217" y="213"/>
                </a:cubicBezTo>
                <a:cubicBezTo>
                  <a:pt x="219" y="204"/>
                  <a:pt x="222" y="195"/>
                  <a:pt x="225" y="188"/>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8" name="Group 374">
            <a:extLst>
              <a:ext uri="{FF2B5EF4-FFF2-40B4-BE49-F238E27FC236}">
                <a16:creationId xmlns:a16="http://schemas.microsoft.com/office/drawing/2014/main" id="{D46D8235-F9E8-3A18-5FE2-578C9CE8F172}"/>
              </a:ext>
            </a:extLst>
          </p:cNvPr>
          <p:cNvGrpSpPr>
            <a:grpSpLocks noChangeAspect="1"/>
          </p:cNvGrpSpPr>
          <p:nvPr/>
        </p:nvGrpSpPr>
        <p:grpSpPr bwMode="auto">
          <a:xfrm>
            <a:off x="11407902" y="4719435"/>
            <a:ext cx="367636" cy="367632"/>
            <a:chOff x="6996" y="1195"/>
            <a:chExt cx="340" cy="340"/>
          </a:xfrm>
          <a:solidFill>
            <a:schemeClr val="accent4"/>
          </a:solidFill>
        </p:grpSpPr>
        <p:sp>
          <p:nvSpPr>
            <p:cNvPr id="10" name="Freeform 375">
              <a:extLst>
                <a:ext uri="{FF2B5EF4-FFF2-40B4-BE49-F238E27FC236}">
                  <a16:creationId xmlns:a16="http://schemas.microsoft.com/office/drawing/2014/main" id="{EA09BE3B-A4CB-0F0F-1FED-335A26A51FAE}"/>
                </a:ext>
              </a:extLst>
            </p:cNvPr>
            <p:cNvSpPr>
              <a:spLocks/>
            </p:cNvSpPr>
            <p:nvPr/>
          </p:nvSpPr>
          <p:spPr bwMode="auto">
            <a:xfrm>
              <a:off x="7130" y="1287"/>
              <a:ext cx="29" cy="70"/>
            </a:xfrm>
            <a:custGeom>
              <a:avLst/>
              <a:gdLst>
                <a:gd name="T0" fmla="*/ 0 w 43"/>
                <a:gd name="T1" fmla="*/ 53 h 105"/>
                <a:gd name="T2" fmla="*/ 43 w 43"/>
                <a:gd name="T3" fmla="*/ 105 h 105"/>
                <a:gd name="T4" fmla="*/ 43 w 43"/>
                <a:gd name="T5" fmla="*/ 0 h 105"/>
                <a:gd name="T6" fmla="*/ 0 w 43"/>
                <a:gd name="T7" fmla="*/ 53 h 105"/>
              </a:gdLst>
              <a:ahLst/>
              <a:cxnLst>
                <a:cxn ang="0">
                  <a:pos x="T0" y="T1"/>
                </a:cxn>
                <a:cxn ang="0">
                  <a:pos x="T2" y="T3"/>
                </a:cxn>
                <a:cxn ang="0">
                  <a:pos x="T4" y="T5"/>
                </a:cxn>
                <a:cxn ang="0">
                  <a:pos x="T6" y="T7"/>
                </a:cxn>
              </a:cxnLst>
              <a:rect l="0" t="0" r="r" b="b"/>
              <a:pathLst>
                <a:path w="43" h="105">
                  <a:moveTo>
                    <a:pt x="0" y="53"/>
                  </a:moveTo>
                  <a:cubicBezTo>
                    <a:pt x="0" y="78"/>
                    <a:pt x="19" y="100"/>
                    <a:pt x="43" y="105"/>
                  </a:cubicBezTo>
                  <a:cubicBezTo>
                    <a:pt x="43" y="0"/>
                    <a:pt x="43" y="0"/>
                    <a:pt x="43" y="0"/>
                  </a:cubicBezTo>
                  <a:cubicBezTo>
                    <a:pt x="19" y="5"/>
                    <a:pt x="0" y="27"/>
                    <a:pt x="0" y="5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376">
              <a:extLst>
                <a:ext uri="{FF2B5EF4-FFF2-40B4-BE49-F238E27FC236}">
                  <a16:creationId xmlns:a16="http://schemas.microsoft.com/office/drawing/2014/main" id="{3356984D-5A21-3B43-A5D0-177292915665}"/>
                </a:ext>
              </a:extLst>
            </p:cNvPr>
            <p:cNvSpPr>
              <a:spLocks/>
            </p:cNvSpPr>
            <p:nvPr/>
          </p:nvSpPr>
          <p:spPr bwMode="auto">
            <a:xfrm>
              <a:off x="7173" y="1372"/>
              <a:ext cx="28" cy="70"/>
            </a:xfrm>
            <a:custGeom>
              <a:avLst/>
              <a:gdLst>
                <a:gd name="T0" fmla="*/ 0 w 43"/>
                <a:gd name="T1" fmla="*/ 0 h 105"/>
                <a:gd name="T2" fmla="*/ 0 w 43"/>
                <a:gd name="T3" fmla="*/ 105 h 105"/>
                <a:gd name="T4" fmla="*/ 43 w 43"/>
                <a:gd name="T5" fmla="*/ 53 h 105"/>
                <a:gd name="T6" fmla="*/ 0 w 43"/>
                <a:gd name="T7" fmla="*/ 0 h 105"/>
              </a:gdLst>
              <a:ahLst/>
              <a:cxnLst>
                <a:cxn ang="0">
                  <a:pos x="T0" y="T1"/>
                </a:cxn>
                <a:cxn ang="0">
                  <a:pos x="T2" y="T3"/>
                </a:cxn>
                <a:cxn ang="0">
                  <a:pos x="T4" y="T5"/>
                </a:cxn>
                <a:cxn ang="0">
                  <a:pos x="T6" y="T7"/>
                </a:cxn>
              </a:cxnLst>
              <a:rect l="0" t="0" r="r" b="b"/>
              <a:pathLst>
                <a:path w="43" h="105">
                  <a:moveTo>
                    <a:pt x="0" y="0"/>
                  </a:moveTo>
                  <a:cubicBezTo>
                    <a:pt x="0" y="105"/>
                    <a:pt x="0" y="105"/>
                    <a:pt x="0" y="105"/>
                  </a:cubicBezTo>
                  <a:cubicBezTo>
                    <a:pt x="25" y="100"/>
                    <a:pt x="43" y="78"/>
                    <a:pt x="43" y="53"/>
                  </a:cubicBezTo>
                  <a:cubicBezTo>
                    <a:pt x="43" y="27"/>
                    <a:pt x="25" y="5"/>
                    <a:pt x="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377">
              <a:extLst>
                <a:ext uri="{FF2B5EF4-FFF2-40B4-BE49-F238E27FC236}">
                  <a16:creationId xmlns:a16="http://schemas.microsoft.com/office/drawing/2014/main" id="{1C555016-A361-8006-65B4-4F3B172C4E01}"/>
                </a:ext>
              </a:extLst>
            </p:cNvPr>
            <p:cNvSpPr>
              <a:spLocks noEditPoints="1"/>
            </p:cNvSpPr>
            <p:nvPr/>
          </p:nvSpPr>
          <p:spPr bwMode="auto">
            <a:xfrm>
              <a:off x="6996" y="1195"/>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66 w 512"/>
                <a:gd name="T11" fmla="*/ 393 h 512"/>
                <a:gd name="T12" fmla="*/ 266 w 512"/>
                <a:gd name="T13" fmla="*/ 416 h 512"/>
                <a:gd name="T14" fmla="*/ 256 w 512"/>
                <a:gd name="T15" fmla="*/ 426 h 512"/>
                <a:gd name="T16" fmla="*/ 245 w 512"/>
                <a:gd name="T17" fmla="*/ 416 h 512"/>
                <a:gd name="T18" fmla="*/ 245 w 512"/>
                <a:gd name="T19" fmla="*/ 393 h 512"/>
                <a:gd name="T20" fmla="*/ 185 w 512"/>
                <a:gd name="T21" fmla="*/ 345 h 512"/>
                <a:gd name="T22" fmla="*/ 192 w 512"/>
                <a:gd name="T23" fmla="*/ 331 h 512"/>
                <a:gd name="T24" fmla="*/ 205 w 512"/>
                <a:gd name="T25" fmla="*/ 337 h 512"/>
                <a:gd name="T26" fmla="*/ 245 w 512"/>
                <a:gd name="T27" fmla="*/ 372 h 512"/>
                <a:gd name="T28" fmla="*/ 245 w 512"/>
                <a:gd name="T29" fmla="*/ 265 h 512"/>
                <a:gd name="T30" fmla="*/ 181 w 512"/>
                <a:gd name="T31" fmla="*/ 192 h 512"/>
                <a:gd name="T32" fmla="*/ 245 w 512"/>
                <a:gd name="T33" fmla="*/ 118 h 512"/>
                <a:gd name="T34" fmla="*/ 245 w 512"/>
                <a:gd name="T35" fmla="*/ 106 h 512"/>
                <a:gd name="T36" fmla="*/ 256 w 512"/>
                <a:gd name="T37" fmla="*/ 96 h 512"/>
                <a:gd name="T38" fmla="*/ 266 w 512"/>
                <a:gd name="T39" fmla="*/ 106 h 512"/>
                <a:gd name="T40" fmla="*/ 266 w 512"/>
                <a:gd name="T41" fmla="*/ 118 h 512"/>
                <a:gd name="T42" fmla="*/ 320 w 512"/>
                <a:gd name="T43" fmla="*/ 154 h 512"/>
                <a:gd name="T44" fmla="*/ 316 w 512"/>
                <a:gd name="T45" fmla="*/ 169 h 512"/>
                <a:gd name="T46" fmla="*/ 302 w 512"/>
                <a:gd name="T47" fmla="*/ 165 h 512"/>
                <a:gd name="T48" fmla="*/ 266 w 512"/>
                <a:gd name="T49" fmla="*/ 140 h 512"/>
                <a:gd name="T50" fmla="*/ 266 w 512"/>
                <a:gd name="T51" fmla="*/ 246 h 512"/>
                <a:gd name="T52" fmla="*/ 330 w 512"/>
                <a:gd name="T53" fmla="*/ 320 h 512"/>
                <a:gd name="T54" fmla="*/ 266 w 512"/>
                <a:gd name="T55" fmla="*/ 39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66" y="393"/>
                  </a:moveTo>
                  <a:cubicBezTo>
                    <a:pt x="266" y="416"/>
                    <a:pt x="266" y="416"/>
                    <a:pt x="266" y="416"/>
                  </a:cubicBezTo>
                  <a:cubicBezTo>
                    <a:pt x="266" y="422"/>
                    <a:pt x="262" y="426"/>
                    <a:pt x="256" y="426"/>
                  </a:cubicBezTo>
                  <a:cubicBezTo>
                    <a:pt x="250" y="426"/>
                    <a:pt x="245" y="422"/>
                    <a:pt x="245" y="416"/>
                  </a:cubicBezTo>
                  <a:cubicBezTo>
                    <a:pt x="245" y="393"/>
                    <a:pt x="245" y="393"/>
                    <a:pt x="245" y="393"/>
                  </a:cubicBezTo>
                  <a:cubicBezTo>
                    <a:pt x="218" y="390"/>
                    <a:pt x="195" y="371"/>
                    <a:pt x="185" y="345"/>
                  </a:cubicBezTo>
                  <a:cubicBezTo>
                    <a:pt x="183" y="339"/>
                    <a:pt x="186" y="333"/>
                    <a:pt x="192" y="331"/>
                  </a:cubicBezTo>
                  <a:cubicBezTo>
                    <a:pt x="197" y="329"/>
                    <a:pt x="203" y="332"/>
                    <a:pt x="205" y="337"/>
                  </a:cubicBezTo>
                  <a:cubicBezTo>
                    <a:pt x="212" y="355"/>
                    <a:pt x="227" y="368"/>
                    <a:pt x="245" y="372"/>
                  </a:cubicBezTo>
                  <a:cubicBezTo>
                    <a:pt x="245" y="265"/>
                    <a:pt x="245" y="265"/>
                    <a:pt x="245" y="265"/>
                  </a:cubicBezTo>
                  <a:cubicBezTo>
                    <a:pt x="209" y="260"/>
                    <a:pt x="181" y="229"/>
                    <a:pt x="181" y="192"/>
                  </a:cubicBezTo>
                  <a:cubicBezTo>
                    <a:pt x="181" y="154"/>
                    <a:pt x="209" y="123"/>
                    <a:pt x="245" y="118"/>
                  </a:cubicBezTo>
                  <a:cubicBezTo>
                    <a:pt x="245" y="106"/>
                    <a:pt x="245" y="106"/>
                    <a:pt x="245" y="106"/>
                  </a:cubicBezTo>
                  <a:cubicBezTo>
                    <a:pt x="245" y="100"/>
                    <a:pt x="250" y="96"/>
                    <a:pt x="256" y="96"/>
                  </a:cubicBezTo>
                  <a:cubicBezTo>
                    <a:pt x="262" y="96"/>
                    <a:pt x="266" y="100"/>
                    <a:pt x="266" y="106"/>
                  </a:cubicBezTo>
                  <a:cubicBezTo>
                    <a:pt x="266" y="118"/>
                    <a:pt x="266" y="118"/>
                    <a:pt x="266" y="118"/>
                  </a:cubicBezTo>
                  <a:cubicBezTo>
                    <a:pt x="289" y="121"/>
                    <a:pt x="309" y="134"/>
                    <a:pt x="320" y="154"/>
                  </a:cubicBezTo>
                  <a:cubicBezTo>
                    <a:pt x="323" y="159"/>
                    <a:pt x="322" y="166"/>
                    <a:pt x="316" y="169"/>
                  </a:cubicBezTo>
                  <a:cubicBezTo>
                    <a:pt x="311" y="172"/>
                    <a:pt x="305" y="170"/>
                    <a:pt x="302" y="165"/>
                  </a:cubicBezTo>
                  <a:cubicBezTo>
                    <a:pt x="294" y="152"/>
                    <a:pt x="281" y="143"/>
                    <a:pt x="266" y="140"/>
                  </a:cubicBezTo>
                  <a:cubicBezTo>
                    <a:pt x="266" y="246"/>
                    <a:pt x="266" y="246"/>
                    <a:pt x="266" y="246"/>
                  </a:cubicBezTo>
                  <a:cubicBezTo>
                    <a:pt x="302" y="251"/>
                    <a:pt x="330" y="282"/>
                    <a:pt x="330" y="320"/>
                  </a:cubicBezTo>
                  <a:cubicBezTo>
                    <a:pt x="330" y="357"/>
                    <a:pt x="302" y="388"/>
                    <a:pt x="266" y="39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7" name="Freeform 832">
            <a:extLst>
              <a:ext uri="{FF2B5EF4-FFF2-40B4-BE49-F238E27FC236}">
                <a16:creationId xmlns:a16="http://schemas.microsoft.com/office/drawing/2014/main" id="{39F3C344-0C62-58E4-A70A-B7246DE35C81}"/>
              </a:ext>
            </a:extLst>
          </p:cNvPr>
          <p:cNvSpPr>
            <a:spLocks noChangeAspect="1" noEditPoints="1"/>
          </p:cNvSpPr>
          <p:nvPr/>
        </p:nvSpPr>
        <p:spPr bwMode="auto">
          <a:xfrm>
            <a:off x="5013466" y="4735394"/>
            <a:ext cx="367982" cy="367982"/>
          </a:xfrm>
          <a:custGeom>
            <a:avLst/>
            <a:gdLst>
              <a:gd name="T0" fmla="*/ 140 w 512"/>
              <a:gd name="T1" fmla="*/ 277 h 512"/>
              <a:gd name="T2" fmla="*/ 243 w 512"/>
              <a:gd name="T3" fmla="*/ 182 h 512"/>
              <a:gd name="T4" fmla="*/ 268 w 512"/>
              <a:gd name="T5" fmla="*/ 182 h 512"/>
              <a:gd name="T6" fmla="*/ 371 w 512"/>
              <a:gd name="T7" fmla="*/ 277 h 512"/>
              <a:gd name="T8" fmla="*/ 256 w 512"/>
              <a:gd name="T9" fmla="*/ 512 h 512"/>
              <a:gd name="T10" fmla="*/ 256 w 512"/>
              <a:gd name="T11" fmla="*/ 0 h 512"/>
              <a:gd name="T12" fmla="*/ 160 w 512"/>
              <a:gd name="T13" fmla="*/ 330 h 512"/>
              <a:gd name="T14" fmla="*/ 138 w 512"/>
              <a:gd name="T15" fmla="*/ 330 h 512"/>
              <a:gd name="T16" fmla="*/ 149 w 512"/>
              <a:gd name="T17" fmla="*/ 373 h 512"/>
              <a:gd name="T18" fmla="*/ 160 w 512"/>
              <a:gd name="T19" fmla="*/ 330 h 512"/>
              <a:gd name="T20" fmla="*/ 192 w 512"/>
              <a:gd name="T21" fmla="*/ 320 h 512"/>
              <a:gd name="T22" fmla="*/ 181 w 512"/>
              <a:gd name="T23" fmla="*/ 362 h 512"/>
              <a:gd name="T24" fmla="*/ 202 w 512"/>
              <a:gd name="T25" fmla="*/ 362 h 512"/>
              <a:gd name="T26" fmla="*/ 245 w 512"/>
              <a:gd name="T27" fmla="*/ 330 h 512"/>
              <a:gd name="T28" fmla="*/ 224 w 512"/>
              <a:gd name="T29" fmla="*/ 330 h 512"/>
              <a:gd name="T30" fmla="*/ 234 w 512"/>
              <a:gd name="T31" fmla="*/ 373 h 512"/>
              <a:gd name="T32" fmla="*/ 245 w 512"/>
              <a:gd name="T33" fmla="*/ 330 h 512"/>
              <a:gd name="T34" fmla="*/ 277 w 512"/>
              <a:gd name="T35" fmla="*/ 320 h 512"/>
              <a:gd name="T36" fmla="*/ 266 w 512"/>
              <a:gd name="T37" fmla="*/ 362 h 512"/>
              <a:gd name="T38" fmla="*/ 288 w 512"/>
              <a:gd name="T39" fmla="*/ 362 h 512"/>
              <a:gd name="T40" fmla="*/ 330 w 512"/>
              <a:gd name="T41" fmla="*/ 330 h 512"/>
              <a:gd name="T42" fmla="*/ 309 w 512"/>
              <a:gd name="T43" fmla="*/ 330 h 512"/>
              <a:gd name="T44" fmla="*/ 320 w 512"/>
              <a:gd name="T45" fmla="*/ 373 h 512"/>
              <a:gd name="T46" fmla="*/ 330 w 512"/>
              <a:gd name="T47" fmla="*/ 330 h 512"/>
              <a:gd name="T48" fmla="*/ 362 w 512"/>
              <a:gd name="T49" fmla="*/ 320 h 512"/>
              <a:gd name="T50" fmla="*/ 352 w 512"/>
              <a:gd name="T51" fmla="*/ 362 h 512"/>
              <a:gd name="T52" fmla="*/ 373 w 512"/>
              <a:gd name="T53" fmla="*/ 362 h 512"/>
              <a:gd name="T54" fmla="*/ 416 w 512"/>
              <a:gd name="T55" fmla="*/ 288 h 512"/>
              <a:gd name="T56" fmla="*/ 393 w 512"/>
              <a:gd name="T57" fmla="*/ 277 h 512"/>
              <a:gd name="T58" fmla="*/ 288 w 512"/>
              <a:gd name="T59" fmla="*/ 128 h 512"/>
              <a:gd name="T60" fmla="*/ 266 w 512"/>
              <a:gd name="T61" fmla="*/ 117 h 512"/>
              <a:gd name="T62" fmla="*/ 256 w 512"/>
              <a:gd name="T63" fmla="*/ 96 h 512"/>
              <a:gd name="T64" fmla="*/ 245 w 512"/>
              <a:gd name="T65" fmla="*/ 117 h 512"/>
              <a:gd name="T66" fmla="*/ 224 w 512"/>
              <a:gd name="T67" fmla="*/ 128 h 512"/>
              <a:gd name="T68" fmla="*/ 119 w 512"/>
              <a:gd name="T69" fmla="*/ 277 h 512"/>
              <a:gd name="T70" fmla="*/ 96 w 512"/>
              <a:gd name="T71" fmla="*/ 288 h 512"/>
              <a:gd name="T72" fmla="*/ 106 w 512"/>
              <a:gd name="T73" fmla="*/ 373 h 512"/>
              <a:gd name="T74" fmla="*/ 117 w 512"/>
              <a:gd name="T75" fmla="*/ 298 h 512"/>
              <a:gd name="T76" fmla="*/ 394 w 512"/>
              <a:gd name="T77" fmla="*/ 362 h 512"/>
              <a:gd name="T78" fmla="*/ 416 w 512"/>
              <a:gd name="T79" fmla="*/ 362 h 512"/>
              <a:gd name="T80" fmla="*/ 266 w 512"/>
              <a:gd name="T81" fmla="*/ 160 h 512"/>
              <a:gd name="T82" fmla="*/ 245 w 512"/>
              <a:gd name="T83" fmla="*/ 138 h 512"/>
              <a:gd name="T84" fmla="*/ 256 w 512"/>
              <a:gd name="T85"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2" h="512">
                <a:moveTo>
                  <a:pt x="371" y="277"/>
                </a:moveTo>
                <a:cubicBezTo>
                  <a:pt x="140" y="277"/>
                  <a:pt x="140" y="277"/>
                  <a:pt x="140" y="277"/>
                </a:cubicBezTo>
                <a:cubicBezTo>
                  <a:pt x="149" y="229"/>
                  <a:pt x="187" y="191"/>
                  <a:pt x="236" y="183"/>
                </a:cubicBezTo>
                <a:cubicBezTo>
                  <a:pt x="243" y="182"/>
                  <a:pt x="243" y="182"/>
                  <a:pt x="243" y="182"/>
                </a:cubicBezTo>
                <a:cubicBezTo>
                  <a:pt x="248" y="181"/>
                  <a:pt x="251" y="181"/>
                  <a:pt x="256" y="181"/>
                </a:cubicBezTo>
                <a:cubicBezTo>
                  <a:pt x="260" y="181"/>
                  <a:pt x="263" y="181"/>
                  <a:pt x="268" y="182"/>
                </a:cubicBezTo>
                <a:cubicBezTo>
                  <a:pt x="275" y="183"/>
                  <a:pt x="275" y="183"/>
                  <a:pt x="275" y="183"/>
                </a:cubicBezTo>
                <a:cubicBezTo>
                  <a:pt x="324" y="191"/>
                  <a:pt x="362" y="229"/>
                  <a:pt x="371" y="27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60" y="330"/>
                </a:moveTo>
                <a:cubicBezTo>
                  <a:pt x="160" y="324"/>
                  <a:pt x="155" y="320"/>
                  <a:pt x="149" y="320"/>
                </a:cubicBezTo>
                <a:cubicBezTo>
                  <a:pt x="143" y="320"/>
                  <a:pt x="138" y="324"/>
                  <a:pt x="138" y="330"/>
                </a:cubicBezTo>
                <a:cubicBezTo>
                  <a:pt x="138" y="362"/>
                  <a:pt x="138" y="362"/>
                  <a:pt x="138" y="362"/>
                </a:cubicBezTo>
                <a:cubicBezTo>
                  <a:pt x="138" y="368"/>
                  <a:pt x="143" y="373"/>
                  <a:pt x="149" y="373"/>
                </a:cubicBezTo>
                <a:cubicBezTo>
                  <a:pt x="155" y="373"/>
                  <a:pt x="160" y="368"/>
                  <a:pt x="160" y="362"/>
                </a:cubicBezTo>
                <a:lnTo>
                  <a:pt x="160" y="330"/>
                </a:lnTo>
                <a:close/>
                <a:moveTo>
                  <a:pt x="202" y="330"/>
                </a:moveTo>
                <a:cubicBezTo>
                  <a:pt x="202" y="324"/>
                  <a:pt x="198" y="320"/>
                  <a:pt x="192" y="320"/>
                </a:cubicBezTo>
                <a:cubicBezTo>
                  <a:pt x="186" y="320"/>
                  <a:pt x="181" y="324"/>
                  <a:pt x="181" y="330"/>
                </a:cubicBezTo>
                <a:cubicBezTo>
                  <a:pt x="181" y="362"/>
                  <a:pt x="181" y="362"/>
                  <a:pt x="181" y="362"/>
                </a:cubicBezTo>
                <a:cubicBezTo>
                  <a:pt x="181" y="368"/>
                  <a:pt x="186" y="373"/>
                  <a:pt x="192" y="373"/>
                </a:cubicBezTo>
                <a:cubicBezTo>
                  <a:pt x="198" y="373"/>
                  <a:pt x="202" y="368"/>
                  <a:pt x="202" y="362"/>
                </a:cubicBezTo>
                <a:lnTo>
                  <a:pt x="202" y="330"/>
                </a:lnTo>
                <a:close/>
                <a:moveTo>
                  <a:pt x="245" y="330"/>
                </a:moveTo>
                <a:cubicBezTo>
                  <a:pt x="245" y="324"/>
                  <a:pt x="240" y="320"/>
                  <a:pt x="234" y="320"/>
                </a:cubicBezTo>
                <a:cubicBezTo>
                  <a:pt x="228" y="320"/>
                  <a:pt x="224" y="324"/>
                  <a:pt x="224" y="330"/>
                </a:cubicBezTo>
                <a:cubicBezTo>
                  <a:pt x="224" y="362"/>
                  <a:pt x="224" y="362"/>
                  <a:pt x="224" y="362"/>
                </a:cubicBezTo>
                <a:cubicBezTo>
                  <a:pt x="224" y="368"/>
                  <a:pt x="228" y="373"/>
                  <a:pt x="234" y="373"/>
                </a:cubicBezTo>
                <a:cubicBezTo>
                  <a:pt x="240" y="373"/>
                  <a:pt x="245" y="368"/>
                  <a:pt x="245" y="362"/>
                </a:cubicBezTo>
                <a:lnTo>
                  <a:pt x="245" y="330"/>
                </a:lnTo>
                <a:close/>
                <a:moveTo>
                  <a:pt x="288" y="330"/>
                </a:moveTo>
                <a:cubicBezTo>
                  <a:pt x="288" y="324"/>
                  <a:pt x="283" y="320"/>
                  <a:pt x="277" y="320"/>
                </a:cubicBezTo>
                <a:cubicBezTo>
                  <a:pt x="271" y="320"/>
                  <a:pt x="266" y="324"/>
                  <a:pt x="266" y="330"/>
                </a:cubicBezTo>
                <a:cubicBezTo>
                  <a:pt x="266" y="362"/>
                  <a:pt x="266" y="362"/>
                  <a:pt x="266" y="362"/>
                </a:cubicBezTo>
                <a:cubicBezTo>
                  <a:pt x="266" y="368"/>
                  <a:pt x="271" y="373"/>
                  <a:pt x="277" y="373"/>
                </a:cubicBezTo>
                <a:cubicBezTo>
                  <a:pt x="283" y="373"/>
                  <a:pt x="288" y="368"/>
                  <a:pt x="288" y="362"/>
                </a:cubicBezTo>
                <a:lnTo>
                  <a:pt x="288" y="330"/>
                </a:lnTo>
                <a:close/>
                <a:moveTo>
                  <a:pt x="330" y="330"/>
                </a:moveTo>
                <a:cubicBezTo>
                  <a:pt x="330" y="324"/>
                  <a:pt x="326" y="320"/>
                  <a:pt x="320" y="320"/>
                </a:cubicBezTo>
                <a:cubicBezTo>
                  <a:pt x="314" y="320"/>
                  <a:pt x="309" y="324"/>
                  <a:pt x="309" y="330"/>
                </a:cubicBezTo>
                <a:cubicBezTo>
                  <a:pt x="309" y="362"/>
                  <a:pt x="309" y="362"/>
                  <a:pt x="309" y="362"/>
                </a:cubicBezTo>
                <a:cubicBezTo>
                  <a:pt x="309" y="368"/>
                  <a:pt x="314" y="373"/>
                  <a:pt x="320" y="373"/>
                </a:cubicBezTo>
                <a:cubicBezTo>
                  <a:pt x="326" y="373"/>
                  <a:pt x="330" y="368"/>
                  <a:pt x="330" y="362"/>
                </a:cubicBezTo>
                <a:lnTo>
                  <a:pt x="330" y="330"/>
                </a:lnTo>
                <a:close/>
                <a:moveTo>
                  <a:pt x="373" y="330"/>
                </a:moveTo>
                <a:cubicBezTo>
                  <a:pt x="373" y="324"/>
                  <a:pt x="368" y="320"/>
                  <a:pt x="362" y="320"/>
                </a:cubicBezTo>
                <a:cubicBezTo>
                  <a:pt x="356" y="320"/>
                  <a:pt x="352" y="324"/>
                  <a:pt x="352" y="330"/>
                </a:cubicBezTo>
                <a:cubicBezTo>
                  <a:pt x="352" y="362"/>
                  <a:pt x="352" y="362"/>
                  <a:pt x="352" y="362"/>
                </a:cubicBezTo>
                <a:cubicBezTo>
                  <a:pt x="352" y="368"/>
                  <a:pt x="356" y="373"/>
                  <a:pt x="362" y="373"/>
                </a:cubicBezTo>
                <a:cubicBezTo>
                  <a:pt x="368" y="373"/>
                  <a:pt x="373" y="368"/>
                  <a:pt x="373" y="362"/>
                </a:cubicBezTo>
                <a:lnTo>
                  <a:pt x="373" y="330"/>
                </a:lnTo>
                <a:close/>
                <a:moveTo>
                  <a:pt x="416" y="288"/>
                </a:moveTo>
                <a:cubicBezTo>
                  <a:pt x="416" y="282"/>
                  <a:pt x="411" y="277"/>
                  <a:pt x="405" y="277"/>
                </a:cubicBezTo>
                <a:cubicBezTo>
                  <a:pt x="393" y="277"/>
                  <a:pt x="393" y="277"/>
                  <a:pt x="393" y="277"/>
                </a:cubicBezTo>
                <a:cubicBezTo>
                  <a:pt x="384" y="221"/>
                  <a:pt x="342" y="177"/>
                  <a:pt x="288" y="164"/>
                </a:cubicBezTo>
                <a:cubicBezTo>
                  <a:pt x="288" y="128"/>
                  <a:pt x="288" y="128"/>
                  <a:pt x="288" y="128"/>
                </a:cubicBezTo>
                <a:cubicBezTo>
                  <a:pt x="288" y="122"/>
                  <a:pt x="283" y="117"/>
                  <a:pt x="277" y="117"/>
                </a:cubicBezTo>
                <a:cubicBezTo>
                  <a:pt x="266" y="117"/>
                  <a:pt x="266" y="117"/>
                  <a:pt x="266" y="117"/>
                </a:cubicBezTo>
                <a:cubicBezTo>
                  <a:pt x="266" y="106"/>
                  <a:pt x="266" y="106"/>
                  <a:pt x="266" y="106"/>
                </a:cubicBezTo>
                <a:cubicBezTo>
                  <a:pt x="266" y="100"/>
                  <a:pt x="262" y="96"/>
                  <a:pt x="256" y="96"/>
                </a:cubicBezTo>
                <a:cubicBezTo>
                  <a:pt x="250" y="96"/>
                  <a:pt x="245" y="100"/>
                  <a:pt x="245" y="106"/>
                </a:cubicBezTo>
                <a:cubicBezTo>
                  <a:pt x="245" y="117"/>
                  <a:pt x="245" y="117"/>
                  <a:pt x="245" y="117"/>
                </a:cubicBezTo>
                <a:cubicBezTo>
                  <a:pt x="234" y="117"/>
                  <a:pt x="234" y="117"/>
                  <a:pt x="234" y="117"/>
                </a:cubicBezTo>
                <a:cubicBezTo>
                  <a:pt x="228" y="117"/>
                  <a:pt x="224" y="122"/>
                  <a:pt x="224" y="128"/>
                </a:cubicBezTo>
                <a:cubicBezTo>
                  <a:pt x="224" y="164"/>
                  <a:pt x="224" y="164"/>
                  <a:pt x="224" y="164"/>
                </a:cubicBezTo>
                <a:cubicBezTo>
                  <a:pt x="169" y="177"/>
                  <a:pt x="127" y="221"/>
                  <a:pt x="119" y="277"/>
                </a:cubicBezTo>
                <a:cubicBezTo>
                  <a:pt x="106" y="277"/>
                  <a:pt x="106" y="277"/>
                  <a:pt x="106" y="277"/>
                </a:cubicBezTo>
                <a:cubicBezTo>
                  <a:pt x="100" y="277"/>
                  <a:pt x="96" y="282"/>
                  <a:pt x="96" y="288"/>
                </a:cubicBezTo>
                <a:cubicBezTo>
                  <a:pt x="96" y="362"/>
                  <a:pt x="96" y="362"/>
                  <a:pt x="96" y="362"/>
                </a:cubicBezTo>
                <a:cubicBezTo>
                  <a:pt x="96" y="368"/>
                  <a:pt x="100" y="373"/>
                  <a:pt x="106" y="373"/>
                </a:cubicBezTo>
                <a:cubicBezTo>
                  <a:pt x="112" y="373"/>
                  <a:pt x="117" y="368"/>
                  <a:pt x="117" y="362"/>
                </a:cubicBezTo>
                <a:cubicBezTo>
                  <a:pt x="117" y="298"/>
                  <a:pt x="117" y="298"/>
                  <a:pt x="117" y="298"/>
                </a:cubicBezTo>
                <a:cubicBezTo>
                  <a:pt x="394" y="298"/>
                  <a:pt x="394" y="298"/>
                  <a:pt x="394" y="298"/>
                </a:cubicBezTo>
                <a:cubicBezTo>
                  <a:pt x="394" y="362"/>
                  <a:pt x="394" y="362"/>
                  <a:pt x="394" y="362"/>
                </a:cubicBezTo>
                <a:cubicBezTo>
                  <a:pt x="394" y="368"/>
                  <a:pt x="399" y="373"/>
                  <a:pt x="405" y="373"/>
                </a:cubicBezTo>
                <a:cubicBezTo>
                  <a:pt x="411" y="373"/>
                  <a:pt x="416" y="368"/>
                  <a:pt x="416" y="362"/>
                </a:cubicBezTo>
                <a:lnTo>
                  <a:pt x="416" y="288"/>
                </a:lnTo>
                <a:close/>
                <a:moveTo>
                  <a:pt x="266" y="160"/>
                </a:moveTo>
                <a:cubicBezTo>
                  <a:pt x="266" y="138"/>
                  <a:pt x="266" y="138"/>
                  <a:pt x="266" y="138"/>
                </a:cubicBezTo>
                <a:cubicBezTo>
                  <a:pt x="245" y="138"/>
                  <a:pt x="245" y="138"/>
                  <a:pt x="245" y="138"/>
                </a:cubicBezTo>
                <a:cubicBezTo>
                  <a:pt x="245" y="160"/>
                  <a:pt x="245" y="160"/>
                  <a:pt x="245" y="160"/>
                </a:cubicBezTo>
                <a:cubicBezTo>
                  <a:pt x="245" y="160"/>
                  <a:pt x="251" y="160"/>
                  <a:pt x="256" y="160"/>
                </a:cubicBezTo>
                <a:cubicBezTo>
                  <a:pt x="260" y="160"/>
                  <a:pt x="266" y="160"/>
                  <a:pt x="266" y="16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a:p>
        </p:txBody>
      </p:sp>
      <p:sp>
        <p:nvSpPr>
          <p:cNvPr id="4" name="Rectangle: Rounded Corners 3">
            <a:extLst>
              <a:ext uri="{FF2B5EF4-FFF2-40B4-BE49-F238E27FC236}">
                <a16:creationId xmlns:a16="http://schemas.microsoft.com/office/drawing/2014/main" id="{42AB4E84-4867-CC44-FFAF-AC3088AA06CA}"/>
              </a:ext>
            </a:extLst>
          </p:cNvPr>
          <p:cNvSpPr/>
          <p:nvPr/>
        </p:nvSpPr>
        <p:spPr bwMode="gray">
          <a:xfrm>
            <a:off x="5533573" y="951713"/>
            <a:ext cx="6127117" cy="600451"/>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a:latin typeface="Verdana" panose="020B0604030504040204" pitchFamily="34" charset="0"/>
                <a:ea typeface="Verdana" panose="020B0604030504040204" pitchFamily="34" charset="0"/>
              </a:rPr>
              <a:t>Financial, Operational and Commercial assessment, assist in opportunity identification</a:t>
            </a:r>
            <a:endParaRPr kumimoji="0" lang="en-US" sz="12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sp>
        <p:nvSpPr>
          <p:cNvPr id="5" name="Rectangle: Rounded Corners 4">
            <a:extLst>
              <a:ext uri="{FF2B5EF4-FFF2-40B4-BE49-F238E27FC236}">
                <a16:creationId xmlns:a16="http://schemas.microsoft.com/office/drawing/2014/main" id="{C5DF5C12-8369-1D42-4D4F-AA9A3C860979}"/>
              </a:ext>
            </a:extLst>
          </p:cNvPr>
          <p:cNvSpPr/>
          <p:nvPr/>
        </p:nvSpPr>
        <p:spPr bwMode="gray">
          <a:xfrm>
            <a:off x="5533573" y="1942154"/>
            <a:ext cx="6127117" cy="600451"/>
          </a:xfrm>
          <a:prstGeom prst="roundRect">
            <a:avLst/>
          </a:prstGeom>
          <a:no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a:latin typeface="Verdana" panose="020B0604030504040204" pitchFamily="34" charset="0"/>
                <a:ea typeface="Verdana" panose="020B0604030504040204" pitchFamily="34" charset="0"/>
              </a:rPr>
              <a:t>Multi-fold expansion in existing and new business requiring stronger control systems</a:t>
            </a:r>
            <a:endParaRPr kumimoji="0" lang="en-US" sz="1200" b="0" i="0" u="none" strike="noStrike" kern="1200" cap="none" spc="0" normalizeH="0" baseline="0" noProof="0">
              <a:ln>
                <a:noFill/>
              </a:ln>
              <a:effectLst/>
              <a:uLnTx/>
              <a:uFillTx/>
              <a:latin typeface="Verdana" panose="020B0604030504040204" pitchFamily="34" charset="0"/>
              <a:ea typeface="Verdana" panose="020B0604030504040204" pitchFamily="34" charset="0"/>
              <a:cs typeface="+mn-cs"/>
            </a:endParaRPr>
          </a:p>
        </p:txBody>
      </p:sp>
      <p:pic>
        <p:nvPicPr>
          <p:cNvPr id="2" name="Picture 1">
            <a:hlinkClick r:id="rId6" action="ppaction://hlinksldjump"/>
            <a:extLst>
              <a:ext uri="{FF2B5EF4-FFF2-40B4-BE49-F238E27FC236}">
                <a16:creationId xmlns:a16="http://schemas.microsoft.com/office/drawing/2014/main" id="{B22B9728-B844-5B73-40EC-BF65B7773AA0}"/>
              </a:ext>
            </a:extLst>
          </p:cNvPr>
          <p:cNvPicPr>
            <a:picLocks noChangeAspect="1"/>
          </p:cNvPicPr>
          <p:nvPr/>
        </p:nvPicPr>
        <p:blipFill>
          <a:blip r:embed="rId7"/>
          <a:stretch>
            <a:fillRect/>
          </a:stretch>
        </p:blipFill>
        <p:spPr>
          <a:xfrm>
            <a:off x="11726283" y="113485"/>
            <a:ext cx="359695" cy="365792"/>
          </a:xfrm>
          <a:prstGeom prst="rect">
            <a:avLst/>
          </a:prstGeom>
        </p:spPr>
      </p:pic>
      <p:sp>
        <p:nvSpPr>
          <p:cNvPr id="18" name="Rectangle 17">
            <a:hlinkClick r:id="rId8" action="ppaction://hlinksldjump"/>
            <a:extLst>
              <a:ext uri="{FF2B5EF4-FFF2-40B4-BE49-F238E27FC236}">
                <a16:creationId xmlns:a16="http://schemas.microsoft.com/office/drawing/2014/main" id="{90E798B3-97A6-A4B6-01CF-2EE734EEAA22}"/>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19" name="Rectangle 18">
            <a:hlinkClick r:id="rId9" action="ppaction://hlinksldjump"/>
            <a:extLst>
              <a:ext uri="{FF2B5EF4-FFF2-40B4-BE49-F238E27FC236}">
                <a16:creationId xmlns:a16="http://schemas.microsoft.com/office/drawing/2014/main" id="{34054F8C-6C53-B2AB-805B-A4DB7661D0F7}"/>
              </a:ext>
            </a:extLst>
          </p:cNvPr>
          <p:cNvSpPr/>
          <p:nvPr/>
        </p:nvSpPr>
        <p:spPr bwMode="gray">
          <a:xfrm>
            <a:off x="9317032" y="-9900"/>
            <a:ext cx="274320" cy="274320"/>
          </a:xfrm>
          <a:prstGeom prst="rect">
            <a:avLst/>
          </a:prstGeom>
          <a:solidFill>
            <a:srgbClr val="0D8390"/>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24" name="Rectangle: Rounded Corners 23">
            <a:extLst>
              <a:ext uri="{FF2B5EF4-FFF2-40B4-BE49-F238E27FC236}">
                <a16:creationId xmlns:a16="http://schemas.microsoft.com/office/drawing/2014/main" id="{23C9A0D9-4618-A445-84D1-E530F2730405}"/>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25" name="Rectangle 24">
            <a:hlinkClick r:id="rId10" action="ppaction://hlinksldjump"/>
            <a:extLst>
              <a:ext uri="{FF2B5EF4-FFF2-40B4-BE49-F238E27FC236}">
                <a16:creationId xmlns:a16="http://schemas.microsoft.com/office/drawing/2014/main" id="{8BF9B888-247B-D5BF-D5DC-2994FD98D84F}"/>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27" name="Freeform 15">
            <a:extLst>
              <a:ext uri="{FF2B5EF4-FFF2-40B4-BE49-F238E27FC236}">
                <a16:creationId xmlns:a16="http://schemas.microsoft.com/office/drawing/2014/main" id="{77B3BD18-5EB2-F0D2-CD00-91A9DCEF6255}"/>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29" name="Freeform 16">
            <a:extLst>
              <a:ext uri="{FF2B5EF4-FFF2-40B4-BE49-F238E27FC236}">
                <a16:creationId xmlns:a16="http://schemas.microsoft.com/office/drawing/2014/main" id="{6252D660-38C0-A073-C52E-5EDC8E98B20F}"/>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30" name="Freeform 6">
            <a:extLst>
              <a:ext uri="{FF2B5EF4-FFF2-40B4-BE49-F238E27FC236}">
                <a16:creationId xmlns:a16="http://schemas.microsoft.com/office/drawing/2014/main" id="{9897B446-4FDC-1454-69D6-E10BA2BE5CF5}"/>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44" name="Rectangle 43">
            <a:hlinkClick r:id="rId11" action="ppaction://hlinksldjump"/>
            <a:extLst>
              <a:ext uri="{FF2B5EF4-FFF2-40B4-BE49-F238E27FC236}">
                <a16:creationId xmlns:a16="http://schemas.microsoft.com/office/drawing/2014/main" id="{4E6DA85B-1835-9CAC-433B-8727CA7F526A}"/>
              </a:ext>
            </a:extLst>
          </p:cNvPr>
          <p:cNvSpPr/>
          <p:nvPr/>
        </p:nvSpPr>
        <p:spPr bwMode="gray">
          <a:xfrm>
            <a:off x="9660055"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45" name="Rectangle 44">
            <a:hlinkClick r:id="rId12" action="ppaction://hlinksldjump"/>
            <a:extLst>
              <a:ext uri="{FF2B5EF4-FFF2-40B4-BE49-F238E27FC236}">
                <a16:creationId xmlns:a16="http://schemas.microsoft.com/office/drawing/2014/main" id="{D07EFA15-0684-3E17-66C5-897426AB6AF8}"/>
              </a:ext>
            </a:extLst>
          </p:cNvPr>
          <p:cNvSpPr/>
          <p:nvPr/>
        </p:nvSpPr>
        <p:spPr bwMode="gray">
          <a:xfrm>
            <a:off x="10003078"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46" name="Rectangle 45">
            <a:hlinkClick r:id="rId13" action="ppaction://hlinksldjump"/>
            <a:extLst>
              <a:ext uri="{FF2B5EF4-FFF2-40B4-BE49-F238E27FC236}">
                <a16:creationId xmlns:a16="http://schemas.microsoft.com/office/drawing/2014/main" id="{7550445F-AAC8-3CC9-6270-E786CE71B53C}"/>
              </a:ext>
            </a:extLst>
          </p:cNvPr>
          <p:cNvSpPr/>
          <p:nvPr/>
        </p:nvSpPr>
        <p:spPr bwMode="gray">
          <a:xfrm>
            <a:off x="10346101"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47" name="Rectangle 46">
            <a:hlinkClick r:id="rId14" action="ppaction://hlinksldjump"/>
            <a:extLst>
              <a:ext uri="{FF2B5EF4-FFF2-40B4-BE49-F238E27FC236}">
                <a16:creationId xmlns:a16="http://schemas.microsoft.com/office/drawing/2014/main" id="{7CF967CD-1CD0-6CC2-0689-96258579386F}"/>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255432694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16" name="Straight Connector 15">
            <a:extLst>
              <a:ext uri="{FF2B5EF4-FFF2-40B4-BE49-F238E27FC236}">
                <a16:creationId xmlns:a16="http://schemas.microsoft.com/office/drawing/2014/main" id="{B25BFAFB-B6F2-026A-9819-C974E567D747}"/>
              </a:ext>
            </a:extLst>
          </p:cNvPr>
          <p:cNvCxnSpPr/>
          <p:nvPr/>
        </p:nvCxnSpPr>
        <p:spPr>
          <a:xfrm flipV="1">
            <a:off x="442572" y="639829"/>
            <a:ext cx="1119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 Placeholder 1">
            <a:extLst>
              <a:ext uri="{FF2B5EF4-FFF2-40B4-BE49-F238E27FC236}">
                <a16:creationId xmlns:a16="http://schemas.microsoft.com/office/drawing/2014/main" id="{F42DE3E9-2D5A-C4A7-BC9A-9D11A7352EC3}"/>
              </a:ext>
            </a:extLst>
          </p:cNvPr>
          <p:cNvSpPr>
            <a:spLocks noGrp="1"/>
          </p:cNvSpPr>
          <p:nvPr>
            <p:ph type="body" sz="quarter" idx="13"/>
          </p:nvPr>
        </p:nvSpPr>
        <p:spPr>
          <a:xfrm>
            <a:off x="463120" y="761846"/>
            <a:ext cx="3699772" cy="383066"/>
          </a:xfrm>
          <a:solidFill>
            <a:schemeClr val="bg1">
              <a:lumMod val="95000"/>
            </a:schemeClr>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r>
              <a:rPr lang="en-US" sz="1100" b="1">
                <a:solidFill>
                  <a:schemeClr val="tx1"/>
                </a:solidFill>
                <a:latin typeface="Verdana" panose="020B0604030504040204" pitchFamily="34" charset="0"/>
                <a:ea typeface="Verdana" panose="020B0604030504040204" pitchFamily="34" charset="0"/>
                <a:cs typeface="Arial" panose="020B0604020202020204" pitchFamily="34" charset="0"/>
              </a:rPr>
              <a:t>Focus on Financial Controls and Cost Reduction</a:t>
            </a:r>
          </a:p>
        </p:txBody>
      </p:sp>
      <p:sp>
        <p:nvSpPr>
          <p:cNvPr id="6" name="Title 5">
            <a:extLst>
              <a:ext uri="{FF2B5EF4-FFF2-40B4-BE49-F238E27FC236}">
                <a16:creationId xmlns:a16="http://schemas.microsoft.com/office/drawing/2014/main" id="{98DCF882-5A05-27C7-5D59-E354790B534F}"/>
              </a:ext>
            </a:extLst>
          </p:cNvPr>
          <p:cNvSpPr txBox="1">
            <a:spLocks/>
          </p:cNvSpPr>
          <p:nvPr/>
        </p:nvSpPr>
        <p:spPr bwMode="gray">
          <a:xfrm>
            <a:off x="446222" y="305731"/>
            <a:ext cx="11192350" cy="256192"/>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en-US" sz="1800" b="1">
                <a:latin typeface="Verdana" panose="020B0604030504040204" pitchFamily="34" charset="0"/>
                <a:ea typeface="Verdana" panose="020B0604030504040204" pitchFamily="34" charset="0"/>
              </a:rPr>
              <a:t>Financial Management Assistance (2/2)</a:t>
            </a:r>
            <a:endParaRPr lang="en-GB" sz="1800" b="1">
              <a:latin typeface="Arial" panose="020B0604020202020204" pitchFamily="34" charset="0"/>
              <a:cs typeface="Arial" panose="020B0604020202020204" pitchFamily="34" charset="0"/>
            </a:endParaRPr>
          </a:p>
        </p:txBody>
      </p:sp>
      <p:sp>
        <p:nvSpPr>
          <p:cNvPr id="11" name="Text Placeholder 1">
            <a:extLst>
              <a:ext uri="{FF2B5EF4-FFF2-40B4-BE49-F238E27FC236}">
                <a16:creationId xmlns:a16="http://schemas.microsoft.com/office/drawing/2014/main" id="{EB086DC0-0804-AB90-4CED-580CBB42DE3A}"/>
              </a:ext>
            </a:extLst>
          </p:cNvPr>
          <p:cNvSpPr txBox="1">
            <a:spLocks/>
          </p:cNvSpPr>
          <p:nvPr/>
        </p:nvSpPr>
        <p:spPr>
          <a:xfrm>
            <a:off x="4286682" y="767259"/>
            <a:ext cx="4452846" cy="383066"/>
          </a:xfrm>
          <a:prstGeom prst="rect">
            <a:avLst/>
          </a:prstGeom>
          <a:solidFill>
            <a:schemeClr val="bg1">
              <a:lumMod val="95000"/>
            </a:schemeClr>
          </a:solidFill>
          <a:ln w="25400" cap="flat" cmpd="sng" algn="ctr">
            <a:noFill/>
            <a:prstDash val="soli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0" tIns="0" rIns="0" bIns="0" rtlCol="0" anchor="ctr">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mn-cs"/>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dk1"/>
                </a:solidFill>
                <a:latin typeface="+mn-lt"/>
                <a:ea typeface="+mn-ea"/>
                <a:cs typeface="+mn-cs"/>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dk1"/>
                </a:solidFill>
                <a:latin typeface="+mn-lt"/>
                <a:ea typeface="+mn-ea"/>
                <a:cs typeface="+mn-cs"/>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dk1"/>
                </a:solidFill>
                <a:latin typeface="+mn-lt"/>
                <a:ea typeface="+mn-ea"/>
                <a:cs typeface="+mn-cs"/>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dk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dk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dk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dk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dk1"/>
                </a:solidFill>
                <a:latin typeface="+mn-lt"/>
                <a:ea typeface="+mn-ea"/>
                <a:cs typeface="+mn-cs"/>
              </a:defRPr>
            </a:lvl9pPr>
          </a:lstStyle>
          <a:p>
            <a:pPr algn="ctr"/>
            <a:r>
              <a:rPr lang="en-US" sz="1100" b="1">
                <a:solidFill>
                  <a:schemeClr val="tx1"/>
                </a:solidFill>
                <a:latin typeface="Verdana" panose="020B0604030504040204" pitchFamily="34" charset="0"/>
                <a:ea typeface="Verdana" panose="020B0604030504040204" pitchFamily="34" charset="0"/>
                <a:cs typeface="Arial" panose="020B0604020202020204" pitchFamily="34" charset="0"/>
              </a:rPr>
              <a:t>Focus on CAPEX &amp; OPEX Budgeting resulting in Cost Control</a:t>
            </a:r>
          </a:p>
        </p:txBody>
      </p:sp>
      <p:sp>
        <p:nvSpPr>
          <p:cNvPr id="38" name="Text Placeholder 1">
            <a:extLst>
              <a:ext uri="{FF2B5EF4-FFF2-40B4-BE49-F238E27FC236}">
                <a16:creationId xmlns:a16="http://schemas.microsoft.com/office/drawing/2014/main" id="{E75B1348-18B3-3084-0E52-1BF9E24A015B}"/>
              </a:ext>
            </a:extLst>
          </p:cNvPr>
          <p:cNvSpPr txBox="1">
            <a:spLocks/>
          </p:cNvSpPr>
          <p:nvPr/>
        </p:nvSpPr>
        <p:spPr>
          <a:xfrm>
            <a:off x="8871881" y="778936"/>
            <a:ext cx="3162361" cy="383066"/>
          </a:xfrm>
          <a:prstGeom prst="rect">
            <a:avLst/>
          </a:prstGeom>
          <a:solidFill>
            <a:schemeClr val="bg1">
              <a:lumMod val="95000"/>
            </a:schemeClr>
          </a:solidFill>
          <a:ln w="25400" cap="flat" cmpd="sng" algn="ctr">
            <a:noFill/>
            <a:prstDash val="soli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0" tIns="0" rIns="0" bIns="0" rtlCol="0" anchor="ctr">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mn-cs"/>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dk1"/>
                </a:solidFill>
                <a:latin typeface="+mn-lt"/>
                <a:ea typeface="+mn-ea"/>
                <a:cs typeface="+mn-cs"/>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dk1"/>
                </a:solidFill>
                <a:latin typeface="+mn-lt"/>
                <a:ea typeface="+mn-ea"/>
                <a:cs typeface="+mn-cs"/>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dk1"/>
                </a:solidFill>
                <a:latin typeface="+mn-lt"/>
                <a:ea typeface="+mn-ea"/>
                <a:cs typeface="+mn-cs"/>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dk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dk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dk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dk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dk1"/>
                </a:solidFill>
                <a:latin typeface="+mn-lt"/>
                <a:ea typeface="+mn-ea"/>
                <a:cs typeface="+mn-cs"/>
              </a:defRPr>
            </a:lvl9pPr>
          </a:lstStyle>
          <a:p>
            <a:pPr algn="ctr"/>
            <a:r>
              <a:rPr lang="en-US" sz="1100" b="1">
                <a:solidFill>
                  <a:schemeClr val="tx1"/>
                </a:solidFill>
                <a:latin typeface="Verdana" panose="020B0604030504040204" pitchFamily="34" charset="0"/>
                <a:ea typeface="Verdana" panose="020B0604030504040204" pitchFamily="34" charset="0"/>
                <a:cs typeface="Arial" panose="020B0604020202020204" pitchFamily="34" charset="0"/>
              </a:rPr>
              <a:t>Financial Planning and Control Systems</a:t>
            </a:r>
          </a:p>
        </p:txBody>
      </p:sp>
      <p:graphicFrame>
        <p:nvGraphicFramePr>
          <p:cNvPr id="32" name="Diagram 31">
            <a:extLst>
              <a:ext uri="{FF2B5EF4-FFF2-40B4-BE49-F238E27FC236}">
                <a16:creationId xmlns:a16="http://schemas.microsoft.com/office/drawing/2014/main" id="{CB6738E1-9E3C-AE31-47DF-8490B0B6532B}"/>
              </a:ext>
            </a:extLst>
          </p:cNvPr>
          <p:cNvGraphicFramePr/>
          <p:nvPr>
            <p:extLst>
              <p:ext uri="{D42A27DB-BD31-4B8C-83A1-F6EECF244321}">
                <p14:modId xmlns:p14="http://schemas.microsoft.com/office/powerpoint/2010/main" val="3860944425"/>
              </p:ext>
            </p:extLst>
          </p:nvPr>
        </p:nvGraphicFramePr>
        <p:xfrm>
          <a:off x="351119" y="1285386"/>
          <a:ext cx="4008321" cy="368899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9" name="Freeform 3">
            <a:extLst>
              <a:ext uri="{FF2B5EF4-FFF2-40B4-BE49-F238E27FC236}">
                <a16:creationId xmlns:a16="http://schemas.microsoft.com/office/drawing/2014/main" id="{99F6DEE7-73CE-2D89-96AD-8D3174C86E9A}"/>
              </a:ext>
            </a:extLst>
          </p:cNvPr>
          <p:cNvSpPr/>
          <p:nvPr/>
        </p:nvSpPr>
        <p:spPr>
          <a:xfrm>
            <a:off x="4656158" y="1641896"/>
            <a:ext cx="3604506" cy="3922884"/>
          </a:xfrm>
          <a:prstGeom prst="flowChartManualInput">
            <a:avLst/>
          </a:prstGeom>
          <a:solidFill>
            <a:srgbClr val="00B0F0"/>
          </a:solidFill>
          <a:ln w="25400" cap="flat" cmpd="sng" algn="ctr">
            <a:solidFill>
              <a:sysClr val="window" lastClr="FFFFFF">
                <a:hueOff val="0"/>
                <a:satOff val="0"/>
                <a:lumOff val="0"/>
                <a:alphaOff val="0"/>
              </a:sysClr>
            </a:solidFill>
            <a:prstDash val="solid"/>
          </a:ln>
          <a:effectLst/>
        </p:spPr>
        <p:txBody>
          <a:bodyPr spcFirstLastPara="0" vert="horz" wrap="square" lIns="110941" tIns="976426" rIns="111988" bIns="976426" numCol="1" spcCol="1270" anchor="ctr" anchorCtr="0">
            <a:noAutofit/>
          </a:bodyPr>
          <a:lstStyle/>
          <a:p>
            <a:pPr marR="0" lvl="0" algn="just" defTabSz="776582" eaLnBrk="1" fontAlgn="auto" latinLnBrk="0" hangingPunct="1">
              <a:lnSpc>
                <a:spcPct val="110000"/>
              </a:lnSpc>
              <a:spcBef>
                <a:spcPts val="617"/>
              </a:spcBef>
              <a:spcAft>
                <a:spcPct val="35000"/>
              </a:spcAft>
              <a:buClrTx/>
              <a:buSzTx/>
              <a:tabLst/>
              <a:defRPr/>
            </a:pPr>
            <a:r>
              <a:rPr kumimoji="0" lang="en-US" sz="1100" b="1" i="0" u="none" strike="noStrike" kern="0" cap="none" spc="0" normalizeH="0" baseline="0" noProof="0">
                <a:ln>
                  <a:noFill/>
                </a:ln>
                <a:solidFill>
                  <a:prstClr val="white"/>
                </a:solidFill>
                <a:effectLst/>
                <a:uLnTx/>
                <a:uFillTx/>
                <a:latin typeface="Verdana"/>
                <a:ea typeface="+mn-ea"/>
                <a:cs typeface="+mn-cs"/>
              </a:rPr>
              <a:t>CAPEX</a:t>
            </a:r>
          </a:p>
          <a:p>
            <a:pPr marL="171450" marR="0" lvl="0" indent="-171450" algn="just" defTabSz="776582" eaLnBrk="1" fontAlgn="auto" latinLnBrk="0" hangingPunct="1">
              <a:lnSpc>
                <a:spcPct val="110000"/>
              </a:lnSpc>
              <a:spcBef>
                <a:spcPts val="617"/>
              </a:spcBef>
              <a:spcAft>
                <a:spcPct val="35000"/>
              </a:spcAft>
              <a:buClrTx/>
              <a:buSzTx/>
              <a:buFont typeface="Arial" panose="020B0604020202020204" pitchFamily="34" charset="0"/>
              <a:buChar char="•"/>
              <a:tabLst/>
              <a:defRPr/>
            </a:pPr>
            <a:r>
              <a:rPr kumimoji="0" lang="en-US" sz="1100" i="0" u="none" strike="noStrike" kern="0" cap="none" spc="0" normalizeH="0" baseline="0" noProof="0">
                <a:ln>
                  <a:noFill/>
                </a:ln>
                <a:solidFill>
                  <a:prstClr val="white"/>
                </a:solidFill>
                <a:effectLst/>
                <a:uLnTx/>
                <a:uFillTx/>
                <a:latin typeface="Verdana"/>
                <a:ea typeface="+mn-ea"/>
                <a:cs typeface="+mn-cs"/>
              </a:rPr>
              <a:t>WBS element wise budget</a:t>
            </a:r>
          </a:p>
          <a:p>
            <a:pPr marL="171450" marR="0" lvl="0" indent="-171450" algn="just" defTabSz="776582" eaLnBrk="1" fontAlgn="auto" latinLnBrk="0" hangingPunct="1">
              <a:lnSpc>
                <a:spcPct val="110000"/>
              </a:lnSpc>
              <a:spcBef>
                <a:spcPts val="617"/>
              </a:spcBef>
              <a:spcAft>
                <a:spcPct val="35000"/>
              </a:spcAft>
              <a:buClrTx/>
              <a:buSzTx/>
              <a:buFont typeface="Arial" panose="020B0604020202020204" pitchFamily="34" charset="0"/>
              <a:buChar char="•"/>
              <a:tabLst/>
              <a:defRPr/>
            </a:pPr>
            <a:r>
              <a:rPr kumimoji="0" lang="en-US" sz="1100" i="0" u="none" strike="noStrike" kern="0" cap="none" spc="0" normalizeH="0" baseline="0" noProof="0">
                <a:ln>
                  <a:noFill/>
                </a:ln>
                <a:solidFill>
                  <a:prstClr val="white"/>
                </a:solidFill>
                <a:effectLst/>
                <a:uLnTx/>
                <a:uFillTx/>
                <a:latin typeface="Verdana"/>
                <a:ea typeface="+mn-ea"/>
                <a:cs typeface="+mn-cs"/>
              </a:rPr>
              <a:t>CAPEX procurement  and services budget </a:t>
            </a:r>
          </a:p>
          <a:p>
            <a:pPr marL="171450" marR="0" lvl="0" indent="-171450" algn="just" defTabSz="776582" eaLnBrk="1" fontAlgn="auto" latinLnBrk="0" hangingPunct="1">
              <a:lnSpc>
                <a:spcPct val="110000"/>
              </a:lnSpc>
              <a:spcBef>
                <a:spcPts val="617"/>
              </a:spcBef>
              <a:spcAft>
                <a:spcPct val="35000"/>
              </a:spcAft>
              <a:buClrTx/>
              <a:buSzTx/>
              <a:buFont typeface="Arial" panose="020B0604020202020204" pitchFamily="34" charset="0"/>
              <a:buChar char="•"/>
              <a:tabLst/>
              <a:defRPr/>
            </a:pPr>
            <a:r>
              <a:rPr kumimoji="0" lang="en-US" sz="1100" i="0" u="none" strike="noStrike" kern="0" cap="none" spc="0" normalizeH="0" baseline="0" noProof="0">
                <a:ln>
                  <a:noFill/>
                </a:ln>
                <a:solidFill>
                  <a:prstClr val="white"/>
                </a:solidFill>
                <a:effectLst/>
                <a:uLnTx/>
                <a:uFillTx/>
                <a:latin typeface="Verdana"/>
                <a:ea typeface="+mn-ea"/>
                <a:cs typeface="+mn-cs"/>
              </a:rPr>
              <a:t>CAPEX fund flow </a:t>
            </a:r>
          </a:p>
          <a:p>
            <a:pPr marR="0" lvl="0" algn="just" defTabSz="776582" eaLnBrk="1" fontAlgn="auto" latinLnBrk="0" hangingPunct="1">
              <a:lnSpc>
                <a:spcPct val="110000"/>
              </a:lnSpc>
              <a:spcBef>
                <a:spcPts val="617"/>
              </a:spcBef>
              <a:spcAft>
                <a:spcPct val="35000"/>
              </a:spcAft>
              <a:buClrTx/>
              <a:buSzTx/>
              <a:tabLst/>
              <a:defRPr/>
            </a:pPr>
            <a:r>
              <a:rPr lang="en-US" sz="1100" b="1" kern="0">
                <a:solidFill>
                  <a:prstClr val="white"/>
                </a:solidFill>
                <a:latin typeface="Verdana"/>
              </a:rPr>
              <a:t>OPEX</a:t>
            </a:r>
            <a:endParaRPr kumimoji="0" lang="en-US" sz="1100" b="1" i="0" u="none" strike="noStrike" kern="0" cap="none" spc="0" normalizeH="0" baseline="0" noProof="0">
              <a:ln>
                <a:noFill/>
              </a:ln>
              <a:solidFill>
                <a:prstClr val="white"/>
              </a:solidFill>
              <a:effectLst/>
              <a:uLnTx/>
              <a:uFillTx/>
              <a:latin typeface="Verdana"/>
              <a:ea typeface="+mn-ea"/>
              <a:cs typeface="+mn-cs"/>
            </a:endParaRPr>
          </a:p>
          <a:p>
            <a:pPr marL="171450" marR="0" lvl="0" indent="-171450" algn="just" defTabSz="776582" eaLnBrk="1" fontAlgn="auto" latinLnBrk="0" hangingPunct="1">
              <a:lnSpc>
                <a:spcPct val="110000"/>
              </a:lnSpc>
              <a:spcBef>
                <a:spcPts val="617"/>
              </a:spcBef>
              <a:spcAft>
                <a:spcPct val="35000"/>
              </a:spcAft>
              <a:buClrTx/>
              <a:buSzTx/>
              <a:buFont typeface="Arial" panose="020B0604020202020204" pitchFamily="34" charset="0"/>
              <a:buChar char="•"/>
              <a:tabLst/>
              <a:defRPr/>
            </a:pPr>
            <a:r>
              <a:rPr kumimoji="0" lang="en-US" sz="1100" i="0" u="none" strike="noStrike" kern="0" cap="none" spc="0" normalizeH="0" baseline="0" noProof="0">
                <a:ln>
                  <a:noFill/>
                </a:ln>
                <a:solidFill>
                  <a:prstClr val="white"/>
                </a:solidFill>
                <a:effectLst/>
                <a:uLnTx/>
                <a:uFillTx/>
                <a:latin typeface="Verdana"/>
                <a:ea typeface="+mn-ea"/>
                <a:cs typeface="+mn-cs"/>
              </a:rPr>
              <a:t>Annual budget cycle</a:t>
            </a:r>
          </a:p>
          <a:p>
            <a:pPr marL="171450" marR="0" lvl="0" indent="-171450" algn="just" defTabSz="776582" eaLnBrk="1" fontAlgn="auto" latinLnBrk="0" hangingPunct="1">
              <a:lnSpc>
                <a:spcPct val="110000"/>
              </a:lnSpc>
              <a:spcBef>
                <a:spcPts val="617"/>
              </a:spcBef>
              <a:spcAft>
                <a:spcPct val="35000"/>
              </a:spcAft>
              <a:buClrTx/>
              <a:buSzTx/>
              <a:buFont typeface="Arial" panose="020B0604020202020204" pitchFamily="34" charset="0"/>
              <a:buChar char="•"/>
              <a:tabLst/>
              <a:defRPr/>
            </a:pPr>
            <a:r>
              <a:rPr kumimoji="0" lang="en-US" sz="1100" i="0" u="none" strike="noStrike" kern="0" cap="none" spc="0" normalizeH="0" baseline="0" noProof="0">
                <a:ln>
                  <a:noFill/>
                </a:ln>
                <a:solidFill>
                  <a:prstClr val="white"/>
                </a:solidFill>
                <a:effectLst/>
                <a:uLnTx/>
                <a:uFillTx/>
                <a:latin typeface="Verdana"/>
                <a:ea typeface="+mn-ea"/>
                <a:cs typeface="+mn-cs"/>
              </a:rPr>
              <a:t>Allocation of overheads</a:t>
            </a:r>
          </a:p>
          <a:p>
            <a:pPr marL="171450" marR="0" lvl="0" indent="-171450" algn="just" defTabSz="776582" eaLnBrk="1" fontAlgn="auto" latinLnBrk="0" hangingPunct="1">
              <a:lnSpc>
                <a:spcPct val="110000"/>
              </a:lnSpc>
              <a:spcBef>
                <a:spcPts val="617"/>
              </a:spcBef>
              <a:spcAft>
                <a:spcPct val="35000"/>
              </a:spcAft>
              <a:buClrTx/>
              <a:buSzTx/>
              <a:buFont typeface="Arial" panose="020B0604020202020204" pitchFamily="34" charset="0"/>
              <a:buChar char="•"/>
              <a:tabLst/>
              <a:defRPr/>
            </a:pPr>
            <a:r>
              <a:rPr kumimoji="0" lang="en-US" sz="1100" i="0" u="none" strike="noStrike" kern="0" cap="none" spc="0" normalizeH="0" baseline="0" noProof="0">
                <a:ln>
                  <a:noFill/>
                </a:ln>
                <a:solidFill>
                  <a:prstClr val="white"/>
                </a:solidFill>
                <a:effectLst/>
                <a:uLnTx/>
                <a:uFillTx/>
                <a:latin typeface="Verdana"/>
                <a:ea typeface="+mn-ea"/>
                <a:cs typeface="+mn-cs"/>
              </a:rPr>
              <a:t>Budget control mechanism</a:t>
            </a:r>
            <a:endParaRPr kumimoji="0" lang="en-US" sz="1200" b="1" i="0" u="none" strike="noStrike" kern="0" cap="none" spc="0" normalizeH="0" baseline="0" noProof="0">
              <a:ln>
                <a:noFill/>
              </a:ln>
              <a:solidFill>
                <a:prstClr val="white"/>
              </a:solidFill>
              <a:effectLst/>
              <a:uLnTx/>
              <a:uFillTx/>
              <a:latin typeface="Verdana"/>
              <a:ea typeface="+mn-ea"/>
              <a:cs typeface="+mn-cs"/>
            </a:endParaRPr>
          </a:p>
        </p:txBody>
      </p:sp>
      <p:sp>
        <p:nvSpPr>
          <p:cNvPr id="53" name="TextBox 52">
            <a:extLst>
              <a:ext uri="{FF2B5EF4-FFF2-40B4-BE49-F238E27FC236}">
                <a16:creationId xmlns:a16="http://schemas.microsoft.com/office/drawing/2014/main" id="{3FF9FC46-5D40-0746-A175-735019D0578D}"/>
              </a:ext>
            </a:extLst>
          </p:cNvPr>
          <p:cNvSpPr txBox="1"/>
          <p:nvPr/>
        </p:nvSpPr>
        <p:spPr>
          <a:xfrm>
            <a:off x="1345629" y="5059050"/>
            <a:ext cx="2019299" cy="846386"/>
          </a:xfrm>
          <a:prstGeom prst="rect">
            <a:avLst/>
          </a:prstGeom>
          <a:noFill/>
        </p:spPr>
        <p:txBody>
          <a:bodyPr wrap="square" lIns="0" tIns="0" rIns="0" bIns="0" rtlCol="0">
            <a:spAutoFit/>
          </a:bodyPr>
          <a:lstStyle/>
          <a:p>
            <a:pPr marL="171450" indent="-171450">
              <a:buSzPct val="100000"/>
              <a:buFont typeface="Arial" panose="020B0604020202020204" pitchFamily="34" charset="0"/>
              <a:buChar char="•"/>
            </a:pPr>
            <a:r>
              <a:rPr lang="en-IN" sz="1100">
                <a:solidFill>
                  <a:srgbClr val="313131"/>
                </a:solidFill>
              </a:rPr>
              <a:t>Capital Project Disallowances</a:t>
            </a:r>
          </a:p>
          <a:p>
            <a:pPr marL="171450" indent="-171450">
              <a:buSzPct val="100000"/>
              <a:buFont typeface="Arial" panose="020B0604020202020204" pitchFamily="34" charset="0"/>
              <a:buChar char="•"/>
            </a:pPr>
            <a:r>
              <a:rPr lang="en-IN" sz="1100">
                <a:solidFill>
                  <a:srgbClr val="313131"/>
                </a:solidFill>
              </a:rPr>
              <a:t>Working Capital Disallowances</a:t>
            </a:r>
          </a:p>
          <a:p>
            <a:pPr marL="171450" indent="-171450">
              <a:buSzPct val="100000"/>
              <a:buFont typeface="Arial" panose="020B0604020202020204" pitchFamily="34" charset="0"/>
              <a:buChar char="•"/>
            </a:pPr>
            <a:r>
              <a:rPr lang="en-IN" sz="1100">
                <a:solidFill>
                  <a:srgbClr val="313131"/>
                </a:solidFill>
              </a:rPr>
              <a:t>Auxiliary Losses</a:t>
            </a:r>
          </a:p>
          <a:p>
            <a:pPr marL="171450" indent="-171450">
              <a:buSzPct val="100000"/>
              <a:buFont typeface="Arial" panose="020B0604020202020204" pitchFamily="34" charset="0"/>
              <a:buChar char="•"/>
            </a:pPr>
            <a:r>
              <a:rPr lang="en-IN" sz="1100">
                <a:solidFill>
                  <a:srgbClr val="313131"/>
                </a:solidFill>
              </a:rPr>
              <a:t>Cost of Debt</a:t>
            </a:r>
          </a:p>
          <a:p>
            <a:pPr marL="171450" indent="-171450">
              <a:buSzPct val="100000"/>
              <a:buFont typeface="Arial" panose="020B0604020202020204" pitchFamily="34" charset="0"/>
              <a:buChar char="•"/>
            </a:pPr>
            <a:r>
              <a:rPr lang="en-IN" sz="1100">
                <a:solidFill>
                  <a:srgbClr val="313131"/>
                </a:solidFill>
              </a:rPr>
              <a:t>Non-Tariff Income</a:t>
            </a:r>
          </a:p>
        </p:txBody>
      </p:sp>
      <p:sp>
        <p:nvSpPr>
          <p:cNvPr id="59" name="Rectangle: Rounded Corners 58">
            <a:extLst>
              <a:ext uri="{FF2B5EF4-FFF2-40B4-BE49-F238E27FC236}">
                <a16:creationId xmlns:a16="http://schemas.microsoft.com/office/drawing/2014/main" id="{042AF8F2-F0C7-DAB1-5CF0-D2F11CAAA07B}"/>
              </a:ext>
            </a:extLst>
          </p:cNvPr>
          <p:cNvSpPr/>
          <p:nvPr/>
        </p:nvSpPr>
        <p:spPr bwMode="gray">
          <a:xfrm>
            <a:off x="473394" y="5941246"/>
            <a:ext cx="7832215" cy="410487"/>
          </a:xfrm>
          <a:custGeom>
            <a:avLst/>
            <a:gdLst>
              <a:gd name="connsiteX0" fmla="*/ 0 w 7832215"/>
              <a:gd name="connsiteY0" fmla="*/ 0 h 410487"/>
              <a:gd name="connsiteX1" fmla="*/ 0 w 7832215"/>
              <a:gd name="connsiteY1" fmla="*/ 0 h 410487"/>
              <a:gd name="connsiteX2" fmla="*/ 731007 w 7832215"/>
              <a:gd name="connsiteY2" fmla="*/ 0 h 410487"/>
              <a:gd name="connsiteX3" fmla="*/ 1540336 w 7832215"/>
              <a:gd name="connsiteY3" fmla="*/ 0 h 410487"/>
              <a:gd name="connsiteX4" fmla="*/ 2036376 w 7832215"/>
              <a:gd name="connsiteY4" fmla="*/ 0 h 410487"/>
              <a:gd name="connsiteX5" fmla="*/ 2689060 w 7832215"/>
              <a:gd name="connsiteY5" fmla="*/ 0 h 410487"/>
              <a:gd name="connsiteX6" fmla="*/ 3498389 w 7832215"/>
              <a:gd name="connsiteY6" fmla="*/ 0 h 410487"/>
              <a:gd name="connsiteX7" fmla="*/ 4229396 w 7832215"/>
              <a:gd name="connsiteY7" fmla="*/ 0 h 410487"/>
              <a:gd name="connsiteX8" fmla="*/ 4647114 w 7832215"/>
              <a:gd name="connsiteY8" fmla="*/ 0 h 410487"/>
              <a:gd name="connsiteX9" fmla="*/ 5221477 w 7832215"/>
              <a:gd name="connsiteY9" fmla="*/ 0 h 410487"/>
              <a:gd name="connsiteX10" fmla="*/ 5952483 w 7832215"/>
              <a:gd name="connsiteY10" fmla="*/ 0 h 410487"/>
              <a:gd name="connsiteX11" fmla="*/ 6526846 w 7832215"/>
              <a:gd name="connsiteY11" fmla="*/ 0 h 410487"/>
              <a:gd name="connsiteX12" fmla="*/ 7179530 w 7832215"/>
              <a:gd name="connsiteY12" fmla="*/ 0 h 410487"/>
              <a:gd name="connsiteX13" fmla="*/ 7832215 w 7832215"/>
              <a:gd name="connsiteY13" fmla="*/ 0 h 410487"/>
              <a:gd name="connsiteX14" fmla="*/ 7832215 w 7832215"/>
              <a:gd name="connsiteY14" fmla="*/ 0 h 410487"/>
              <a:gd name="connsiteX15" fmla="*/ 7832215 w 7832215"/>
              <a:gd name="connsiteY15" fmla="*/ 410487 h 410487"/>
              <a:gd name="connsiteX16" fmla="*/ 7832215 w 7832215"/>
              <a:gd name="connsiteY16" fmla="*/ 410487 h 410487"/>
              <a:gd name="connsiteX17" fmla="*/ 7022886 w 7832215"/>
              <a:gd name="connsiteY17" fmla="*/ 410487 h 410487"/>
              <a:gd name="connsiteX18" fmla="*/ 6291879 w 7832215"/>
              <a:gd name="connsiteY18" fmla="*/ 410487 h 410487"/>
              <a:gd name="connsiteX19" fmla="*/ 5560873 w 7832215"/>
              <a:gd name="connsiteY19" fmla="*/ 410487 h 410487"/>
              <a:gd name="connsiteX20" fmla="*/ 5143155 w 7832215"/>
              <a:gd name="connsiteY20" fmla="*/ 410487 h 410487"/>
              <a:gd name="connsiteX21" fmla="*/ 4412148 w 7832215"/>
              <a:gd name="connsiteY21" fmla="*/ 410487 h 410487"/>
              <a:gd name="connsiteX22" fmla="*/ 3837785 w 7832215"/>
              <a:gd name="connsiteY22" fmla="*/ 410487 h 410487"/>
              <a:gd name="connsiteX23" fmla="*/ 3263423 w 7832215"/>
              <a:gd name="connsiteY23" fmla="*/ 410487 h 410487"/>
              <a:gd name="connsiteX24" fmla="*/ 2532416 w 7832215"/>
              <a:gd name="connsiteY24" fmla="*/ 410487 h 410487"/>
              <a:gd name="connsiteX25" fmla="*/ 2114698 w 7832215"/>
              <a:gd name="connsiteY25" fmla="*/ 410487 h 410487"/>
              <a:gd name="connsiteX26" fmla="*/ 1696980 w 7832215"/>
              <a:gd name="connsiteY26" fmla="*/ 410487 h 410487"/>
              <a:gd name="connsiteX27" fmla="*/ 1200940 w 7832215"/>
              <a:gd name="connsiteY27" fmla="*/ 410487 h 410487"/>
              <a:gd name="connsiteX28" fmla="*/ 0 w 7832215"/>
              <a:gd name="connsiteY28" fmla="*/ 410487 h 410487"/>
              <a:gd name="connsiteX29" fmla="*/ 0 w 7832215"/>
              <a:gd name="connsiteY29" fmla="*/ 410487 h 410487"/>
              <a:gd name="connsiteX30" fmla="*/ 0 w 7832215"/>
              <a:gd name="connsiteY30" fmla="*/ 0 h 4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832215" h="410487" fill="none" extrusionOk="0">
                <a:moveTo>
                  <a:pt x="0" y="0"/>
                </a:moveTo>
                <a:lnTo>
                  <a:pt x="0" y="0"/>
                </a:lnTo>
                <a:cubicBezTo>
                  <a:pt x="194690" y="-12058"/>
                  <a:pt x="562042" y="5971"/>
                  <a:pt x="731007" y="0"/>
                </a:cubicBezTo>
                <a:cubicBezTo>
                  <a:pt x="899972" y="-5971"/>
                  <a:pt x="1221264" y="325"/>
                  <a:pt x="1540336" y="0"/>
                </a:cubicBezTo>
                <a:cubicBezTo>
                  <a:pt x="1859408" y="-325"/>
                  <a:pt x="1886510" y="-17430"/>
                  <a:pt x="2036376" y="0"/>
                </a:cubicBezTo>
                <a:cubicBezTo>
                  <a:pt x="2186242" y="17430"/>
                  <a:pt x="2371632" y="21435"/>
                  <a:pt x="2689060" y="0"/>
                </a:cubicBezTo>
                <a:cubicBezTo>
                  <a:pt x="3006488" y="-21435"/>
                  <a:pt x="3100869" y="-4316"/>
                  <a:pt x="3498389" y="0"/>
                </a:cubicBezTo>
                <a:cubicBezTo>
                  <a:pt x="3895909" y="4316"/>
                  <a:pt x="4044470" y="23811"/>
                  <a:pt x="4229396" y="0"/>
                </a:cubicBezTo>
                <a:cubicBezTo>
                  <a:pt x="4414322" y="-23811"/>
                  <a:pt x="4542296" y="-8165"/>
                  <a:pt x="4647114" y="0"/>
                </a:cubicBezTo>
                <a:cubicBezTo>
                  <a:pt x="4751932" y="8165"/>
                  <a:pt x="4986843" y="1946"/>
                  <a:pt x="5221477" y="0"/>
                </a:cubicBezTo>
                <a:cubicBezTo>
                  <a:pt x="5456111" y="-1946"/>
                  <a:pt x="5671289" y="1108"/>
                  <a:pt x="5952483" y="0"/>
                </a:cubicBezTo>
                <a:cubicBezTo>
                  <a:pt x="6233677" y="-1108"/>
                  <a:pt x="6267864" y="1763"/>
                  <a:pt x="6526846" y="0"/>
                </a:cubicBezTo>
                <a:cubicBezTo>
                  <a:pt x="6785828" y="-1763"/>
                  <a:pt x="6916341" y="-5694"/>
                  <a:pt x="7179530" y="0"/>
                </a:cubicBezTo>
                <a:cubicBezTo>
                  <a:pt x="7442719" y="5694"/>
                  <a:pt x="7682317" y="-21210"/>
                  <a:pt x="7832215" y="0"/>
                </a:cubicBezTo>
                <a:lnTo>
                  <a:pt x="7832215" y="0"/>
                </a:lnTo>
                <a:cubicBezTo>
                  <a:pt x="7835572" y="195252"/>
                  <a:pt x="7850240" y="320425"/>
                  <a:pt x="7832215" y="410487"/>
                </a:cubicBezTo>
                <a:lnTo>
                  <a:pt x="7832215" y="410487"/>
                </a:lnTo>
                <a:cubicBezTo>
                  <a:pt x="7496934" y="394210"/>
                  <a:pt x="7372939" y="406696"/>
                  <a:pt x="7022886" y="410487"/>
                </a:cubicBezTo>
                <a:cubicBezTo>
                  <a:pt x="6672833" y="414278"/>
                  <a:pt x="6580148" y="418956"/>
                  <a:pt x="6291879" y="410487"/>
                </a:cubicBezTo>
                <a:cubicBezTo>
                  <a:pt x="6003610" y="402018"/>
                  <a:pt x="5848795" y="435135"/>
                  <a:pt x="5560873" y="410487"/>
                </a:cubicBezTo>
                <a:cubicBezTo>
                  <a:pt x="5272951" y="385839"/>
                  <a:pt x="5291307" y="412657"/>
                  <a:pt x="5143155" y="410487"/>
                </a:cubicBezTo>
                <a:cubicBezTo>
                  <a:pt x="4995003" y="408317"/>
                  <a:pt x="4667032" y="389424"/>
                  <a:pt x="4412148" y="410487"/>
                </a:cubicBezTo>
                <a:cubicBezTo>
                  <a:pt x="4157264" y="431550"/>
                  <a:pt x="4046828" y="427627"/>
                  <a:pt x="3837785" y="410487"/>
                </a:cubicBezTo>
                <a:cubicBezTo>
                  <a:pt x="3628742" y="393347"/>
                  <a:pt x="3451514" y="386681"/>
                  <a:pt x="3263423" y="410487"/>
                </a:cubicBezTo>
                <a:cubicBezTo>
                  <a:pt x="3075332" y="434293"/>
                  <a:pt x="2799033" y="435858"/>
                  <a:pt x="2532416" y="410487"/>
                </a:cubicBezTo>
                <a:cubicBezTo>
                  <a:pt x="2265799" y="385116"/>
                  <a:pt x="2259919" y="395526"/>
                  <a:pt x="2114698" y="410487"/>
                </a:cubicBezTo>
                <a:cubicBezTo>
                  <a:pt x="1969477" y="425448"/>
                  <a:pt x="1863441" y="405921"/>
                  <a:pt x="1696980" y="410487"/>
                </a:cubicBezTo>
                <a:cubicBezTo>
                  <a:pt x="1530519" y="415053"/>
                  <a:pt x="1302247" y="397321"/>
                  <a:pt x="1200940" y="410487"/>
                </a:cubicBezTo>
                <a:cubicBezTo>
                  <a:pt x="1099633" y="423653"/>
                  <a:pt x="395513" y="406516"/>
                  <a:pt x="0" y="410487"/>
                </a:cubicBezTo>
                <a:lnTo>
                  <a:pt x="0" y="410487"/>
                </a:lnTo>
                <a:cubicBezTo>
                  <a:pt x="-236" y="231479"/>
                  <a:pt x="7069" y="161383"/>
                  <a:pt x="0" y="0"/>
                </a:cubicBezTo>
                <a:close/>
              </a:path>
              <a:path w="7832215" h="410487" stroke="0" extrusionOk="0">
                <a:moveTo>
                  <a:pt x="0" y="0"/>
                </a:moveTo>
                <a:lnTo>
                  <a:pt x="0" y="0"/>
                </a:lnTo>
                <a:cubicBezTo>
                  <a:pt x="184043" y="-10654"/>
                  <a:pt x="442675" y="17772"/>
                  <a:pt x="652685" y="0"/>
                </a:cubicBezTo>
                <a:cubicBezTo>
                  <a:pt x="862696" y="-17772"/>
                  <a:pt x="1231176" y="3163"/>
                  <a:pt x="1383691" y="0"/>
                </a:cubicBezTo>
                <a:cubicBezTo>
                  <a:pt x="1536206" y="-3163"/>
                  <a:pt x="1969513" y="20374"/>
                  <a:pt x="2193020" y="0"/>
                </a:cubicBezTo>
                <a:cubicBezTo>
                  <a:pt x="2416527" y="-20374"/>
                  <a:pt x="2521840" y="13402"/>
                  <a:pt x="2610738" y="0"/>
                </a:cubicBezTo>
                <a:cubicBezTo>
                  <a:pt x="2699636" y="-13402"/>
                  <a:pt x="2945103" y="17253"/>
                  <a:pt x="3106779" y="0"/>
                </a:cubicBezTo>
                <a:cubicBezTo>
                  <a:pt x="3268455" y="-17253"/>
                  <a:pt x="3356945" y="-8104"/>
                  <a:pt x="3524497" y="0"/>
                </a:cubicBezTo>
                <a:cubicBezTo>
                  <a:pt x="3692049" y="8104"/>
                  <a:pt x="3787327" y="7088"/>
                  <a:pt x="3942215" y="0"/>
                </a:cubicBezTo>
                <a:cubicBezTo>
                  <a:pt x="4097103" y="-7088"/>
                  <a:pt x="4271506" y="-10815"/>
                  <a:pt x="4594899" y="0"/>
                </a:cubicBezTo>
                <a:cubicBezTo>
                  <a:pt x="4918292" y="10815"/>
                  <a:pt x="5206218" y="-17904"/>
                  <a:pt x="5404228" y="0"/>
                </a:cubicBezTo>
                <a:cubicBezTo>
                  <a:pt x="5602238" y="17904"/>
                  <a:pt x="5697216" y="-2776"/>
                  <a:pt x="5978591" y="0"/>
                </a:cubicBezTo>
                <a:cubicBezTo>
                  <a:pt x="6259966" y="2776"/>
                  <a:pt x="6365358" y="28031"/>
                  <a:pt x="6709598" y="0"/>
                </a:cubicBezTo>
                <a:cubicBezTo>
                  <a:pt x="7053838" y="-28031"/>
                  <a:pt x="7568419" y="-40197"/>
                  <a:pt x="7832215" y="0"/>
                </a:cubicBezTo>
                <a:lnTo>
                  <a:pt x="7832215" y="0"/>
                </a:lnTo>
                <a:cubicBezTo>
                  <a:pt x="7848074" y="93952"/>
                  <a:pt x="7851849" y="226488"/>
                  <a:pt x="7832215" y="410487"/>
                </a:cubicBezTo>
                <a:lnTo>
                  <a:pt x="7832215" y="410487"/>
                </a:lnTo>
                <a:cubicBezTo>
                  <a:pt x="7663090" y="393590"/>
                  <a:pt x="7259594" y="424412"/>
                  <a:pt x="7101208" y="410487"/>
                </a:cubicBezTo>
                <a:cubicBezTo>
                  <a:pt x="6942822" y="396562"/>
                  <a:pt x="6864013" y="401761"/>
                  <a:pt x="6683490" y="410487"/>
                </a:cubicBezTo>
                <a:cubicBezTo>
                  <a:pt x="6502967" y="419213"/>
                  <a:pt x="6237901" y="446779"/>
                  <a:pt x="5952483" y="410487"/>
                </a:cubicBezTo>
                <a:cubicBezTo>
                  <a:pt x="5667065" y="374195"/>
                  <a:pt x="5541290" y="430510"/>
                  <a:pt x="5143155" y="410487"/>
                </a:cubicBezTo>
                <a:cubicBezTo>
                  <a:pt x="4745020" y="390464"/>
                  <a:pt x="4682369" y="411101"/>
                  <a:pt x="4490470" y="410487"/>
                </a:cubicBezTo>
                <a:cubicBezTo>
                  <a:pt x="4298572" y="409873"/>
                  <a:pt x="3915078" y="423140"/>
                  <a:pt x="3759463" y="410487"/>
                </a:cubicBezTo>
                <a:cubicBezTo>
                  <a:pt x="3603848" y="397834"/>
                  <a:pt x="3318233" y="394519"/>
                  <a:pt x="3028456" y="410487"/>
                </a:cubicBezTo>
                <a:cubicBezTo>
                  <a:pt x="2738679" y="426455"/>
                  <a:pt x="2818650" y="417329"/>
                  <a:pt x="2610738" y="410487"/>
                </a:cubicBezTo>
                <a:cubicBezTo>
                  <a:pt x="2402826" y="403645"/>
                  <a:pt x="2284953" y="416745"/>
                  <a:pt x="2114698" y="410487"/>
                </a:cubicBezTo>
                <a:cubicBezTo>
                  <a:pt x="1944443" y="404229"/>
                  <a:pt x="1614329" y="407213"/>
                  <a:pt x="1305369" y="410487"/>
                </a:cubicBezTo>
                <a:cubicBezTo>
                  <a:pt x="996409" y="413761"/>
                  <a:pt x="927428" y="410186"/>
                  <a:pt x="574362" y="410487"/>
                </a:cubicBezTo>
                <a:cubicBezTo>
                  <a:pt x="221296" y="410788"/>
                  <a:pt x="149452" y="401911"/>
                  <a:pt x="0" y="410487"/>
                </a:cubicBezTo>
                <a:lnTo>
                  <a:pt x="0" y="410487"/>
                </a:lnTo>
                <a:cubicBezTo>
                  <a:pt x="4447" y="208830"/>
                  <a:pt x="3332" y="168483"/>
                  <a:pt x="0" y="0"/>
                </a:cubicBezTo>
                <a:close/>
              </a:path>
            </a:pathLst>
          </a:custGeom>
          <a:solidFill>
            <a:schemeClr val="accent1">
              <a:lumMod val="20000"/>
              <a:lumOff val="80000"/>
            </a:schemeClr>
          </a:solidFill>
          <a:ln w="19050" algn="ctr">
            <a:solidFill>
              <a:schemeClr val="accent3"/>
            </a:solidFill>
            <a:prstDash val="solid"/>
            <a:miter lim="800000"/>
            <a:headEnd/>
            <a:tailEnd/>
            <a:extLst>
              <a:ext uri="{C807C97D-BFC1-408E-A445-0C87EB9F89A2}">
                <ask:lineSketchStyleProps xmlns:ask="http://schemas.microsoft.com/office/drawing/2018/sketchyshapes" sd="2287336146">
                  <a:prstGeom prst="roundRect">
                    <a:avLst>
                      <a:gd name="adj" fmla="val 0"/>
                    </a:avLst>
                  </a:prstGeom>
                  <ask:type>
                    <ask:lineSketchFreehand/>
                  </ask:type>
                </ask:lineSketchStyleProps>
              </a:ext>
            </a:extLst>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a:solidFill>
                  <a:srgbClr val="26890D"/>
                </a:solidFill>
                <a:latin typeface="Verdana" panose="020B0604030504040204" pitchFamily="34" charset="0"/>
                <a:ea typeface="Verdana" panose="020B0604030504040204" pitchFamily="34" charset="0"/>
              </a:rPr>
              <a:t>Utilize SAP S/4 HANA to aid DVC in cost management and efficiency improvement </a:t>
            </a:r>
          </a:p>
        </p:txBody>
      </p:sp>
      <p:sp>
        <p:nvSpPr>
          <p:cNvPr id="60" name="Rectangle: Top Corners Rounded 59">
            <a:extLst>
              <a:ext uri="{FF2B5EF4-FFF2-40B4-BE49-F238E27FC236}">
                <a16:creationId xmlns:a16="http://schemas.microsoft.com/office/drawing/2014/main" id="{3D27C2C7-7920-0C5F-3763-FECE0223EBB3}"/>
              </a:ext>
            </a:extLst>
          </p:cNvPr>
          <p:cNvSpPr/>
          <p:nvPr/>
        </p:nvSpPr>
        <p:spPr>
          <a:xfrm rot="16200000" flipH="1">
            <a:off x="8006671" y="2256772"/>
            <a:ext cx="4951490" cy="3124206"/>
          </a:xfrm>
          <a:prstGeom prst="round2SameRect">
            <a:avLst>
              <a:gd name="adj1" fmla="val 9929"/>
              <a:gd name="adj2" fmla="val 0"/>
            </a:avLst>
          </a:prstGeom>
          <a:solidFill>
            <a:sysClr val="window" lastClr="FFFFFF">
              <a:lumMod val="95000"/>
            </a:sysClr>
          </a:solidFill>
          <a:ln w="19050" cap="flat" cmpd="sng" algn="ctr">
            <a:noFill/>
            <a:prstDash val="solid"/>
            <a:miter lim="800000"/>
          </a:ln>
          <a:effectLst>
            <a:outerShdw blurRad="508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0B0004020202020204"/>
              <a:ea typeface="+mn-ea"/>
              <a:cs typeface="+mn-cs"/>
            </a:endParaRPr>
          </a:p>
        </p:txBody>
      </p:sp>
      <p:sp>
        <p:nvSpPr>
          <p:cNvPr id="61" name="Rectangle: Rounded Corners 60">
            <a:extLst>
              <a:ext uri="{FF2B5EF4-FFF2-40B4-BE49-F238E27FC236}">
                <a16:creationId xmlns:a16="http://schemas.microsoft.com/office/drawing/2014/main" id="{1972FD92-9236-1CE9-81C5-53429E1E9A0C}"/>
              </a:ext>
            </a:extLst>
          </p:cNvPr>
          <p:cNvSpPr/>
          <p:nvPr/>
        </p:nvSpPr>
        <p:spPr>
          <a:xfrm>
            <a:off x="9179992" y="1387880"/>
            <a:ext cx="2732152" cy="307953"/>
          </a:xfrm>
          <a:prstGeom prst="roundRect">
            <a:avLst/>
          </a:prstGeom>
          <a:solidFill>
            <a:srgbClr val="499D2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Verdana" panose="020B0604030504040204" pitchFamily="34" charset="0"/>
                <a:ea typeface="Verdana" panose="020B0604030504040204" pitchFamily="34" charset="0"/>
              </a:rPr>
              <a:t>Expected Outcomes</a:t>
            </a:r>
          </a:p>
        </p:txBody>
      </p:sp>
      <p:sp>
        <p:nvSpPr>
          <p:cNvPr id="62" name="Speech Bubble: Rectangle 61">
            <a:extLst>
              <a:ext uri="{FF2B5EF4-FFF2-40B4-BE49-F238E27FC236}">
                <a16:creationId xmlns:a16="http://schemas.microsoft.com/office/drawing/2014/main" id="{1188CC53-DCCA-7D44-BEF0-5B40BF8B619F}"/>
              </a:ext>
            </a:extLst>
          </p:cNvPr>
          <p:cNvSpPr/>
          <p:nvPr/>
        </p:nvSpPr>
        <p:spPr>
          <a:xfrm>
            <a:off x="9071776" y="1979193"/>
            <a:ext cx="1686098" cy="887928"/>
          </a:xfrm>
          <a:prstGeom prst="wedgeRectCallout">
            <a:avLst>
              <a:gd name="adj1" fmla="val 63646"/>
              <a:gd name="adj2" fmla="val -15981"/>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b="1">
                <a:solidFill>
                  <a:schemeClr val="tx1"/>
                </a:solidFill>
                <a:latin typeface="Verdana" panose="020B0604030504040204" pitchFamily="34" charset="0"/>
                <a:ea typeface="Verdana" panose="020B0604030504040204" pitchFamily="34" charset="0"/>
              </a:rPr>
              <a:t>Identification and development of new revenue streams </a:t>
            </a:r>
          </a:p>
          <a:p>
            <a:pPr marL="171450" indent="-171450">
              <a:buFont typeface="Arial" panose="020B0604020202020204" pitchFamily="34" charset="0"/>
              <a:buChar char="•"/>
            </a:pPr>
            <a:endParaRPr lang="en-US" sz="1000" b="1">
              <a:solidFill>
                <a:schemeClr val="tx1"/>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US" sz="1000" b="1">
                <a:solidFill>
                  <a:schemeClr val="tx1"/>
                </a:solidFill>
                <a:latin typeface="Verdana" panose="020B0604030504040204" pitchFamily="34" charset="0"/>
                <a:ea typeface="Verdana" panose="020B0604030504040204" pitchFamily="34" charset="0"/>
              </a:rPr>
              <a:t>Cost Reduction </a:t>
            </a:r>
          </a:p>
        </p:txBody>
      </p:sp>
      <p:sp>
        <p:nvSpPr>
          <p:cNvPr id="1024" name="Rectangle: Rounded Corners 1023">
            <a:extLst>
              <a:ext uri="{FF2B5EF4-FFF2-40B4-BE49-F238E27FC236}">
                <a16:creationId xmlns:a16="http://schemas.microsoft.com/office/drawing/2014/main" id="{DEC4FD6B-1E1C-6BE6-25A0-8B029F61C71E}"/>
              </a:ext>
            </a:extLst>
          </p:cNvPr>
          <p:cNvSpPr/>
          <p:nvPr/>
        </p:nvSpPr>
        <p:spPr>
          <a:xfrm>
            <a:off x="10822099" y="2449712"/>
            <a:ext cx="1184318" cy="380362"/>
          </a:xfrm>
          <a:prstGeom prst="roundRect">
            <a:avLst/>
          </a:prstGeom>
          <a:solidFill>
            <a:srgbClr val="B4E5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chemeClr val="tx1"/>
                </a:solidFill>
                <a:latin typeface="Verdana" panose="020B0604030504040204" pitchFamily="34" charset="0"/>
                <a:ea typeface="Verdana" panose="020B0604030504040204" pitchFamily="34" charset="0"/>
              </a:rPr>
              <a:t>Margin Improvement</a:t>
            </a:r>
          </a:p>
        </p:txBody>
      </p:sp>
      <p:sp>
        <p:nvSpPr>
          <p:cNvPr id="1025" name="Speech Bubble: Rectangle 1024">
            <a:extLst>
              <a:ext uri="{FF2B5EF4-FFF2-40B4-BE49-F238E27FC236}">
                <a16:creationId xmlns:a16="http://schemas.microsoft.com/office/drawing/2014/main" id="{D487EE66-13E4-4DAC-8FC8-3E13B0788DC0}"/>
              </a:ext>
            </a:extLst>
          </p:cNvPr>
          <p:cNvSpPr/>
          <p:nvPr/>
        </p:nvSpPr>
        <p:spPr>
          <a:xfrm>
            <a:off x="9071776" y="3091334"/>
            <a:ext cx="1686098" cy="892117"/>
          </a:xfrm>
          <a:prstGeom prst="wedgeRectCallout">
            <a:avLst>
              <a:gd name="adj1" fmla="val 2318"/>
              <a:gd name="adj2" fmla="val 71957"/>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000" b="1">
              <a:solidFill>
                <a:schemeClr val="tx1"/>
              </a:solidFill>
              <a:latin typeface="Verdana" panose="020B0604030504040204" pitchFamily="34" charset="0"/>
              <a:ea typeface="Verdana" panose="020B0604030504040204" pitchFamily="34" charset="0"/>
            </a:endParaRPr>
          </a:p>
          <a:p>
            <a:endParaRPr lang="en-US" sz="1000" b="1">
              <a:solidFill>
                <a:schemeClr val="tx1"/>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US" sz="1000" b="1">
                <a:solidFill>
                  <a:schemeClr val="tx1"/>
                </a:solidFill>
                <a:latin typeface="Verdana" panose="020B0604030504040204" pitchFamily="34" charset="0"/>
                <a:ea typeface="Verdana" panose="020B0604030504040204" pitchFamily="34" charset="0"/>
              </a:rPr>
              <a:t>Strengthened Internal Controls</a:t>
            </a:r>
          </a:p>
          <a:p>
            <a:pPr marL="171450" indent="-171450">
              <a:buFont typeface="Arial" panose="020B0604020202020204" pitchFamily="34" charset="0"/>
              <a:buChar char="•"/>
            </a:pPr>
            <a:r>
              <a:rPr lang="en-US" sz="1000" b="1">
                <a:solidFill>
                  <a:schemeClr val="tx1"/>
                </a:solidFill>
                <a:latin typeface="Verdana" panose="020B0604030504040204" pitchFamily="34" charset="0"/>
                <a:ea typeface="Verdana" panose="020B0604030504040204" pitchFamily="34" charset="0"/>
              </a:rPr>
              <a:t>Financial Policy and Process Framework</a:t>
            </a:r>
          </a:p>
          <a:p>
            <a:endParaRPr lang="en-US" sz="1000" b="1">
              <a:solidFill>
                <a:schemeClr val="tx1"/>
              </a:solidFill>
              <a:latin typeface="Verdana" panose="020B0604030504040204" pitchFamily="34" charset="0"/>
              <a:ea typeface="Verdana" panose="020B0604030504040204" pitchFamily="34" charset="0"/>
            </a:endParaRPr>
          </a:p>
          <a:p>
            <a:r>
              <a:rPr lang="en-US" sz="1000">
                <a:solidFill>
                  <a:schemeClr val="tx1"/>
                </a:solidFill>
                <a:latin typeface="Verdana" panose="020B0604030504040204" pitchFamily="34" charset="0"/>
                <a:ea typeface="Verdana" panose="020B0604030504040204" pitchFamily="34" charset="0"/>
              </a:rPr>
              <a:t>.</a:t>
            </a:r>
          </a:p>
        </p:txBody>
      </p:sp>
      <p:sp>
        <p:nvSpPr>
          <p:cNvPr id="1027" name="Rectangle: Rounded Corners 1026">
            <a:extLst>
              <a:ext uri="{FF2B5EF4-FFF2-40B4-BE49-F238E27FC236}">
                <a16:creationId xmlns:a16="http://schemas.microsoft.com/office/drawing/2014/main" id="{F994DDEF-5EA3-DA4F-F120-0BAC13218924}"/>
              </a:ext>
            </a:extLst>
          </p:cNvPr>
          <p:cNvSpPr/>
          <p:nvPr/>
        </p:nvSpPr>
        <p:spPr>
          <a:xfrm>
            <a:off x="9348733" y="4643969"/>
            <a:ext cx="976415" cy="385529"/>
          </a:xfrm>
          <a:prstGeom prst="roundRect">
            <a:avLst/>
          </a:prstGeom>
          <a:solidFill>
            <a:srgbClr val="B4E5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latin typeface="Verdana" panose="020B0604030504040204" pitchFamily="34" charset="0"/>
                <a:ea typeface="Verdana" panose="020B0604030504040204" pitchFamily="34" charset="0"/>
              </a:rPr>
              <a:t>Budgeting</a:t>
            </a:r>
          </a:p>
        </p:txBody>
      </p:sp>
      <p:sp>
        <p:nvSpPr>
          <p:cNvPr id="1028" name="Rectangle: Rounded Corners 1027">
            <a:extLst>
              <a:ext uri="{FF2B5EF4-FFF2-40B4-BE49-F238E27FC236}">
                <a16:creationId xmlns:a16="http://schemas.microsoft.com/office/drawing/2014/main" id="{340043B8-2C7C-A3A6-6369-3C133E610406}"/>
              </a:ext>
            </a:extLst>
          </p:cNvPr>
          <p:cNvSpPr/>
          <p:nvPr/>
        </p:nvSpPr>
        <p:spPr>
          <a:xfrm>
            <a:off x="9326820" y="4217485"/>
            <a:ext cx="976415" cy="385529"/>
          </a:xfrm>
          <a:prstGeom prst="roundRect">
            <a:avLst/>
          </a:prstGeom>
          <a:solidFill>
            <a:srgbClr val="B4E5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latin typeface="Verdana" panose="020B0604030504040204" pitchFamily="34" charset="0"/>
                <a:ea typeface="Verdana" panose="020B0604030504040204" pitchFamily="34" charset="0"/>
              </a:rPr>
              <a:t>Internal Audit</a:t>
            </a:r>
          </a:p>
        </p:txBody>
      </p:sp>
      <p:sp>
        <p:nvSpPr>
          <p:cNvPr id="1029" name="Speech Bubble: Rectangle 1028">
            <a:extLst>
              <a:ext uri="{FF2B5EF4-FFF2-40B4-BE49-F238E27FC236}">
                <a16:creationId xmlns:a16="http://schemas.microsoft.com/office/drawing/2014/main" id="{A6ABC4F4-C46A-7DCB-84F3-30F13C18744D}"/>
              </a:ext>
            </a:extLst>
          </p:cNvPr>
          <p:cNvSpPr/>
          <p:nvPr/>
        </p:nvSpPr>
        <p:spPr>
          <a:xfrm>
            <a:off x="10720538" y="4244712"/>
            <a:ext cx="1285878" cy="1325078"/>
          </a:xfrm>
          <a:prstGeom prst="wedgeRectCallout">
            <a:avLst>
              <a:gd name="adj1" fmla="val -11968"/>
              <a:gd name="adj2" fmla="val 58413"/>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b="1">
                <a:solidFill>
                  <a:schemeClr val="tx1"/>
                </a:solidFill>
                <a:latin typeface="Verdana" panose="020B0604030504040204" pitchFamily="34" charset="0"/>
                <a:ea typeface="Verdana" panose="020B0604030504040204" pitchFamily="34" charset="0"/>
              </a:rPr>
              <a:t>Reporting Frameworks</a:t>
            </a:r>
          </a:p>
          <a:p>
            <a:pPr marL="171450" indent="-171450">
              <a:buFont typeface="Arial" panose="020B0604020202020204" pitchFamily="34" charset="0"/>
              <a:buChar char="•"/>
            </a:pPr>
            <a:r>
              <a:rPr lang="en-US" sz="1000" b="1">
                <a:solidFill>
                  <a:schemeClr val="tx1"/>
                </a:solidFill>
                <a:latin typeface="Verdana" panose="020B0604030504040204" pitchFamily="34" charset="0"/>
                <a:ea typeface="Verdana" panose="020B0604030504040204" pitchFamily="34" charset="0"/>
              </a:rPr>
              <a:t>Profit Center</a:t>
            </a:r>
          </a:p>
          <a:p>
            <a:pPr marL="171450" indent="-171450">
              <a:buFont typeface="Arial" panose="020B0604020202020204" pitchFamily="34" charset="0"/>
              <a:buChar char="•"/>
            </a:pPr>
            <a:r>
              <a:rPr lang="en-US" sz="1000" b="1">
                <a:solidFill>
                  <a:schemeClr val="tx1"/>
                </a:solidFill>
                <a:latin typeface="Verdana" panose="020B0604030504040204" pitchFamily="34" charset="0"/>
                <a:ea typeface="Verdana" panose="020B0604030504040204" pitchFamily="34" charset="0"/>
              </a:rPr>
              <a:t>Updated Business Plan</a:t>
            </a:r>
          </a:p>
          <a:p>
            <a:pPr marL="171450" indent="-171450">
              <a:buFont typeface="Arial" panose="020B0604020202020204" pitchFamily="34" charset="0"/>
              <a:buChar char="•"/>
            </a:pPr>
            <a:r>
              <a:rPr lang="en-US" sz="1000" b="1">
                <a:solidFill>
                  <a:schemeClr val="tx1"/>
                </a:solidFill>
                <a:latin typeface="Verdana" panose="020B0604030504040204" pitchFamily="34" charset="0"/>
                <a:ea typeface="Verdana" panose="020B0604030504040204" pitchFamily="34" charset="0"/>
              </a:rPr>
              <a:t>Variance Analysis </a:t>
            </a:r>
          </a:p>
        </p:txBody>
      </p:sp>
      <p:sp>
        <p:nvSpPr>
          <p:cNvPr id="1030" name="Rectangle: Rounded Corners 1029">
            <a:extLst>
              <a:ext uri="{FF2B5EF4-FFF2-40B4-BE49-F238E27FC236}">
                <a16:creationId xmlns:a16="http://schemas.microsoft.com/office/drawing/2014/main" id="{9190421F-7794-BE17-E1C1-4FC2A0DD60E4}"/>
              </a:ext>
            </a:extLst>
          </p:cNvPr>
          <p:cNvSpPr/>
          <p:nvPr/>
        </p:nvSpPr>
        <p:spPr>
          <a:xfrm>
            <a:off x="10670856" y="5781739"/>
            <a:ext cx="1305623" cy="389183"/>
          </a:xfrm>
          <a:prstGeom prst="roundRect">
            <a:avLst/>
          </a:prstGeom>
          <a:solidFill>
            <a:srgbClr val="B4E5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latin typeface="Verdana" panose="020B0604030504040204" pitchFamily="34" charset="0"/>
                <a:ea typeface="Verdana" panose="020B0604030504040204" pitchFamily="34" charset="0"/>
              </a:rPr>
              <a:t>Revamped MIS &amp; Reporting</a:t>
            </a:r>
          </a:p>
        </p:txBody>
      </p:sp>
      <p:pic>
        <p:nvPicPr>
          <p:cNvPr id="51" name="Picture 50">
            <a:hlinkClick r:id="rId11" action="ppaction://hlinksldjump"/>
            <a:extLst>
              <a:ext uri="{FF2B5EF4-FFF2-40B4-BE49-F238E27FC236}">
                <a16:creationId xmlns:a16="http://schemas.microsoft.com/office/drawing/2014/main" id="{096773CD-6DF6-A7E6-3118-0B93FBD33905}"/>
              </a:ext>
            </a:extLst>
          </p:cNvPr>
          <p:cNvPicPr>
            <a:picLocks noChangeAspect="1"/>
          </p:cNvPicPr>
          <p:nvPr/>
        </p:nvPicPr>
        <p:blipFill>
          <a:blip r:embed="rId12"/>
          <a:stretch>
            <a:fillRect/>
          </a:stretch>
        </p:blipFill>
        <p:spPr>
          <a:xfrm>
            <a:off x="11726283" y="113485"/>
            <a:ext cx="359695" cy="365792"/>
          </a:xfrm>
          <a:prstGeom prst="rect">
            <a:avLst/>
          </a:prstGeom>
        </p:spPr>
      </p:pic>
      <p:sp>
        <p:nvSpPr>
          <p:cNvPr id="64" name="Rectangle 63">
            <a:hlinkClick r:id="rId13" action="ppaction://hlinksldjump"/>
            <a:extLst>
              <a:ext uri="{FF2B5EF4-FFF2-40B4-BE49-F238E27FC236}">
                <a16:creationId xmlns:a16="http://schemas.microsoft.com/office/drawing/2014/main" id="{B5C6B5D5-6C87-3BDA-3946-21ACE542BB02}"/>
              </a:ext>
            </a:extLst>
          </p:cNvPr>
          <p:cNvSpPr/>
          <p:nvPr/>
        </p:nvSpPr>
        <p:spPr bwMode="gray">
          <a:xfrm>
            <a:off x="8974009" y="-9900"/>
            <a:ext cx="274320" cy="274320"/>
          </a:xfrm>
          <a:prstGeom prst="rect">
            <a:avLst/>
          </a:prstGeom>
          <a:solidFill>
            <a:srgbClr val="DCDDDF"/>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A</a:t>
            </a:r>
          </a:p>
        </p:txBody>
      </p:sp>
      <p:sp>
        <p:nvSpPr>
          <p:cNvPr id="65" name="Rectangle 64">
            <a:hlinkClick r:id="rId14" action="ppaction://hlinksldjump"/>
            <a:extLst>
              <a:ext uri="{FF2B5EF4-FFF2-40B4-BE49-F238E27FC236}">
                <a16:creationId xmlns:a16="http://schemas.microsoft.com/office/drawing/2014/main" id="{8A1B1C64-02F8-3B7A-83CD-7B40194E81D6}"/>
              </a:ext>
            </a:extLst>
          </p:cNvPr>
          <p:cNvSpPr/>
          <p:nvPr/>
        </p:nvSpPr>
        <p:spPr bwMode="gray">
          <a:xfrm>
            <a:off x="9317032" y="-9900"/>
            <a:ext cx="274320" cy="274320"/>
          </a:xfrm>
          <a:prstGeom prst="rect">
            <a:avLst/>
          </a:prstGeom>
          <a:solidFill>
            <a:srgbClr val="0D8390"/>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B</a:t>
            </a:r>
          </a:p>
        </p:txBody>
      </p:sp>
      <p:sp>
        <p:nvSpPr>
          <p:cNvPr id="71" name="Rectangle: Rounded Corners 70">
            <a:extLst>
              <a:ext uri="{FF2B5EF4-FFF2-40B4-BE49-F238E27FC236}">
                <a16:creationId xmlns:a16="http://schemas.microsoft.com/office/drawing/2014/main" id="{C54CFCE2-BEF8-C29D-34A7-588C5BD9AE4D}"/>
              </a:ext>
            </a:extLst>
          </p:cNvPr>
          <p:cNvSpPr/>
          <p:nvPr/>
        </p:nvSpPr>
        <p:spPr bwMode="gray">
          <a:xfrm>
            <a:off x="7792367" y="-9900"/>
            <a:ext cx="914400" cy="274320"/>
          </a:xfrm>
          <a:prstGeom prst="round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T A S K</a:t>
            </a:r>
          </a:p>
        </p:txBody>
      </p:sp>
      <p:sp>
        <p:nvSpPr>
          <p:cNvPr id="73" name="Rectangle 72">
            <a:hlinkClick r:id="rId15" action="ppaction://hlinksldjump"/>
            <a:extLst>
              <a:ext uri="{FF2B5EF4-FFF2-40B4-BE49-F238E27FC236}">
                <a16:creationId xmlns:a16="http://schemas.microsoft.com/office/drawing/2014/main" id="{7E889EDE-F6E7-2BF7-B8FA-2DF8FA57428C}"/>
              </a:ext>
            </a:extLst>
          </p:cNvPr>
          <p:cNvSpPr/>
          <p:nvPr/>
        </p:nvSpPr>
        <p:spPr bwMode="gray">
          <a:xfrm>
            <a:off x="877740" y="-9000"/>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Approach &amp; Methodology</a:t>
            </a:r>
          </a:p>
        </p:txBody>
      </p:sp>
      <p:sp>
        <p:nvSpPr>
          <p:cNvPr id="74" name="Freeform 15">
            <a:extLst>
              <a:ext uri="{FF2B5EF4-FFF2-40B4-BE49-F238E27FC236}">
                <a16:creationId xmlns:a16="http://schemas.microsoft.com/office/drawing/2014/main" id="{91B11C38-1303-BDEB-9C7B-2C8EFE141E68}"/>
              </a:ext>
            </a:extLst>
          </p:cNvPr>
          <p:cNvSpPr>
            <a:spLocks/>
          </p:cNvSpPr>
          <p:nvPr/>
        </p:nvSpPr>
        <p:spPr bwMode="gray">
          <a:xfrm>
            <a:off x="2249786"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3</a:t>
            </a:r>
          </a:p>
        </p:txBody>
      </p:sp>
      <p:sp>
        <p:nvSpPr>
          <p:cNvPr id="75" name="Freeform 16">
            <a:extLst>
              <a:ext uri="{FF2B5EF4-FFF2-40B4-BE49-F238E27FC236}">
                <a16:creationId xmlns:a16="http://schemas.microsoft.com/office/drawing/2014/main" id="{046DF812-71AF-92E6-853A-677795EB2DD9}"/>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1</a:t>
            </a:r>
          </a:p>
        </p:txBody>
      </p:sp>
      <p:sp>
        <p:nvSpPr>
          <p:cNvPr id="76" name="Freeform 6">
            <a:extLst>
              <a:ext uri="{FF2B5EF4-FFF2-40B4-BE49-F238E27FC236}">
                <a16:creationId xmlns:a16="http://schemas.microsoft.com/office/drawing/2014/main" id="{6BB5C247-6D8F-E400-773C-94EBDF4E72E9}"/>
              </a:ext>
            </a:extLst>
          </p:cNvPr>
          <p:cNvSpPr>
            <a:spLocks/>
          </p:cNvSpPr>
          <p:nvPr/>
        </p:nvSpPr>
        <p:spPr bwMode="gray">
          <a:xfrm>
            <a:off x="640908" y="-1148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mj-lt"/>
                <a:ea typeface="+mn-ea"/>
                <a:cs typeface="+mn-cs"/>
              </a:rPr>
              <a:t>2</a:t>
            </a:r>
          </a:p>
        </p:txBody>
      </p:sp>
      <p:sp>
        <p:nvSpPr>
          <p:cNvPr id="81" name="Rectangle 80">
            <a:hlinkClick r:id="rId16" action="ppaction://hlinksldjump"/>
            <a:extLst>
              <a:ext uri="{FF2B5EF4-FFF2-40B4-BE49-F238E27FC236}">
                <a16:creationId xmlns:a16="http://schemas.microsoft.com/office/drawing/2014/main" id="{219524C9-0388-D333-FC7A-FF1CE6DB0579}"/>
              </a:ext>
            </a:extLst>
          </p:cNvPr>
          <p:cNvSpPr/>
          <p:nvPr/>
        </p:nvSpPr>
        <p:spPr bwMode="gray">
          <a:xfrm>
            <a:off x="9660055"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C</a:t>
            </a:r>
          </a:p>
        </p:txBody>
      </p:sp>
      <p:sp>
        <p:nvSpPr>
          <p:cNvPr id="82" name="Rectangle 81">
            <a:hlinkClick r:id="rId17" action="ppaction://hlinksldjump"/>
            <a:extLst>
              <a:ext uri="{FF2B5EF4-FFF2-40B4-BE49-F238E27FC236}">
                <a16:creationId xmlns:a16="http://schemas.microsoft.com/office/drawing/2014/main" id="{2B2A75DE-F3AE-4B80-EBA1-16EAA1A4CE65}"/>
              </a:ext>
            </a:extLst>
          </p:cNvPr>
          <p:cNvSpPr/>
          <p:nvPr/>
        </p:nvSpPr>
        <p:spPr bwMode="gray">
          <a:xfrm>
            <a:off x="10003078"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D</a:t>
            </a:r>
          </a:p>
        </p:txBody>
      </p:sp>
      <p:sp>
        <p:nvSpPr>
          <p:cNvPr id="83" name="Rectangle 82">
            <a:hlinkClick r:id="rId18" action="ppaction://hlinksldjump"/>
            <a:extLst>
              <a:ext uri="{FF2B5EF4-FFF2-40B4-BE49-F238E27FC236}">
                <a16:creationId xmlns:a16="http://schemas.microsoft.com/office/drawing/2014/main" id="{DD842779-91AC-0B20-E56C-D2FD7FDE5ECD}"/>
              </a:ext>
            </a:extLst>
          </p:cNvPr>
          <p:cNvSpPr/>
          <p:nvPr/>
        </p:nvSpPr>
        <p:spPr bwMode="gray">
          <a:xfrm>
            <a:off x="10346101"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E</a:t>
            </a:r>
          </a:p>
        </p:txBody>
      </p:sp>
      <p:sp>
        <p:nvSpPr>
          <p:cNvPr id="84" name="Rectangle 83">
            <a:hlinkClick r:id="rId19" action="ppaction://hlinksldjump"/>
            <a:extLst>
              <a:ext uri="{FF2B5EF4-FFF2-40B4-BE49-F238E27FC236}">
                <a16:creationId xmlns:a16="http://schemas.microsoft.com/office/drawing/2014/main" id="{6B2A5250-0F20-BDD7-EB0F-CADD952725A9}"/>
              </a:ext>
            </a:extLst>
          </p:cNvPr>
          <p:cNvSpPr/>
          <p:nvPr/>
        </p:nvSpPr>
        <p:spPr bwMode="gray">
          <a:xfrm>
            <a:off x="10689126" y="-9900"/>
            <a:ext cx="274320" cy="274320"/>
          </a:xfrm>
          <a:prstGeom prst="rect">
            <a:avLst/>
          </a:prstGeom>
          <a:solidFill>
            <a:schemeClr val="tx2">
              <a:lumMod val="20000"/>
              <a:lumOff val="80000"/>
            </a:schemeClr>
          </a:solidFill>
          <a:ln w="19050" algn="ctr">
            <a:noFill/>
            <a:miter lim="800000"/>
            <a:headEnd/>
            <a:tailEnd/>
          </a:ln>
        </p:spPr>
        <p:txBody>
          <a:bodyPr rot="0" spcFirstLastPara="0" vertOverflow="overflow" horzOverflow="overflow" vert="horz" wrap="square" lIns="66675" tIns="66675" rIns="66675" bIns="6667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28600" algn="l"/>
              </a:tabLst>
              <a:defRPr/>
            </a:pPr>
            <a:r>
              <a:rPr kumimoji="0" lang="en-GB" sz="11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panose="020B0604020202020204" pitchFamily="34" charset="0"/>
              </a:rPr>
              <a:t>F</a:t>
            </a:r>
          </a:p>
        </p:txBody>
      </p:sp>
    </p:spTree>
    <p:extLst>
      <p:ext uri="{BB962C8B-B14F-4D97-AF65-F5344CB8AC3E}">
        <p14:creationId xmlns:p14="http://schemas.microsoft.com/office/powerpoint/2010/main" val="254623584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purple background&#10;&#10;Description automatically generated">
            <a:extLst>
              <a:ext uri="{FF2B5EF4-FFF2-40B4-BE49-F238E27FC236}">
                <a16:creationId xmlns:a16="http://schemas.microsoft.com/office/drawing/2014/main" id="{DF1C830F-F668-0BE3-F2B3-88244BA254A9}"/>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tretch>
            <a:fillRect/>
          </a:stretch>
        </p:blipFill>
        <p:spPr>
          <a:xfrm>
            <a:off x="0" y="1371283"/>
            <a:ext cx="12192000" cy="5486717"/>
          </a:xfrm>
          <a:prstGeom prst="rect">
            <a:avLst/>
          </a:prstGeom>
        </p:spPr>
      </p:pic>
      <p:sp>
        <p:nvSpPr>
          <p:cNvPr id="4" name="Rectangle 3">
            <a:extLst>
              <a:ext uri="{FF2B5EF4-FFF2-40B4-BE49-F238E27FC236}">
                <a16:creationId xmlns:a16="http://schemas.microsoft.com/office/drawing/2014/main" id="{54107920-CD4A-0519-6177-A5798464AD44}"/>
              </a:ext>
            </a:extLst>
          </p:cNvPr>
          <p:cNvSpPr/>
          <p:nvPr/>
        </p:nvSpPr>
        <p:spPr bwMode="gray">
          <a:xfrm>
            <a:off x="0" y="0"/>
            <a:ext cx="12192000" cy="6858000"/>
          </a:xfrm>
          <a:prstGeom prst="rect">
            <a:avLst/>
          </a:prstGeom>
          <a:gradFill>
            <a:gsLst>
              <a:gs pos="26000">
                <a:srgbClr val="0E2742"/>
              </a:gs>
              <a:gs pos="100000">
                <a:srgbClr val="0E2742">
                  <a:alpha val="0"/>
                </a:srgbClr>
              </a:gs>
            </a:gsLst>
            <a:lin ang="540000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970D5ED6-9E31-9DC7-D688-8CAB05DA4842}"/>
              </a:ext>
            </a:extLst>
          </p:cNvPr>
          <p:cNvGrpSpPr/>
          <p:nvPr/>
        </p:nvGrpSpPr>
        <p:grpSpPr>
          <a:xfrm>
            <a:off x="600404" y="282670"/>
            <a:ext cx="5733020" cy="2570724"/>
            <a:chOff x="495300" y="1189181"/>
            <a:chExt cx="5733020" cy="2570724"/>
          </a:xfrm>
        </p:grpSpPr>
        <p:sp>
          <p:nvSpPr>
            <p:cNvPr id="2" name="TextBox 6">
              <a:extLst>
                <a:ext uri="{FF2B5EF4-FFF2-40B4-BE49-F238E27FC236}">
                  <a16:creationId xmlns:a16="http://schemas.microsoft.com/office/drawing/2014/main" id="{BFFBE392-AF08-36D4-7BC7-0618502EBEAE}"/>
                </a:ext>
              </a:extLst>
            </p:cNvPr>
            <p:cNvSpPr txBox="1"/>
            <p:nvPr/>
          </p:nvSpPr>
          <p:spPr>
            <a:xfrm>
              <a:off x="734988" y="1189181"/>
              <a:ext cx="2281481" cy="2139688"/>
            </a:xfrm>
            <a:prstGeom prst="rect">
              <a:avLst/>
            </a:prstGeom>
          </p:spPr>
          <p:txBody>
            <a:bodyPr wrap="square" lIns="0" tIns="0" rIns="0" bIns="0" rtlCol="0" anchor="t">
              <a:spAutoFit/>
            </a:bodyPr>
            <a:lstStyle/>
            <a:p>
              <a:pPr marL="0" marR="0" lvl="0" indent="0" algn="l" defTabSz="914400" rtl="0" eaLnBrk="1" fontAlgn="auto" latinLnBrk="0" hangingPunct="1">
                <a:lnSpc>
                  <a:spcPts val="17980"/>
                </a:lnSpc>
                <a:spcBef>
                  <a:spcPts val="0"/>
                </a:spcBef>
                <a:spcAft>
                  <a:spcPts val="0"/>
                </a:spcAft>
                <a:buClrTx/>
                <a:buSzTx/>
                <a:buFontTx/>
                <a:buNone/>
                <a:tabLst/>
                <a:defRPr/>
              </a:pPr>
              <a:r>
                <a:rPr kumimoji="0" lang="en-US" sz="11500" b="0" i="0" u="none" strike="noStrike" kern="1200" cap="none" spc="12" normalizeH="0" baseline="0" noProof="0">
                  <a:ln>
                    <a:noFill/>
                  </a:ln>
                  <a:solidFill>
                    <a:srgbClr val="32E9FF"/>
                  </a:solidFill>
                  <a:effectLst/>
                  <a:uLnTx/>
                  <a:uFillTx/>
                  <a:latin typeface="Aptos" panose="020B0004020202020204" pitchFamily="34" charset="0"/>
                  <a:ea typeface="+mn-ea"/>
                  <a:cs typeface="+mn-cs"/>
                </a:rPr>
                <a:t>03</a:t>
              </a:r>
            </a:p>
          </p:txBody>
        </p:sp>
        <p:grpSp>
          <p:nvGrpSpPr>
            <p:cNvPr id="5" name="Group 4">
              <a:extLst>
                <a:ext uri="{FF2B5EF4-FFF2-40B4-BE49-F238E27FC236}">
                  <a16:creationId xmlns:a16="http://schemas.microsoft.com/office/drawing/2014/main" id="{A2D0C634-E158-36CC-D7BD-49608E447B1F}"/>
                </a:ext>
              </a:extLst>
            </p:cNvPr>
            <p:cNvGrpSpPr/>
            <p:nvPr/>
          </p:nvGrpSpPr>
          <p:grpSpPr>
            <a:xfrm>
              <a:off x="495300" y="2610854"/>
              <a:ext cx="5733020" cy="1149051"/>
              <a:chOff x="495300" y="2610854"/>
              <a:chExt cx="5733020" cy="1149051"/>
            </a:xfrm>
          </p:grpSpPr>
          <p:sp>
            <p:nvSpPr>
              <p:cNvPr id="9" name="Freeform 682">
                <a:extLst>
                  <a:ext uri="{FF2B5EF4-FFF2-40B4-BE49-F238E27FC236}">
                    <a16:creationId xmlns:a16="http://schemas.microsoft.com/office/drawing/2014/main" id="{C967D441-DD59-12E6-9EFA-09EF94E2C4EA}"/>
                  </a:ext>
                </a:extLst>
              </p:cNvPr>
              <p:cNvSpPr>
                <a:spLocks noEditPoints="1"/>
              </p:cNvSpPr>
              <p:nvPr/>
            </p:nvSpPr>
            <p:spPr bwMode="auto">
              <a:xfrm rot="5400000">
                <a:off x="5410174" y="2610854"/>
                <a:ext cx="818146" cy="818146"/>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adFill>
                <a:gsLst>
                  <a:gs pos="0">
                    <a:srgbClr val="00ABAB"/>
                  </a:gs>
                  <a:gs pos="53000">
                    <a:srgbClr val="0097A9"/>
                  </a:gs>
                  <a:gs pos="100000">
                    <a:srgbClr val="040D21"/>
                  </a:gs>
                </a:gsLst>
                <a:lin ang="8100000" scaled="1"/>
              </a:gradFill>
              <a:ln w="3175" algn="ctr">
                <a:noFill/>
                <a:miter lim="800000"/>
                <a:headEnd/>
                <a:tailEnd/>
              </a:ln>
              <a:extLst>
                <a:ext uri="{91240B29-F687-4f45-9708-019B960494DF}">
                  <a14:hiddenLine xmlns="" xmlns:a14="http://schemas.microsoft.com/office/drawing/2010/main" w="9525">
                    <a:solidFill>
                      <a:srgbClr val="000000"/>
                    </a:solidFill>
                    <a:round/>
                    <a:headEnd/>
                    <a:tailEnd/>
                  </a14:hiddenLine>
                </a:ext>
              </a:extLst>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3D5B8B0-BF51-EF43-C5CA-87BFBB9C2108}"/>
                  </a:ext>
                </a:extLst>
              </p:cNvPr>
              <p:cNvGrpSpPr/>
              <p:nvPr/>
            </p:nvGrpSpPr>
            <p:grpSpPr>
              <a:xfrm>
                <a:off x="495300" y="3019927"/>
                <a:ext cx="4937760" cy="167148"/>
                <a:chOff x="0" y="2794883"/>
                <a:chExt cx="6776832" cy="167148"/>
              </a:xfrm>
            </p:grpSpPr>
            <p:cxnSp>
              <p:nvCxnSpPr>
                <p:cNvPr id="8" name="Straight Connector 7">
                  <a:extLst>
                    <a:ext uri="{FF2B5EF4-FFF2-40B4-BE49-F238E27FC236}">
                      <a16:creationId xmlns:a16="http://schemas.microsoft.com/office/drawing/2014/main" id="{EDA7E85C-A518-E5DF-0039-51F8638AD094}"/>
                    </a:ext>
                  </a:extLst>
                </p:cNvPr>
                <p:cNvCxnSpPr>
                  <a:cxnSpLocks/>
                </p:cNvCxnSpPr>
                <p:nvPr/>
              </p:nvCxnSpPr>
              <p:spPr>
                <a:xfrm>
                  <a:off x="0" y="2794883"/>
                  <a:ext cx="6776832" cy="0"/>
                </a:xfrm>
                <a:prstGeom prst="line">
                  <a:avLst/>
                </a:prstGeom>
                <a:ln w="38100">
                  <a:solidFill>
                    <a:srgbClr val="02536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54A6F95-74DE-380C-B70E-2657245960F2}"/>
                    </a:ext>
                  </a:extLst>
                </p:cNvPr>
                <p:cNvCxnSpPr>
                  <a:cxnSpLocks/>
                </p:cNvCxnSpPr>
                <p:nvPr/>
              </p:nvCxnSpPr>
              <p:spPr>
                <a:xfrm>
                  <a:off x="0" y="2962031"/>
                  <a:ext cx="3695700" cy="0"/>
                </a:xfrm>
                <a:prstGeom prst="line">
                  <a:avLst/>
                </a:prstGeom>
                <a:ln w="6350">
                  <a:solidFill>
                    <a:srgbClr val="9DD4CF"/>
                  </a:solidFill>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9F1B1092-B9F5-FCFA-D290-979B5B556687}"/>
                  </a:ext>
                </a:extLst>
              </p:cNvPr>
              <p:cNvGrpSpPr/>
              <p:nvPr/>
            </p:nvGrpSpPr>
            <p:grpSpPr>
              <a:xfrm>
                <a:off x="5499154" y="2699891"/>
                <a:ext cx="640078" cy="640081"/>
                <a:chOff x="8258262" y="1230401"/>
                <a:chExt cx="313568" cy="313273"/>
              </a:xfrm>
            </p:grpSpPr>
            <p:sp>
              <p:nvSpPr>
                <p:cNvPr id="38" name="Graphic 4">
                  <a:extLst>
                    <a:ext uri="{FF2B5EF4-FFF2-40B4-BE49-F238E27FC236}">
                      <a16:creationId xmlns:a16="http://schemas.microsoft.com/office/drawing/2014/main" id="{7938B1C2-1166-A8D0-E2E6-1BF88CA88F55}"/>
                    </a:ext>
                  </a:extLst>
                </p:cNvPr>
                <p:cNvSpPr/>
                <p:nvPr/>
              </p:nvSpPr>
              <p:spPr>
                <a:xfrm>
                  <a:off x="8391457" y="1330385"/>
                  <a:ext cx="48749" cy="59692"/>
                </a:xfrm>
                <a:custGeom>
                  <a:avLst/>
                  <a:gdLst>
                    <a:gd name="connsiteX0" fmla="*/ 16710 w 56327"/>
                    <a:gd name="connsiteY0" fmla="*/ 68971 h 68971"/>
                    <a:gd name="connsiteX1" fmla="*/ 39075 w 56327"/>
                    <a:gd name="connsiteY1" fmla="*/ 68971 h 68971"/>
                    <a:gd name="connsiteX2" fmla="*/ 49299 w 56327"/>
                    <a:gd name="connsiteY2" fmla="*/ 45989 h 68971"/>
                    <a:gd name="connsiteX3" fmla="*/ 56328 w 56327"/>
                    <a:gd name="connsiteY3" fmla="*/ 26837 h 68971"/>
                    <a:gd name="connsiteX4" fmla="*/ 26934 w 56327"/>
                    <a:gd name="connsiteY4" fmla="*/ 24 h 68971"/>
                    <a:gd name="connsiteX5" fmla="*/ 97 w 56327"/>
                    <a:gd name="connsiteY5" fmla="*/ 26837 h 68971"/>
                    <a:gd name="connsiteX6" fmla="*/ 7125 w 56327"/>
                    <a:gd name="connsiteY6" fmla="*/ 45989 h 68971"/>
                    <a:gd name="connsiteX7" fmla="*/ 16710 w 56327"/>
                    <a:gd name="connsiteY7" fmla="*/ 68971 h 6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27" h="68971">
                      <a:moveTo>
                        <a:pt x="16710" y="68971"/>
                      </a:moveTo>
                      <a:lnTo>
                        <a:pt x="39075" y="68971"/>
                      </a:lnTo>
                      <a:cubicBezTo>
                        <a:pt x="39714" y="60672"/>
                        <a:pt x="43548" y="52373"/>
                        <a:pt x="49299" y="45989"/>
                      </a:cubicBezTo>
                      <a:cubicBezTo>
                        <a:pt x="53772" y="40882"/>
                        <a:pt x="56328" y="33859"/>
                        <a:pt x="56328" y="26837"/>
                      </a:cubicBezTo>
                      <a:cubicBezTo>
                        <a:pt x="55689" y="11516"/>
                        <a:pt x="42270" y="-614"/>
                        <a:pt x="26934" y="24"/>
                      </a:cubicBezTo>
                      <a:cubicBezTo>
                        <a:pt x="12237" y="663"/>
                        <a:pt x="736" y="12154"/>
                        <a:pt x="97" y="26837"/>
                      </a:cubicBezTo>
                      <a:cubicBezTo>
                        <a:pt x="-543" y="33859"/>
                        <a:pt x="2013" y="40882"/>
                        <a:pt x="7125" y="45989"/>
                      </a:cubicBezTo>
                      <a:cubicBezTo>
                        <a:pt x="12237" y="52373"/>
                        <a:pt x="16071" y="60672"/>
                        <a:pt x="16710" y="68971"/>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Graphic 4">
                  <a:extLst>
                    <a:ext uri="{FF2B5EF4-FFF2-40B4-BE49-F238E27FC236}">
                      <a16:creationId xmlns:a16="http://schemas.microsoft.com/office/drawing/2014/main" id="{120C6DB6-1EBE-D024-5339-5593FE2B84F0}"/>
                    </a:ext>
                  </a:extLst>
                </p:cNvPr>
                <p:cNvSpPr/>
                <p:nvPr/>
              </p:nvSpPr>
              <p:spPr>
                <a:xfrm>
                  <a:off x="8258262" y="1230401"/>
                  <a:ext cx="313568" cy="313273"/>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24926 w 362313"/>
                    <a:gd name="connsiteY6" fmla="*/ 101505 h 361971"/>
                    <a:gd name="connsiteX7" fmla="*/ 237706 w 362313"/>
                    <a:gd name="connsiteY7" fmla="*/ 93206 h 361971"/>
                    <a:gd name="connsiteX8" fmla="*/ 246652 w 362313"/>
                    <a:gd name="connsiteY8" fmla="*/ 95121 h 361971"/>
                    <a:gd name="connsiteX9" fmla="*/ 244735 w 362313"/>
                    <a:gd name="connsiteY9" fmla="*/ 104059 h 361971"/>
                    <a:gd name="connsiteX10" fmla="*/ 231955 w 362313"/>
                    <a:gd name="connsiteY10" fmla="*/ 112358 h 361971"/>
                    <a:gd name="connsiteX11" fmla="*/ 223009 w 362313"/>
                    <a:gd name="connsiteY11" fmla="*/ 110443 h 361971"/>
                    <a:gd name="connsiteX12" fmla="*/ 224926 w 362313"/>
                    <a:gd name="connsiteY12" fmla="*/ 101505 h 361971"/>
                    <a:gd name="connsiteX13" fmla="*/ 175084 w 362313"/>
                    <a:gd name="connsiteY13" fmla="*/ 66394 h 361971"/>
                    <a:gd name="connsiteX14" fmla="*/ 181474 w 362313"/>
                    <a:gd name="connsiteY14" fmla="*/ 60010 h 361971"/>
                    <a:gd name="connsiteX15" fmla="*/ 187864 w 362313"/>
                    <a:gd name="connsiteY15" fmla="*/ 66394 h 361971"/>
                    <a:gd name="connsiteX16" fmla="*/ 187864 w 362313"/>
                    <a:gd name="connsiteY16" fmla="*/ 80438 h 361971"/>
                    <a:gd name="connsiteX17" fmla="*/ 181474 w 362313"/>
                    <a:gd name="connsiteY17" fmla="*/ 86822 h 361971"/>
                    <a:gd name="connsiteX18" fmla="*/ 175084 w 362313"/>
                    <a:gd name="connsiteY18" fmla="*/ 80438 h 361971"/>
                    <a:gd name="connsiteX19" fmla="*/ 175084 w 362313"/>
                    <a:gd name="connsiteY19" fmla="*/ 66394 h 361971"/>
                    <a:gd name="connsiteX20" fmla="*/ 181474 w 362313"/>
                    <a:gd name="connsiteY20" fmla="*/ 102144 h 361971"/>
                    <a:gd name="connsiteX21" fmla="*/ 222370 w 362313"/>
                    <a:gd name="connsiteY21" fmla="*/ 141086 h 361971"/>
                    <a:gd name="connsiteX22" fmla="*/ 222370 w 362313"/>
                    <a:gd name="connsiteY22" fmla="*/ 141724 h 361971"/>
                    <a:gd name="connsiteX23" fmla="*/ 212785 w 362313"/>
                    <a:gd name="connsiteY23" fmla="*/ 168537 h 361971"/>
                    <a:gd name="connsiteX24" fmla="*/ 205117 w 362313"/>
                    <a:gd name="connsiteY24" fmla="*/ 190243 h 361971"/>
                    <a:gd name="connsiteX25" fmla="*/ 198727 w 362313"/>
                    <a:gd name="connsiteY25" fmla="*/ 196627 h 361971"/>
                    <a:gd name="connsiteX26" fmla="*/ 164221 w 362313"/>
                    <a:gd name="connsiteY26" fmla="*/ 196627 h 361971"/>
                    <a:gd name="connsiteX27" fmla="*/ 157832 w 362313"/>
                    <a:gd name="connsiteY27" fmla="*/ 190243 h 361971"/>
                    <a:gd name="connsiteX28" fmla="*/ 150164 w 362313"/>
                    <a:gd name="connsiteY28" fmla="*/ 168537 h 361971"/>
                    <a:gd name="connsiteX29" fmla="*/ 140579 w 362313"/>
                    <a:gd name="connsiteY29" fmla="*/ 141724 h 361971"/>
                    <a:gd name="connsiteX30" fmla="*/ 180835 w 362313"/>
                    <a:gd name="connsiteY30" fmla="*/ 102144 h 361971"/>
                    <a:gd name="connsiteX31" fmla="*/ 181474 w 362313"/>
                    <a:gd name="connsiteY31" fmla="*/ 102144 h 361971"/>
                    <a:gd name="connsiteX32" fmla="*/ 181474 w 362313"/>
                    <a:gd name="connsiteY32" fmla="*/ 102144 h 361971"/>
                    <a:gd name="connsiteX33" fmla="*/ 204478 w 362313"/>
                    <a:gd name="connsiteY33" fmla="*/ 209395 h 361971"/>
                    <a:gd name="connsiteX34" fmla="*/ 198088 w 362313"/>
                    <a:gd name="connsiteY34" fmla="*/ 215779 h 361971"/>
                    <a:gd name="connsiteX35" fmla="*/ 165499 w 362313"/>
                    <a:gd name="connsiteY35" fmla="*/ 215779 h 361971"/>
                    <a:gd name="connsiteX36" fmla="*/ 159109 w 362313"/>
                    <a:gd name="connsiteY36" fmla="*/ 209395 h 361971"/>
                    <a:gd name="connsiteX37" fmla="*/ 165499 w 362313"/>
                    <a:gd name="connsiteY37" fmla="*/ 203011 h 361971"/>
                    <a:gd name="connsiteX38" fmla="*/ 198088 w 362313"/>
                    <a:gd name="connsiteY38" fmla="*/ 203011 h 361971"/>
                    <a:gd name="connsiteX39" fmla="*/ 204478 w 362313"/>
                    <a:gd name="connsiteY39" fmla="*/ 209395 h 361971"/>
                    <a:gd name="connsiteX40" fmla="*/ 116936 w 362313"/>
                    <a:gd name="connsiteY40" fmla="*/ 95121 h 361971"/>
                    <a:gd name="connsiteX41" fmla="*/ 125882 w 362313"/>
                    <a:gd name="connsiteY41" fmla="*/ 93206 h 361971"/>
                    <a:gd name="connsiteX42" fmla="*/ 138662 w 362313"/>
                    <a:gd name="connsiteY42" fmla="*/ 101505 h 361971"/>
                    <a:gd name="connsiteX43" fmla="*/ 140579 w 362313"/>
                    <a:gd name="connsiteY43" fmla="*/ 110443 h 361971"/>
                    <a:gd name="connsiteX44" fmla="*/ 135467 w 362313"/>
                    <a:gd name="connsiteY44" fmla="*/ 113635 h 361971"/>
                    <a:gd name="connsiteX45" fmla="*/ 131633 w 362313"/>
                    <a:gd name="connsiteY45" fmla="*/ 112358 h 361971"/>
                    <a:gd name="connsiteX46" fmla="*/ 118853 w 362313"/>
                    <a:gd name="connsiteY46" fmla="*/ 104059 h 361971"/>
                    <a:gd name="connsiteX47" fmla="*/ 116936 w 362313"/>
                    <a:gd name="connsiteY47" fmla="*/ 95121 h 361971"/>
                    <a:gd name="connsiteX48" fmla="*/ 116936 w 362313"/>
                    <a:gd name="connsiteY48" fmla="*/ 95121 h 361971"/>
                    <a:gd name="connsiteX49" fmla="*/ 104156 w 362313"/>
                    <a:gd name="connsiteY49" fmla="*/ 157684 h 361971"/>
                    <a:gd name="connsiteX50" fmla="*/ 110546 w 362313"/>
                    <a:gd name="connsiteY50" fmla="*/ 151300 h 361971"/>
                    <a:gd name="connsiteX51" fmla="*/ 125882 w 362313"/>
                    <a:gd name="connsiteY51" fmla="*/ 151300 h 361971"/>
                    <a:gd name="connsiteX52" fmla="*/ 132272 w 362313"/>
                    <a:gd name="connsiteY52" fmla="*/ 157684 h 361971"/>
                    <a:gd name="connsiteX53" fmla="*/ 125882 w 362313"/>
                    <a:gd name="connsiteY53" fmla="*/ 164068 h 361971"/>
                    <a:gd name="connsiteX54" fmla="*/ 110546 w 362313"/>
                    <a:gd name="connsiteY54" fmla="*/ 164068 h 361971"/>
                    <a:gd name="connsiteX55" fmla="*/ 104156 w 362313"/>
                    <a:gd name="connsiteY55" fmla="*/ 157684 h 361971"/>
                    <a:gd name="connsiteX56" fmla="*/ 104156 w 362313"/>
                    <a:gd name="connsiteY56" fmla="*/ 157684 h 361971"/>
                    <a:gd name="connsiteX57" fmla="*/ 256876 w 362313"/>
                    <a:gd name="connsiteY57" fmla="*/ 295578 h 361971"/>
                    <a:gd name="connsiteX58" fmla="*/ 250486 w 362313"/>
                    <a:gd name="connsiteY58" fmla="*/ 301962 h 361971"/>
                    <a:gd name="connsiteX59" fmla="*/ 244096 w 362313"/>
                    <a:gd name="connsiteY59" fmla="*/ 295578 h 361971"/>
                    <a:gd name="connsiteX60" fmla="*/ 244096 w 362313"/>
                    <a:gd name="connsiteY60" fmla="*/ 284087 h 361971"/>
                    <a:gd name="connsiteX61" fmla="*/ 200644 w 362313"/>
                    <a:gd name="connsiteY61" fmla="*/ 236846 h 361971"/>
                    <a:gd name="connsiteX62" fmla="*/ 162304 w 362313"/>
                    <a:gd name="connsiteY62" fmla="*/ 236846 h 361971"/>
                    <a:gd name="connsiteX63" fmla="*/ 118853 w 362313"/>
                    <a:gd name="connsiteY63" fmla="*/ 284087 h 361971"/>
                    <a:gd name="connsiteX64" fmla="*/ 118853 w 362313"/>
                    <a:gd name="connsiteY64" fmla="*/ 295578 h 361971"/>
                    <a:gd name="connsiteX65" fmla="*/ 112463 w 362313"/>
                    <a:gd name="connsiteY65" fmla="*/ 301962 h 361971"/>
                    <a:gd name="connsiteX66" fmla="*/ 106073 w 362313"/>
                    <a:gd name="connsiteY66" fmla="*/ 295578 h 361971"/>
                    <a:gd name="connsiteX67" fmla="*/ 106073 w 362313"/>
                    <a:gd name="connsiteY67" fmla="*/ 284087 h 361971"/>
                    <a:gd name="connsiteX68" fmla="*/ 162304 w 362313"/>
                    <a:gd name="connsiteY68" fmla="*/ 224078 h 361971"/>
                    <a:gd name="connsiteX69" fmla="*/ 200644 w 362313"/>
                    <a:gd name="connsiteY69" fmla="*/ 224078 h 361971"/>
                    <a:gd name="connsiteX70" fmla="*/ 256876 w 362313"/>
                    <a:gd name="connsiteY70" fmla="*/ 284087 h 361971"/>
                    <a:gd name="connsiteX71" fmla="*/ 256876 w 362313"/>
                    <a:gd name="connsiteY71" fmla="*/ 295578 h 361971"/>
                    <a:gd name="connsiteX72" fmla="*/ 253042 w 362313"/>
                    <a:gd name="connsiteY72" fmla="*/ 164068 h 361971"/>
                    <a:gd name="connsiteX73" fmla="*/ 237706 w 362313"/>
                    <a:gd name="connsiteY73" fmla="*/ 164068 h 361971"/>
                    <a:gd name="connsiteX74" fmla="*/ 231316 w 362313"/>
                    <a:gd name="connsiteY74" fmla="*/ 157684 h 361971"/>
                    <a:gd name="connsiteX75" fmla="*/ 237706 w 362313"/>
                    <a:gd name="connsiteY75" fmla="*/ 151300 h 361971"/>
                    <a:gd name="connsiteX76" fmla="*/ 253042 w 362313"/>
                    <a:gd name="connsiteY76" fmla="*/ 151300 h 361971"/>
                    <a:gd name="connsiteX77" fmla="*/ 259431 w 362313"/>
                    <a:gd name="connsiteY77" fmla="*/ 157684 h 361971"/>
                    <a:gd name="connsiteX78" fmla="*/ 253042 w 362313"/>
                    <a:gd name="connsiteY78" fmla="*/ 16406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224926" y="101505"/>
                      </a:moveTo>
                      <a:lnTo>
                        <a:pt x="237706" y="93206"/>
                      </a:lnTo>
                      <a:cubicBezTo>
                        <a:pt x="240901" y="91291"/>
                        <a:pt x="244735" y="91930"/>
                        <a:pt x="246652" y="95121"/>
                      </a:cubicBezTo>
                      <a:cubicBezTo>
                        <a:pt x="248569" y="98313"/>
                        <a:pt x="247929" y="102144"/>
                        <a:pt x="244735" y="104059"/>
                      </a:cubicBezTo>
                      <a:lnTo>
                        <a:pt x="231955" y="112358"/>
                      </a:lnTo>
                      <a:cubicBezTo>
                        <a:pt x="228760" y="114273"/>
                        <a:pt x="224926" y="113635"/>
                        <a:pt x="223009" y="110443"/>
                      </a:cubicBezTo>
                      <a:cubicBezTo>
                        <a:pt x="221092" y="107889"/>
                        <a:pt x="221731" y="103421"/>
                        <a:pt x="224926" y="101505"/>
                      </a:cubicBezTo>
                      <a:close/>
                      <a:moveTo>
                        <a:pt x="175084" y="66394"/>
                      </a:moveTo>
                      <a:cubicBezTo>
                        <a:pt x="175084" y="62563"/>
                        <a:pt x="177640" y="60010"/>
                        <a:pt x="181474" y="60010"/>
                      </a:cubicBezTo>
                      <a:cubicBezTo>
                        <a:pt x="185308" y="60010"/>
                        <a:pt x="187864" y="62563"/>
                        <a:pt x="187864" y="66394"/>
                      </a:cubicBezTo>
                      <a:lnTo>
                        <a:pt x="187864" y="80438"/>
                      </a:lnTo>
                      <a:cubicBezTo>
                        <a:pt x="187864" y="84269"/>
                        <a:pt x="185308" y="86822"/>
                        <a:pt x="181474" y="86822"/>
                      </a:cubicBezTo>
                      <a:cubicBezTo>
                        <a:pt x="177640" y="86822"/>
                        <a:pt x="175084" y="84269"/>
                        <a:pt x="175084" y="80438"/>
                      </a:cubicBezTo>
                      <a:lnTo>
                        <a:pt x="175084" y="66394"/>
                      </a:lnTo>
                      <a:close/>
                      <a:moveTo>
                        <a:pt x="181474" y="102144"/>
                      </a:moveTo>
                      <a:cubicBezTo>
                        <a:pt x="203839" y="101505"/>
                        <a:pt x="221731" y="119381"/>
                        <a:pt x="222370" y="141086"/>
                      </a:cubicBezTo>
                      <a:cubicBezTo>
                        <a:pt x="222370" y="141086"/>
                        <a:pt x="222370" y="141724"/>
                        <a:pt x="222370" y="141724"/>
                      </a:cubicBezTo>
                      <a:cubicBezTo>
                        <a:pt x="223009" y="151939"/>
                        <a:pt x="219175" y="161515"/>
                        <a:pt x="212785" y="168537"/>
                      </a:cubicBezTo>
                      <a:cubicBezTo>
                        <a:pt x="207673" y="174283"/>
                        <a:pt x="204478" y="182582"/>
                        <a:pt x="205117" y="190243"/>
                      </a:cubicBezTo>
                      <a:cubicBezTo>
                        <a:pt x="205117" y="194073"/>
                        <a:pt x="202561" y="196627"/>
                        <a:pt x="198727" y="196627"/>
                      </a:cubicBezTo>
                      <a:lnTo>
                        <a:pt x="164221" y="196627"/>
                      </a:lnTo>
                      <a:cubicBezTo>
                        <a:pt x="160387" y="196627"/>
                        <a:pt x="157832" y="194073"/>
                        <a:pt x="157832" y="190243"/>
                      </a:cubicBezTo>
                      <a:cubicBezTo>
                        <a:pt x="158470" y="181944"/>
                        <a:pt x="155275" y="174283"/>
                        <a:pt x="150164" y="168537"/>
                      </a:cubicBezTo>
                      <a:cubicBezTo>
                        <a:pt x="143774" y="160876"/>
                        <a:pt x="139940" y="151300"/>
                        <a:pt x="140579" y="141724"/>
                      </a:cubicBezTo>
                      <a:cubicBezTo>
                        <a:pt x="140579" y="119381"/>
                        <a:pt x="158470" y="101505"/>
                        <a:pt x="180835" y="102144"/>
                      </a:cubicBezTo>
                      <a:cubicBezTo>
                        <a:pt x="181474" y="102144"/>
                        <a:pt x="181474" y="102144"/>
                        <a:pt x="181474" y="102144"/>
                      </a:cubicBezTo>
                      <a:lnTo>
                        <a:pt x="181474" y="102144"/>
                      </a:lnTo>
                      <a:close/>
                      <a:moveTo>
                        <a:pt x="204478" y="209395"/>
                      </a:moveTo>
                      <a:cubicBezTo>
                        <a:pt x="204478" y="213225"/>
                        <a:pt x="201922" y="215779"/>
                        <a:pt x="198088" y="215779"/>
                      </a:cubicBezTo>
                      <a:lnTo>
                        <a:pt x="165499" y="215779"/>
                      </a:lnTo>
                      <a:cubicBezTo>
                        <a:pt x="161665" y="215779"/>
                        <a:pt x="159109" y="213225"/>
                        <a:pt x="159109" y="209395"/>
                      </a:cubicBezTo>
                      <a:cubicBezTo>
                        <a:pt x="159109" y="205564"/>
                        <a:pt x="161665" y="203011"/>
                        <a:pt x="165499" y="203011"/>
                      </a:cubicBezTo>
                      <a:lnTo>
                        <a:pt x="198088" y="203011"/>
                      </a:lnTo>
                      <a:cubicBezTo>
                        <a:pt x="201283" y="203011"/>
                        <a:pt x="204478" y="205564"/>
                        <a:pt x="204478" y="209395"/>
                      </a:cubicBezTo>
                      <a:close/>
                      <a:moveTo>
                        <a:pt x="116936" y="95121"/>
                      </a:moveTo>
                      <a:cubicBezTo>
                        <a:pt x="118853" y="91930"/>
                        <a:pt x="122687" y="91291"/>
                        <a:pt x="125882" y="93206"/>
                      </a:cubicBezTo>
                      <a:lnTo>
                        <a:pt x="138662" y="101505"/>
                      </a:lnTo>
                      <a:cubicBezTo>
                        <a:pt x="141857" y="103421"/>
                        <a:pt x="142496" y="107251"/>
                        <a:pt x="140579" y="110443"/>
                      </a:cubicBezTo>
                      <a:cubicBezTo>
                        <a:pt x="139301" y="112358"/>
                        <a:pt x="137384" y="113635"/>
                        <a:pt x="135467" y="113635"/>
                      </a:cubicBezTo>
                      <a:cubicBezTo>
                        <a:pt x="134189" y="113635"/>
                        <a:pt x="132911" y="112997"/>
                        <a:pt x="131633" y="112358"/>
                      </a:cubicBezTo>
                      <a:lnTo>
                        <a:pt x="118853" y="104059"/>
                      </a:lnTo>
                      <a:cubicBezTo>
                        <a:pt x="115658" y="102144"/>
                        <a:pt x="115019" y="97675"/>
                        <a:pt x="116936" y="95121"/>
                      </a:cubicBezTo>
                      <a:cubicBezTo>
                        <a:pt x="116936" y="95121"/>
                        <a:pt x="116936" y="95121"/>
                        <a:pt x="116936" y="95121"/>
                      </a:cubicBezTo>
                      <a:close/>
                      <a:moveTo>
                        <a:pt x="104156" y="157684"/>
                      </a:moveTo>
                      <a:cubicBezTo>
                        <a:pt x="104156" y="153854"/>
                        <a:pt x="106712" y="151300"/>
                        <a:pt x="110546" y="151300"/>
                      </a:cubicBezTo>
                      <a:lnTo>
                        <a:pt x="125882" y="151300"/>
                      </a:lnTo>
                      <a:cubicBezTo>
                        <a:pt x="129716" y="151300"/>
                        <a:pt x="132272" y="153854"/>
                        <a:pt x="132272" y="157684"/>
                      </a:cubicBezTo>
                      <a:cubicBezTo>
                        <a:pt x="132272" y="161515"/>
                        <a:pt x="129716" y="164068"/>
                        <a:pt x="125882" y="164068"/>
                      </a:cubicBezTo>
                      <a:lnTo>
                        <a:pt x="110546" y="164068"/>
                      </a:lnTo>
                      <a:cubicBezTo>
                        <a:pt x="106712" y="164068"/>
                        <a:pt x="104156" y="160876"/>
                        <a:pt x="104156" y="157684"/>
                      </a:cubicBezTo>
                      <a:lnTo>
                        <a:pt x="104156" y="157684"/>
                      </a:lnTo>
                      <a:close/>
                      <a:moveTo>
                        <a:pt x="256876" y="295578"/>
                      </a:moveTo>
                      <a:cubicBezTo>
                        <a:pt x="256876" y="299409"/>
                        <a:pt x="254319" y="301962"/>
                        <a:pt x="250486" y="301962"/>
                      </a:cubicBezTo>
                      <a:cubicBezTo>
                        <a:pt x="246652" y="301962"/>
                        <a:pt x="244096" y="299409"/>
                        <a:pt x="244096" y="295578"/>
                      </a:cubicBezTo>
                      <a:lnTo>
                        <a:pt x="244096" y="284087"/>
                      </a:lnTo>
                      <a:cubicBezTo>
                        <a:pt x="244096" y="257913"/>
                        <a:pt x="224287" y="236846"/>
                        <a:pt x="200644" y="236846"/>
                      </a:cubicBezTo>
                      <a:lnTo>
                        <a:pt x="162304" y="236846"/>
                      </a:lnTo>
                      <a:cubicBezTo>
                        <a:pt x="138023" y="236846"/>
                        <a:pt x="118853" y="257913"/>
                        <a:pt x="118853" y="284087"/>
                      </a:cubicBezTo>
                      <a:lnTo>
                        <a:pt x="118853" y="295578"/>
                      </a:lnTo>
                      <a:cubicBezTo>
                        <a:pt x="118853" y="299409"/>
                        <a:pt x="116297" y="301962"/>
                        <a:pt x="112463" y="301962"/>
                      </a:cubicBezTo>
                      <a:cubicBezTo>
                        <a:pt x="108629" y="301962"/>
                        <a:pt x="106073" y="299409"/>
                        <a:pt x="106073" y="295578"/>
                      </a:cubicBezTo>
                      <a:lnTo>
                        <a:pt x="106073" y="284087"/>
                      </a:lnTo>
                      <a:cubicBezTo>
                        <a:pt x="106073" y="250890"/>
                        <a:pt x="131633" y="224078"/>
                        <a:pt x="162304" y="224078"/>
                      </a:cubicBezTo>
                      <a:lnTo>
                        <a:pt x="200644" y="224078"/>
                      </a:lnTo>
                      <a:cubicBezTo>
                        <a:pt x="231955" y="224078"/>
                        <a:pt x="256876" y="250890"/>
                        <a:pt x="256876" y="284087"/>
                      </a:cubicBezTo>
                      <a:lnTo>
                        <a:pt x="256876" y="295578"/>
                      </a:lnTo>
                      <a:close/>
                      <a:moveTo>
                        <a:pt x="253042" y="164068"/>
                      </a:moveTo>
                      <a:lnTo>
                        <a:pt x="237706" y="164068"/>
                      </a:lnTo>
                      <a:cubicBezTo>
                        <a:pt x="233872" y="164068"/>
                        <a:pt x="231316" y="161515"/>
                        <a:pt x="231316" y="157684"/>
                      </a:cubicBezTo>
                      <a:cubicBezTo>
                        <a:pt x="231316" y="153854"/>
                        <a:pt x="233872" y="151300"/>
                        <a:pt x="237706" y="151300"/>
                      </a:cubicBezTo>
                      <a:lnTo>
                        <a:pt x="253042" y="151300"/>
                      </a:lnTo>
                      <a:cubicBezTo>
                        <a:pt x="256876" y="151300"/>
                        <a:pt x="259431" y="153854"/>
                        <a:pt x="259431" y="157684"/>
                      </a:cubicBezTo>
                      <a:cubicBezTo>
                        <a:pt x="259431" y="161515"/>
                        <a:pt x="256237" y="164068"/>
                        <a:pt x="253042" y="164068"/>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7">
                <a:extLst>
                  <a:ext uri="{FF2B5EF4-FFF2-40B4-BE49-F238E27FC236}">
                    <a16:creationId xmlns:a16="http://schemas.microsoft.com/office/drawing/2014/main" id="{5598FCFA-826B-E31C-D81E-37D1EC8731A7}"/>
                  </a:ext>
                </a:extLst>
              </p:cNvPr>
              <p:cNvSpPr txBox="1"/>
              <p:nvPr/>
            </p:nvSpPr>
            <p:spPr>
              <a:xfrm>
                <a:off x="495300" y="3232645"/>
                <a:ext cx="5529272" cy="527260"/>
              </a:xfrm>
              <a:prstGeom prst="rect">
                <a:avLst/>
              </a:prstGeom>
            </p:spPr>
            <p:txBody>
              <a:bodyPr lIns="0" tIns="0" rIns="0" bIns="0" rtlCol="0" anchor="t">
                <a:spAutoFit/>
              </a:bodyPr>
              <a:lstStyle/>
              <a:p>
                <a:pPr marL="0" marR="0" lvl="0" indent="0" algn="l" defTabSz="914400" rtl="0" eaLnBrk="1" fontAlgn="auto" latinLnBrk="0" hangingPunct="1">
                  <a:lnSpc>
                    <a:spcPts val="4279"/>
                  </a:lnSpc>
                  <a:spcBef>
                    <a:spcPts val="0"/>
                  </a:spcBef>
                  <a:spcAft>
                    <a:spcPts val="0"/>
                  </a:spcAft>
                  <a:buClrTx/>
                  <a:buSzTx/>
                  <a:buFontTx/>
                  <a:buNone/>
                  <a:tabLst/>
                  <a:defRPr/>
                </a:pPr>
                <a:r>
                  <a:rPr kumimoji="0" lang="en-US" sz="32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Work Plan </a:t>
                </a:r>
              </a:p>
            </p:txBody>
          </p:sp>
        </p:grpSp>
      </p:grpSp>
    </p:spTree>
    <p:extLst>
      <p:ext uri="{BB962C8B-B14F-4D97-AF65-F5344CB8AC3E}">
        <p14:creationId xmlns:p14="http://schemas.microsoft.com/office/powerpoint/2010/main" val="289376121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4" name="Straight Connector 193">
            <a:extLst>
              <a:ext uri="{FF2B5EF4-FFF2-40B4-BE49-F238E27FC236}">
                <a16:creationId xmlns:a16="http://schemas.microsoft.com/office/drawing/2014/main" id="{457B3C1E-F2E3-4487-B74A-03DF91E39AD4}"/>
              </a:ext>
            </a:extLst>
          </p:cNvPr>
          <p:cNvCxnSpPr/>
          <p:nvPr/>
        </p:nvCxnSpPr>
        <p:spPr>
          <a:xfrm>
            <a:off x="631825" y="1255216"/>
            <a:ext cx="10928350" cy="0"/>
          </a:xfrm>
          <a:prstGeom prst="line">
            <a:avLst/>
          </a:prstGeom>
          <a:ln>
            <a:solidFill>
              <a:schemeClr val="tx2"/>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3" name="Rectangle: Rounded Corners 192">
            <a:extLst>
              <a:ext uri="{FF2B5EF4-FFF2-40B4-BE49-F238E27FC236}">
                <a16:creationId xmlns:a16="http://schemas.microsoft.com/office/drawing/2014/main" id="{B5E30B49-7876-A87C-E2A6-F1E7703E5512}"/>
              </a:ext>
            </a:extLst>
          </p:cNvPr>
          <p:cNvSpPr/>
          <p:nvPr/>
        </p:nvSpPr>
        <p:spPr bwMode="gray">
          <a:xfrm>
            <a:off x="4884234" y="1057423"/>
            <a:ext cx="2172502" cy="490351"/>
          </a:xfrm>
          <a:prstGeom prst="round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8" name="Text Placeholder 1">
            <a:extLst>
              <a:ext uri="{FF2B5EF4-FFF2-40B4-BE49-F238E27FC236}">
                <a16:creationId xmlns:a16="http://schemas.microsoft.com/office/drawing/2014/main" id="{BDB7891E-98EC-4EB9-92A0-D552D8313D05}"/>
              </a:ext>
            </a:extLst>
          </p:cNvPr>
          <p:cNvSpPr>
            <a:spLocks noGrp="1"/>
          </p:cNvSpPr>
          <p:nvPr>
            <p:ph type="body" sz="quarter" idx="13"/>
          </p:nvPr>
        </p:nvSpPr>
        <p:spPr>
          <a:xfrm>
            <a:off x="501650" y="651601"/>
            <a:ext cx="11188700" cy="283456"/>
          </a:xfrm>
        </p:spPr>
        <p:txBody>
          <a:bodyPr/>
          <a:lstStyle/>
          <a:p>
            <a:pPr algn="just"/>
            <a:r>
              <a:rPr lang="en-US" sz="1400">
                <a:latin typeface="Verdana" panose="020B0604030504040204" pitchFamily="34" charset="0"/>
                <a:ea typeface="Verdana" panose="020B0604030504040204" pitchFamily="34" charset="0"/>
              </a:rPr>
              <a:t>Strategic analysis of objectives</a:t>
            </a:r>
          </a:p>
        </p:txBody>
      </p:sp>
      <p:sp>
        <p:nvSpPr>
          <p:cNvPr id="6" name="Title 5"/>
          <p:cNvSpPr>
            <a:spLocks noGrp="1"/>
          </p:cNvSpPr>
          <p:nvPr>
            <p:ph type="title"/>
          </p:nvPr>
        </p:nvSpPr>
        <p:spPr/>
        <p:txBody>
          <a:bodyPr vert="horz"/>
          <a:lstStyle/>
          <a:p>
            <a:r>
              <a:rPr lang="en-US" sz="1800" b="1">
                <a:latin typeface="Verdana" panose="020B0604030504040204" pitchFamily="34" charset="0"/>
                <a:ea typeface="Verdana" panose="020B0604030504040204" pitchFamily="34" charset="0"/>
              </a:rPr>
              <a:t>Work Plan</a:t>
            </a:r>
            <a:endParaRPr lang="en-GB" sz="1800" b="1">
              <a:latin typeface="Verdana" panose="020B0604030504040204" pitchFamily="34" charset="0"/>
              <a:ea typeface="Verdana" panose="020B0604030504040204" pitchFamily="34" charset="0"/>
            </a:endParaRPr>
          </a:p>
        </p:txBody>
      </p:sp>
      <p:cxnSp>
        <p:nvCxnSpPr>
          <p:cNvPr id="2" name="Straight Connector 1">
            <a:extLst>
              <a:ext uri="{FF2B5EF4-FFF2-40B4-BE49-F238E27FC236}">
                <a16:creationId xmlns:a16="http://schemas.microsoft.com/office/drawing/2014/main" id="{1E7FED46-E734-07B4-7BA3-10925B531736}"/>
              </a:ext>
            </a:extLst>
          </p:cNvPr>
          <p:cNvCxnSpPr/>
          <p:nvPr/>
        </p:nvCxnSpPr>
        <p:spPr>
          <a:xfrm flipV="1">
            <a:off x="514664" y="978062"/>
            <a:ext cx="1119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5" name="Chart Placeholder 9">
            <a:extLst>
              <a:ext uri="{FF2B5EF4-FFF2-40B4-BE49-F238E27FC236}">
                <a16:creationId xmlns:a16="http://schemas.microsoft.com/office/drawing/2014/main" id="{45A63D54-E8EB-2CF8-442A-50C2EA3E2486}"/>
              </a:ext>
            </a:extLst>
          </p:cNvPr>
          <p:cNvGraphicFramePr>
            <a:graphicFrameLocks/>
          </p:cNvGraphicFramePr>
          <p:nvPr>
            <p:extLst>
              <p:ext uri="{D42A27DB-BD31-4B8C-83A1-F6EECF244321}">
                <p14:modId xmlns:p14="http://schemas.microsoft.com/office/powerpoint/2010/main" val="3030733084"/>
              </p:ext>
            </p:extLst>
          </p:nvPr>
        </p:nvGraphicFramePr>
        <p:xfrm>
          <a:off x="481336" y="1454687"/>
          <a:ext cx="11175686" cy="1494648"/>
        </p:xfrm>
        <a:graphic>
          <a:graphicData uri="http://schemas.openxmlformats.org/drawingml/2006/chart">
            <c:chart xmlns:c="http://schemas.openxmlformats.org/drawingml/2006/chart" xmlns:r="http://schemas.openxmlformats.org/officeDocument/2006/relationships" r:id="rId6"/>
          </a:graphicData>
        </a:graphic>
      </p:graphicFrame>
      <p:grpSp>
        <p:nvGrpSpPr>
          <p:cNvPr id="12" name="Group 11">
            <a:extLst>
              <a:ext uri="{FF2B5EF4-FFF2-40B4-BE49-F238E27FC236}">
                <a16:creationId xmlns:a16="http://schemas.microsoft.com/office/drawing/2014/main" id="{EEA7661B-5E45-12C3-4E4C-21E4074BA3D9}"/>
              </a:ext>
            </a:extLst>
          </p:cNvPr>
          <p:cNvGrpSpPr/>
          <p:nvPr/>
        </p:nvGrpSpPr>
        <p:grpSpPr>
          <a:xfrm>
            <a:off x="746916" y="2949335"/>
            <a:ext cx="10707044" cy="2799195"/>
            <a:chOff x="746916" y="2949335"/>
            <a:chExt cx="9240674" cy="2799195"/>
          </a:xfrm>
        </p:grpSpPr>
        <p:sp>
          <p:nvSpPr>
            <p:cNvPr id="168" name="Flowchart: Document 167">
              <a:extLst>
                <a:ext uri="{FF2B5EF4-FFF2-40B4-BE49-F238E27FC236}">
                  <a16:creationId xmlns:a16="http://schemas.microsoft.com/office/drawing/2014/main" id="{5CEC5CBE-C969-43AF-FFAB-736970E82661}"/>
                </a:ext>
              </a:extLst>
            </p:cNvPr>
            <p:cNvSpPr/>
            <p:nvPr/>
          </p:nvSpPr>
          <p:spPr bwMode="gray">
            <a:xfrm>
              <a:off x="815031" y="3855222"/>
              <a:ext cx="1463040" cy="1893308"/>
            </a:xfrm>
            <a:prstGeom prst="flowChartDocumen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2" name="Flowchart: Document 171">
              <a:extLst>
                <a:ext uri="{FF2B5EF4-FFF2-40B4-BE49-F238E27FC236}">
                  <a16:creationId xmlns:a16="http://schemas.microsoft.com/office/drawing/2014/main" id="{CF46D489-67B9-538C-7B57-D57557201D8D}"/>
                </a:ext>
              </a:extLst>
            </p:cNvPr>
            <p:cNvSpPr/>
            <p:nvPr/>
          </p:nvSpPr>
          <p:spPr bwMode="gray">
            <a:xfrm>
              <a:off x="2332066" y="3855222"/>
              <a:ext cx="1463040" cy="1893308"/>
            </a:xfrm>
            <a:prstGeom prst="flowChartDocumen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solidFill>
                    <a:schemeClr val="bg1"/>
                  </a:solidFill>
                </a:rPr>
                <a:t>T-</a:t>
              </a:r>
            </a:p>
          </p:txBody>
        </p:sp>
        <p:sp>
          <p:nvSpPr>
            <p:cNvPr id="180" name="Flowchart: Document 179">
              <a:extLst>
                <a:ext uri="{FF2B5EF4-FFF2-40B4-BE49-F238E27FC236}">
                  <a16:creationId xmlns:a16="http://schemas.microsoft.com/office/drawing/2014/main" id="{34A3D720-C22A-4BB2-61AE-93BB3CABC05E}"/>
                </a:ext>
              </a:extLst>
            </p:cNvPr>
            <p:cNvSpPr/>
            <p:nvPr/>
          </p:nvSpPr>
          <p:spPr bwMode="gray">
            <a:xfrm>
              <a:off x="3876449" y="3855222"/>
              <a:ext cx="1463040" cy="1893308"/>
            </a:xfrm>
            <a:prstGeom prst="flowChartDocumen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1" name="Flowchart: Document 180">
              <a:extLst>
                <a:ext uri="{FF2B5EF4-FFF2-40B4-BE49-F238E27FC236}">
                  <a16:creationId xmlns:a16="http://schemas.microsoft.com/office/drawing/2014/main" id="{00F83C6D-8108-0E08-73F7-D14E35922B51}"/>
                </a:ext>
              </a:extLst>
            </p:cNvPr>
            <p:cNvSpPr/>
            <p:nvPr/>
          </p:nvSpPr>
          <p:spPr bwMode="gray">
            <a:xfrm>
              <a:off x="5444183" y="3855222"/>
              <a:ext cx="1463040" cy="1893308"/>
            </a:xfrm>
            <a:prstGeom prst="flowChartDocumen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2" name="Flowchart: Document 181">
              <a:extLst>
                <a:ext uri="{FF2B5EF4-FFF2-40B4-BE49-F238E27FC236}">
                  <a16:creationId xmlns:a16="http://schemas.microsoft.com/office/drawing/2014/main" id="{09C08AE5-F928-3AF5-AB9F-FD232D62CEE5}"/>
                </a:ext>
              </a:extLst>
            </p:cNvPr>
            <p:cNvSpPr/>
            <p:nvPr/>
          </p:nvSpPr>
          <p:spPr bwMode="gray">
            <a:xfrm>
              <a:off x="6972367" y="3855222"/>
              <a:ext cx="1463040" cy="1893308"/>
            </a:xfrm>
            <a:prstGeom prst="flowChartDocumen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83" name="Flowchart: Document 182">
              <a:extLst>
                <a:ext uri="{FF2B5EF4-FFF2-40B4-BE49-F238E27FC236}">
                  <a16:creationId xmlns:a16="http://schemas.microsoft.com/office/drawing/2014/main" id="{8FBA6B58-57CA-BF55-41DA-6613E9A960C7}"/>
                </a:ext>
              </a:extLst>
            </p:cNvPr>
            <p:cNvSpPr/>
            <p:nvPr/>
          </p:nvSpPr>
          <p:spPr bwMode="gray">
            <a:xfrm>
              <a:off x="8522852" y="3855222"/>
              <a:ext cx="1463040" cy="1893308"/>
            </a:xfrm>
            <a:prstGeom prst="flowChartDocumen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0" name="Rectangle 129">
              <a:extLst>
                <a:ext uri="{FF2B5EF4-FFF2-40B4-BE49-F238E27FC236}">
                  <a16:creationId xmlns:a16="http://schemas.microsoft.com/office/drawing/2014/main" id="{FDE01C91-85E2-5096-574D-1F0458FFF7B8}"/>
                </a:ext>
              </a:extLst>
            </p:cNvPr>
            <p:cNvSpPr/>
            <p:nvPr/>
          </p:nvSpPr>
          <p:spPr bwMode="auto">
            <a:xfrm>
              <a:off x="780368" y="2949335"/>
              <a:ext cx="1520382" cy="813582"/>
            </a:xfrm>
            <a:prstGeom prst="rect">
              <a:avLst/>
            </a:prstGeom>
            <a:solidFill>
              <a:schemeClr val="accent6">
                <a:lumMod val="20000"/>
                <a:lumOff val="80000"/>
              </a:schemeClr>
            </a:solidFill>
            <a:ln w="6350" cap="flat" cmpd="sng" algn="ctr">
              <a:solidFill>
                <a:schemeClr val="bg1"/>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0" marR="0" lvl="0" indent="0" algn="ctr" defTabSz="914400" eaLnBrk="1" fontAlgn="base" latinLnBrk="0" hangingPunct="1">
                <a:lnSpc>
                  <a:spcPct val="100000"/>
                </a:lnSpc>
                <a:spcBef>
                  <a:spcPts val="0"/>
                </a:spcBef>
                <a:spcAft>
                  <a:spcPts val="300"/>
                </a:spcAft>
                <a:buClrTx/>
                <a:buSzTx/>
                <a:buFontTx/>
                <a:buNone/>
                <a:tabLst/>
                <a:defRPr/>
              </a:pPr>
              <a:r>
                <a:rPr kumimoji="0" lang="en-IN"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Verdana" panose="020B0604030504040204" pitchFamily="34" charset="0"/>
                </a:rPr>
                <a:t>Inception</a:t>
              </a:r>
            </a:p>
          </p:txBody>
        </p:sp>
        <p:sp>
          <p:nvSpPr>
            <p:cNvPr id="131" name="Rectangle 130">
              <a:extLst>
                <a:ext uri="{FF2B5EF4-FFF2-40B4-BE49-F238E27FC236}">
                  <a16:creationId xmlns:a16="http://schemas.microsoft.com/office/drawing/2014/main" id="{216E5FBF-FFA4-2E52-644D-B095D57929FE}"/>
                </a:ext>
              </a:extLst>
            </p:cNvPr>
            <p:cNvSpPr/>
            <p:nvPr/>
          </p:nvSpPr>
          <p:spPr bwMode="auto">
            <a:xfrm>
              <a:off x="3835032" y="2949335"/>
              <a:ext cx="1520382" cy="813582"/>
            </a:xfrm>
            <a:prstGeom prst="rect">
              <a:avLst/>
            </a:prstGeom>
            <a:solidFill>
              <a:schemeClr val="accent6">
                <a:lumMod val="40000"/>
                <a:lumOff val="60000"/>
              </a:schemeClr>
            </a:solidFill>
            <a:ln w="6350" cap="flat" cmpd="sng" algn="ctr">
              <a:solidFill>
                <a:schemeClr val="bg1"/>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0" marR="0" lvl="0" indent="0" algn="ctr" defTabSz="914400" eaLnBrk="1" fontAlgn="base" latinLnBrk="0" hangingPunct="1">
                <a:lnSpc>
                  <a:spcPct val="100000"/>
                </a:lnSpc>
                <a:spcBef>
                  <a:spcPts val="0"/>
                </a:spcBef>
                <a:spcAft>
                  <a:spcPts val="300"/>
                </a:spcAft>
                <a:buClrTx/>
                <a:buSzTx/>
                <a:buFontTx/>
                <a:buNone/>
                <a:tabLst/>
                <a:defRPr/>
              </a:pPr>
              <a:r>
                <a:rPr kumimoji="0" lang="en-IN"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Verdana" panose="020B0604030504040204" pitchFamily="34" charset="0"/>
                </a:rPr>
                <a:t>Ideation Workshop</a:t>
              </a:r>
            </a:p>
          </p:txBody>
        </p:sp>
        <p:sp>
          <p:nvSpPr>
            <p:cNvPr id="132" name="Rectangle 131">
              <a:extLst>
                <a:ext uri="{FF2B5EF4-FFF2-40B4-BE49-F238E27FC236}">
                  <a16:creationId xmlns:a16="http://schemas.microsoft.com/office/drawing/2014/main" id="{D1A6DE87-6757-F887-8236-A575F13F0B63}"/>
                </a:ext>
              </a:extLst>
            </p:cNvPr>
            <p:cNvSpPr/>
            <p:nvPr/>
          </p:nvSpPr>
          <p:spPr bwMode="auto">
            <a:xfrm>
              <a:off x="5379090" y="2949335"/>
              <a:ext cx="1520382" cy="813582"/>
            </a:xfrm>
            <a:prstGeom prst="rect">
              <a:avLst/>
            </a:prstGeom>
            <a:solidFill>
              <a:schemeClr val="accent6">
                <a:lumMod val="60000"/>
                <a:lumOff val="40000"/>
              </a:schemeClr>
            </a:solidFill>
            <a:ln w="6350" cap="flat" cmpd="sng" algn="ctr">
              <a:solidFill>
                <a:schemeClr val="bg1"/>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0" marR="0" lvl="0" indent="0" algn="ctr" defTabSz="914400" eaLnBrk="1" fontAlgn="base" latinLnBrk="0" hangingPunct="1">
                <a:lnSpc>
                  <a:spcPct val="100000"/>
                </a:lnSpc>
                <a:spcBef>
                  <a:spcPts val="0"/>
                </a:spcBef>
                <a:spcAft>
                  <a:spcPts val="300"/>
                </a:spcAft>
                <a:buClrTx/>
                <a:buSzTx/>
                <a:buFontTx/>
                <a:buNone/>
                <a:tabLst/>
                <a:defRPr/>
              </a:pPr>
              <a:r>
                <a:rPr lang="en-IN" sz="1200" b="1">
                  <a:latin typeface="Verdana" panose="020B0604030504040204" pitchFamily="34" charset="0"/>
                  <a:ea typeface="Verdana" panose="020B0604030504040204" pitchFamily="34" charset="0"/>
                  <a:cs typeface="Verdana" panose="020B0604030504040204" pitchFamily="34" charset="0"/>
                </a:rPr>
                <a:t>Strategy Development</a:t>
              </a:r>
              <a:endParaRPr kumimoji="0" lang="en-IN"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4" name="Rectangle 133">
              <a:extLst>
                <a:ext uri="{FF2B5EF4-FFF2-40B4-BE49-F238E27FC236}">
                  <a16:creationId xmlns:a16="http://schemas.microsoft.com/office/drawing/2014/main" id="{850E5E89-F758-C3E9-300E-4EB6FF215867}"/>
                </a:ext>
              </a:extLst>
            </p:cNvPr>
            <p:cNvSpPr/>
            <p:nvPr/>
          </p:nvSpPr>
          <p:spPr bwMode="auto">
            <a:xfrm>
              <a:off x="2290973" y="2949335"/>
              <a:ext cx="1520382" cy="813582"/>
            </a:xfrm>
            <a:prstGeom prst="rect">
              <a:avLst/>
            </a:prstGeom>
            <a:solidFill>
              <a:schemeClr val="accent3">
                <a:lumMod val="20000"/>
                <a:lumOff val="80000"/>
              </a:schemeClr>
            </a:solidFill>
            <a:ln w="6350" cap="flat" cmpd="sng" algn="ctr">
              <a:solidFill>
                <a:schemeClr val="bg1"/>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0" marR="0" lvl="0" indent="0" algn="ctr" defTabSz="914400" eaLnBrk="1" fontAlgn="base" latinLnBrk="0" hangingPunct="1">
                <a:lnSpc>
                  <a:spcPct val="100000"/>
                </a:lnSpc>
                <a:spcBef>
                  <a:spcPts val="0"/>
                </a:spcBef>
                <a:spcAft>
                  <a:spcPts val="300"/>
                </a:spcAft>
                <a:buClrTx/>
                <a:buSzTx/>
                <a:buFontTx/>
                <a:buNone/>
                <a:tabLst/>
                <a:defRPr/>
              </a:pPr>
              <a:r>
                <a:rPr kumimoji="0" lang="en-IN"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Verdana" panose="020B0604030504040204" pitchFamily="34" charset="0"/>
                </a:rPr>
                <a:t>Discovery Phase</a:t>
              </a:r>
            </a:p>
          </p:txBody>
        </p:sp>
        <p:sp>
          <p:nvSpPr>
            <p:cNvPr id="135" name="Rectangle 134">
              <a:extLst>
                <a:ext uri="{FF2B5EF4-FFF2-40B4-BE49-F238E27FC236}">
                  <a16:creationId xmlns:a16="http://schemas.microsoft.com/office/drawing/2014/main" id="{7749432C-3C21-8BCF-EAC3-910E7F389B55}"/>
                </a:ext>
              </a:extLst>
            </p:cNvPr>
            <p:cNvSpPr/>
            <p:nvPr/>
          </p:nvSpPr>
          <p:spPr bwMode="auto">
            <a:xfrm>
              <a:off x="6923149" y="2949335"/>
              <a:ext cx="1520382" cy="813582"/>
            </a:xfrm>
            <a:prstGeom prst="rect">
              <a:avLst/>
            </a:prstGeom>
            <a:solidFill>
              <a:schemeClr val="accent3">
                <a:lumMod val="40000"/>
                <a:lumOff val="60000"/>
              </a:schemeClr>
            </a:solidFill>
            <a:ln w="6350" cap="flat" cmpd="sng" algn="ctr">
              <a:solidFill>
                <a:schemeClr val="bg1"/>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0" marR="0" lvl="0" indent="0" algn="ctr" defTabSz="914400" eaLnBrk="1" fontAlgn="base" latinLnBrk="0" hangingPunct="1">
                <a:lnSpc>
                  <a:spcPct val="100000"/>
                </a:lnSpc>
                <a:spcBef>
                  <a:spcPts val="0"/>
                </a:spcBef>
                <a:spcAft>
                  <a:spcPts val="300"/>
                </a:spcAft>
                <a:buClrTx/>
                <a:buSzTx/>
                <a:buFontTx/>
                <a:buNone/>
                <a:tabLst/>
                <a:defRPr/>
              </a:pPr>
              <a:r>
                <a:rPr lang="en-IN" sz="1200" b="1">
                  <a:latin typeface="Verdana" panose="020B0604030504040204" pitchFamily="34" charset="0"/>
                  <a:ea typeface="Verdana" panose="020B0604030504040204" pitchFamily="34" charset="0"/>
                  <a:cs typeface="Verdana" panose="020B0604030504040204" pitchFamily="34" charset="0"/>
                </a:rPr>
                <a:t>Stakeholder Discussion</a:t>
              </a:r>
            </a:p>
          </p:txBody>
        </p:sp>
        <p:sp>
          <p:nvSpPr>
            <p:cNvPr id="136" name="Rectangle 135">
              <a:extLst>
                <a:ext uri="{FF2B5EF4-FFF2-40B4-BE49-F238E27FC236}">
                  <a16:creationId xmlns:a16="http://schemas.microsoft.com/office/drawing/2014/main" id="{976983BE-BDEC-5B5C-D803-FDFB73778A1C}"/>
                </a:ext>
              </a:extLst>
            </p:cNvPr>
            <p:cNvSpPr/>
            <p:nvPr/>
          </p:nvSpPr>
          <p:spPr bwMode="auto">
            <a:xfrm>
              <a:off x="8467208" y="2949335"/>
              <a:ext cx="1520382" cy="813582"/>
            </a:xfrm>
            <a:prstGeom prst="rect">
              <a:avLst/>
            </a:prstGeom>
            <a:solidFill>
              <a:schemeClr val="accent2">
                <a:lumMod val="60000"/>
                <a:lumOff val="40000"/>
              </a:schemeClr>
            </a:solidFill>
            <a:ln w="6350" cap="flat" cmpd="sng" algn="ctr">
              <a:solidFill>
                <a:schemeClr val="bg1"/>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0" marR="0" lvl="0" indent="0" algn="ctr" defTabSz="914400" eaLnBrk="1" fontAlgn="base" latinLnBrk="0" hangingPunct="1">
                <a:lnSpc>
                  <a:spcPct val="100000"/>
                </a:lnSpc>
                <a:spcBef>
                  <a:spcPts val="0"/>
                </a:spcBef>
                <a:spcAft>
                  <a:spcPts val="300"/>
                </a:spcAft>
                <a:buClrTx/>
                <a:buSzTx/>
                <a:buFontTx/>
                <a:buNone/>
                <a:tabLst/>
                <a:defRPr/>
              </a:pPr>
              <a:r>
                <a:rPr kumimoji="0" lang="en-IN" sz="1200" b="1" i="0" u="none" strike="noStrike" kern="1200" cap="none" spc="0" normalizeH="0" baseline="0" noProof="0">
                  <a:ln>
                    <a:noFill/>
                  </a:ln>
                  <a:effectLst/>
                  <a:uLnTx/>
                  <a:uFillTx/>
                  <a:latin typeface="Verdana" panose="020B0604030504040204" pitchFamily="34" charset="0"/>
                  <a:ea typeface="Verdana" panose="020B0604030504040204" pitchFamily="34" charset="0"/>
                  <a:cs typeface="Verdana" panose="020B0604030504040204" pitchFamily="34" charset="0"/>
                </a:rPr>
                <a:t>Implementation Strategy</a:t>
              </a:r>
            </a:p>
          </p:txBody>
        </p:sp>
        <p:sp>
          <p:nvSpPr>
            <p:cNvPr id="141" name="Rectangle 140">
              <a:extLst>
                <a:ext uri="{FF2B5EF4-FFF2-40B4-BE49-F238E27FC236}">
                  <a16:creationId xmlns:a16="http://schemas.microsoft.com/office/drawing/2014/main" id="{7899218B-DC2E-FCA7-EB62-705FE939C3F9}"/>
                </a:ext>
              </a:extLst>
            </p:cNvPr>
            <p:cNvSpPr/>
            <p:nvPr/>
          </p:nvSpPr>
          <p:spPr bwMode="auto">
            <a:xfrm>
              <a:off x="746916" y="3792897"/>
              <a:ext cx="1518408" cy="1893308"/>
            </a:xfrm>
            <a:prstGeom prst="rect">
              <a:avLst/>
            </a:prstGeom>
            <a:noFill/>
            <a:ln w="6350" cap="flat" cmpd="sng" algn="ctr">
              <a:no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en-IN" sz="105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Kick Off meeting</a:t>
              </a:r>
            </a:p>
            <a:p>
              <a:pPr marL="171450" indent="-171450" algn="just" fontAlgn="base">
                <a:spcAft>
                  <a:spcPts val="300"/>
                </a:spcAft>
                <a:buFont typeface="Arial" panose="020B0604020202020204" pitchFamily="34" charset="0"/>
                <a:buChar char="•"/>
                <a:defRPr/>
              </a:pPr>
              <a:r>
                <a:rPr lang="en-IN" sz="1050">
                  <a:solidFill>
                    <a:prstClr val="black"/>
                  </a:solidFill>
                  <a:latin typeface="Verdana" panose="020B0604030504040204" pitchFamily="34" charset="0"/>
                  <a:ea typeface="Verdana" panose="020B0604030504040204" pitchFamily="34" charset="0"/>
                  <a:cs typeface="Verdana" panose="020B0604030504040204" pitchFamily="34" charset="0"/>
                </a:rPr>
                <a:t>Resource mobilisation</a:t>
              </a:r>
            </a:p>
            <a:p>
              <a:pPr marL="171450" marR="0" lvl="0" indent="-171450" algn="just"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en-IN" sz="105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PMO at DVC Headquarters</a:t>
              </a:r>
            </a:p>
          </p:txBody>
        </p:sp>
        <p:sp>
          <p:nvSpPr>
            <p:cNvPr id="142" name="Rectangle 141">
              <a:extLst>
                <a:ext uri="{FF2B5EF4-FFF2-40B4-BE49-F238E27FC236}">
                  <a16:creationId xmlns:a16="http://schemas.microsoft.com/office/drawing/2014/main" id="{C6187E44-34A3-F110-10FE-F77F32367019}"/>
                </a:ext>
              </a:extLst>
            </p:cNvPr>
            <p:cNvSpPr/>
            <p:nvPr/>
          </p:nvSpPr>
          <p:spPr bwMode="auto">
            <a:xfrm>
              <a:off x="3835032" y="3792897"/>
              <a:ext cx="1520382" cy="1893308"/>
            </a:xfrm>
            <a:prstGeom prst="rect">
              <a:avLst/>
            </a:prstGeom>
            <a:noFill/>
            <a:ln w="6350" cap="flat" cmpd="sng" algn="ctr">
              <a:no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IN" sz="1050">
                  <a:solidFill>
                    <a:prstClr val="black"/>
                  </a:solidFill>
                  <a:latin typeface="Verdana" panose="020B0604030504040204" pitchFamily="34" charset="0"/>
                  <a:ea typeface="Verdana" panose="020B0604030504040204" pitchFamily="34" charset="0"/>
                  <a:cs typeface="Verdana" panose="020B0604030504040204" pitchFamily="34" charset="0"/>
                </a:rPr>
                <a:t>Options Analysis</a:t>
              </a:r>
            </a:p>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IN" sz="1050">
                  <a:solidFill>
                    <a:prstClr val="black"/>
                  </a:solidFill>
                  <a:latin typeface="Verdana" panose="020B0604030504040204" pitchFamily="34" charset="0"/>
                  <a:ea typeface="Verdana" panose="020B0604030504040204" pitchFamily="34" charset="0"/>
                  <a:cs typeface="Verdana" panose="020B0604030504040204" pitchFamily="34" charset="0"/>
                </a:rPr>
                <a:t>Ideation Workshop with Senior Management</a:t>
              </a:r>
              <a:endParaRPr kumimoji="0" lang="en-IN" sz="105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43" name="Rectangle 142">
              <a:extLst>
                <a:ext uri="{FF2B5EF4-FFF2-40B4-BE49-F238E27FC236}">
                  <a16:creationId xmlns:a16="http://schemas.microsoft.com/office/drawing/2014/main" id="{DE1CAD4B-081E-3FAE-5704-53BFB118BFA8}"/>
                </a:ext>
              </a:extLst>
            </p:cNvPr>
            <p:cNvSpPr/>
            <p:nvPr/>
          </p:nvSpPr>
          <p:spPr bwMode="auto">
            <a:xfrm>
              <a:off x="5379090" y="3792897"/>
              <a:ext cx="1520382" cy="1893308"/>
            </a:xfrm>
            <a:prstGeom prst="rect">
              <a:avLst/>
            </a:prstGeom>
            <a:noFill/>
            <a:ln w="6350" cap="flat" cmpd="sng" algn="ctr">
              <a:no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IN" sz="1050">
                  <a:solidFill>
                    <a:prstClr val="black"/>
                  </a:solidFill>
                  <a:latin typeface="Verdana" panose="020B0604030504040204" pitchFamily="34" charset="0"/>
                  <a:ea typeface="Verdana" panose="020B0604030504040204" pitchFamily="34" charset="0"/>
                  <a:cs typeface="Verdana" panose="020B0604030504040204" pitchFamily="34" charset="0"/>
                </a:rPr>
                <a:t>Roadmap Development</a:t>
              </a:r>
            </a:p>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IN" sz="1050">
                  <a:solidFill>
                    <a:prstClr val="black"/>
                  </a:solidFill>
                  <a:latin typeface="Verdana" panose="020B0604030504040204" pitchFamily="34" charset="0"/>
                  <a:ea typeface="Verdana" panose="020B0604030504040204" pitchFamily="34" charset="0"/>
                  <a:cs typeface="Verdana" panose="020B0604030504040204" pitchFamily="34" charset="0"/>
                </a:rPr>
                <a:t>Financing Plan and Strategy</a:t>
              </a:r>
            </a:p>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endParaRPr lang="en-IN" sz="105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145" name="Rectangle 144">
              <a:extLst>
                <a:ext uri="{FF2B5EF4-FFF2-40B4-BE49-F238E27FC236}">
                  <a16:creationId xmlns:a16="http://schemas.microsoft.com/office/drawing/2014/main" id="{5A0D9F4F-1145-CD4A-5BF6-E87539A9DA3C}"/>
                </a:ext>
              </a:extLst>
            </p:cNvPr>
            <p:cNvSpPr/>
            <p:nvPr/>
          </p:nvSpPr>
          <p:spPr bwMode="auto">
            <a:xfrm>
              <a:off x="2290973" y="3792897"/>
              <a:ext cx="1520382" cy="1893308"/>
            </a:xfrm>
            <a:prstGeom prst="rect">
              <a:avLst/>
            </a:prstGeom>
            <a:noFill/>
            <a:ln w="6350" cap="flat" cmpd="sng" algn="ctr">
              <a:no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kumimoji="0" lang="en-IN" sz="105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Analysis</a:t>
              </a:r>
              <a:r>
                <a:rPr kumimoji="0" lang="en-IN" sz="105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of existing Business Segments</a:t>
              </a:r>
            </a:p>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IN" sz="1050">
                  <a:solidFill>
                    <a:prstClr val="black"/>
                  </a:solidFill>
                  <a:latin typeface="Verdana" panose="020B0604030504040204" pitchFamily="34" charset="0"/>
                  <a:ea typeface="Verdana" panose="020B0604030504040204" pitchFamily="34" charset="0"/>
                  <a:cs typeface="Verdana" panose="020B0604030504040204" pitchFamily="34" charset="0"/>
                </a:rPr>
                <a:t>Quantifying aspirations</a:t>
              </a:r>
            </a:p>
          </p:txBody>
        </p:sp>
        <p:sp>
          <p:nvSpPr>
            <p:cNvPr id="147" name="Rectangle 146">
              <a:extLst>
                <a:ext uri="{FF2B5EF4-FFF2-40B4-BE49-F238E27FC236}">
                  <a16:creationId xmlns:a16="http://schemas.microsoft.com/office/drawing/2014/main" id="{46FCE983-9C79-5F4D-63B3-EAAD67973D38}"/>
                </a:ext>
              </a:extLst>
            </p:cNvPr>
            <p:cNvSpPr/>
            <p:nvPr/>
          </p:nvSpPr>
          <p:spPr bwMode="auto">
            <a:xfrm>
              <a:off x="6923149" y="3792897"/>
              <a:ext cx="1520382" cy="1893308"/>
            </a:xfrm>
            <a:prstGeom prst="rect">
              <a:avLst/>
            </a:prstGeom>
            <a:noFill/>
            <a:ln w="6350" cap="flat" cmpd="sng" algn="ctr">
              <a:no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US" sz="1050">
                  <a:solidFill>
                    <a:prstClr val="black"/>
                  </a:solidFill>
                  <a:latin typeface="Verdana" panose="020B0604030504040204" pitchFamily="34" charset="0"/>
                  <a:ea typeface="Verdana" panose="020B0604030504040204" pitchFamily="34" charset="0"/>
                  <a:cs typeface="Verdana" panose="020B0604030504040204" pitchFamily="34" charset="0"/>
                </a:rPr>
                <a:t>Guidance and Feedback</a:t>
              </a:r>
            </a:p>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US" sz="1050">
                  <a:solidFill>
                    <a:prstClr val="black"/>
                  </a:solidFill>
                  <a:latin typeface="Verdana" panose="020B0604030504040204" pitchFamily="34" charset="0"/>
                  <a:ea typeface="Verdana" panose="020B0604030504040204" pitchFamily="34" charset="0"/>
                  <a:cs typeface="Verdana" panose="020B0604030504040204" pitchFamily="34" charset="0"/>
                </a:rPr>
                <a:t>Major decisions documented</a:t>
              </a:r>
            </a:p>
          </p:txBody>
        </p:sp>
        <p:sp>
          <p:nvSpPr>
            <p:cNvPr id="148" name="Rectangle 147">
              <a:extLst>
                <a:ext uri="{FF2B5EF4-FFF2-40B4-BE49-F238E27FC236}">
                  <a16:creationId xmlns:a16="http://schemas.microsoft.com/office/drawing/2014/main" id="{268EC138-986C-A042-7E77-EE71D8EDB2B3}"/>
                </a:ext>
              </a:extLst>
            </p:cNvPr>
            <p:cNvSpPr/>
            <p:nvPr/>
          </p:nvSpPr>
          <p:spPr bwMode="auto">
            <a:xfrm>
              <a:off x="8467208" y="3792897"/>
              <a:ext cx="1520382" cy="1893308"/>
            </a:xfrm>
            <a:prstGeom prst="rect">
              <a:avLst/>
            </a:prstGeom>
            <a:noFill/>
            <a:ln w="6350" cap="flat" cmpd="sng" algn="ctr">
              <a:no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US" sz="1050">
                  <a:solidFill>
                    <a:prstClr val="black"/>
                  </a:solidFill>
                  <a:latin typeface="Verdana" panose="020B0604030504040204" pitchFamily="34" charset="0"/>
                  <a:ea typeface="Verdana" panose="020B0604030504040204" pitchFamily="34" charset="0"/>
                  <a:cs typeface="Verdana" panose="020B0604030504040204" pitchFamily="34" charset="0"/>
                </a:rPr>
                <a:t>Implementation Planning</a:t>
              </a:r>
            </a:p>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US" sz="1050">
                  <a:solidFill>
                    <a:prstClr val="black"/>
                  </a:solidFill>
                  <a:latin typeface="Verdana" panose="020B0604030504040204" pitchFamily="34" charset="0"/>
                  <a:ea typeface="Verdana" panose="020B0604030504040204" pitchFamily="34" charset="0"/>
                  <a:cs typeface="Verdana" panose="020B0604030504040204" pitchFamily="34" charset="0"/>
                </a:rPr>
                <a:t>Resource Mobilization</a:t>
              </a:r>
            </a:p>
            <a:p>
              <a:pPr marL="171450" marR="0" lvl="0" indent="-171450" defTabSz="914400" eaLnBrk="1" fontAlgn="base" latinLnBrk="0" hangingPunct="1">
                <a:lnSpc>
                  <a:spcPct val="100000"/>
                </a:lnSpc>
                <a:spcBef>
                  <a:spcPts val="0"/>
                </a:spcBef>
                <a:spcAft>
                  <a:spcPts val="300"/>
                </a:spcAft>
                <a:buClrTx/>
                <a:buSzTx/>
                <a:buFont typeface="Arial" panose="020B0604020202020204" pitchFamily="34" charset="0"/>
                <a:buChar char="•"/>
                <a:tabLst/>
                <a:defRPr/>
              </a:pPr>
              <a:r>
                <a:rPr lang="en-US" sz="1050">
                  <a:solidFill>
                    <a:prstClr val="black"/>
                  </a:solidFill>
                  <a:latin typeface="Verdana" panose="020B0604030504040204" pitchFamily="34" charset="0"/>
                  <a:ea typeface="Verdana" panose="020B0604030504040204" pitchFamily="34" charset="0"/>
                  <a:cs typeface="Verdana" panose="020B0604030504040204" pitchFamily="34" charset="0"/>
                </a:rPr>
                <a:t>Annual Strategic Retreat</a:t>
              </a:r>
            </a:p>
          </p:txBody>
        </p:sp>
      </p:grpSp>
      <p:sp>
        <p:nvSpPr>
          <p:cNvPr id="191" name="TextBox 190">
            <a:extLst>
              <a:ext uri="{FF2B5EF4-FFF2-40B4-BE49-F238E27FC236}">
                <a16:creationId xmlns:a16="http://schemas.microsoft.com/office/drawing/2014/main" id="{8EA3E584-B7CE-9000-1B23-55C446537FEF}"/>
              </a:ext>
            </a:extLst>
          </p:cNvPr>
          <p:cNvSpPr txBox="1"/>
          <p:nvPr/>
        </p:nvSpPr>
        <p:spPr>
          <a:xfrm>
            <a:off x="5512450" y="1143713"/>
            <a:ext cx="1523972" cy="276999"/>
          </a:xfrm>
          <a:prstGeom prst="rect">
            <a:avLst/>
          </a:prstGeom>
          <a:noFill/>
        </p:spPr>
        <p:txBody>
          <a:bodyPr wrap="square" lIns="0" tIns="0" rIns="0" bIns="0" rtlCol="0">
            <a:spAutoFit/>
          </a:bodyPr>
          <a:lstStyle/>
          <a:p>
            <a:pPr>
              <a:spcBef>
                <a:spcPts val="600"/>
              </a:spcBef>
              <a:buSzPct val="100000"/>
            </a:pPr>
            <a:r>
              <a:rPr lang="en-US">
                <a:solidFill>
                  <a:srgbClr val="313131"/>
                </a:solidFill>
              </a:rPr>
              <a:t>Strategy Phase</a:t>
            </a:r>
          </a:p>
        </p:txBody>
      </p:sp>
      <p:grpSp>
        <p:nvGrpSpPr>
          <p:cNvPr id="221" name="Group 220">
            <a:extLst>
              <a:ext uri="{FF2B5EF4-FFF2-40B4-BE49-F238E27FC236}">
                <a16:creationId xmlns:a16="http://schemas.microsoft.com/office/drawing/2014/main" id="{0F275D6C-B4CB-2E5E-CEB4-1FE6AF8B6905}"/>
              </a:ext>
            </a:extLst>
          </p:cNvPr>
          <p:cNvGrpSpPr/>
          <p:nvPr/>
        </p:nvGrpSpPr>
        <p:grpSpPr>
          <a:xfrm>
            <a:off x="738038" y="6107581"/>
            <a:ext cx="11033752" cy="365760"/>
            <a:chOff x="459032" y="965037"/>
            <a:chExt cx="11284691" cy="314825"/>
          </a:xfrm>
        </p:grpSpPr>
        <p:sp>
          <p:nvSpPr>
            <p:cNvPr id="222" name="Round Diagonal Corner Rectangle 29">
              <a:extLst>
                <a:ext uri="{FF2B5EF4-FFF2-40B4-BE49-F238E27FC236}">
                  <a16:creationId xmlns:a16="http://schemas.microsoft.com/office/drawing/2014/main" id="{6420DB97-B418-6D15-6CF7-8B18A3028BAE}"/>
                </a:ext>
              </a:extLst>
            </p:cNvPr>
            <p:cNvSpPr/>
            <p:nvPr/>
          </p:nvSpPr>
          <p:spPr bwMode="gray">
            <a:xfrm flipH="1">
              <a:off x="459032" y="965037"/>
              <a:ext cx="11284691" cy="314825"/>
            </a:xfrm>
            <a:prstGeom prst="round2DiagRect">
              <a:avLst/>
            </a:prstGeom>
            <a:solidFill>
              <a:schemeClr val="accent5"/>
            </a:solidFill>
            <a:ln w="19050" algn="ctr">
              <a:noFill/>
              <a:miter lim="800000"/>
              <a:headEnd/>
              <a:tailEnd/>
            </a:ln>
          </p:spPr>
          <p:txBody>
            <a:bodyPr wrap="square" lIns="72231" tIns="72231" rIns="72231" bIns="72231" rtlCol="0" anchor="ctr"/>
            <a:lstStyle/>
            <a:p>
              <a:pPr algn="ctr">
                <a:lnSpc>
                  <a:spcPct val="106000"/>
                </a:lnSpc>
              </a:pPr>
              <a:endParaRPr lang="en-US" sz="1200" b="1">
                <a:solidFill>
                  <a:schemeClr val="bg1"/>
                </a:solidFill>
                <a:latin typeface="Verdana" panose="020B0604030504040204" pitchFamily="34" charset="0"/>
                <a:ea typeface="Verdana" panose="020B0604030504040204" pitchFamily="34" charset="0"/>
              </a:endParaRPr>
            </a:p>
          </p:txBody>
        </p:sp>
        <p:sp>
          <p:nvSpPr>
            <p:cNvPr id="223" name="TextBox 222">
              <a:extLst>
                <a:ext uri="{FF2B5EF4-FFF2-40B4-BE49-F238E27FC236}">
                  <a16:creationId xmlns:a16="http://schemas.microsoft.com/office/drawing/2014/main" id="{E2C6E188-22ED-ADA6-AD25-792D7AED2863}"/>
                </a:ext>
              </a:extLst>
            </p:cNvPr>
            <p:cNvSpPr txBox="1"/>
            <p:nvPr/>
          </p:nvSpPr>
          <p:spPr>
            <a:xfrm>
              <a:off x="562196" y="1042247"/>
              <a:ext cx="11142450" cy="158950"/>
            </a:xfrm>
            <a:prstGeom prst="rect">
              <a:avLst/>
            </a:prstGeom>
            <a:noFill/>
          </p:spPr>
          <p:txBody>
            <a:bodyPr wrap="square" lIns="0" tIns="0" rIns="0" bIns="0" rtlCol="0">
              <a:spAutoFit/>
            </a:bodyPr>
            <a:lstStyle/>
            <a:p>
              <a:pPr>
                <a:spcBef>
                  <a:spcPts val="600"/>
                </a:spcBef>
                <a:buSzPct val="100000"/>
              </a:pPr>
              <a:r>
                <a:rPr lang="en-US" sz="1200" i="1">
                  <a:solidFill>
                    <a:schemeClr val="bg1"/>
                  </a:solidFill>
                  <a:latin typeface="Verdana" panose="020B0604030504040204" pitchFamily="34" charset="0"/>
                  <a:ea typeface="Verdana" panose="020B0604030504040204" pitchFamily="34" charset="0"/>
                </a:rPr>
                <a:t>“Given this assignment’s impact in the transformation journey of DVC, clear strategy must be defined to approach tasks for each objective”</a:t>
              </a:r>
            </a:p>
          </p:txBody>
        </p:sp>
      </p:grpSp>
      <p:grpSp>
        <p:nvGrpSpPr>
          <p:cNvPr id="224" name="Group 1025">
            <a:extLst>
              <a:ext uri="{FF2B5EF4-FFF2-40B4-BE49-F238E27FC236}">
                <a16:creationId xmlns:a16="http://schemas.microsoft.com/office/drawing/2014/main" id="{178A6523-1CE1-2CE6-9AC2-88A15EBE87B4}"/>
              </a:ext>
            </a:extLst>
          </p:cNvPr>
          <p:cNvGrpSpPr>
            <a:grpSpLocks noChangeAspect="1"/>
          </p:cNvGrpSpPr>
          <p:nvPr/>
        </p:nvGrpSpPr>
        <p:grpSpPr bwMode="auto">
          <a:xfrm>
            <a:off x="5089780" y="1109493"/>
            <a:ext cx="369018" cy="369023"/>
            <a:chOff x="787" y="3994"/>
            <a:chExt cx="340" cy="340"/>
          </a:xfrm>
          <a:solidFill>
            <a:schemeClr val="accent5"/>
          </a:solidFill>
        </p:grpSpPr>
        <p:sp>
          <p:nvSpPr>
            <p:cNvPr id="225" name="Freeform 1026">
              <a:extLst>
                <a:ext uri="{FF2B5EF4-FFF2-40B4-BE49-F238E27FC236}">
                  <a16:creationId xmlns:a16="http://schemas.microsoft.com/office/drawing/2014/main" id="{99B971A4-881E-BC4B-6347-A5421DDA4BA2}"/>
                </a:ext>
              </a:extLst>
            </p:cNvPr>
            <p:cNvSpPr>
              <a:spLocks/>
            </p:cNvSpPr>
            <p:nvPr/>
          </p:nvSpPr>
          <p:spPr bwMode="auto">
            <a:xfrm>
              <a:off x="893" y="4171"/>
              <a:ext cx="45" cy="33"/>
            </a:xfrm>
            <a:custGeom>
              <a:avLst/>
              <a:gdLst>
                <a:gd name="T0" fmla="*/ 67 w 67"/>
                <a:gd name="T1" fmla="*/ 4 h 50"/>
                <a:gd name="T2" fmla="*/ 66 w 67"/>
                <a:gd name="T3" fmla="*/ 0 h 50"/>
                <a:gd name="T4" fmla="*/ 64 w 67"/>
                <a:gd name="T5" fmla="*/ 0 h 50"/>
                <a:gd name="T6" fmla="*/ 0 w 67"/>
                <a:gd name="T7" fmla="*/ 0 h 50"/>
                <a:gd name="T8" fmla="*/ 21 w 67"/>
                <a:gd name="T9" fmla="*/ 50 h 50"/>
                <a:gd name="T10" fmla="*/ 66 w 67"/>
                <a:gd name="T11" fmla="*/ 5 h 50"/>
                <a:gd name="T12" fmla="*/ 67 w 67"/>
                <a:gd name="T13" fmla="*/ 4 h 50"/>
              </a:gdLst>
              <a:ahLst/>
              <a:cxnLst>
                <a:cxn ang="0">
                  <a:pos x="T0" y="T1"/>
                </a:cxn>
                <a:cxn ang="0">
                  <a:pos x="T2" y="T3"/>
                </a:cxn>
                <a:cxn ang="0">
                  <a:pos x="T4" y="T5"/>
                </a:cxn>
                <a:cxn ang="0">
                  <a:pos x="T6" y="T7"/>
                </a:cxn>
                <a:cxn ang="0">
                  <a:pos x="T8" y="T9"/>
                </a:cxn>
                <a:cxn ang="0">
                  <a:pos x="T10" y="T11"/>
                </a:cxn>
                <a:cxn ang="0">
                  <a:pos x="T12" y="T13"/>
                </a:cxn>
              </a:cxnLst>
              <a:rect l="0" t="0" r="r" b="b"/>
              <a:pathLst>
                <a:path w="67" h="50">
                  <a:moveTo>
                    <a:pt x="67" y="4"/>
                  </a:moveTo>
                  <a:cubicBezTo>
                    <a:pt x="66" y="3"/>
                    <a:pt x="66" y="1"/>
                    <a:pt x="66" y="0"/>
                  </a:cubicBezTo>
                  <a:cubicBezTo>
                    <a:pt x="65" y="0"/>
                    <a:pt x="64" y="0"/>
                    <a:pt x="64" y="0"/>
                  </a:cubicBezTo>
                  <a:cubicBezTo>
                    <a:pt x="0" y="0"/>
                    <a:pt x="0" y="0"/>
                    <a:pt x="0" y="0"/>
                  </a:cubicBezTo>
                  <a:cubicBezTo>
                    <a:pt x="2" y="19"/>
                    <a:pt x="10" y="36"/>
                    <a:pt x="21" y="50"/>
                  </a:cubicBezTo>
                  <a:cubicBezTo>
                    <a:pt x="66" y="5"/>
                    <a:pt x="66" y="5"/>
                    <a:pt x="66" y="5"/>
                  </a:cubicBezTo>
                  <a:cubicBezTo>
                    <a:pt x="66" y="4"/>
                    <a:pt x="67" y="4"/>
                    <a:pt x="6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6" name="Freeform 1027">
              <a:extLst>
                <a:ext uri="{FF2B5EF4-FFF2-40B4-BE49-F238E27FC236}">
                  <a16:creationId xmlns:a16="http://schemas.microsoft.com/office/drawing/2014/main" id="{17D07455-9A7C-EB70-CFD8-66C1C11EF2BB}"/>
                </a:ext>
              </a:extLst>
            </p:cNvPr>
            <p:cNvSpPr>
              <a:spLocks/>
            </p:cNvSpPr>
            <p:nvPr/>
          </p:nvSpPr>
          <p:spPr bwMode="auto">
            <a:xfrm>
              <a:off x="893" y="4124"/>
              <a:ext cx="45" cy="33"/>
            </a:xfrm>
            <a:custGeom>
              <a:avLst/>
              <a:gdLst>
                <a:gd name="T0" fmla="*/ 66 w 67"/>
                <a:gd name="T1" fmla="*/ 49 h 49"/>
                <a:gd name="T2" fmla="*/ 67 w 67"/>
                <a:gd name="T3" fmla="*/ 46 h 49"/>
                <a:gd name="T4" fmla="*/ 66 w 67"/>
                <a:gd name="T5" fmla="*/ 45 h 49"/>
                <a:gd name="T6" fmla="*/ 21 w 67"/>
                <a:gd name="T7" fmla="*/ 0 h 49"/>
                <a:gd name="T8" fmla="*/ 0 w 67"/>
                <a:gd name="T9" fmla="*/ 49 h 49"/>
                <a:gd name="T10" fmla="*/ 64 w 67"/>
                <a:gd name="T11" fmla="*/ 49 h 49"/>
                <a:gd name="T12" fmla="*/ 66 w 67"/>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67" h="49">
                  <a:moveTo>
                    <a:pt x="66" y="49"/>
                  </a:moveTo>
                  <a:cubicBezTo>
                    <a:pt x="66" y="48"/>
                    <a:pt x="66" y="47"/>
                    <a:pt x="67" y="46"/>
                  </a:cubicBezTo>
                  <a:cubicBezTo>
                    <a:pt x="67" y="45"/>
                    <a:pt x="66" y="45"/>
                    <a:pt x="66" y="45"/>
                  </a:cubicBezTo>
                  <a:cubicBezTo>
                    <a:pt x="21" y="0"/>
                    <a:pt x="21" y="0"/>
                    <a:pt x="21" y="0"/>
                  </a:cubicBezTo>
                  <a:cubicBezTo>
                    <a:pt x="10" y="14"/>
                    <a:pt x="2" y="31"/>
                    <a:pt x="0" y="49"/>
                  </a:cubicBezTo>
                  <a:cubicBezTo>
                    <a:pt x="64" y="49"/>
                    <a:pt x="64" y="49"/>
                    <a:pt x="64" y="49"/>
                  </a:cubicBezTo>
                  <a:cubicBezTo>
                    <a:pt x="64" y="49"/>
                    <a:pt x="65" y="49"/>
                    <a:pt x="66" y="49"/>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7" name="Freeform 1028">
              <a:extLst>
                <a:ext uri="{FF2B5EF4-FFF2-40B4-BE49-F238E27FC236}">
                  <a16:creationId xmlns:a16="http://schemas.microsoft.com/office/drawing/2014/main" id="{A28EEF3F-C19C-2CEC-848D-79DB439EE4D6}"/>
                </a:ext>
              </a:extLst>
            </p:cNvPr>
            <p:cNvSpPr>
              <a:spLocks/>
            </p:cNvSpPr>
            <p:nvPr/>
          </p:nvSpPr>
          <p:spPr bwMode="auto">
            <a:xfrm>
              <a:off x="917" y="4100"/>
              <a:ext cx="33" cy="45"/>
            </a:xfrm>
            <a:custGeom>
              <a:avLst/>
              <a:gdLst>
                <a:gd name="T0" fmla="*/ 46 w 49"/>
                <a:gd name="T1" fmla="*/ 67 h 67"/>
                <a:gd name="T2" fmla="*/ 49 w 49"/>
                <a:gd name="T3" fmla="*/ 66 h 67"/>
                <a:gd name="T4" fmla="*/ 49 w 49"/>
                <a:gd name="T5" fmla="*/ 64 h 67"/>
                <a:gd name="T6" fmla="*/ 49 w 49"/>
                <a:gd name="T7" fmla="*/ 0 h 67"/>
                <a:gd name="T8" fmla="*/ 0 w 49"/>
                <a:gd name="T9" fmla="*/ 21 h 67"/>
                <a:gd name="T10" fmla="*/ 45 w 49"/>
                <a:gd name="T11" fmla="*/ 66 h 67"/>
                <a:gd name="T12" fmla="*/ 46 w 49"/>
                <a:gd name="T13" fmla="*/ 67 h 67"/>
              </a:gdLst>
              <a:ahLst/>
              <a:cxnLst>
                <a:cxn ang="0">
                  <a:pos x="T0" y="T1"/>
                </a:cxn>
                <a:cxn ang="0">
                  <a:pos x="T2" y="T3"/>
                </a:cxn>
                <a:cxn ang="0">
                  <a:pos x="T4" y="T5"/>
                </a:cxn>
                <a:cxn ang="0">
                  <a:pos x="T6" y="T7"/>
                </a:cxn>
                <a:cxn ang="0">
                  <a:pos x="T8" y="T9"/>
                </a:cxn>
                <a:cxn ang="0">
                  <a:pos x="T10" y="T11"/>
                </a:cxn>
                <a:cxn ang="0">
                  <a:pos x="T12" y="T13"/>
                </a:cxn>
              </a:cxnLst>
              <a:rect l="0" t="0" r="r" b="b"/>
              <a:pathLst>
                <a:path w="49" h="67">
                  <a:moveTo>
                    <a:pt x="46" y="67"/>
                  </a:moveTo>
                  <a:cubicBezTo>
                    <a:pt x="47" y="66"/>
                    <a:pt x="48" y="66"/>
                    <a:pt x="49" y="66"/>
                  </a:cubicBezTo>
                  <a:cubicBezTo>
                    <a:pt x="49" y="65"/>
                    <a:pt x="49" y="64"/>
                    <a:pt x="49" y="64"/>
                  </a:cubicBezTo>
                  <a:cubicBezTo>
                    <a:pt x="49" y="0"/>
                    <a:pt x="49" y="0"/>
                    <a:pt x="49" y="0"/>
                  </a:cubicBezTo>
                  <a:cubicBezTo>
                    <a:pt x="31" y="2"/>
                    <a:pt x="14" y="10"/>
                    <a:pt x="0" y="21"/>
                  </a:cubicBezTo>
                  <a:cubicBezTo>
                    <a:pt x="45" y="66"/>
                    <a:pt x="45" y="66"/>
                    <a:pt x="45" y="66"/>
                  </a:cubicBezTo>
                  <a:cubicBezTo>
                    <a:pt x="45" y="66"/>
                    <a:pt x="45" y="67"/>
                    <a:pt x="46" y="6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8" name="Freeform 1029">
              <a:extLst>
                <a:ext uri="{FF2B5EF4-FFF2-40B4-BE49-F238E27FC236}">
                  <a16:creationId xmlns:a16="http://schemas.microsoft.com/office/drawing/2014/main" id="{C1EA5F15-79C1-5858-6C1E-189A8FF74913}"/>
                </a:ext>
              </a:extLst>
            </p:cNvPr>
            <p:cNvSpPr>
              <a:spLocks/>
            </p:cNvSpPr>
            <p:nvPr/>
          </p:nvSpPr>
          <p:spPr bwMode="auto">
            <a:xfrm>
              <a:off x="964" y="4100"/>
              <a:ext cx="33" cy="45"/>
            </a:xfrm>
            <a:custGeom>
              <a:avLst/>
              <a:gdLst>
                <a:gd name="T0" fmla="*/ 5 w 50"/>
                <a:gd name="T1" fmla="*/ 66 h 67"/>
                <a:gd name="T2" fmla="*/ 50 w 50"/>
                <a:gd name="T3" fmla="*/ 21 h 67"/>
                <a:gd name="T4" fmla="*/ 0 w 50"/>
                <a:gd name="T5" fmla="*/ 0 h 67"/>
                <a:gd name="T6" fmla="*/ 0 w 50"/>
                <a:gd name="T7" fmla="*/ 64 h 67"/>
                <a:gd name="T8" fmla="*/ 0 w 50"/>
                <a:gd name="T9" fmla="*/ 66 h 67"/>
                <a:gd name="T10" fmla="*/ 4 w 50"/>
                <a:gd name="T11" fmla="*/ 67 h 67"/>
                <a:gd name="T12" fmla="*/ 5 w 50"/>
                <a:gd name="T13" fmla="*/ 66 h 67"/>
              </a:gdLst>
              <a:ahLst/>
              <a:cxnLst>
                <a:cxn ang="0">
                  <a:pos x="T0" y="T1"/>
                </a:cxn>
                <a:cxn ang="0">
                  <a:pos x="T2" y="T3"/>
                </a:cxn>
                <a:cxn ang="0">
                  <a:pos x="T4" y="T5"/>
                </a:cxn>
                <a:cxn ang="0">
                  <a:pos x="T6" y="T7"/>
                </a:cxn>
                <a:cxn ang="0">
                  <a:pos x="T8" y="T9"/>
                </a:cxn>
                <a:cxn ang="0">
                  <a:pos x="T10" y="T11"/>
                </a:cxn>
                <a:cxn ang="0">
                  <a:pos x="T12" y="T13"/>
                </a:cxn>
              </a:cxnLst>
              <a:rect l="0" t="0" r="r" b="b"/>
              <a:pathLst>
                <a:path w="50" h="67">
                  <a:moveTo>
                    <a:pt x="5" y="66"/>
                  </a:moveTo>
                  <a:cubicBezTo>
                    <a:pt x="50" y="21"/>
                    <a:pt x="50" y="21"/>
                    <a:pt x="50" y="21"/>
                  </a:cubicBezTo>
                  <a:cubicBezTo>
                    <a:pt x="36" y="10"/>
                    <a:pt x="19" y="2"/>
                    <a:pt x="0" y="0"/>
                  </a:cubicBezTo>
                  <a:cubicBezTo>
                    <a:pt x="0" y="64"/>
                    <a:pt x="0" y="64"/>
                    <a:pt x="0" y="64"/>
                  </a:cubicBezTo>
                  <a:cubicBezTo>
                    <a:pt x="0" y="64"/>
                    <a:pt x="0" y="65"/>
                    <a:pt x="0" y="66"/>
                  </a:cubicBezTo>
                  <a:cubicBezTo>
                    <a:pt x="1" y="66"/>
                    <a:pt x="3" y="66"/>
                    <a:pt x="4" y="67"/>
                  </a:cubicBezTo>
                  <a:cubicBezTo>
                    <a:pt x="4" y="67"/>
                    <a:pt x="4" y="66"/>
                    <a:pt x="5" y="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9" name="Freeform 1030">
              <a:extLst>
                <a:ext uri="{FF2B5EF4-FFF2-40B4-BE49-F238E27FC236}">
                  <a16:creationId xmlns:a16="http://schemas.microsoft.com/office/drawing/2014/main" id="{247DFB7B-8593-0AE3-2B05-0581C94F4C01}"/>
                </a:ext>
              </a:extLst>
            </p:cNvPr>
            <p:cNvSpPr>
              <a:spLocks/>
            </p:cNvSpPr>
            <p:nvPr/>
          </p:nvSpPr>
          <p:spPr bwMode="auto">
            <a:xfrm>
              <a:off x="917" y="4183"/>
              <a:ext cx="33" cy="44"/>
            </a:xfrm>
            <a:custGeom>
              <a:avLst/>
              <a:gdLst>
                <a:gd name="T0" fmla="*/ 45 w 49"/>
                <a:gd name="T1" fmla="*/ 2 h 67"/>
                <a:gd name="T2" fmla="*/ 0 w 49"/>
                <a:gd name="T3" fmla="*/ 47 h 67"/>
                <a:gd name="T4" fmla="*/ 49 w 49"/>
                <a:gd name="T5" fmla="*/ 67 h 67"/>
                <a:gd name="T6" fmla="*/ 49 w 49"/>
                <a:gd name="T7" fmla="*/ 4 h 67"/>
                <a:gd name="T8" fmla="*/ 49 w 49"/>
                <a:gd name="T9" fmla="*/ 2 h 67"/>
                <a:gd name="T10" fmla="*/ 46 w 49"/>
                <a:gd name="T11" fmla="*/ 0 h 67"/>
                <a:gd name="T12" fmla="*/ 45 w 49"/>
                <a:gd name="T13" fmla="*/ 2 h 67"/>
              </a:gdLst>
              <a:ahLst/>
              <a:cxnLst>
                <a:cxn ang="0">
                  <a:pos x="T0" y="T1"/>
                </a:cxn>
                <a:cxn ang="0">
                  <a:pos x="T2" y="T3"/>
                </a:cxn>
                <a:cxn ang="0">
                  <a:pos x="T4" y="T5"/>
                </a:cxn>
                <a:cxn ang="0">
                  <a:pos x="T6" y="T7"/>
                </a:cxn>
                <a:cxn ang="0">
                  <a:pos x="T8" y="T9"/>
                </a:cxn>
                <a:cxn ang="0">
                  <a:pos x="T10" y="T11"/>
                </a:cxn>
                <a:cxn ang="0">
                  <a:pos x="T12" y="T13"/>
                </a:cxn>
              </a:cxnLst>
              <a:rect l="0" t="0" r="r" b="b"/>
              <a:pathLst>
                <a:path w="49" h="67">
                  <a:moveTo>
                    <a:pt x="45" y="2"/>
                  </a:moveTo>
                  <a:cubicBezTo>
                    <a:pt x="0" y="47"/>
                    <a:pt x="0" y="47"/>
                    <a:pt x="0" y="47"/>
                  </a:cubicBezTo>
                  <a:cubicBezTo>
                    <a:pt x="14" y="58"/>
                    <a:pt x="31" y="65"/>
                    <a:pt x="49" y="67"/>
                  </a:cubicBezTo>
                  <a:cubicBezTo>
                    <a:pt x="49" y="4"/>
                    <a:pt x="49" y="4"/>
                    <a:pt x="49" y="4"/>
                  </a:cubicBezTo>
                  <a:cubicBezTo>
                    <a:pt x="49" y="3"/>
                    <a:pt x="49" y="2"/>
                    <a:pt x="49" y="2"/>
                  </a:cubicBezTo>
                  <a:cubicBezTo>
                    <a:pt x="48" y="1"/>
                    <a:pt x="47" y="1"/>
                    <a:pt x="46" y="0"/>
                  </a:cubicBezTo>
                  <a:cubicBezTo>
                    <a:pt x="45" y="1"/>
                    <a:pt x="45" y="1"/>
                    <a:pt x="45" y="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0" name="Freeform 1031">
              <a:extLst>
                <a:ext uri="{FF2B5EF4-FFF2-40B4-BE49-F238E27FC236}">
                  <a16:creationId xmlns:a16="http://schemas.microsoft.com/office/drawing/2014/main" id="{A03B7D0C-627C-7552-D896-95D2C6323732}"/>
                </a:ext>
              </a:extLst>
            </p:cNvPr>
            <p:cNvSpPr>
              <a:spLocks/>
            </p:cNvSpPr>
            <p:nvPr/>
          </p:nvSpPr>
          <p:spPr bwMode="auto">
            <a:xfrm>
              <a:off x="976" y="4171"/>
              <a:ext cx="44" cy="33"/>
            </a:xfrm>
            <a:custGeom>
              <a:avLst/>
              <a:gdLst>
                <a:gd name="T0" fmla="*/ 2 w 67"/>
                <a:gd name="T1" fmla="*/ 0 h 50"/>
                <a:gd name="T2" fmla="*/ 0 w 67"/>
                <a:gd name="T3" fmla="*/ 4 h 50"/>
                <a:gd name="T4" fmla="*/ 2 w 67"/>
                <a:gd name="T5" fmla="*/ 5 h 50"/>
                <a:gd name="T6" fmla="*/ 47 w 67"/>
                <a:gd name="T7" fmla="*/ 50 h 50"/>
                <a:gd name="T8" fmla="*/ 67 w 67"/>
                <a:gd name="T9" fmla="*/ 0 h 50"/>
                <a:gd name="T10" fmla="*/ 4 w 67"/>
                <a:gd name="T11" fmla="*/ 0 h 50"/>
                <a:gd name="T12" fmla="*/ 2 w 67"/>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67" h="50">
                  <a:moveTo>
                    <a:pt x="2" y="0"/>
                  </a:moveTo>
                  <a:cubicBezTo>
                    <a:pt x="1" y="1"/>
                    <a:pt x="1" y="2"/>
                    <a:pt x="0" y="4"/>
                  </a:cubicBezTo>
                  <a:cubicBezTo>
                    <a:pt x="1" y="4"/>
                    <a:pt x="1" y="4"/>
                    <a:pt x="2" y="5"/>
                  </a:cubicBezTo>
                  <a:cubicBezTo>
                    <a:pt x="47" y="50"/>
                    <a:pt x="47" y="50"/>
                    <a:pt x="47" y="50"/>
                  </a:cubicBezTo>
                  <a:cubicBezTo>
                    <a:pt x="58" y="36"/>
                    <a:pt x="65" y="19"/>
                    <a:pt x="67" y="0"/>
                  </a:cubicBezTo>
                  <a:cubicBezTo>
                    <a:pt x="4" y="0"/>
                    <a:pt x="4" y="0"/>
                    <a:pt x="4" y="0"/>
                  </a:cubicBezTo>
                  <a:cubicBezTo>
                    <a:pt x="3" y="0"/>
                    <a:pt x="2" y="0"/>
                    <a:pt x="2"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1" name="Oval 1032">
              <a:extLst>
                <a:ext uri="{FF2B5EF4-FFF2-40B4-BE49-F238E27FC236}">
                  <a16:creationId xmlns:a16="http://schemas.microsoft.com/office/drawing/2014/main" id="{1388C4FD-0ECB-5059-4F48-9FD91870E9F0}"/>
                </a:ext>
              </a:extLst>
            </p:cNvPr>
            <p:cNvSpPr>
              <a:spLocks noChangeArrowheads="1"/>
            </p:cNvSpPr>
            <p:nvPr/>
          </p:nvSpPr>
          <p:spPr bwMode="auto">
            <a:xfrm>
              <a:off x="950" y="4157"/>
              <a:ext cx="14" cy="14"/>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3" name="Freeform 1033">
              <a:extLst>
                <a:ext uri="{FF2B5EF4-FFF2-40B4-BE49-F238E27FC236}">
                  <a16:creationId xmlns:a16="http://schemas.microsoft.com/office/drawing/2014/main" id="{D6D0B713-71E8-D9CB-DAC9-C916D59B1778}"/>
                </a:ext>
              </a:extLst>
            </p:cNvPr>
            <p:cNvSpPr>
              <a:spLocks noEditPoints="1"/>
            </p:cNvSpPr>
            <p:nvPr/>
          </p:nvSpPr>
          <p:spPr bwMode="auto">
            <a:xfrm>
              <a:off x="787" y="3994"/>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372 w 512"/>
                <a:gd name="T13" fmla="*/ 266 h 512"/>
                <a:gd name="T14" fmla="*/ 346 w 512"/>
                <a:gd name="T15" fmla="*/ 331 h 512"/>
                <a:gd name="T16" fmla="*/ 370 w 512"/>
                <a:gd name="T17" fmla="*/ 355 h 512"/>
                <a:gd name="T18" fmla="*/ 370 w 512"/>
                <a:gd name="T19" fmla="*/ 370 h 512"/>
                <a:gd name="T20" fmla="*/ 362 w 512"/>
                <a:gd name="T21" fmla="*/ 373 h 512"/>
                <a:gd name="T22" fmla="*/ 355 w 512"/>
                <a:gd name="T23" fmla="*/ 370 h 512"/>
                <a:gd name="T24" fmla="*/ 331 w 512"/>
                <a:gd name="T25" fmla="*/ 346 h 512"/>
                <a:gd name="T26" fmla="*/ 266 w 512"/>
                <a:gd name="T27" fmla="*/ 372 h 512"/>
                <a:gd name="T28" fmla="*/ 266 w 512"/>
                <a:gd name="T29" fmla="*/ 405 h 512"/>
                <a:gd name="T30" fmla="*/ 256 w 512"/>
                <a:gd name="T31" fmla="*/ 416 h 512"/>
                <a:gd name="T32" fmla="*/ 245 w 512"/>
                <a:gd name="T33" fmla="*/ 405 h 512"/>
                <a:gd name="T34" fmla="*/ 245 w 512"/>
                <a:gd name="T35" fmla="*/ 372 h 512"/>
                <a:gd name="T36" fmla="*/ 181 w 512"/>
                <a:gd name="T37" fmla="*/ 346 h 512"/>
                <a:gd name="T38" fmla="*/ 157 w 512"/>
                <a:gd name="T39" fmla="*/ 370 h 512"/>
                <a:gd name="T40" fmla="*/ 149 w 512"/>
                <a:gd name="T41" fmla="*/ 373 h 512"/>
                <a:gd name="T42" fmla="*/ 141 w 512"/>
                <a:gd name="T43" fmla="*/ 370 h 512"/>
                <a:gd name="T44" fmla="*/ 141 w 512"/>
                <a:gd name="T45" fmla="*/ 355 h 512"/>
                <a:gd name="T46" fmla="*/ 166 w 512"/>
                <a:gd name="T47" fmla="*/ 331 h 512"/>
                <a:gd name="T48" fmla="*/ 139 w 512"/>
                <a:gd name="T49" fmla="*/ 266 h 512"/>
                <a:gd name="T50" fmla="*/ 106 w 512"/>
                <a:gd name="T51" fmla="*/ 266 h 512"/>
                <a:gd name="T52" fmla="*/ 96 w 512"/>
                <a:gd name="T53" fmla="*/ 256 h 512"/>
                <a:gd name="T54" fmla="*/ 106 w 512"/>
                <a:gd name="T55" fmla="*/ 245 h 512"/>
                <a:gd name="T56" fmla="*/ 139 w 512"/>
                <a:gd name="T57" fmla="*/ 245 h 512"/>
                <a:gd name="T58" fmla="*/ 166 w 512"/>
                <a:gd name="T59" fmla="*/ 181 h 512"/>
                <a:gd name="T60" fmla="*/ 141 w 512"/>
                <a:gd name="T61" fmla="*/ 157 h 512"/>
                <a:gd name="T62" fmla="*/ 141 w 512"/>
                <a:gd name="T63" fmla="*/ 141 h 512"/>
                <a:gd name="T64" fmla="*/ 157 w 512"/>
                <a:gd name="T65" fmla="*/ 141 h 512"/>
                <a:gd name="T66" fmla="*/ 181 w 512"/>
                <a:gd name="T67" fmla="*/ 166 h 512"/>
                <a:gd name="T68" fmla="*/ 245 w 512"/>
                <a:gd name="T69" fmla="*/ 139 h 512"/>
                <a:gd name="T70" fmla="*/ 245 w 512"/>
                <a:gd name="T71" fmla="*/ 106 h 512"/>
                <a:gd name="T72" fmla="*/ 256 w 512"/>
                <a:gd name="T73" fmla="*/ 96 h 512"/>
                <a:gd name="T74" fmla="*/ 266 w 512"/>
                <a:gd name="T75" fmla="*/ 106 h 512"/>
                <a:gd name="T76" fmla="*/ 266 w 512"/>
                <a:gd name="T77" fmla="*/ 139 h 512"/>
                <a:gd name="T78" fmla="*/ 331 w 512"/>
                <a:gd name="T79" fmla="*/ 166 h 512"/>
                <a:gd name="T80" fmla="*/ 355 w 512"/>
                <a:gd name="T81" fmla="*/ 141 h 512"/>
                <a:gd name="T82" fmla="*/ 370 w 512"/>
                <a:gd name="T83" fmla="*/ 141 h 512"/>
                <a:gd name="T84" fmla="*/ 370 w 512"/>
                <a:gd name="T85" fmla="*/ 157 h 512"/>
                <a:gd name="T86" fmla="*/ 346 w 512"/>
                <a:gd name="T87" fmla="*/ 181 h 512"/>
                <a:gd name="T88" fmla="*/ 372 w 512"/>
                <a:gd name="T89" fmla="*/ 245 h 512"/>
                <a:gd name="T90" fmla="*/ 405 w 512"/>
                <a:gd name="T91" fmla="*/ 245 h 512"/>
                <a:gd name="T92" fmla="*/ 416 w 512"/>
                <a:gd name="T93" fmla="*/ 256 h 512"/>
                <a:gd name="T94" fmla="*/ 405 w 512"/>
                <a:gd name="T95"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372" y="266"/>
                    <a:pt x="372" y="266"/>
                    <a:pt x="372" y="266"/>
                  </a:cubicBezTo>
                  <a:cubicBezTo>
                    <a:pt x="370" y="291"/>
                    <a:pt x="361" y="313"/>
                    <a:pt x="346" y="331"/>
                  </a:cubicBezTo>
                  <a:cubicBezTo>
                    <a:pt x="370" y="355"/>
                    <a:pt x="370" y="355"/>
                    <a:pt x="370" y="355"/>
                  </a:cubicBezTo>
                  <a:cubicBezTo>
                    <a:pt x="374" y="359"/>
                    <a:pt x="374" y="366"/>
                    <a:pt x="370" y="370"/>
                  </a:cubicBezTo>
                  <a:cubicBezTo>
                    <a:pt x="368" y="372"/>
                    <a:pt x="365" y="373"/>
                    <a:pt x="362" y="373"/>
                  </a:cubicBezTo>
                  <a:cubicBezTo>
                    <a:pt x="360" y="373"/>
                    <a:pt x="357" y="372"/>
                    <a:pt x="355" y="370"/>
                  </a:cubicBezTo>
                  <a:cubicBezTo>
                    <a:pt x="331" y="346"/>
                    <a:pt x="331" y="346"/>
                    <a:pt x="331" y="346"/>
                  </a:cubicBezTo>
                  <a:cubicBezTo>
                    <a:pt x="313" y="361"/>
                    <a:pt x="291" y="370"/>
                    <a:pt x="266" y="372"/>
                  </a:cubicBezTo>
                  <a:cubicBezTo>
                    <a:pt x="266" y="405"/>
                    <a:pt x="266" y="405"/>
                    <a:pt x="266" y="405"/>
                  </a:cubicBezTo>
                  <a:cubicBezTo>
                    <a:pt x="266" y="411"/>
                    <a:pt x="262" y="416"/>
                    <a:pt x="256" y="416"/>
                  </a:cubicBezTo>
                  <a:cubicBezTo>
                    <a:pt x="250" y="416"/>
                    <a:pt x="245" y="411"/>
                    <a:pt x="245" y="405"/>
                  </a:cubicBezTo>
                  <a:cubicBezTo>
                    <a:pt x="245" y="372"/>
                    <a:pt x="245" y="372"/>
                    <a:pt x="245" y="372"/>
                  </a:cubicBezTo>
                  <a:cubicBezTo>
                    <a:pt x="221" y="370"/>
                    <a:pt x="198" y="361"/>
                    <a:pt x="181" y="346"/>
                  </a:cubicBezTo>
                  <a:cubicBezTo>
                    <a:pt x="157" y="370"/>
                    <a:pt x="157" y="370"/>
                    <a:pt x="157" y="370"/>
                  </a:cubicBezTo>
                  <a:cubicBezTo>
                    <a:pt x="154" y="372"/>
                    <a:pt x="152" y="373"/>
                    <a:pt x="149" y="373"/>
                  </a:cubicBezTo>
                  <a:cubicBezTo>
                    <a:pt x="146" y="373"/>
                    <a:pt x="144" y="372"/>
                    <a:pt x="141" y="370"/>
                  </a:cubicBezTo>
                  <a:cubicBezTo>
                    <a:pt x="137" y="366"/>
                    <a:pt x="137" y="359"/>
                    <a:pt x="141" y="355"/>
                  </a:cubicBezTo>
                  <a:cubicBezTo>
                    <a:pt x="166" y="331"/>
                    <a:pt x="166" y="331"/>
                    <a:pt x="166" y="331"/>
                  </a:cubicBezTo>
                  <a:cubicBezTo>
                    <a:pt x="151" y="313"/>
                    <a:pt x="141" y="291"/>
                    <a:pt x="139" y="266"/>
                  </a:cubicBezTo>
                  <a:cubicBezTo>
                    <a:pt x="106" y="266"/>
                    <a:pt x="106" y="266"/>
                    <a:pt x="106" y="266"/>
                  </a:cubicBezTo>
                  <a:cubicBezTo>
                    <a:pt x="100" y="266"/>
                    <a:pt x="96" y="262"/>
                    <a:pt x="96" y="256"/>
                  </a:cubicBezTo>
                  <a:cubicBezTo>
                    <a:pt x="96" y="250"/>
                    <a:pt x="100" y="245"/>
                    <a:pt x="106" y="245"/>
                  </a:cubicBezTo>
                  <a:cubicBezTo>
                    <a:pt x="139" y="245"/>
                    <a:pt x="139" y="245"/>
                    <a:pt x="139" y="245"/>
                  </a:cubicBezTo>
                  <a:cubicBezTo>
                    <a:pt x="141" y="221"/>
                    <a:pt x="151" y="198"/>
                    <a:pt x="166" y="181"/>
                  </a:cubicBezTo>
                  <a:cubicBezTo>
                    <a:pt x="141" y="157"/>
                    <a:pt x="141" y="157"/>
                    <a:pt x="141" y="157"/>
                  </a:cubicBezTo>
                  <a:cubicBezTo>
                    <a:pt x="137" y="152"/>
                    <a:pt x="137" y="146"/>
                    <a:pt x="141" y="141"/>
                  </a:cubicBezTo>
                  <a:cubicBezTo>
                    <a:pt x="146" y="137"/>
                    <a:pt x="152" y="137"/>
                    <a:pt x="157" y="141"/>
                  </a:cubicBezTo>
                  <a:cubicBezTo>
                    <a:pt x="181" y="166"/>
                    <a:pt x="181" y="166"/>
                    <a:pt x="181" y="166"/>
                  </a:cubicBezTo>
                  <a:cubicBezTo>
                    <a:pt x="198" y="151"/>
                    <a:pt x="221" y="141"/>
                    <a:pt x="245" y="139"/>
                  </a:cubicBezTo>
                  <a:cubicBezTo>
                    <a:pt x="245" y="106"/>
                    <a:pt x="245" y="106"/>
                    <a:pt x="245" y="106"/>
                  </a:cubicBezTo>
                  <a:cubicBezTo>
                    <a:pt x="245" y="100"/>
                    <a:pt x="250" y="96"/>
                    <a:pt x="256" y="96"/>
                  </a:cubicBezTo>
                  <a:cubicBezTo>
                    <a:pt x="262" y="96"/>
                    <a:pt x="266" y="100"/>
                    <a:pt x="266" y="106"/>
                  </a:cubicBezTo>
                  <a:cubicBezTo>
                    <a:pt x="266" y="139"/>
                    <a:pt x="266" y="139"/>
                    <a:pt x="266" y="139"/>
                  </a:cubicBezTo>
                  <a:cubicBezTo>
                    <a:pt x="291" y="141"/>
                    <a:pt x="313" y="151"/>
                    <a:pt x="331" y="166"/>
                  </a:cubicBezTo>
                  <a:cubicBezTo>
                    <a:pt x="355" y="141"/>
                    <a:pt x="355" y="141"/>
                    <a:pt x="355" y="141"/>
                  </a:cubicBezTo>
                  <a:cubicBezTo>
                    <a:pt x="359" y="137"/>
                    <a:pt x="366" y="137"/>
                    <a:pt x="370" y="141"/>
                  </a:cubicBezTo>
                  <a:cubicBezTo>
                    <a:pt x="374" y="146"/>
                    <a:pt x="374" y="152"/>
                    <a:pt x="370" y="157"/>
                  </a:cubicBezTo>
                  <a:cubicBezTo>
                    <a:pt x="346" y="181"/>
                    <a:pt x="346" y="181"/>
                    <a:pt x="346" y="181"/>
                  </a:cubicBezTo>
                  <a:cubicBezTo>
                    <a:pt x="361" y="198"/>
                    <a:pt x="370" y="221"/>
                    <a:pt x="372"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6" name="Freeform 1034">
              <a:extLst>
                <a:ext uri="{FF2B5EF4-FFF2-40B4-BE49-F238E27FC236}">
                  <a16:creationId xmlns:a16="http://schemas.microsoft.com/office/drawing/2014/main" id="{F9ADD8EF-E7ED-641D-89C6-D6D48C7EE357}"/>
                </a:ext>
              </a:extLst>
            </p:cNvPr>
            <p:cNvSpPr>
              <a:spLocks/>
            </p:cNvSpPr>
            <p:nvPr/>
          </p:nvSpPr>
          <p:spPr bwMode="auto">
            <a:xfrm>
              <a:off x="976" y="4124"/>
              <a:ext cx="44" cy="33"/>
            </a:xfrm>
            <a:custGeom>
              <a:avLst/>
              <a:gdLst>
                <a:gd name="T0" fmla="*/ 2 w 67"/>
                <a:gd name="T1" fmla="*/ 45 h 49"/>
                <a:gd name="T2" fmla="*/ 0 w 67"/>
                <a:gd name="T3" fmla="*/ 46 h 49"/>
                <a:gd name="T4" fmla="*/ 2 w 67"/>
                <a:gd name="T5" fmla="*/ 49 h 49"/>
                <a:gd name="T6" fmla="*/ 4 w 67"/>
                <a:gd name="T7" fmla="*/ 49 h 49"/>
                <a:gd name="T8" fmla="*/ 67 w 67"/>
                <a:gd name="T9" fmla="*/ 49 h 49"/>
                <a:gd name="T10" fmla="*/ 47 w 67"/>
                <a:gd name="T11" fmla="*/ 0 h 49"/>
                <a:gd name="T12" fmla="*/ 2 w 67"/>
                <a:gd name="T13" fmla="*/ 45 h 49"/>
              </a:gdLst>
              <a:ahLst/>
              <a:cxnLst>
                <a:cxn ang="0">
                  <a:pos x="T0" y="T1"/>
                </a:cxn>
                <a:cxn ang="0">
                  <a:pos x="T2" y="T3"/>
                </a:cxn>
                <a:cxn ang="0">
                  <a:pos x="T4" y="T5"/>
                </a:cxn>
                <a:cxn ang="0">
                  <a:pos x="T6" y="T7"/>
                </a:cxn>
                <a:cxn ang="0">
                  <a:pos x="T8" y="T9"/>
                </a:cxn>
                <a:cxn ang="0">
                  <a:pos x="T10" y="T11"/>
                </a:cxn>
                <a:cxn ang="0">
                  <a:pos x="T12" y="T13"/>
                </a:cxn>
              </a:cxnLst>
              <a:rect l="0" t="0" r="r" b="b"/>
              <a:pathLst>
                <a:path w="67" h="49">
                  <a:moveTo>
                    <a:pt x="2" y="45"/>
                  </a:moveTo>
                  <a:cubicBezTo>
                    <a:pt x="1" y="45"/>
                    <a:pt x="1" y="45"/>
                    <a:pt x="0" y="46"/>
                  </a:cubicBezTo>
                  <a:cubicBezTo>
                    <a:pt x="1" y="47"/>
                    <a:pt x="1" y="48"/>
                    <a:pt x="2" y="49"/>
                  </a:cubicBezTo>
                  <a:cubicBezTo>
                    <a:pt x="2" y="49"/>
                    <a:pt x="3" y="49"/>
                    <a:pt x="4" y="49"/>
                  </a:cubicBezTo>
                  <a:cubicBezTo>
                    <a:pt x="67" y="49"/>
                    <a:pt x="67" y="49"/>
                    <a:pt x="67" y="49"/>
                  </a:cubicBezTo>
                  <a:cubicBezTo>
                    <a:pt x="65" y="31"/>
                    <a:pt x="58" y="14"/>
                    <a:pt x="47" y="0"/>
                  </a:cubicBezTo>
                  <a:lnTo>
                    <a:pt x="2" y="4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7" name="Freeform 1035">
              <a:extLst>
                <a:ext uri="{FF2B5EF4-FFF2-40B4-BE49-F238E27FC236}">
                  <a16:creationId xmlns:a16="http://schemas.microsoft.com/office/drawing/2014/main" id="{200EC92E-F039-D74C-2980-9BEB55BAF7C6}"/>
                </a:ext>
              </a:extLst>
            </p:cNvPr>
            <p:cNvSpPr>
              <a:spLocks/>
            </p:cNvSpPr>
            <p:nvPr/>
          </p:nvSpPr>
          <p:spPr bwMode="auto">
            <a:xfrm>
              <a:off x="964" y="4183"/>
              <a:ext cx="33" cy="44"/>
            </a:xfrm>
            <a:custGeom>
              <a:avLst/>
              <a:gdLst>
                <a:gd name="T0" fmla="*/ 4 w 50"/>
                <a:gd name="T1" fmla="*/ 0 h 67"/>
                <a:gd name="T2" fmla="*/ 0 w 50"/>
                <a:gd name="T3" fmla="*/ 2 h 67"/>
                <a:gd name="T4" fmla="*/ 0 w 50"/>
                <a:gd name="T5" fmla="*/ 4 h 67"/>
                <a:gd name="T6" fmla="*/ 0 w 50"/>
                <a:gd name="T7" fmla="*/ 67 h 67"/>
                <a:gd name="T8" fmla="*/ 50 w 50"/>
                <a:gd name="T9" fmla="*/ 47 h 67"/>
                <a:gd name="T10" fmla="*/ 5 w 50"/>
                <a:gd name="T11" fmla="*/ 2 h 67"/>
                <a:gd name="T12" fmla="*/ 4 w 50"/>
                <a:gd name="T13" fmla="*/ 0 h 67"/>
              </a:gdLst>
              <a:ahLst/>
              <a:cxnLst>
                <a:cxn ang="0">
                  <a:pos x="T0" y="T1"/>
                </a:cxn>
                <a:cxn ang="0">
                  <a:pos x="T2" y="T3"/>
                </a:cxn>
                <a:cxn ang="0">
                  <a:pos x="T4" y="T5"/>
                </a:cxn>
                <a:cxn ang="0">
                  <a:pos x="T6" y="T7"/>
                </a:cxn>
                <a:cxn ang="0">
                  <a:pos x="T8" y="T9"/>
                </a:cxn>
                <a:cxn ang="0">
                  <a:pos x="T10" y="T11"/>
                </a:cxn>
                <a:cxn ang="0">
                  <a:pos x="T12" y="T13"/>
                </a:cxn>
              </a:cxnLst>
              <a:rect l="0" t="0" r="r" b="b"/>
              <a:pathLst>
                <a:path w="50" h="67">
                  <a:moveTo>
                    <a:pt x="4" y="0"/>
                  </a:moveTo>
                  <a:cubicBezTo>
                    <a:pt x="3" y="1"/>
                    <a:pt x="1" y="1"/>
                    <a:pt x="0" y="2"/>
                  </a:cubicBezTo>
                  <a:cubicBezTo>
                    <a:pt x="0" y="2"/>
                    <a:pt x="0" y="3"/>
                    <a:pt x="0" y="4"/>
                  </a:cubicBezTo>
                  <a:cubicBezTo>
                    <a:pt x="0" y="67"/>
                    <a:pt x="0" y="67"/>
                    <a:pt x="0" y="67"/>
                  </a:cubicBezTo>
                  <a:cubicBezTo>
                    <a:pt x="19" y="65"/>
                    <a:pt x="36" y="58"/>
                    <a:pt x="50" y="47"/>
                  </a:cubicBezTo>
                  <a:cubicBezTo>
                    <a:pt x="5" y="2"/>
                    <a:pt x="5" y="2"/>
                    <a:pt x="5" y="2"/>
                  </a:cubicBezTo>
                  <a:cubicBezTo>
                    <a:pt x="4" y="1"/>
                    <a:pt x="4" y="1"/>
                    <a:pt x="4"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 name="Rectangle 24">
            <a:hlinkClick r:id="rId7" action="ppaction://hlinksldjump"/>
            <a:extLst>
              <a:ext uri="{FF2B5EF4-FFF2-40B4-BE49-F238E27FC236}">
                <a16:creationId xmlns:a16="http://schemas.microsoft.com/office/drawing/2014/main" id="{DF76DDED-C37E-FE67-5D30-9925FED6CF45}"/>
              </a:ext>
            </a:extLst>
          </p:cNvPr>
          <p:cNvSpPr/>
          <p:nvPr/>
        </p:nvSpPr>
        <p:spPr bwMode="gray">
          <a:xfrm>
            <a:off x="1115786" y="-6512"/>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Calibri"/>
                <a:ea typeface="+mn-ea"/>
                <a:cs typeface="+mn-cs"/>
              </a:rPr>
              <a:t>Project Execution Work Plan </a:t>
            </a:r>
          </a:p>
        </p:txBody>
      </p:sp>
      <p:sp>
        <p:nvSpPr>
          <p:cNvPr id="4" name="Freeform 15">
            <a:extLst>
              <a:ext uri="{FF2B5EF4-FFF2-40B4-BE49-F238E27FC236}">
                <a16:creationId xmlns:a16="http://schemas.microsoft.com/office/drawing/2014/main" id="{5F353069-87D3-01A7-5B19-044DCF700E7C}"/>
              </a:ext>
            </a:extLst>
          </p:cNvPr>
          <p:cNvSpPr>
            <a:spLocks/>
          </p:cNvSpPr>
          <p:nvPr/>
        </p:nvSpPr>
        <p:spPr bwMode="gray">
          <a:xfrm>
            <a:off x="640908"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Calibri"/>
                <a:ea typeface="+mn-ea"/>
                <a:cs typeface="+mn-cs"/>
              </a:rPr>
              <a:t>2</a:t>
            </a:r>
          </a:p>
        </p:txBody>
      </p:sp>
      <p:sp>
        <p:nvSpPr>
          <p:cNvPr id="7" name="Freeform 16">
            <a:extLst>
              <a:ext uri="{FF2B5EF4-FFF2-40B4-BE49-F238E27FC236}">
                <a16:creationId xmlns:a16="http://schemas.microsoft.com/office/drawing/2014/main" id="{AEE06C6F-456F-F6A9-EB83-FC268B42C3B0}"/>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Calibri"/>
                <a:ea typeface="+mn-ea"/>
                <a:cs typeface="+mn-cs"/>
              </a:rPr>
              <a:t>1</a:t>
            </a:r>
          </a:p>
        </p:txBody>
      </p:sp>
      <p:sp>
        <p:nvSpPr>
          <p:cNvPr id="8" name="Freeform 6">
            <a:extLst>
              <a:ext uri="{FF2B5EF4-FFF2-40B4-BE49-F238E27FC236}">
                <a16:creationId xmlns:a16="http://schemas.microsoft.com/office/drawing/2014/main" id="{F74D03B6-8087-ABCE-A398-76BC951BE889}"/>
              </a:ext>
            </a:extLst>
          </p:cNvPr>
          <p:cNvSpPr>
            <a:spLocks/>
          </p:cNvSpPr>
          <p:nvPr/>
        </p:nvSpPr>
        <p:spPr bwMode="gray">
          <a:xfrm>
            <a:off x="878347" y="0"/>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Calibri"/>
                <a:ea typeface="+mn-ea"/>
                <a:cs typeface="+mn-cs"/>
              </a:rPr>
              <a:t>3</a:t>
            </a:r>
          </a:p>
        </p:txBody>
      </p:sp>
      <p:sp>
        <p:nvSpPr>
          <p:cNvPr id="10" name="Arrow: Right 9">
            <a:extLst>
              <a:ext uri="{FF2B5EF4-FFF2-40B4-BE49-F238E27FC236}">
                <a16:creationId xmlns:a16="http://schemas.microsoft.com/office/drawing/2014/main" id="{8B89EB88-834F-D68D-E1CC-1A9C8811DAC0}"/>
              </a:ext>
            </a:extLst>
          </p:cNvPr>
          <p:cNvSpPr/>
          <p:nvPr/>
        </p:nvSpPr>
        <p:spPr bwMode="gray">
          <a:xfrm>
            <a:off x="738038" y="5748529"/>
            <a:ext cx="11033752" cy="457200"/>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i="1">
                <a:solidFill>
                  <a:schemeClr val="bg1"/>
                </a:solidFill>
              </a:rPr>
              <a:t>Refining the strategic roadmap for DVC in the initial phase of engagement (14 weeks)</a:t>
            </a:r>
            <a:endParaRPr lang="en-US" sz="1600" i="1">
              <a:solidFill>
                <a:schemeClr val="bg1"/>
              </a:solidFill>
            </a:endParaRPr>
          </a:p>
        </p:txBody>
      </p:sp>
      <p:pic>
        <p:nvPicPr>
          <p:cNvPr id="11" name="Picture 10">
            <a:hlinkClick r:id="rId8" action="ppaction://hlinksldjump"/>
            <a:extLst>
              <a:ext uri="{FF2B5EF4-FFF2-40B4-BE49-F238E27FC236}">
                <a16:creationId xmlns:a16="http://schemas.microsoft.com/office/drawing/2014/main" id="{84EF9312-BB0F-D203-AAA9-81AD7C25A961}"/>
              </a:ext>
            </a:extLst>
          </p:cNvPr>
          <p:cNvPicPr>
            <a:picLocks noChangeAspect="1"/>
          </p:cNvPicPr>
          <p:nvPr/>
        </p:nvPicPr>
        <p:blipFill>
          <a:blip r:embed="rId9"/>
          <a:stretch>
            <a:fillRect/>
          </a:stretch>
        </p:blipFill>
        <p:spPr>
          <a:xfrm>
            <a:off x="11726283" y="113485"/>
            <a:ext cx="359695" cy="365792"/>
          </a:xfrm>
          <a:prstGeom prst="rect">
            <a:avLst/>
          </a:prstGeom>
        </p:spPr>
      </p:pic>
    </p:spTree>
    <p:extLst>
      <p:ext uri="{BB962C8B-B14F-4D97-AF65-F5344CB8AC3E}">
        <p14:creationId xmlns:p14="http://schemas.microsoft.com/office/powerpoint/2010/main" val="346680777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1"/>
            </p:custDataLst>
            <p:extLst>
              <p:ext uri="{D42A27DB-BD31-4B8C-83A1-F6EECF244321}">
                <p14:modId xmlns:p14="http://schemas.microsoft.com/office/powerpoint/2010/main" val="202138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8" name="Text Placeholder 1">
            <a:extLst>
              <a:ext uri="{FF2B5EF4-FFF2-40B4-BE49-F238E27FC236}">
                <a16:creationId xmlns:a16="http://schemas.microsoft.com/office/drawing/2014/main" id="{BDB7891E-98EC-4EB9-92A0-D552D8313D05}"/>
              </a:ext>
            </a:extLst>
          </p:cNvPr>
          <p:cNvSpPr>
            <a:spLocks noGrp="1"/>
          </p:cNvSpPr>
          <p:nvPr>
            <p:ph type="body" sz="quarter" idx="13"/>
          </p:nvPr>
        </p:nvSpPr>
        <p:spPr>
          <a:xfrm>
            <a:off x="501650" y="651601"/>
            <a:ext cx="11188700" cy="198202"/>
          </a:xfrm>
        </p:spPr>
        <p:txBody>
          <a:bodyPr/>
          <a:lstStyle/>
          <a:p>
            <a:pPr algn="just"/>
            <a:r>
              <a:rPr lang="en-US" sz="1400">
                <a:latin typeface="Verdana" panose="020B0604030504040204" pitchFamily="34" charset="0"/>
                <a:ea typeface="Verdana" panose="020B0604030504040204" pitchFamily="34" charset="0"/>
              </a:rPr>
              <a:t>A structured approach to engaging key stakeholders across the various objectives to achieve desired results</a:t>
            </a:r>
          </a:p>
        </p:txBody>
      </p:sp>
      <p:sp>
        <p:nvSpPr>
          <p:cNvPr id="6" name="Title 5"/>
          <p:cNvSpPr>
            <a:spLocks noGrp="1"/>
          </p:cNvSpPr>
          <p:nvPr>
            <p:ph type="title"/>
          </p:nvPr>
        </p:nvSpPr>
        <p:spPr/>
        <p:txBody>
          <a:bodyPr vert="horz"/>
          <a:lstStyle/>
          <a:p>
            <a:r>
              <a:rPr lang="en-US" sz="1800" b="1">
                <a:latin typeface="Verdana" panose="020B0604030504040204" pitchFamily="34" charset="0"/>
                <a:ea typeface="Verdana" panose="020B0604030504040204" pitchFamily="34" charset="0"/>
              </a:rPr>
              <a:t>Work Plan</a:t>
            </a:r>
            <a:endParaRPr lang="en-GB" sz="1800" b="1">
              <a:latin typeface="Verdana" panose="020B0604030504040204" pitchFamily="34" charset="0"/>
              <a:ea typeface="Verdana" panose="020B0604030504040204" pitchFamily="34" charset="0"/>
            </a:endParaRPr>
          </a:p>
        </p:txBody>
      </p:sp>
      <p:cxnSp>
        <p:nvCxnSpPr>
          <p:cNvPr id="2" name="Straight Connector 1">
            <a:extLst>
              <a:ext uri="{FF2B5EF4-FFF2-40B4-BE49-F238E27FC236}">
                <a16:creationId xmlns:a16="http://schemas.microsoft.com/office/drawing/2014/main" id="{1E7FED46-E734-07B4-7BA3-10925B531736}"/>
              </a:ext>
            </a:extLst>
          </p:cNvPr>
          <p:cNvCxnSpPr/>
          <p:nvPr/>
        </p:nvCxnSpPr>
        <p:spPr>
          <a:xfrm flipV="1">
            <a:off x="514664" y="618472"/>
            <a:ext cx="11196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3" name="Content Placeholder 6">
            <a:extLst>
              <a:ext uri="{FF2B5EF4-FFF2-40B4-BE49-F238E27FC236}">
                <a16:creationId xmlns:a16="http://schemas.microsoft.com/office/drawing/2014/main" id="{1ABBBFBF-D6FC-5AD1-3865-B44B9CA72C59}"/>
              </a:ext>
            </a:extLst>
          </p:cNvPr>
          <p:cNvGraphicFramePr>
            <a:graphicFrameLocks noChangeAspect="1"/>
          </p:cNvGraphicFramePr>
          <p:nvPr>
            <p:extLst>
              <p:ext uri="{D42A27DB-BD31-4B8C-83A1-F6EECF244321}">
                <p14:modId xmlns:p14="http://schemas.microsoft.com/office/powerpoint/2010/main" val="1733007403"/>
              </p:ext>
            </p:extLst>
          </p:nvPr>
        </p:nvGraphicFramePr>
        <p:xfrm>
          <a:off x="4313683" y="1052458"/>
          <a:ext cx="7431384" cy="5519432"/>
        </p:xfrm>
        <a:graphic>
          <a:graphicData uri="http://schemas.openxmlformats.org/drawingml/2006/table">
            <a:tbl>
              <a:tblPr firstRow="1" bandRow="1"/>
              <a:tblGrid>
                <a:gridCol w="343474">
                  <a:extLst>
                    <a:ext uri="{9D8B030D-6E8A-4147-A177-3AD203B41FA5}">
                      <a16:colId xmlns:a16="http://schemas.microsoft.com/office/drawing/2014/main" val="20017"/>
                    </a:ext>
                  </a:extLst>
                </a:gridCol>
                <a:gridCol w="299441">
                  <a:extLst>
                    <a:ext uri="{9D8B030D-6E8A-4147-A177-3AD203B41FA5}">
                      <a16:colId xmlns:a16="http://schemas.microsoft.com/office/drawing/2014/main" val="20018"/>
                    </a:ext>
                  </a:extLst>
                </a:gridCol>
                <a:gridCol w="352281">
                  <a:extLst>
                    <a:ext uri="{9D8B030D-6E8A-4147-A177-3AD203B41FA5}">
                      <a16:colId xmlns:a16="http://schemas.microsoft.com/office/drawing/2014/main" val="306414760"/>
                    </a:ext>
                  </a:extLst>
                </a:gridCol>
                <a:gridCol w="413913">
                  <a:extLst>
                    <a:ext uri="{9D8B030D-6E8A-4147-A177-3AD203B41FA5}">
                      <a16:colId xmlns:a16="http://schemas.microsoft.com/office/drawing/2014/main" val="3988679100"/>
                    </a:ext>
                  </a:extLst>
                </a:gridCol>
                <a:gridCol w="401485">
                  <a:extLst>
                    <a:ext uri="{9D8B030D-6E8A-4147-A177-3AD203B41FA5}">
                      <a16:colId xmlns:a16="http://schemas.microsoft.com/office/drawing/2014/main" val="3997034742"/>
                    </a:ext>
                  </a:extLst>
                </a:gridCol>
                <a:gridCol w="401485">
                  <a:extLst>
                    <a:ext uri="{9D8B030D-6E8A-4147-A177-3AD203B41FA5}">
                      <a16:colId xmlns:a16="http://schemas.microsoft.com/office/drawing/2014/main" val="4254517747"/>
                    </a:ext>
                  </a:extLst>
                </a:gridCol>
                <a:gridCol w="401485">
                  <a:extLst>
                    <a:ext uri="{9D8B030D-6E8A-4147-A177-3AD203B41FA5}">
                      <a16:colId xmlns:a16="http://schemas.microsoft.com/office/drawing/2014/main" val="4070257197"/>
                    </a:ext>
                  </a:extLst>
                </a:gridCol>
                <a:gridCol w="401485">
                  <a:extLst>
                    <a:ext uri="{9D8B030D-6E8A-4147-A177-3AD203B41FA5}">
                      <a16:colId xmlns:a16="http://schemas.microsoft.com/office/drawing/2014/main" val="2553964472"/>
                    </a:ext>
                  </a:extLst>
                </a:gridCol>
                <a:gridCol w="401485">
                  <a:extLst>
                    <a:ext uri="{9D8B030D-6E8A-4147-A177-3AD203B41FA5}">
                      <a16:colId xmlns:a16="http://schemas.microsoft.com/office/drawing/2014/main" val="2376362424"/>
                    </a:ext>
                  </a:extLst>
                </a:gridCol>
                <a:gridCol w="401485">
                  <a:extLst>
                    <a:ext uri="{9D8B030D-6E8A-4147-A177-3AD203B41FA5}">
                      <a16:colId xmlns:a16="http://schemas.microsoft.com/office/drawing/2014/main" val="140600850"/>
                    </a:ext>
                  </a:extLst>
                </a:gridCol>
                <a:gridCol w="401485">
                  <a:extLst>
                    <a:ext uri="{9D8B030D-6E8A-4147-A177-3AD203B41FA5}">
                      <a16:colId xmlns:a16="http://schemas.microsoft.com/office/drawing/2014/main" val="3476401149"/>
                    </a:ext>
                  </a:extLst>
                </a:gridCol>
                <a:gridCol w="401485">
                  <a:extLst>
                    <a:ext uri="{9D8B030D-6E8A-4147-A177-3AD203B41FA5}">
                      <a16:colId xmlns:a16="http://schemas.microsoft.com/office/drawing/2014/main" val="2200412822"/>
                    </a:ext>
                  </a:extLst>
                </a:gridCol>
                <a:gridCol w="401485">
                  <a:extLst>
                    <a:ext uri="{9D8B030D-6E8A-4147-A177-3AD203B41FA5}">
                      <a16:colId xmlns:a16="http://schemas.microsoft.com/office/drawing/2014/main" val="1616676156"/>
                    </a:ext>
                  </a:extLst>
                </a:gridCol>
                <a:gridCol w="401485">
                  <a:extLst>
                    <a:ext uri="{9D8B030D-6E8A-4147-A177-3AD203B41FA5}">
                      <a16:colId xmlns:a16="http://schemas.microsoft.com/office/drawing/2014/main" val="234022542"/>
                    </a:ext>
                  </a:extLst>
                </a:gridCol>
                <a:gridCol w="401485">
                  <a:extLst>
                    <a:ext uri="{9D8B030D-6E8A-4147-A177-3AD203B41FA5}">
                      <a16:colId xmlns:a16="http://schemas.microsoft.com/office/drawing/2014/main" val="4025012450"/>
                    </a:ext>
                  </a:extLst>
                </a:gridCol>
                <a:gridCol w="459185">
                  <a:extLst>
                    <a:ext uri="{9D8B030D-6E8A-4147-A177-3AD203B41FA5}">
                      <a16:colId xmlns:a16="http://schemas.microsoft.com/office/drawing/2014/main" val="1052498450"/>
                    </a:ext>
                  </a:extLst>
                </a:gridCol>
                <a:gridCol w="343785">
                  <a:extLst>
                    <a:ext uri="{9D8B030D-6E8A-4147-A177-3AD203B41FA5}">
                      <a16:colId xmlns:a16="http://schemas.microsoft.com/office/drawing/2014/main" val="1061947349"/>
                    </a:ext>
                  </a:extLst>
                </a:gridCol>
                <a:gridCol w="401485">
                  <a:extLst>
                    <a:ext uri="{9D8B030D-6E8A-4147-A177-3AD203B41FA5}">
                      <a16:colId xmlns:a16="http://schemas.microsoft.com/office/drawing/2014/main" val="2603193075"/>
                    </a:ext>
                  </a:extLst>
                </a:gridCol>
                <a:gridCol w="401485">
                  <a:extLst>
                    <a:ext uri="{9D8B030D-6E8A-4147-A177-3AD203B41FA5}">
                      <a16:colId xmlns:a16="http://schemas.microsoft.com/office/drawing/2014/main" val="3917843447"/>
                    </a:ext>
                  </a:extLst>
                </a:gridCol>
              </a:tblGrid>
              <a:tr h="201947">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M1</a:t>
                      </a:r>
                    </a:p>
                  </a:txBody>
                  <a:tcPr marL="36000" marR="36000" marT="36000" marB="36000" anchor="ctr">
                    <a:lnL w="952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M2</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M4</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M6</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M8</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M10</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M12</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M14</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M16</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M18</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M20</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M22</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M24</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M26</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M28</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M30</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M32</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M34</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90570" rtl="0" eaLnBrk="1" fontAlgn="auto" latinLnBrk="0" hangingPunct="1">
                        <a:lnSpc>
                          <a:spcPct val="150000"/>
                        </a:lnSpc>
                        <a:spcBef>
                          <a:spcPts val="20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M36</a:t>
                      </a:r>
                    </a:p>
                  </a:txBody>
                  <a:tcPr marL="36000" marR="36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0000"/>
                  </a:ext>
                </a:extLst>
              </a:tr>
              <a:tr h="225964">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l" defTabSz="914400" rtl="0" eaLnBrk="1" latinLnBrk="0" hangingPunct="1"/>
                      <a:endParaRPr lang="en-GB" sz="800" kern="1200">
                        <a:solidFill>
                          <a:schemeClr val="tx1"/>
                        </a:solidFill>
                        <a:latin typeface="Verdana" panose="020B0604030504040204" pitchFamily="34" charset="0"/>
                        <a:ea typeface="Verdana" panose="020B0604030504040204" pitchFamily="34"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l" defTabSz="914400" rtl="0" eaLnBrk="1" latinLnBrk="0" hangingPunct="1"/>
                      <a:endParaRPr lang="en-GB" sz="800" kern="1200">
                        <a:solidFill>
                          <a:schemeClr val="tx1"/>
                        </a:solidFill>
                        <a:latin typeface="Verdana" panose="020B0604030504040204" pitchFamily="34" charset="0"/>
                        <a:ea typeface="Verdana" panose="020B0604030504040204" pitchFamily="34"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89832293"/>
                  </a:ext>
                </a:extLst>
              </a:tr>
              <a:tr h="225964">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4196673619"/>
                  </a:ext>
                </a:extLst>
              </a:tr>
              <a:tr h="286933">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93823159"/>
                  </a:ext>
                </a:extLst>
              </a:tr>
              <a:tr h="329140">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50507829"/>
                  </a:ext>
                </a:extLst>
              </a:tr>
              <a:tr h="235576">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1343786"/>
                  </a:ext>
                </a:extLst>
              </a:tr>
              <a:tr h="235576">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07295987"/>
                  </a:ext>
                </a:extLst>
              </a:tr>
              <a:tr h="225964">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565A"/>
                    </a:solidFill>
                  </a:tcPr>
                </a:tc>
                <a:extLst>
                  <a:ext uri="{0D108BD9-81ED-4DB2-BD59-A6C34878D82A}">
                    <a16:rowId xmlns:a16="http://schemas.microsoft.com/office/drawing/2014/main" val="4133571894"/>
                  </a:ext>
                </a:extLst>
              </a:tr>
              <a:tr h="274282">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37947117"/>
                  </a:ext>
                </a:extLst>
              </a:tr>
              <a:tr h="252339">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815561281"/>
                  </a:ext>
                </a:extLst>
              </a:tr>
              <a:tr h="252340">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DDD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142238195"/>
                  </a:ext>
                </a:extLst>
              </a:tr>
              <a:tr h="225964">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CB0"/>
                    </a:solidFill>
                  </a:tcPr>
                </a:tc>
                <a:extLst>
                  <a:ext uri="{0D108BD9-81ED-4DB2-BD59-A6C34878D82A}">
                    <a16:rowId xmlns:a16="http://schemas.microsoft.com/office/drawing/2014/main" val="578174387"/>
                  </a:ext>
                </a:extLst>
              </a:tr>
              <a:tr h="230398">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EBF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58736538"/>
                  </a:ext>
                </a:extLst>
              </a:tr>
              <a:tr h="287062">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EBF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EBF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EBF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620440678"/>
                  </a:ext>
                </a:extLst>
              </a:tr>
              <a:tr h="252340">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EBF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EBFF"/>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98626480"/>
                  </a:ext>
                </a:extLst>
              </a:tr>
              <a:tr h="225964">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431028883"/>
                  </a:ext>
                </a:extLst>
              </a:tr>
              <a:tr h="263311">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73656653"/>
                  </a:ext>
                </a:extLst>
              </a:tr>
              <a:tr h="241369">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597680044"/>
                  </a:ext>
                </a:extLst>
              </a:tr>
              <a:tr h="252340">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extLst>
                  <a:ext uri="{0D108BD9-81ED-4DB2-BD59-A6C34878D82A}">
                    <a16:rowId xmlns:a16="http://schemas.microsoft.com/office/drawing/2014/main" val="3836801391"/>
                  </a:ext>
                </a:extLst>
              </a:tr>
              <a:tr h="333865">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CBCB9"/>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571876949"/>
                  </a:ext>
                </a:extLst>
              </a:tr>
              <a:tr h="230397">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A38"/>
                    </a:solidFill>
                  </a:tcPr>
                </a:tc>
                <a:extLst>
                  <a:ext uri="{0D108BD9-81ED-4DB2-BD59-A6C34878D82A}">
                    <a16:rowId xmlns:a16="http://schemas.microsoft.com/office/drawing/2014/main" val="2395132218"/>
                  </a:ext>
                </a:extLst>
              </a:tr>
              <a:tr h="230397">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tc>
                  <a:txBody>
                    <a:bodyPr/>
                    <a:lstStyle/>
                    <a:p>
                      <a:endParaRPr lang="en-GB" sz="80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7F4D0"/>
                    </a:solidFill>
                  </a:tcPr>
                </a:tc>
                <a:extLst>
                  <a:ext uri="{0D108BD9-81ED-4DB2-BD59-A6C34878D82A}">
                    <a16:rowId xmlns:a16="http://schemas.microsoft.com/office/drawing/2014/main" val="3284169253"/>
                  </a:ext>
                </a:extLst>
              </a:tr>
            </a:tbl>
          </a:graphicData>
        </a:graphic>
      </p:graphicFrame>
      <p:sp>
        <p:nvSpPr>
          <p:cNvPr id="4" name="TextBox 3">
            <a:extLst>
              <a:ext uri="{FF2B5EF4-FFF2-40B4-BE49-F238E27FC236}">
                <a16:creationId xmlns:a16="http://schemas.microsoft.com/office/drawing/2014/main" id="{65D7B363-738A-E3D7-E60E-C78CE7A1F106}"/>
              </a:ext>
            </a:extLst>
          </p:cNvPr>
          <p:cNvSpPr txBox="1"/>
          <p:nvPr/>
        </p:nvSpPr>
        <p:spPr>
          <a:xfrm>
            <a:off x="2785997" y="6612935"/>
            <a:ext cx="4573102" cy="200055"/>
          </a:xfrm>
          <a:prstGeom prst="rect">
            <a:avLst/>
          </a:prstGeom>
          <a:noFill/>
        </p:spPr>
        <p:txBody>
          <a:bodyPr wrap="square">
            <a:spAutoFit/>
          </a:bodyPr>
          <a:lstStyle/>
          <a:p>
            <a:pPr>
              <a:defRPr/>
            </a:pPr>
            <a:r>
              <a:rPr kumimoji="0" lang="en-US" sz="7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*This TMO has linkages to other TMOs and therefore the timelines of the activities may vary</a:t>
            </a:r>
          </a:p>
        </p:txBody>
      </p:sp>
      <p:sp>
        <p:nvSpPr>
          <p:cNvPr id="15" name="Rectangle 14">
            <a:extLst>
              <a:ext uri="{FF2B5EF4-FFF2-40B4-BE49-F238E27FC236}">
                <a16:creationId xmlns:a16="http://schemas.microsoft.com/office/drawing/2014/main" id="{1BA917DD-6260-FE27-8AEB-98B183661B8E}"/>
              </a:ext>
            </a:extLst>
          </p:cNvPr>
          <p:cNvSpPr/>
          <p:nvPr/>
        </p:nvSpPr>
        <p:spPr bwMode="gray">
          <a:xfrm>
            <a:off x="597650" y="1281219"/>
            <a:ext cx="3657600" cy="21076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latin typeface="Verdana" panose="020B0604030504040204" pitchFamily="34" charset="0"/>
                <a:ea typeface="Verdana" panose="020B0604030504040204" pitchFamily="34" charset="0"/>
              </a:rPr>
              <a:t>Kick-off, Preliminary Assessment, Ideation </a:t>
            </a:r>
          </a:p>
        </p:txBody>
      </p:sp>
      <p:sp>
        <p:nvSpPr>
          <p:cNvPr id="16" name="Rectangle 15">
            <a:extLst>
              <a:ext uri="{FF2B5EF4-FFF2-40B4-BE49-F238E27FC236}">
                <a16:creationId xmlns:a16="http://schemas.microsoft.com/office/drawing/2014/main" id="{136F4BBC-C42A-146A-FBDC-0724397BA6F4}"/>
              </a:ext>
            </a:extLst>
          </p:cNvPr>
          <p:cNvSpPr/>
          <p:nvPr/>
        </p:nvSpPr>
        <p:spPr bwMode="gray">
          <a:xfrm>
            <a:off x="597650" y="1517433"/>
            <a:ext cx="3657600" cy="228600"/>
          </a:xfrm>
          <a:prstGeom prst="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pPr>
            <a:r>
              <a:rPr lang="en-US" sz="900" b="1">
                <a:latin typeface="Verdana" panose="020B0604030504040204" pitchFamily="34" charset="0"/>
                <a:ea typeface="Verdana" panose="020B0604030504040204" pitchFamily="34" charset="0"/>
              </a:rPr>
              <a:t>Resource support; PPP and monitoring </a:t>
            </a:r>
            <a:endParaRPr lang="en-US" sz="900">
              <a:latin typeface="Verdana" panose="020B0604030504040204" pitchFamily="34" charset="0"/>
              <a:ea typeface="Verdana" panose="020B0604030504040204" pitchFamily="34" charset="0"/>
            </a:endParaRPr>
          </a:p>
        </p:txBody>
      </p:sp>
      <p:sp>
        <p:nvSpPr>
          <p:cNvPr id="17" name="Rectangle 16">
            <a:extLst>
              <a:ext uri="{FF2B5EF4-FFF2-40B4-BE49-F238E27FC236}">
                <a16:creationId xmlns:a16="http://schemas.microsoft.com/office/drawing/2014/main" id="{D85F5A90-23D5-6F3C-CCEF-05674172B961}"/>
              </a:ext>
            </a:extLst>
          </p:cNvPr>
          <p:cNvSpPr/>
          <p:nvPr/>
        </p:nvSpPr>
        <p:spPr bwMode="gray">
          <a:xfrm>
            <a:off x="597650" y="1777211"/>
            <a:ext cx="3657600" cy="22860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just">
              <a:lnSpc>
                <a:spcPct val="106000"/>
              </a:lnSpc>
            </a:pPr>
            <a:r>
              <a:rPr lang="en-US" sz="800">
                <a:latin typeface="Verdana" panose="020B0604030504040204" pitchFamily="34" charset="0"/>
                <a:ea typeface="Verdana" panose="020B0604030504040204" pitchFamily="34" charset="0"/>
              </a:rPr>
              <a:t>Updated Strategic Plan</a:t>
            </a:r>
          </a:p>
        </p:txBody>
      </p:sp>
      <p:sp>
        <p:nvSpPr>
          <p:cNvPr id="18" name="Rectangle 17">
            <a:extLst>
              <a:ext uri="{FF2B5EF4-FFF2-40B4-BE49-F238E27FC236}">
                <a16:creationId xmlns:a16="http://schemas.microsoft.com/office/drawing/2014/main" id="{E5B60869-5B80-12C2-AA68-8B6286666DE7}"/>
              </a:ext>
            </a:extLst>
          </p:cNvPr>
          <p:cNvSpPr/>
          <p:nvPr/>
        </p:nvSpPr>
        <p:spPr bwMode="gray">
          <a:xfrm>
            <a:off x="597650" y="2048182"/>
            <a:ext cx="3657600" cy="22860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800">
                <a:latin typeface="Verdana" panose="020B0604030504040204" pitchFamily="34" charset="0"/>
                <a:ea typeface="Verdana" panose="020B0604030504040204" pitchFamily="34" charset="0"/>
              </a:rPr>
              <a:t>Finalize Investment play book for DVC</a:t>
            </a:r>
          </a:p>
        </p:txBody>
      </p:sp>
      <p:sp>
        <p:nvSpPr>
          <p:cNvPr id="54" name="Diamond 53">
            <a:extLst>
              <a:ext uri="{FF2B5EF4-FFF2-40B4-BE49-F238E27FC236}">
                <a16:creationId xmlns:a16="http://schemas.microsoft.com/office/drawing/2014/main" id="{BF889F02-4712-99BB-37FE-D867C9275125}"/>
              </a:ext>
            </a:extLst>
          </p:cNvPr>
          <p:cNvSpPr>
            <a:spLocks noChangeAspect="1" noChangeArrowheads="1"/>
          </p:cNvSpPr>
          <p:nvPr/>
        </p:nvSpPr>
        <p:spPr bwMode="auto">
          <a:xfrm>
            <a:off x="10643576" y="152228"/>
            <a:ext cx="137160" cy="137160"/>
          </a:xfrm>
          <a:prstGeom prst="diamond">
            <a:avLst/>
          </a:prstGeom>
          <a:solidFill>
            <a:srgbClr val="00ABAB"/>
          </a:solidFill>
          <a:ln w="9525">
            <a:noFill/>
            <a:miter lim="800000"/>
            <a:headEnd/>
            <a:tailEnd/>
          </a:ln>
        </p:spPr>
        <p:txBody>
          <a:bodyPr rot="0" vert="horz" wrap="square" lIns="91440" tIns="45720" rIns="91440" bIns="45720" anchor="t" anchorCtr="0" upright="1">
            <a:noAutofit/>
          </a:bodyPr>
          <a:lstStyle/>
          <a:p>
            <a:endParaRPr lang="en-US"/>
          </a:p>
        </p:txBody>
      </p:sp>
      <p:sp>
        <p:nvSpPr>
          <p:cNvPr id="55" name="TextBox 54">
            <a:extLst>
              <a:ext uri="{FF2B5EF4-FFF2-40B4-BE49-F238E27FC236}">
                <a16:creationId xmlns:a16="http://schemas.microsoft.com/office/drawing/2014/main" id="{82DF77CF-08FC-BA9F-1716-A559971C38B9}"/>
              </a:ext>
            </a:extLst>
          </p:cNvPr>
          <p:cNvSpPr txBox="1"/>
          <p:nvPr/>
        </p:nvSpPr>
        <p:spPr>
          <a:xfrm>
            <a:off x="10723332" y="93062"/>
            <a:ext cx="118469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Presentation</a:t>
            </a:r>
          </a:p>
        </p:txBody>
      </p:sp>
      <p:sp>
        <p:nvSpPr>
          <p:cNvPr id="77" name="Diamond 76">
            <a:extLst>
              <a:ext uri="{FF2B5EF4-FFF2-40B4-BE49-F238E27FC236}">
                <a16:creationId xmlns:a16="http://schemas.microsoft.com/office/drawing/2014/main" id="{2AD5A377-1EA6-7ECA-DF9A-FFA725F8AB72}"/>
              </a:ext>
            </a:extLst>
          </p:cNvPr>
          <p:cNvSpPr>
            <a:spLocks noChangeAspect="1" noChangeArrowheads="1"/>
          </p:cNvSpPr>
          <p:nvPr/>
        </p:nvSpPr>
        <p:spPr bwMode="auto">
          <a:xfrm>
            <a:off x="4733300" y="1517433"/>
            <a:ext cx="137160" cy="137160"/>
          </a:xfrm>
          <a:prstGeom prst="diamond">
            <a:avLst/>
          </a:prstGeom>
          <a:solidFill>
            <a:srgbClr val="00ABAB"/>
          </a:solidFill>
          <a:ln w="9525">
            <a:noFill/>
            <a:miter lim="800000"/>
            <a:headEnd/>
            <a:tailEnd/>
          </a:ln>
        </p:spPr>
        <p:txBody>
          <a:bodyPr rot="0" vert="horz" wrap="square" lIns="91440" tIns="45720" rIns="91440" bIns="45720" anchor="t" anchorCtr="0" upright="1">
            <a:noAutofit/>
          </a:bodyPr>
          <a:lstStyle/>
          <a:p>
            <a:endParaRPr lang="en-US"/>
          </a:p>
        </p:txBody>
      </p:sp>
      <p:sp>
        <p:nvSpPr>
          <p:cNvPr id="91" name="Rectangle 90">
            <a:extLst>
              <a:ext uri="{FF2B5EF4-FFF2-40B4-BE49-F238E27FC236}">
                <a16:creationId xmlns:a16="http://schemas.microsoft.com/office/drawing/2014/main" id="{39229FB7-0B2A-6B1D-9FF8-1B8AC9E4FB3E}"/>
              </a:ext>
            </a:extLst>
          </p:cNvPr>
          <p:cNvSpPr/>
          <p:nvPr/>
        </p:nvSpPr>
        <p:spPr bwMode="gray">
          <a:xfrm>
            <a:off x="588606" y="2839646"/>
            <a:ext cx="3657600" cy="182880"/>
          </a:xfrm>
          <a:prstGeom prst="rect">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latin typeface="Verdana" panose="020B0604030504040204" pitchFamily="34" charset="0"/>
                <a:ea typeface="Verdana" panose="020B0604030504040204" pitchFamily="34" charset="0"/>
              </a:rPr>
              <a:t>Financial Restructuring Plan</a:t>
            </a:r>
          </a:p>
        </p:txBody>
      </p:sp>
      <p:sp>
        <p:nvSpPr>
          <p:cNvPr id="92" name="Rectangle 91">
            <a:extLst>
              <a:ext uri="{FF2B5EF4-FFF2-40B4-BE49-F238E27FC236}">
                <a16:creationId xmlns:a16="http://schemas.microsoft.com/office/drawing/2014/main" id="{2CBDD404-4874-FA8B-67F1-93016D94AB33}"/>
              </a:ext>
            </a:extLst>
          </p:cNvPr>
          <p:cNvSpPr/>
          <p:nvPr/>
        </p:nvSpPr>
        <p:spPr bwMode="gray">
          <a:xfrm>
            <a:off x="588606" y="3062648"/>
            <a:ext cx="3657600" cy="228600"/>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just">
              <a:lnSpc>
                <a:spcPct val="106000"/>
              </a:lnSpc>
            </a:pPr>
            <a:r>
              <a:rPr lang="en-US" sz="800">
                <a:latin typeface="Verdana" panose="020B0604030504040204" pitchFamily="34" charset="0"/>
                <a:ea typeface="Verdana" panose="020B0604030504040204" pitchFamily="34" charset="0"/>
              </a:rPr>
              <a:t>As-Is assessment – Allocations, A/c ting, Regulatory, Organization</a:t>
            </a:r>
          </a:p>
        </p:txBody>
      </p:sp>
      <p:sp>
        <p:nvSpPr>
          <p:cNvPr id="93" name="Rectangle 92">
            <a:extLst>
              <a:ext uri="{FF2B5EF4-FFF2-40B4-BE49-F238E27FC236}">
                <a16:creationId xmlns:a16="http://schemas.microsoft.com/office/drawing/2014/main" id="{41BC6565-EFE8-441A-8AE2-21814D2D2B4C}"/>
              </a:ext>
            </a:extLst>
          </p:cNvPr>
          <p:cNvSpPr/>
          <p:nvPr/>
        </p:nvSpPr>
        <p:spPr bwMode="gray">
          <a:xfrm>
            <a:off x="588606" y="3322426"/>
            <a:ext cx="3657600" cy="228600"/>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just">
              <a:lnSpc>
                <a:spcPct val="106000"/>
              </a:lnSpc>
            </a:pPr>
            <a:r>
              <a:rPr lang="en-US" sz="800">
                <a:latin typeface="Verdana" panose="020B0604030504040204" pitchFamily="34" charset="0"/>
                <a:ea typeface="Verdana" panose="020B0604030504040204" pitchFamily="34" charset="0"/>
              </a:rPr>
              <a:t>Financial model and sensitivity analysis for next 10 years</a:t>
            </a:r>
          </a:p>
        </p:txBody>
      </p:sp>
      <p:sp>
        <p:nvSpPr>
          <p:cNvPr id="94" name="Rectangle 93">
            <a:extLst>
              <a:ext uri="{FF2B5EF4-FFF2-40B4-BE49-F238E27FC236}">
                <a16:creationId xmlns:a16="http://schemas.microsoft.com/office/drawing/2014/main" id="{A5122A60-3678-529D-D76E-4F2E1DFD998E}"/>
              </a:ext>
            </a:extLst>
          </p:cNvPr>
          <p:cNvSpPr/>
          <p:nvPr/>
        </p:nvSpPr>
        <p:spPr bwMode="gray">
          <a:xfrm>
            <a:off x="588606" y="3584930"/>
            <a:ext cx="3657600" cy="228600"/>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800">
                <a:latin typeface="Verdana" panose="020B0604030504040204" pitchFamily="34" charset="0"/>
                <a:ea typeface="Verdana" panose="020B0604030504040204" pitchFamily="34" charset="0"/>
              </a:rPr>
              <a:t>Unbundling roadmap, implementation support and handholding</a:t>
            </a:r>
          </a:p>
        </p:txBody>
      </p:sp>
      <p:sp>
        <p:nvSpPr>
          <p:cNvPr id="95" name="Rectangle 94">
            <a:extLst>
              <a:ext uri="{FF2B5EF4-FFF2-40B4-BE49-F238E27FC236}">
                <a16:creationId xmlns:a16="http://schemas.microsoft.com/office/drawing/2014/main" id="{526C74D9-6204-0F62-87D9-796A0E5489D9}"/>
              </a:ext>
            </a:extLst>
          </p:cNvPr>
          <p:cNvSpPr/>
          <p:nvPr/>
        </p:nvSpPr>
        <p:spPr bwMode="gray">
          <a:xfrm>
            <a:off x="597650" y="3849708"/>
            <a:ext cx="3657600" cy="182880"/>
          </a:xfrm>
          <a:prstGeom prst="rect">
            <a:avLst/>
          </a:prstGeom>
          <a:solidFill>
            <a:srgbClr val="007CB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latin typeface="Verdana" panose="020B0604030504040204" pitchFamily="34" charset="0"/>
                <a:ea typeface="Verdana" panose="020B0604030504040204" pitchFamily="34" charset="0"/>
              </a:rPr>
              <a:t>Asset Management</a:t>
            </a:r>
          </a:p>
        </p:txBody>
      </p:sp>
      <p:sp>
        <p:nvSpPr>
          <p:cNvPr id="96" name="Rectangle 95">
            <a:extLst>
              <a:ext uri="{FF2B5EF4-FFF2-40B4-BE49-F238E27FC236}">
                <a16:creationId xmlns:a16="http://schemas.microsoft.com/office/drawing/2014/main" id="{003245FF-A823-51DB-3EF3-DABB71134E11}"/>
              </a:ext>
            </a:extLst>
          </p:cNvPr>
          <p:cNvSpPr/>
          <p:nvPr/>
        </p:nvSpPr>
        <p:spPr bwMode="gray">
          <a:xfrm>
            <a:off x="597650" y="4045576"/>
            <a:ext cx="3657600" cy="228600"/>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just">
              <a:lnSpc>
                <a:spcPct val="106000"/>
              </a:lnSpc>
            </a:pPr>
            <a:r>
              <a:rPr lang="en-US" sz="800">
                <a:latin typeface="Verdana" panose="020B0604030504040204" pitchFamily="34" charset="0"/>
                <a:ea typeface="Verdana" panose="020B0604030504040204" pitchFamily="34" charset="0"/>
              </a:rPr>
              <a:t>Preparation of Physical Verification Plan</a:t>
            </a:r>
          </a:p>
        </p:txBody>
      </p:sp>
      <p:sp>
        <p:nvSpPr>
          <p:cNvPr id="97" name="Rectangle 96">
            <a:extLst>
              <a:ext uri="{FF2B5EF4-FFF2-40B4-BE49-F238E27FC236}">
                <a16:creationId xmlns:a16="http://schemas.microsoft.com/office/drawing/2014/main" id="{34F35BA1-8BD4-C1DB-9B83-CAF8BF52D850}"/>
              </a:ext>
            </a:extLst>
          </p:cNvPr>
          <p:cNvSpPr/>
          <p:nvPr/>
        </p:nvSpPr>
        <p:spPr bwMode="gray">
          <a:xfrm>
            <a:off x="597650" y="4286687"/>
            <a:ext cx="3657600" cy="228600"/>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just">
              <a:lnSpc>
                <a:spcPct val="106000"/>
              </a:lnSpc>
            </a:pPr>
            <a:r>
              <a:rPr lang="en-US" sz="800">
                <a:latin typeface="Verdana" panose="020B0604030504040204" pitchFamily="34" charset="0"/>
                <a:ea typeface="Verdana" panose="020B0604030504040204" pitchFamily="34" charset="0"/>
              </a:rPr>
              <a:t>Agency Selection, Historical Cost determination methodology</a:t>
            </a:r>
          </a:p>
        </p:txBody>
      </p:sp>
      <p:sp>
        <p:nvSpPr>
          <p:cNvPr id="98" name="Rectangle 97">
            <a:extLst>
              <a:ext uri="{FF2B5EF4-FFF2-40B4-BE49-F238E27FC236}">
                <a16:creationId xmlns:a16="http://schemas.microsoft.com/office/drawing/2014/main" id="{0F966241-00FD-7FB2-D984-FF34B49C6848}"/>
              </a:ext>
            </a:extLst>
          </p:cNvPr>
          <p:cNvSpPr/>
          <p:nvPr/>
        </p:nvSpPr>
        <p:spPr bwMode="gray">
          <a:xfrm>
            <a:off x="597650" y="4533074"/>
            <a:ext cx="3657600" cy="228600"/>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800">
                <a:latin typeface="Verdana" panose="020B0604030504040204" pitchFamily="34" charset="0"/>
                <a:ea typeface="Verdana" panose="020B0604030504040204" pitchFamily="34" charset="0"/>
              </a:rPr>
              <a:t>Physical verification monitoring</a:t>
            </a:r>
          </a:p>
        </p:txBody>
      </p:sp>
      <p:sp>
        <p:nvSpPr>
          <p:cNvPr id="99" name="Rectangle 98">
            <a:extLst>
              <a:ext uri="{FF2B5EF4-FFF2-40B4-BE49-F238E27FC236}">
                <a16:creationId xmlns:a16="http://schemas.microsoft.com/office/drawing/2014/main" id="{DD79D696-8337-E7DE-20CF-EF56B184EC46}"/>
              </a:ext>
            </a:extLst>
          </p:cNvPr>
          <p:cNvSpPr/>
          <p:nvPr/>
        </p:nvSpPr>
        <p:spPr bwMode="gray">
          <a:xfrm>
            <a:off x="597650" y="5060972"/>
            <a:ext cx="3657600" cy="210766"/>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latin typeface="Verdana" panose="020B0604030504040204" pitchFamily="34" charset="0"/>
                <a:ea typeface="Verdana" panose="020B0604030504040204" pitchFamily="34" charset="0"/>
              </a:rPr>
              <a:t>Financial Management</a:t>
            </a:r>
          </a:p>
        </p:txBody>
      </p:sp>
      <p:sp>
        <p:nvSpPr>
          <p:cNvPr id="100" name="Rectangle 99">
            <a:extLst>
              <a:ext uri="{FF2B5EF4-FFF2-40B4-BE49-F238E27FC236}">
                <a16:creationId xmlns:a16="http://schemas.microsoft.com/office/drawing/2014/main" id="{F7F5FCBF-03FC-65EA-88F6-D51757F33534}"/>
              </a:ext>
            </a:extLst>
          </p:cNvPr>
          <p:cNvSpPr/>
          <p:nvPr/>
        </p:nvSpPr>
        <p:spPr bwMode="gray">
          <a:xfrm>
            <a:off x="597650" y="5294991"/>
            <a:ext cx="3657600" cy="228600"/>
          </a:xfrm>
          <a:prstGeom prst="rect">
            <a:avLst/>
          </a:prstGeom>
          <a:solidFill>
            <a:schemeClr val="bg2">
              <a:lumMod val="90000"/>
            </a:schemeClr>
          </a:solidFill>
          <a:ln w="19050" algn="ctr">
            <a:noFill/>
            <a:miter lim="800000"/>
            <a:headEnd/>
            <a:tailEnd/>
          </a:ln>
        </p:spPr>
        <p:txBody>
          <a:bodyPr wrap="square" lIns="88900" tIns="88900" rIns="88900" bIns="88900" rtlCol="0" anchor="ctr"/>
          <a:lstStyle/>
          <a:p>
            <a:pPr algn="just">
              <a:lnSpc>
                <a:spcPct val="106000"/>
              </a:lnSpc>
            </a:pPr>
            <a:r>
              <a:rPr lang="en-US" sz="800">
                <a:latin typeface="Verdana" panose="020B0604030504040204" pitchFamily="34" charset="0"/>
                <a:ea typeface="Verdana" panose="020B0604030504040204" pitchFamily="34" charset="0"/>
              </a:rPr>
              <a:t>Developing FM Framework, Business plan </a:t>
            </a:r>
            <a:r>
              <a:rPr lang="en-US" sz="800" err="1">
                <a:latin typeface="Verdana" panose="020B0604030504040204" pitchFamily="34" charset="0"/>
                <a:ea typeface="Verdana" panose="020B0604030504040204" pitchFamily="34" charset="0"/>
              </a:rPr>
              <a:t>updation</a:t>
            </a:r>
            <a:r>
              <a:rPr lang="en-US" sz="800">
                <a:latin typeface="Verdana" panose="020B0604030504040204" pitchFamily="34" charset="0"/>
                <a:ea typeface="Verdana" panose="020B0604030504040204" pitchFamily="34" charset="0"/>
              </a:rPr>
              <a:t>, target setting</a:t>
            </a:r>
          </a:p>
        </p:txBody>
      </p:sp>
      <p:sp>
        <p:nvSpPr>
          <p:cNvPr id="101" name="Rectangle 100">
            <a:extLst>
              <a:ext uri="{FF2B5EF4-FFF2-40B4-BE49-F238E27FC236}">
                <a16:creationId xmlns:a16="http://schemas.microsoft.com/office/drawing/2014/main" id="{7A781124-35C0-1035-471E-E4C8C588A1AD}"/>
              </a:ext>
            </a:extLst>
          </p:cNvPr>
          <p:cNvSpPr/>
          <p:nvPr/>
        </p:nvSpPr>
        <p:spPr bwMode="gray">
          <a:xfrm>
            <a:off x="597650" y="5554769"/>
            <a:ext cx="3657600" cy="228600"/>
          </a:xfrm>
          <a:prstGeom prst="rect">
            <a:avLst/>
          </a:prstGeom>
          <a:solidFill>
            <a:schemeClr val="bg2">
              <a:lumMod val="90000"/>
            </a:schemeClr>
          </a:solidFill>
          <a:ln w="19050" algn="ctr">
            <a:noFill/>
            <a:miter lim="800000"/>
            <a:headEnd/>
            <a:tailEnd/>
          </a:ln>
        </p:spPr>
        <p:txBody>
          <a:bodyPr wrap="square" lIns="88900" tIns="88900" rIns="88900" bIns="88900" rtlCol="0" anchor="ctr"/>
          <a:lstStyle/>
          <a:p>
            <a:pPr algn="just">
              <a:lnSpc>
                <a:spcPct val="106000"/>
              </a:lnSpc>
            </a:pPr>
            <a:r>
              <a:rPr lang="en-US" sz="800">
                <a:latin typeface="Verdana" panose="020B0604030504040204" pitchFamily="34" charset="0"/>
                <a:ea typeface="Verdana" panose="020B0604030504040204" pitchFamily="34" charset="0"/>
              </a:rPr>
              <a:t>Efficiency Improvement, Regulatory advocacy, Implementation</a:t>
            </a:r>
          </a:p>
        </p:txBody>
      </p:sp>
      <p:sp>
        <p:nvSpPr>
          <p:cNvPr id="102" name="Rectangle 101">
            <a:extLst>
              <a:ext uri="{FF2B5EF4-FFF2-40B4-BE49-F238E27FC236}">
                <a16:creationId xmlns:a16="http://schemas.microsoft.com/office/drawing/2014/main" id="{A11F030F-6D16-E31F-63D6-57B4AB8ECB8D}"/>
              </a:ext>
            </a:extLst>
          </p:cNvPr>
          <p:cNvSpPr/>
          <p:nvPr/>
        </p:nvSpPr>
        <p:spPr bwMode="gray">
          <a:xfrm>
            <a:off x="597650" y="5828290"/>
            <a:ext cx="3657600" cy="228600"/>
          </a:xfrm>
          <a:prstGeom prst="rect">
            <a:avLst/>
          </a:prstGeom>
          <a:solidFill>
            <a:schemeClr val="bg2">
              <a:lumMod val="90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800">
                <a:latin typeface="Verdana" panose="020B0604030504040204" pitchFamily="34" charset="0"/>
                <a:ea typeface="Verdana" panose="020B0604030504040204" pitchFamily="34" charset="0"/>
              </a:rPr>
              <a:t>Assist in MIS redevelopment and update business plans</a:t>
            </a:r>
          </a:p>
        </p:txBody>
      </p:sp>
      <p:sp>
        <p:nvSpPr>
          <p:cNvPr id="103" name="Rectangle 102">
            <a:extLst>
              <a:ext uri="{FF2B5EF4-FFF2-40B4-BE49-F238E27FC236}">
                <a16:creationId xmlns:a16="http://schemas.microsoft.com/office/drawing/2014/main" id="{8F06CDA9-F8EF-2757-F1AB-630534B45064}"/>
              </a:ext>
            </a:extLst>
          </p:cNvPr>
          <p:cNvSpPr/>
          <p:nvPr/>
        </p:nvSpPr>
        <p:spPr bwMode="gray">
          <a:xfrm>
            <a:off x="597169" y="6082051"/>
            <a:ext cx="3657600" cy="210766"/>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latin typeface="Verdana" panose="020B0604030504040204" pitchFamily="34" charset="0"/>
                <a:ea typeface="Verdana" panose="020B0604030504040204" pitchFamily="34" charset="0"/>
              </a:rPr>
              <a:t>Monthly review</a:t>
            </a:r>
          </a:p>
        </p:txBody>
      </p:sp>
      <p:sp>
        <p:nvSpPr>
          <p:cNvPr id="105" name="Rectangle 104">
            <a:extLst>
              <a:ext uri="{FF2B5EF4-FFF2-40B4-BE49-F238E27FC236}">
                <a16:creationId xmlns:a16="http://schemas.microsoft.com/office/drawing/2014/main" id="{C9F40428-A925-9803-6E40-252D3A3104E3}"/>
              </a:ext>
            </a:extLst>
          </p:cNvPr>
          <p:cNvSpPr/>
          <p:nvPr/>
        </p:nvSpPr>
        <p:spPr bwMode="gray">
          <a:xfrm>
            <a:off x="606694" y="6343291"/>
            <a:ext cx="3657600" cy="228600"/>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just">
              <a:lnSpc>
                <a:spcPct val="106000"/>
              </a:lnSpc>
            </a:pPr>
            <a:r>
              <a:rPr lang="en-US" sz="800">
                <a:latin typeface="Verdana" panose="020B0604030504040204" pitchFamily="34" charset="0"/>
                <a:ea typeface="Verdana" panose="020B0604030504040204" pitchFamily="34" charset="0"/>
              </a:rPr>
              <a:t>Monthly review and investment monitoring meeting</a:t>
            </a:r>
          </a:p>
        </p:txBody>
      </p:sp>
      <p:sp>
        <p:nvSpPr>
          <p:cNvPr id="170" name="Rectangle 169">
            <a:extLst>
              <a:ext uri="{FF2B5EF4-FFF2-40B4-BE49-F238E27FC236}">
                <a16:creationId xmlns:a16="http://schemas.microsoft.com/office/drawing/2014/main" id="{1B276F89-C63E-89FD-82D4-93669E519725}"/>
              </a:ext>
            </a:extLst>
          </p:cNvPr>
          <p:cNvSpPr/>
          <p:nvPr/>
        </p:nvSpPr>
        <p:spPr bwMode="gray">
          <a:xfrm>
            <a:off x="6502935" y="3562979"/>
            <a:ext cx="1077206" cy="196190"/>
          </a:xfrm>
          <a:prstGeom prst="rect">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Unbundling roadmap</a:t>
            </a:r>
          </a:p>
        </p:txBody>
      </p:sp>
      <p:sp>
        <p:nvSpPr>
          <p:cNvPr id="171" name="Rectangle 170">
            <a:extLst>
              <a:ext uri="{FF2B5EF4-FFF2-40B4-BE49-F238E27FC236}">
                <a16:creationId xmlns:a16="http://schemas.microsoft.com/office/drawing/2014/main" id="{76EC091B-F61D-2911-FE45-267217279F60}"/>
              </a:ext>
            </a:extLst>
          </p:cNvPr>
          <p:cNvSpPr/>
          <p:nvPr/>
        </p:nvSpPr>
        <p:spPr bwMode="gray">
          <a:xfrm>
            <a:off x="7613227" y="3562979"/>
            <a:ext cx="4089272" cy="210766"/>
          </a:xfrm>
          <a:prstGeom prst="rect">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Implementation support and handholding</a:t>
            </a:r>
          </a:p>
        </p:txBody>
      </p:sp>
      <p:sp>
        <p:nvSpPr>
          <p:cNvPr id="173" name="Rectangle 172">
            <a:extLst>
              <a:ext uri="{FF2B5EF4-FFF2-40B4-BE49-F238E27FC236}">
                <a16:creationId xmlns:a16="http://schemas.microsoft.com/office/drawing/2014/main" id="{CBEDC2C3-7EAB-9E9E-5797-863B9520FBB9}"/>
              </a:ext>
            </a:extLst>
          </p:cNvPr>
          <p:cNvSpPr/>
          <p:nvPr/>
        </p:nvSpPr>
        <p:spPr bwMode="gray">
          <a:xfrm>
            <a:off x="6527629" y="4792717"/>
            <a:ext cx="773138" cy="210766"/>
          </a:xfrm>
          <a:prstGeom prst="rect">
            <a:avLst/>
          </a:prstGeom>
          <a:solidFill>
            <a:srgbClr val="007CB0"/>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Draft FAR</a:t>
            </a:r>
          </a:p>
        </p:txBody>
      </p:sp>
      <p:sp>
        <p:nvSpPr>
          <p:cNvPr id="174" name="Rectangle 173">
            <a:extLst>
              <a:ext uri="{FF2B5EF4-FFF2-40B4-BE49-F238E27FC236}">
                <a16:creationId xmlns:a16="http://schemas.microsoft.com/office/drawing/2014/main" id="{7CA63C9A-6308-192A-9A28-EBCFB06C5858}"/>
              </a:ext>
            </a:extLst>
          </p:cNvPr>
          <p:cNvSpPr/>
          <p:nvPr/>
        </p:nvSpPr>
        <p:spPr bwMode="gray">
          <a:xfrm>
            <a:off x="7351217" y="4785619"/>
            <a:ext cx="4343400" cy="210766"/>
          </a:xfrm>
          <a:prstGeom prst="rect">
            <a:avLst/>
          </a:prstGeom>
          <a:solidFill>
            <a:srgbClr val="007CB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FAR updation and asset updation </a:t>
            </a:r>
          </a:p>
        </p:txBody>
      </p:sp>
      <p:sp>
        <p:nvSpPr>
          <p:cNvPr id="175" name="Rectangle 174">
            <a:extLst>
              <a:ext uri="{FF2B5EF4-FFF2-40B4-BE49-F238E27FC236}">
                <a16:creationId xmlns:a16="http://schemas.microsoft.com/office/drawing/2014/main" id="{8BB0FD06-9FE8-5F99-4A8A-70B37CA3359D}"/>
              </a:ext>
            </a:extLst>
          </p:cNvPr>
          <p:cNvSpPr/>
          <p:nvPr/>
        </p:nvSpPr>
        <p:spPr bwMode="gray">
          <a:xfrm>
            <a:off x="597649" y="4795137"/>
            <a:ext cx="3657600" cy="228600"/>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800">
                <a:latin typeface="Verdana" panose="020B0604030504040204" pitchFamily="34" charset="0"/>
                <a:ea typeface="Verdana" panose="020B0604030504040204" pitchFamily="34" charset="0"/>
              </a:rPr>
              <a:t>Preparation of FAR with DART Tool with asset updation </a:t>
            </a:r>
          </a:p>
        </p:txBody>
      </p:sp>
      <p:sp>
        <p:nvSpPr>
          <p:cNvPr id="176" name="Diamond 175">
            <a:extLst>
              <a:ext uri="{FF2B5EF4-FFF2-40B4-BE49-F238E27FC236}">
                <a16:creationId xmlns:a16="http://schemas.microsoft.com/office/drawing/2014/main" id="{452EFD92-F739-9FD4-A480-4C7DEAE0C59D}"/>
              </a:ext>
            </a:extLst>
          </p:cNvPr>
          <p:cNvSpPr>
            <a:spLocks noChangeAspect="1" noChangeArrowheads="1"/>
          </p:cNvSpPr>
          <p:nvPr/>
        </p:nvSpPr>
        <p:spPr bwMode="auto">
          <a:xfrm>
            <a:off x="7045817" y="3100097"/>
            <a:ext cx="137160" cy="137160"/>
          </a:xfrm>
          <a:prstGeom prst="diamond">
            <a:avLst/>
          </a:prstGeom>
          <a:solidFill>
            <a:srgbClr val="00ABAB"/>
          </a:solidFill>
          <a:ln w="9525">
            <a:noFill/>
            <a:miter lim="800000"/>
            <a:headEnd/>
            <a:tailEnd/>
          </a:ln>
        </p:spPr>
        <p:txBody>
          <a:bodyPr rot="0" vert="horz" wrap="square" lIns="91440" tIns="45720" rIns="91440" bIns="45720" anchor="t" anchorCtr="0" upright="1">
            <a:noAutofit/>
          </a:bodyPr>
          <a:lstStyle/>
          <a:p>
            <a:endParaRPr lang="en-US"/>
          </a:p>
        </p:txBody>
      </p:sp>
      <p:sp>
        <p:nvSpPr>
          <p:cNvPr id="177" name="Diamond 176">
            <a:extLst>
              <a:ext uri="{FF2B5EF4-FFF2-40B4-BE49-F238E27FC236}">
                <a16:creationId xmlns:a16="http://schemas.microsoft.com/office/drawing/2014/main" id="{F84C78F9-0DEC-E413-0662-9B65A44E2BFC}"/>
              </a:ext>
            </a:extLst>
          </p:cNvPr>
          <p:cNvSpPr>
            <a:spLocks noChangeAspect="1" noChangeArrowheads="1"/>
          </p:cNvSpPr>
          <p:nvPr/>
        </p:nvSpPr>
        <p:spPr bwMode="auto">
          <a:xfrm>
            <a:off x="6516432" y="3586330"/>
            <a:ext cx="137160" cy="137160"/>
          </a:xfrm>
          <a:prstGeom prst="diamond">
            <a:avLst/>
          </a:prstGeom>
          <a:solidFill>
            <a:srgbClr val="00ABAB"/>
          </a:solidFill>
          <a:ln w="9525">
            <a:noFill/>
            <a:miter lim="800000"/>
            <a:headEnd/>
            <a:tailEnd/>
          </a:ln>
        </p:spPr>
        <p:txBody>
          <a:bodyPr rot="0" vert="horz" wrap="square" lIns="91440" tIns="45720" rIns="91440" bIns="45720" anchor="t" anchorCtr="0" upright="1">
            <a:noAutofit/>
          </a:bodyPr>
          <a:lstStyle/>
          <a:p>
            <a:endParaRPr lang="en-US"/>
          </a:p>
        </p:txBody>
      </p:sp>
      <p:sp>
        <p:nvSpPr>
          <p:cNvPr id="178" name="Diamond 177">
            <a:extLst>
              <a:ext uri="{FF2B5EF4-FFF2-40B4-BE49-F238E27FC236}">
                <a16:creationId xmlns:a16="http://schemas.microsoft.com/office/drawing/2014/main" id="{05DD947D-CCC9-7F27-1C46-F642D9505D58}"/>
              </a:ext>
            </a:extLst>
          </p:cNvPr>
          <p:cNvSpPr>
            <a:spLocks noChangeAspect="1" noChangeArrowheads="1"/>
          </p:cNvSpPr>
          <p:nvPr/>
        </p:nvSpPr>
        <p:spPr bwMode="auto">
          <a:xfrm>
            <a:off x="5436147" y="4332407"/>
            <a:ext cx="137160" cy="137160"/>
          </a:xfrm>
          <a:prstGeom prst="diamond">
            <a:avLst/>
          </a:prstGeom>
          <a:solidFill>
            <a:srgbClr val="00ABAB"/>
          </a:solidFill>
          <a:ln w="9525">
            <a:noFill/>
            <a:miter lim="800000"/>
            <a:headEnd/>
            <a:tailEnd/>
          </a:ln>
        </p:spPr>
        <p:txBody>
          <a:bodyPr rot="0" vert="horz" wrap="square" lIns="91440" tIns="45720" rIns="91440" bIns="45720" anchor="t" anchorCtr="0" upright="1">
            <a:noAutofit/>
          </a:bodyPr>
          <a:lstStyle/>
          <a:p>
            <a:endParaRPr lang="en-US"/>
          </a:p>
        </p:txBody>
      </p:sp>
      <p:sp>
        <p:nvSpPr>
          <p:cNvPr id="179" name="Diamond 178">
            <a:extLst>
              <a:ext uri="{FF2B5EF4-FFF2-40B4-BE49-F238E27FC236}">
                <a16:creationId xmlns:a16="http://schemas.microsoft.com/office/drawing/2014/main" id="{C16FD062-71B3-936D-C83F-380A17374067}"/>
              </a:ext>
            </a:extLst>
          </p:cNvPr>
          <p:cNvSpPr>
            <a:spLocks noChangeAspect="1" noChangeArrowheads="1"/>
          </p:cNvSpPr>
          <p:nvPr/>
        </p:nvSpPr>
        <p:spPr bwMode="auto">
          <a:xfrm>
            <a:off x="6287832" y="4600983"/>
            <a:ext cx="137160" cy="137160"/>
          </a:xfrm>
          <a:prstGeom prst="diamond">
            <a:avLst/>
          </a:prstGeom>
          <a:solidFill>
            <a:srgbClr val="00ABAB"/>
          </a:solidFill>
          <a:ln w="9525">
            <a:noFill/>
            <a:miter lim="800000"/>
            <a:headEnd/>
            <a:tailEnd/>
          </a:ln>
        </p:spPr>
        <p:txBody>
          <a:bodyPr rot="0" vert="horz" wrap="square" lIns="91440" tIns="45720" rIns="91440" bIns="45720" anchor="t" anchorCtr="0" upright="1">
            <a:noAutofit/>
          </a:bodyPr>
          <a:lstStyle/>
          <a:p>
            <a:endParaRPr lang="en-US"/>
          </a:p>
        </p:txBody>
      </p:sp>
      <p:pic>
        <p:nvPicPr>
          <p:cNvPr id="197" name="Graphic 189984" descr="Star">
            <a:extLst>
              <a:ext uri="{FF2B5EF4-FFF2-40B4-BE49-F238E27FC236}">
                <a16:creationId xmlns:a16="http://schemas.microsoft.com/office/drawing/2014/main" id="{4A6B2B9E-EE38-4018-81F6-FC779144C09C}"/>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47692" y="114941"/>
            <a:ext cx="198120" cy="190500"/>
          </a:xfrm>
          <a:prstGeom prst="rect">
            <a:avLst/>
          </a:prstGeom>
        </p:spPr>
      </p:pic>
      <p:sp>
        <p:nvSpPr>
          <p:cNvPr id="198" name="TextBox 197">
            <a:extLst>
              <a:ext uri="{FF2B5EF4-FFF2-40B4-BE49-F238E27FC236}">
                <a16:creationId xmlns:a16="http://schemas.microsoft.com/office/drawing/2014/main" id="{CE89DA6D-0A97-0690-C0D1-CEB012F6213B}"/>
              </a:ext>
            </a:extLst>
          </p:cNvPr>
          <p:cNvSpPr txBox="1"/>
          <p:nvPr/>
        </p:nvSpPr>
        <p:spPr>
          <a:xfrm>
            <a:off x="9645812" y="93506"/>
            <a:ext cx="1184693"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rPr>
              <a:t>Deliverables</a:t>
            </a:r>
          </a:p>
        </p:txBody>
      </p:sp>
      <p:pic>
        <p:nvPicPr>
          <p:cNvPr id="199" name="Graphic 189984" descr="Star">
            <a:extLst>
              <a:ext uri="{FF2B5EF4-FFF2-40B4-BE49-F238E27FC236}">
                <a16:creationId xmlns:a16="http://schemas.microsoft.com/office/drawing/2014/main" id="{34E630A6-939B-1857-BEF4-F32AE19C75B9}"/>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14656" y="6334623"/>
            <a:ext cx="198120" cy="190500"/>
          </a:xfrm>
          <a:prstGeom prst="rect">
            <a:avLst/>
          </a:prstGeom>
        </p:spPr>
      </p:pic>
      <p:pic>
        <p:nvPicPr>
          <p:cNvPr id="200" name="Graphic 189984" descr="Star">
            <a:extLst>
              <a:ext uri="{FF2B5EF4-FFF2-40B4-BE49-F238E27FC236}">
                <a16:creationId xmlns:a16="http://schemas.microsoft.com/office/drawing/2014/main" id="{16FD9DC4-B7E4-2AED-24B5-543DE6B3DE6C}"/>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31461" y="6333402"/>
            <a:ext cx="198120" cy="190500"/>
          </a:xfrm>
          <a:prstGeom prst="rect">
            <a:avLst/>
          </a:prstGeom>
        </p:spPr>
      </p:pic>
      <p:pic>
        <p:nvPicPr>
          <p:cNvPr id="201" name="Graphic 189984" descr="Star">
            <a:extLst>
              <a:ext uri="{FF2B5EF4-FFF2-40B4-BE49-F238E27FC236}">
                <a16:creationId xmlns:a16="http://schemas.microsoft.com/office/drawing/2014/main" id="{F162770F-6D26-2629-1DB0-ED1E4A096B85}"/>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69177" y="6333402"/>
            <a:ext cx="198120" cy="190500"/>
          </a:xfrm>
          <a:prstGeom prst="rect">
            <a:avLst/>
          </a:prstGeom>
        </p:spPr>
      </p:pic>
      <p:pic>
        <p:nvPicPr>
          <p:cNvPr id="202" name="Graphic 189984" descr="Star">
            <a:extLst>
              <a:ext uri="{FF2B5EF4-FFF2-40B4-BE49-F238E27FC236}">
                <a16:creationId xmlns:a16="http://schemas.microsoft.com/office/drawing/2014/main" id="{0CC0B221-38A2-B471-97A1-5FF9F4AD08EB}"/>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18755" y="6333402"/>
            <a:ext cx="198120" cy="190500"/>
          </a:xfrm>
          <a:prstGeom prst="rect">
            <a:avLst/>
          </a:prstGeom>
        </p:spPr>
      </p:pic>
      <p:pic>
        <p:nvPicPr>
          <p:cNvPr id="203" name="Graphic 189984" descr="Star">
            <a:extLst>
              <a:ext uri="{FF2B5EF4-FFF2-40B4-BE49-F238E27FC236}">
                <a16:creationId xmlns:a16="http://schemas.microsoft.com/office/drawing/2014/main" id="{7C4CA178-2DC2-EC8E-F297-B623832B8755}"/>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8401" y="6333402"/>
            <a:ext cx="198120" cy="190500"/>
          </a:xfrm>
          <a:prstGeom prst="rect">
            <a:avLst/>
          </a:prstGeom>
        </p:spPr>
      </p:pic>
      <p:pic>
        <p:nvPicPr>
          <p:cNvPr id="204" name="Graphic 189984" descr="Star">
            <a:extLst>
              <a:ext uri="{FF2B5EF4-FFF2-40B4-BE49-F238E27FC236}">
                <a16:creationId xmlns:a16="http://schemas.microsoft.com/office/drawing/2014/main" id="{337F4488-6DD7-8FEB-0879-5CE2DA85F75E}"/>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15337" y="6333402"/>
            <a:ext cx="198120" cy="190500"/>
          </a:xfrm>
          <a:prstGeom prst="rect">
            <a:avLst/>
          </a:prstGeom>
        </p:spPr>
      </p:pic>
      <p:pic>
        <p:nvPicPr>
          <p:cNvPr id="205" name="Graphic 189984" descr="Star">
            <a:extLst>
              <a:ext uri="{FF2B5EF4-FFF2-40B4-BE49-F238E27FC236}">
                <a16:creationId xmlns:a16="http://schemas.microsoft.com/office/drawing/2014/main" id="{93A4B9A7-1F6E-BA1D-A76A-8EE366B07181}"/>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83699" y="6333402"/>
            <a:ext cx="198120" cy="190500"/>
          </a:xfrm>
          <a:prstGeom prst="rect">
            <a:avLst/>
          </a:prstGeom>
        </p:spPr>
      </p:pic>
      <p:pic>
        <p:nvPicPr>
          <p:cNvPr id="206" name="Graphic 189984" descr="Star">
            <a:extLst>
              <a:ext uri="{FF2B5EF4-FFF2-40B4-BE49-F238E27FC236}">
                <a16:creationId xmlns:a16="http://schemas.microsoft.com/office/drawing/2014/main" id="{FD3E69AE-D986-374F-3FBC-6182EFB615F2}"/>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47815" y="6333402"/>
            <a:ext cx="198120" cy="190500"/>
          </a:xfrm>
          <a:prstGeom prst="rect">
            <a:avLst/>
          </a:prstGeom>
        </p:spPr>
      </p:pic>
      <p:pic>
        <p:nvPicPr>
          <p:cNvPr id="207" name="Graphic 189984" descr="Star">
            <a:extLst>
              <a:ext uri="{FF2B5EF4-FFF2-40B4-BE49-F238E27FC236}">
                <a16:creationId xmlns:a16="http://schemas.microsoft.com/office/drawing/2014/main" id="{CE5335D9-5C2F-2D8F-E3CB-099C03CA7F3E}"/>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7393" y="6333402"/>
            <a:ext cx="198120" cy="190500"/>
          </a:xfrm>
          <a:prstGeom prst="rect">
            <a:avLst/>
          </a:prstGeom>
        </p:spPr>
      </p:pic>
      <p:pic>
        <p:nvPicPr>
          <p:cNvPr id="208" name="Graphic 189984" descr="Star">
            <a:extLst>
              <a:ext uri="{FF2B5EF4-FFF2-40B4-BE49-F238E27FC236}">
                <a16:creationId xmlns:a16="http://schemas.microsoft.com/office/drawing/2014/main" id="{7368B511-7F52-EDDA-DDA1-182D578A2DF5}"/>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49167" y="6333402"/>
            <a:ext cx="198120" cy="190500"/>
          </a:xfrm>
          <a:prstGeom prst="rect">
            <a:avLst/>
          </a:prstGeom>
        </p:spPr>
      </p:pic>
      <p:pic>
        <p:nvPicPr>
          <p:cNvPr id="209" name="Graphic 189984" descr="Star">
            <a:extLst>
              <a:ext uri="{FF2B5EF4-FFF2-40B4-BE49-F238E27FC236}">
                <a16:creationId xmlns:a16="http://schemas.microsoft.com/office/drawing/2014/main" id="{C6959695-1B66-756F-9CB1-BC8B07E1FF35}"/>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86981" y="6334623"/>
            <a:ext cx="198120" cy="190500"/>
          </a:xfrm>
          <a:prstGeom prst="rect">
            <a:avLst/>
          </a:prstGeom>
        </p:spPr>
      </p:pic>
      <p:pic>
        <p:nvPicPr>
          <p:cNvPr id="210" name="Graphic 189984" descr="Star">
            <a:extLst>
              <a:ext uri="{FF2B5EF4-FFF2-40B4-BE49-F238E27FC236}">
                <a16:creationId xmlns:a16="http://schemas.microsoft.com/office/drawing/2014/main" id="{0DF2364D-6485-72A8-D322-DE0801A4392D}"/>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94644" y="6333402"/>
            <a:ext cx="198120" cy="190500"/>
          </a:xfrm>
          <a:prstGeom prst="rect">
            <a:avLst/>
          </a:prstGeom>
        </p:spPr>
      </p:pic>
      <p:pic>
        <p:nvPicPr>
          <p:cNvPr id="211" name="Graphic 189984" descr="Star">
            <a:extLst>
              <a:ext uri="{FF2B5EF4-FFF2-40B4-BE49-F238E27FC236}">
                <a16:creationId xmlns:a16="http://schemas.microsoft.com/office/drawing/2014/main" id="{67D400B5-B127-5AF8-2441-24C2098D1AE8}"/>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17116" y="6333402"/>
            <a:ext cx="198120" cy="190500"/>
          </a:xfrm>
          <a:prstGeom prst="rect">
            <a:avLst/>
          </a:prstGeom>
        </p:spPr>
      </p:pic>
      <p:pic>
        <p:nvPicPr>
          <p:cNvPr id="212" name="Graphic 189984" descr="Star">
            <a:extLst>
              <a:ext uri="{FF2B5EF4-FFF2-40B4-BE49-F238E27FC236}">
                <a16:creationId xmlns:a16="http://schemas.microsoft.com/office/drawing/2014/main" id="{1D54261B-B3B1-710F-48D6-0015F5EF11AA}"/>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38159" y="6334623"/>
            <a:ext cx="198120" cy="190500"/>
          </a:xfrm>
          <a:prstGeom prst="rect">
            <a:avLst/>
          </a:prstGeom>
        </p:spPr>
      </p:pic>
      <p:pic>
        <p:nvPicPr>
          <p:cNvPr id="213" name="Graphic 189984" descr="Star">
            <a:extLst>
              <a:ext uri="{FF2B5EF4-FFF2-40B4-BE49-F238E27FC236}">
                <a16:creationId xmlns:a16="http://schemas.microsoft.com/office/drawing/2014/main" id="{32AA4A81-E7FB-BAB5-D720-FEEAE4A18B87}"/>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31333" y="6333402"/>
            <a:ext cx="198120" cy="190500"/>
          </a:xfrm>
          <a:prstGeom prst="rect">
            <a:avLst/>
          </a:prstGeom>
        </p:spPr>
      </p:pic>
      <p:pic>
        <p:nvPicPr>
          <p:cNvPr id="214" name="Graphic 189984" descr="Star">
            <a:extLst>
              <a:ext uri="{FF2B5EF4-FFF2-40B4-BE49-F238E27FC236}">
                <a16:creationId xmlns:a16="http://schemas.microsoft.com/office/drawing/2014/main" id="{59E5126B-3977-EA6B-20E1-143777F293AD}"/>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991099" y="6333402"/>
            <a:ext cx="198120" cy="190500"/>
          </a:xfrm>
          <a:prstGeom prst="rect">
            <a:avLst/>
          </a:prstGeom>
        </p:spPr>
      </p:pic>
      <p:pic>
        <p:nvPicPr>
          <p:cNvPr id="215" name="Graphic 189984" descr="Star">
            <a:extLst>
              <a:ext uri="{FF2B5EF4-FFF2-40B4-BE49-F238E27FC236}">
                <a16:creationId xmlns:a16="http://schemas.microsoft.com/office/drawing/2014/main" id="{4851119A-4064-D5F1-8640-A92640BBA283}"/>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381796" y="6333402"/>
            <a:ext cx="198120" cy="190500"/>
          </a:xfrm>
          <a:prstGeom prst="rect">
            <a:avLst/>
          </a:prstGeom>
        </p:spPr>
      </p:pic>
      <p:pic>
        <p:nvPicPr>
          <p:cNvPr id="7" name="Graphic 189984" descr="Star">
            <a:extLst>
              <a:ext uri="{FF2B5EF4-FFF2-40B4-BE49-F238E27FC236}">
                <a16:creationId xmlns:a16="http://schemas.microsoft.com/office/drawing/2014/main" id="{5BD1B445-165A-CDF8-51A4-3BC205765D99}"/>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20535" y="1553438"/>
            <a:ext cx="191588" cy="154694"/>
          </a:xfrm>
          <a:prstGeom prst="rect">
            <a:avLst/>
          </a:prstGeom>
        </p:spPr>
      </p:pic>
      <p:pic>
        <p:nvPicPr>
          <p:cNvPr id="10" name="Graphic 189984" descr="Star">
            <a:extLst>
              <a:ext uri="{FF2B5EF4-FFF2-40B4-BE49-F238E27FC236}">
                <a16:creationId xmlns:a16="http://schemas.microsoft.com/office/drawing/2014/main" id="{ACE420D9-42F8-FF03-1378-F8613718E35A}"/>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83917" y="4805885"/>
            <a:ext cx="198120" cy="190500"/>
          </a:xfrm>
          <a:prstGeom prst="rect">
            <a:avLst/>
          </a:prstGeom>
        </p:spPr>
      </p:pic>
      <p:grpSp>
        <p:nvGrpSpPr>
          <p:cNvPr id="12" name="Group 11">
            <a:extLst>
              <a:ext uri="{FF2B5EF4-FFF2-40B4-BE49-F238E27FC236}">
                <a16:creationId xmlns:a16="http://schemas.microsoft.com/office/drawing/2014/main" id="{719318A1-3B3F-3871-2342-39D617CDCABB}"/>
              </a:ext>
            </a:extLst>
          </p:cNvPr>
          <p:cNvGrpSpPr/>
          <p:nvPr/>
        </p:nvGrpSpPr>
        <p:grpSpPr>
          <a:xfrm>
            <a:off x="5483391" y="3011432"/>
            <a:ext cx="1125133" cy="237057"/>
            <a:chOff x="4695974" y="1773709"/>
            <a:chExt cx="1125133" cy="237057"/>
          </a:xfrm>
        </p:grpSpPr>
        <p:pic>
          <p:nvPicPr>
            <p:cNvPr id="13" name="Graphic 189984" descr="Star">
              <a:extLst>
                <a:ext uri="{FF2B5EF4-FFF2-40B4-BE49-F238E27FC236}">
                  <a16:creationId xmlns:a16="http://schemas.microsoft.com/office/drawing/2014/main" id="{0601BC8D-8845-6E4F-C71C-2CA5E6214F84}"/>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974" y="1773709"/>
              <a:ext cx="198120" cy="190500"/>
            </a:xfrm>
            <a:prstGeom prst="rect">
              <a:avLst/>
            </a:prstGeom>
          </p:spPr>
        </p:pic>
        <p:sp>
          <p:nvSpPr>
            <p:cNvPr id="14" name="Rectangle 13">
              <a:extLst>
                <a:ext uri="{FF2B5EF4-FFF2-40B4-BE49-F238E27FC236}">
                  <a16:creationId xmlns:a16="http://schemas.microsoft.com/office/drawing/2014/main" id="{0605AE44-122C-2F60-3ADF-59C8D1C813D9}"/>
                </a:ext>
              </a:extLst>
            </p:cNvPr>
            <p:cNvSpPr/>
            <p:nvPr/>
          </p:nvSpPr>
          <p:spPr bwMode="gray">
            <a:xfrm>
              <a:off x="4943620" y="1787861"/>
              <a:ext cx="877487" cy="222905"/>
            </a:xfrm>
            <a:prstGeom prst="rect">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Draft FRP</a:t>
              </a:r>
            </a:p>
          </p:txBody>
        </p:sp>
      </p:grpSp>
      <p:grpSp>
        <p:nvGrpSpPr>
          <p:cNvPr id="19" name="Group 18">
            <a:extLst>
              <a:ext uri="{FF2B5EF4-FFF2-40B4-BE49-F238E27FC236}">
                <a16:creationId xmlns:a16="http://schemas.microsoft.com/office/drawing/2014/main" id="{7AE50C73-20B9-2981-9E93-ECD155F4BD30}"/>
              </a:ext>
            </a:extLst>
          </p:cNvPr>
          <p:cNvGrpSpPr/>
          <p:nvPr/>
        </p:nvGrpSpPr>
        <p:grpSpPr>
          <a:xfrm>
            <a:off x="6078660" y="3306110"/>
            <a:ext cx="1125133" cy="204653"/>
            <a:chOff x="4695974" y="1773709"/>
            <a:chExt cx="1125133" cy="204653"/>
          </a:xfrm>
        </p:grpSpPr>
        <p:pic>
          <p:nvPicPr>
            <p:cNvPr id="20" name="Graphic 189984" descr="Star">
              <a:extLst>
                <a:ext uri="{FF2B5EF4-FFF2-40B4-BE49-F238E27FC236}">
                  <a16:creationId xmlns:a16="http://schemas.microsoft.com/office/drawing/2014/main" id="{17B899ED-C614-711F-6EA0-BC4159F420D3}"/>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974" y="1773709"/>
              <a:ext cx="198120" cy="190500"/>
            </a:xfrm>
            <a:prstGeom prst="rect">
              <a:avLst/>
            </a:prstGeom>
          </p:spPr>
        </p:pic>
        <p:sp>
          <p:nvSpPr>
            <p:cNvPr id="21" name="Rectangle 20">
              <a:extLst>
                <a:ext uri="{FF2B5EF4-FFF2-40B4-BE49-F238E27FC236}">
                  <a16:creationId xmlns:a16="http://schemas.microsoft.com/office/drawing/2014/main" id="{49180C57-13D1-19AD-8A2B-CAA2BA8F98B2}"/>
                </a:ext>
              </a:extLst>
            </p:cNvPr>
            <p:cNvSpPr/>
            <p:nvPr/>
          </p:nvSpPr>
          <p:spPr bwMode="gray">
            <a:xfrm>
              <a:off x="4943620" y="1787862"/>
              <a:ext cx="877487" cy="190500"/>
            </a:xfrm>
            <a:prstGeom prst="rect">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F/Model</a:t>
              </a:r>
            </a:p>
          </p:txBody>
        </p:sp>
      </p:grpSp>
      <p:grpSp>
        <p:nvGrpSpPr>
          <p:cNvPr id="22" name="Group 21">
            <a:extLst>
              <a:ext uri="{FF2B5EF4-FFF2-40B4-BE49-F238E27FC236}">
                <a16:creationId xmlns:a16="http://schemas.microsoft.com/office/drawing/2014/main" id="{2FCCF6B1-C11F-CA81-EF39-152D9B34852C}"/>
              </a:ext>
            </a:extLst>
          </p:cNvPr>
          <p:cNvGrpSpPr/>
          <p:nvPr/>
        </p:nvGrpSpPr>
        <p:grpSpPr>
          <a:xfrm>
            <a:off x="5066586" y="4043027"/>
            <a:ext cx="865767" cy="196785"/>
            <a:chOff x="4695974" y="1755953"/>
            <a:chExt cx="865767" cy="196785"/>
          </a:xfrm>
        </p:grpSpPr>
        <p:pic>
          <p:nvPicPr>
            <p:cNvPr id="23" name="Graphic 189984" descr="Star">
              <a:extLst>
                <a:ext uri="{FF2B5EF4-FFF2-40B4-BE49-F238E27FC236}">
                  <a16:creationId xmlns:a16="http://schemas.microsoft.com/office/drawing/2014/main" id="{449F611F-EEAE-09EB-7CED-E64B36957772}"/>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974" y="1755953"/>
              <a:ext cx="198120" cy="190500"/>
            </a:xfrm>
            <a:prstGeom prst="rect">
              <a:avLst/>
            </a:prstGeom>
          </p:spPr>
        </p:pic>
        <p:sp>
          <p:nvSpPr>
            <p:cNvPr id="24" name="Rectangle 23">
              <a:extLst>
                <a:ext uri="{FF2B5EF4-FFF2-40B4-BE49-F238E27FC236}">
                  <a16:creationId xmlns:a16="http://schemas.microsoft.com/office/drawing/2014/main" id="{6E0A6A94-F776-A18E-8CEC-6C2DBDE04277}"/>
                </a:ext>
              </a:extLst>
            </p:cNvPr>
            <p:cNvSpPr/>
            <p:nvPr/>
          </p:nvSpPr>
          <p:spPr bwMode="gray">
            <a:xfrm>
              <a:off x="4918856" y="1780501"/>
              <a:ext cx="642885" cy="172237"/>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PV plan</a:t>
              </a:r>
            </a:p>
          </p:txBody>
        </p:sp>
      </p:grpSp>
      <p:grpSp>
        <p:nvGrpSpPr>
          <p:cNvPr id="25" name="Group 24">
            <a:extLst>
              <a:ext uri="{FF2B5EF4-FFF2-40B4-BE49-F238E27FC236}">
                <a16:creationId xmlns:a16="http://schemas.microsoft.com/office/drawing/2014/main" id="{AB01D2ED-F714-6ACA-D825-52B934648756}"/>
              </a:ext>
            </a:extLst>
          </p:cNvPr>
          <p:cNvGrpSpPr/>
          <p:nvPr/>
        </p:nvGrpSpPr>
        <p:grpSpPr>
          <a:xfrm>
            <a:off x="5987231" y="5294552"/>
            <a:ext cx="1226237" cy="210766"/>
            <a:chOff x="4695974" y="1773709"/>
            <a:chExt cx="1125133" cy="204653"/>
          </a:xfrm>
        </p:grpSpPr>
        <p:pic>
          <p:nvPicPr>
            <p:cNvPr id="26" name="Graphic 189984" descr="Star">
              <a:extLst>
                <a:ext uri="{FF2B5EF4-FFF2-40B4-BE49-F238E27FC236}">
                  <a16:creationId xmlns:a16="http://schemas.microsoft.com/office/drawing/2014/main" id="{E0A6F417-71B4-C111-0BB0-88DDB49F96A9}"/>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974" y="1773709"/>
              <a:ext cx="198120" cy="190500"/>
            </a:xfrm>
            <a:prstGeom prst="rect">
              <a:avLst/>
            </a:prstGeom>
          </p:spPr>
        </p:pic>
        <p:sp>
          <p:nvSpPr>
            <p:cNvPr id="27" name="Rectangle 26">
              <a:extLst>
                <a:ext uri="{FF2B5EF4-FFF2-40B4-BE49-F238E27FC236}">
                  <a16:creationId xmlns:a16="http://schemas.microsoft.com/office/drawing/2014/main" id="{5A87C84F-05F0-E2E2-D3D2-AA96DD8E8778}"/>
                </a:ext>
              </a:extLst>
            </p:cNvPr>
            <p:cNvSpPr/>
            <p:nvPr/>
          </p:nvSpPr>
          <p:spPr bwMode="gray">
            <a:xfrm>
              <a:off x="4943620" y="1787862"/>
              <a:ext cx="877487" cy="190500"/>
            </a:xfrm>
            <a:prstGeom prst="rect">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Risk control review</a:t>
              </a:r>
            </a:p>
          </p:txBody>
        </p:sp>
      </p:grpSp>
      <p:grpSp>
        <p:nvGrpSpPr>
          <p:cNvPr id="28" name="Group 27">
            <a:extLst>
              <a:ext uri="{FF2B5EF4-FFF2-40B4-BE49-F238E27FC236}">
                <a16:creationId xmlns:a16="http://schemas.microsoft.com/office/drawing/2014/main" id="{F2C50A63-6D8E-DB22-E10C-6E33DE2F7AE1}"/>
              </a:ext>
            </a:extLst>
          </p:cNvPr>
          <p:cNvGrpSpPr/>
          <p:nvPr/>
        </p:nvGrpSpPr>
        <p:grpSpPr>
          <a:xfrm>
            <a:off x="6584704" y="5857194"/>
            <a:ext cx="1533025" cy="210766"/>
            <a:chOff x="4695974" y="1773709"/>
            <a:chExt cx="1125133" cy="204653"/>
          </a:xfrm>
        </p:grpSpPr>
        <p:pic>
          <p:nvPicPr>
            <p:cNvPr id="29" name="Graphic 189984" descr="Star">
              <a:extLst>
                <a:ext uri="{FF2B5EF4-FFF2-40B4-BE49-F238E27FC236}">
                  <a16:creationId xmlns:a16="http://schemas.microsoft.com/office/drawing/2014/main" id="{3898DA93-F227-3493-B3F6-1474EE19BE30}"/>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974" y="1773709"/>
              <a:ext cx="198120" cy="190500"/>
            </a:xfrm>
            <a:prstGeom prst="rect">
              <a:avLst/>
            </a:prstGeom>
          </p:spPr>
        </p:pic>
        <p:sp>
          <p:nvSpPr>
            <p:cNvPr id="30" name="Rectangle 29">
              <a:extLst>
                <a:ext uri="{FF2B5EF4-FFF2-40B4-BE49-F238E27FC236}">
                  <a16:creationId xmlns:a16="http://schemas.microsoft.com/office/drawing/2014/main" id="{6A0A74CF-584D-21E3-579C-48347A9902B1}"/>
                </a:ext>
              </a:extLst>
            </p:cNvPr>
            <p:cNvSpPr/>
            <p:nvPr/>
          </p:nvSpPr>
          <p:spPr bwMode="gray">
            <a:xfrm>
              <a:off x="4943620" y="1787862"/>
              <a:ext cx="877487" cy="190500"/>
            </a:xfrm>
            <a:prstGeom prst="rect">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Regulatory review</a:t>
              </a:r>
            </a:p>
          </p:txBody>
        </p:sp>
      </p:grpSp>
      <p:grpSp>
        <p:nvGrpSpPr>
          <p:cNvPr id="31" name="Group 30">
            <a:extLst>
              <a:ext uri="{FF2B5EF4-FFF2-40B4-BE49-F238E27FC236}">
                <a16:creationId xmlns:a16="http://schemas.microsoft.com/office/drawing/2014/main" id="{4C234A6B-22E6-FB99-8A86-5411ED9CEE2C}"/>
              </a:ext>
            </a:extLst>
          </p:cNvPr>
          <p:cNvGrpSpPr/>
          <p:nvPr/>
        </p:nvGrpSpPr>
        <p:grpSpPr>
          <a:xfrm>
            <a:off x="9050603" y="5849906"/>
            <a:ext cx="1533025" cy="210766"/>
            <a:chOff x="4695974" y="1773709"/>
            <a:chExt cx="1125133" cy="204653"/>
          </a:xfrm>
        </p:grpSpPr>
        <p:pic>
          <p:nvPicPr>
            <p:cNvPr id="32" name="Graphic 189984" descr="Star">
              <a:extLst>
                <a:ext uri="{FF2B5EF4-FFF2-40B4-BE49-F238E27FC236}">
                  <a16:creationId xmlns:a16="http://schemas.microsoft.com/office/drawing/2014/main" id="{18BB66E9-AAF5-FFCB-D41D-643867B942A5}"/>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974" y="1773709"/>
              <a:ext cx="198120" cy="190500"/>
            </a:xfrm>
            <a:prstGeom prst="rect">
              <a:avLst/>
            </a:prstGeom>
          </p:spPr>
        </p:pic>
        <p:sp>
          <p:nvSpPr>
            <p:cNvPr id="33" name="Rectangle 32">
              <a:extLst>
                <a:ext uri="{FF2B5EF4-FFF2-40B4-BE49-F238E27FC236}">
                  <a16:creationId xmlns:a16="http://schemas.microsoft.com/office/drawing/2014/main" id="{5BB0F5E2-90A4-95BD-E5B7-1A752C87B158}"/>
                </a:ext>
              </a:extLst>
            </p:cNvPr>
            <p:cNvSpPr/>
            <p:nvPr/>
          </p:nvSpPr>
          <p:spPr bwMode="gray">
            <a:xfrm>
              <a:off x="4943620" y="1787862"/>
              <a:ext cx="877487" cy="190500"/>
            </a:xfrm>
            <a:prstGeom prst="rect">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KPI review</a:t>
              </a:r>
            </a:p>
          </p:txBody>
        </p:sp>
      </p:grpSp>
      <p:grpSp>
        <p:nvGrpSpPr>
          <p:cNvPr id="34" name="Group 33">
            <a:extLst>
              <a:ext uri="{FF2B5EF4-FFF2-40B4-BE49-F238E27FC236}">
                <a16:creationId xmlns:a16="http://schemas.microsoft.com/office/drawing/2014/main" id="{10C1A402-FFB1-DDD0-B8DB-798089330D32}"/>
              </a:ext>
            </a:extLst>
          </p:cNvPr>
          <p:cNvGrpSpPr/>
          <p:nvPr/>
        </p:nvGrpSpPr>
        <p:grpSpPr>
          <a:xfrm>
            <a:off x="5391407" y="5553140"/>
            <a:ext cx="1533025" cy="210766"/>
            <a:chOff x="4695974" y="1773709"/>
            <a:chExt cx="1125133" cy="204653"/>
          </a:xfrm>
        </p:grpSpPr>
        <p:pic>
          <p:nvPicPr>
            <p:cNvPr id="35" name="Graphic 189984" descr="Star">
              <a:extLst>
                <a:ext uri="{FF2B5EF4-FFF2-40B4-BE49-F238E27FC236}">
                  <a16:creationId xmlns:a16="http://schemas.microsoft.com/office/drawing/2014/main" id="{C9429884-18EF-51EA-8EC6-4283B9A87F78}"/>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974" y="1773709"/>
              <a:ext cx="198120" cy="190500"/>
            </a:xfrm>
            <a:prstGeom prst="rect">
              <a:avLst/>
            </a:prstGeom>
          </p:spPr>
        </p:pic>
        <p:sp>
          <p:nvSpPr>
            <p:cNvPr id="36" name="Rectangle 35">
              <a:extLst>
                <a:ext uri="{FF2B5EF4-FFF2-40B4-BE49-F238E27FC236}">
                  <a16:creationId xmlns:a16="http://schemas.microsoft.com/office/drawing/2014/main" id="{C6CD3D58-E34B-32D9-40E1-43C87D86CC29}"/>
                </a:ext>
              </a:extLst>
            </p:cNvPr>
            <p:cNvSpPr/>
            <p:nvPr/>
          </p:nvSpPr>
          <p:spPr bwMode="gray">
            <a:xfrm>
              <a:off x="4943620" y="1787862"/>
              <a:ext cx="877487" cy="190500"/>
            </a:xfrm>
            <a:prstGeom prst="rect">
              <a:avLst/>
            </a:prstGeom>
            <a:solidFill>
              <a:srgbClr val="53565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Business plan</a:t>
              </a:r>
            </a:p>
          </p:txBody>
        </p:sp>
      </p:grpSp>
      <p:grpSp>
        <p:nvGrpSpPr>
          <p:cNvPr id="37" name="Group 36">
            <a:extLst>
              <a:ext uri="{FF2B5EF4-FFF2-40B4-BE49-F238E27FC236}">
                <a16:creationId xmlns:a16="http://schemas.microsoft.com/office/drawing/2014/main" id="{CE80FD73-9A4A-C51B-1019-F0FB149E6ED0}"/>
              </a:ext>
            </a:extLst>
          </p:cNvPr>
          <p:cNvGrpSpPr/>
          <p:nvPr/>
        </p:nvGrpSpPr>
        <p:grpSpPr>
          <a:xfrm>
            <a:off x="5075376" y="1718728"/>
            <a:ext cx="1509328" cy="225418"/>
            <a:chOff x="4695974" y="1773709"/>
            <a:chExt cx="1107741" cy="218880"/>
          </a:xfrm>
        </p:grpSpPr>
        <p:pic>
          <p:nvPicPr>
            <p:cNvPr id="38" name="Graphic 189984" descr="Star">
              <a:extLst>
                <a:ext uri="{FF2B5EF4-FFF2-40B4-BE49-F238E27FC236}">
                  <a16:creationId xmlns:a16="http://schemas.microsoft.com/office/drawing/2014/main" id="{064B34EB-2B4D-05D3-AC66-6BAD002B8FDB}"/>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974" y="1773709"/>
              <a:ext cx="198120" cy="190500"/>
            </a:xfrm>
            <a:prstGeom prst="rect">
              <a:avLst/>
            </a:prstGeom>
          </p:spPr>
        </p:pic>
        <p:sp>
          <p:nvSpPr>
            <p:cNvPr id="39" name="Rectangle 38">
              <a:extLst>
                <a:ext uri="{FF2B5EF4-FFF2-40B4-BE49-F238E27FC236}">
                  <a16:creationId xmlns:a16="http://schemas.microsoft.com/office/drawing/2014/main" id="{8C57EBA0-1A97-1F92-3D7A-0A6AA58DACEF}"/>
                </a:ext>
              </a:extLst>
            </p:cNvPr>
            <p:cNvSpPr/>
            <p:nvPr/>
          </p:nvSpPr>
          <p:spPr bwMode="gray">
            <a:xfrm>
              <a:off x="4943620" y="1787863"/>
              <a:ext cx="860095" cy="204726"/>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Strategic Roadmap</a:t>
              </a:r>
            </a:p>
          </p:txBody>
        </p:sp>
      </p:grpSp>
      <p:grpSp>
        <p:nvGrpSpPr>
          <p:cNvPr id="40" name="Group 39">
            <a:extLst>
              <a:ext uri="{FF2B5EF4-FFF2-40B4-BE49-F238E27FC236}">
                <a16:creationId xmlns:a16="http://schemas.microsoft.com/office/drawing/2014/main" id="{D226E95B-6EBF-DF16-F8A8-9CA8917270FD}"/>
              </a:ext>
            </a:extLst>
          </p:cNvPr>
          <p:cNvGrpSpPr/>
          <p:nvPr/>
        </p:nvGrpSpPr>
        <p:grpSpPr>
          <a:xfrm>
            <a:off x="5391407" y="1998265"/>
            <a:ext cx="1791575" cy="255425"/>
            <a:chOff x="4695974" y="1773709"/>
            <a:chExt cx="1125133" cy="204653"/>
          </a:xfrm>
        </p:grpSpPr>
        <p:pic>
          <p:nvPicPr>
            <p:cNvPr id="41" name="Graphic 189984" descr="Star">
              <a:extLst>
                <a:ext uri="{FF2B5EF4-FFF2-40B4-BE49-F238E27FC236}">
                  <a16:creationId xmlns:a16="http://schemas.microsoft.com/office/drawing/2014/main" id="{02ED3BA7-F1BD-2769-52B4-87DC4FCEE2B9}"/>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5974" y="1773709"/>
              <a:ext cx="198120" cy="190500"/>
            </a:xfrm>
            <a:prstGeom prst="rect">
              <a:avLst/>
            </a:prstGeom>
          </p:spPr>
        </p:pic>
        <p:sp>
          <p:nvSpPr>
            <p:cNvPr id="42" name="Rectangle 41">
              <a:extLst>
                <a:ext uri="{FF2B5EF4-FFF2-40B4-BE49-F238E27FC236}">
                  <a16:creationId xmlns:a16="http://schemas.microsoft.com/office/drawing/2014/main" id="{EA79C655-DA32-03D8-0E5B-C46D09DD63ED}"/>
                </a:ext>
              </a:extLst>
            </p:cNvPr>
            <p:cNvSpPr/>
            <p:nvPr/>
          </p:nvSpPr>
          <p:spPr bwMode="gray">
            <a:xfrm>
              <a:off x="4943620" y="1787862"/>
              <a:ext cx="877487" cy="1905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Investment  play book</a:t>
              </a:r>
            </a:p>
          </p:txBody>
        </p:sp>
      </p:grpSp>
      <p:sp>
        <p:nvSpPr>
          <p:cNvPr id="243" name="Rectangle 24">
            <a:hlinkClick r:id="rId8" action="ppaction://hlinksldjump"/>
            <a:extLst>
              <a:ext uri="{FF2B5EF4-FFF2-40B4-BE49-F238E27FC236}">
                <a16:creationId xmlns:a16="http://schemas.microsoft.com/office/drawing/2014/main" id="{E7637426-47C4-81EF-59AA-71C470C24AEB}"/>
              </a:ext>
            </a:extLst>
          </p:cNvPr>
          <p:cNvSpPr/>
          <p:nvPr/>
        </p:nvSpPr>
        <p:spPr bwMode="gray">
          <a:xfrm>
            <a:off x="1115786" y="-6512"/>
            <a:ext cx="1332000" cy="288000"/>
          </a:xfrm>
          <a:prstGeom prst="rect">
            <a:avLst/>
          </a:prstGeom>
          <a:solidFill>
            <a:schemeClr val="accent1">
              <a:lumMod val="40000"/>
              <a:lumOff val="60000"/>
            </a:schemeClr>
          </a:solidFill>
          <a:ln w="9525" algn="ctr">
            <a:solidFill>
              <a:schemeClr val="bg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1200" cap="none" spc="0" normalizeH="0" baseline="0" noProof="0">
                <a:ln>
                  <a:noFill/>
                </a:ln>
                <a:solidFill>
                  <a:prstClr val="black"/>
                </a:solidFill>
                <a:effectLst/>
                <a:uLnTx/>
                <a:uFillTx/>
                <a:latin typeface="Calibri"/>
                <a:ea typeface="+mn-ea"/>
                <a:cs typeface="+mn-cs"/>
              </a:rPr>
              <a:t>Project Execution Work Plan </a:t>
            </a:r>
          </a:p>
        </p:txBody>
      </p:sp>
      <p:sp>
        <p:nvSpPr>
          <p:cNvPr id="244" name="Freeform 15">
            <a:extLst>
              <a:ext uri="{FF2B5EF4-FFF2-40B4-BE49-F238E27FC236}">
                <a16:creationId xmlns:a16="http://schemas.microsoft.com/office/drawing/2014/main" id="{D4B8A30B-6753-317E-1A37-CDE519F04C3C}"/>
              </a:ext>
            </a:extLst>
          </p:cNvPr>
          <p:cNvSpPr>
            <a:spLocks/>
          </p:cNvSpPr>
          <p:nvPr/>
        </p:nvSpPr>
        <p:spPr bwMode="gray">
          <a:xfrm>
            <a:off x="640908"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Calibri"/>
                <a:ea typeface="+mn-ea"/>
                <a:cs typeface="+mn-cs"/>
              </a:rPr>
              <a:t>2</a:t>
            </a:r>
          </a:p>
        </p:txBody>
      </p:sp>
      <p:sp>
        <p:nvSpPr>
          <p:cNvPr id="245" name="Freeform 16">
            <a:extLst>
              <a:ext uri="{FF2B5EF4-FFF2-40B4-BE49-F238E27FC236}">
                <a16:creationId xmlns:a16="http://schemas.microsoft.com/office/drawing/2014/main" id="{AC8A3B55-2096-1E27-5250-F517A5CDA702}"/>
              </a:ext>
            </a:extLst>
          </p:cNvPr>
          <p:cNvSpPr>
            <a:spLocks/>
          </p:cNvSpPr>
          <p:nvPr/>
        </p:nvSpPr>
        <p:spPr bwMode="gray">
          <a:xfrm>
            <a:off x="403469" y="-1346"/>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bg2"/>
          </a:solidFill>
          <a:ln w="9525">
            <a:no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Calibri"/>
                <a:ea typeface="+mn-ea"/>
                <a:cs typeface="+mn-cs"/>
              </a:rPr>
              <a:t>1</a:t>
            </a:r>
          </a:p>
        </p:txBody>
      </p:sp>
      <p:sp>
        <p:nvSpPr>
          <p:cNvPr id="246" name="Freeform 6">
            <a:extLst>
              <a:ext uri="{FF2B5EF4-FFF2-40B4-BE49-F238E27FC236}">
                <a16:creationId xmlns:a16="http://schemas.microsoft.com/office/drawing/2014/main" id="{FFC40423-277F-DDB1-4CC9-F3578DD910D1}"/>
              </a:ext>
            </a:extLst>
          </p:cNvPr>
          <p:cNvSpPr>
            <a:spLocks/>
          </p:cNvSpPr>
          <p:nvPr/>
        </p:nvSpPr>
        <p:spPr bwMode="gray">
          <a:xfrm>
            <a:off x="878347" y="0"/>
            <a:ext cx="198000" cy="198000"/>
          </a:xfrm>
          <a:custGeom>
            <a:avLst/>
            <a:gdLst>
              <a:gd name="T0" fmla="*/ 1565275 w 1310"/>
              <a:gd name="T1" fmla="*/ 0 h 460"/>
              <a:gd name="T2" fmla="*/ 1565275 w 1310"/>
              <a:gd name="T3" fmla="*/ 728663 h 460"/>
              <a:gd name="T4" fmla="*/ 0 w 1310"/>
              <a:gd name="T5" fmla="*/ 730250 h 460"/>
              <a:gd name="T6" fmla="*/ 1195 w 1310"/>
              <a:gd name="T7" fmla="*/ 0 h 460"/>
              <a:gd name="T8" fmla="*/ 1565275 w 1310"/>
              <a:gd name="T9" fmla="*/ 0 h 4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0" h="460">
                <a:moveTo>
                  <a:pt x="1310" y="0"/>
                </a:moveTo>
                <a:lnTo>
                  <a:pt x="1310" y="459"/>
                </a:lnTo>
                <a:lnTo>
                  <a:pt x="0" y="460"/>
                </a:lnTo>
                <a:lnTo>
                  <a:pt x="1" y="0"/>
                </a:lnTo>
                <a:lnTo>
                  <a:pt x="1310" y="0"/>
                </a:lnTo>
                <a:close/>
              </a:path>
            </a:pathLst>
          </a:custGeom>
          <a:solidFill>
            <a:schemeClr val="accent1"/>
          </a:solidFill>
          <a:ln w="9525">
            <a:solidFill>
              <a:schemeClr val="bg2"/>
            </a:solidFill>
            <a:miter lim="800000"/>
            <a:headEnd/>
            <a:tailEnd/>
          </a:ln>
          <a:effectLst/>
        </p:spPr>
        <p:txBody>
          <a:bodyPr lIns="0" tIns="0" rIns="0" bIns="0" anchor="ctr"/>
          <a:lstStyle/>
          <a:p>
            <a:pPr marL="0" marR="0" lvl="0" indent="0" algn="ctr" defTabSz="914400" rtl="0" eaLnBrk="1" fontAlgn="auto" latinLnBrk="0" hangingPunct="1">
              <a:lnSpc>
                <a:spcPct val="105000"/>
              </a:lnSpc>
              <a:spcBef>
                <a:spcPts val="0"/>
              </a:spcBef>
              <a:spcAft>
                <a:spcPct val="55000"/>
              </a:spcAft>
              <a:buClrTx/>
              <a:buSzTx/>
              <a:buFontTx/>
              <a:buNone/>
              <a:tabLst/>
              <a:defRPr/>
            </a:pPr>
            <a:r>
              <a:rPr kumimoji="0" lang="en-US" sz="1000" b="1" i="0" u="none" strike="noStrike" kern="1200" cap="none" spc="0" normalizeH="0" baseline="0" noProof="0">
                <a:ln>
                  <a:noFill/>
                </a:ln>
                <a:solidFill>
                  <a:prstClr val="white"/>
                </a:solidFill>
                <a:effectLst/>
                <a:uLnTx/>
                <a:uFillTx/>
                <a:latin typeface="Calibri"/>
                <a:ea typeface="+mn-ea"/>
                <a:cs typeface="+mn-cs"/>
              </a:rPr>
              <a:t>3</a:t>
            </a:r>
          </a:p>
        </p:txBody>
      </p:sp>
      <p:pic>
        <p:nvPicPr>
          <p:cNvPr id="247" name="Picture 246">
            <a:hlinkClick r:id="rId9" action="ppaction://hlinksldjump"/>
            <a:extLst>
              <a:ext uri="{FF2B5EF4-FFF2-40B4-BE49-F238E27FC236}">
                <a16:creationId xmlns:a16="http://schemas.microsoft.com/office/drawing/2014/main" id="{52352E74-4053-C2D4-10A7-11B5B16D4008}"/>
              </a:ext>
            </a:extLst>
          </p:cNvPr>
          <p:cNvPicPr>
            <a:picLocks noChangeAspect="1"/>
          </p:cNvPicPr>
          <p:nvPr/>
        </p:nvPicPr>
        <p:blipFill>
          <a:blip r:embed="rId10"/>
          <a:stretch>
            <a:fillRect/>
          </a:stretch>
        </p:blipFill>
        <p:spPr>
          <a:xfrm>
            <a:off x="11726283" y="113485"/>
            <a:ext cx="359695" cy="365792"/>
          </a:xfrm>
          <a:prstGeom prst="rect">
            <a:avLst/>
          </a:prstGeom>
        </p:spPr>
      </p:pic>
      <p:sp>
        <p:nvSpPr>
          <p:cNvPr id="43" name="Rectangle 42">
            <a:extLst>
              <a:ext uri="{FF2B5EF4-FFF2-40B4-BE49-F238E27FC236}">
                <a16:creationId xmlns:a16="http://schemas.microsoft.com/office/drawing/2014/main" id="{BA475190-6201-BA82-E732-D3ACE5B78E06}"/>
              </a:ext>
            </a:extLst>
          </p:cNvPr>
          <p:cNvSpPr/>
          <p:nvPr/>
        </p:nvSpPr>
        <p:spPr bwMode="gray">
          <a:xfrm>
            <a:off x="616884" y="2564575"/>
            <a:ext cx="3657600" cy="22860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just">
              <a:lnSpc>
                <a:spcPct val="106000"/>
              </a:lnSpc>
            </a:pPr>
            <a:r>
              <a:rPr lang="en-US" sz="800">
                <a:solidFill>
                  <a:srgbClr val="000000"/>
                </a:solidFill>
                <a:latin typeface="Verdana" panose="020B0604030504040204" pitchFamily="34" charset="0"/>
                <a:ea typeface="Verdana" panose="020B0604030504040204" pitchFamily="34" charset="0"/>
              </a:rPr>
              <a:t>Monitoring Projects in implementation &amp; O&amp;M phase</a:t>
            </a:r>
          </a:p>
        </p:txBody>
      </p:sp>
      <p:sp>
        <p:nvSpPr>
          <p:cNvPr id="44" name="Rectangle 43">
            <a:extLst>
              <a:ext uri="{FF2B5EF4-FFF2-40B4-BE49-F238E27FC236}">
                <a16:creationId xmlns:a16="http://schemas.microsoft.com/office/drawing/2014/main" id="{89FF5281-A028-54DE-6D29-8E01BD33C1A7}"/>
              </a:ext>
            </a:extLst>
          </p:cNvPr>
          <p:cNvSpPr/>
          <p:nvPr/>
        </p:nvSpPr>
        <p:spPr bwMode="gray">
          <a:xfrm>
            <a:off x="608009" y="2298239"/>
            <a:ext cx="3657600" cy="22860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just">
              <a:lnSpc>
                <a:spcPct val="106000"/>
              </a:lnSpc>
            </a:pPr>
            <a:r>
              <a:rPr lang="en-US" sz="800">
                <a:latin typeface="Verdana" panose="020B0604030504040204" pitchFamily="34" charset="0"/>
                <a:ea typeface="Verdana" panose="020B0604030504040204" pitchFamily="34" charset="0"/>
              </a:rPr>
              <a:t>PPP deal support and bid advisory</a:t>
            </a:r>
          </a:p>
        </p:txBody>
      </p:sp>
      <p:sp>
        <p:nvSpPr>
          <p:cNvPr id="45" name="Rectangle 44">
            <a:extLst>
              <a:ext uri="{FF2B5EF4-FFF2-40B4-BE49-F238E27FC236}">
                <a16:creationId xmlns:a16="http://schemas.microsoft.com/office/drawing/2014/main" id="{E6FBB63E-71FD-0E85-74A2-4477C39BA920}"/>
              </a:ext>
            </a:extLst>
          </p:cNvPr>
          <p:cNvSpPr/>
          <p:nvPr/>
        </p:nvSpPr>
        <p:spPr bwMode="gray">
          <a:xfrm>
            <a:off x="6558264" y="2515131"/>
            <a:ext cx="5132086" cy="274668"/>
          </a:xfrm>
          <a:prstGeom prst="rect">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a:solidFill>
                  <a:schemeClr val="bg1"/>
                </a:solidFill>
                <a:latin typeface="Verdana" panose="020B0604030504040204" pitchFamily="34" charset="0"/>
                <a:ea typeface="Verdana" panose="020B0604030504040204" pitchFamily="34" charset="0"/>
              </a:rPr>
              <a:t>Implementation support and handholding</a:t>
            </a:r>
          </a:p>
        </p:txBody>
      </p:sp>
      <p:sp>
        <p:nvSpPr>
          <p:cNvPr id="51" name="Diamond 50">
            <a:extLst>
              <a:ext uri="{FF2B5EF4-FFF2-40B4-BE49-F238E27FC236}">
                <a16:creationId xmlns:a16="http://schemas.microsoft.com/office/drawing/2014/main" id="{B71C3470-8968-05C8-3ECC-654798974F2C}"/>
              </a:ext>
            </a:extLst>
          </p:cNvPr>
          <p:cNvSpPr>
            <a:spLocks noChangeAspect="1" noChangeArrowheads="1"/>
          </p:cNvSpPr>
          <p:nvPr/>
        </p:nvSpPr>
        <p:spPr bwMode="auto">
          <a:xfrm>
            <a:off x="4397603" y="1296459"/>
            <a:ext cx="137160" cy="137160"/>
          </a:xfrm>
          <a:prstGeom prst="diamond">
            <a:avLst/>
          </a:prstGeom>
          <a:solidFill>
            <a:schemeClr val="accent6">
              <a:lumMod val="60000"/>
              <a:lumOff val="40000"/>
            </a:schemeClr>
          </a:solidFill>
          <a:ln w="9525">
            <a:noFill/>
            <a:miter lim="800000"/>
            <a:headEnd/>
            <a:tailEnd/>
          </a:ln>
        </p:spPr>
        <p:txBody>
          <a:bodyPr rot="0" vert="horz" wrap="square" lIns="91440" tIns="45720" rIns="91440" bIns="45720" anchor="t" anchorCtr="0" upright="1">
            <a:noAutofit/>
          </a:bodyPr>
          <a:lstStyle/>
          <a:p>
            <a:endParaRPr lang="en-US"/>
          </a:p>
        </p:txBody>
      </p:sp>
      <p:sp>
        <p:nvSpPr>
          <p:cNvPr id="52" name="Diamond 51">
            <a:extLst>
              <a:ext uri="{FF2B5EF4-FFF2-40B4-BE49-F238E27FC236}">
                <a16:creationId xmlns:a16="http://schemas.microsoft.com/office/drawing/2014/main" id="{126BA3E9-84E5-98DC-6262-E2A67891A951}"/>
              </a:ext>
            </a:extLst>
          </p:cNvPr>
          <p:cNvSpPr>
            <a:spLocks noChangeAspect="1" noChangeArrowheads="1"/>
          </p:cNvSpPr>
          <p:nvPr/>
        </p:nvSpPr>
        <p:spPr bwMode="auto">
          <a:xfrm>
            <a:off x="4970181" y="1786204"/>
            <a:ext cx="137160" cy="137160"/>
          </a:xfrm>
          <a:prstGeom prst="diamond">
            <a:avLst/>
          </a:prstGeom>
          <a:solidFill>
            <a:srgbClr val="00ABAB"/>
          </a:solidFill>
          <a:ln w="9525">
            <a:noFill/>
            <a:miter lim="800000"/>
            <a:headEnd/>
            <a:tailEnd/>
          </a:ln>
        </p:spPr>
        <p:txBody>
          <a:bodyPr rot="0" vert="horz" wrap="square" lIns="91440" tIns="45720" rIns="91440" bIns="45720" anchor="t" anchorCtr="0" upright="1">
            <a:noAutofit/>
          </a:bodyPr>
          <a:lstStyle/>
          <a:p>
            <a:endParaRPr lang="en-US"/>
          </a:p>
        </p:txBody>
      </p:sp>
      <p:pic>
        <p:nvPicPr>
          <p:cNvPr id="53" name="Graphic 189984" descr="Star">
            <a:extLst>
              <a:ext uri="{FF2B5EF4-FFF2-40B4-BE49-F238E27FC236}">
                <a16:creationId xmlns:a16="http://schemas.microsoft.com/office/drawing/2014/main" id="{E7F13FD8-A3DA-AFAE-A20C-12A1E8715C4E}"/>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35827" y="3562382"/>
            <a:ext cx="198120" cy="190500"/>
          </a:xfrm>
          <a:prstGeom prst="rect">
            <a:avLst/>
          </a:prstGeom>
        </p:spPr>
      </p:pic>
      <p:pic>
        <p:nvPicPr>
          <p:cNvPr id="49" name="Graphic 189984" descr="Star">
            <a:extLst>
              <a:ext uri="{FF2B5EF4-FFF2-40B4-BE49-F238E27FC236}">
                <a16:creationId xmlns:a16="http://schemas.microsoft.com/office/drawing/2014/main" id="{A8A39278-1979-F9CE-4799-A7802069537B}"/>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7157" y="1727174"/>
            <a:ext cx="269944" cy="196190"/>
          </a:xfrm>
          <a:prstGeom prst="rect">
            <a:avLst/>
          </a:prstGeom>
        </p:spPr>
      </p:pic>
      <p:sp>
        <p:nvSpPr>
          <p:cNvPr id="50" name="Rectangle 49">
            <a:extLst>
              <a:ext uri="{FF2B5EF4-FFF2-40B4-BE49-F238E27FC236}">
                <a16:creationId xmlns:a16="http://schemas.microsoft.com/office/drawing/2014/main" id="{10AEC69A-9050-68F9-490F-09840E5E16C7}"/>
              </a:ext>
            </a:extLst>
          </p:cNvPr>
          <p:cNvSpPr/>
          <p:nvPr/>
        </p:nvSpPr>
        <p:spPr bwMode="gray">
          <a:xfrm>
            <a:off x="7095736" y="1738730"/>
            <a:ext cx="1195600" cy="2179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Annual Strategic Retreat</a:t>
            </a:r>
          </a:p>
        </p:txBody>
      </p:sp>
      <p:pic>
        <p:nvPicPr>
          <p:cNvPr id="56" name="Graphic 189984" descr="Star">
            <a:extLst>
              <a:ext uri="{FF2B5EF4-FFF2-40B4-BE49-F238E27FC236}">
                <a16:creationId xmlns:a16="http://schemas.microsoft.com/office/drawing/2014/main" id="{3149D561-CA21-B23A-7A9B-DE603AAF39D0}"/>
              </a:ext>
            </a:extLst>
          </p:cNvPr>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91138" y="1722720"/>
            <a:ext cx="269944" cy="196190"/>
          </a:xfrm>
          <a:prstGeom prst="rect">
            <a:avLst/>
          </a:prstGeom>
        </p:spPr>
      </p:pic>
      <p:sp>
        <p:nvSpPr>
          <p:cNvPr id="57" name="Rectangle 56">
            <a:extLst>
              <a:ext uri="{FF2B5EF4-FFF2-40B4-BE49-F238E27FC236}">
                <a16:creationId xmlns:a16="http://schemas.microsoft.com/office/drawing/2014/main" id="{52603CDF-1A26-12DC-9395-5229F27C4677}"/>
              </a:ext>
            </a:extLst>
          </p:cNvPr>
          <p:cNvSpPr/>
          <p:nvPr/>
        </p:nvSpPr>
        <p:spPr bwMode="gray">
          <a:xfrm>
            <a:off x="9499717" y="1734276"/>
            <a:ext cx="1195600" cy="217967"/>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a:solidFill>
                  <a:schemeClr val="bg1"/>
                </a:solidFill>
                <a:latin typeface="Verdana" panose="020B0604030504040204" pitchFamily="34" charset="0"/>
                <a:ea typeface="Verdana" panose="020B0604030504040204" pitchFamily="34" charset="0"/>
              </a:rPr>
              <a:t>Annual Strategic Retreat</a:t>
            </a:r>
          </a:p>
        </p:txBody>
      </p:sp>
    </p:spTree>
    <p:extLst>
      <p:ext uri="{BB962C8B-B14F-4D97-AF65-F5344CB8AC3E}">
        <p14:creationId xmlns:p14="http://schemas.microsoft.com/office/powerpoint/2010/main" val="364548608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purple background&#10;&#10;Description automatically generated">
            <a:extLst>
              <a:ext uri="{FF2B5EF4-FFF2-40B4-BE49-F238E27FC236}">
                <a16:creationId xmlns:a16="http://schemas.microsoft.com/office/drawing/2014/main" id="{DF1C830F-F668-0BE3-F2B3-88244BA254A9}"/>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tretch>
            <a:fillRect/>
          </a:stretch>
        </p:blipFill>
        <p:spPr>
          <a:xfrm>
            <a:off x="0" y="1371283"/>
            <a:ext cx="12192000" cy="5486717"/>
          </a:xfrm>
          <a:prstGeom prst="rect">
            <a:avLst/>
          </a:prstGeom>
        </p:spPr>
      </p:pic>
      <p:sp>
        <p:nvSpPr>
          <p:cNvPr id="4" name="Rectangle 3">
            <a:extLst>
              <a:ext uri="{FF2B5EF4-FFF2-40B4-BE49-F238E27FC236}">
                <a16:creationId xmlns:a16="http://schemas.microsoft.com/office/drawing/2014/main" id="{54107920-CD4A-0519-6177-A5798464AD44}"/>
              </a:ext>
            </a:extLst>
          </p:cNvPr>
          <p:cNvSpPr/>
          <p:nvPr/>
        </p:nvSpPr>
        <p:spPr bwMode="gray">
          <a:xfrm>
            <a:off x="0" y="0"/>
            <a:ext cx="12192000" cy="6858000"/>
          </a:xfrm>
          <a:prstGeom prst="rect">
            <a:avLst/>
          </a:prstGeom>
          <a:gradFill>
            <a:gsLst>
              <a:gs pos="26000">
                <a:srgbClr val="0E2742"/>
              </a:gs>
              <a:gs pos="100000">
                <a:srgbClr val="0E2742">
                  <a:alpha val="0"/>
                </a:srgbClr>
              </a:gs>
            </a:gsLst>
            <a:lin ang="540000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970D5ED6-9E31-9DC7-D688-8CAB05DA4842}"/>
              </a:ext>
            </a:extLst>
          </p:cNvPr>
          <p:cNvGrpSpPr/>
          <p:nvPr/>
        </p:nvGrpSpPr>
        <p:grpSpPr>
          <a:xfrm>
            <a:off x="600404" y="282670"/>
            <a:ext cx="5733020" cy="2570724"/>
            <a:chOff x="495300" y="1189181"/>
            <a:chExt cx="5733020" cy="2570724"/>
          </a:xfrm>
        </p:grpSpPr>
        <p:sp>
          <p:nvSpPr>
            <p:cNvPr id="2" name="TextBox 6">
              <a:extLst>
                <a:ext uri="{FF2B5EF4-FFF2-40B4-BE49-F238E27FC236}">
                  <a16:creationId xmlns:a16="http://schemas.microsoft.com/office/drawing/2014/main" id="{BFFBE392-AF08-36D4-7BC7-0618502EBEAE}"/>
                </a:ext>
              </a:extLst>
            </p:cNvPr>
            <p:cNvSpPr txBox="1"/>
            <p:nvPr/>
          </p:nvSpPr>
          <p:spPr>
            <a:xfrm>
              <a:off x="734988" y="1189181"/>
              <a:ext cx="2281481" cy="2139688"/>
            </a:xfrm>
            <a:prstGeom prst="rect">
              <a:avLst/>
            </a:prstGeom>
          </p:spPr>
          <p:txBody>
            <a:bodyPr wrap="square" lIns="0" tIns="0" rIns="0" bIns="0" rtlCol="0" anchor="t">
              <a:spAutoFit/>
            </a:bodyPr>
            <a:lstStyle/>
            <a:p>
              <a:pPr marL="0" marR="0" lvl="0" indent="0" algn="l" defTabSz="914400" rtl="0" eaLnBrk="1" fontAlgn="auto" latinLnBrk="0" hangingPunct="1">
                <a:lnSpc>
                  <a:spcPts val="17980"/>
                </a:lnSpc>
                <a:spcBef>
                  <a:spcPts val="0"/>
                </a:spcBef>
                <a:spcAft>
                  <a:spcPts val="0"/>
                </a:spcAft>
                <a:buClrTx/>
                <a:buSzTx/>
                <a:buFontTx/>
                <a:buNone/>
                <a:tabLst/>
                <a:defRPr/>
              </a:pPr>
              <a:endParaRPr kumimoji="0" lang="en-US" sz="11500" b="0" i="0" u="none" strike="noStrike" kern="1200" cap="none" spc="12" normalizeH="0" baseline="0" noProof="0">
                <a:ln>
                  <a:noFill/>
                </a:ln>
                <a:solidFill>
                  <a:srgbClr val="32E9FF"/>
                </a:solidFill>
                <a:effectLst/>
                <a:uLnTx/>
                <a:uFillTx/>
                <a:latin typeface="Aptos" panose="020B0004020202020204" pitchFamily="34" charset="0"/>
                <a:ea typeface="+mn-ea"/>
                <a:cs typeface="+mn-cs"/>
              </a:endParaRPr>
            </a:p>
          </p:txBody>
        </p:sp>
        <p:grpSp>
          <p:nvGrpSpPr>
            <p:cNvPr id="5" name="Group 4">
              <a:extLst>
                <a:ext uri="{FF2B5EF4-FFF2-40B4-BE49-F238E27FC236}">
                  <a16:creationId xmlns:a16="http://schemas.microsoft.com/office/drawing/2014/main" id="{A2D0C634-E158-36CC-D7BD-49608E447B1F}"/>
                </a:ext>
              </a:extLst>
            </p:cNvPr>
            <p:cNvGrpSpPr/>
            <p:nvPr/>
          </p:nvGrpSpPr>
          <p:grpSpPr>
            <a:xfrm>
              <a:off x="495300" y="2610854"/>
              <a:ext cx="5733020" cy="1149051"/>
              <a:chOff x="495300" y="2610854"/>
              <a:chExt cx="5733020" cy="1149051"/>
            </a:xfrm>
          </p:grpSpPr>
          <p:sp>
            <p:nvSpPr>
              <p:cNvPr id="9" name="Freeform 682">
                <a:extLst>
                  <a:ext uri="{FF2B5EF4-FFF2-40B4-BE49-F238E27FC236}">
                    <a16:creationId xmlns:a16="http://schemas.microsoft.com/office/drawing/2014/main" id="{C967D441-DD59-12E6-9EFA-09EF94E2C4EA}"/>
                  </a:ext>
                </a:extLst>
              </p:cNvPr>
              <p:cNvSpPr>
                <a:spLocks noEditPoints="1"/>
              </p:cNvSpPr>
              <p:nvPr/>
            </p:nvSpPr>
            <p:spPr bwMode="auto">
              <a:xfrm rot="5400000">
                <a:off x="5410174" y="2610854"/>
                <a:ext cx="818146" cy="818146"/>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adFill>
                <a:gsLst>
                  <a:gs pos="0">
                    <a:srgbClr val="00ABAB"/>
                  </a:gs>
                  <a:gs pos="53000">
                    <a:srgbClr val="0097A9"/>
                  </a:gs>
                  <a:gs pos="100000">
                    <a:srgbClr val="040D21"/>
                  </a:gs>
                </a:gsLst>
                <a:lin ang="8100000" scaled="1"/>
              </a:gradFill>
              <a:ln w="3175" algn="ctr">
                <a:noFill/>
                <a:miter lim="800000"/>
                <a:headEnd/>
                <a:tailEnd/>
              </a:ln>
              <a:extLst>
                <a:ext uri="{91240B29-F687-4f45-9708-019B960494DF}">
                  <a14:hiddenLine xmlns="" xmlns:a14="http://schemas.microsoft.com/office/drawing/2010/main" w="9525">
                    <a:solidFill>
                      <a:srgbClr val="000000"/>
                    </a:solidFill>
                    <a:round/>
                    <a:headEnd/>
                    <a:tailEnd/>
                  </a14:hiddenLine>
                </a:ext>
              </a:extLst>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3D5B8B0-BF51-EF43-C5CA-87BFBB9C2108}"/>
                  </a:ext>
                </a:extLst>
              </p:cNvPr>
              <p:cNvGrpSpPr/>
              <p:nvPr/>
            </p:nvGrpSpPr>
            <p:grpSpPr>
              <a:xfrm>
                <a:off x="495300" y="3019927"/>
                <a:ext cx="4937760" cy="167148"/>
                <a:chOff x="0" y="2794883"/>
                <a:chExt cx="6776832" cy="167148"/>
              </a:xfrm>
            </p:grpSpPr>
            <p:cxnSp>
              <p:nvCxnSpPr>
                <p:cNvPr id="8" name="Straight Connector 7">
                  <a:extLst>
                    <a:ext uri="{FF2B5EF4-FFF2-40B4-BE49-F238E27FC236}">
                      <a16:creationId xmlns:a16="http://schemas.microsoft.com/office/drawing/2014/main" id="{EDA7E85C-A518-E5DF-0039-51F8638AD094}"/>
                    </a:ext>
                  </a:extLst>
                </p:cNvPr>
                <p:cNvCxnSpPr>
                  <a:cxnSpLocks/>
                </p:cNvCxnSpPr>
                <p:nvPr/>
              </p:nvCxnSpPr>
              <p:spPr>
                <a:xfrm>
                  <a:off x="0" y="2794883"/>
                  <a:ext cx="6776832" cy="0"/>
                </a:xfrm>
                <a:prstGeom prst="line">
                  <a:avLst/>
                </a:prstGeom>
                <a:ln w="38100">
                  <a:solidFill>
                    <a:srgbClr val="02536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54A6F95-74DE-380C-B70E-2657245960F2}"/>
                    </a:ext>
                  </a:extLst>
                </p:cNvPr>
                <p:cNvCxnSpPr>
                  <a:cxnSpLocks/>
                </p:cNvCxnSpPr>
                <p:nvPr/>
              </p:nvCxnSpPr>
              <p:spPr>
                <a:xfrm>
                  <a:off x="0" y="2962031"/>
                  <a:ext cx="3695700" cy="0"/>
                </a:xfrm>
                <a:prstGeom prst="line">
                  <a:avLst/>
                </a:prstGeom>
                <a:ln w="6350">
                  <a:solidFill>
                    <a:srgbClr val="9DD4CF"/>
                  </a:solidFill>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9F1B1092-B9F5-FCFA-D290-979B5B556687}"/>
                  </a:ext>
                </a:extLst>
              </p:cNvPr>
              <p:cNvGrpSpPr/>
              <p:nvPr/>
            </p:nvGrpSpPr>
            <p:grpSpPr>
              <a:xfrm>
                <a:off x="5499154" y="2699891"/>
                <a:ext cx="640078" cy="640081"/>
                <a:chOff x="8258262" y="1230401"/>
                <a:chExt cx="313568" cy="313273"/>
              </a:xfrm>
            </p:grpSpPr>
            <p:sp>
              <p:nvSpPr>
                <p:cNvPr id="38" name="Graphic 4">
                  <a:extLst>
                    <a:ext uri="{FF2B5EF4-FFF2-40B4-BE49-F238E27FC236}">
                      <a16:creationId xmlns:a16="http://schemas.microsoft.com/office/drawing/2014/main" id="{7938B1C2-1166-A8D0-E2E6-1BF88CA88F55}"/>
                    </a:ext>
                  </a:extLst>
                </p:cNvPr>
                <p:cNvSpPr/>
                <p:nvPr/>
              </p:nvSpPr>
              <p:spPr>
                <a:xfrm>
                  <a:off x="8391457" y="1330385"/>
                  <a:ext cx="48749" cy="59692"/>
                </a:xfrm>
                <a:custGeom>
                  <a:avLst/>
                  <a:gdLst>
                    <a:gd name="connsiteX0" fmla="*/ 16710 w 56327"/>
                    <a:gd name="connsiteY0" fmla="*/ 68971 h 68971"/>
                    <a:gd name="connsiteX1" fmla="*/ 39075 w 56327"/>
                    <a:gd name="connsiteY1" fmla="*/ 68971 h 68971"/>
                    <a:gd name="connsiteX2" fmla="*/ 49299 w 56327"/>
                    <a:gd name="connsiteY2" fmla="*/ 45989 h 68971"/>
                    <a:gd name="connsiteX3" fmla="*/ 56328 w 56327"/>
                    <a:gd name="connsiteY3" fmla="*/ 26837 h 68971"/>
                    <a:gd name="connsiteX4" fmla="*/ 26934 w 56327"/>
                    <a:gd name="connsiteY4" fmla="*/ 24 h 68971"/>
                    <a:gd name="connsiteX5" fmla="*/ 97 w 56327"/>
                    <a:gd name="connsiteY5" fmla="*/ 26837 h 68971"/>
                    <a:gd name="connsiteX6" fmla="*/ 7125 w 56327"/>
                    <a:gd name="connsiteY6" fmla="*/ 45989 h 68971"/>
                    <a:gd name="connsiteX7" fmla="*/ 16710 w 56327"/>
                    <a:gd name="connsiteY7" fmla="*/ 68971 h 6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27" h="68971">
                      <a:moveTo>
                        <a:pt x="16710" y="68971"/>
                      </a:moveTo>
                      <a:lnTo>
                        <a:pt x="39075" y="68971"/>
                      </a:lnTo>
                      <a:cubicBezTo>
                        <a:pt x="39714" y="60672"/>
                        <a:pt x="43548" y="52373"/>
                        <a:pt x="49299" y="45989"/>
                      </a:cubicBezTo>
                      <a:cubicBezTo>
                        <a:pt x="53772" y="40882"/>
                        <a:pt x="56328" y="33859"/>
                        <a:pt x="56328" y="26837"/>
                      </a:cubicBezTo>
                      <a:cubicBezTo>
                        <a:pt x="55689" y="11516"/>
                        <a:pt x="42270" y="-614"/>
                        <a:pt x="26934" y="24"/>
                      </a:cubicBezTo>
                      <a:cubicBezTo>
                        <a:pt x="12237" y="663"/>
                        <a:pt x="736" y="12154"/>
                        <a:pt x="97" y="26837"/>
                      </a:cubicBezTo>
                      <a:cubicBezTo>
                        <a:pt x="-543" y="33859"/>
                        <a:pt x="2013" y="40882"/>
                        <a:pt x="7125" y="45989"/>
                      </a:cubicBezTo>
                      <a:cubicBezTo>
                        <a:pt x="12237" y="52373"/>
                        <a:pt x="16071" y="60672"/>
                        <a:pt x="16710" y="68971"/>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Graphic 4">
                  <a:extLst>
                    <a:ext uri="{FF2B5EF4-FFF2-40B4-BE49-F238E27FC236}">
                      <a16:creationId xmlns:a16="http://schemas.microsoft.com/office/drawing/2014/main" id="{120C6DB6-1EBE-D024-5339-5593FE2B84F0}"/>
                    </a:ext>
                  </a:extLst>
                </p:cNvPr>
                <p:cNvSpPr/>
                <p:nvPr/>
              </p:nvSpPr>
              <p:spPr>
                <a:xfrm>
                  <a:off x="8258262" y="1230401"/>
                  <a:ext cx="313568" cy="313273"/>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24926 w 362313"/>
                    <a:gd name="connsiteY6" fmla="*/ 101505 h 361971"/>
                    <a:gd name="connsiteX7" fmla="*/ 237706 w 362313"/>
                    <a:gd name="connsiteY7" fmla="*/ 93206 h 361971"/>
                    <a:gd name="connsiteX8" fmla="*/ 246652 w 362313"/>
                    <a:gd name="connsiteY8" fmla="*/ 95121 h 361971"/>
                    <a:gd name="connsiteX9" fmla="*/ 244735 w 362313"/>
                    <a:gd name="connsiteY9" fmla="*/ 104059 h 361971"/>
                    <a:gd name="connsiteX10" fmla="*/ 231955 w 362313"/>
                    <a:gd name="connsiteY10" fmla="*/ 112358 h 361971"/>
                    <a:gd name="connsiteX11" fmla="*/ 223009 w 362313"/>
                    <a:gd name="connsiteY11" fmla="*/ 110443 h 361971"/>
                    <a:gd name="connsiteX12" fmla="*/ 224926 w 362313"/>
                    <a:gd name="connsiteY12" fmla="*/ 101505 h 361971"/>
                    <a:gd name="connsiteX13" fmla="*/ 175084 w 362313"/>
                    <a:gd name="connsiteY13" fmla="*/ 66394 h 361971"/>
                    <a:gd name="connsiteX14" fmla="*/ 181474 w 362313"/>
                    <a:gd name="connsiteY14" fmla="*/ 60010 h 361971"/>
                    <a:gd name="connsiteX15" fmla="*/ 187864 w 362313"/>
                    <a:gd name="connsiteY15" fmla="*/ 66394 h 361971"/>
                    <a:gd name="connsiteX16" fmla="*/ 187864 w 362313"/>
                    <a:gd name="connsiteY16" fmla="*/ 80438 h 361971"/>
                    <a:gd name="connsiteX17" fmla="*/ 181474 w 362313"/>
                    <a:gd name="connsiteY17" fmla="*/ 86822 h 361971"/>
                    <a:gd name="connsiteX18" fmla="*/ 175084 w 362313"/>
                    <a:gd name="connsiteY18" fmla="*/ 80438 h 361971"/>
                    <a:gd name="connsiteX19" fmla="*/ 175084 w 362313"/>
                    <a:gd name="connsiteY19" fmla="*/ 66394 h 361971"/>
                    <a:gd name="connsiteX20" fmla="*/ 181474 w 362313"/>
                    <a:gd name="connsiteY20" fmla="*/ 102144 h 361971"/>
                    <a:gd name="connsiteX21" fmla="*/ 222370 w 362313"/>
                    <a:gd name="connsiteY21" fmla="*/ 141086 h 361971"/>
                    <a:gd name="connsiteX22" fmla="*/ 222370 w 362313"/>
                    <a:gd name="connsiteY22" fmla="*/ 141724 h 361971"/>
                    <a:gd name="connsiteX23" fmla="*/ 212785 w 362313"/>
                    <a:gd name="connsiteY23" fmla="*/ 168537 h 361971"/>
                    <a:gd name="connsiteX24" fmla="*/ 205117 w 362313"/>
                    <a:gd name="connsiteY24" fmla="*/ 190243 h 361971"/>
                    <a:gd name="connsiteX25" fmla="*/ 198727 w 362313"/>
                    <a:gd name="connsiteY25" fmla="*/ 196627 h 361971"/>
                    <a:gd name="connsiteX26" fmla="*/ 164221 w 362313"/>
                    <a:gd name="connsiteY26" fmla="*/ 196627 h 361971"/>
                    <a:gd name="connsiteX27" fmla="*/ 157832 w 362313"/>
                    <a:gd name="connsiteY27" fmla="*/ 190243 h 361971"/>
                    <a:gd name="connsiteX28" fmla="*/ 150164 w 362313"/>
                    <a:gd name="connsiteY28" fmla="*/ 168537 h 361971"/>
                    <a:gd name="connsiteX29" fmla="*/ 140579 w 362313"/>
                    <a:gd name="connsiteY29" fmla="*/ 141724 h 361971"/>
                    <a:gd name="connsiteX30" fmla="*/ 180835 w 362313"/>
                    <a:gd name="connsiteY30" fmla="*/ 102144 h 361971"/>
                    <a:gd name="connsiteX31" fmla="*/ 181474 w 362313"/>
                    <a:gd name="connsiteY31" fmla="*/ 102144 h 361971"/>
                    <a:gd name="connsiteX32" fmla="*/ 181474 w 362313"/>
                    <a:gd name="connsiteY32" fmla="*/ 102144 h 361971"/>
                    <a:gd name="connsiteX33" fmla="*/ 204478 w 362313"/>
                    <a:gd name="connsiteY33" fmla="*/ 209395 h 361971"/>
                    <a:gd name="connsiteX34" fmla="*/ 198088 w 362313"/>
                    <a:gd name="connsiteY34" fmla="*/ 215779 h 361971"/>
                    <a:gd name="connsiteX35" fmla="*/ 165499 w 362313"/>
                    <a:gd name="connsiteY35" fmla="*/ 215779 h 361971"/>
                    <a:gd name="connsiteX36" fmla="*/ 159109 w 362313"/>
                    <a:gd name="connsiteY36" fmla="*/ 209395 h 361971"/>
                    <a:gd name="connsiteX37" fmla="*/ 165499 w 362313"/>
                    <a:gd name="connsiteY37" fmla="*/ 203011 h 361971"/>
                    <a:gd name="connsiteX38" fmla="*/ 198088 w 362313"/>
                    <a:gd name="connsiteY38" fmla="*/ 203011 h 361971"/>
                    <a:gd name="connsiteX39" fmla="*/ 204478 w 362313"/>
                    <a:gd name="connsiteY39" fmla="*/ 209395 h 361971"/>
                    <a:gd name="connsiteX40" fmla="*/ 116936 w 362313"/>
                    <a:gd name="connsiteY40" fmla="*/ 95121 h 361971"/>
                    <a:gd name="connsiteX41" fmla="*/ 125882 w 362313"/>
                    <a:gd name="connsiteY41" fmla="*/ 93206 h 361971"/>
                    <a:gd name="connsiteX42" fmla="*/ 138662 w 362313"/>
                    <a:gd name="connsiteY42" fmla="*/ 101505 h 361971"/>
                    <a:gd name="connsiteX43" fmla="*/ 140579 w 362313"/>
                    <a:gd name="connsiteY43" fmla="*/ 110443 h 361971"/>
                    <a:gd name="connsiteX44" fmla="*/ 135467 w 362313"/>
                    <a:gd name="connsiteY44" fmla="*/ 113635 h 361971"/>
                    <a:gd name="connsiteX45" fmla="*/ 131633 w 362313"/>
                    <a:gd name="connsiteY45" fmla="*/ 112358 h 361971"/>
                    <a:gd name="connsiteX46" fmla="*/ 118853 w 362313"/>
                    <a:gd name="connsiteY46" fmla="*/ 104059 h 361971"/>
                    <a:gd name="connsiteX47" fmla="*/ 116936 w 362313"/>
                    <a:gd name="connsiteY47" fmla="*/ 95121 h 361971"/>
                    <a:gd name="connsiteX48" fmla="*/ 116936 w 362313"/>
                    <a:gd name="connsiteY48" fmla="*/ 95121 h 361971"/>
                    <a:gd name="connsiteX49" fmla="*/ 104156 w 362313"/>
                    <a:gd name="connsiteY49" fmla="*/ 157684 h 361971"/>
                    <a:gd name="connsiteX50" fmla="*/ 110546 w 362313"/>
                    <a:gd name="connsiteY50" fmla="*/ 151300 h 361971"/>
                    <a:gd name="connsiteX51" fmla="*/ 125882 w 362313"/>
                    <a:gd name="connsiteY51" fmla="*/ 151300 h 361971"/>
                    <a:gd name="connsiteX52" fmla="*/ 132272 w 362313"/>
                    <a:gd name="connsiteY52" fmla="*/ 157684 h 361971"/>
                    <a:gd name="connsiteX53" fmla="*/ 125882 w 362313"/>
                    <a:gd name="connsiteY53" fmla="*/ 164068 h 361971"/>
                    <a:gd name="connsiteX54" fmla="*/ 110546 w 362313"/>
                    <a:gd name="connsiteY54" fmla="*/ 164068 h 361971"/>
                    <a:gd name="connsiteX55" fmla="*/ 104156 w 362313"/>
                    <a:gd name="connsiteY55" fmla="*/ 157684 h 361971"/>
                    <a:gd name="connsiteX56" fmla="*/ 104156 w 362313"/>
                    <a:gd name="connsiteY56" fmla="*/ 157684 h 361971"/>
                    <a:gd name="connsiteX57" fmla="*/ 256876 w 362313"/>
                    <a:gd name="connsiteY57" fmla="*/ 295578 h 361971"/>
                    <a:gd name="connsiteX58" fmla="*/ 250486 w 362313"/>
                    <a:gd name="connsiteY58" fmla="*/ 301962 h 361971"/>
                    <a:gd name="connsiteX59" fmla="*/ 244096 w 362313"/>
                    <a:gd name="connsiteY59" fmla="*/ 295578 h 361971"/>
                    <a:gd name="connsiteX60" fmla="*/ 244096 w 362313"/>
                    <a:gd name="connsiteY60" fmla="*/ 284087 h 361971"/>
                    <a:gd name="connsiteX61" fmla="*/ 200644 w 362313"/>
                    <a:gd name="connsiteY61" fmla="*/ 236846 h 361971"/>
                    <a:gd name="connsiteX62" fmla="*/ 162304 w 362313"/>
                    <a:gd name="connsiteY62" fmla="*/ 236846 h 361971"/>
                    <a:gd name="connsiteX63" fmla="*/ 118853 w 362313"/>
                    <a:gd name="connsiteY63" fmla="*/ 284087 h 361971"/>
                    <a:gd name="connsiteX64" fmla="*/ 118853 w 362313"/>
                    <a:gd name="connsiteY64" fmla="*/ 295578 h 361971"/>
                    <a:gd name="connsiteX65" fmla="*/ 112463 w 362313"/>
                    <a:gd name="connsiteY65" fmla="*/ 301962 h 361971"/>
                    <a:gd name="connsiteX66" fmla="*/ 106073 w 362313"/>
                    <a:gd name="connsiteY66" fmla="*/ 295578 h 361971"/>
                    <a:gd name="connsiteX67" fmla="*/ 106073 w 362313"/>
                    <a:gd name="connsiteY67" fmla="*/ 284087 h 361971"/>
                    <a:gd name="connsiteX68" fmla="*/ 162304 w 362313"/>
                    <a:gd name="connsiteY68" fmla="*/ 224078 h 361971"/>
                    <a:gd name="connsiteX69" fmla="*/ 200644 w 362313"/>
                    <a:gd name="connsiteY69" fmla="*/ 224078 h 361971"/>
                    <a:gd name="connsiteX70" fmla="*/ 256876 w 362313"/>
                    <a:gd name="connsiteY70" fmla="*/ 284087 h 361971"/>
                    <a:gd name="connsiteX71" fmla="*/ 256876 w 362313"/>
                    <a:gd name="connsiteY71" fmla="*/ 295578 h 361971"/>
                    <a:gd name="connsiteX72" fmla="*/ 253042 w 362313"/>
                    <a:gd name="connsiteY72" fmla="*/ 164068 h 361971"/>
                    <a:gd name="connsiteX73" fmla="*/ 237706 w 362313"/>
                    <a:gd name="connsiteY73" fmla="*/ 164068 h 361971"/>
                    <a:gd name="connsiteX74" fmla="*/ 231316 w 362313"/>
                    <a:gd name="connsiteY74" fmla="*/ 157684 h 361971"/>
                    <a:gd name="connsiteX75" fmla="*/ 237706 w 362313"/>
                    <a:gd name="connsiteY75" fmla="*/ 151300 h 361971"/>
                    <a:gd name="connsiteX76" fmla="*/ 253042 w 362313"/>
                    <a:gd name="connsiteY76" fmla="*/ 151300 h 361971"/>
                    <a:gd name="connsiteX77" fmla="*/ 259431 w 362313"/>
                    <a:gd name="connsiteY77" fmla="*/ 157684 h 361971"/>
                    <a:gd name="connsiteX78" fmla="*/ 253042 w 362313"/>
                    <a:gd name="connsiteY78" fmla="*/ 16406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224926" y="101505"/>
                      </a:moveTo>
                      <a:lnTo>
                        <a:pt x="237706" y="93206"/>
                      </a:lnTo>
                      <a:cubicBezTo>
                        <a:pt x="240901" y="91291"/>
                        <a:pt x="244735" y="91930"/>
                        <a:pt x="246652" y="95121"/>
                      </a:cubicBezTo>
                      <a:cubicBezTo>
                        <a:pt x="248569" y="98313"/>
                        <a:pt x="247929" y="102144"/>
                        <a:pt x="244735" y="104059"/>
                      </a:cubicBezTo>
                      <a:lnTo>
                        <a:pt x="231955" y="112358"/>
                      </a:lnTo>
                      <a:cubicBezTo>
                        <a:pt x="228760" y="114273"/>
                        <a:pt x="224926" y="113635"/>
                        <a:pt x="223009" y="110443"/>
                      </a:cubicBezTo>
                      <a:cubicBezTo>
                        <a:pt x="221092" y="107889"/>
                        <a:pt x="221731" y="103421"/>
                        <a:pt x="224926" y="101505"/>
                      </a:cubicBezTo>
                      <a:close/>
                      <a:moveTo>
                        <a:pt x="175084" y="66394"/>
                      </a:moveTo>
                      <a:cubicBezTo>
                        <a:pt x="175084" y="62563"/>
                        <a:pt x="177640" y="60010"/>
                        <a:pt x="181474" y="60010"/>
                      </a:cubicBezTo>
                      <a:cubicBezTo>
                        <a:pt x="185308" y="60010"/>
                        <a:pt x="187864" y="62563"/>
                        <a:pt x="187864" y="66394"/>
                      </a:cubicBezTo>
                      <a:lnTo>
                        <a:pt x="187864" y="80438"/>
                      </a:lnTo>
                      <a:cubicBezTo>
                        <a:pt x="187864" y="84269"/>
                        <a:pt x="185308" y="86822"/>
                        <a:pt x="181474" y="86822"/>
                      </a:cubicBezTo>
                      <a:cubicBezTo>
                        <a:pt x="177640" y="86822"/>
                        <a:pt x="175084" y="84269"/>
                        <a:pt x="175084" y="80438"/>
                      </a:cubicBezTo>
                      <a:lnTo>
                        <a:pt x="175084" y="66394"/>
                      </a:lnTo>
                      <a:close/>
                      <a:moveTo>
                        <a:pt x="181474" y="102144"/>
                      </a:moveTo>
                      <a:cubicBezTo>
                        <a:pt x="203839" y="101505"/>
                        <a:pt x="221731" y="119381"/>
                        <a:pt x="222370" y="141086"/>
                      </a:cubicBezTo>
                      <a:cubicBezTo>
                        <a:pt x="222370" y="141086"/>
                        <a:pt x="222370" y="141724"/>
                        <a:pt x="222370" y="141724"/>
                      </a:cubicBezTo>
                      <a:cubicBezTo>
                        <a:pt x="223009" y="151939"/>
                        <a:pt x="219175" y="161515"/>
                        <a:pt x="212785" y="168537"/>
                      </a:cubicBezTo>
                      <a:cubicBezTo>
                        <a:pt x="207673" y="174283"/>
                        <a:pt x="204478" y="182582"/>
                        <a:pt x="205117" y="190243"/>
                      </a:cubicBezTo>
                      <a:cubicBezTo>
                        <a:pt x="205117" y="194073"/>
                        <a:pt x="202561" y="196627"/>
                        <a:pt x="198727" y="196627"/>
                      </a:cubicBezTo>
                      <a:lnTo>
                        <a:pt x="164221" y="196627"/>
                      </a:lnTo>
                      <a:cubicBezTo>
                        <a:pt x="160387" y="196627"/>
                        <a:pt x="157832" y="194073"/>
                        <a:pt x="157832" y="190243"/>
                      </a:cubicBezTo>
                      <a:cubicBezTo>
                        <a:pt x="158470" y="181944"/>
                        <a:pt x="155275" y="174283"/>
                        <a:pt x="150164" y="168537"/>
                      </a:cubicBezTo>
                      <a:cubicBezTo>
                        <a:pt x="143774" y="160876"/>
                        <a:pt x="139940" y="151300"/>
                        <a:pt x="140579" y="141724"/>
                      </a:cubicBezTo>
                      <a:cubicBezTo>
                        <a:pt x="140579" y="119381"/>
                        <a:pt x="158470" y="101505"/>
                        <a:pt x="180835" y="102144"/>
                      </a:cubicBezTo>
                      <a:cubicBezTo>
                        <a:pt x="181474" y="102144"/>
                        <a:pt x="181474" y="102144"/>
                        <a:pt x="181474" y="102144"/>
                      </a:cubicBezTo>
                      <a:lnTo>
                        <a:pt x="181474" y="102144"/>
                      </a:lnTo>
                      <a:close/>
                      <a:moveTo>
                        <a:pt x="204478" y="209395"/>
                      </a:moveTo>
                      <a:cubicBezTo>
                        <a:pt x="204478" y="213225"/>
                        <a:pt x="201922" y="215779"/>
                        <a:pt x="198088" y="215779"/>
                      </a:cubicBezTo>
                      <a:lnTo>
                        <a:pt x="165499" y="215779"/>
                      </a:lnTo>
                      <a:cubicBezTo>
                        <a:pt x="161665" y="215779"/>
                        <a:pt x="159109" y="213225"/>
                        <a:pt x="159109" y="209395"/>
                      </a:cubicBezTo>
                      <a:cubicBezTo>
                        <a:pt x="159109" y="205564"/>
                        <a:pt x="161665" y="203011"/>
                        <a:pt x="165499" y="203011"/>
                      </a:cubicBezTo>
                      <a:lnTo>
                        <a:pt x="198088" y="203011"/>
                      </a:lnTo>
                      <a:cubicBezTo>
                        <a:pt x="201283" y="203011"/>
                        <a:pt x="204478" y="205564"/>
                        <a:pt x="204478" y="209395"/>
                      </a:cubicBezTo>
                      <a:close/>
                      <a:moveTo>
                        <a:pt x="116936" y="95121"/>
                      </a:moveTo>
                      <a:cubicBezTo>
                        <a:pt x="118853" y="91930"/>
                        <a:pt x="122687" y="91291"/>
                        <a:pt x="125882" y="93206"/>
                      </a:cubicBezTo>
                      <a:lnTo>
                        <a:pt x="138662" y="101505"/>
                      </a:lnTo>
                      <a:cubicBezTo>
                        <a:pt x="141857" y="103421"/>
                        <a:pt x="142496" y="107251"/>
                        <a:pt x="140579" y="110443"/>
                      </a:cubicBezTo>
                      <a:cubicBezTo>
                        <a:pt x="139301" y="112358"/>
                        <a:pt x="137384" y="113635"/>
                        <a:pt x="135467" y="113635"/>
                      </a:cubicBezTo>
                      <a:cubicBezTo>
                        <a:pt x="134189" y="113635"/>
                        <a:pt x="132911" y="112997"/>
                        <a:pt x="131633" y="112358"/>
                      </a:cubicBezTo>
                      <a:lnTo>
                        <a:pt x="118853" y="104059"/>
                      </a:lnTo>
                      <a:cubicBezTo>
                        <a:pt x="115658" y="102144"/>
                        <a:pt x="115019" y="97675"/>
                        <a:pt x="116936" y="95121"/>
                      </a:cubicBezTo>
                      <a:cubicBezTo>
                        <a:pt x="116936" y="95121"/>
                        <a:pt x="116936" y="95121"/>
                        <a:pt x="116936" y="95121"/>
                      </a:cubicBezTo>
                      <a:close/>
                      <a:moveTo>
                        <a:pt x="104156" y="157684"/>
                      </a:moveTo>
                      <a:cubicBezTo>
                        <a:pt x="104156" y="153854"/>
                        <a:pt x="106712" y="151300"/>
                        <a:pt x="110546" y="151300"/>
                      </a:cubicBezTo>
                      <a:lnTo>
                        <a:pt x="125882" y="151300"/>
                      </a:lnTo>
                      <a:cubicBezTo>
                        <a:pt x="129716" y="151300"/>
                        <a:pt x="132272" y="153854"/>
                        <a:pt x="132272" y="157684"/>
                      </a:cubicBezTo>
                      <a:cubicBezTo>
                        <a:pt x="132272" y="161515"/>
                        <a:pt x="129716" y="164068"/>
                        <a:pt x="125882" y="164068"/>
                      </a:cubicBezTo>
                      <a:lnTo>
                        <a:pt x="110546" y="164068"/>
                      </a:lnTo>
                      <a:cubicBezTo>
                        <a:pt x="106712" y="164068"/>
                        <a:pt x="104156" y="160876"/>
                        <a:pt x="104156" y="157684"/>
                      </a:cubicBezTo>
                      <a:lnTo>
                        <a:pt x="104156" y="157684"/>
                      </a:lnTo>
                      <a:close/>
                      <a:moveTo>
                        <a:pt x="256876" y="295578"/>
                      </a:moveTo>
                      <a:cubicBezTo>
                        <a:pt x="256876" y="299409"/>
                        <a:pt x="254319" y="301962"/>
                        <a:pt x="250486" y="301962"/>
                      </a:cubicBezTo>
                      <a:cubicBezTo>
                        <a:pt x="246652" y="301962"/>
                        <a:pt x="244096" y="299409"/>
                        <a:pt x="244096" y="295578"/>
                      </a:cubicBezTo>
                      <a:lnTo>
                        <a:pt x="244096" y="284087"/>
                      </a:lnTo>
                      <a:cubicBezTo>
                        <a:pt x="244096" y="257913"/>
                        <a:pt x="224287" y="236846"/>
                        <a:pt x="200644" y="236846"/>
                      </a:cubicBezTo>
                      <a:lnTo>
                        <a:pt x="162304" y="236846"/>
                      </a:lnTo>
                      <a:cubicBezTo>
                        <a:pt x="138023" y="236846"/>
                        <a:pt x="118853" y="257913"/>
                        <a:pt x="118853" y="284087"/>
                      </a:cubicBezTo>
                      <a:lnTo>
                        <a:pt x="118853" y="295578"/>
                      </a:lnTo>
                      <a:cubicBezTo>
                        <a:pt x="118853" y="299409"/>
                        <a:pt x="116297" y="301962"/>
                        <a:pt x="112463" y="301962"/>
                      </a:cubicBezTo>
                      <a:cubicBezTo>
                        <a:pt x="108629" y="301962"/>
                        <a:pt x="106073" y="299409"/>
                        <a:pt x="106073" y="295578"/>
                      </a:cubicBezTo>
                      <a:lnTo>
                        <a:pt x="106073" y="284087"/>
                      </a:lnTo>
                      <a:cubicBezTo>
                        <a:pt x="106073" y="250890"/>
                        <a:pt x="131633" y="224078"/>
                        <a:pt x="162304" y="224078"/>
                      </a:cubicBezTo>
                      <a:lnTo>
                        <a:pt x="200644" y="224078"/>
                      </a:lnTo>
                      <a:cubicBezTo>
                        <a:pt x="231955" y="224078"/>
                        <a:pt x="256876" y="250890"/>
                        <a:pt x="256876" y="284087"/>
                      </a:cubicBezTo>
                      <a:lnTo>
                        <a:pt x="256876" y="295578"/>
                      </a:lnTo>
                      <a:close/>
                      <a:moveTo>
                        <a:pt x="253042" y="164068"/>
                      </a:moveTo>
                      <a:lnTo>
                        <a:pt x="237706" y="164068"/>
                      </a:lnTo>
                      <a:cubicBezTo>
                        <a:pt x="233872" y="164068"/>
                        <a:pt x="231316" y="161515"/>
                        <a:pt x="231316" y="157684"/>
                      </a:cubicBezTo>
                      <a:cubicBezTo>
                        <a:pt x="231316" y="153854"/>
                        <a:pt x="233872" y="151300"/>
                        <a:pt x="237706" y="151300"/>
                      </a:cubicBezTo>
                      <a:lnTo>
                        <a:pt x="253042" y="151300"/>
                      </a:lnTo>
                      <a:cubicBezTo>
                        <a:pt x="256876" y="151300"/>
                        <a:pt x="259431" y="153854"/>
                        <a:pt x="259431" y="157684"/>
                      </a:cubicBezTo>
                      <a:cubicBezTo>
                        <a:pt x="259431" y="161515"/>
                        <a:pt x="256237" y="164068"/>
                        <a:pt x="253042" y="164068"/>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7">
                <a:extLst>
                  <a:ext uri="{FF2B5EF4-FFF2-40B4-BE49-F238E27FC236}">
                    <a16:creationId xmlns:a16="http://schemas.microsoft.com/office/drawing/2014/main" id="{5598FCFA-826B-E31C-D81E-37D1EC8731A7}"/>
                  </a:ext>
                </a:extLst>
              </p:cNvPr>
              <p:cNvSpPr txBox="1"/>
              <p:nvPr/>
            </p:nvSpPr>
            <p:spPr>
              <a:xfrm>
                <a:off x="495300" y="3232645"/>
                <a:ext cx="5529272" cy="527260"/>
              </a:xfrm>
              <a:prstGeom prst="rect">
                <a:avLst/>
              </a:prstGeom>
            </p:spPr>
            <p:txBody>
              <a:bodyPr lIns="0" tIns="0" rIns="0" bIns="0" rtlCol="0" anchor="t">
                <a:spAutoFit/>
              </a:bodyPr>
              <a:lstStyle/>
              <a:p>
                <a:pPr marL="0" marR="0" lvl="0" indent="0" algn="l" defTabSz="914400" rtl="0" eaLnBrk="1" fontAlgn="auto" latinLnBrk="0" hangingPunct="1">
                  <a:lnSpc>
                    <a:spcPts val="4279"/>
                  </a:lnSpc>
                  <a:spcBef>
                    <a:spcPts val="0"/>
                  </a:spcBef>
                  <a:spcAft>
                    <a:spcPts val="0"/>
                  </a:spcAft>
                  <a:buClrTx/>
                  <a:buSzTx/>
                  <a:buFontTx/>
                  <a:buNone/>
                  <a:tabLst/>
                  <a:defRPr/>
                </a:pPr>
                <a:r>
                  <a:rPr kumimoji="0" lang="en-US" sz="3200" b="1" i="0" u="none" strike="noStrike" kern="1200" cap="none" spc="0" normalizeH="0" baseline="0" noProof="0">
                    <a:ln>
                      <a:noFill/>
                    </a:ln>
                    <a:solidFill>
                      <a:srgbClr val="FFFFFF"/>
                    </a:solidFill>
                    <a:effectLst/>
                    <a:uLnTx/>
                    <a:uFillTx/>
                    <a:latin typeface="Aptos" panose="020B0004020202020204" pitchFamily="34" charset="0"/>
                    <a:ea typeface="+mn-ea"/>
                    <a:cs typeface="+mn-cs"/>
                  </a:rPr>
                  <a:t>Thank You</a:t>
                </a:r>
              </a:p>
            </p:txBody>
          </p:sp>
        </p:grpSp>
      </p:grpSp>
    </p:spTree>
    <p:extLst>
      <p:ext uri="{BB962C8B-B14F-4D97-AF65-F5344CB8AC3E}">
        <p14:creationId xmlns:p14="http://schemas.microsoft.com/office/powerpoint/2010/main" val="205075212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3130969-CBD8-46DB-55BC-C01B5B354444}"/>
              </a:ext>
            </a:extLst>
          </p:cNvPr>
          <p:cNvGraphicFramePr>
            <a:graphicFrameLocks noChangeAspect="1"/>
          </p:cNvGraphicFramePr>
          <p:nvPr>
            <p:custDataLst>
              <p:tags r:id="rId1"/>
            </p:custDataLst>
            <p:extLst>
              <p:ext uri="{D42A27DB-BD31-4B8C-83A1-F6EECF244321}">
                <p14:modId xmlns:p14="http://schemas.microsoft.com/office/powerpoint/2010/main" val="1542572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think-cell data - do not delete" hidden="1">
                        <a:extLst>
                          <a:ext uri="{FF2B5EF4-FFF2-40B4-BE49-F238E27FC236}">
                            <a16:creationId xmlns:a16="http://schemas.microsoft.com/office/drawing/2014/main" id="{93130969-CBD8-46DB-55BC-C01B5B35444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2">
            <a:extLst>
              <a:ext uri="{FF2B5EF4-FFF2-40B4-BE49-F238E27FC236}">
                <a16:creationId xmlns:a16="http://schemas.microsoft.com/office/drawing/2014/main" id="{9A149BC1-37EF-83CC-6169-A707782AF7EF}"/>
              </a:ext>
            </a:extLst>
          </p:cNvPr>
          <p:cNvSpPr txBox="1">
            <a:spLocks/>
          </p:cNvSpPr>
          <p:nvPr/>
        </p:nvSpPr>
        <p:spPr>
          <a:xfrm>
            <a:off x="501650" y="3196650"/>
            <a:ext cx="11188700" cy="3009750"/>
          </a:xfrm>
          <a:prstGeom prst="rect">
            <a:avLst/>
          </a:prstGeom>
        </p:spPr>
        <p:txBody>
          <a:bodyPr vert="horz" lIns="0" tIns="0" rIns="0" bIns="0" rtlCol="0" anchor="b" anchorCtr="0">
            <a:normAutofit/>
          </a:bodyPr>
          <a:lstStyle>
            <a:lvl1pPr marL="0" indent="0" algn="l" defTabSz="1268366" rtl="0" eaLnBrk="1" latinLnBrk="0" hangingPunct="1">
              <a:lnSpc>
                <a:spcPct val="100000"/>
              </a:lnSpc>
              <a:spcBef>
                <a:spcPts val="0"/>
              </a:spcBef>
              <a:spcAft>
                <a:spcPts val="833"/>
              </a:spcAft>
              <a:buSzPct val="100000"/>
              <a:buFont typeface="Arial" panose="020B0604020202020204" pitchFamily="34" charset="0"/>
              <a:buNone/>
              <a:defRPr sz="1249" b="0" kern="1200">
                <a:solidFill>
                  <a:schemeClr val="tx1"/>
                </a:solidFill>
                <a:latin typeface="+mn-lt"/>
                <a:ea typeface="+mn-ea"/>
                <a:cs typeface="+mn-cs"/>
              </a:defRPr>
            </a:lvl1pPr>
            <a:lvl2pPr marL="0" indent="0" algn="l" defTabSz="1268366" rtl="0" eaLnBrk="1" latinLnBrk="0" hangingPunct="1">
              <a:spcBef>
                <a:spcPts val="0"/>
              </a:spcBef>
              <a:spcAft>
                <a:spcPts val="1387"/>
              </a:spcAft>
              <a:buClrTx/>
              <a:buSzPct val="100000"/>
              <a:buFont typeface="Arial"/>
              <a:buNone/>
              <a:defRPr lang="en-US" sz="1258" b="1" kern="1200" dirty="0" smtClean="0">
                <a:solidFill>
                  <a:schemeClr val="tx1"/>
                </a:solidFill>
                <a:latin typeface="+mn-lt"/>
                <a:ea typeface="+mn-ea"/>
                <a:cs typeface="+mn-cs"/>
              </a:defRPr>
            </a:lvl2pPr>
            <a:lvl3pPr marL="244685" indent="-244685" algn="l" defTabSz="1268366" rtl="0" eaLnBrk="1" latinLnBrk="0" hangingPunct="1">
              <a:spcBef>
                <a:spcPts val="0"/>
              </a:spcBef>
              <a:spcAft>
                <a:spcPts val="1387"/>
              </a:spcAft>
              <a:buClrTx/>
              <a:buSzPct val="100000"/>
              <a:buFont typeface="Arial" panose="020B0604020202020204" pitchFamily="34" charset="0"/>
              <a:buChar char="•"/>
              <a:defRPr lang="en-US" sz="1258" kern="1200" dirty="0" smtClean="0">
                <a:solidFill>
                  <a:schemeClr val="tx1"/>
                </a:solidFill>
                <a:latin typeface="+mn-lt"/>
                <a:ea typeface="+mn-ea"/>
                <a:cs typeface="+mn-cs"/>
              </a:defRPr>
            </a:lvl3pPr>
            <a:lvl4pPr marL="494363" indent="-244685" algn="l" defTabSz="1268366" rtl="0" eaLnBrk="1" latinLnBrk="0" hangingPunct="1">
              <a:spcBef>
                <a:spcPts val="0"/>
              </a:spcBef>
              <a:spcAft>
                <a:spcPts val="1387"/>
              </a:spcAft>
              <a:buClrTx/>
              <a:buSzPct val="100000"/>
              <a:buFont typeface="Verdana" panose="020B0604030504040204" pitchFamily="34" charset="0"/>
              <a:buChar char="−"/>
              <a:defRPr lang="en-US" sz="1258" kern="1200" baseline="0" dirty="0" smtClean="0">
                <a:solidFill>
                  <a:schemeClr val="tx1"/>
                </a:solidFill>
                <a:latin typeface="+mn-lt"/>
                <a:ea typeface="+mn-ea"/>
                <a:cs typeface="+mn-cs"/>
              </a:defRPr>
            </a:lvl4pPr>
            <a:lvl5pPr marL="739048" indent="-244685" algn="l" defTabSz="1107619" rtl="0" eaLnBrk="1" latinLnBrk="0" hangingPunct="1">
              <a:spcBef>
                <a:spcPts val="0"/>
              </a:spcBef>
              <a:spcAft>
                <a:spcPts val="1387"/>
              </a:spcAft>
              <a:buClrTx/>
              <a:buSzPct val="100000"/>
              <a:buFont typeface="Verdana" panose="020B0604030504040204" pitchFamily="34" charset="0"/>
              <a:buChar char="−"/>
              <a:tabLst/>
              <a:defRPr lang="en-US" sz="1258" kern="1200" baseline="0" dirty="0" smtClean="0">
                <a:solidFill>
                  <a:schemeClr val="tx1"/>
                </a:solidFill>
                <a:latin typeface="+mn-lt"/>
                <a:ea typeface="+mn-ea"/>
                <a:cs typeface="+mn-cs"/>
              </a:defRPr>
            </a:lvl5pPr>
            <a:lvl6pPr marL="739048" indent="-244685" algn="l" defTabSz="1268366" rtl="0" eaLnBrk="1" latinLnBrk="0" hangingPunct="1">
              <a:spcBef>
                <a:spcPts val="0"/>
              </a:spcBef>
              <a:spcAft>
                <a:spcPts val="1387"/>
              </a:spcAft>
              <a:buFont typeface="Verdana" panose="020B0604030504040204" pitchFamily="34" charset="0"/>
              <a:buChar char="−"/>
              <a:defRPr sz="1664" kern="1200" baseline="0">
                <a:solidFill>
                  <a:schemeClr val="tx1"/>
                </a:solidFill>
                <a:latin typeface="+mn-lt"/>
                <a:ea typeface="+mn-ea"/>
                <a:cs typeface="+mn-cs"/>
              </a:defRPr>
            </a:lvl6pPr>
            <a:lvl7pPr marL="739048" indent="-244685" algn="l" defTabSz="1268366" rtl="0" eaLnBrk="1" latinLnBrk="0" hangingPunct="1">
              <a:spcBef>
                <a:spcPts val="0"/>
              </a:spcBef>
              <a:spcAft>
                <a:spcPts val="1387"/>
              </a:spcAft>
              <a:buFont typeface="Verdana" panose="020B0604030504040204" pitchFamily="34" charset="0"/>
              <a:buChar char="−"/>
              <a:defRPr sz="1664" kern="1200">
                <a:solidFill>
                  <a:schemeClr val="tx1"/>
                </a:solidFill>
                <a:latin typeface="+mn-lt"/>
                <a:ea typeface="+mn-ea"/>
                <a:cs typeface="+mn-cs"/>
              </a:defRPr>
            </a:lvl7pPr>
            <a:lvl8pPr marL="739048" indent="-244685" algn="l" defTabSz="1268366" rtl="0" eaLnBrk="1" latinLnBrk="0" hangingPunct="1">
              <a:spcBef>
                <a:spcPts val="0"/>
              </a:spcBef>
              <a:spcAft>
                <a:spcPts val="1387"/>
              </a:spcAft>
              <a:buFont typeface="Verdana" panose="020B0604030504040204" pitchFamily="34" charset="0"/>
              <a:buChar char="−"/>
              <a:defRPr sz="1664" kern="1200" baseline="0">
                <a:solidFill>
                  <a:schemeClr val="tx1"/>
                </a:solidFill>
                <a:latin typeface="+mn-lt"/>
                <a:ea typeface="+mn-ea"/>
                <a:cs typeface="+mn-cs"/>
              </a:defRPr>
            </a:lvl8pPr>
            <a:lvl9pPr marL="739048" indent="-244685" algn="l" defTabSz="1268366" rtl="0" eaLnBrk="1" latinLnBrk="0" hangingPunct="1">
              <a:spcBef>
                <a:spcPts val="0"/>
              </a:spcBef>
              <a:spcAft>
                <a:spcPts val="1387"/>
              </a:spcAft>
              <a:buFont typeface="Verdana" panose="020B0604030504040204" pitchFamily="34" charset="0"/>
              <a:buChar char="−"/>
              <a:defRPr sz="1664" kern="1200" baseline="0">
                <a:solidFill>
                  <a:schemeClr val="tx1"/>
                </a:solidFill>
                <a:latin typeface="+mn-lt"/>
                <a:ea typeface="+mn-ea"/>
                <a:cs typeface="+mn-cs"/>
              </a:defRPr>
            </a:lvl9pPr>
          </a:lstStyle>
          <a:p>
            <a:pPr marL="0" marR="0" lvl="0" indent="0" algn="l" defTabSz="1268366" rtl="0" eaLnBrk="1" fontAlgn="auto" latinLnBrk="0" hangingPunct="1">
              <a:lnSpc>
                <a:spcPct val="100000"/>
              </a:lnSpc>
              <a:spcBef>
                <a:spcPts val="0"/>
              </a:spcBef>
              <a:spcAft>
                <a:spcPts val="8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Deloitte refers to one or more of Deloitte </a:t>
            </a:r>
            <a:r>
              <a:rPr kumimoji="0" lang="en-US" sz="1100" b="0" i="0" u="none" strike="noStrike" kern="1200" cap="none" spc="0" normalizeH="0" baseline="0" noProof="0" err="1">
                <a:ln>
                  <a:noFill/>
                </a:ln>
                <a:solidFill>
                  <a:sysClr val="windowText" lastClr="000000"/>
                </a:solidFill>
                <a:effectLst/>
                <a:uLnTx/>
                <a:uFillTx/>
                <a:latin typeface="Verdana"/>
                <a:ea typeface="+mn-ea"/>
                <a:cs typeface="+mn-cs"/>
              </a:rPr>
              <a:t>Touche</a:t>
            </a: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marL="0" marR="0" lvl="0" indent="0" algn="l" defTabSz="1268366" rtl="0" eaLnBrk="1" fontAlgn="auto" latinLnBrk="0" hangingPunct="1">
              <a:lnSpc>
                <a:spcPct val="100000"/>
              </a:lnSpc>
              <a:spcBef>
                <a:spcPts val="0"/>
              </a:spcBef>
              <a:spcAft>
                <a:spcPts val="8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This material has been prepared by Deloitte </a:t>
            </a:r>
            <a:r>
              <a:rPr kumimoji="0" lang="en-US" sz="1100" b="0" i="0" u="none" strike="noStrike" kern="1200" cap="none" spc="0" normalizeH="0" baseline="0" noProof="0" err="1">
                <a:ln>
                  <a:noFill/>
                </a:ln>
                <a:solidFill>
                  <a:sysClr val="windowText" lastClr="000000"/>
                </a:solidFill>
                <a:effectLst/>
                <a:uLnTx/>
                <a:uFillTx/>
                <a:latin typeface="Verdana"/>
                <a:ea typeface="+mn-ea"/>
                <a:cs typeface="+mn-cs"/>
              </a:rPr>
              <a:t>Touche</a:t>
            </a: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 Tohmatsu India LLP (“DTTILLP”), a member of Deloitte </a:t>
            </a:r>
            <a:r>
              <a:rPr kumimoji="0" lang="en-US" sz="1100" b="0" i="0" u="none" strike="noStrike" kern="1200" cap="none" spc="0" normalizeH="0" baseline="0" noProof="0" err="1">
                <a:ln>
                  <a:noFill/>
                </a:ln>
                <a:solidFill>
                  <a:sysClr val="windowText" lastClr="000000"/>
                </a:solidFill>
                <a:effectLst/>
                <a:uLnTx/>
                <a:uFillTx/>
                <a:latin typeface="Verdana"/>
                <a:ea typeface="+mn-ea"/>
                <a:cs typeface="+mn-cs"/>
              </a:rPr>
              <a:t>Touche</a:t>
            </a: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marL="0" marR="0" lvl="0" indent="0" algn="l" defTabSz="1268366" rtl="0" eaLnBrk="1" fontAlgn="auto" latinLnBrk="0" hangingPunct="1">
              <a:lnSpc>
                <a:spcPct val="100000"/>
              </a:lnSpc>
              <a:spcBef>
                <a:spcPts val="0"/>
              </a:spcBef>
              <a:spcAft>
                <a:spcPts val="8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marL="0" marR="0" lvl="0" indent="0" algn="l" defTabSz="1268366" rtl="0" eaLnBrk="1" fontAlgn="auto" latinLnBrk="0" hangingPunct="1">
              <a:lnSpc>
                <a:spcPct val="100000"/>
              </a:lnSpc>
              <a:spcBef>
                <a:spcPts val="0"/>
              </a:spcBef>
              <a:spcAft>
                <a:spcPts val="8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©2025 Deloitte </a:t>
            </a:r>
            <a:r>
              <a:rPr kumimoji="0" lang="en-US" sz="1100" b="0" i="0" u="none" strike="noStrike" kern="1200" cap="none" spc="0" normalizeH="0" baseline="0" noProof="0" err="1">
                <a:ln>
                  <a:noFill/>
                </a:ln>
                <a:solidFill>
                  <a:sysClr val="windowText" lastClr="000000"/>
                </a:solidFill>
                <a:effectLst/>
                <a:uLnTx/>
                <a:uFillTx/>
                <a:latin typeface="Verdana"/>
                <a:ea typeface="+mn-ea"/>
                <a:cs typeface="+mn-cs"/>
              </a:rPr>
              <a:t>Touche</a:t>
            </a: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 Tohmatsu India LLP. Member of Deloitte </a:t>
            </a:r>
            <a:r>
              <a:rPr kumimoji="0" lang="en-US" sz="1100" b="0" i="0" u="none" strike="noStrike" kern="1200" cap="none" spc="0" normalizeH="0" baseline="0" noProof="0" err="1">
                <a:ln>
                  <a:noFill/>
                </a:ln>
                <a:solidFill>
                  <a:sysClr val="windowText" lastClr="000000"/>
                </a:solidFill>
                <a:effectLst/>
                <a:uLnTx/>
                <a:uFillTx/>
                <a:latin typeface="Verdana"/>
                <a:ea typeface="+mn-ea"/>
                <a:cs typeface="+mn-cs"/>
              </a:rPr>
              <a:t>Touche</a:t>
            </a: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 Tohmatsu Limited</a:t>
            </a:r>
          </a:p>
          <a:p>
            <a:pPr marL="0" marR="0" lvl="0" indent="0" algn="l" defTabSz="1268366" rtl="0" eaLnBrk="1" fontAlgn="auto" latinLnBrk="0" hangingPunct="1">
              <a:lnSpc>
                <a:spcPct val="100000"/>
              </a:lnSpc>
              <a:spcBef>
                <a:spcPts val="0"/>
              </a:spcBef>
              <a:spcAft>
                <a:spcPts val="8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Deloitte </a:t>
            </a:r>
            <a:r>
              <a:rPr kumimoji="0" lang="en-US" sz="1100" b="0" i="0" u="none" strike="noStrike" kern="1200" cap="none" spc="0" normalizeH="0" baseline="0" noProof="0" err="1">
                <a:ln>
                  <a:noFill/>
                </a:ln>
                <a:solidFill>
                  <a:sysClr val="windowText" lastClr="000000"/>
                </a:solidFill>
                <a:effectLst/>
                <a:uLnTx/>
                <a:uFillTx/>
                <a:latin typeface="Verdana"/>
                <a:ea typeface="+mn-ea"/>
                <a:cs typeface="+mn-cs"/>
              </a:rPr>
              <a:t>Touche</a:t>
            </a: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 Tohmatsu India Private Limited (U74140MH199 5PTC093339), a private company limited by shares, was converted into Deloitte </a:t>
            </a:r>
            <a:r>
              <a:rPr kumimoji="0" lang="en-US" sz="1100" b="0" i="0" u="none" strike="noStrike" kern="1200" cap="none" spc="0" normalizeH="0" baseline="0" noProof="0" err="1">
                <a:ln>
                  <a:noFill/>
                </a:ln>
                <a:solidFill>
                  <a:sysClr val="windowText" lastClr="000000"/>
                </a:solidFill>
                <a:effectLst/>
                <a:uLnTx/>
                <a:uFillTx/>
                <a:latin typeface="Verdana"/>
                <a:ea typeface="+mn-ea"/>
                <a:cs typeface="+mn-cs"/>
              </a:rPr>
              <a:t>Touche</a:t>
            </a:r>
            <a:r>
              <a:rPr kumimoji="0" lang="en-US" sz="1100" b="0" i="0" u="none" strike="noStrike" kern="1200" cap="none" spc="0" normalizeH="0" baseline="0" noProof="0">
                <a:ln>
                  <a:noFill/>
                </a:ln>
                <a:solidFill>
                  <a:sysClr val="windowText" lastClr="000000"/>
                </a:solidFill>
                <a:effectLst/>
                <a:uLnTx/>
                <a:uFillTx/>
                <a:latin typeface="Verdana"/>
                <a:ea typeface="+mn-ea"/>
                <a:cs typeface="+mn-cs"/>
              </a:rPr>
              <a:t> Tohmatsu India LLP, a limited liability partnership (LLP Identification No. AAE-8458), with effect from October 1, 2015.</a:t>
            </a:r>
          </a:p>
        </p:txBody>
      </p:sp>
      <p:sp>
        <p:nvSpPr>
          <p:cNvPr id="10" name="Rectangle 9">
            <a:extLst>
              <a:ext uri="{FF2B5EF4-FFF2-40B4-BE49-F238E27FC236}">
                <a16:creationId xmlns:a16="http://schemas.microsoft.com/office/drawing/2014/main" id="{0DAF8457-0468-1E0A-70A7-2C44DC15B0AB}"/>
              </a:ext>
            </a:extLst>
          </p:cNvPr>
          <p:cNvSpPr/>
          <p:nvPr/>
        </p:nvSpPr>
        <p:spPr bwMode="gray">
          <a:xfrm>
            <a:off x="156411" y="216568"/>
            <a:ext cx="11875168" cy="529390"/>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pic>
        <p:nvPicPr>
          <p:cNvPr id="9" name="LogoDisclaimerPage">
            <a:extLst>
              <a:ext uri="{FF2B5EF4-FFF2-40B4-BE49-F238E27FC236}">
                <a16:creationId xmlns:a16="http://schemas.microsoft.com/office/drawing/2014/main" id="{5351F581-860D-2BFE-C81A-39592A99116E}"/>
              </a:ext>
            </a:extLst>
          </p:cNvPr>
          <p:cNvPicPr>
            <a:picLocks noChangeAspect="1"/>
          </p:cNvPicPr>
          <p:nvPr/>
        </p:nvPicPr>
        <p:blipFill>
          <a:blip r:embed="rId5"/>
          <a:stretch>
            <a:fillRect/>
          </a:stretch>
        </p:blipFill>
        <p:spPr>
          <a:xfrm>
            <a:off x="501650" y="481263"/>
            <a:ext cx="2361750" cy="1035216"/>
          </a:xfrm>
          <a:prstGeom prst="rect">
            <a:avLst/>
          </a:prstGeom>
        </p:spPr>
      </p:pic>
    </p:spTree>
    <p:extLst>
      <p:ext uri="{BB962C8B-B14F-4D97-AF65-F5344CB8AC3E}">
        <p14:creationId xmlns:p14="http://schemas.microsoft.com/office/powerpoint/2010/main" val="174943939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purple background&#10;&#10;Description automatically generated">
            <a:extLst>
              <a:ext uri="{FF2B5EF4-FFF2-40B4-BE49-F238E27FC236}">
                <a16:creationId xmlns:a16="http://schemas.microsoft.com/office/drawing/2014/main" id="{DF1C830F-F668-0BE3-F2B3-88244BA254A9}"/>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tretch>
            <a:fillRect/>
          </a:stretch>
        </p:blipFill>
        <p:spPr>
          <a:xfrm>
            <a:off x="0" y="1371283"/>
            <a:ext cx="12192000" cy="5486717"/>
          </a:xfrm>
          <a:prstGeom prst="rect">
            <a:avLst/>
          </a:prstGeom>
        </p:spPr>
      </p:pic>
      <p:sp>
        <p:nvSpPr>
          <p:cNvPr id="4" name="Rectangle 3">
            <a:extLst>
              <a:ext uri="{FF2B5EF4-FFF2-40B4-BE49-F238E27FC236}">
                <a16:creationId xmlns:a16="http://schemas.microsoft.com/office/drawing/2014/main" id="{54107920-CD4A-0519-6177-A5798464AD44}"/>
              </a:ext>
            </a:extLst>
          </p:cNvPr>
          <p:cNvSpPr/>
          <p:nvPr/>
        </p:nvSpPr>
        <p:spPr bwMode="gray">
          <a:xfrm>
            <a:off x="0" y="0"/>
            <a:ext cx="12192000" cy="6858000"/>
          </a:xfrm>
          <a:prstGeom prst="rect">
            <a:avLst/>
          </a:prstGeom>
          <a:gradFill>
            <a:gsLst>
              <a:gs pos="26000">
                <a:srgbClr val="0E2742"/>
              </a:gs>
              <a:gs pos="100000">
                <a:srgbClr val="0E2742">
                  <a:alpha val="0"/>
                </a:srgbClr>
              </a:gs>
            </a:gsLst>
            <a:lin ang="5400000" scaled="1"/>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970D5ED6-9E31-9DC7-D688-8CAB05DA4842}"/>
              </a:ext>
            </a:extLst>
          </p:cNvPr>
          <p:cNvGrpSpPr/>
          <p:nvPr/>
        </p:nvGrpSpPr>
        <p:grpSpPr>
          <a:xfrm>
            <a:off x="600404" y="282670"/>
            <a:ext cx="5733020" cy="2570724"/>
            <a:chOff x="495300" y="1189181"/>
            <a:chExt cx="5733020" cy="2570724"/>
          </a:xfrm>
        </p:grpSpPr>
        <p:sp>
          <p:nvSpPr>
            <p:cNvPr id="2" name="TextBox 6">
              <a:extLst>
                <a:ext uri="{FF2B5EF4-FFF2-40B4-BE49-F238E27FC236}">
                  <a16:creationId xmlns:a16="http://schemas.microsoft.com/office/drawing/2014/main" id="{BFFBE392-AF08-36D4-7BC7-0618502EBEAE}"/>
                </a:ext>
              </a:extLst>
            </p:cNvPr>
            <p:cNvSpPr txBox="1"/>
            <p:nvPr/>
          </p:nvSpPr>
          <p:spPr>
            <a:xfrm>
              <a:off x="734988" y="1189181"/>
              <a:ext cx="2281481" cy="2139688"/>
            </a:xfrm>
            <a:prstGeom prst="rect">
              <a:avLst/>
            </a:prstGeom>
          </p:spPr>
          <p:txBody>
            <a:bodyPr wrap="square" lIns="0" tIns="0" rIns="0" bIns="0" rtlCol="0" anchor="t">
              <a:spAutoFit/>
            </a:bodyPr>
            <a:lstStyle/>
            <a:p>
              <a:pPr marL="0" marR="0" lvl="0" indent="0" algn="l" defTabSz="914400" rtl="0" eaLnBrk="1" fontAlgn="auto" latinLnBrk="0" hangingPunct="1">
                <a:lnSpc>
                  <a:spcPts val="17980"/>
                </a:lnSpc>
                <a:spcBef>
                  <a:spcPts val="0"/>
                </a:spcBef>
                <a:spcAft>
                  <a:spcPts val="0"/>
                </a:spcAft>
                <a:buClrTx/>
                <a:buSzTx/>
                <a:buFontTx/>
                <a:buNone/>
                <a:tabLst/>
                <a:defRPr/>
              </a:pPr>
              <a:r>
                <a:rPr kumimoji="0" lang="en-US" sz="11500" b="0" i="0" u="none" strike="noStrike" kern="1200" cap="none" spc="12" normalizeH="0" baseline="0" noProof="0">
                  <a:ln>
                    <a:noFill/>
                  </a:ln>
                  <a:solidFill>
                    <a:srgbClr val="32E9FF"/>
                  </a:solidFill>
                  <a:effectLst/>
                  <a:uLnTx/>
                  <a:uFillTx/>
                  <a:latin typeface="Aptos" panose="020B0004020202020204" pitchFamily="34" charset="0"/>
                  <a:ea typeface="+mn-ea"/>
                  <a:cs typeface="+mn-cs"/>
                </a:rPr>
                <a:t>04</a:t>
              </a:r>
            </a:p>
          </p:txBody>
        </p:sp>
        <p:grpSp>
          <p:nvGrpSpPr>
            <p:cNvPr id="5" name="Group 4">
              <a:extLst>
                <a:ext uri="{FF2B5EF4-FFF2-40B4-BE49-F238E27FC236}">
                  <a16:creationId xmlns:a16="http://schemas.microsoft.com/office/drawing/2014/main" id="{A2D0C634-E158-36CC-D7BD-49608E447B1F}"/>
                </a:ext>
              </a:extLst>
            </p:cNvPr>
            <p:cNvGrpSpPr/>
            <p:nvPr/>
          </p:nvGrpSpPr>
          <p:grpSpPr>
            <a:xfrm>
              <a:off x="495300" y="2610854"/>
              <a:ext cx="5733020" cy="1149051"/>
              <a:chOff x="495300" y="2610854"/>
              <a:chExt cx="5733020" cy="1149051"/>
            </a:xfrm>
          </p:grpSpPr>
          <p:sp>
            <p:nvSpPr>
              <p:cNvPr id="9" name="Freeform 682">
                <a:extLst>
                  <a:ext uri="{FF2B5EF4-FFF2-40B4-BE49-F238E27FC236}">
                    <a16:creationId xmlns:a16="http://schemas.microsoft.com/office/drawing/2014/main" id="{C967D441-DD59-12E6-9EFA-09EF94E2C4EA}"/>
                  </a:ext>
                </a:extLst>
              </p:cNvPr>
              <p:cNvSpPr>
                <a:spLocks noEditPoints="1"/>
              </p:cNvSpPr>
              <p:nvPr/>
            </p:nvSpPr>
            <p:spPr bwMode="auto">
              <a:xfrm rot="5400000">
                <a:off x="5410174" y="2610854"/>
                <a:ext cx="818146" cy="818146"/>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adFill>
                <a:gsLst>
                  <a:gs pos="0">
                    <a:srgbClr val="00ABAB"/>
                  </a:gs>
                  <a:gs pos="53000">
                    <a:srgbClr val="0097A9"/>
                  </a:gs>
                  <a:gs pos="100000">
                    <a:srgbClr val="040D21"/>
                  </a:gs>
                </a:gsLst>
                <a:lin ang="8100000" scaled="1"/>
              </a:gradFill>
              <a:ln w="3175" algn="ctr">
                <a:noFill/>
                <a:miter lim="800000"/>
                <a:headEnd/>
                <a:tailEnd/>
              </a:ln>
              <a:extLst>
                <a:ext uri="{91240B29-F687-4f45-9708-019B960494DF}">
                  <a14:hiddenLine xmlns="" xmlns:a14="http://schemas.microsoft.com/office/drawing/2010/main" w="9525">
                    <a:solidFill>
                      <a:srgbClr val="000000"/>
                    </a:solidFill>
                    <a:round/>
                    <a:headEnd/>
                    <a:tailEnd/>
                  </a14:hiddenLine>
                </a:ext>
              </a:extLst>
            </p:spPr>
            <p:txBody>
              <a:bodyPr wrap="non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3D5B8B0-BF51-EF43-C5CA-87BFBB9C2108}"/>
                  </a:ext>
                </a:extLst>
              </p:cNvPr>
              <p:cNvGrpSpPr/>
              <p:nvPr/>
            </p:nvGrpSpPr>
            <p:grpSpPr>
              <a:xfrm>
                <a:off x="495300" y="3019927"/>
                <a:ext cx="4937760" cy="167148"/>
                <a:chOff x="0" y="2794883"/>
                <a:chExt cx="6776832" cy="167148"/>
              </a:xfrm>
            </p:grpSpPr>
            <p:cxnSp>
              <p:nvCxnSpPr>
                <p:cNvPr id="8" name="Straight Connector 7">
                  <a:extLst>
                    <a:ext uri="{FF2B5EF4-FFF2-40B4-BE49-F238E27FC236}">
                      <a16:creationId xmlns:a16="http://schemas.microsoft.com/office/drawing/2014/main" id="{EDA7E85C-A518-E5DF-0039-51F8638AD094}"/>
                    </a:ext>
                  </a:extLst>
                </p:cNvPr>
                <p:cNvCxnSpPr>
                  <a:cxnSpLocks/>
                </p:cNvCxnSpPr>
                <p:nvPr/>
              </p:nvCxnSpPr>
              <p:spPr>
                <a:xfrm>
                  <a:off x="0" y="2794883"/>
                  <a:ext cx="6776832" cy="0"/>
                </a:xfrm>
                <a:prstGeom prst="line">
                  <a:avLst/>
                </a:prstGeom>
                <a:ln w="38100">
                  <a:solidFill>
                    <a:srgbClr val="02536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54A6F95-74DE-380C-B70E-2657245960F2}"/>
                    </a:ext>
                  </a:extLst>
                </p:cNvPr>
                <p:cNvCxnSpPr>
                  <a:cxnSpLocks/>
                </p:cNvCxnSpPr>
                <p:nvPr/>
              </p:nvCxnSpPr>
              <p:spPr>
                <a:xfrm>
                  <a:off x="0" y="2962031"/>
                  <a:ext cx="3695700" cy="0"/>
                </a:xfrm>
                <a:prstGeom prst="line">
                  <a:avLst/>
                </a:prstGeom>
                <a:ln w="6350">
                  <a:solidFill>
                    <a:srgbClr val="9DD4CF"/>
                  </a:solidFill>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9F1B1092-B9F5-FCFA-D290-979B5B556687}"/>
                  </a:ext>
                </a:extLst>
              </p:cNvPr>
              <p:cNvGrpSpPr/>
              <p:nvPr/>
            </p:nvGrpSpPr>
            <p:grpSpPr>
              <a:xfrm>
                <a:off x="5499154" y="2699891"/>
                <a:ext cx="640078" cy="640081"/>
                <a:chOff x="8258262" y="1230401"/>
                <a:chExt cx="313568" cy="313273"/>
              </a:xfrm>
            </p:grpSpPr>
            <p:sp>
              <p:nvSpPr>
                <p:cNvPr id="38" name="Graphic 4">
                  <a:extLst>
                    <a:ext uri="{FF2B5EF4-FFF2-40B4-BE49-F238E27FC236}">
                      <a16:creationId xmlns:a16="http://schemas.microsoft.com/office/drawing/2014/main" id="{7938B1C2-1166-A8D0-E2E6-1BF88CA88F55}"/>
                    </a:ext>
                  </a:extLst>
                </p:cNvPr>
                <p:cNvSpPr/>
                <p:nvPr/>
              </p:nvSpPr>
              <p:spPr>
                <a:xfrm>
                  <a:off x="8391457" y="1330385"/>
                  <a:ext cx="48749" cy="59692"/>
                </a:xfrm>
                <a:custGeom>
                  <a:avLst/>
                  <a:gdLst>
                    <a:gd name="connsiteX0" fmla="*/ 16710 w 56327"/>
                    <a:gd name="connsiteY0" fmla="*/ 68971 h 68971"/>
                    <a:gd name="connsiteX1" fmla="*/ 39075 w 56327"/>
                    <a:gd name="connsiteY1" fmla="*/ 68971 h 68971"/>
                    <a:gd name="connsiteX2" fmla="*/ 49299 w 56327"/>
                    <a:gd name="connsiteY2" fmla="*/ 45989 h 68971"/>
                    <a:gd name="connsiteX3" fmla="*/ 56328 w 56327"/>
                    <a:gd name="connsiteY3" fmla="*/ 26837 h 68971"/>
                    <a:gd name="connsiteX4" fmla="*/ 26934 w 56327"/>
                    <a:gd name="connsiteY4" fmla="*/ 24 h 68971"/>
                    <a:gd name="connsiteX5" fmla="*/ 97 w 56327"/>
                    <a:gd name="connsiteY5" fmla="*/ 26837 h 68971"/>
                    <a:gd name="connsiteX6" fmla="*/ 7125 w 56327"/>
                    <a:gd name="connsiteY6" fmla="*/ 45989 h 68971"/>
                    <a:gd name="connsiteX7" fmla="*/ 16710 w 56327"/>
                    <a:gd name="connsiteY7" fmla="*/ 68971 h 6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27" h="68971">
                      <a:moveTo>
                        <a:pt x="16710" y="68971"/>
                      </a:moveTo>
                      <a:lnTo>
                        <a:pt x="39075" y="68971"/>
                      </a:lnTo>
                      <a:cubicBezTo>
                        <a:pt x="39714" y="60672"/>
                        <a:pt x="43548" y="52373"/>
                        <a:pt x="49299" y="45989"/>
                      </a:cubicBezTo>
                      <a:cubicBezTo>
                        <a:pt x="53772" y="40882"/>
                        <a:pt x="56328" y="33859"/>
                        <a:pt x="56328" y="26837"/>
                      </a:cubicBezTo>
                      <a:cubicBezTo>
                        <a:pt x="55689" y="11516"/>
                        <a:pt x="42270" y="-614"/>
                        <a:pt x="26934" y="24"/>
                      </a:cubicBezTo>
                      <a:cubicBezTo>
                        <a:pt x="12237" y="663"/>
                        <a:pt x="736" y="12154"/>
                        <a:pt x="97" y="26837"/>
                      </a:cubicBezTo>
                      <a:cubicBezTo>
                        <a:pt x="-543" y="33859"/>
                        <a:pt x="2013" y="40882"/>
                        <a:pt x="7125" y="45989"/>
                      </a:cubicBezTo>
                      <a:cubicBezTo>
                        <a:pt x="12237" y="52373"/>
                        <a:pt x="16071" y="60672"/>
                        <a:pt x="16710" y="68971"/>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Graphic 4">
                  <a:extLst>
                    <a:ext uri="{FF2B5EF4-FFF2-40B4-BE49-F238E27FC236}">
                      <a16:creationId xmlns:a16="http://schemas.microsoft.com/office/drawing/2014/main" id="{120C6DB6-1EBE-D024-5339-5593FE2B84F0}"/>
                    </a:ext>
                  </a:extLst>
                </p:cNvPr>
                <p:cNvSpPr/>
                <p:nvPr/>
              </p:nvSpPr>
              <p:spPr>
                <a:xfrm>
                  <a:off x="8258262" y="1230401"/>
                  <a:ext cx="313568" cy="313273"/>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24926 w 362313"/>
                    <a:gd name="connsiteY6" fmla="*/ 101505 h 361971"/>
                    <a:gd name="connsiteX7" fmla="*/ 237706 w 362313"/>
                    <a:gd name="connsiteY7" fmla="*/ 93206 h 361971"/>
                    <a:gd name="connsiteX8" fmla="*/ 246652 w 362313"/>
                    <a:gd name="connsiteY8" fmla="*/ 95121 h 361971"/>
                    <a:gd name="connsiteX9" fmla="*/ 244735 w 362313"/>
                    <a:gd name="connsiteY9" fmla="*/ 104059 h 361971"/>
                    <a:gd name="connsiteX10" fmla="*/ 231955 w 362313"/>
                    <a:gd name="connsiteY10" fmla="*/ 112358 h 361971"/>
                    <a:gd name="connsiteX11" fmla="*/ 223009 w 362313"/>
                    <a:gd name="connsiteY11" fmla="*/ 110443 h 361971"/>
                    <a:gd name="connsiteX12" fmla="*/ 224926 w 362313"/>
                    <a:gd name="connsiteY12" fmla="*/ 101505 h 361971"/>
                    <a:gd name="connsiteX13" fmla="*/ 175084 w 362313"/>
                    <a:gd name="connsiteY13" fmla="*/ 66394 h 361971"/>
                    <a:gd name="connsiteX14" fmla="*/ 181474 w 362313"/>
                    <a:gd name="connsiteY14" fmla="*/ 60010 h 361971"/>
                    <a:gd name="connsiteX15" fmla="*/ 187864 w 362313"/>
                    <a:gd name="connsiteY15" fmla="*/ 66394 h 361971"/>
                    <a:gd name="connsiteX16" fmla="*/ 187864 w 362313"/>
                    <a:gd name="connsiteY16" fmla="*/ 80438 h 361971"/>
                    <a:gd name="connsiteX17" fmla="*/ 181474 w 362313"/>
                    <a:gd name="connsiteY17" fmla="*/ 86822 h 361971"/>
                    <a:gd name="connsiteX18" fmla="*/ 175084 w 362313"/>
                    <a:gd name="connsiteY18" fmla="*/ 80438 h 361971"/>
                    <a:gd name="connsiteX19" fmla="*/ 175084 w 362313"/>
                    <a:gd name="connsiteY19" fmla="*/ 66394 h 361971"/>
                    <a:gd name="connsiteX20" fmla="*/ 181474 w 362313"/>
                    <a:gd name="connsiteY20" fmla="*/ 102144 h 361971"/>
                    <a:gd name="connsiteX21" fmla="*/ 222370 w 362313"/>
                    <a:gd name="connsiteY21" fmla="*/ 141086 h 361971"/>
                    <a:gd name="connsiteX22" fmla="*/ 222370 w 362313"/>
                    <a:gd name="connsiteY22" fmla="*/ 141724 h 361971"/>
                    <a:gd name="connsiteX23" fmla="*/ 212785 w 362313"/>
                    <a:gd name="connsiteY23" fmla="*/ 168537 h 361971"/>
                    <a:gd name="connsiteX24" fmla="*/ 205117 w 362313"/>
                    <a:gd name="connsiteY24" fmla="*/ 190243 h 361971"/>
                    <a:gd name="connsiteX25" fmla="*/ 198727 w 362313"/>
                    <a:gd name="connsiteY25" fmla="*/ 196627 h 361971"/>
                    <a:gd name="connsiteX26" fmla="*/ 164221 w 362313"/>
                    <a:gd name="connsiteY26" fmla="*/ 196627 h 361971"/>
                    <a:gd name="connsiteX27" fmla="*/ 157832 w 362313"/>
                    <a:gd name="connsiteY27" fmla="*/ 190243 h 361971"/>
                    <a:gd name="connsiteX28" fmla="*/ 150164 w 362313"/>
                    <a:gd name="connsiteY28" fmla="*/ 168537 h 361971"/>
                    <a:gd name="connsiteX29" fmla="*/ 140579 w 362313"/>
                    <a:gd name="connsiteY29" fmla="*/ 141724 h 361971"/>
                    <a:gd name="connsiteX30" fmla="*/ 180835 w 362313"/>
                    <a:gd name="connsiteY30" fmla="*/ 102144 h 361971"/>
                    <a:gd name="connsiteX31" fmla="*/ 181474 w 362313"/>
                    <a:gd name="connsiteY31" fmla="*/ 102144 h 361971"/>
                    <a:gd name="connsiteX32" fmla="*/ 181474 w 362313"/>
                    <a:gd name="connsiteY32" fmla="*/ 102144 h 361971"/>
                    <a:gd name="connsiteX33" fmla="*/ 204478 w 362313"/>
                    <a:gd name="connsiteY33" fmla="*/ 209395 h 361971"/>
                    <a:gd name="connsiteX34" fmla="*/ 198088 w 362313"/>
                    <a:gd name="connsiteY34" fmla="*/ 215779 h 361971"/>
                    <a:gd name="connsiteX35" fmla="*/ 165499 w 362313"/>
                    <a:gd name="connsiteY35" fmla="*/ 215779 h 361971"/>
                    <a:gd name="connsiteX36" fmla="*/ 159109 w 362313"/>
                    <a:gd name="connsiteY36" fmla="*/ 209395 h 361971"/>
                    <a:gd name="connsiteX37" fmla="*/ 165499 w 362313"/>
                    <a:gd name="connsiteY37" fmla="*/ 203011 h 361971"/>
                    <a:gd name="connsiteX38" fmla="*/ 198088 w 362313"/>
                    <a:gd name="connsiteY38" fmla="*/ 203011 h 361971"/>
                    <a:gd name="connsiteX39" fmla="*/ 204478 w 362313"/>
                    <a:gd name="connsiteY39" fmla="*/ 209395 h 361971"/>
                    <a:gd name="connsiteX40" fmla="*/ 116936 w 362313"/>
                    <a:gd name="connsiteY40" fmla="*/ 95121 h 361971"/>
                    <a:gd name="connsiteX41" fmla="*/ 125882 w 362313"/>
                    <a:gd name="connsiteY41" fmla="*/ 93206 h 361971"/>
                    <a:gd name="connsiteX42" fmla="*/ 138662 w 362313"/>
                    <a:gd name="connsiteY42" fmla="*/ 101505 h 361971"/>
                    <a:gd name="connsiteX43" fmla="*/ 140579 w 362313"/>
                    <a:gd name="connsiteY43" fmla="*/ 110443 h 361971"/>
                    <a:gd name="connsiteX44" fmla="*/ 135467 w 362313"/>
                    <a:gd name="connsiteY44" fmla="*/ 113635 h 361971"/>
                    <a:gd name="connsiteX45" fmla="*/ 131633 w 362313"/>
                    <a:gd name="connsiteY45" fmla="*/ 112358 h 361971"/>
                    <a:gd name="connsiteX46" fmla="*/ 118853 w 362313"/>
                    <a:gd name="connsiteY46" fmla="*/ 104059 h 361971"/>
                    <a:gd name="connsiteX47" fmla="*/ 116936 w 362313"/>
                    <a:gd name="connsiteY47" fmla="*/ 95121 h 361971"/>
                    <a:gd name="connsiteX48" fmla="*/ 116936 w 362313"/>
                    <a:gd name="connsiteY48" fmla="*/ 95121 h 361971"/>
                    <a:gd name="connsiteX49" fmla="*/ 104156 w 362313"/>
                    <a:gd name="connsiteY49" fmla="*/ 157684 h 361971"/>
                    <a:gd name="connsiteX50" fmla="*/ 110546 w 362313"/>
                    <a:gd name="connsiteY50" fmla="*/ 151300 h 361971"/>
                    <a:gd name="connsiteX51" fmla="*/ 125882 w 362313"/>
                    <a:gd name="connsiteY51" fmla="*/ 151300 h 361971"/>
                    <a:gd name="connsiteX52" fmla="*/ 132272 w 362313"/>
                    <a:gd name="connsiteY52" fmla="*/ 157684 h 361971"/>
                    <a:gd name="connsiteX53" fmla="*/ 125882 w 362313"/>
                    <a:gd name="connsiteY53" fmla="*/ 164068 h 361971"/>
                    <a:gd name="connsiteX54" fmla="*/ 110546 w 362313"/>
                    <a:gd name="connsiteY54" fmla="*/ 164068 h 361971"/>
                    <a:gd name="connsiteX55" fmla="*/ 104156 w 362313"/>
                    <a:gd name="connsiteY55" fmla="*/ 157684 h 361971"/>
                    <a:gd name="connsiteX56" fmla="*/ 104156 w 362313"/>
                    <a:gd name="connsiteY56" fmla="*/ 157684 h 361971"/>
                    <a:gd name="connsiteX57" fmla="*/ 256876 w 362313"/>
                    <a:gd name="connsiteY57" fmla="*/ 295578 h 361971"/>
                    <a:gd name="connsiteX58" fmla="*/ 250486 w 362313"/>
                    <a:gd name="connsiteY58" fmla="*/ 301962 h 361971"/>
                    <a:gd name="connsiteX59" fmla="*/ 244096 w 362313"/>
                    <a:gd name="connsiteY59" fmla="*/ 295578 h 361971"/>
                    <a:gd name="connsiteX60" fmla="*/ 244096 w 362313"/>
                    <a:gd name="connsiteY60" fmla="*/ 284087 h 361971"/>
                    <a:gd name="connsiteX61" fmla="*/ 200644 w 362313"/>
                    <a:gd name="connsiteY61" fmla="*/ 236846 h 361971"/>
                    <a:gd name="connsiteX62" fmla="*/ 162304 w 362313"/>
                    <a:gd name="connsiteY62" fmla="*/ 236846 h 361971"/>
                    <a:gd name="connsiteX63" fmla="*/ 118853 w 362313"/>
                    <a:gd name="connsiteY63" fmla="*/ 284087 h 361971"/>
                    <a:gd name="connsiteX64" fmla="*/ 118853 w 362313"/>
                    <a:gd name="connsiteY64" fmla="*/ 295578 h 361971"/>
                    <a:gd name="connsiteX65" fmla="*/ 112463 w 362313"/>
                    <a:gd name="connsiteY65" fmla="*/ 301962 h 361971"/>
                    <a:gd name="connsiteX66" fmla="*/ 106073 w 362313"/>
                    <a:gd name="connsiteY66" fmla="*/ 295578 h 361971"/>
                    <a:gd name="connsiteX67" fmla="*/ 106073 w 362313"/>
                    <a:gd name="connsiteY67" fmla="*/ 284087 h 361971"/>
                    <a:gd name="connsiteX68" fmla="*/ 162304 w 362313"/>
                    <a:gd name="connsiteY68" fmla="*/ 224078 h 361971"/>
                    <a:gd name="connsiteX69" fmla="*/ 200644 w 362313"/>
                    <a:gd name="connsiteY69" fmla="*/ 224078 h 361971"/>
                    <a:gd name="connsiteX70" fmla="*/ 256876 w 362313"/>
                    <a:gd name="connsiteY70" fmla="*/ 284087 h 361971"/>
                    <a:gd name="connsiteX71" fmla="*/ 256876 w 362313"/>
                    <a:gd name="connsiteY71" fmla="*/ 295578 h 361971"/>
                    <a:gd name="connsiteX72" fmla="*/ 253042 w 362313"/>
                    <a:gd name="connsiteY72" fmla="*/ 164068 h 361971"/>
                    <a:gd name="connsiteX73" fmla="*/ 237706 w 362313"/>
                    <a:gd name="connsiteY73" fmla="*/ 164068 h 361971"/>
                    <a:gd name="connsiteX74" fmla="*/ 231316 w 362313"/>
                    <a:gd name="connsiteY74" fmla="*/ 157684 h 361971"/>
                    <a:gd name="connsiteX75" fmla="*/ 237706 w 362313"/>
                    <a:gd name="connsiteY75" fmla="*/ 151300 h 361971"/>
                    <a:gd name="connsiteX76" fmla="*/ 253042 w 362313"/>
                    <a:gd name="connsiteY76" fmla="*/ 151300 h 361971"/>
                    <a:gd name="connsiteX77" fmla="*/ 259431 w 362313"/>
                    <a:gd name="connsiteY77" fmla="*/ 157684 h 361971"/>
                    <a:gd name="connsiteX78" fmla="*/ 253042 w 362313"/>
                    <a:gd name="connsiteY78" fmla="*/ 16406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224926" y="101505"/>
                      </a:moveTo>
                      <a:lnTo>
                        <a:pt x="237706" y="93206"/>
                      </a:lnTo>
                      <a:cubicBezTo>
                        <a:pt x="240901" y="91291"/>
                        <a:pt x="244735" y="91930"/>
                        <a:pt x="246652" y="95121"/>
                      </a:cubicBezTo>
                      <a:cubicBezTo>
                        <a:pt x="248569" y="98313"/>
                        <a:pt x="247929" y="102144"/>
                        <a:pt x="244735" y="104059"/>
                      </a:cubicBezTo>
                      <a:lnTo>
                        <a:pt x="231955" y="112358"/>
                      </a:lnTo>
                      <a:cubicBezTo>
                        <a:pt x="228760" y="114273"/>
                        <a:pt x="224926" y="113635"/>
                        <a:pt x="223009" y="110443"/>
                      </a:cubicBezTo>
                      <a:cubicBezTo>
                        <a:pt x="221092" y="107889"/>
                        <a:pt x="221731" y="103421"/>
                        <a:pt x="224926" y="101505"/>
                      </a:cubicBezTo>
                      <a:close/>
                      <a:moveTo>
                        <a:pt x="175084" y="66394"/>
                      </a:moveTo>
                      <a:cubicBezTo>
                        <a:pt x="175084" y="62563"/>
                        <a:pt x="177640" y="60010"/>
                        <a:pt x="181474" y="60010"/>
                      </a:cubicBezTo>
                      <a:cubicBezTo>
                        <a:pt x="185308" y="60010"/>
                        <a:pt x="187864" y="62563"/>
                        <a:pt x="187864" y="66394"/>
                      </a:cubicBezTo>
                      <a:lnTo>
                        <a:pt x="187864" y="80438"/>
                      </a:lnTo>
                      <a:cubicBezTo>
                        <a:pt x="187864" y="84269"/>
                        <a:pt x="185308" y="86822"/>
                        <a:pt x="181474" y="86822"/>
                      </a:cubicBezTo>
                      <a:cubicBezTo>
                        <a:pt x="177640" y="86822"/>
                        <a:pt x="175084" y="84269"/>
                        <a:pt x="175084" y="80438"/>
                      </a:cubicBezTo>
                      <a:lnTo>
                        <a:pt x="175084" y="66394"/>
                      </a:lnTo>
                      <a:close/>
                      <a:moveTo>
                        <a:pt x="181474" y="102144"/>
                      </a:moveTo>
                      <a:cubicBezTo>
                        <a:pt x="203839" y="101505"/>
                        <a:pt x="221731" y="119381"/>
                        <a:pt x="222370" y="141086"/>
                      </a:cubicBezTo>
                      <a:cubicBezTo>
                        <a:pt x="222370" y="141086"/>
                        <a:pt x="222370" y="141724"/>
                        <a:pt x="222370" y="141724"/>
                      </a:cubicBezTo>
                      <a:cubicBezTo>
                        <a:pt x="223009" y="151939"/>
                        <a:pt x="219175" y="161515"/>
                        <a:pt x="212785" y="168537"/>
                      </a:cubicBezTo>
                      <a:cubicBezTo>
                        <a:pt x="207673" y="174283"/>
                        <a:pt x="204478" y="182582"/>
                        <a:pt x="205117" y="190243"/>
                      </a:cubicBezTo>
                      <a:cubicBezTo>
                        <a:pt x="205117" y="194073"/>
                        <a:pt x="202561" y="196627"/>
                        <a:pt x="198727" y="196627"/>
                      </a:cubicBezTo>
                      <a:lnTo>
                        <a:pt x="164221" y="196627"/>
                      </a:lnTo>
                      <a:cubicBezTo>
                        <a:pt x="160387" y="196627"/>
                        <a:pt x="157832" y="194073"/>
                        <a:pt x="157832" y="190243"/>
                      </a:cubicBezTo>
                      <a:cubicBezTo>
                        <a:pt x="158470" y="181944"/>
                        <a:pt x="155275" y="174283"/>
                        <a:pt x="150164" y="168537"/>
                      </a:cubicBezTo>
                      <a:cubicBezTo>
                        <a:pt x="143774" y="160876"/>
                        <a:pt x="139940" y="151300"/>
                        <a:pt x="140579" y="141724"/>
                      </a:cubicBezTo>
                      <a:cubicBezTo>
                        <a:pt x="140579" y="119381"/>
                        <a:pt x="158470" y="101505"/>
                        <a:pt x="180835" y="102144"/>
                      </a:cubicBezTo>
                      <a:cubicBezTo>
                        <a:pt x="181474" y="102144"/>
                        <a:pt x="181474" y="102144"/>
                        <a:pt x="181474" y="102144"/>
                      </a:cubicBezTo>
                      <a:lnTo>
                        <a:pt x="181474" y="102144"/>
                      </a:lnTo>
                      <a:close/>
                      <a:moveTo>
                        <a:pt x="204478" y="209395"/>
                      </a:moveTo>
                      <a:cubicBezTo>
                        <a:pt x="204478" y="213225"/>
                        <a:pt x="201922" y="215779"/>
                        <a:pt x="198088" y="215779"/>
                      </a:cubicBezTo>
                      <a:lnTo>
                        <a:pt x="165499" y="215779"/>
                      </a:lnTo>
                      <a:cubicBezTo>
                        <a:pt x="161665" y="215779"/>
                        <a:pt x="159109" y="213225"/>
                        <a:pt x="159109" y="209395"/>
                      </a:cubicBezTo>
                      <a:cubicBezTo>
                        <a:pt x="159109" y="205564"/>
                        <a:pt x="161665" y="203011"/>
                        <a:pt x="165499" y="203011"/>
                      </a:cubicBezTo>
                      <a:lnTo>
                        <a:pt x="198088" y="203011"/>
                      </a:lnTo>
                      <a:cubicBezTo>
                        <a:pt x="201283" y="203011"/>
                        <a:pt x="204478" y="205564"/>
                        <a:pt x="204478" y="209395"/>
                      </a:cubicBezTo>
                      <a:close/>
                      <a:moveTo>
                        <a:pt x="116936" y="95121"/>
                      </a:moveTo>
                      <a:cubicBezTo>
                        <a:pt x="118853" y="91930"/>
                        <a:pt x="122687" y="91291"/>
                        <a:pt x="125882" y="93206"/>
                      </a:cubicBezTo>
                      <a:lnTo>
                        <a:pt x="138662" y="101505"/>
                      </a:lnTo>
                      <a:cubicBezTo>
                        <a:pt x="141857" y="103421"/>
                        <a:pt x="142496" y="107251"/>
                        <a:pt x="140579" y="110443"/>
                      </a:cubicBezTo>
                      <a:cubicBezTo>
                        <a:pt x="139301" y="112358"/>
                        <a:pt x="137384" y="113635"/>
                        <a:pt x="135467" y="113635"/>
                      </a:cubicBezTo>
                      <a:cubicBezTo>
                        <a:pt x="134189" y="113635"/>
                        <a:pt x="132911" y="112997"/>
                        <a:pt x="131633" y="112358"/>
                      </a:cubicBezTo>
                      <a:lnTo>
                        <a:pt x="118853" y="104059"/>
                      </a:lnTo>
                      <a:cubicBezTo>
                        <a:pt x="115658" y="102144"/>
                        <a:pt x="115019" y="97675"/>
                        <a:pt x="116936" y="95121"/>
                      </a:cubicBezTo>
                      <a:cubicBezTo>
                        <a:pt x="116936" y="95121"/>
                        <a:pt x="116936" y="95121"/>
                        <a:pt x="116936" y="95121"/>
                      </a:cubicBezTo>
                      <a:close/>
                      <a:moveTo>
                        <a:pt x="104156" y="157684"/>
                      </a:moveTo>
                      <a:cubicBezTo>
                        <a:pt x="104156" y="153854"/>
                        <a:pt x="106712" y="151300"/>
                        <a:pt x="110546" y="151300"/>
                      </a:cubicBezTo>
                      <a:lnTo>
                        <a:pt x="125882" y="151300"/>
                      </a:lnTo>
                      <a:cubicBezTo>
                        <a:pt x="129716" y="151300"/>
                        <a:pt x="132272" y="153854"/>
                        <a:pt x="132272" y="157684"/>
                      </a:cubicBezTo>
                      <a:cubicBezTo>
                        <a:pt x="132272" y="161515"/>
                        <a:pt x="129716" y="164068"/>
                        <a:pt x="125882" y="164068"/>
                      </a:cubicBezTo>
                      <a:lnTo>
                        <a:pt x="110546" y="164068"/>
                      </a:lnTo>
                      <a:cubicBezTo>
                        <a:pt x="106712" y="164068"/>
                        <a:pt x="104156" y="160876"/>
                        <a:pt x="104156" y="157684"/>
                      </a:cubicBezTo>
                      <a:lnTo>
                        <a:pt x="104156" y="157684"/>
                      </a:lnTo>
                      <a:close/>
                      <a:moveTo>
                        <a:pt x="256876" y="295578"/>
                      </a:moveTo>
                      <a:cubicBezTo>
                        <a:pt x="256876" y="299409"/>
                        <a:pt x="254319" y="301962"/>
                        <a:pt x="250486" y="301962"/>
                      </a:cubicBezTo>
                      <a:cubicBezTo>
                        <a:pt x="246652" y="301962"/>
                        <a:pt x="244096" y="299409"/>
                        <a:pt x="244096" y="295578"/>
                      </a:cubicBezTo>
                      <a:lnTo>
                        <a:pt x="244096" y="284087"/>
                      </a:lnTo>
                      <a:cubicBezTo>
                        <a:pt x="244096" y="257913"/>
                        <a:pt x="224287" y="236846"/>
                        <a:pt x="200644" y="236846"/>
                      </a:cubicBezTo>
                      <a:lnTo>
                        <a:pt x="162304" y="236846"/>
                      </a:lnTo>
                      <a:cubicBezTo>
                        <a:pt x="138023" y="236846"/>
                        <a:pt x="118853" y="257913"/>
                        <a:pt x="118853" y="284087"/>
                      </a:cubicBezTo>
                      <a:lnTo>
                        <a:pt x="118853" y="295578"/>
                      </a:lnTo>
                      <a:cubicBezTo>
                        <a:pt x="118853" y="299409"/>
                        <a:pt x="116297" y="301962"/>
                        <a:pt x="112463" y="301962"/>
                      </a:cubicBezTo>
                      <a:cubicBezTo>
                        <a:pt x="108629" y="301962"/>
                        <a:pt x="106073" y="299409"/>
                        <a:pt x="106073" y="295578"/>
                      </a:cubicBezTo>
                      <a:lnTo>
                        <a:pt x="106073" y="284087"/>
                      </a:lnTo>
                      <a:cubicBezTo>
                        <a:pt x="106073" y="250890"/>
                        <a:pt x="131633" y="224078"/>
                        <a:pt x="162304" y="224078"/>
                      </a:cubicBezTo>
                      <a:lnTo>
                        <a:pt x="200644" y="224078"/>
                      </a:lnTo>
                      <a:cubicBezTo>
                        <a:pt x="231955" y="224078"/>
                        <a:pt x="256876" y="250890"/>
                        <a:pt x="256876" y="284087"/>
                      </a:cubicBezTo>
                      <a:lnTo>
                        <a:pt x="256876" y="295578"/>
                      </a:lnTo>
                      <a:close/>
                      <a:moveTo>
                        <a:pt x="253042" y="164068"/>
                      </a:moveTo>
                      <a:lnTo>
                        <a:pt x="237706" y="164068"/>
                      </a:lnTo>
                      <a:cubicBezTo>
                        <a:pt x="233872" y="164068"/>
                        <a:pt x="231316" y="161515"/>
                        <a:pt x="231316" y="157684"/>
                      </a:cubicBezTo>
                      <a:cubicBezTo>
                        <a:pt x="231316" y="153854"/>
                        <a:pt x="233872" y="151300"/>
                        <a:pt x="237706" y="151300"/>
                      </a:cubicBezTo>
                      <a:lnTo>
                        <a:pt x="253042" y="151300"/>
                      </a:lnTo>
                      <a:cubicBezTo>
                        <a:pt x="256876" y="151300"/>
                        <a:pt x="259431" y="153854"/>
                        <a:pt x="259431" y="157684"/>
                      </a:cubicBezTo>
                      <a:cubicBezTo>
                        <a:pt x="259431" y="161515"/>
                        <a:pt x="256237" y="164068"/>
                        <a:pt x="253042" y="164068"/>
                      </a:cubicBezTo>
                      <a:close/>
                    </a:path>
                  </a:pathLst>
                </a:custGeom>
                <a:solidFill>
                  <a:srgbClr val="04EAEC"/>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7">
                <a:extLst>
                  <a:ext uri="{FF2B5EF4-FFF2-40B4-BE49-F238E27FC236}">
                    <a16:creationId xmlns:a16="http://schemas.microsoft.com/office/drawing/2014/main" id="{5598FCFA-826B-E31C-D81E-37D1EC8731A7}"/>
                  </a:ext>
                </a:extLst>
              </p:cNvPr>
              <p:cNvSpPr txBox="1"/>
              <p:nvPr/>
            </p:nvSpPr>
            <p:spPr>
              <a:xfrm>
                <a:off x="495300" y="3232645"/>
                <a:ext cx="5529272" cy="527260"/>
              </a:xfrm>
              <a:prstGeom prst="rect">
                <a:avLst/>
              </a:prstGeom>
            </p:spPr>
            <p:txBody>
              <a:bodyPr lIns="0" tIns="0" rIns="0" bIns="0" rtlCol="0" anchor="t">
                <a:spAutoFit/>
              </a:bodyPr>
              <a:lstStyle/>
              <a:p>
                <a:pPr marL="0" marR="0" lvl="0" indent="0" algn="l" defTabSz="914400" rtl="0" eaLnBrk="1" fontAlgn="auto" latinLnBrk="0" hangingPunct="1">
                  <a:lnSpc>
                    <a:spcPts val="4279"/>
                  </a:lnSpc>
                  <a:spcBef>
                    <a:spcPts val="0"/>
                  </a:spcBef>
                  <a:spcAft>
                    <a:spcPts val="0"/>
                  </a:spcAft>
                  <a:buClrTx/>
                  <a:buSzTx/>
                  <a:buFontTx/>
                  <a:buNone/>
                  <a:tabLst/>
                  <a:defRPr/>
                </a:pPr>
                <a:r>
                  <a:rPr kumimoji="0" lang="en-US" sz="32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Why </a:t>
                </a:r>
                <a:r>
                  <a:rPr kumimoji="0" lang="en-US" sz="32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Deloitte</a:t>
                </a:r>
                <a:r>
                  <a:rPr kumimoji="0" lang="en-US" sz="3200" b="1" i="0" u="none" strike="noStrike" kern="1200" cap="none" spc="0" normalizeH="0" baseline="0" noProof="0">
                    <a:ln>
                      <a:noFill/>
                    </a:ln>
                    <a:solidFill>
                      <a:srgbClr val="FFFFFF"/>
                    </a:solidFill>
                    <a:effectLst/>
                    <a:uLnTx/>
                    <a:uFillTx/>
                    <a:latin typeface="Aptos" panose="020B0004020202020204" pitchFamily="34" charset="0"/>
                    <a:ea typeface="+mn-ea"/>
                    <a:cs typeface="+mn-cs"/>
                  </a:rPr>
                  <a:t>?</a:t>
                </a:r>
              </a:p>
            </p:txBody>
          </p:sp>
        </p:grpSp>
      </p:grpSp>
    </p:spTree>
    <p:extLst>
      <p:ext uri="{BB962C8B-B14F-4D97-AF65-F5344CB8AC3E}">
        <p14:creationId xmlns:p14="http://schemas.microsoft.com/office/powerpoint/2010/main" val="158802428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01649" y="684651"/>
            <a:ext cx="11690351" cy="311897"/>
          </a:xfrm>
        </p:spPr>
        <p:txBody>
          <a:bodyPr/>
          <a:lstStyle/>
          <a:p>
            <a:pPr algn="just"/>
            <a:r>
              <a:rPr lang="en-US" sz="1400">
                <a:latin typeface="Verdana" panose="020B0604030504040204" pitchFamily="34" charset="0"/>
                <a:ea typeface="Verdana" panose="020B0604030504040204" pitchFamily="34" charset="0"/>
              </a:rPr>
              <a:t>Deloitte has been a trusted advisor for DVC; We bring rich experience in DVC command area with a large regional team</a:t>
            </a:r>
          </a:p>
        </p:txBody>
      </p:sp>
      <p:sp>
        <p:nvSpPr>
          <p:cNvPr id="6" name="Title 5"/>
          <p:cNvSpPr>
            <a:spLocks noGrp="1"/>
          </p:cNvSpPr>
          <p:nvPr>
            <p:ph type="title"/>
          </p:nvPr>
        </p:nvSpPr>
        <p:spPr/>
        <p:txBody>
          <a:bodyPr vert="horz"/>
          <a:lstStyle/>
          <a:p>
            <a:r>
              <a:rPr lang="en-US" sz="1800" b="1">
                <a:latin typeface="Verdana" panose="020B0604030504040204" pitchFamily="34" charset="0"/>
                <a:ea typeface="Verdana" panose="020B0604030504040204" pitchFamily="34" charset="0"/>
              </a:rPr>
              <a:t>Why Deloitte?</a:t>
            </a:r>
            <a:endParaRPr lang="en-GB" sz="1800" b="1">
              <a:latin typeface="Verdana" panose="020B0604030504040204" pitchFamily="34" charset="0"/>
              <a:ea typeface="Verdana" panose="020B060403050404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625520"/>
            <a:ext cx="111960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97" name="Group 669">
            <a:extLst>
              <a:ext uri="{FF2B5EF4-FFF2-40B4-BE49-F238E27FC236}">
                <a16:creationId xmlns:a16="http://schemas.microsoft.com/office/drawing/2014/main" id="{98640CBC-FBF4-7CFF-E2F9-8454BBC282F4}"/>
              </a:ext>
            </a:extLst>
          </p:cNvPr>
          <p:cNvGrpSpPr>
            <a:grpSpLocks noChangeAspect="1"/>
          </p:cNvGrpSpPr>
          <p:nvPr/>
        </p:nvGrpSpPr>
        <p:grpSpPr bwMode="auto">
          <a:xfrm>
            <a:off x="3088513" y="6478458"/>
            <a:ext cx="246708" cy="246708"/>
            <a:chOff x="1910" y="2326"/>
            <a:chExt cx="340" cy="340"/>
          </a:xfrm>
          <a:solidFill>
            <a:schemeClr val="tx1"/>
          </a:solidFill>
        </p:grpSpPr>
        <p:sp>
          <p:nvSpPr>
            <p:cNvPr id="98" name="Freeform 670">
              <a:extLst>
                <a:ext uri="{FF2B5EF4-FFF2-40B4-BE49-F238E27FC236}">
                  <a16:creationId xmlns:a16="http://schemas.microsoft.com/office/drawing/2014/main" id="{516C8951-9E1F-8679-2FB9-34D4845D55CD}"/>
                </a:ext>
              </a:extLst>
            </p:cNvPr>
            <p:cNvSpPr>
              <a:spLocks noEditPoints="1"/>
            </p:cNvSpPr>
            <p:nvPr/>
          </p:nvSpPr>
          <p:spPr bwMode="auto">
            <a:xfrm>
              <a:off x="1910" y="232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bg2">
                  <a:lumMod val="75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9" name="Freeform 671">
              <a:extLst>
                <a:ext uri="{FF2B5EF4-FFF2-40B4-BE49-F238E27FC236}">
                  <a16:creationId xmlns:a16="http://schemas.microsoft.com/office/drawing/2014/main" id="{AAF94254-8812-62E6-8F59-1A3F26ACEE39}"/>
                </a:ext>
              </a:extLst>
            </p:cNvPr>
            <p:cNvSpPr>
              <a:spLocks noEditPoints="1"/>
            </p:cNvSpPr>
            <p:nvPr/>
          </p:nvSpPr>
          <p:spPr bwMode="auto">
            <a:xfrm>
              <a:off x="1973" y="2390"/>
              <a:ext cx="214" cy="212"/>
            </a:xfrm>
            <a:custGeom>
              <a:avLst/>
              <a:gdLst>
                <a:gd name="T0" fmla="*/ 298 w 322"/>
                <a:gd name="T1" fmla="*/ 67 h 320"/>
                <a:gd name="T2" fmla="*/ 246 w 322"/>
                <a:gd name="T3" fmla="*/ 55 h 320"/>
                <a:gd name="T4" fmla="*/ 246 w 322"/>
                <a:gd name="T5" fmla="*/ 10 h 320"/>
                <a:gd name="T6" fmla="*/ 235 w 322"/>
                <a:gd name="T7" fmla="*/ 0 h 320"/>
                <a:gd name="T8" fmla="*/ 86 w 322"/>
                <a:gd name="T9" fmla="*/ 0 h 320"/>
                <a:gd name="T10" fmla="*/ 75 w 322"/>
                <a:gd name="T11" fmla="*/ 10 h 320"/>
                <a:gd name="T12" fmla="*/ 76 w 322"/>
                <a:gd name="T13" fmla="*/ 55 h 320"/>
                <a:gd name="T14" fmla="*/ 23 w 322"/>
                <a:gd name="T15" fmla="*/ 67 h 320"/>
                <a:gd name="T16" fmla="*/ 52 w 322"/>
                <a:gd name="T17" fmla="*/ 177 h 320"/>
                <a:gd name="T18" fmla="*/ 104 w 322"/>
                <a:gd name="T19" fmla="*/ 213 h 320"/>
                <a:gd name="T20" fmla="*/ 107 w 322"/>
                <a:gd name="T21" fmla="*/ 213 h 320"/>
                <a:gd name="T22" fmla="*/ 109 w 322"/>
                <a:gd name="T23" fmla="*/ 213 h 320"/>
                <a:gd name="T24" fmla="*/ 121 w 322"/>
                <a:gd name="T25" fmla="*/ 227 h 320"/>
                <a:gd name="T26" fmla="*/ 146 w 322"/>
                <a:gd name="T27" fmla="*/ 243 h 320"/>
                <a:gd name="T28" fmla="*/ 119 w 322"/>
                <a:gd name="T29" fmla="*/ 305 h 320"/>
                <a:gd name="T30" fmla="*/ 120 w 322"/>
                <a:gd name="T31" fmla="*/ 315 h 320"/>
                <a:gd name="T32" fmla="*/ 129 w 322"/>
                <a:gd name="T33" fmla="*/ 320 h 320"/>
                <a:gd name="T34" fmla="*/ 193 w 322"/>
                <a:gd name="T35" fmla="*/ 320 h 320"/>
                <a:gd name="T36" fmla="*/ 202 w 322"/>
                <a:gd name="T37" fmla="*/ 315 h 320"/>
                <a:gd name="T38" fmla="*/ 202 w 322"/>
                <a:gd name="T39" fmla="*/ 305 h 320"/>
                <a:gd name="T40" fmla="*/ 176 w 322"/>
                <a:gd name="T41" fmla="*/ 243 h 320"/>
                <a:gd name="T42" fmla="*/ 201 w 322"/>
                <a:gd name="T43" fmla="*/ 227 h 320"/>
                <a:gd name="T44" fmla="*/ 212 w 322"/>
                <a:gd name="T45" fmla="*/ 213 h 320"/>
                <a:gd name="T46" fmla="*/ 214 w 322"/>
                <a:gd name="T47" fmla="*/ 213 h 320"/>
                <a:gd name="T48" fmla="*/ 217 w 322"/>
                <a:gd name="T49" fmla="*/ 213 h 320"/>
                <a:gd name="T50" fmla="*/ 270 w 322"/>
                <a:gd name="T51" fmla="*/ 177 h 320"/>
                <a:gd name="T52" fmla="*/ 298 w 322"/>
                <a:gd name="T53" fmla="*/ 67 h 320"/>
                <a:gd name="T54" fmla="*/ 66 w 322"/>
                <a:gd name="T55" fmla="*/ 161 h 320"/>
                <a:gd name="T56" fmla="*/ 39 w 322"/>
                <a:gd name="T57" fmla="*/ 81 h 320"/>
                <a:gd name="T58" fmla="*/ 77 w 322"/>
                <a:gd name="T59" fmla="*/ 77 h 320"/>
                <a:gd name="T60" fmla="*/ 97 w 322"/>
                <a:gd name="T61" fmla="*/ 186 h 320"/>
                <a:gd name="T62" fmla="*/ 66 w 322"/>
                <a:gd name="T63" fmla="*/ 161 h 320"/>
                <a:gd name="T64" fmla="*/ 145 w 322"/>
                <a:gd name="T65" fmla="*/ 298 h 320"/>
                <a:gd name="T66" fmla="*/ 161 w 322"/>
                <a:gd name="T67" fmla="*/ 262 h 320"/>
                <a:gd name="T68" fmla="*/ 176 w 322"/>
                <a:gd name="T69" fmla="*/ 298 h 320"/>
                <a:gd name="T70" fmla="*/ 145 w 322"/>
                <a:gd name="T71" fmla="*/ 298 h 320"/>
                <a:gd name="T72" fmla="*/ 185 w 322"/>
                <a:gd name="T73" fmla="*/ 213 h 320"/>
                <a:gd name="T74" fmla="*/ 161 w 322"/>
                <a:gd name="T75" fmla="*/ 224 h 320"/>
                <a:gd name="T76" fmla="*/ 136 w 322"/>
                <a:gd name="T77" fmla="*/ 213 h 320"/>
                <a:gd name="T78" fmla="*/ 96 w 322"/>
                <a:gd name="T79" fmla="*/ 21 h 320"/>
                <a:gd name="T80" fmla="*/ 225 w 322"/>
                <a:gd name="T81" fmla="*/ 21 h 320"/>
                <a:gd name="T82" fmla="*/ 185 w 322"/>
                <a:gd name="T83" fmla="*/ 213 h 320"/>
                <a:gd name="T84" fmla="*/ 255 w 322"/>
                <a:gd name="T85" fmla="*/ 161 h 320"/>
                <a:gd name="T86" fmla="*/ 225 w 322"/>
                <a:gd name="T87" fmla="*/ 186 h 320"/>
                <a:gd name="T88" fmla="*/ 245 w 322"/>
                <a:gd name="T89" fmla="*/ 77 h 320"/>
                <a:gd name="T90" fmla="*/ 283 w 322"/>
                <a:gd name="T91" fmla="*/ 81 h 320"/>
                <a:gd name="T92" fmla="*/ 255 w 322"/>
                <a:gd name="T93" fmla="*/ 1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320">
                  <a:moveTo>
                    <a:pt x="298" y="67"/>
                  </a:moveTo>
                  <a:cubicBezTo>
                    <a:pt x="286" y="54"/>
                    <a:pt x="268" y="50"/>
                    <a:pt x="246" y="55"/>
                  </a:cubicBezTo>
                  <a:cubicBezTo>
                    <a:pt x="247" y="30"/>
                    <a:pt x="246" y="12"/>
                    <a:pt x="246" y="10"/>
                  </a:cubicBezTo>
                  <a:cubicBezTo>
                    <a:pt x="246" y="4"/>
                    <a:pt x="241" y="0"/>
                    <a:pt x="235" y="0"/>
                  </a:cubicBezTo>
                  <a:cubicBezTo>
                    <a:pt x="86" y="0"/>
                    <a:pt x="86" y="0"/>
                    <a:pt x="86" y="0"/>
                  </a:cubicBezTo>
                  <a:cubicBezTo>
                    <a:pt x="80" y="0"/>
                    <a:pt x="76" y="4"/>
                    <a:pt x="75" y="10"/>
                  </a:cubicBezTo>
                  <a:cubicBezTo>
                    <a:pt x="75" y="12"/>
                    <a:pt x="75" y="30"/>
                    <a:pt x="76" y="55"/>
                  </a:cubicBezTo>
                  <a:cubicBezTo>
                    <a:pt x="54" y="50"/>
                    <a:pt x="35" y="54"/>
                    <a:pt x="23" y="67"/>
                  </a:cubicBezTo>
                  <a:cubicBezTo>
                    <a:pt x="0" y="92"/>
                    <a:pt x="12" y="140"/>
                    <a:pt x="52" y="177"/>
                  </a:cubicBezTo>
                  <a:cubicBezTo>
                    <a:pt x="67" y="191"/>
                    <a:pt x="85" y="207"/>
                    <a:pt x="104" y="213"/>
                  </a:cubicBezTo>
                  <a:cubicBezTo>
                    <a:pt x="105" y="213"/>
                    <a:pt x="106" y="213"/>
                    <a:pt x="107" y="213"/>
                  </a:cubicBezTo>
                  <a:cubicBezTo>
                    <a:pt x="108" y="213"/>
                    <a:pt x="109" y="213"/>
                    <a:pt x="109" y="213"/>
                  </a:cubicBezTo>
                  <a:cubicBezTo>
                    <a:pt x="113" y="218"/>
                    <a:pt x="117" y="223"/>
                    <a:pt x="121" y="227"/>
                  </a:cubicBezTo>
                  <a:cubicBezTo>
                    <a:pt x="128" y="235"/>
                    <a:pt x="136" y="240"/>
                    <a:pt x="146" y="243"/>
                  </a:cubicBezTo>
                  <a:cubicBezTo>
                    <a:pt x="119" y="305"/>
                    <a:pt x="119" y="305"/>
                    <a:pt x="119" y="305"/>
                  </a:cubicBezTo>
                  <a:cubicBezTo>
                    <a:pt x="117" y="308"/>
                    <a:pt x="118" y="312"/>
                    <a:pt x="120" y="315"/>
                  </a:cubicBezTo>
                  <a:cubicBezTo>
                    <a:pt x="122" y="318"/>
                    <a:pt x="125" y="320"/>
                    <a:pt x="129" y="320"/>
                  </a:cubicBezTo>
                  <a:cubicBezTo>
                    <a:pt x="193" y="320"/>
                    <a:pt x="193" y="320"/>
                    <a:pt x="193" y="320"/>
                  </a:cubicBezTo>
                  <a:cubicBezTo>
                    <a:pt x="196" y="320"/>
                    <a:pt x="200" y="318"/>
                    <a:pt x="202" y="315"/>
                  </a:cubicBezTo>
                  <a:cubicBezTo>
                    <a:pt x="204" y="312"/>
                    <a:pt x="204" y="308"/>
                    <a:pt x="202" y="305"/>
                  </a:cubicBezTo>
                  <a:cubicBezTo>
                    <a:pt x="176" y="243"/>
                    <a:pt x="176" y="243"/>
                    <a:pt x="176" y="243"/>
                  </a:cubicBezTo>
                  <a:cubicBezTo>
                    <a:pt x="185" y="240"/>
                    <a:pt x="193" y="235"/>
                    <a:pt x="201" y="227"/>
                  </a:cubicBezTo>
                  <a:cubicBezTo>
                    <a:pt x="205" y="223"/>
                    <a:pt x="209" y="218"/>
                    <a:pt x="212" y="213"/>
                  </a:cubicBezTo>
                  <a:cubicBezTo>
                    <a:pt x="213" y="213"/>
                    <a:pt x="213" y="213"/>
                    <a:pt x="214" y="213"/>
                  </a:cubicBezTo>
                  <a:cubicBezTo>
                    <a:pt x="215" y="213"/>
                    <a:pt x="216" y="213"/>
                    <a:pt x="217" y="213"/>
                  </a:cubicBezTo>
                  <a:cubicBezTo>
                    <a:pt x="236" y="207"/>
                    <a:pt x="254" y="191"/>
                    <a:pt x="270" y="177"/>
                  </a:cubicBezTo>
                  <a:cubicBezTo>
                    <a:pt x="309" y="140"/>
                    <a:pt x="322" y="92"/>
                    <a:pt x="298" y="67"/>
                  </a:cubicBezTo>
                  <a:close/>
                  <a:moveTo>
                    <a:pt x="66" y="161"/>
                  </a:moveTo>
                  <a:cubicBezTo>
                    <a:pt x="37" y="134"/>
                    <a:pt x="24" y="97"/>
                    <a:pt x="39" y="81"/>
                  </a:cubicBezTo>
                  <a:cubicBezTo>
                    <a:pt x="46" y="74"/>
                    <a:pt x="60" y="72"/>
                    <a:pt x="77" y="77"/>
                  </a:cubicBezTo>
                  <a:cubicBezTo>
                    <a:pt x="79" y="112"/>
                    <a:pt x="85" y="153"/>
                    <a:pt x="97" y="186"/>
                  </a:cubicBezTo>
                  <a:cubicBezTo>
                    <a:pt x="86" y="179"/>
                    <a:pt x="76" y="170"/>
                    <a:pt x="66" y="161"/>
                  </a:cubicBezTo>
                  <a:close/>
                  <a:moveTo>
                    <a:pt x="145" y="298"/>
                  </a:moveTo>
                  <a:cubicBezTo>
                    <a:pt x="161" y="262"/>
                    <a:pt x="161" y="262"/>
                    <a:pt x="161" y="262"/>
                  </a:cubicBezTo>
                  <a:cubicBezTo>
                    <a:pt x="176" y="298"/>
                    <a:pt x="176" y="298"/>
                    <a:pt x="176" y="298"/>
                  </a:cubicBezTo>
                  <a:lnTo>
                    <a:pt x="145" y="298"/>
                  </a:lnTo>
                  <a:close/>
                  <a:moveTo>
                    <a:pt x="185" y="213"/>
                  </a:moveTo>
                  <a:cubicBezTo>
                    <a:pt x="178" y="220"/>
                    <a:pt x="170" y="224"/>
                    <a:pt x="161" y="224"/>
                  </a:cubicBezTo>
                  <a:cubicBezTo>
                    <a:pt x="151" y="224"/>
                    <a:pt x="143" y="220"/>
                    <a:pt x="136" y="213"/>
                  </a:cubicBezTo>
                  <a:cubicBezTo>
                    <a:pt x="102" y="177"/>
                    <a:pt x="96" y="70"/>
                    <a:pt x="96" y="21"/>
                  </a:cubicBezTo>
                  <a:cubicBezTo>
                    <a:pt x="225" y="21"/>
                    <a:pt x="225" y="21"/>
                    <a:pt x="225" y="21"/>
                  </a:cubicBezTo>
                  <a:cubicBezTo>
                    <a:pt x="225" y="70"/>
                    <a:pt x="220" y="177"/>
                    <a:pt x="185" y="213"/>
                  </a:cubicBezTo>
                  <a:close/>
                  <a:moveTo>
                    <a:pt x="255" y="161"/>
                  </a:moveTo>
                  <a:cubicBezTo>
                    <a:pt x="246" y="170"/>
                    <a:pt x="235" y="179"/>
                    <a:pt x="225" y="186"/>
                  </a:cubicBezTo>
                  <a:cubicBezTo>
                    <a:pt x="237" y="153"/>
                    <a:pt x="242" y="112"/>
                    <a:pt x="245" y="77"/>
                  </a:cubicBezTo>
                  <a:cubicBezTo>
                    <a:pt x="261" y="72"/>
                    <a:pt x="275" y="74"/>
                    <a:pt x="283" y="81"/>
                  </a:cubicBezTo>
                  <a:cubicBezTo>
                    <a:pt x="297" y="97"/>
                    <a:pt x="284" y="134"/>
                    <a:pt x="255" y="161"/>
                  </a:cubicBezTo>
                  <a:close/>
                </a:path>
              </a:pathLst>
            </a:custGeom>
            <a:grpFill/>
            <a:ln>
              <a:solidFill>
                <a:schemeClr val="bg2">
                  <a:lumMod val="75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00" name="TextBox 99">
            <a:extLst>
              <a:ext uri="{FF2B5EF4-FFF2-40B4-BE49-F238E27FC236}">
                <a16:creationId xmlns:a16="http://schemas.microsoft.com/office/drawing/2014/main" id="{7C16C8FE-C2A4-4B57-DC6D-E4480295408A}"/>
              </a:ext>
            </a:extLst>
          </p:cNvPr>
          <p:cNvSpPr txBox="1"/>
          <p:nvPr/>
        </p:nvSpPr>
        <p:spPr>
          <a:xfrm>
            <a:off x="3380935" y="6520622"/>
            <a:ext cx="2732911" cy="184666"/>
          </a:xfrm>
          <a:prstGeom prst="rect">
            <a:avLst/>
          </a:prstGeom>
          <a:noFill/>
        </p:spPr>
        <p:txBody>
          <a:bodyPr wrap="square" lIns="0" tIns="0" rIns="0" bIns="0" rtlCol="0">
            <a:spAutoFit/>
          </a:bodyPr>
          <a:lstStyle/>
          <a:p>
            <a:pPr>
              <a:spcBef>
                <a:spcPts val="600"/>
              </a:spcBef>
              <a:buSzPct val="100000"/>
            </a:pPr>
            <a:r>
              <a:rPr lang="en-US" sz="1200">
                <a:latin typeface="+mj-lt"/>
              </a:rPr>
              <a:t>First consultant to be engaged</a:t>
            </a:r>
            <a:endParaRPr lang="en-US" sz="1200" b="0">
              <a:latin typeface="+mj-lt"/>
            </a:endParaRPr>
          </a:p>
        </p:txBody>
      </p:sp>
      <p:sp>
        <p:nvSpPr>
          <p:cNvPr id="8" name="Rectangle 7">
            <a:extLst>
              <a:ext uri="{FF2B5EF4-FFF2-40B4-BE49-F238E27FC236}">
                <a16:creationId xmlns:a16="http://schemas.microsoft.com/office/drawing/2014/main" id="{08C3A65B-5FF0-D013-2CF0-07A20C80D15C}"/>
              </a:ext>
            </a:extLst>
          </p:cNvPr>
          <p:cNvSpPr/>
          <p:nvPr/>
        </p:nvSpPr>
        <p:spPr bwMode="gray">
          <a:xfrm>
            <a:off x="514664" y="1380968"/>
            <a:ext cx="3474720" cy="2251942"/>
          </a:xfrm>
          <a:prstGeom prst="rect">
            <a:avLst/>
          </a:prstGeom>
          <a:noFill/>
          <a:ln w="19050" algn="ctr">
            <a:solidFill>
              <a:schemeClr val="bg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2" name="Rectangle 11">
            <a:extLst>
              <a:ext uri="{FF2B5EF4-FFF2-40B4-BE49-F238E27FC236}">
                <a16:creationId xmlns:a16="http://schemas.microsoft.com/office/drawing/2014/main" id="{AF201AD7-FB4D-F83A-6A0E-29C9C08DC46B}"/>
              </a:ext>
            </a:extLst>
          </p:cNvPr>
          <p:cNvSpPr/>
          <p:nvPr/>
        </p:nvSpPr>
        <p:spPr bwMode="gray">
          <a:xfrm>
            <a:off x="4404854" y="1380968"/>
            <a:ext cx="3474720" cy="2251942"/>
          </a:xfrm>
          <a:prstGeom prst="rect">
            <a:avLst/>
          </a:prstGeom>
          <a:noFill/>
          <a:ln w="19050" algn="ctr">
            <a:solidFill>
              <a:schemeClr val="bg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3" name="TextBox 12">
            <a:extLst>
              <a:ext uri="{FF2B5EF4-FFF2-40B4-BE49-F238E27FC236}">
                <a16:creationId xmlns:a16="http://schemas.microsoft.com/office/drawing/2014/main" id="{10130A55-6AC6-CFF5-337E-4B3B37BB4BF4}"/>
              </a:ext>
            </a:extLst>
          </p:cNvPr>
          <p:cNvSpPr txBox="1"/>
          <p:nvPr/>
        </p:nvSpPr>
        <p:spPr>
          <a:xfrm>
            <a:off x="779181" y="1231654"/>
            <a:ext cx="2914281" cy="261610"/>
          </a:xfrm>
          <a:prstGeom prst="rect">
            <a:avLst/>
          </a:prstGeom>
          <a:solidFill>
            <a:schemeClr val="bg1"/>
          </a:solidFill>
        </p:spPr>
        <p:txBody>
          <a:bodyPr wrap="square" lIns="45720" tIns="45720" rIns="45720" bIns="45720" anchor="ctr">
            <a:spAutoFit/>
          </a:bodyPr>
          <a:lstStyle/>
          <a:p>
            <a:pPr algn="r" defTabSz="906226">
              <a:spcBef>
                <a:spcPts val="100"/>
              </a:spcBef>
              <a:spcAft>
                <a:spcPts val="100"/>
              </a:spcAft>
              <a:defRPr/>
            </a:pPr>
            <a:r>
              <a:rPr lang="en-US" sz="1100" b="1">
                <a:latin typeface="Verdana" panose="020B0604030504040204" pitchFamily="34" charset="0"/>
                <a:ea typeface="Verdana" panose="020B0604030504040204" pitchFamily="34" charset="0"/>
                <a:cs typeface="Calibri" panose="020F0502020204030204" pitchFamily="34" charset="0"/>
              </a:rPr>
              <a:t>Steady partnership with DVC</a:t>
            </a:r>
          </a:p>
        </p:txBody>
      </p:sp>
      <p:sp>
        <p:nvSpPr>
          <p:cNvPr id="15" name="TextBox 14">
            <a:extLst>
              <a:ext uri="{FF2B5EF4-FFF2-40B4-BE49-F238E27FC236}">
                <a16:creationId xmlns:a16="http://schemas.microsoft.com/office/drawing/2014/main" id="{59C3818D-46F0-2739-7271-671CE6C71DE2}"/>
              </a:ext>
            </a:extLst>
          </p:cNvPr>
          <p:cNvSpPr txBox="1"/>
          <p:nvPr/>
        </p:nvSpPr>
        <p:spPr>
          <a:xfrm>
            <a:off x="4698353" y="1217856"/>
            <a:ext cx="2966391" cy="267548"/>
          </a:xfrm>
          <a:prstGeom prst="rect">
            <a:avLst/>
          </a:prstGeom>
          <a:solidFill>
            <a:schemeClr val="bg1"/>
          </a:solidFill>
        </p:spPr>
        <p:txBody>
          <a:bodyPr wrap="square" lIns="45720" tIns="45720" rIns="45720" bIns="45720" anchor="ctr">
            <a:spAutoFit/>
          </a:bodyPr>
          <a:lstStyle/>
          <a:p>
            <a:pPr algn="ctr" defTabSz="906226">
              <a:spcBef>
                <a:spcPts val="100"/>
              </a:spcBef>
              <a:spcAft>
                <a:spcPts val="100"/>
              </a:spcAft>
              <a:defRPr/>
            </a:pPr>
            <a:r>
              <a:rPr lang="en-US" sz="1100" b="1">
                <a:latin typeface="Verdana" panose="020B0604030504040204" pitchFamily="34" charset="0"/>
                <a:ea typeface="Verdana" panose="020B0604030504040204" pitchFamily="34" charset="0"/>
                <a:cs typeface="Calibri" panose="020F0502020204030204" pitchFamily="34" charset="0"/>
              </a:rPr>
              <a:t>              Team that understands DVC</a:t>
            </a:r>
          </a:p>
        </p:txBody>
      </p:sp>
      <p:sp>
        <p:nvSpPr>
          <p:cNvPr id="16" name="Rectangle 15">
            <a:extLst>
              <a:ext uri="{FF2B5EF4-FFF2-40B4-BE49-F238E27FC236}">
                <a16:creationId xmlns:a16="http://schemas.microsoft.com/office/drawing/2014/main" id="{D0416881-1A3C-72B6-F9BC-6CF80349DA9A}"/>
              </a:ext>
            </a:extLst>
          </p:cNvPr>
          <p:cNvSpPr/>
          <p:nvPr/>
        </p:nvSpPr>
        <p:spPr bwMode="gray">
          <a:xfrm>
            <a:off x="8327604" y="1380968"/>
            <a:ext cx="3403700" cy="2251942"/>
          </a:xfrm>
          <a:prstGeom prst="rect">
            <a:avLst/>
          </a:prstGeom>
          <a:noFill/>
          <a:ln w="19050" algn="ctr">
            <a:solidFill>
              <a:schemeClr val="bg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 name="TextBox 16">
            <a:extLst>
              <a:ext uri="{FF2B5EF4-FFF2-40B4-BE49-F238E27FC236}">
                <a16:creationId xmlns:a16="http://schemas.microsoft.com/office/drawing/2014/main" id="{B39D0A8C-55D7-C7EF-BF26-EB11775FABD3}"/>
              </a:ext>
            </a:extLst>
          </p:cNvPr>
          <p:cNvSpPr txBox="1"/>
          <p:nvPr/>
        </p:nvSpPr>
        <p:spPr>
          <a:xfrm>
            <a:off x="8935360" y="1252829"/>
            <a:ext cx="2316480" cy="261610"/>
          </a:xfrm>
          <a:prstGeom prst="rect">
            <a:avLst/>
          </a:prstGeom>
          <a:solidFill>
            <a:schemeClr val="bg1"/>
          </a:solidFill>
        </p:spPr>
        <p:txBody>
          <a:bodyPr wrap="square" lIns="45720" tIns="45720" rIns="45720" bIns="45720" anchor="ctr">
            <a:spAutoFit/>
          </a:bodyPr>
          <a:lstStyle/>
          <a:p>
            <a:pPr algn="ctr" defTabSz="906226">
              <a:spcBef>
                <a:spcPts val="100"/>
              </a:spcBef>
              <a:spcAft>
                <a:spcPts val="100"/>
              </a:spcAft>
              <a:defRPr/>
            </a:pPr>
            <a:r>
              <a:rPr lang="en-US" sz="1100" b="1">
                <a:latin typeface="Verdana" panose="020B0604030504040204" pitchFamily="34" charset="0"/>
                <a:ea typeface="Verdana" panose="020B0604030504040204" pitchFamily="34" charset="0"/>
                <a:cs typeface="Calibri" panose="020F0502020204030204" pitchFamily="34" charset="0"/>
              </a:rPr>
              <a:t>Credentials</a:t>
            </a:r>
          </a:p>
        </p:txBody>
      </p:sp>
      <p:grpSp>
        <p:nvGrpSpPr>
          <p:cNvPr id="18" name="Group 17">
            <a:extLst>
              <a:ext uri="{FF2B5EF4-FFF2-40B4-BE49-F238E27FC236}">
                <a16:creationId xmlns:a16="http://schemas.microsoft.com/office/drawing/2014/main" id="{04135AEF-3DFF-49DD-5CFA-B522C640B6F5}"/>
              </a:ext>
            </a:extLst>
          </p:cNvPr>
          <p:cNvGrpSpPr/>
          <p:nvPr/>
        </p:nvGrpSpPr>
        <p:grpSpPr>
          <a:xfrm>
            <a:off x="4894299" y="1198901"/>
            <a:ext cx="384048" cy="384048"/>
            <a:chOff x="5673665" y="1060712"/>
            <a:chExt cx="646332" cy="646332"/>
          </a:xfrm>
        </p:grpSpPr>
        <p:sp>
          <p:nvSpPr>
            <p:cNvPr id="22" name="Oval 21">
              <a:extLst>
                <a:ext uri="{FF2B5EF4-FFF2-40B4-BE49-F238E27FC236}">
                  <a16:creationId xmlns:a16="http://schemas.microsoft.com/office/drawing/2014/main" id="{0D69EFDC-66AA-2B63-6E2E-7EC5AF86830C}"/>
                </a:ext>
              </a:extLst>
            </p:cNvPr>
            <p:cNvSpPr/>
            <p:nvPr/>
          </p:nvSpPr>
          <p:spPr bwMode="gray">
            <a:xfrm>
              <a:off x="5673665" y="1060712"/>
              <a:ext cx="646332" cy="646332"/>
            </a:xfrm>
            <a:prstGeom prst="ellipse">
              <a:avLst/>
            </a:prstGeom>
            <a:solidFill>
              <a:schemeClr val="bg1"/>
            </a:solidFill>
            <a:ln w="25400" algn="ctr">
              <a:solidFill>
                <a:schemeClr val="accent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err="1">
                <a:solidFill>
                  <a:schemeClr val="bg1"/>
                </a:solidFill>
              </a:endParaRPr>
            </a:p>
          </p:txBody>
        </p:sp>
        <p:grpSp>
          <p:nvGrpSpPr>
            <p:cNvPr id="24" name="Group 844">
              <a:extLst>
                <a:ext uri="{FF2B5EF4-FFF2-40B4-BE49-F238E27FC236}">
                  <a16:creationId xmlns:a16="http://schemas.microsoft.com/office/drawing/2014/main" id="{2991C07E-5678-BFAC-A90A-4A42017D61E5}"/>
                </a:ext>
              </a:extLst>
            </p:cNvPr>
            <p:cNvGrpSpPr>
              <a:grpSpLocks noChangeAspect="1"/>
            </p:cNvGrpSpPr>
            <p:nvPr/>
          </p:nvGrpSpPr>
          <p:grpSpPr bwMode="auto">
            <a:xfrm>
              <a:off x="5744831" y="1132979"/>
              <a:ext cx="504000" cy="504000"/>
              <a:chOff x="4301" y="3046"/>
              <a:chExt cx="340" cy="340"/>
            </a:xfrm>
            <a:solidFill>
              <a:schemeClr val="accent3"/>
            </a:solidFill>
          </p:grpSpPr>
          <p:sp>
            <p:nvSpPr>
              <p:cNvPr id="25" name="Freeform 845">
                <a:extLst>
                  <a:ext uri="{FF2B5EF4-FFF2-40B4-BE49-F238E27FC236}">
                    <a16:creationId xmlns:a16="http://schemas.microsoft.com/office/drawing/2014/main" id="{221842EC-AE73-8835-ABBE-36C41D8FCEE2}"/>
                  </a:ext>
                </a:extLst>
              </p:cNvPr>
              <p:cNvSpPr>
                <a:spLocks noEditPoints="1"/>
              </p:cNvSpPr>
              <p:nvPr/>
            </p:nvSpPr>
            <p:spPr bwMode="auto">
              <a:xfrm>
                <a:off x="4371" y="3166"/>
                <a:ext cx="57" cy="142"/>
              </a:xfrm>
              <a:custGeom>
                <a:avLst/>
                <a:gdLst>
                  <a:gd name="T0" fmla="*/ 54 w 86"/>
                  <a:gd name="T1" fmla="*/ 0 h 213"/>
                  <a:gd name="T2" fmla="*/ 32 w 86"/>
                  <a:gd name="T3" fmla="*/ 0 h 213"/>
                  <a:gd name="T4" fmla="*/ 22 w 86"/>
                  <a:gd name="T5" fmla="*/ 9 h 213"/>
                  <a:gd name="T6" fmla="*/ 1 w 86"/>
                  <a:gd name="T7" fmla="*/ 115 h 213"/>
                  <a:gd name="T8" fmla="*/ 3 w 86"/>
                  <a:gd name="T9" fmla="*/ 124 h 213"/>
                  <a:gd name="T10" fmla="*/ 11 w 86"/>
                  <a:gd name="T11" fmla="*/ 128 h 213"/>
                  <a:gd name="T12" fmla="*/ 11 w 86"/>
                  <a:gd name="T13" fmla="*/ 203 h 213"/>
                  <a:gd name="T14" fmla="*/ 22 w 86"/>
                  <a:gd name="T15" fmla="*/ 213 h 213"/>
                  <a:gd name="T16" fmla="*/ 32 w 86"/>
                  <a:gd name="T17" fmla="*/ 203 h 213"/>
                  <a:gd name="T18" fmla="*/ 32 w 86"/>
                  <a:gd name="T19" fmla="*/ 128 h 213"/>
                  <a:gd name="T20" fmla="*/ 54 w 86"/>
                  <a:gd name="T21" fmla="*/ 128 h 213"/>
                  <a:gd name="T22" fmla="*/ 54 w 86"/>
                  <a:gd name="T23" fmla="*/ 203 h 213"/>
                  <a:gd name="T24" fmla="*/ 64 w 86"/>
                  <a:gd name="T25" fmla="*/ 213 h 213"/>
                  <a:gd name="T26" fmla="*/ 75 w 86"/>
                  <a:gd name="T27" fmla="*/ 203 h 213"/>
                  <a:gd name="T28" fmla="*/ 75 w 86"/>
                  <a:gd name="T29" fmla="*/ 128 h 213"/>
                  <a:gd name="T30" fmla="*/ 83 w 86"/>
                  <a:gd name="T31" fmla="*/ 124 h 213"/>
                  <a:gd name="T32" fmla="*/ 85 w 86"/>
                  <a:gd name="T33" fmla="*/ 115 h 213"/>
                  <a:gd name="T34" fmla="*/ 64 w 86"/>
                  <a:gd name="T35" fmla="*/ 9 h 213"/>
                  <a:gd name="T36" fmla="*/ 54 w 86"/>
                  <a:gd name="T37" fmla="*/ 0 h 213"/>
                  <a:gd name="T38" fmla="*/ 41 w 86"/>
                  <a:gd name="T39" fmla="*/ 21 h 213"/>
                  <a:gd name="T40" fmla="*/ 45 w 86"/>
                  <a:gd name="T41" fmla="*/ 21 h 213"/>
                  <a:gd name="T42" fmla="*/ 62 w 86"/>
                  <a:gd name="T43" fmla="*/ 107 h 213"/>
                  <a:gd name="T44" fmla="*/ 24 w 86"/>
                  <a:gd name="T45" fmla="*/ 107 h 213"/>
                  <a:gd name="T46" fmla="*/ 41 w 86"/>
                  <a:gd name="T47"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213">
                    <a:moveTo>
                      <a:pt x="54" y="0"/>
                    </a:moveTo>
                    <a:cubicBezTo>
                      <a:pt x="32" y="0"/>
                      <a:pt x="32" y="0"/>
                      <a:pt x="32" y="0"/>
                    </a:cubicBezTo>
                    <a:cubicBezTo>
                      <a:pt x="27" y="0"/>
                      <a:pt x="23" y="4"/>
                      <a:pt x="22" y="9"/>
                    </a:cubicBezTo>
                    <a:cubicBezTo>
                      <a:pt x="1" y="115"/>
                      <a:pt x="1" y="115"/>
                      <a:pt x="1" y="115"/>
                    </a:cubicBezTo>
                    <a:cubicBezTo>
                      <a:pt x="0" y="118"/>
                      <a:pt x="1" y="122"/>
                      <a:pt x="3" y="124"/>
                    </a:cubicBezTo>
                    <a:cubicBezTo>
                      <a:pt x="5" y="127"/>
                      <a:pt x="8" y="128"/>
                      <a:pt x="11" y="128"/>
                    </a:cubicBezTo>
                    <a:cubicBezTo>
                      <a:pt x="11" y="203"/>
                      <a:pt x="11" y="203"/>
                      <a:pt x="11" y="203"/>
                    </a:cubicBezTo>
                    <a:cubicBezTo>
                      <a:pt x="11" y="209"/>
                      <a:pt x="16" y="213"/>
                      <a:pt x="22" y="213"/>
                    </a:cubicBezTo>
                    <a:cubicBezTo>
                      <a:pt x="28" y="213"/>
                      <a:pt x="32" y="209"/>
                      <a:pt x="32" y="203"/>
                    </a:cubicBezTo>
                    <a:cubicBezTo>
                      <a:pt x="32" y="128"/>
                      <a:pt x="32" y="128"/>
                      <a:pt x="32" y="128"/>
                    </a:cubicBezTo>
                    <a:cubicBezTo>
                      <a:pt x="54" y="128"/>
                      <a:pt x="54" y="128"/>
                      <a:pt x="54" y="128"/>
                    </a:cubicBezTo>
                    <a:cubicBezTo>
                      <a:pt x="54" y="203"/>
                      <a:pt x="54" y="203"/>
                      <a:pt x="54" y="203"/>
                    </a:cubicBezTo>
                    <a:cubicBezTo>
                      <a:pt x="54" y="209"/>
                      <a:pt x="58" y="213"/>
                      <a:pt x="64" y="213"/>
                    </a:cubicBezTo>
                    <a:cubicBezTo>
                      <a:pt x="70" y="213"/>
                      <a:pt x="75" y="209"/>
                      <a:pt x="75" y="203"/>
                    </a:cubicBezTo>
                    <a:cubicBezTo>
                      <a:pt x="75" y="128"/>
                      <a:pt x="75" y="128"/>
                      <a:pt x="75" y="128"/>
                    </a:cubicBezTo>
                    <a:cubicBezTo>
                      <a:pt x="78" y="128"/>
                      <a:pt x="81" y="127"/>
                      <a:pt x="83" y="124"/>
                    </a:cubicBezTo>
                    <a:cubicBezTo>
                      <a:pt x="85" y="122"/>
                      <a:pt x="86" y="118"/>
                      <a:pt x="85" y="115"/>
                    </a:cubicBezTo>
                    <a:cubicBezTo>
                      <a:pt x="64" y="9"/>
                      <a:pt x="64" y="9"/>
                      <a:pt x="64" y="9"/>
                    </a:cubicBezTo>
                    <a:cubicBezTo>
                      <a:pt x="63" y="4"/>
                      <a:pt x="59" y="0"/>
                      <a:pt x="54" y="0"/>
                    </a:cubicBezTo>
                    <a:close/>
                    <a:moveTo>
                      <a:pt x="41" y="21"/>
                    </a:moveTo>
                    <a:cubicBezTo>
                      <a:pt x="45" y="21"/>
                      <a:pt x="45" y="21"/>
                      <a:pt x="45" y="21"/>
                    </a:cubicBezTo>
                    <a:cubicBezTo>
                      <a:pt x="62" y="107"/>
                      <a:pt x="62" y="107"/>
                      <a:pt x="62" y="107"/>
                    </a:cubicBezTo>
                    <a:cubicBezTo>
                      <a:pt x="24" y="107"/>
                      <a:pt x="24" y="107"/>
                      <a:pt x="24" y="107"/>
                    </a:cubicBezTo>
                    <a:lnTo>
                      <a:pt x="41" y="21"/>
                    </a:lnTo>
                    <a:close/>
                  </a:path>
                </a:pathLst>
              </a:custGeom>
              <a:grpFill/>
              <a:ln>
                <a:solidFill>
                  <a:schemeClr val="accent2"/>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846">
                <a:extLst>
                  <a:ext uri="{FF2B5EF4-FFF2-40B4-BE49-F238E27FC236}">
                    <a16:creationId xmlns:a16="http://schemas.microsoft.com/office/drawing/2014/main" id="{37B18D9F-698E-47C6-15AB-56A2F549DD3F}"/>
                  </a:ext>
                </a:extLst>
              </p:cNvPr>
              <p:cNvSpPr>
                <a:spLocks noEditPoints="1"/>
              </p:cNvSpPr>
              <p:nvPr/>
            </p:nvSpPr>
            <p:spPr bwMode="auto">
              <a:xfrm>
                <a:off x="4379"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grpFill/>
              <a:ln>
                <a:solidFill>
                  <a:schemeClr val="accent2"/>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47">
                <a:extLst>
                  <a:ext uri="{FF2B5EF4-FFF2-40B4-BE49-F238E27FC236}">
                    <a16:creationId xmlns:a16="http://schemas.microsoft.com/office/drawing/2014/main" id="{8FBDED42-589A-EDD2-96DF-FDA305256712}"/>
                  </a:ext>
                </a:extLst>
              </p:cNvPr>
              <p:cNvSpPr>
                <a:spLocks noEditPoints="1"/>
              </p:cNvSpPr>
              <p:nvPr/>
            </p:nvSpPr>
            <p:spPr bwMode="auto">
              <a:xfrm>
                <a:off x="4513" y="3166"/>
                <a:ext cx="57" cy="142"/>
              </a:xfrm>
              <a:custGeom>
                <a:avLst/>
                <a:gdLst>
                  <a:gd name="T0" fmla="*/ 74 w 85"/>
                  <a:gd name="T1" fmla="*/ 0 h 213"/>
                  <a:gd name="T2" fmla="*/ 10 w 85"/>
                  <a:gd name="T3" fmla="*/ 0 h 213"/>
                  <a:gd name="T4" fmla="*/ 0 w 85"/>
                  <a:gd name="T5" fmla="*/ 11 h 213"/>
                  <a:gd name="T6" fmla="*/ 0 w 85"/>
                  <a:gd name="T7" fmla="*/ 96 h 213"/>
                  <a:gd name="T8" fmla="*/ 10 w 85"/>
                  <a:gd name="T9" fmla="*/ 107 h 213"/>
                  <a:gd name="T10" fmla="*/ 10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4 w 85"/>
                  <a:gd name="T25" fmla="*/ 203 h 213"/>
                  <a:gd name="T26" fmla="*/ 74 w 85"/>
                  <a:gd name="T27" fmla="*/ 107 h 213"/>
                  <a:gd name="T28" fmla="*/ 85 w 85"/>
                  <a:gd name="T29" fmla="*/ 96 h 213"/>
                  <a:gd name="T30" fmla="*/ 85 w 85"/>
                  <a:gd name="T31" fmla="*/ 11 h 213"/>
                  <a:gd name="T32" fmla="*/ 74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4" y="0"/>
                    </a:moveTo>
                    <a:cubicBezTo>
                      <a:pt x="10" y="0"/>
                      <a:pt x="10" y="0"/>
                      <a:pt x="10" y="0"/>
                    </a:cubicBezTo>
                    <a:cubicBezTo>
                      <a:pt x="4" y="0"/>
                      <a:pt x="0" y="5"/>
                      <a:pt x="0" y="11"/>
                    </a:cubicBezTo>
                    <a:cubicBezTo>
                      <a:pt x="0" y="96"/>
                      <a:pt x="0" y="96"/>
                      <a:pt x="0" y="96"/>
                    </a:cubicBezTo>
                    <a:cubicBezTo>
                      <a:pt x="0" y="102"/>
                      <a:pt x="4" y="107"/>
                      <a:pt x="10" y="107"/>
                    </a:cubicBezTo>
                    <a:cubicBezTo>
                      <a:pt x="10" y="203"/>
                      <a:pt x="10" y="203"/>
                      <a:pt x="10" y="203"/>
                    </a:cubicBezTo>
                    <a:cubicBezTo>
                      <a:pt x="10"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4" y="209"/>
                      <a:pt x="74" y="203"/>
                    </a:cubicBezTo>
                    <a:cubicBezTo>
                      <a:pt x="74" y="107"/>
                      <a:pt x="74" y="107"/>
                      <a:pt x="74" y="107"/>
                    </a:cubicBezTo>
                    <a:cubicBezTo>
                      <a:pt x="80" y="107"/>
                      <a:pt x="85" y="102"/>
                      <a:pt x="85" y="96"/>
                    </a:cubicBezTo>
                    <a:cubicBezTo>
                      <a:pt x="85" y="11"/>
                      <a:pt x="85" y="11"/>
                      <a:pt x="85" y="11"/>
                    </a:cubicBezTo>
                    <a:cubicBezTo>
                      <a:pt x="85" y="5"/>
                      <a:pt x="80" y="0"/>
                      <a:pt x="74"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solidFill>
                  <a:schemeClr val="accent2"/>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848">
                <a:extLst>
                  <a:ext uri="{FF2B5EF4-FFF2-40B4-BE49-F238E27FC236}">
                    <a16:creationId xmlns:a16="http://schemas.microsoft.com/office/drawing/2014/main" id="{0ECE7295-3EED-3657-F5F1-AF77215D5802}"/>
                  </a:ext>
                </a:extLst>
              </p:cNvPr>
              <p:cNvSpPr>
                <a:spLocks noEditPoints="1"/>
              </p:cNvSpPr>
              <p:nvPr/>
            </p:nvSpPr>
            <p:spPr bwMode="auto">
              <a:xfrm>
                <a:off x="4520" y="3110"/>
                <a:ext cx="43"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grpFill/>
              <a:ln>
                <a:solidFill>
                  <a:schemeClr val="accent2"/>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849">
                <a:extLst>
                  <a:ext uri="{FF2B5EF4-FFF2-40B4-BE49-F238E27FC236}">
                    <a16:creationId xmlns:a16="http://schemas.microsoft.com/office/drawing/2014/main" id="{FB438D23-B38F-F5AC-8882-07A924A59D73}"/>
                  </a:ext>
                </a:extLst>
              </p:cNvPr>
              <p:cNvSpPr>
                <a:spLocks noEditPoints="1"/>
              </p:cNvSpPr>
              <p:nvPr/>
            </p:nvSpPr>
            <p:spPr bwMode="auto">
              <a:xfrm>
                <a:off x="4442" y="3166"/>
                <a:ext cx="57" cy="142"/>
              </a:xfrm>
              <a:custGeom>
                <a:avLst/>
                <a:gdLst>
                  <a:gd name="T0" fmla="*/ 75 w 85"/>
                  <a:gd name="T1" fmla="*/ 0 h 213"/>
                  <a:gd name="T2" fmla="*/ 11 w 85"/>
                  <a:gd name="T3" fmla="*/ 0 h 213"/>
                  <a:gd name="T4" fmla="*/ 0 w 85"/>
                  <a:gd name="T5" fmla="*/ 11 h 213"/>
                  <a:gd name="T6" fmla="*/ 0 w 85"/>
                  <a:gd name="T7" fmla="*/ 96 h 213"/>
                  <a:gd name="T8" fmla="*/ 11 w 85"/>
                  <a:gd name="T9" fmla="*/ 107 h 213"/>
                  <a:gd name="T10" fmla="*/ 11 w 85"/>
                  <a:gd name="T11" fmla="*/ 203 h 213"/>
                  <a:gd name="T12" fmla="*/ 21 w 85"/>
                  <a:gd name="T13" fmla="*/ 213 h 213"/>
                  <a:gd name="T14" fmla="*/ 32 w 85"/>
                  <a:gd name="T15" fmla="*/ 203 h 213"/>
                  <a:gd name="T16" fmla="*/ 32 w 85"/>
                  <a:gd name="T17" fmla="*/ 107 h 213"/>
                  <a:gd name="T18" fmla="*/ 53 w 85"/>
                  <a:gd name="T19" fmla="*/ 107 h 213"/>
                  <a:gd name="T20" fmla="*/ 53 w 85"/>
                  <a:gd name="T21" fmla="*/ 203 h 213"/>
                  <a:gd name="T22" fmla="*/ 64 w 85"/>
                  <a:gd name="T23" fmla="*/ 213 h 213"/>
                  <a:gd name="T24" fmla="*/ 75 w 85"/>
                  <a:gd name="T25" fmla="*/ 203 h 213"/>
                  <a:gd name="T26" fmla="*/ 75 w 85"/>
                  <a:gd name="T27" fmla="*/ 107 h 213"/>
                  <a:gd name="T28" fmla="*/ 85 w 85"/>
                  <a:gd name="T29" fmla="*/ 96 h 213"/>
                  <a:gd name="T30" fmla="*/ 85 w 85"/>
                  <a:gd name="T31" fmla="*/ 11 h 213"/>
                  <a:gd name="T32" fmla="*/ 75 w 85"/>
                  <a:gd name="T33" fmla="*/ 0 h 213"/>
                  <a:gd name="T34" fmla="*/ 21 w 85"/>
                  <a:gd name="T35" fmla="*/ 21 h 213"/>
                  <a:gd name="T36" fmla="*/ 64 w 85"/>
                  <a:gd name="T37" fmla="*/ 21 h 213"/>
                  <a:gd name="T38" fmla="*/ 64 w 85"/>
                  <a:gd name="T39" fmla="*/ 85 h 213"/>
                  <a:gd name="T40" fmla="*/ 21 w 85"/>
                  <a:gd name="T41" fmla="*/ 85 h 213"/>
                  <a:gd name="T42" fmla="*/ 21 w 85"/>
                  <a:gd name="T43" fmla="*/ 2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5" h="213">
                    <a:moveTo>
                      <a:pt x="75" y="0"/>
                    </a:moveTo>
                    <a:cubicBezTo>
                      <a:pt x="11" y="0"/>
                      <a:pt x="11" y="0"/>
                      <a:pt x="11" y="0"/>
                    </a:cubicBezTo>
                    <a:cubicBezTo>
                      <a:pt x="5" y="0"/>
                      <a:pt x="0" y="5"/>
                      <a:pt x="0" y="11"/>
                    </a:cubicBezTo>
                    <a:cubicBezTo>
                      <a:pt x="0" y="96"/>
                      <a:pt x="0" y="96"/>
                      <a:pt x="0" y="96"/>
                    </a:cubicBezTo>
                    <a:cubicBezTo>
                      <a:pt x="0" y="102"/>
                      <a:pt x="5" y="107"/>
                      <a:pt x="11" y="107"/>
                    </a:cubicBezTo>
                    <a:cubicBezTo>
                      <a:pt x="11" y="203"/>
                      <a:pt x="11" y="203"/>
                      <a:pt x="11" y="203"/>
                    </a:cubicBezTo>
                    <a:cubicBezTo>
                      <a:pt x="11" y="209"/>
                      <a:pt x="15" y="213"/>
                      <a:pt x="21" y="213"/>
                    </a:cubicBezTo>
                    <a:cubicBezTo>
                      <a:pt x="27" y="213"/>
                      <a:pt x="32" y="209"/>
                      <a:pt x="32" y="203"/>
                    </a:cubicBezTo>
                    <a:cubicBezTo>
                      <a:pt x="32" y="107"/>
                      <a:pt x="32" y="107"/>
                      <a:pt x="32" y="107"/>
                    </a:cubicBezTo>
                    <a:cubicBezTo>
                      <a:pt x="53" y="107"/>
                      <a:pt x="53" y="107"/>
                      <a:pt x="53" y="107"/>
                    </a:cubicBezTo>
                    <a:cubicBezTo>
                      <a:pt x="53" y="203"/>
                      <a:pt x="53" y="203"/>
                      <a:pt x="53" y="203"/>
                    </a:cubicBezTo>
                    <a:cubicBezTo>
                      <a:pt x="53" y="209"/>
                      <a:pt x="58" y="213"/>
                      <a:pt x="64" y="213"/>
                    </a:cubicBezTo>
                    <a:cubicBezTo>
                      <a:pt x="70" y="213"/>
                      <a:pt x="75" y="209"/>
                      <a:pt x="75" y="203"/>
                    </a:cubicBezTo>
                    <a:cubicBezTo>
                      <a:pt x="75" y="107"/>
                      <a:pt x="75" y="107"/>
                      <a:pt x="75" y="107"/>
                    </a:cubicBezTo>
                    <a:cubicBezTo>
                      <a:pt x="81" y="107"/>
                      <a:pt x="85" y="102"/>
                      <a:pt x="85" y="96"/>
                    </a:cubicBezTo>
                    <a:cubicBezTo>
                      <a:pt x="85" y="11"/>
                      <a:pt x="85" y="11"/>
                      <a:pt x="85" y="11"/>
                    </a:cubicBezTo>
                    <a:cubicBezTo>
                      <a:pt x="85" y="5"/>
                      <a:pt x="81" y="0"/>
                      <a:pt x="75" y="0"/>
                    </a:cubicBezTo>
                    <a:close/>
                    <a:moveTo>
                      <a:pt x="21" y="21"/>
                    </a:moveTo>
                    <a:cubicBezTo>
                      <a:pt x="64" y="21"/>
                      <a:pt x="64" y="21"/>
                      <a:pt x="64" y="21"/>
                    </a:cubicBezTo>
                    <a:cubicBezTo>
                      <a:pt x="64" y="85"/>
                      <a:pt x="64" y="85"/>
                      <a:pt x="64" y="85"/>
                    </a:cubicBezTo>
                    <a:cubicBezTo>
                      <a:pt x="21" y="85"/>
                      <a:pt x="21" y="85"/>
                      <a:pt x="21" y="85"/>
                    </a:cubicBezTo>
                    <a:lnTo>
                      <a:pt x="21" y="21"/>
                    </a:lnTo>
                    <a:close/>
                  </a:path>
                </a:pathLst>
              </a:custGeom>
              <a:grpFill/>
              <a:ln>
                <a:solidFill>
                  <a:schemeClr val="accent2"/>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850">
                <a:extLst>
                  <a:ext uri="{FF2B5EF4-FFF2-40B4-BE49-F238E27FC236}">
                    <a16:creationId xmlns:a16="http://schemas.microsoft.com/office/drawing/2014/main" id="{18496AA6-772D-ADAA-B3F8-4EA04E262E8E}"/>
                  </a:ext>
                </a:extLst>
              </p:cNvPr>
              <p:cNvSpPr>
                <a:spLocks noEditPoints="1"/>
              </p:cNvSpPr>
              <p:nvPr/>
            </p:nvSpPr>
            <p:spPr bwMode="auto">
              <a:xfrm>
                <a:off x="4450" y="3110"/>
                <a:ext cx="42" cy="42"/>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2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49" y="64"/>
                      <a:pt x="64" y="49"/>
                      <a:pt x="64" y="32"/>
                    </a:cubicBezTo>
                    <a:cubicBezTo>
                      <a:pt x="64" y="14"/>
                      <a:pt x="49" y="0"/>
                      <a:pt x="32" y="0"/>
                    </a:cubicBezTo>
                    <a:cubicBezTo>
                      <a:pt x="14" y="0"/>
                      <a:pt x="0" y="14"/>
                      <a:pt x="0" y="32"/>
                    </a:cubicBezTo>
                    <a:cubicBezTo>
                      <a:pt x="0" y="49"/>
                      <a:pt x="14" y="64"/>
                      <a:pt x="32" y="64"/>
                    </a:cubicBezTo>
                    <a:close/>
                    <a:moveTo>
                      <a:pt x="32" y="21"/>
                    </a:moveTo>
                    <a:cubicBezTo>
                      <a:pt x="38" y="21"/>
                      <a:pt x="42" y="26"/>
                      <a:pt x="42" y="32"/>
                    </a:cubicBezTo>
                    <a:cubicBezTo>
                      <a:pt x="42" y="38"/>
                      <a:pt x="38" y="42"/>
                      <a:pt x="32" y="42"/>
                    </a:cubicBezTo>
                    <a:cubicBezTo>
                      <a:pt x="26" y="42"/>
                      <a:pt x="21" y="38"/>
                      <a:pt x="21" y="32"/>
                    </a:cubicBezTo>
                    <a:cubicBezTo>
                      <a:pt x="21" y="26"/>
                      <a:pt x="26" y="21"/>
                      <a:pt x="32" y="21"/>
                    </a:cubicBezTo>
                    <a:close/>
                  </a:path>
                </a:pathLst>
              </a:custGeom>
              <a:grpFill/>
              <a:ln>
                <a:solidFill>
                  <a:schemeClr val="accent2"/>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851">
                <a:extLst>
                  <a:ext uri="{FF2B5EF4-FFF2-40B4-BE49-F238E27FC236}">
                    <a16:creationId xmlns:a16="http://schemas.microsoft.com/office/drawing/2014/main" id="{A33F59F2-6369-CC1C-881C-CC9E63B8716A}"/>
                  </a:ext>
                </a:extLst>
              </p:cNvPr>
              <p:cNvSpPr>
                <a:spLocks noEditPoints="1"/>
              </p:cNvSpPr>
              <p:nvPr/>
            </p:nvSpPr>
            <p:spPr bwMode="auto">
              <a:xfrm>
                <a:off x="4301" y="3046"/>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solidFill>
                  <a:schemeClr val="accent2"/>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nvGrpSpPr>
          <p:cNvPr id="33" name="Group 583">
            <a:extLst>
              <a:ext uri="{FF2B5EF4-FFF2-40B4-BE49-F238E27FC236}">
                <a16:creationId xmlns:a16="http://schemas.microsoft.com/office/drawing/2014/main" id="{1E32DC97-2BF4-4A6B-4D15-413984AD7E0D}"/>
              </a:ext>
            </a:extLst>
          </p:cNvPr>
          <p:cNvGrpSpPr>
            <a:grpSpLocks noChangeAspect="1"/>
          </p:cNvGrpSpPr>
          <p:nvPr/>
        </p:nvGrpSpPr>
        <p:grpSpPr bwMode="auto">
          <a:xfrm>
            <a:off x="9094454" y="1188944"/>
            <a:ext cx="385177" cy="384048"/>
            <a:chOff x="1138" y="1953"/>
            <a:chExt cx="341" cy="340"/>
          </a:xfrm>
          <a:solidFill>
            <a:schemeClr val="accent2"/>
          </a:solidFill>
        </p:grpSpPr>
        <p:sp>
          <p:nvSpPr>
            <p:cNvPr id="34" name="Freeform 584">
              <a:extLst>
                <a:ext uri="{FF2B5EF4-FFF2-40B4-BE49-F238E27FC236}">
                  <a16:creationId xmlns:a16="http://schemas.microsoft.com/office/drawing/2014/main" id="{323E61D0-89A1-99FD-56AD-6A00CF3676E9}"/>
                </a:ext>
              </a:extLst>
            </p:cNvPr>
            <p:cNvSpPr>
              <a:spLocks noEditPoints="1"/>
            </p:cNvSpPr>
            <p:nvPr/>
          </p:nvSpPr>
          <p:spPr bwMode="auto">
            <a:xfrm>
              <a:off x="1138" y="195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2"/>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400" kern="0">
                <a:solidFill>
                  <a:prstClr val="black"/>
                </a:solidFill>
              </a:endParaRPr>
            </a:p>
          </p:txBody>
        </p:sp>
        <p:sp>
          <p:nvSpPr>
            <p:cNvPr id="35" name="Freeform 585">
              <a:extLst>
                <a:ext uri="{FF2B5EF4-FFF2-40B4-BE49-F238E27FC236}">
                  <a16:creationId xmlns:a16="http://schemas.microsoft.com/office/drawing/2014/main" id="{640E7D70-FC93-15AC-2031-A24DE11594E4}"/>
                </a:ext>
              </a:extLst>
            </p:cNvPr>
            <p:cNvSpPr>
              <a:spLocks noEditPoints="1"/>
            </p:cNvSpPr>
            <p:nvPr/>
          </p:nvSpPr>
          <p:spPr bwMode="auto">
            <a:xfrm>
              <a:off x="1273" y="2017"/>
              <a:ext cx="71" cy="212"/>
            </a:xfrm>
            <a:custGeom>
              <a:avLst/>
              <a:gdLst>
                <a:gd name="T0" fmla="*/ 86 w 107"/>
                <a:gd name="T1" fmla="*/ 54 h 320"/>
                <a:gd name="T2" fmla="*/ 96 w 107"/>
                <a:gd name="T3" fmla="*/ 13 h 320"/>
                <a:gd name="T4" fmla="*/ 94 w 107"/>
                <a:gd name="T5" fmla="*/ 4 h 320"/>
                <a:gd name="T6" fmla="*/ 86 w 107"/>
                <a:gd name="T7" fmla="*/ 0 h 320"/>
                <a:gd name="T8" fmla="*/ 22 w 107"/>
                <a:gd name="T9" fmla="*/ 0 h 320"/>
                <a:gd name="T10" fmla="*/ 13 w 107"/>
                <a:gd name="T11" fmla="*/ 4 h 320"/>
                <a:gd name="T12" fmla="*/ 11 w 107"/>
                <a:gd name="T13" fmla="*/ 13 h 320"/>
                <a:gd name="T14" fmla="*/ 22 w 107"/>
                <a:gd name="T15" fmla="*/ 54 h 320"/>
                <a:gd name="T16" fmla="*/ 0 w 107"/>
                <a:gd name="T17" fmla="*/ 255 h 320"/>
                <a:gd name="T18" fmla="*/ 3 w 107"/>
                <a:gd name="T19" fmla="*/ 262 h 320"/>
                <a:gd name="T20" fmla="*/ 45 w 107"/>
                <a:gd name="T21" fmla="*/ 316 h 320"/>
                <a:gd name="T22" fmla="*/ 54 w 107"/>
                <a:gd name="T23" fmla="*/ 320 h 320"/>
                <a:gd name="T24" fmla="*/ 62 w 107"/>
                <a:gd name="T25" fmla="*/ 316 h 320"/>
                <a:gd name="T26" fmla="*/ 105 w 107"/>
                <a:gd name="T27" fmla="*/ 262 h 320"/>
                <a:gd name="T28" fmla="*/ 107 w 107"/>
                <a:gd name="T29" fmla="*/ 255 h 320"/>
                <a:gd name="T30" fmla="*/ 86 w 107"/>
                <a:gd name="T31" fmla="*/ 54 h 320"/>
                <a:gd name="T32" fmla="*/ 72 w 107"/>
                <a:gd name="T33" fmla="*/ 21 h 320"/>
                <a:gd name="T34" fmla="*/ 67 w 107"/>
                <a:gd name="T35" fmla="*/ 42 h 320"/>
                <a:gd name="T36" fmla="*/ 41 w 107"/>
                <a:gd name="T37" fmla="*/ 42 h 320"/>
                <a:gd name="T38" fmla="*/ 35 w 107"/>
                <a:gd name="T39" fmla="*/ 21 h 320"/>
                <a:gd name="T40" fmla="*/ 72 w 107"/>
                <a:gd name="T41" fmla="*/ 21 h 320"/>
                <a:gd name="T42" fmla="*/ 54 w 107"/>
                <a:gd name="T43" fmla="*/ 292 h 320"/>
                <a:gd name="T44" fmla="*/ 22 w 107"/>
                <a:gd name="T45" fmla="*/ 252 h 320"/>
                <a:gd name="T46" fmla="*/ 42 w 107"/>
                <a:gd name="T47" fmla="*/ 64 h 320"/>
                <a:gd name="T48" fmla="*/ 65 w 107"/>
                <a:gd name="T49" fmla="*/ 64 h 320"/>
                <a:gd name="T50" fmla="*/ 85 w 107"/>
                <a:gd name="T51" fmla="*/ 252 h 320"/>
                <a:gd name="T52" fmla="*/ 54 w 107"/>
                <a:gd name="T53" fmla="*/ 2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320">
                  <a:moveTo>
                    <a:pt x="86" y="54"/>
                  </a:moveTo>
                  <a:cubicBezTo>
                    <a:pt x="96" y="13"/>
                    <a:pt x="96" y="13"/>
                    <a:pt x="96" y="13"/>
                  </a:cubicBezTo>
                  <a:cubicBezTo>
                    <a:pt x="97" y="10"/>
                    <a:pt x="96" y="6"/>
                    <a:pt x="94" y="4"/>
                  </a:cubicBezTo>
                  <a:cubicBezTo>
                    <a:pt x="92" y="1"/>
                    <a:pt x="89" y="0"/>
                    <a:pt x="86" y="0"/>
                  </a:cubicBezTo>
                  <a:cubicBezTo>
                    <a:pt x="22" y="0"/>
                    <a:pt x="22" y="0"/>
                    <a:pt x="22" y="0"/>
                  </a:cubicBezTo>
                  <a:cubicBezTo>
                    <a:pt x="18" y="0"/>
                    <a:pt x="15" y="1"/>
                    <a:pt x="13" y="4"/>
                  </a:cubicBezTo>
                  <a:cubicBezTo>
                    <a:pt x="11" y="6"/>
                    <a:pt x="11" y="10"/>
                    <a:pt x="11" y="13"/>
                  </a:cubicBezTo>
                  <a:cubicBezTo>
                    <a:pt x="22" y="54"/>
                    <a:pt x="22" y="54"/>
                    <a:pt x="22" y="54"/>
                  </a:cubicBezTo>
                  <a:cubicBezTo>
                    <a:pt x="0" y="255"/>
                    <a:pt x="0" y="255"/>
                    <a:pt x="0" y="255"/>
                  </a:cubicBezTo>
                  <a:cubicBezTo>
                    <a:pt x="0" y="257"/>
                    <a:pt x="1" y="260"/>
                    <a:pt x="3" y="262"/>
                  </a:cubicBezTo>
                  <a:cubicBezTo>
                    <a:pt x="45" y="316"/>
                    <a:pt x="45" y="316"/>
                    <a:pt x="45" y="316"/>
                  </a:cubicBezTo>
                  <a:cubicBezTo>
                    <a:pt x="47" y="318"/>
                    <a:pt x="50" y="320"/>
                    <a:pt x="54" y="320"/>
                  </a:cubicBezTo>
                  <a:cubicBezTo>
                    <a:pt x="57" y="320"/>
                    <a:pt x="60" y="318"/>
                    <a:pt x="62" y="316"/>
                  </a:cubicBezTo>
                  <a:cubicBezTo>
                    <a:pt x="105" y="262"/>
                    <a:pt x="105" y="262"/>
                    <a:pt x="105" y="262"/>
                  </a:cubicBezTo>
                  <a:cubicBezTo>
                    <a:pt x="106" y="260"/>
                    <a:pt x="107" y="257"/>
                    <a:pt x="107" y="255"/>
                  </a:cubicBezTo>
                  <a:lnTo>
                    <a:pt x="86" y="54"/>
                  </a:lnTo>
                  <a:close/>
                  <a:moveTo>
                    <a:pt x="72" y="21"/>
                  </a:moveTo>
                  <a:cubicBezTo>
                    <a:pt x="67" y="42"/>
                    <a:pt x="67" y="42"/>
                    <a:pt x="67" y="42"/>
                  </a:cubicBezTo>
                  <a:cubicBezTo>
                    <a:pt x="41" y="42"/>
                    <a:pt x="41" y="42"/>
                    <a:pt x="41" y="42"/>
                  </a:cubicBezTo>
                  <a:cubicBezTo>
                    <a:pt x="35" y="21"/>
                    <a:pt x="35" y="21"/>
                    <a:pt x="35" y="21"/>
                  </a:cubicBezTo>
                  <a:lnTo>
                    <a:pt x="72" y="21"/>
                  </a:lnTo>
                  <a:close/>
                  <a:moveTo>
                    <a:pt x="54" y="292"/>
                  </a:moveTo>
                  <a:cubicBezTo>
                    <a:pt x="22" y="252"/>
                    <a:pt x="22" y="252"/>
                    <a:pt x="22" y="252"/>
                  </a:cubicBezTo>
                  <a:cubicBezTo>
                    <a:pt x="42" y="64"/>
                    <a:pt x="42" y="64"/>
                    <a:pt x="42" y="64"/>
                  </a:cubicBezTo>
                  <a:cubicBezTo>
                    <a:pt x="65" y="64"/>
                    <a:pt x="65" y="64"/>
                    <a:pt x="65" y="64"/>
                  </a:cubicBezTo>
                  <a:cubicBezTo>
                    <a:pt x="85" y="252"/>
                    <a:pt x="85" y="252"/>
                    <a:pt x="85" y="252"/>
                  </a:cubicBezTo>
                  <a:lnTo>
                    <a:pt x="54" y="292"/>
                  </a:lnTo>
                  <a:close/>
                </a:path>
              </a:pathLst>
            </a:custGeom>
            <a:grpFill/>
            <a:ln>
              <a:solidFill>
                <a:schemeClr val="accent2"/>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400" kern="0">
                <a:solidFill>
                  <a:prstClr val="black"/>
                </a:solidFill>
              </a:endParaRPr>
            </a:p>
          </p:txBody>
        </p:sp>
      </p:grpSp>
      <p:sp>
        <p:nvSpPr>
          <p:cNvPr id="36" name="Rectangle 35">
            <a:extLst>
              <a:ext uri="{FF2B5EF4-FFF2-40B4-BE49-F238E27FC236}">
                <a16:creationId xmlns:a16="http://schemas.microsoft.com/office/drawing/2014/main" id="{4BC9145D-26CA-075F-F66F-6CA25AA523C0}"/>
              </a:ext>
            </a:extLst>
          </p:cNvPr>
          <p:cNvSpPr/>
          <p:nvPr/>
        </p:nvSpPr>
        <p:spPr bwMode="gray">
          <a:xfrm>
            <a:off x="526791" y="4018267"/>
            <a:ext cx="3474720" cy="2286000"/>
          </a:xfrm>
          <a:prstGeom prst="rect">
            <a:avLst/>
          </a:prstGeom>
          <a:noFill/>
          <a:ln w="19050" algn="ctr">
            <a:solidFill>
              <a:schemeClr val="bg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7" name="Rectangle 36">
            <a:extLst>
              <a:ext uri="{FF2B5EF4-FFF2-40B4-BE49-F238E27FC236}">
                <a16:creationId xmlns:a16="http://schemas.microsoft.com/office/drawing/2014/main" id="{BF396B92-2CD9-4A82-7539-1E4FBB319243}"/>
              </a:ext>
            </a:extLst>
          </p:cNvPr>
          <p:cNvSpPr/>
          <p:nvPr/>
        </p:nvSpPr>
        <p:spPr bwMode="gray">
          <a:xfrm>
            <a:off x="4392828" y="4018267"/>
            <a:ext cx="3474720" cy="2286000"/>
          </a:xfrm>
          <a:prstGeom prst="rect">
            <a:avLst/>
          </a:prstGeom>
          <a:noFill/>
          <a:ln w="19050" algn="ctr">
            <a:solidFill>
              <a:schemeClr val="bg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8" name="Rectangle 37">
            <a:extLst>
              <a:ext uri="{FF2B5EF4-FFF2-40B4-BE49-F238E27FC236}">
                <a16:creationId xmlns:a16="http://schemas.microsoft.com/office/drawing/2014/main" id="{64C6742B-CA97-5C38-4C7B-29EE38D220A1}"/>
              </a:ext>
            </a:extLst>
          </p:cNvPr>
          <p:cNvSpPr/>
          <p:nvPr/>
        </p:nvSpPr>
        <p:spPr bwMode="gray">
          <a:xfrm>
            <a:off x="8258864" y="4018267"/>
            <a:ext cx="3445456" cy="2286000"/>
          </a:xfrm>
          <a:prstGeom prst="rect">
            <a:avLst/>
          </a:prstGeom>
          <a:noFill/>
          <a:ln w="19050" algn="ctr">
            <a:solidFill>
              <a:schemeClr val="bg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39" name="TextBox 38">
            <a:extLst>
              <a:ext uri="{FF2B5EF4-FFF2-40B4-BE49-F238E27FC236}">
                <a16:creationId xmlns:a16="http://schemas.microsoft.com/office/drawing/2014/main" id="{43CBB9FE-7D02-CF8F-DC77-7F6BC9FEDDD9}"/>
              </a:ext>
            </a:extLst>
          </p:cNvPr>
          <p:cNvSpPr txBox="1"/>
          <p:nvPr/>
        </p:nvSpPr>
        <p:spPr>
          <a:xfrm>
            <a:off x="753688" y="3887461"/>
            <a:ext cx="3017520" cy="261610"/>
          </a:xfrm>
          <a:prstGeom prst="rect">
            <a:avLst/>
          </a:prstGeom>
          <a:solidFill>
            <a:schemeClr val="bg1"/>
          </a:solidFill>
        </p:spPr>
        <p:txBody>
          <a:bodyPr wrap="square" lIns="45720" tIns="45720" rIns="45720" bIns="45720" anchor="ctr">
            <a:spAutoFit/>
          </a:bodyPr>
          <a:lstStyle/>
          <a:p>
            <a:pPr algn="r" defTabSz="906226">
              <a:spcBef>
                <a:spcPts val="100"/>
              </a:spcBef>
              <a:spcAft>
                <a:spcPts val="100"/>
              </a:spcAft>
              <a:defRPr/>
            </a:pPr>
            <a:r>
              <a:rPr lang="en-US" sz="1100" b="1">
                <a:latin typeface="Verdana" panose="020B0604030504040204" pitchFamily="34" charset="0"/>
                <a:ea typeface="Verdana" panose="020B0604030504040204" pitchFamily="34" charset="0"/>
                <a:cs typeface="Calibri" panose="020F0502020204030204" pitchFamily="34" charset="0"/>
              </a:rPr>
              <a:t>Deep Regional Understanding </a:t>
            </a:r>
          </a:p>
        </p:txBody>
      </p:sp>
      <p:sp>
        <p:nvSpPr>
          <p:cNvPr id="40" name="TextBox 39">
            <a:extLst>
              <a:ext uri="{FF2B5EF4-FFF2-40B4-BE49-F238E27FC236}">
                <a16:creationId xmlns:a16="http://schemas.microsoft.com/office/drawing/2014/main" id="{72EAB126-74A8-D4EC-A80A-AB5D7585A6FF}"/>
              </a:ext>
            </a:extLst>
          </p:cNvPr>
          <p:cNvSpPr txBox="1"/>
          <p:nvPr/>
        </p:nvSpPr>
        <p:spPr>
          <a:xfrm>
            <a:off x="4842094" y="3887461"/>
            <a:ext cx="2743200" cy="261610"/>
          </a:xfrm>
          <a:prstGeom prst="rect">
            <a:avLst/>
          </a:prstGeom>
          <a:solidFill>
            <a:schemeClr val="bg1"/>
          </a:solidFill>
        </p:spPr>
        <p:txBody>
          <a:bodyPr wrap="square" lIns="45720" tIns="45720" rIns="45720" bIns="45720" anchor="ctr">
            <a:spAutoFit/>
          </a:bodyPr>
          <a:lstStyle/>
          <a:p>
            <a:pPr algn="r" defTabSz="906226">
              <a:spcBef>
                <a:spcPts val="100"/>
              </a:spcBef>
              <a:spcAft>
                <a:spcPts val="100"/>
              </a:spcAft>
              <a:defRPr/>
            </a:pPr>
            <a:r>
              <a:rPr lang="en-US" sz="1100" b="1">
                <a:latin typeface="Verdana" panose="020B0604030504040204" pitchFamily="34" charset="0"/>
                <a:ea typeface="Verdana" panose="020B0604030504040204" pitchFamily="34" charset="0"/>
                <a:cs typeface="Calibri" panose="020F0502020204030204" pitchFamily="34" charset="0"/>
              </a:rPr>
              <a:t>Largest P&amp;U team in the East</a:t>
            </a:r>
          </a:p>
        </p:txBody>
      </p:sp>
      <p:sp>
        <p:nvSpPr>
          <p:cNvPr id="41" name="TextBox 40">
            <a:extLst>
              <a:ext uri="{FF2B5EF4-FFF2-40B4-BE49-F238E27FC236}">
                <a16:creationId xmlns:a16="http://schemas.microsoft.com/office/drawing/2014/main" id="{604B1C6A-6F03-A853-FC1A-C047B6C4F81C}"/>
              </a:ext>
            </a:extLst>
          </p:cNvPr>
          <p:cNvSpPr txBox="1"/>
          <p:nvPr/>
        </p:nvSpPr>
        <p:spPr>
          <a:xfrm>
            <a:off x="9047703" y="3887460"/>
            <a:ext cx="1990493" cy="261610"/>
          </a:xfrm>
          <a:prstGeom prst="rect">
            <a:avLst/>
          </a:prstGeom>
          <a:solidFill>
            <a:schemeClr val="bg1"/>
          </a:solidFill>
        </p:spPr>
        <p:txBody>
          <a:bodyPr wrap="square" lIns="45720" tIns="45720" rIns="45720" bIns="45720" anchor="ctr">
            <a:spAutoFit/>
          </a:bodyPr>
          <a:lstStyle/>
          <a:p>
            <a:pPr algn="ctr" defTabSz="906226">
              <a:spcBef>
                <a:spcPts val="100"/>
              </a:spcBef>
              <a:spcAft>
                <a:spcPts val="100"/>
              </a:spcAft>
              <a:defRPr/>
            </a:pPr>
            <a:r>
              <a:rPr lang="en-US" sz="1100" b="1">
                <a:latin typeface="Verdana" panose="020B0604030504040204" pitchFamily="34" charset="0"/>
                <a:ea typeface="Verdana" panose="020B0604030504040204" pitchFamily="34" charset="0"/>
                <a:cs typeface="Calibri" panose="020F0502020204030204" pitchFamily="34" charset="0"/>
              </a:rPr>
              <a:t>          Our Accelerators</a:t>
            </a:r>
          </a:p>
        </p:txBody>
      </p:sp>
      <p:pic>
        <p:nvPicPr>
          <p:cNvPr id="43" name="Graphic 42" descr="Lecturer outline">
            <a:extLst>
              <a:ext uri="{FF2B5EF4-FFF2-40B4-BE49-F238E27FC236}">
                <a16:creationId xmlns:a16="http://schemas.microsoft.com/office/drawing/2014/main" id="{D78D7FB4-78D4-C94B-45DB-D88391F4FE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45365" y="3803141"/>
            <a:ext cx="387795" cy="387795"/>
          </a:xfrm>
          <a:prstGeom prst="rect">
            <a:avLst/>
          </a:prstGeom>
        </p:spPr>
      </p:pic>
      <p:sp>
        <p:nvSpPr>
          <p:cNvPr id="44" name="Freeform 624">
            <a:extLst>
              <a:ext uri="{FF2B5EF4-FFF2-40B4-BE49-F238E27FC236}">
                <a16:creationId xmlns:a16="http://schemas.microsoft.com/office/drawing/2014/main" id="{7C07E9A3-229A-FB08-4CE2-1DCA976B86F9}"/>
              </a:ext>
            </a:extLst>
          </p:cNvPr>
          <p:cNvSpPr>
            <a:spLocks noChangeAspect="1" noEditPoints="1"/>
          </p:cNvSpPr>
          <p:nvPr/>
        </p:nvSpPr>
        <p:spPr bwMode="auto">
          <a:xfrm>
            <a:off x="923707" y="3847112"/>
            <a:ext cx="384048" cy="384048"/>
          </a:xfrm>
          <a:custGeom>
            <a:avLst/>
            <a:gdLst>
              <a:gd name="T0" fmla="*/ 379 w 512"/>
              <a:gd name="T1" fmla="*/ 223 h 512"/>
              <a:gd name="T2" fmla="*/ 353 w 512"/>
              <a:gd name="T3" fmla="*/ 181 h 512"/>
              <a:gd name="T4" fmla="*/ 314 w 512"/>
              <a:gd name="T5" fmla="*/ 149 h 512"/>
              <a:gd name="T6" fmla="*/ 284 w 512"/>
              <a:gd name="T7" fmla="*/ 151 h 512"/>
              <a:gd name="T8" fmla="*/ 228 w 512"/>
              <a:gd name="T9" fmla="*/ 151 h 512"/>
              <a:gd name="T10" fmla="*/ 176 w 512"/>
              <a:gd name="T11" fmla="*/ 160 h 512"/>
              <a:gd name="T12" fmla="*/ 144 w 512"/>
              <a:gd name="T13" fmla="*/ 206 h 512"/>
              <a:gd name="T14" fmla="*/ 181 w 512"/>
              <a:gd name="T15" fmla="*/ 282 h 512"/>
              <a:gd name="T16" fmla="*/ 239 w 512"/>
              <a:gd name="T17" fmla="*/ 288 h 512"/>
              <a:gd name="T18" fmla="*/ 279 w 512"/>
              <a:gd name="T19" fmla="*/ 309 h 512"/>
              <a:gd name="T20" fmla="*/ 332 w 512"/>
              <a:gd name="T21" fmla="*/ 373 h 512"/>
              <a:gd name="T22" fmla="*/ 370 w 512"/>
              <a:gd name="T23" fmla="*/ 302 h 512"/>
              <a:gd name="T24" fmla="*/ 394 w 512"/>
              <a:gd name="T25" fmla="*/ 261 h 512"/>
              <a:gd name="T26" fmla="*/ 185 w 512"/>
              <a:gd name="T27" fmla="*/ 242 h 512"/>
              <a:gd name="T28" fmla="*/ 140 w 512"/>
              <a:gd name="T29" fmla="*/ 251 h 512"/>
              <a:gd name="T30" fmla="*/ 172 w 512"/>
              <a:gd name="T31" fmla="*/ 197 h 512"/>
              <a:gd name="T32" fmla="*/ 202 w 512"/>
              <a:gd name="T33" fmla="*/ 233 h 512"/>
              <a:gd name="T34" fmla="*/ 234 w 512"/>
              <a:gd name="T35" fmla="*/ 185 h 512"/>
              <a:gd name="T36" fmla="*/ 255 w 512"/>
              <a:gd name="T37" fmla="*/ 177 h 512"/>
              <a:gd name="T38" fmla="*/ 259 w 512"/>
              <a:gd name="T39" fmla="*/ 198 h 512"/>
              <a:gd name="T40" fmla="*/ 234 w 512"/>
              <a:gd name="T41" fmla="*/ 213 h 512"/>
              <a:gd name="T42" fmla="*/ 284 w 512"/>
              <a:gd name="T43" fmla="*/ 248 h 512"/>
              <a:gd name="T44" fmla="*/ 273 w 512"/>
              <a:gd name="T45" fmla="*/ 266 h 512"/>
              <a:gd name="T46" fmla="*/ 230 w 512"/>
              <a:gd name="T47" fmla="*/ 246 h 512"/>
              <a:gd name="T48" fmla="*/ 283 w 512"/>
              <a:gd name="T49" fmla="*/ 215 h 512"/>
              <a:gd name="T50" fmla="*/ 320 w 512"/>
              <a:gd name="T51" fmla="*/ 192 h 512"/>
              <a:gd name="T52" fmla="*/ 347 w 512"/>
              <a:gd name="T53" fmla="*/ 233 h 512"/>
              <a:gd name="T54" fmla="*/ 318 w 512"/>
              <a:gd name="T55" fmla="*/ 213 h 512"/>
              <a:gd name="T56" fmla="*/ 362 w 512"/>
              <a:gd name="T57" fmla="*/ 266 h 512"/>
              <a:gd name="T58" fmla="*/ 340 w 512"/>
              <a:gd name="T59" fmla="*/ 281 h 512"/>
              <a:gd name="T60" fmla="*/ 340 w 512"/>
              <a:gd name="T61" fmla="*/ 324 h 512"/>
              <a:gd name="T62" fmla="*/ 308 w 512"/>
              <a:gd name="T63" fmla="*/ 311 h 512"/>
              <a:gd name="T64" fmla="*/ 313 w 512"/>
              <a:gd name="T65" fmla="*/ 264 h 512"/>
              <a:gd name="T66" fmla="*/ 334 w 512"/>
              <a:gd name="T67" fmla="*/ 255 h 512"/>
              <a:gd name="T68" fmla="*/ 362 w 512"/>
              <a:gd name="T69" fmla="*/ 266 h 512"/>
              <a:gd name="T70" fmla="*/ 256 w 512"/>
              <a:gd name="T71" fmla="*/ 512 h 512"/>
              <a:gd name="T72" fmla="*/ 393 w 512"/>
              <a:gd name="T73" fmla="*/ 302 h 512"/>
              <a:gd name="T74" fmla="*/ 352 w 512"/>
              <a:gd name="T75" fmla="*/ 384 h 512"/>
              <a:gd name="T76" fmla="*/ 266 w 512"/>
              <a:gd name="T77" fmla="*/ 384 h 512"/>
              <a:gd name="T78" fmla="*/ 218 w 512"/>
              <a:gd name="T79" fmla="*/ 320 h 512"/>
              <a:gd name="T80" fmla="*/ 96 w 512"/>
              <a:gd name="T81" fmla="*/ 245 h 512"/>
              <a:gd name="T82" fmla="*/ 176 w 512"/>
              <a:gd name="T83" fmla="*/ 138 h 512"/>
              <a:gd name="T84" fmla="*/ 261 w 512"/>
              <a:gd name="T85" fmla="*/ 117 h 512"/>
              <a:gd name="T86" fmla="*/ 359 w 512"/>
              <a:gd name="T87" fmla="*/ 160 h 512"/>
              <a:gd name="T88" fmla="*/ 416 w 512"/>
              <a:gd name="T89" fmla="*/ 2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382" y="238"/>
                </a:moveTo>
                <a:cubicBezTo>
                  <a:pt x="379" y="237"/>
                  <a:pt x="377" y="234"/>
                  <a:pt x="377" y="231"/>
                </a:cubicBezTo>
                <a:cubicBezTo>
                  <a:pt x="376" y="229"/>
                  <a:pt x="377" y="226"/>
                  <a:pt x="379" y="223"/>
                </a:cubicBezTo>
                <a:cubicBezTo>
                  <a:pt x="382" y="219"/>
                  <a:pt x="384" y="213"/>
                  <a:pt x="384" y="208"/>
                </a:cubicBezTo>
                <a:cubicBezTo>
                  <a:pt x="384" y="193"/>
                  <a:pt x="372" y="181"/>
                  <a:pt x="357" y="181"/>
                </a:cubicBezTo>
                <a:cubicBezTo>
                  <a:pt x="356" y="181"/>
                  <a:pt x="354" y="181"/>
                  <a:pt x="353" y="181"/>
                </a:cubicBezTo>
                <a:cubicBezTo>
                  <a:pt x="350" y="182"/>
                  <a:pt x="347" y="181"/>
                  <a:pt x="345" y="179"/>
                </a:cubicBezTo>
                <a:cubicBezTo>
                  <a:pt x="342" y="178"/>
                  <a:pt x="341" y="175"/>
                  <a:pt x="341" y="172"/>
                </a:cubicBezTo>
                <a:cubicBezTo>
                  <a:pt x="339" y="159"/>
                  <a:pt x="328" y="149"/>
                  <a:pt x="314" y="149"/>
                </a:cubicBezTo>
                <a:cubicBezTo>
                  <a:pt x="309" y="149"/>
                  <a:pt x="303" y="151"/>
                  <a:pt x="299" y="154"/>
                </a:cubicBezTo>
                <a:cubicBezTo>
                  <a:pt x="296" y="156"/>
                  <a:pt x="293" y="156"/>
                  <a:pt x="291" y="156"/>
                </a:cubicBezTo>
                <a:cubicBezTo>
                  <a:pt x="288" y="155"/>
                  <a:pt x="285" y="154"/>
                  <a:pt x="284" y="151"/>
                </a:cubicBezTo>
                <a:cubicBezTo>
                  <a:pt x="279" y="143"/>
                  <a:pt x="270" y="138"/>
                  <a:pt x="261" y="138"/>
                </a:cubicBezTo>
                <a:cubicBezTo>
                  <a:pt x="253" y="138"/>
                  <a:pt x="246" y="142"/>
                  <a:pt x="241" y="148"/>
                </a:cubicBezTo>
                <a:cubicBezTo>
                  <a:pt x="238" y="152"/>
                  <a:pt x="233" y="153"/>
                  <a:pt x="228" y="151"/>
                </a:cubicBezTo>
                <a:cubicBezTo>
                  <a:pt x="218" y="147"/>
                  <a:pt x="205" y="150"/>
                  <a:pt x="198" y="159"/>
                </a:cubicBezTo>
                <a:cubicBezTo>
                  <a:pt x="195" y="162"/>
                  <a:pt x="190" y="163"/>
                  <a:pt x="186" y="162"/>
                </a:cubicBezTo>
                <a:cubicBezTo>
                  <a:pt x="183" y="160"/>
                  <a:pt x="179" y="160"/>
                  <a:pt x="176" y="160"/>
                </a:cubicBezTo>
                <a:cubicBezTo>
                  <a:pt x="161" y="160"/>
                  <a:pt x="149" y="172"/>
                  <a:pt x="149" y="186"/>
                </a:cubicBezTo>
                <a:cubicBezTo>
                  <a:pt x="149" y="188"/>
                  <a:pt x="149" y="190"/>
                  <a:pt x="150" y="193"/>
                </a:cubicBezTo>
                <a:cubicBezTo>
                  <a:pt x="151" y="198"/>
                  <a:pt x="149" y="203"/>
                  <a:pt x="144" y="206"/>
                </a:cubicBezTo>
                <a:cubicBezTo>
                  <a:pt x="127" y="212"/>
                  <a:pt x="117" y="228"/>
                  <a:pt x="117" y="245"/>
                </a:cubicBezTo>
                <a:cubicBezTo>
                  <a:pt x="117" y="269"/>
                  <a:pt x="136" y="288"/>
                  <a:pt x="160" y="288"/>
                </a:cubicBezTo>
                <a:cubicBezTo>
                  <a:pt x="167" y="288"/>
                  <a:pt x="174" y="286"/>
                  <a:pt x="181" y="282"/>
                </a:cubicBezTo>
                <a:cubicBezTo>
                  <a:pt x="186" y="279"/>
                  <a:pt x="193" y="280"/>
                  <a:pt x="196" y="285"/>
                </a:cubicBezTo>
                <a:cubicBezTo>
                  <a:pt x="201" y="293"/>
                  <a:pt x="209" y="298"/>
                  <a:pt x="218" y="298"/>
                </a:cubicBezTo>
                <a:cubicBezTo>
                  <a:pt x="226" y="298"/>
                  <a:pt x="234" y="295"/>
                  <a:pt x="239" y="288"/>
                </a:cubicBezTo>
                <a:cubicBezTo>
                  <a:pt x="241" y="285"/>
                  <a:pt x="245" y="284"/>
                  <a:pt x="249" y="284"/>
                </a:cubicBezTo>
                <a:cubicBezTo>
                  <a:pt x="253" y="285"/>
                  <a:pt x="256" y="288"/>
                  <a:pt x="257" y="291"/>
                </a:cubicBezTo>
                <a:cubicBezTo>
                  <a:pt x="261" y="301"/>
                  <a:pt x="269" y="307"/>
                  <a:pt x="279" y="309"/>
                </a:cubicBezTo>
                <a:cubicBezTo>
                  <a:pt x="284" y="309"/>
                  <a:pt x="288" y="314"/>
                  <a:pt x="288" y="319"/>
                </a:cubicBezTo>
                <a:cubicBezTo>
                  <a:pt x="288" y="373"/>
                  <a:pt x="288" y="373"/>
                  <a:pt x="288" y="373"/>
                </a:cubicBezTo>
                <a:cubicBezTo>
                  <a:pt x="332" y="373"/>
                  <a:pt x="332" y="373"/>
                  <a:pt x="332" y="373"/>
                </a:cubicBezTo>
                <a:cubicBezTo>
                  <a:pt x="334" y="363"/>
                  <a:pt x="339" y="349"/>
                  <a:pt x="353" y="340"/>
                </a:cubicBezTo>
                <a:cubicBezTo>
                  <a:pt x="370" y="330"/>
                  <a:pt x="373" y="322"/>
                  <a:pt x="373" y="315"/>
                </a:cubicBezTo>
                <a:cubicBezTo>
                  <a:pt x="373" y="310"/>
                  <a:pt x="372" y="306"/>
                  <a:pt x="370" y="302"/>
                </a:cubicBezTo>
                <a:cubicBezTo>
                  <a:pt x="368" y="299"/>
                  <a:pt x="368" y="295"/>
                  <a:pt x="369" y="292"/>
                </a:cubicBezTo>
                <a:cubicBezTo>
                  <a:pt x="370" y="290"/>
                  <a:pt x="373" y="287"/>
                  <a:pt x="376" y="286"/>
                </a:cubicBezTo>
                <a:cubicBezTo>
                  <a:pt x="387" y="283"/>
                  <a:pt x="394" y="273"/>
                  <a:pt x="394" y="261"/>
                </a:cubicBezTo>
                <a:cubicBezTo>
                  <a:pt x="394" y="252"/>
                  <a:pt x="390" y="243"/>
                  <a:pt x="382" y="238"/>
                </a:cubicBezTo>
                <a:close/>
                <a:moveTo>
                  <a:pt x="196" y="244"/>
                </a:moveTo>
                <a:cubicBezTo>
                  <a:pt x="193" y="246"/>
                  <a:pt x="188" y="245"/>
                  <a:pt x="185" y="242"/>
                </a:cubicBezTo>
                <a:cubicBezTo>
                  <a:pt x="182" y="240"/>
                  <a:pt x="168" y="245"/>
                  <a:pt x="155" y="254"/>
                </a:cubicBezTo>
                <a:cubicBezTo>
                  <a:pt x="153" y="255"/>
                  <a:pt x="151" y="256"/>
                  <a:pt x="149" y="256"/>
                </a:cubicBezTo>
                <a:cubicBezTo>
                  <a:pt x="146" y="256"/>
                  <a:pt x="142" y="254"/>
                  <a:pt x="140" y="251"/>
                </a:cubicBezTo>
                <a:cubicBezTo>
                  <a:pt x="137" y="247"/>
                  <a:pt x="138" y="240"/>
                  <a:pt x="143" y="236"/>
                </a:cubicBezTo>
                <a:cubicBezTo>
                  <a:pt x="147" y="233"/>
                  <a:pt x="163" y="222"/>
                  <a:pt x="179" y="221"/>
                </a:cubicBezTo>
                <a:cubicBezTo>
                  <a:pt x="177" y="212"/>
                  <a:pt x="175" y="203"/>
                  <a:pt x="172" y="197"/>
                </a:cubicBezTo>
                <a:cubicBezTo>
                  <a:pt x="169" y="192"/>
                  <a:pt x="171" y="185"/>
                  <a:pt x="176" y="182"/>
                </a:cubicBezTo>
                <a:cubicBezTo>
                  <a:pt x="181" y="179"/>
                  <a:pt x="188" y="181"/>
                  <a:pt x="190" y="187"/>
                </a:cubicBezTo>
                <a:cubicBezTo>
                  <a:pt x="199" y="203"/>
                  <a:pt x="202" y="230"/>
                  <a:pt x="202" y="233"/>
                </a:cubicBezTo>
                <a:cubicBezTo>
                  <a:pt x="203" y="238"/>
                  <a:pt x="200" y="242"/>
                  <a:pt x="196" y="244"/>
                </a:cubicBezTo>
                <a:close/>
                <a:moveTo>
                  <a:pt x="223" y="197"/>
                </a:moveTo>
                <a:cubicBezTo>
                  <a:pt x="224" y="195"/>
                  <a:pt x="225" y="191"/>
                  <a:pt x="234" y="185"/>
                </a:cubicBezTo>
                <a:cubicBezTo>
                  <a:pt x="233" y="182"/>
                  <a:pt x="234" y="178"/>
                  <a:pt x="236" y="176"/>
                </a:cubicBezTo>
                <a:cubicBezTo>
                  <a:pt x="239" y="171"/>
                  <a:pt x="245" y="169"/>
                  <a:pt x="250" y="172"/>
                </a:cubicBezTo>
                <a:cubicBezTo>
                  <a:pt x="253" y="173"/>
                  <a:pt x="254" y="175"/>
                  <a:pt x="255" y="177"/>
                </a:cubicBezTo>
                <a:cubicBezTo>
                  <a:pt x="255" y="177"/>
                  <a:pt x="256" y="177"/>
                  <a:pt x="257" y="177"/>
                </a:cubicBezTo>
                <a:cubicBezTo>
                  <a:pt x="262" y="178"/>
                  <a:pt x="266" y="182"/>
                  <a:pt x="266" y="187"/>
                </a:cubicBezTo>
                <a:cubicBezTo>
                  <a:pt x="267" y="192"/>
                  <a:pt x="264" y="197"/>
                  <a:pt x="259" y="198"/>
                </a:cubicBezTo>
                <a:cubicBezTo>
                  <a:pt x="254" y="200"/>
                  <a:pt x="248" y="202"/>
                  <a:pt x="245" y="204"/>
                </a:cubicBezTo>
                <a:cubicBezTo>
                  <a:pt x="245" y="206"/>
                  <a:pt x="244" y="208"/>
                  <a:pt x="242" y="210"/>
                </a:cubicBezTo>
                <a:cubicBezTo>
                  <a:pt x="240" y="212"/>
                  <a:pt x="237" y="213"/>
                  <a:pt x="234" y="213"/>
                </a:cubicBezTo>
                <a:cubicBezTo>
                  <a:pt x="232" y="213"/>
                  <a:pt x="229" y="212"/>
                  <a:pt x="227" y="210"/>
                </a:cubicBezTo>
                <a:cubicBezTo>
                  <a:pt x="223" y="207"/>
                  <a:pt x="222" y="202"/>
                  <a:pt x="223" y="197"/>
                </a:cubicBezTo>
                <a:close/>
                <a:moveTo>
                  <a:pt x="284" y="248"/>
                </a:moveTo>
                <a:cubicBezTo>
                  <a:pt x="288" y="251"/>
                  <a:pt x="289" y="257"/>
                  <a:pt x="286" y="261"/>
                </a:cubicBezTo>
                <a:cubicBezTo>
                  <a:pt x="284" y="265"/>
                  <a:pt x="281" y="266"/>
                  <a:pt x="277" y="266"/>
                </a:cubicBezTo>
                <a:cubicBezTo>
                  <a:pt x="276" y="266"/>
                  <a:pt x="274" y="266"/>
                  <a:pt x="273" y="266"/>
                </a:cubicBezTo>
                <a:cubicBezTo>
                  <a:pt x="255" y="258"/>
                  <a:pt x="239" y="265"/>
                  <a:pt x="239" y="265"/>
                </a:cubicBezTo>
                <a:cubicBezTo>
                  <a:pt x="233" y="268"/>
                  <a:pt x="227" y="265"/>
                  <a:pt x="225" y="260"/>
                </a:cubicBezTo>
                <a:cubicBezTo>
                  <a:pt x="222" y="255"/>
                  <a:pt x="224" y="249"/>
                  <a:pt x="230" y="246"/>
                </a:cubicBezTo>
                <a:cubicBezTo>
                  <a:pt x="230" y="246"/>
                  <a:pt x="243" y="240"/>
                  <a:pt x="260" y="241"/>
                </a:cubicBezTo>
                <a:cubicBezTo>
                  <a:pt x="260" y="234"/>
                  <a:pt x="262" y="226"/>
                  <a:pt x="268" y="217"/>
                </a:cubicBezTo>
                <a:cubicBezTo>
                  <a:pt x="272" y="213"/>
                  <a:pt x="279" y="212"/>
                  <a:pt x="283" y="215"/>
                </a:cubicBezTo>
                <a:cubicBezTo>
                  <a:pt x="288" y="219"/>
                  <a:pt x="289" y="225"/>
                  <a:pt x="286" y="230"/>
                </a:cubicBezTo>
                <a:cubicBezTo>
                  <a:pt x="277" y="241"/>
                  <a:pt x="283" y="247"/>
                  <a:pt x="284" y="248"/>
                </a:cubicBezTo>
                <a:close/>
                <a:moveTo>
                  <a:pt x="320" y="192"/>
                </a:moveTo>
                <a:cubicBezTo>
                  <a:pt x="320" y="192"/>
                  <a:pt x="320" y="192"/>
                  <a:pt x="320" y="192"/>
                </a:cubicBezTo>
                <a:cubicBezTo>
                  <a:pt x="325" y="192"/>
                  <a:pt x="336" y="195"/>
                  <a:pt x="350" y="218"/>
                </a:cubicBezTo>
                <a:cubicBezTo>
                  <a:pt x="353" y="223"/>
                  <a:pt x="352" y="230"/>
                  <a:pt x="347" y="233"/>
                </a:cubicBezTo>
                <a:cubicBezTo>
                  <a:pt x="345" y="234"/>
                  <a:pt x="343" y="234"/>
                  <a:pt x="341" y="234"/>
                </a:cubicBezTo>
                <a:cubicBezTo>
                  <a:pt x="337" y="234"/>
                  <a:pt x="334" y="233"/>
                  <a:pt x="332" y="229"/>
                </a:cubicBezTo>
                <a:cubicBezTo>
                  <a:pt x="324" y="217"/>
                  <a:pt x="319" y="213"/>
                  <a:pt x="318" y="213"/>
                </a:cubicBezTo>
                <a:cubicBezTo>
                  <a:pt x="313" y="212"/>
                  <a:pt x="309" y="208"/>
                  <a:pt x="309" y="202"/>
                </a:cubicBezTo>
                <a:cubicBezTo>
                  <a:pt x="309" y="196"/>
                  <a:pt x="314" y="192"/>
                  <a:pt x="320" y="192"/>
                </a:cubicBezTo>
                <a:close/>
                <a:moveTo>
                  <a:pt x="362" y="266"/>
                </a:moveTo>
                <a:cubicBezTo>
                  <a:pt x="346" y="266"/>
                  <a:pt x="341" y="279"/>
                  <a:pt x="340" y="280"/>
                </a:cubicBezTo>
                <a:cubicBezTo>
                  <a:pt x="340" y="280"/>
                  <a:pt x="340" y="281"/>
                  <a:pt x="340" y="281"/>
                </a:cubicBezTo>
                <a:cubicBezTo>
                  <a:pt x="340" y="281"/>
                  <a:pt x="340" y="281"/>
                  <a:pt x="340" y="281"/>
                </a:cubicBezTo>
                <a:cubicBezTo>
                  <a:pt x="340" y="282"/>
                  <a:pt x="335" y="294"/>
                  <a:pt x="329" y="304"/>
                </a:cubicBezTo>
                <a:cubicBezTo>
                  <a:pt x="329" y="306"/>
                  <a:pt x="332" y="309"/>
                  <a:pt x="335" y="310"/>
                </a:cubicBezTo>
                <a:cubicBezTo>
                  <a:pt x="340" y="313"/>
                  <a:pt x="342" y="319"/>
                  <a:pt x="340" y="324"/>
                </a:cubicBezTo>
                <a:cubicBezTo>
                  <a:pt x="338" y="328"/>
                  <a:pt x="334" y="330"/>
                  <a:pt x="330" y="330"/>
                </a:cubicBezTo>
                <a:cubicBezTo>
                  <a:pt x="329" y="330"/>
                  <a:pt x="327" y="330"/>
                  <a:pt x="326" y="329"/>
                </a:cubicBezTo>
                <a:cubicBezTo>
                  <a:pt x="323" y="328"/>
                  <a:pt x="311" y="322"/>
                  <a:pt x="308" y="311"/>
                </a:cubicBezTo>
                <a:cubicBezTo>
                  <a:pt x="306" y="305"/>
                  <a:pt x="307" y="298"/>
                  <a:pt x="311" y="293"/>
                </a:cubicBezTo>
                <a:cubicBezTo>
                  <a:pt x="315" y="286"/>
                  <a:pt x="319" y="277"/>
                  <a:pt x="320" y="274"/>
                </a:cubicBezTo>
                <a:cubicBezTo>
                  <a:pt x="320" y="272"/>
                  <a:pt x="317" y="267"/>
                  <a:pt x="313" y="264"/>
                </a:cubicBezTo>
                <a:cubicBezTo>
                  <a:pt x="308" y="261"/>
                  <a:pt x="308" y="254"/>
                  <a:pt x="311" y="249"/>
                </a:cubicBezTo>
                <a:cubicBezTo>
                  <a:pt x="315" y="244"/>
                  <a:pt x="321" y="244"/>
                  <a:pt x="326" y="247"/>
                </a:cubicBezTo>
                <a:cubicBezTo>
                  <a:pt x="327" y="248"/>
                  <a:pt x="330" y="250"/>
                  <a:pt x="334" y="255"/>
                </a:cubicBezTo>
                <a:cubicBezTo>
                  <a:pt x="341" y="249"/>
                  <a:pt x="350" y="245"/>
                  <a:pt x="363" y="245"/>
                </a:cubicBezTo>
                <a:cubicBezTo>
                  <a:pt x="369" y="245"/>
                  <a:pt x="373" y="250"/>
                  <a:pt x="373" y="256"/>
                </a:cubicBezTo>
                <a:cubicBezTo>
                  <a:pt x="373" y="262"/>
                  <a:pt x="368" y="266"/>
                  <a:pt x="362" y="26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93" y="302"/>
                </a:moveTo>
                <a:cubicBezTo>
                  <a:pt x="394" y="306"/>
                  <a:pt x="394" y="310"/>
                  <a:pt x="394" y="314"/>
                </a:cubicBezTo>
                <a:cubicBezTo>
                  <a:pt x="395" y="336"/>
                  <a:pt x="379" y="349"/>
                  <a:pt x="365" y="358"/>
                </a:cubicBezTo>
                <a:cubicBezTo>
                  <a:pt x="352" y="366"/>
                  <a:pt x="352" y="384"/>
                  <a:pt x="352" y="384"/>
                </a:cubicBezTo>
                <a:cubicBezTo>
                  <a:pt x="352" y="390"/>
                  <a:pt x="347" y="394"/>
                  <a:pt x="341" y="394"/>
                </a:cubicBezTo>
                <a:cubicBezTo>
                  <a:pt x="277" y="394"/>
                  <a:pt x="277" y="394"/>
                  <a:pt x="277" y="394"/>
                </a:cubicBezTo>
                <a:cubicBezTo>
                  <a:pt x="271" y="394"/>
                  <a:pt x="266" y="390"/>
                  <a:pt x="266" y="384"/>
                </a:cubicBezTo>
                <a:cubicBezTo>
                  <a:pt x="266" y="328"/>
                  <a:pt x="266" y="328"/>
                  <a:pt x="266" y="328"/>
                </a:cubicBezTo>
                <a:cubicBezTo>
                  <a:pt x="258" y="324"/>
                  <a:pt x="250" y="319"/>
                  <a:pt x="245" y="312"/>
                </a:cubicBezTo>
                <a:cubicBezTo>
                  <a:pt x="237" y="317"/>
                  <a:pt x="228" y="320"/>
                  <a:pt x="218" y="320"/>
                </a:cubicBezTo>
                <a:cubicBezTo>
                  <a:pt x="205" y="320"/>
                  <a:pt x="192" y="314"/>
                  <a:pt x="183" y="304"/>
                </a:cubicBezTo>
                <a:cubicBezTo>
                  <a:pt x="176" y="307"/>
                  <a:pt x="168" y="309"/>
                  <a:pt x="160" y="309"/>
                </a:cubicBezTo>
                <a:cubicBezTo>
                  <a:pt x="124" y="309"/>
                  <a:pt x="96" y="280"/>
                  <a:pt x="96" y="245"/>
                </a:cubicBezTo>
                <a:cubicBezTo>
                  <a:pt x="96" y="222"/>
                  <a:pt x="108" y="201"/>
                  <a:pt x="128" y="190"/>
                </a:cubicBezTo>
                <a:cubicBezTo>
                  <a:pt x="128" y="188"/>
                  <a:pt x="128" y="187"/>
                  <a:pt x="128" y="186"/>
                </a:cubicBezTo>
                <a:cubicBezTo>
                  <a:pt x="128" y="160"/>
                  <a:pt x="149" y="138"/>
                  <a:pt x="176" y="138"/>
                </a:cubicBezTo>
                <a:cubicBezTo>
                  <a:pt x="179" y="138"/>
                  <a:pt x="183" y="139"/>
                  <a:pt x="187" y="140"/>
                </a:cubicBezTo>
                <a:cubicBezTo>
                  <a:pt x="198" y="129"/>
                  <a:pt x="215" y="125"/>
                  <a:pt x="229" y="129"/>
                </a:cubicBezTo>
                <a:cubicBezTo>
                  <a:pt x="238" y="121"/>
                  <a:pt x="249" y="117"/>
                  <a:pt x="261" y="117"/>
                </a:cubicBezTo>
                <a:cubicBezTo>
                  <a:pt x="274" y="117"/>
                  <a:pt x="286" y="122"/>
                  <a:pt x="295" y="132"/>
                </a:cubicBezTo>
                <a:cubicBezTo>
                  <a:pt x="301" y="129"/>
                  <a:pt x="308" y="128"/>
                  <a:pt x="314" y="128"/>
                </a:cubicBezTo>
                <a:cubicBezTo>
                  <a:pt x="335" y="128"/>
                  <a:pt x="353" y="141"/>
                  <a:pt x="359" y="160"/>
                </a:cubicBezTo>
                <a:cubicBezTo>
                  <a:pt x="385" y="161"/>
                  <a:pt x="405" y="182"/>
                  <a:pt x="405" y="208"/>
                </a:cubicBezTo>
                <a:cubicBezTo>
                  <a:pt x="405" y="214"/>
                  <a:pt x="404" y="221"/>
                  <a:pt x="401" y="227"/>
                </a:cubicBezTo>
                <a:cubicBezTo>
                  <a:pt x="410" y="236"/>
                  <a:pt x="416" y="248"/>
                  <a:pt x="416" y="261"/>
                </a:cubicBezTo>
                <a:cubicBezTo>
                  <a:pt x="416" y="278"/>
                  <a:pt x="407" y="293"/>
                  <a:pt x="393" y="302"/>
                </a:cubicBezTo>
                <a:close/>
              </a:path>
            </a:pathLst>
          </a:custGeom>
          <a:solidFill>
            <a:schemeClr val="bg1"/>
          </a:solidFill>
          <a:ln w="9525">
            <a:solidFill>
              <a:schemeClr val="accent2"/>
            </a:solidFill>
          </a:ln>
        </p:spPr>
        <p:txBody>
          <a:bodyPr vert="horz" wrap="square" lIns="91440" tIns="45720" rIns="91440" bIns="45720" numCol="1" anchor="t" anchorCtr="0" compatLnSpc="1">
            <a:prstTxWarp prst="textNoShape">
              <a:avLst/>
            </a:prstTxWarp>
          </a:bodyPr>
          <a:lstStyle/>
          <a:p>
            <a:endParaRPr lang="en-GB">
              <a:latin typeface="华文细黑" panose="02010600040101010101" pitchFamily="2" charset="-122"/>
              <a:ea typeface="华文细黑" panose="02010600040101010101" pitchFamily="2" charset="-122"/>
            </a:endParaRPr>
          </a:p>
        </p:txBody>
      </p:sp>
      <p:sp>
        <p:nvSpPr>
          <p:cNvPr id="46" name="Freeform 538">
            <a:extLst>
              <a:ext uri="{FF2B5EF4-FFF2-40B4-BE49-F238E27FC236}">
                <a16:creationId xmlns:a16="http://schemas.microsoft.com/office/drawing/2014/main" id="{0A155E61-4021-5521-4559-E9E914FAD335}"/>
              </a:ext>
            </a:extLst>
          </p:cNvPr>
          <p:cNvSpPr>
            <a:spLocks noChangeAspect="1" noEditPoints="1"/>
          </p:cNvSpPr>
          <p:nvPr/>
        </p:nvSpPr>
        <p:spPr bwMode="auto">
          <a:xfrm>
            <a:off x="9177936" y="3847112"/>
            <a:ext cx="384048" cy="384048"/>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chemeClr val="bg1"/>
          </a:solidFill>
          <a:ln w="19050">
            <a:solidFill>
              <a:schemeClr val="accent2"/>
            </a:solidFill>
          </a:ln>
        </p:spPr>
        <p:txBody>
          <a:bodyPr vert="horz" wrap="square" lIns="91440" tIns="45720" rIns="91440" bIns="45720" numCol="1" anchor="t" anchorCtr="0" compatLnSpc="1">
            <a:prstTxWarp prst="textNoShape">
              <a:avLst/>
            </a:prstTxWarp>
          </a:bodyPr>
          <a:lstStyle/>
          <a:p>
            <a:endParaRPr lang="en-GB"/>
          </a:p>
        </p:txBody>
      </p:sp>
      <p:grpSp>
        <p:nvGrpSpPr>
          <p:cNvPr id="47" name="Graphic 4">
            <a:extLst>
              <a:ext uri="{FF2B5EF4-FFF2-40B4-BE49-F238E27FC236}">
                <a16:creationId xmlns:a16="http://schemas.microsoft.com/office/drawing/2014/main" id="{732E6BD4-C67C-A753-C346-D39F85B8769E}"/>
              </a:ext>
            </a:extLst>
          </p:cNvPr>
          <p:cNvGrpSpPr>
            <a:grpSpLocks noChangeAspect="1"/>
          </p:cNvGrpSpPr>
          <p:nvPr/>
        </p:nvGrpSpPr>
        <p:grpSpPr>
          <a:xfrm>
            <a:off x="838670" y="1145326"/>
            <a:ext cx="384406" cy="384048"/>
            <a:chOff x="6753524" y="4792617"/>
            <a:chExt cx="361670" cy="361333"/>
          </a:xfrm>
          <a:solidFill>
            <a:schemeClr val="accent2"/>
          </a:solidFill>
        </p:grpSpPr>
        <p:sp>
          <p:nvSpPr>
            <p:cNvPr id="48" name="Graphic 4">
              <a:extLst>
                <a:ext uri="{FF2B5EF4-FFF2-40B4-BE49-F238E27FC236}">
                  <a16:creationId xmlns:a16="http://schemas.microsoft.com/office/drawing/2014/main" id="{4154EA8E-5EA4-B9B9-4A52-81B993E4865D}"/>
                </a:ext>
              </a:extLst>
            </p:cNvPr>
            <p:cNvSpPr/>
            <p:nvPr/>
          </p:nvSpPr>
          <p:spPr>
            <a:xfrm>
              <a:off x="6753524" y="4792617"/>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7 h 361333"/>
                <a:gd name="connsiteX8" fmla="*/ 348890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257"/>
                    <a:pt x="81152" y="361334"/>
                    <a:pt x="180835" y="361334"/>
                  </a:cubicBezTo>
                  <a:cubicBezTo>
                    <a:pt x="281157" y="361334"/>
                    <a:pt x="361670" y="280257"/>
                    <a:pt x="361670" y="180667"/>
                  </a:cubicBezTo>
                  <a:cubicBezTo>
                    <a:pt x="361670" y="81077"/>
                    <a:pt x="281157" y="0"/>
                    <a:pt x="180835" y="0"/>
                  </a:cubicBezTo>
                  <a:close/>
                  <a:moveTo>
                    <a:pt x="180835" y="349204"/>
                  </a:moveTo>
                  <a:cubicBezTo>
                    <a:pt x="88181" y="349204"/>
                    <a:pt x="12780" y="273873"/>
                    <a:pt x="12780" y="181305"/>
                  </a:cubicBezTo>
                  <a:cubicBezTo>
                    <a:pt x="12780" y="88738"/>
                    <a:pt x="88181" y="13407"/>
                    <a:pt x="180835" y="13407"/>
                  </a:cubicBezTo>
                  <a:cubicBezTo>
                    <a:pt x="273489" y="13407"/>
                    <a:pt x="348890" y="88738"/>
                    <a:pt x="348890" y="181305"/>
                  </a:cubicBezTo>
                  <a:cubicBezTo>
                    <a:pt x="348890" y="273873"/>
                    <a:pt x="274128" y="349204"/>
                    <a:pt x="180835" y="349204"/>
                  </a:cubicBezTo>
                  <a:close/>
                </a:path>
              </a:pathLst>
            </a:custGeom>
            <a:grpFill/>
            <a:ln w="6390" cap="flat">
              <a:solidFill>
                <a:schemeClr val="accent2"/>
              </a:solidFill>
              <a:prstDash val="solid"/>
              <a:miter/>
            </a:ln>
          </p:spPr>
          <p:txBody>
            <a:bodyPr rtlCol="0" anchor="ctr"/>
            <a:lstStyle/>
            <a:p>
              <a:endParaRPr lang="en-US"/>
            </a:p>
          </p:txBody>
        </p:sp>
        <p:sp>
          <p:nvSpPr>
            <p:cNvPr id="50" name="Graphic 4">
              <a:extLst>
                <a:ext uri="{FF2B5EF4-FFF2-40B4-BE49-F238E27FC236}">
                  <a16:creationId xmlns:a16="http://schemas.microsoft.com/office/drawing/2014/main" id="{1A42A0A3-5A24-2EA7-916B-12624CECFD6E}"/>
                </a:ext>
              </a:extLst>
            </p:cNvPr>
            <p:cNvSpPr/>
            <p:nvPr/>
          </p:nvSpPr>
          <p:spPr>
            <a:xfrm>
              <a:off x="6816785" y="4887101"/>
              <a:ext cx="235788" cy="173644"/>
            </a:xfrm>
            <a:custGeom>
              <a:avLst/>
              <a:gdLst>
                <a:gd name="connsiteX0" fmla="*/ 228120 w 235788"/>
                <a:gd name="connsiteY0" fmla="*/ 12768 h 173644"/>
                <a:gd name="connsiteX1" fmla="*/ 229398 w 235788"/>
                <a:gd name="connsiteY1" fmla="*/ 12768 h 173644"/>
                <a:gd name="connsiteX2" fmla="*/ 235788 w 235788"/>
                <a:gd name="connsiteY2" fmla="*/ 6384 h 173644"/>
                <a:gd name="connsiteX3" fmla="*/ 229398 w 235788"/>
                <a:gd name="connsiteY3" fmla="*/ 0 h 173644"/>
                <a:gd name="connsiteX4" fmla="*/ 221731 w 235788"/>
                <a:gd name="connsiteY4" fmla="*/ 0 h 173644"/>
                <a:gd name="connsiteX5" fmla="*/ 215341 w 235788"/>
                <a:gd name="connsiteY5" fmla="*/ 6384 h 173644"/>
                <a:gd name="connsiteX6" fmla="*/ 215341 w 235788"/>
                <a:gd name="connsiteY6" fmla="*/ 23620 h 173644"/>
                <a:gd name="connsiteX7" fmla="*/ 182752 w 235788"/>
                <a:gd name="connsiteY7" fmla="*/ 23620 h 173644"/>
                <a:gd name="connsiteX8" fmla="*/ 127799 w 235788"/>
                <a:gd name="connsiteY8" fmla="*/ 7660 h 173644"/>
                <a:gd name="connsiteX9" fmla="*/ 123325 w 235788"/>
                <a:gd name="connsiteY9" fmla="*/ 8299 h 173644"/>
                <a:gd name="connsiteX10" fmla="*/ 95209 w 235788"/>
                <a:gd name="connsiteY10" fmla="*/ 23620 h 173644"/>
                <a:gd name="connsiteX11" fmla="*/ 94571 w 235788"/>
                <a:gd name="connsiteY11" fmla="*/ 23620 h 173644"/>
                <a:gd name="connsiteX12" fmla="*/ 20447 w 235788"/>
                <a:gd name="connsiteY12" fmla="*/ 23620 h 173644"/>
                <a:gd name="connsiteX13" fmla="*/ 20447 w 235788"/>
                <a:gd name="connsiteY13" fmla="*/ 6384 h 173644"/>
                <a:gd name="connsiteX14" fmla="*/ 14058 w 235788"/>
                <a:gd name="connsiteY14" fmla="*/ 0 h 173644"/>
                <a:gd name="connsiteX15" fmla="*/ 6390 w 235788"/>
                <a:gd name="connsiteY15" fmla="*/ 0 h 173644"/>
                <a:gd name="connsiteX16" fmla="*/ 0 w 235788"/>
                <a:gd name="connsiteY16" fmla="*/ 6384 h 173644"/>
                <a:gd name="connsiteX17" fmla="*/ 6390 w 235788"/>
                <a:gd name="connsiteY17" fmla="*/ 12768 h 173644"/>
                <a:gd name="connsiteX18" fmla="*/ 7668 w 235788"/>
                <a:gd name="connsiteY18" fmla="*/ 12768 h 173644"/>
                <a:gd name="connsiteX19" fmla="*/ 7668 w 235788"/>
                <a:gd name="connsiteY19" fmla="*/ 127680 h 173644"/>
                <a:gd name="connsiteX20" fmla="*/ 6390 w 235788"/>
                <a:gd name="connsiteY20" fmla="*/ 127680 h 173644"/>
                <a:gd name="connsiteX21" fmla="*/ 0 w 235788"/>
                <a:gd name="connsiteY21" fmla="*/ 134064 h 173644"/>
                <a:gd name="connsiteX22" fmla="*/ 6390 w 235788"/>
                <a:gd name="connsiteY22" fmla="*/ 140448 h 173644"/>
                <a:gd name="connsiteX23" fmla="*/ 14058 w 235788"/>
                <a:gd name="connsiteY23" fmla="*/ 140448 h 173644"/>
                <a:gd name="connsiteX24" fmla="*/ 20447 w 235788"/>
                <a:gd name="connsiteY24" fmla="*/ 134064 h 173644"/>
                <a:gd name="connsiteX25" fmla="*/ 20447 w 235788"/>
                <a:gd name="connsiteY25" fmla="*/ 124488 h 173644"/>
                <a:gd name="connsiteX26" fmla="*/ 34505 w 235788"/>
                <a:gd name="connsiteY26" fmla="*/ 124488 h 173644"/>
                <a:gd name="connsiteX27" fmla="*/ 56870 w 235788"/>
                <a:gd name="connsiteY27" fmla="*/ 161515 h 173644"/>
                <a:gd name="connsiteX28" fmla="*/ 70928 w 235788"/>
                <a:gd name="connsiteY28" fmla="*/ 172368 h 173644"/>
                <a:gd name="connsiteX29" fmla="*/ 77957 w 235788"/>
                <a:gd name="connsiteY29" fmla="*/ 173644 h 173644"/>
                <a:gd name="connsiteX30" fmla="*/ 88820 w 235788"/>
                <a:gd name="connsiteY30" fmla="*/ 170452 h 173644"/>
                <a:gd name="connsiteX31" fmla="*/ 95849 w 235788"/>
                <a:gd name="connsiteY31" fmla="*/ 164068 h 173644"/>
                <a:gd name="connsiteX32" fmla="*/ 107989 w 235788"/>
                <a:gd name="connsiteY32" fmla="*/ 171729 h 173644"/>
                <a:gd name="connsiteX33" fmla="*/ 113740 w 235788"/>
                <a:gd name="connsiteY33" fmla="*/ 172368 h 173644"/>
                <a:gd name="connsiteX34" fmla="*/ 125881 w 235788"/>
                <a:gd name="connsiteY34" fmla="*/ 169176 h 173644"/>
                <a:gd name="connsiteX35" fmla="*/ 133549 w 235788"/>
                <a:gd name="connsiteY35" fmla="*/ 161515 h 173644"/>
                <a:gd name="connsiteX36" fmla="*/ 152080 w 235788"/>
                <a:gd name="connsiteY36" fmla="*/ 170452 h 173644"/>
                <a:gd name="connsiteX37" fmla="*/ 163582 w 235788"/>
                <a:gd name="connsiteY37" fmla="*/ 167260 h 173644"/>
                <a:gd name="connsiteX38" fmla="*/ 173806 w 235788"/>
                <a:gd name="connsiteY38" fmla="*/ 153216 h 173644"/>
                <a:gd name="connsiteX39" fmla="*/ 173806 w 235788"/>
                <a:gd name="connsiteY39" fmla="*/ 153216 h 173644"/>
                <a:gd name="connsiteX40" fmla="*/ 179557 w 235788"/>
                <a:gd name="connsiteY40" fmla="*/ 153854 h 173644"/>
                <a:gd name="connsiteX41" fmla="*/ 191698 w 235788"/>
                <a:gd name="connsiteY41" fmla="*/ 150662 h 173644"/>
                <a:gd name="connsiteX42" fmla="*/ 202561 w 235788"/>
                <a:gd name="connsiteY42" fmla="*/ 124488 h 173644"/>
                <a:gd name="connsiteX43" fmla="*/ 214063 w 235788"/>
                <a:gd name="connsiteY43" fmla="*/ 124488 h 173644"/>
                <a:gd name="connsiteX44" fmla="*/ 215341 w 235788"/>
                <a:gd name="connsiteY44" fmla="*/ 123849 h 173644"/>
                <a:gd name="connsiteX45" fmla="*/ 215341 w 235788"/>
                <a:gd name="connsiteY45" fmla="*/ 133425 h 173644"/>
                <a:gd name="connsiteX46" fmla="*/ 221731 w 235788"/>
                <a:gd name="connsiteY46" fmla="*/ 139809 h 173644"/>
                <a:gd name="connsiteX47" fmla="*/ 229398 w 235788"/>
                <a:gd name="connsiteY47" fmla="*/ 139809 h 173644"/>
                <a:gd name="connsiteX48" fmla="*/ 235788 w 235788"/>
                <a:gd name="connsiteY48" fmla="*/ 133425 h 173644"/>
                <a:gd name="connsiteX49" fmla="*/ 229398 w 235788"/>
                <a:gd name="connsiteY49" fmla="*/ 127041 h 173644"/>
                <a:gd name="connsiteX50" fmla="*/ 228120 w 235788"/>
                <a:gd name="connsiteY50" fmla="*/ 127041 h 173644"/>
                <a:gd name="connsiteX51" fmla="*/ 228120 w 235788"/>
                <a:gd name="connsiteY51" fmla="*/ 12768 h 173644"/>
                <a:gd name="connsiteX52" fmla="*/ 189781 w 235788"/>
                <a:gd name="connsiteY52" fmla="*/ 132787 h 173644"/>
                <a:gd name="connsiteX53" fmla="*/ 184669 w 235788"/>
                <a:gd name="connsiteY53" fmla="*/ 139171 h 173644"/>
                <a:gd name="connsiteX54" fmla="*/ 177001 w 235788"/>
                <a:gd name="connsiteY54" fmla="*/ 140448 h 173644"/>
                <a:gd name="connsiteX55" fmla="*/ 170611 w 235788"/>
                <a:gd name="connsiteY55" fmla="*/ 135340 h 173644"/>
                <a:gd name="connsiteX56" fmla="*/ 145051 w 235788"/>
                <a:gd name="connsiteY56" fmla="*/ 91929 h 173644"/>
                <a:gd name="connsiteX57" fmla="*/ 136105 w 235788"/>
                <a:gd name="connsiteY57" fmla="*/ 89376 h 173644"/>
                <a:gd name="connsiteX58" fmla="*/ 133549 w 235788"/>
                <a:gd name="connsiteY58" fmla="*/ 98313 h 173644"/>
                <a:gd name="connsiteX59" fmla="*/ 159109 w 235788"/>
                <a:gd name="connsiteY59" fmla="*/ 141724 h 173644"/>
                <a:gd name="connsiteX60" fmla="*/ 156553 w 235788"/>
                <a:gd name="connsiteY60" fmla="*/ 155769 h 173644"/>
                <a:gd name="connsiteX61" fmla="*/ 141856 w 235788"/>
                <a:gd name="connsiteY61" fmla="*/ 151939 h 173644"/>
                <a:gd name="connsiteX62" fmla="*/ 132910 w 235788"/>
                <a:gd name="connsiteY62" fmla="*/ 137256 h 173644"/>
                <a:gd name="connsiteX63" fmla="*/ 132910 w 235788"/>
                <a:gd name="connsiteY63" fmla="*/ 136617 h 173644"/>
                <a:gd name="connsiteX64" fmla="*/ 132910 w 235788"/>
                <a:gd name="connsiteY64" fmla="*/ 136617 h 173644"/>
                <a:gd name="connsiteX65" fmla="*/ 120769 w 235788"/>
                <a:gd name="connsiteY65" fmla="*/ 115550 h 173644"/>
                <a:gd name="connsiteX66" fmla="*/ 120130 w 235788"/>
                <a:gd name="connsiteY66" fmla="*/ 114912 h 173644"/>
                <a:gd name="connsiteX67" fmla="*/ 118214 w 235788"/>
                <a:gd name="connsiteY67" fmla="*/ 111081 h 173644"/>
                <a:gd name="connsiteX68" fmla="*/ 109268 w 235788"/>
                <a:gd name="connsiteY68" fmla="*/ 109166 h 173644"/>
                <a:gd name="connsiteX69" fmla="*/ 107350 w 235788"/>
                <a:gd name="connsiteY69" fmla="*/ 118104 h 173644"/>
                <a:gd name="connsiteX70" fmla="*/ 122686 w 235788"/>
                <a:gd name="connsiteY70" fmla="*/ 143640 h 173644"/>
                <a:gd name="connsiteX71" fmla="*/ 118853 w 235788"/>
                <a:gd name="connsiteY71" fmla="*/ 157684 h 173644"/>
                <a:gd name="connsiteX72" fmla="*/ 111184 w 235788"/>
                <a:gd name="connsiteY72" fmla="*/ 158961 h 173644"/>
                <a:gd name="connsiteX73" fmla="*/ 104794 w 235788"/>
                <a:gd name="connsiteY73" fmla="*/ 153854 h 173644"/>
                <a:gd name="connsiteX74" fmla="*/ 104794 w 235788"/>
                <a:gd name="connsiteY74" fmla="*/ 153854 h 173644"/>
                <a:gd name="connsiteX75" fmla="*/ 95849 w 235788"/>
                <a:gd name="connsiteY75" fmla="*/ 139171 h 173644"/>
                <a:gd name="connsiteX76" fmla="*/ 95849 w 235788"/>
                <a:gd name="connsiteY76" fmla="*/ 139171 h 173644"/>
                <a:gd name="connsiteX77" fmla="*/ 95849 w 235788"/>
                <a:gd name="connsiteY77" fmla="*/ 139171 h 173644"/>
                <a:gd name="connsiteX78" fmla="*/ 90098 w 235788"/>
                <a:gd name="connsiteY78" fmla="*/ 130872 h 173644"/>
                <a:gd name="connsiteX79" fmla="*/ 81152 w 235788"/>
                <a:gd name="connsiteY79" fmla="*/ 128956 h 173644"/>
                <a:gd name="connsiteX80" fmla="*/ 79235 w 235788"/>
                <a:gd name="connsiteY80" fmla="*/ 137894 h 173644"/>
                <a:gd name="connsiteX81" fmla="*/ 84986 w 235788"/>
                <a:gd name="connsiteY81" fmla="*/ 146193 h 173644"/>
                <a:gd name="connsiteX82" fmla="*/ 86264 w 235788"/>
                <a:gd name="connsiteY82" fmla="*/ 153854 h 173644"/>
                <a:gd name="connsiteX83" fmla="*/ 81791 w 235788"/>
                <a:gd name="connsiteY83" fmla="*/ 159600 h 173644"/>
                <a:gd name="connsiteX84" fmla="*/ 74123 w 235788"/>
                <a:gd name="connsiteY84" fmla="*/ 160238 h 173644"/>
                <a:gd name="connsiteX85" fmla="*/ 67094 w 235788"/>
                <a:gd name="connsiteY85" fmla="*/ 154492 h 173644"/>
                <a:gd name="connsiteX86" fmla="*/ 43451 w 235788"/>
                <a:gd name="connsiteY86" fmla="*/ 114912 h 173644"/>
                <a:gd name="connsiteX87" fmla="*/ 37700 w 235788"/>
                <a:gd name="connsiteY87" fmla="*/ 111720 h 173644"/>
                <a:gd name="connsiteX88" fmla="*/ 20447 w 235788"/>
                <a:gd name="connsiteY88" fmla="*/ 111720 h 173644"/>
                <a:gd name="connsiteX89" fmla="*/ 20447 w 235788"/>
                <a:gd name="connsiteY89" fmla="*/ 37027 h 173644"/>
                <a:gd name="connsiteX90" fmla="*/ 70928 w 235788"/>
                <a:gd name="connsiteY90" fmla="*/ 37027 h 173644"/>
                <a:gd name="connsiteX91" fmla="*/ 58787 w 235788"/>
                <a:gd name="connsiteY91" fmla="*/ 43411 h 173644"/>
                <a:gd name="connsiteX92" fmla="*/ 47925 w 235788"/>
                <a:gd name="connsiteY92" fmla="*/ 62563 h 173644"/>
                <a:gd name="connsiteX93" fmla="*/ 55592 w 235788"/>
                <a:gd name="connsiteY93" fmla="*/ 80438 h 173644"/>
                <a:gd name="connsiteX94" fmla="*/ 71567 w 235788"/>
                <a:gd name="connsiteY94" fmla="*/ 84907 h 173644"/>
                <a:gd name="connsiteX95" fmla="*/ 157831 w 235788"/>
                <a:gd name="connsiteY95" fmla="*/ 70224 h 173644"/>
                <a:gd name="connsiteX96" fmla="*/ 189142 w 235788"/>
                <a:gd name="connsiteY96" fmla="*/ 125126 h 173644"/>
                <a:gd name="connsiteX97" fmla="*/ 189781 w 235788"/>
                <a:gd name="connsiteY97" fmla="*/ 132787 h 173644"/>
                <a:gd name="connsiteX98" fmla="*/ 213423 w 235788"/>
                <a:gd name="connsiteY98" fmla="*/ 111720 h 173644"/>
                <a:gd name="connsiteX99" fmla="*/ 197448 w 235788"/>
                <a:gd name="connsiteY99" fmla="*/ 111720 h 173644"/>
                <a:gd name="connsiteX100" fmla="*/ 195532 w 235788"/>
                <a:gd name="connsiteY100" fmla="*/ 112358 h 173644"/>
                <a:gd name="connsiteX101" fmla="*/ 166138 w 235788"/>
                <a:gd name="connsiteY101" fmla="*/ 60009 h 173644"/>
                <a:gd name="connsiteX102" fmla="*/ 159748 w 235788"/>
                <a:gd name="connsiteY102" fmla="*/ 56817 h 173644"/>
                <a:gd name="connsiteX103" fmla="*/ 69011 w 235788"/>
                <a:gd name="connsiteY103" fmla="*/ 72139 h 173644"/>
                <a:gd name="connsiteX104" fmla="*/ 63260 w 235788"/>
                <a:gd name="connsiteY104" fmla="*/ 70862 h 173644"/>
                <a:gd name="connsiteX105" fmla="*/ 60065 w 235788"/>
                <a:gd name="connsiteY105" fmla="*/ 62563 h 173644"/>
                <a:gd name="connsiteX106" fmla="*/ 64538 w 235788"/>
                <a:gd name="connsiteY106" fmla="*/ 54902 h 173644"/>
                <a:gd name="connsiteX107" fmla="*/ 125881 w 235788"/>
                <a:gd name="connsiteY107" fmla="*/ 21705 h 173644"/>
                <a:gd name="connsiteX108" fmla="*/ 178918 w 235788"/>
                <a:gd name="connsiteY108" fmla="*/ 37027 h 173644"/>
                <a:gd name="connsiteX109" fmla="*/ 180835 w 235788"/>
                <a:gd name="connsiteY109" fmla="*/ 37027 h 173644"/>
                <a:gd name="connsiteX110" fmla="*/ 214063 w 235788"/>
                <a:gd name="connsiteY110" fmla="*/ 37027 h 173644"/>
                <a:gd name="connsiteX111" fmla="*/ 214063 w 235788"/>
                <a:gd name="connsiteY111" fmla="*/ 112358 h 173644"/>
                <a:gd name="connsiteX112" fmla="*/ 213423 w 235788"/>
                <a:gd name="connsiteY112" fmla="*/ 111720 h 173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235788" h="173644">
                  <a:moveTo>
                    <a:pt x="228120" y="12768"/>
                  </a:moveTo>
                  <a:lnTo>
                    <a:pt x="229398" y="12768"/>
                  </a:lnTo>
                  <a:cubicBezTo>
                    <a:pt x="233233" y="12768"/>
                    <a:pt x="235788" y="10214"/>
                    <a:pt x="235788" y="6384"/>
                  </a:cubicBezTo>
                  <a:cubicBezTo>
                    <a:pt x="235788" y="2553"/>
                    <a:pt x="233233" y="0"/>
                    <a:pt x="229398" y="0"/>
                  </a:cubicBezTo>
                  <a:lnTo>
                    <a:pt x="221731" y="0"/>
                  </a:lnTo>
                  <a:cubicBezTo>
                    <a:pt x="217897" y="0"/>
                    <a:pt x="215341" y="2553"/>
                    <a:pt x="215341" y="6384"/>
                  </a:cubicBezTo>
                  <a:lnTo>
                    <a:pt x="215341" y="23620"/>
                  </a:lnTo>
                  <a:lnTo>
                    <a:pt x="182752" y="23620"/>
                  </a:lnTo>
                  <a:lnTo>
                    <a:pt x="127799" y="7660"/>
                  </a:lnTo>
                  <a:cubicBezTo>
                    <a:pt x="126520" y="7022"/>
                    <a:pt x="124604" y="7660"/>
                    <a:pt x="123325" y="8299"/>
                  </a:cubicBezTo>
                  <a:lnTo>
                    <a:pt x="95209" y="23620"/>
                  </a:lnTo>
                  <a:cubicBezTo>
                    <a:pt x="95209" y="23620"/>
                    <a:pt x="95209" y="23620"/>
                    <a:pt x="94571" y="23620"/>
                  </a:cubicBezTo>
                  <a:lnTo>
                    <a:pt x="20447" y="23620"/>
                  </a:lnTo>
                  <a:lnTo>
                    <a:pt x="20447" y="6384"/>
                  </a:lnTo>
                  <a:cubicBezTo>
                    <a:pt x="20447" y="2553"/>
                    <a:pt x="17891" y="0"/>
                    <a:pt x="14058" y="0"/>
                  </a:cubicBezTo>
                  <a:lnTo>
                    <a:pt x="6390" y="0"/>
                  </a:lnTo>
                  <a:cubicBezTo>
                    <a:pt x="2555" y="0"/>
                    <a:pt x="0" y="2553"/>
                    <a:pt x="0" y="6384"/>
                  </a:cubicBezTo>
                  <a:cubicBezTo>
                    <a:pt x="0" y="10214"/>
                    <a:pt x="2555" y="12768"/>
                    <a:pt x="6390" y="12768"/>
                  </a:cubicBezTo>
                  <a:lnTo>
                    <a:pt x="7668" y="12768"/>
                  </a:lnTo>
                  <a:lnTo>
                    <a:pt x="7668" y="127680"/>
                  </a:lnTo>
                  <a:lnTo>
                    <a:pt x="6390" y="127680"/>
                  </a:lnTo>
                  <a:cubicBezTo>
                    <a:pt x="2555" y="127680"/>
                    <a:pt x="0" y="130233"/>
                    <a:pt x="0" y="134064"/>
                  </a:cubicBezTo>
                  <a:cubicBezTo>
                    <a:pt x="0" y="137894"/>
                    <a:pt x="2555" y="140448"/>
                    <a:pt x="6390" y="140448"/>
                  </a:cubicBezTo>
                  <a:lnTo>
                    <a:pt x="14058" y="140448"/>
                  </a:lnTo>
                  <a:cubicBezTo>
                    <a:pt x="17891" y="140448"/>
                    <a:pt x="20447" y="137894"/>
                    <a:pt x="20447" y="134064"/>
                  </a:cubicBezTo>
                  <a:lnTo>
                    <a:pt x="20447" y="124488"/>
                  </a:lnTo>
                  <a:lnTo>
                    <a:pt x="34505" y="124488"/>
                  </a:lnTo>
                  <a:lnTo>
                    <a:pt x="56870" y="161515"/>
                  </a:lnTo>
                  <a:cubicBezTo>
                    <a:pt x="60065" y="166622"/>
                    <a:pt x="65177" y="170452"/>
                    <a:pt x="70928" y="172368"/>
                  </a:cubicBezTo>
                  <a:cubicBezTo>
                    <a:pt x="73484" y="173006"/>
                    <a:pt x="75401" y="173644"/>
                    <a:pt x="77957" y="173644"/>
                  </a:cubicBezTo>
                  <a:cubicBezTo>
                    <a:pt x="81791" y="173644"/>
                    <a:pt x="85625" y="172368"/>
                    <a:pt x="88820" y="170452"/>
                  </a:cubicBezTo>
                  <a:cubicBezTo>
                    <a:pt x="92014" y="168537"/>
                    <a:pt x="93932" y="166622"/>
                    <a:pt x="95849" y="164068"/>
                  </a:cubicBezTo>
                  <a:cubicBezTo>
                    <a:pt x="99044" y="167899"/>
                    <a:pt x="102878" y="170452"/>
                    <a:pt x="107989" y="171729"/>
                  </a:cubicBezTo>
                  <a:cubicBezTo>
                    <a:pt x="109907" y="172368"/>
                    <a:pt x="111824" y="172368"/>
                    <a:pt x="113740" y="172368"/>
                  </a:cubicBezTo>
                  <a:cubicBezTo>
                    <a:pt x="117574" y="172368"/>
                    <a:pt x="122048" y="171091"/>
                    <a:pt x="125881" y="169176"/>
                  </a:cubicBezTo>
                  <a:cubicBezTo>
                    <a:pt x="129076" y="167260"/>
                    <a:pt x="131633" y="164707"/>
                    <a:pt x="133549" y="161515"/>
                  </a:cubicBezTo>
                  <a:cubicBezTo>
                    <a:pt x="138022" y="167260"/>
                    <a:pt x="145051" y="170452"/>
                    <a:pt x="152080" y="170452"/>
                  </a:cubicBezTo>
                  <a:cubicBezTo>
                    <a:pt x="155914" y="170452"/>
                    <a:pt x="159748" y="169176"/>
                    <a:pt x="163582" y="167260"/>
                  </a:cubicBezTo>
                  <a:cubicBezTo>
                    <a:pt x="169333" y="164068"/>
                    <a:pt x="172528" y="158961"/>
                    <a:pt x="173806" y="153216"/>
                  </a:cubicBezTo>
                  <a:cubicBezTo>
                    <a:pt x="173806" y="153216"/>
                    <a:pt x="173806" y="153216"/>
                    <a:pt x="173806" y="153216"/>
                  </a:cubicBezTo>
                  <a:cubicBezTo>
                    <a:pt x="175723" y="153854"/>
                    <a:pt x="177640" y="153854"/>
                    <a:pt x="179557" y="153854"/>
                  </a:cubicBezTo>
                  <a:cubicBezTo>
                    <a:pt x="183391" y="153854"/>
                    <a:pt x="187864" y="152577"/>
                    <a:pt x="191698" y="150662"/>
                  </a:cubicBezTo>
                  <a:cubicBezTo>
                    <a:pt x="200643" y="145555"/>
                    <a:pt x="205117" y="134702"/>
                    <a:pt x="202561" y="124488"/>
                  </a:cubicBezTo>
                  <a:lnTo>
                    <a:pt x="214063" y="124488"/>
                  </a:lnTo>
                  <a:cubicBezTo>
                    <a:pt x="214702" y="124488"/>
                    <a:pt x="215341" y="124488"/>
                    <a:pt x="215341" y="123849"/>
                  </a:cubicBezTo>
                  <a:lnTo>
                    <a:pt x="215341" y="133425"/>
                  </a:lnTo>
                  <a:cubicBezTo>
                    <a:pt x="215341" y="137256"/>
                    <a:pt x="217897" y="139809"/>
                    <a:pt x="221731" y="139809"/>
                  </a:cubicBezTo>
                  <a:lnTo>
                    <a:pt x="229398" y="139809"/>
                  </a:lnTo>
                  <a:cubicBezTo>
                    <a:pt x="233233" y="139809"/>
                    <a:pt x="235788" y="137256"/>
                    <a:pt x="235788" y="133425"/>
                  </a:cubicBezTo>
                  <a:cubicBezTo>
                    <a:pt x="235788" y="129595"/>
                    <a:pt x="233233" y="127041"/>
                    <a:pt x="229398" y="127041"/>
                  </a:cubicBezTo>
                  <a:lnTo>
                    <a:pt x="228120" y="127041"/>
                  </a:lnTo>
                  <a:lnTo>
                    <a:pt x="228120" y="12768"/>
                  </a:lnTo>
                  <a:close/>
                  <a:moveTo>
                    <a:pt x="189781" y="132787"/>
                  </a:moveTo>
                  <a:cubicBezTo>
                    <a:pt x="189142" y="135340"/>
                    <a:pt x="187225" y="137894"/>
                    <a:pt x="184669" y="139171"/>
                  </a:cubicBezTo>
                  <a:cubicBezTo>
                    <a:pt x="182113" y="140448"/>
                    <a:pt x="179557" y="141086"/>
                    <a:pt x="177001" y="140448"/>
                  </a:cubicBezTo>
                  <a:cubicBezTo>
                    <a:pt x="174445" y="139809"/>
                    <a:pt x="171889" y="137894"/>
                    <a:pt x="170611" y="135340"/>
                  </a:cubicBezTo>
                  <a:lnTo>
                    <a:pt x="145051" y="91929"/>
                  </a:lnTo>
                  <a:cubicBezTo>
                    <a:pt x="143134" y="88737"/>
                    <a:pt x="139300" y="88099"/>
                    <a:pt x="136105" y="89376"/>
                  </a:cubicBezTo>
                  <a:cubicBezTo>
                    <a:pt x="132910" y="90652"/>
                    <a:pt x="132271" y="95121"/>
                    <a:pt x="133549" y="98313"/>
                  </a:cubicBezTo>
                  <a:lnTo>
                    <a:pt x="159109" y="141724"/>
                  </a:lnTo>
                  <a:cubicBezTo>
                    <a:pt x="161665" y="146193"/>
                    <a:pt x="161665" y="152577"/>
                    <a:pt x="156553" y="155769"/>
                  </a:cubicBezTo>
                  <a:cubicBezTo>
                    <a:pt x="151441" y="158961"/>
                    <a:pt x="145051" y="157046"/>
                    <a:pt x="141856" y="151939"/>
                  </a:cubicBezTo>
                  <a:lnTo>
                    <a:pt x="132910" y="137256"/>
                  </a:lnTo>
                  <a:cubicBezTo>
                    <a:pt x="132910" y="137256"/>
                    <a:pt x="132910" y="137256"/>
                    <a:pt x="132910" y="136617"/>
                  </a:cubicBezTo>
                  <a:cubicBezTo>
                    <a:pt x="132910" y="136617"/>
                    <a:pt x="132910" y="136617"/>
                    <a:pt x="132910" y="136617"/>
                  </a:cubicBezTo>
                  <a:lnTo>
                    <a:pt x="120769" y="115550"/>
                  </a:lnTo>
                  <a:cubicBezTo>
                    <a:pt x="120769" y="115550"/>
                    <a:pt x="120130" y="114912"/>
                    <a:pt x="120130" y="114912"/>
                  </a:cubicBezTo>
                  <a:lnTo>
                    <a:pt x="118214" y="111081"/>
                  </a:lnTo>
                  <a:cubicBezTo>
                    <a:pt x="116297" y="107889"/>
                    <a:pt x="112463" y="107251"/>
                    <a:pt x="109268" y="109166"/>
                  </a:cubicBezTo>
                  <a:cubicBezTo>
                    <a:pt x="106073" y="111081"/>
                    <a:pt x="105434" y="114912"/>
                    <a:pt x="107350" y="118104"/>
                  </a:cubicBezTo>
                  <a:lnTo>
                    <a:pt x="122686" y="143640"/>
                  </a:lnTo>
                  <a:cubicBezTo>
                    <a:pt x="125243" y="148747"/>
                    <a:pt x="123964" y="154492"/>
                    <a:pt x="118853" y="157684"/>
                  </a:cubicBezTo>
                  <a:cubicBezTo>
                    <a:pt x="116297" y="158961"/>
                    <a:pt x="113740" y="159600"/>
                    <a:pt x="111184" y="158961"/>
                  </a:cubicBezTo>
                  <a:cubicBezTo>
                    <a:pt x="108629" y="158323"/>
                    <a:pt x="106073" y="156408"/>
                    <a:pt x="104794" y="153854"/>
                  </a:cubicBezTo>
                  <a:cubicBezTo>
                    <a:pt x="104794" y="153854"/>
                    <a:pt x="104794" y="153854"/>
                    <a:pt x="104794" y="153854"/>
                  </a:cubicBezTo>
                  <a:lnTo>
                    <a:pt x="95849" y="139171"/>
                  </a:lnTo>
                  <a:cubicBezTo>
                    <a:pt x="95849" y="139171"/>
                    <a:pt x="95849" y="139171"/>
                    <a:pt x="95849" y="139171"/>
                  </a:cubicBezTo>
                  <a:cubicBezTo>
                    <a:pt x="95849" y="139171"/>
                    <a:pt x="95849" y="139171"/>
                    <a:pt x="95849" y="139171"/>
                  </a:cubicBezTo>
                  <a:lnTo>
                    <a:pt x="90098" y="130872"/>
                  </a:lnTo>
                  <a:cubicBezTo>
                    <a:pt x="88181" y="127680"/>
                    <a:pt x="84347" y="127041"/>
                    <a:pt x="81152" y="128956"/>
                  </a:cubicBezTo>
                  <a:cubicBezTo>
                    <a:pt x="77957" y="130872"/>
                    <a:pt x="77318" y="134702"/>
                    <a:pt x="79235" y="137894"/>
                  </a:cubicBezTo>
                  <a:lnTo>
                    <a:pt x="84986" y="146193"/>
                  </a:lnTo>
                  <a:cubicBezTo>
                    <a:pt x="86264" y="148747"/>
                    <a:pt x="86903" y="151300"/>
                    <a:pt x="86264" y="153854"/>
                  </a:cubicBezTo>
                  <a:cubicBezTo>
                    <a:pt x="85625" y="156408"/>
                    <a:pt x="84347" y="158323"/>
                    <a:pt x="81791" y="159600"/>
                  </a:cubicBezTo>
                  <a:cubicBezTo>
                    <a:pt x="79874" y="160876"/>
                    <a:pt x="76679" y="160876"/>
                    <a:pt x="74123" y="160238"/>
                  </a:cubicBezTo>
                  <a:cubicBezTo>
                    <a:pt x="71567" y="159600"/>
                    <a:pt x="69011" y="157684"/>
                    <a:pt x="67094" y="154492"/>
                  </a:cubicBezTo>
                  <a:lnTo>
                    <a:pt x="43451" y="114912"/>
                  </a:lnTo>
                  <a:cubicBezTo>
                    <a:pt x="42173" y="112996"/>
                    <a:pt x="40256" y="111720"/>
                    <a:pt x="37700" y="111720"/>
                  </a:cubicBezTo>
                  <a:lnTo>
                    <a:pt x="20447" y="111720"/>
                  </a:lnTo>
                  <a:lnTo>
                    <a:pt x="20447" y="37027"/>
                  </a:lnTo>
                  <a:lnTo>
                    <a:pt x="70928" y="37027"/>
                  </a:lnTo>
                  <a:lnTo>
                    <a:pt x="58787" y="43411"/>
                  </a:lnTo>
                  <a:cubicBezTo>
                    <a:pt x="51758" y="47241"/>
                    <a:pt x="47925" y="54264"/>
                    <a:pt x="47925" y="62563"/>
                  </a:cubicBezTo>
                  <a:cubicBezTo>
                    <a:pt x="47925" y="69585"/>
                    <a:pt x="50480" y="75969"/>
                    <a:pt x="55592" y="80438"/>
                  </a:cubicBezTo>
                  <a:cubicBezTo>
                    <a:pt x="60065" y="84268"/>
                    <a:pt x="65177" y="85545"/>
                    <a:pt x="71567" y="84907"/>
                  </a:cubicBezTo>
                  <a:lnTo>
                    <a:pt x="157831" y="70224"/>
                  </a:lnTo>
                  <a:lnTo>
                    <a:pt x="189142" y="125126"/>
                  </a:lnTo>
                  <a:cubicBezTo>
                    <a:pt x="189781" y="127680"/>
                    <a:pt x="190420" y="130233"/>
                    <a:pt x="189781" y="132787"/>
                  </a:cubicBezTo>
                  <a:close/>
                  <a:moveTo>
                    <a:pt x="213423" y="111720"/>
                  </a:moveTo>
                  <a:lnTo>
                    <a:pt x="197448" y="111720"/>
                  </a:lnTo>
                  <a:cubicBezTo>
                    <a:pt x="196810" y="111720"/>
                    <a:pt x="196171" y="111720"/>
                    <a:pt x="195532" y="112358"/>
                  </a:cubicBezTo>
                  <a:lnTo>
                    <a:pt x="166138" y="60009"/>
                  </a:lnTo>
                  <a:cubicBezTo>
                    <a:pt x="164860" y="57456"/>
                    <a:pt x="162304" y="56179"/>
                    <a:pt x="159748" y="56817"/>
                  </a:cubicBezTo>
                  <a:lnTo>
                    <a:pt x="69011" y="72139"/>
                  </a:lnTo>
                  <a:cubicBezTo>
                    <a:pt x="66455" y="72777"/>
                    <a:pt x="65177" y="72139"/>
                    <a:pt x="63260" y="70862"/>
                  </a:cubicBezTo>
                  <a:cubicBezTo>
                    <a:pt x="61343" y="68947"/>
                    <a:pt x="60065" y="65755"/>
                    <a:pt x="60065" y="62563"/>
                  </a:cubicBezTo>
                  <a:cubicBezTo>
                    <a:pt x="60065" y="59371"/>
                    <a:pt x="61982" y="56179"/>
                    <a:pt x="64538" y="54902"/>
                  </a:cubicBezTo>
                  <a:lnTo>
                    <a:pt x="125881" y="21705"/>
                  </a:lnTo>
                  <a:lnTo>
                    <a:pt x="178918" y="37027"/>
                  </a:lnTo>
                  <a:cubicBezTo>
                    <a:pt x="179557" y="37027"/>
                    <a:pt x="180196" y="37027"/>
                    <a:pt x="180835" y="37027"/>
                  </a:cubicBezTo>
                  <a:lnTo>
                    <a:pt x="214063" y="37027"/>
                  </a:lnTo>
                  <a:lnTo>
                    <a:pt x="214063" y="112358"/>
                  </a:lnTo>
                  <a:cubicBezTo>
                    <a:pt x="214702" y="111720"/>
                    <a:pt x="214063" y="111720"/>
                    <a:pt x="213423" y="111720"/>
                  </a:cubicBezTo>
                  <a:close/>
                </a:path>
              </a:pathLst>
            </a:custGeom>
            <a:grpFill/>
            <a:ln w="6390" cap="flat">
              <a:solidFill>
                <a:schemeClr val="accent2"/>
              </a:solidFill>
              <a:prstDash val="solid"/>
              <a:miter/>
            </a:ln>
          </p:spPr>
          <p:txBody>
            <a:bodyPr rtlCol="0" anchor="ctr"/>
            <a:lstStyle/>
            <a:p>
              <a:endParaRPr lang="en-US"/>
            </a:p>
          </p:txBody>
        </p:sp>
      </p:grpSp>
      <p:graphicFrame>
        <p:nvGraphicFramePr>
          <p:cNvPr id="51" name="Table 9">
            <a:extLst>
              <a:ext uri="{FF2B5EF4-FFF2-40B4-BE49-F238E27FC236}">
                <a16:creationId xmlns:a16="http://schemas.microsoft.com/office/drawing/2014/main" id="{E799E04E-0E00-2682-452A-9102192523C8}"/>
              </a:ext>
            </a:extLst>
          </p:cNvPr>
          <p:cNvGraphicFramePr>
            <a:graphicFrameLocks noGrp="1"/>
          </p:cNvGraphicFramePr>
          <p:nvPr/>
        </p:nvGraphicFramePr>
        <p:xfrm>
          <a:off x="536730" y="2367005"/>
          <a:ext cx="3220260" cy="278617"/>
        </p:xfrm>
        <a:graphic>
          <a:graphicData uri="http://schemas.openxmlformats.org/drawingml/2006/table">
            <a:tbl>
              <a:tblPr firstRow="1" bandRow="1"/>
              <a:tblGrid>
                <a:gridCol w="644052">
                  <a:extLst>
                    <a:ext uri="{9D8B030D-6E8A-4147-A177-3AD203B41FA5}">
                      <a16:colId xmlns:a16="http://schemas.microsoft.com/office/drawing/2014/main" val="1658622388"/>
                    </a:ext>
                  </a:extLst>
                </a:gridCol>
                <a:gridCol w="644052">
                  <a:extLst>
                    <a:ext uri="{9D8B030D-6E8A-4147-A177-3AD203B41FA5}">
                      <a16:colId xmlns:a16="http://schemas.microsoft.com/office/drawing/2014/main" val="1693193001"/>
                    </a:ext>
                  </a:extLst>
                </a:gridCol>
                <a:gridCol w="644052">
                  <a:extLst>
                    <a:ext uri="{9D8B030D-6E8A-4147-A177-3AD203B41FA5}">
                      <a16:colId xmlns:a16="http://schemas.microsoft.com/office/drawing/2014/main" val="1281740020"/>
                    </a:ext>
                  </a:extLst>
                </a:gridCol>
                <a:gridCol w="644052">
                  <a:extLst>
                    <a:ext uri="{9D8B030D-6E8A-4147-A177-3AD203B41FA5}">
                      <a16:colId xmlns:a16="http://schemas.microsoft.com/office/drawing/2014/main" val="72281043"/>
                    </a:ext>
                  </a:extLst>
                </a:gridCol>
                <a:gridCol w="644052">
                  <a:extLst>
                    <a:ext uri="{9D8B030D-6E8A-4147-A177-3AD203B41FA5}">
                      <a16:colId xmlns:a16="http://schemas.microsoft.com/office/drawing/2014/main" val="4095718608"/>
                    </a:ext>
                  </a:extLst>
                </a:gridCol>
              </a:tblGrid>
              <a:tr h="278617">
                <a:tc>
                  <a:txBody>
                    <a:bodyPr/>
                    <a:lstStyle>
                      <a:lvl1pPr marL="0" algn="l" defTabSz="1151994" rtl="0" eaLnBrk="1" latinLnBrk="0" hangingPunct="1">
                        <a:defRPr sz="2268" b="1" kern="1200">
                          <a:solidFill>
                            <a:schemeClr val="lt1"/>
                          </a:solidFill>
                          <a:latin typeface="Open Sans"/>
                        </a:defRPr>
                      </a:lvl1pPr>
                      <a:lvl2pPr marL="575997" algn="l" defTabSz="1151994" rtl="0" eaLnBrk="1" latinLnBrk="0" hangingPunct="1">
                        <a:defRPr sz="2268" b="1" kern="1200">
                          <a:solidFill>
                            <a:schemeClr val="lt1"/>
                          </a:solidFill>
                          <a:latin typeface="Open Sans"/>
                        </a:defRPr>
                      </a:lvl2pPr>
                      <a:lvl3pPr marL="1151994" algn="l" defTabSz="1151994" rtl="0" eaLnBrk="1" latinLnBrk="0" hangingPunct="1">
                        <a:defRPr sz="2268" b="1" kern="1200">
                          <a:solidFill>
                            <a:schemeClr val="lt1"/>
                          </a:solidFill>
                          <a:latin typeface="Open Sans"/>
                        </a:defRPr>
                      </a:lvl3pPr>
                      <a:lvl4pPr marL="1727990" algn="l" defTabSz="1151994" rtl="0" eaLnBrk="1" latinLnBrk="0" hangingPunct="1">
                        <a:defRPr sz="2268" b="1" kern="1200">
                          <a:solidFill>
                            <a:schemeClr val="lt1"/>
                          </a:solidFill>
                          <a:latin typeface="Open Sans"/>
                        </a:defRPr>
                      </a:lvl4pPr>
                      <a:lvl5pPr marL="2303987" algn="l" defTabSz="1151994" rtl="0" eaLnBrk="1" latinLnBrk="0" hangingPunct="1">
                        <a:defRPr sz="2268" b="1" kern="1200">
                          <a:solidFill>
                            <a:schemeClr val="lt1"/>
                          </a:solidFill>
                          <a:latin typeface="Open Sans"/>
                        </a:defRPr>
                      </a:lvl5pPr>
                      <a:lvl6pPr marL="2879983" algn="l" defTabSz="1151994" rtl="0" eaLnBrk="1" latinLnBrk="0" hangingPunct="1">
                        <a:defRPr sz="2268" b="1" kern="1200">
                          <a:solidFill>
                            <a:schemeClr val="lt1"/>
                          </a:solidFill>
                          <a:latin typeface="Open Sans"/>
                        </a:defRPr>
                      </a:lvl6pPr>
                      <a:lvl7pPr marL="3455980" algn="l" defTabSz="1151994" rtl="0" eaLnBrk="1" latinLnBrk="0" hangingPunct="1">
                        <a:defRPr sz="2268" b="1" kern="1200">
                          <a:solidFill>
                            <a:schemeClr val="lt1"/>
                          </a:solidFill>
                          <a:latin typeface="Open Sans"/>
                        </a:defRPr>
                      </a:lvl7pPr>
                      <a:lvl8pPr marL="4031976" algn="l" defTabSz="1151994" rtl="0" eaLnBrk="1" latinLnBrk="0" hangingPunct="1">
                        <a:defRPr sz="2268" b="1" kern="1200">
                          <a:solidFill>
                            <a:schemeClr val="lt1"/>
                          </a:solidFill>
                          <a:latin typeface="Open Sans"/>
                        </a:defRPr>
                      </a:lvl8pPr>
                      <a:lvl9pPr marL="4607973" algn="l" defTabSz="1151994" rtl="0" eaLnBrk="1" latinLnBrk="0" hangingPunct="1">
                        <a:defRPr sz="2268" b="1" kern="1200">
                          <a:solidFill>
                            <a:schemeClr val="lt1"/>
                          </a:solidFill>
                          <a:latin typeface="Open Sans"/>
                        </a:defRPr>
                      </a:lvl9pPr>
                    </a:lstStyle>
                    <a:p>
                      <a:pPr algn="ctr"/>
                      <a:r>
                        <a:rPr lang="en-US" sz="1000" b="0">
                          <a:solidFill>
                            <a:schemeClr val="tx1"/>
                          </a:solidFill>
                          <a:latin typeface="Verdana" panose="020B0604030504040204" pitchFamily="34" charset="0"/>
                          <a:ea typeface="Verdana" panose="020B0604030504040204" pitchFamily="34" charset="0"/>
                        </a:rPr>
                        <a:t>2004</a:t>
                      </a:r>
                    </a:p>
                  </a:txBody>
                  <a:tcPr marL="0" marR="0" marT="34350" marB="3435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1151994" rtl="0" eaLnBrk="1" latinLnBrk="0" hangingPunct="1">
                        <a:defRPr sz="2268" b="1" kern="1200">
                          <a:solidFill>
                            <a:schemeClr val="lt1"/>
                          </a:solidFill>
                          <a:latin typeface="Open Sans"/>
                        </a:defRPr>
                      </a:lvl1pPr>
                      <a:lvl2pPr marL="575997" algn="l" defTabSz="1151994" rtl="0" eaLnBrk="1" latinLnBrk="0" hangingPunct="1">
                        <a:defRPr sz="2268" b="1" kern="1200">
                          <a:solidFill>
                            <a:schemeClr val="lt1"/>
                          </a:solidFill>
                          <a:latin typeface="Open Sans"/>
                        </a:defRPr>
                      </a:lvl2pPr>
                      <a:lvl3pPr marL="1151994" algn="l" defTabSz="1151994" rtl="0" eaLnBrk="1" latinLnBrk="0" hangingPunct="1">
                        <a:defRPr sz="2268" b="1" kern="1200">
                          <a:solidFill>
                            <a:schemeClr val="lt1"/>
                          </a:solidFill>
                          <a:latin typeface="Open Sans"/>
                        </a:defRPr>
                      </a:lvl3pPr>
                      <a:lvl4pPr marL="1727990" algn="l" defTabSz="1151994" rtl="0" eaLnBrk="1" latinLnBrk="0" hangingPunct="1">
                        <a:defRPr sz="2268" b="1" kern="1200">
                          <a:solidFill>
                            <a:schemeClr val="lt1"/>
                          </a:solidFill>
                          <a:latin typeface="Open Sans"/>
                        </a:defRPr>
                      </a:lvl4pPr>
                      <a:lvl5pPr marL="2303987" algn="l" defTabSz="1151994" rtl="0" eaLnBrk="1" latinLnBrk="0" hangingPunct="1">
                        <a:defRPr sz="2268" b="1" kern="1200">
                          <a:solidFill>
                            <a:schemeClr val="lt1"/>
                          </a:solidFill>
                          <a:latin typeface="Open Sans"/>
                        </a:defRPr>
                      </a:lvl5pPr>
                      <a:lvl6pPr marL="2879983" algn="l" defTabSz="1151994" rtl="0" eaLnBrk="1" latinLnBrk="0" hangingPunct="1">
                        <a:defRPr sz="2268" b="1" kern="1200">
                          <a:solidFill>
                            <a:schemeClr val="lt1"/>
                          </a:solidFill>
                          <a:latin typeface="Open Sans"/>
                        </a:defRPr>
                      </a:lvl6pPr>
                      <a:lvl7pPr marL="3455980" algn="l" defTabSz="1151994" rtl="0" eaLnBrk="1" latinLnBrk="0" hangingPunct="1">
                        <a:defRPr sz="2268" b="1" kern="1200">
                          <a:solidFill>
                            <a:schemeClr val="lt1"/>
                          </a:solidFill>
                          <a:latin typeface="Open Sans"/>
                        </a:defRPr>
                      </a:lvl7pPr>
                      <a:lvl8pPr marL="4031976" algn="l" defTabSz="1151994" rtl="0" eaLnBrk="1" latinLnBrk="0" hangingPunct="1">
                        <a:defRPr sz="2268" b="1" kern="1200">
                          <a:solidFill>
                            <a:schemeClr val="lt1"/>
                          </a:solidFill>
                          <a:latin typeface="Open Sans"/>
                        </a:defRPr>
                      </a:lvl8pPr>
                      <a:lvl9pPr marL="4607973" algn="l" defTabSz="1151994" rtl="0" eaLnBrk="1" latinLnBrk="0" hangingPunct="1">
                        <a:defRPr sz="2268" b="1" kern="1200">
                          <a:solidFill>
                            <a:schemeClr val="lt1"/>
                          </a:solidFill>
                          <a:latin typeface="Open Sans"/>
                        </a:defRPr>
                      </a:lvl9pPr>
                    </a:lstStyle>
                    <a:p>
                      <a:pPr algn="ctr"/>
                      <a:r>
                        <a:rPr lang="en-US" sz="1000" b="0">
                          <a:solidFill>
                            <a:schemeClr val="tx1"/>
                          </a:solidFill>
                          <a:latin typeface="Verdana" panose="020B0604030504040204" pitchFamily="34" charset="0"/>
                          <a:ea typeface="Verdana" panose="020B0604030504040204" pitchFamily="34" charset="0"/>
                        </a:rPr>
                        <a:t>2012</a:t>
                      </a:r>
                    </a:p>
                  </a:txBody>
                  <a:tcPr marL="0" marR="0" marT="34350" marB="3435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1151994" rtl="0" eaLnBrk="1" latinLnBrk="0" hangingPunct="1">
                        <a:defRPr sz="2268" b="1" kern="1200">
                          <a:solidFill>
                            <a:schemeClr val="lt1"/>
                          </a:solidFill>
                          <a:latin typeface="Open Sans"/>
                        </a:defRPr>
                      </a:lvl1pPr>
                      <a:lvl2pPr marL="575997" algn="l" defTabSz="1151994" rtl="0" eaLnBrk="1" latinLnBrk="0" hangingPunct="1">
                        <a:defRPr sz="2268" b="1" kern="1200">
                          <a:solidFill>
                            <a:schemeClr val="lt1"/>
                          </a:solidFill>
                          <a:latin typeface="Open Sans"/>
                        </a:defRPr>
                      </a:lvl2pPr>
                      <a:lvl3pPr marL="1151994" algn="l" defTabSz="1151994" rtl="0" eaLnBrk="1" latinLnBrk="0" hangingPunct="1">
                        <a:defRPr sz="2268" b="1" kern="1200">
                          <a:solidFill>
                            <a:schemeClr val="lt1"/>
                          </a:solidFill>
                          <a:latin typeface="Open Sans"/>
                        </a:defRPr>
                      </a:lvl3pPr>
                      <a:lvl4pPr marL="1727990" algn="l" defTabSz="1151994" rtl="0" eaLnBrk="1" latinLnBrk="0" hangingPunct="1">
                        <a:defRPr sz="2268" b="1" kern="1200">
                          <a:solidFill>
                            <a:schemeClr val="lt1"/>
                          </a:solidFill>
                          <a:latin typeface="Open Sans"/>
                        </a:defRPr>
                      </a:lvl4pPr>
                      <a:lvl5pPr marL="2303987" algn="l" defTabSz="1151994" rtl="0" eaLnBrk="1" latinLnBrk="0" hangingPunct="1">
                        <a:defRPr sz="2268" b="1" kern="1200">
                          <a:solidFill>
                            <a:schemeClr val="lt1"/>
                          </a:solidFill>
                          <a:latin typeface="Open Sans"/>
                        </a:defRPr>
                      </a:lvl5pPr>
                      <a:lvl6pPr marL="2879983" algn="l" defTabSz="1151994" rtl="0" eaLnBrk="1" latinLnBrk="0" hangingPunct="1">
                        <a:defRPr sz="2268" b="1" kern="1200">
                          <a:solidFill>
                            <a:schemeClr val="lt1"/>
                          </a:solidFill>
                          <a:latin typeface="Open Sans"/>
                        </a:defRPr>
                      </a:lvl6pPr>
                      <a:lvl7pPr marL="3455980" algn="l" defTabSz="1151994" rtl="0" eaLnBrk="1" latinLnBrk="0" hangingPunct="1">
                        <a:defRPr sz="2268" b="1" kern="1200">
                          <a:solidFill>
                            <a:schemeClr val="lt1"/>
                          </a:solidFill>
                          <a:latin typeface="Open Sans"/>
                        </a:defRPr>
                      </a:lvl7pPr>
                      <a:lvl8pPr marL="4031976" algn="l" defTabSz="1151994" rtl="0" eaLnBrk="1" latinLnBrk="0" hangingPunct="1">
                        <a:defRPr sz="2268" b="1" kern="1200">
                          <a:solidFill>
                            <a:schemeClr val="lt1"/>
                          </a:solidFill>
                          <a:latin typeface="Open Sans"/>
                        </a:defRPr>
                      </a:lvl8pPr>
                      <a:lvl9pPr marL="4607973" algn="l" defTabSz="1151994" rtl="0" eaLnBrk="1" latinLnBrk="0" hangingPunct="1">
                        <a:defRPr sz="2268" b="1" kern="1200">
                          <a:solidFill>
                            <a:schemeClr val="lt1"/>
                          </a:solidFill>
                          <a:latin typeface="Open Sans"/>
                        </a:defRPr>
                      </a:lvl9pPr>
                    </a:lstStyle>
                    <a:p>
                      <a:pPr algn="ctr"/>
                      <a:r>
                        <a:rPr lang="en-US" sz="1000" b="0">
                          <a:solidFill>
                            <a:schemeClr val="tx1"/>
                          </a:solidFill>
                          <a:latin typeface="Verdana" panose="020B0604030504040204" pitchFamily="34" charset="0"/>
                          <a:ea typeface="Verdana" panose="020B0604030504040204" pitchFamily="34" charset="0"/>
                        </a:rPr>
                        <a:t>2018</a:t>
                      </a:r>
                    </a:p>
                  </a:txBody>
                  <a:tcPr marL="0" marR="0" marT="34350" marB="3435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sz="1000" b="0">
                          <a:solidFill>
                            <a:schemeClr val="tx1"/>
                          </a:solidFill>
                          <a:latin typeface="Verdana" panose="020B0604030504040204" pitchFamily="34" charset="0"/>
                          <a:ea typeface="Verdana" panose="020B0604030504040204" pitchFamily="34" charset="0"/>
                        </a:rPr>
                        <a:t>2018-21</a:t>
                      </a:r>
                    </a:p>
                  </a:txBody>
                  <a:tcPr marL="0" marR="0" marT="34350" marB="3435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sz="1000" b="0">
                          <a:solidFill>
                            <a:schemeClr val="tx1"/>
                          </a:solidFill>
                          <a:latin typeface="Verdana" panose="020B0604030504040204" pitchFamily="34" charset="0"/>
                          <a:ea typeface="Verdana" panose="020B0604030504040204" pitchFamily="34" charset="0"/>
                        </a:rPr>
                        <a:t>2024---</a:t>
                      </a:r>
                    </a:p>
                  </a:txBody>
                  <a:tcPr marL="0" marR="0" marT="34350" marB="3435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383295364"/>
                  </a:ext>
                </a:extLst>
              </a:tr>
            </a:tbl>
          </a:graphicData>
        </a:graphic>
      </p:graphicFrame>
      <p:sp>
        <p:nvSpPr>
          <p:cNvPr id="52" name="Isosceles Triangle 51">
            <a:extLst>
              <a:ext uri="{FF2B5EF4-FFF2-40B4-BE49-F238E27FC236}">
                <a16:creationId xmlns:a16="http://schemas.microsoft.com/office/drawing/2014/main" id="{C304BC89-8272-3248-C68F-6F89D684F13F}"/>
              </a:ext>
            </a:extLst>
          </p:cNvPr>
          <p:cNvSpPr/>
          <p:nvPr/>
        </p:nvSpPr>
        <p:spPr>
          <a:xfrm rot="5400000">
            <a:off x="3480160" y="2392783"/>
            <a:ext cx="756236" cy="227061"/>
          </a:xfrm>
          <a:prstGeom prst="triangle">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cxnSp>
        <p:nvCxnSpPr>
          <p:cNvPr id="54" name="Straight Connector 53">
            <a:extLst>
              <a:ext uri="{FF2B5EF4-FFF2-40B4-BE49-F238E27FC236}">
                <a16:creationId xmlns:a16="http://schemas.microsoft.com/office/drawing/2014/main" id="{426207C5-AF42-C6AD-C082-7E148B90D6E1}"/>
              </a:ext>
            </a:extLst>
          </p:cNvPr>
          <p:cNvCxnSpPr>
            <a:cxnSpLocks/>
          </p:cNvCxnSpPr>
          <p:nvPr/>
        </p:nvCxnSpPr>
        <p:spPr>
          <a:xfrm flipH="1">
            <a:off x="822329" y="2128195"/>
            <a:ext cx="0" cy="232677"/>
          </a:xfrm>
          <a:prstGeom prst="line">
            <a:avLst/>
          </a:prstGeom>
          <a:ln w="12700">
            <a:solidFill>
              <a:schemeClr val="bg2">
                <a:lumMod val="9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03D0BB-78C9-E792-AA26-5F4C35EAAAFE}"/>
              </a:ext>
            </a:extLst>
          </p:cNvPr>
          <p:cNvCxnSpPr>
            <a:cxnSpLocks/>
          </p:cNvCxnSpPr>
          <p:nvPr/>
        </p:nvCxnSpPr>
        <p:spPr>
          <a:xfrm flipH="1">
            <a:off x="1491564" y="2651755"/>
            <a:ext cx="0" cy="232677"/>
          </a:xfrm>
          <a:prstGeom prst="line">
            <a:avLst/>
          </a:prstGeom>
          <a:ln w="12700">
            <a:solidFill>
              <a:schemeClr val="bg2">
                <a:lumMod val="9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208FED5-80F1-00AE-6AB5-D3F89F673D35}"/>
              </a:ext>
            </a:extLst>
          </p:cNvPr>
          <p:cNvCxnSpPr>
            <a:cxnSpLocks/>
          </p:cNvCxnSpPr>
          <p:nvPr/>
        </p:nvCxnSpPr>
        <p:spPr>
          <a:xfrm flipH="1">
            <a:off x="2146860" y="2109918"/>
            <a:ext cx="0" cy="232677"/>
          </a:xfrm>
          <a:prstGeom prst="line">
            <a:avLst/>
          </a:prstGeom>
          <a:ln w="12700">
            <a:solidFill>
              <a:schemeClr val="bg2">
                <a:lumMod val="9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0D0F4A6-94AC-0FDD-2354-41DDAAFAC53D}"/>
              </a:ext>
            </a:extLst>
          </p:cNvPr>
          <p:cNvCxnSpPr>
            <a:cxnSpLocks/>
          </p:cNvCxnSpPr>
          <p:nvPr/>
        </p:nvCxnSpPr>
        <p:spPr>
          <a:xfrm flipH="1">
            <a:off x="2796903" y="2645622"/>
            <a:ext cx="0" cy="232677"/>
          </a:xfrm>
          <a:prstGeom prst="line">
            <a:avLst/>
          </a:prstGeom>
          <a:ln w="12700">
            <a:solidFill>
              <a:schemeClr val="bg2">
                <a:lumMod val="9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83E250B-A61B-CF2E-C68C-424DBE67B085}"/>
              </a:ext>
            </a:extLst>
          </p:cNvPr>
          <p:cNvCxnSpPr>
            <a:cxnSpLocks/>
          </p:cNvCxnSpPr>
          <p:nvPr/>
        </p:nvCxnSpPr>
        <p:spPr>
          <a:xfrm flipH="1">
            <a:off x="3380935" y="2103182"/>
            <a:ext cx="0" cy="232677"/>
          </a:xfrm>
          <a:prstGeom prst="line">
            <a:avLst/>
          </a:prstGeom>
          <a:ln w="12700">
            <a:solidFill>
              <a:schemeClr val="bg2">
                <a:lumMod val="9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grpSp>
        <p:nvGrpSpPr>
          <p:cNvPr id="72" name="Group 669">
            <a:extLst>
              <a:ext uri="{FF2B5EF4-FFF2-40B4-BE49-F238E27FC236}">
                <a16:creationId xmlns:a16="http://schemas.microsoft.com/office/drawing/2014/main" id="{1191AA19-8FF3-B5F5-2B63-2D66CE4F5569}"/>
              </a:ext>
            </a:extLst>
          </p:cNvPr>
          <p:cNvGrpSpPr>
            <a:grpSpLocks noChangeAspect="1"/>
          </p:cNvGrpSpPr>
          <p:nvPr/>
        </p:nvGrpSpPr>
        <p:grpSpPr bwMode="auto">
          <a:xfrm>
            <a:off x="1365311" y="2062153"/>
            <a:ext cx="246708" cy="246708"/>
            <a:chOff x="1910" y="2326"/>
            <a:chExt cx="340" cy="340"/>
          </a:xfrm>
          <a:solidFill>
            <a:schemeClr val="tx1"/>
          </a:solidFill>
        </p:grpSpPr>
        <p:sp>
          <p:nvSpPr>
            <p:cNvPr id="75" name="Freeform 670">
              <a:extLst>
                <a:ext uri="{FF2B5EF4-FFF2-40B4-BE49-F238E27FC236}">
                  <a16:creationId xmlns:a16="http://schemas.microsoft.com/office/drawing/2014/main" id="{E4399F25-AF9F-6F1D-A70A-A6E8C083E784}"/>
                </a:ext>
              </a:extLst>
            </p:cNvPr>
            <p:cNvSpPr>
              <a:spLocks noEditPoints="1"/>
            </p:cNvSpPr>
            <p:nvPr/>
          </p:nvSpPr>
          <p:spPr bwMode="auto">
            <a:xfrm>
              <a:off x="1910" y="232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6">
                  <a:lumMod val="20000"/>
                  <a:lumOff val="80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6" name="Freeform 671">
              <a:extLst>
                <a:ext uri="{FF2B5EF4-FFF2-40B4-BE49-F238E27FC236}">
                  <a16:creationId xmlns:a16="http://schemas.microsoft.com/office/drawing/2014/main" id="{BF5A73EF-49A6-289C-D4F5-1B622763F8D2}"/>
                </a:ext>
              </a:extLst>
            </p:cNvPr>
            <p:cNvSpPr>
              <a:spLocks noEditPoints="1"/>
            </p:cNvSpPr>
            <p:nvPr/>
          </p:nvSpPr>
          <p:spPr bwMode="auto">
            <a:xfrm>
              <a:off x="1973" y="2390"/>
              <a:ext cx="214" cy="212"/>
            </a:xfrm>
            <a:custGeom>
              <a:avLst/>
              <a:gdLst>
                <a:gd name="T0" fmla="*/ 298 w 322"/>
                <a:gd name="T1" fmla="*/ 67 h 320"/>
                <a:gd name="T2" fmla="*/ 246 w 322"/>
                <a:gd name="T3" fmla="*/ 55 h 320"/>
                <a:gd name="T4" fmla="*/ 246 w 322"/>
                <a:gd name="T5" fmla="*/ 10 h 320"/>
                <a:gd name="T6" fmla="*/ 235 w 322"/>
                <a:gd name="T7" fmla="*/ 0 h 320"/>
                <a:gd name="T8" fmla="*/ 86 w 322"/>
                <a:gd name="T9" fmla="*/ 0 h 320"/>
                <a:gd name="T10" fmla="*/ 75 w 322"/>
                <a:gd name="T11" fmla="*/ 10 h 320"/>
                <a:gd name="T12" fmla="*/ 76 w 322"/>
                <a:gd name="T13" fmla="*/ 55 h 320"/>
                <a:gd name="T14" fmla="*/ 23 w 322"/>
                <a:gd name="T15" fmla="*/ 67 h 320"/>
                <a:gd name="T16" fmla="*/ 52 w 322"/>
                <a:gd name="T17" fmla="*/ 177 h 320"/>
                <a:gd name="T18" fmla="*/ 104 w 322"/>
                <a:gd name="T19" fmla="*/ 213 h 320"/>
                <a:gd name="T20" fmla="*/ 107 w 322"/>
                <a:gd name="T21" fmla="*/ 213 h 320"/>
                <a:gd name="T22" fmla="*/ 109 w 322"/>
                <a:gd name="T23" fmla="*/ 213 h 320"/>
                <a:gd name="T24" fmla="*/ 121 w 322"/>
                <a:gd name="T25" fmla="*/ 227 h 320"/>
                <a:gd name="T26" fmla="*/ 146 w 322"/>
                <a:gd name="T27" fmla="*/ 243 h 320"/>
                <a:gd name="T28" fmla="*/ 119 w 322"/>
                <a:gd name="T29" fmla="*/ 305 h 320"/>
                <a:gd name="T30" fmla="*/ 120 w 322"/>
                <a:gd name="T31" fmla="*/ 315 h 320"/>
                <a:gd name="T32" fmla="*/ 129 w 322"/>
                <a:gd name="T33" fmla="*/ 320 h 320"/>
                <a:gd name="T34" fmla="*/ 193 w 322"/>
                <a:gd name="T35" fmla="*/ 320 h 320"/>
                <a:gd name="T36" fmla="*/ 202 w 322"/>
                <a:gd name="T37" fmla="*/ 315 h 320"/>
                <a:gd name="T38" fmla="*/ 202 w 322"/>
                <a:gd name="T39" fmla="*/ 305 h 320"/>
                <a:gd name="T40" fmla="*/ 176 w 322"/>
                <a:gd name="T41" fmla="*/ 243 h 320"/>
                <a:gd name="T42" fmla="*/ 201 w 322"/>
                <a:gd name="T43" fmla="*/ 227 h 320"/>
                <a:gd name="T44" fmla="*/ 212 w 322"/>
                <a:gd name="T45" fmla="*/ 213 h 320"/>
                <a:gd name="T46" fmla="*/ 214 w 322"/>
                <a:gd name="T47" fmla="*/ 213 h 320"/>
                <a:gd name="T48" fmla="*/ 217 w 322"/>
                <a:gd name="T49" fmla="*/ 213 h 320"/>
                <a:gd name="T50" fmla="*/ 270 w 322"/>
                <a:gd name="T51" fmla="*/ 177 h 320"/>
                <a:gd name="T52" fmla="*/ 298 w 322"/>
                <a:gd name="T53" fmla="*/ 67 h 320"/>
                <a:gd name="T54" fmla="*/ 66 w 322"/>
                <a:gd name="T55" fmla="*/ 161 h 320"/>
                <a:gd name="T56" fmla="*/ 39 w 322"/>
                <a:gd name="T57" fmla="*/ 81 h 320"/>
                <a:gd name="T58" fmla="*/ 77 w 322"/>
                <a:gd name="T59" fmla="*/ 77 h 320"/>
                <a:gd name="T60" fmla="*/ 97 w 322"/>
                <a:gd name="T61" fmla="*/ 186 h 320"/>
                <a:gd name="T62" fmla="*/ 66 w 322"/>
                <a:gd name="T63" fmla="*/ 161 h 320"/>
                <a:gd name="T64" fmla="*/ 145 w 322"/>
                <a:gd name="T65" fmla="*/ 298 h 320"/>
                <a:gd name="T66" fmla="*/ 161 w 322"/>
                <a:gd name="T67" fmla="*/ 262 h 320"/>
                <a:gd name="T68" fmla="*/ 176 w 322"/>
                <a:gd name="T69" fmla="*/ 298 h 320"/>
                <a:gd name="T70" fmla="*/ 145 w 322"/>
                <a:gd name="T71" fmla="*/ 298 h 320"/>
                <a:gd name="T72" fmla="*/ 185 w 322"/>
                <a:gd name="T73" fmla="*/ 213 h 320"/>
                <a:gd name="T74" fmla="*/ 161 w 322"/>
                <a:gd name="T75" fmla="*/ 224 h 320"/>
                <a:gd name="T76" fmla="*/ 136 w 322"/>
                <a:gd name="T77" fmla="*/ 213 h 320"/>
                <a:gd name="T78" fmla="*/ 96 w 322"/>
                <a:gd name="T79" fmla="*/ 21 h 320"/>
                <a:gd name="T80" fmla="*/ 225 w 322"/>
                <a:gd name="T81" fmla="*/ 21 h 320"/>
                <a:gd name="T82" fmla="*/ 185 w 322"/>
                <a:gd name="T83" fmla="*/ 213 h 320"/>
                <a:gd name="T84" fmla="*/ 255 w 322"/>
                <a:gd name="T85" fmla="*/ 161 h 320"/>
                <a:gd name="T86" fmla="*/ 225 w 322"/>
                <a:gd name="T87" fmla="*/ 186 h 320"/>
                <a:gd name="T88" fmla="*/ 245 w 322"/>
                <a:gd name="T89" fmla="*/ 77 h 320"/>
                <a:gd name="T90" fmla="*/ 283 w 322"/>
                <a:gd name="T91" fmla="*/ 81 h 320"/>
                <a:gd name="T92" fmla="*/ 255 w 322"/>
                <a:gd name="T93" fmla="*/ 1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320">
                  <a:moveTo>
                    <a:pt x="298" y="67"/>
                  </a:moveTo>
                  <a:cubicBezTo>
                    <a:pt x="286" y="54"/>
                    <a:pt x="268" y="50"/>
                    <a:pt x="246" y="55"/>
                  </a:cubicBezTo>
                  <a:cubicBezTo>
                    <a:pt x="247" y="30"/>
                    <a:pt x="246" y="12"/>
                    <a:pt x="246" y="10"/>
                  </a:cubicBezTo>
                  <a:cubicBezTo>
                    <a:pt x="246" y="4"/>
                    <a:pt x="241" y="0"/>
                    <a:pt x="235" y="0"/>
                  </a:cubicBezTo>
                  <a:cubicBezTo>
                    <a:pt x="86" y="0"/>
                    <a:pt x="86" y="0"/>
                    <a:pt x="86" y="0"/>
                  </a:cubicBezTo>
                  <a:cubicBezTo>
                    <a:pt x="80" y="0"/>
                    <a:pt x="76" y="4"/>
                    <a:pt x="75" y="10"/>
                  </a:cubicBezTo>
                  <a:cubicBezTo>
                    <a:pt x="75" y="12"/>
                    <a:pt x="75" y="30"/>
                    <a:pt x="76" y="55"/>
                  </a:cubicBezTo>
                  <a:cubicBezTo>
                    <a:pt x="54" y="50"/>
                    <a:pt x="35" y="54"/>
                    <a:pt x="23" y="67"/>
                  </a:cubicBezTo>
                  <a:cubicBezTo>
                    <a:pt x="0" y="92"/>
                    <a:pt x="12" y="140"/>
                    <a:pt x="52" y="177"/>
                  </a:cubicBezTo>
                  <a:cubicBezTo>
                    <a:pt x="67" y="191"/>
                    <a:pt x="85" y="207"/>
                    <a:pt x="104" y="213"/>
                  </a:cubicBezTo>
                  <a:cubicBezTo>
                    <a:pt x="105" y="213"/>
                    <a:pt x="106" y="213"/>
                    <a:pt x="107" y="213"/>
                  </a:cubicBezTo>
                  <a:cubicBezTo>
                    <a:pt x="108" y="213"/>
                    <a:pt x="109" y="213"/>
                    <a:pt x="109" y="213"/>
                  </a:cubicBezTo>
                  <a:cubicBezTo>
                    <a:pt x="113" y="218"/>
                    <a:pt x="117" y="223"/>
                    <a:pt x="121" y="227"/>
                  </a:cubicBezTo>
                  <a:cubicBezTo>
                    <a:pt x="128" y="235"/>
                    <a:pt x="136" y="240"/>
                    <a:pt x="146" y="243"/>
                  </a:cubicBezTo>
                  <a:cubicBezTo>
                    <a:pt x="119" y="305"/>
                    <a:pt x="119" y="305"/>
                    <a:pt x="119" y="305"/>
                  </a:cubicBezTo>
                  <a:cubicBezTo>
                    <a:pt x="117" y="308"/>
                    <a:pt x="118" y="312"/>
                    <a:pt x="120" y="315"/>
                  </a:cubicBezTo>
                  <a:cubicBezTo>
                    <a:pt x="122" y="318"/>
                    <a:pt x="125" y="320"/>
                    <a:pt x="129" y="320"/>
                  </a:cubicBezTo>
                  <a:cubicBezTo>
                    <a:pt x="193" y="320"/>
                    <a:pt x="193" y="320"/>
                    <a:pt x="193" y="320"/>
                  </a:cubicBezTo>
                  <a:cubicBezTo>
                    <a:pt x="196" y="320"/>
                    <a:pt x="200" y="318"/>
                    <a:pt x="202" y="315"/>
                  </a:cubicBezTo>
                  <a:cubicBezTo>
                    <a:pt x="204" y="312"/>
                    <a:pt x="204" y="308"/>
                    <a:pt x="202" y="305"/>
                  </a:cubicBezTo>
                  <a:cubicBezTo>
                    <a:pt x="176" y="243"/>
                    <a:pt x="176" y="243"/>
                    <a:pt x="176" y="243"/>
                  </a:cubicBezTo>
                  <a:cubicBezTo>
                    <a:pt x="185" y="240"/>
                    <a:pt x="193" y="235"/>
                    <a:pt x="201" y="227"/>
                  </a:cubicBezTo>
                  <a:cubicBezTo>
                    <a:pt x="205" y="223"/>
                    <a:pt x="209" y="218"/>
                    <a:pt x="212" y="213"/>
                  </a:cubicBezTo>
                  <a:cubicBezTo>
                    <a:pt x="213" y="213"/>
                    <a:pt x="213" y="213"/>
                    <a:pt x="214" y="213"/>
                  </a:cubicBezTo>
                  <a:cubicBezTo>
                    <a:pt x="215" y="213"/>
                    <a:pt x="216" y="213"/>
                    <a:pt x="217" y="213"/>
                  </a:cubicBezTo>
                  <a:cubicBezTo>
                    <a:pt x="236" y="207"/>
                    <a:pt x="254" y="191"/>
                    <a:pt x="270" y="177"/>
                  </a:cubicBezTo>
                  <a:cubicBezTo>
                    <a:pt x="309" y="140"/>
                    <a:pt x="322" y="92"/>
                    <a:pt x="298" y="67"/>
                  </a:cubicBezTo>
                  <a:close/>
                  <a:moveTo>
                    <a:pt x="66" y="161"/>
                  </a:moveTo>
                  <a:cubicBezTo>
                    <a:pt x="37" y="134"/>
                    <a:pt x="24" y="97"/>
                    <a:pt x="39" y="81"/>
                  </a:cubicBezTo>
                  <a:cubicBezTo>
                    <a:pt x="46" y="74"/>
                    <a:pt x="60" y="72"/>
                    <a:pt x="77" y="77"/>
                  </a:cubicBezTo>
                  <a:cubicBezTo>
                    <a:pt x="79" y="112"/>
                    <a:pt x="85" y="153"/>
                    <a:pt x="97" y="186"/>
                  </a:cubicBezTo>
                  <a:cubicBezTo>
                    <a:pt x="86" y="179"/>
                    <a:pt x="76" y="170"/>
                    <a:pt x="66" y="161"/>
                  </a:cubicBezTo>
                  <a:close/>
                  <a:moveTo>
                    <a:pt x="145" y="298"/>
                  </a:moveTo>
                  <a:cubicBezTo>
                    <a:pt x="161" y="262"/>
                    <a:pt x="161" y="262"/>
                    <a:pt x="161" y="262"/>
                  </a:cubicBezTo>
                  <a:cubicBezTo>
                    <a:pt x="176" y="298"/>
                    <a:pt x="176" y="298"/>
                    <a:pt x="176" y="298"/>
                  </a:cubicBezTo>
                  <a:lnTo>
                    <a:pt x="145" y="298"/>
                  </a:lnTo>
                  <a:close/>
                  <a:moveTo>
                    <a:pt x="185" y="213"/>
                  </a:moveTo>
                  <a:cubicBezTo>
                    <a:pt x="178" y="220"/>
                    <a:pt x="170" y="224"/>
                    <a:pt x="161" y="224"/>
                  </a:cubicBezTo>
                  <a:cubicBezTo>
                    <a:pt x="151" y="224"/>
                    <a:pt x="143" y="220"/>
                    <a:pt x="136" y="213"/>
                  </a:cubicBezTo>
                  <a:cubicBezTo>
                    <a:pt x="102" y="177"/>
                    <a:pt x="96" y="70"/>
                    <a:pt x="96" y="21"/>
                  </a:cubicBezTo>
                  <a:cubicBezTo>
                    <a:pt x="225" y="21"/>
                    <a:pt x="225" y="21"/>
                    <a:pt x="225" y="21"/>
                  </a:cubicBezTo>
                  <a:cubicBezTo>
                    <a:pt x="225" y="70"/>
                    <a:pt x="220" y="177"/>
                    <a:pt x="185" y="213"/>
                  </a:cubicBezTo>
                  <a:close/>
                  <a:moveTo>
                    <a:pt x="255" y="161"/>
                  </a:moveTo>
                  <a:cubicBezTo>
                    <a:pt x="246" y="170"/>
                    <a:pt x="235" y="179"/>
                    <a:pt x="225" y="186"/>
                  </a:cubicBezTo>
                  <a:cubicBezTo>
                    <a:pt x="237" y="153"/>
                    <a:pt x="242" y="112"/>
                    <a:pt x="245" y="77"/>
                  </a:cubicBezTo>
                  <a:cubicBezTo>
                    <a:pt x="261" y="72"/>
                    <a:pt x="275" y="74"/>
                    <a:pt x="283" y="81"/>
                  </a:cubicBezTo>
                  <a:cubicBezTo>
                    <a:pt x="297" y="97"/>
                    <a:pt x="284" y="134"/>
                    <a:pt x="255" y="161"/>
                  </a:cubicBezTo>
                  <a:close/>
                </a:path>
              </a:pathLst>
            </a:custGeom>
            <a:grpFill/>
            <a:ln>
              <a:solidFill>
                <a:schemeClr val="accent6">
                  <a:lumMod val="20000"/>
                  <a:lumOff val="80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83" name="TextBox 82">
            <a:extLst>
              <a:ext uri="{FF2B5EF4-FFF2-40B4-BE49-F238E27FC236}">
                <a16:creationId xmlns:a16="http://schemas.microsoft.com/office/drawing/2014/main" id="{CD82ED4C-A1C8-6C31-885A-FB737B7E1B94}"/>
              </a:ext>
            </a:extLst>
          </p:cNvPr>
          <p:cNvSpPr txBox="1"/>
          <p:nvPr/>
        </p:nvSpPr>
        <p:spPr>
          <a:xfrm>
            <a:off x="871678" y="3022870"/>
            <a:ext cx="1145707" cy="307777"/>
          </a:xfrm>
          <a:prstGeom prst="rect">
            <a:avLst/>
          </a:prstGeom>
          <a:noFill/>
        </p:spPr>
        <p:txBody>
          <a:bodyPr wrap="square" lIns="0" tIns="0" rIns="0" bIns="0" rtlCol="0">
            <a:spAutoFit/>
          </a:bodyPr>
          <a:lstStyle/>
          <a:p>
            <a:pPr algn="ctr">
              <a:spcBef>
                <a:spcPts val="600"/>
              </a:spcBef>
              <a:buSzPct val="100000"/>
            </a:pPr>
            <a:r>
              <a:rPr lang="en-US" sz="1000" b="1">
                <a:solidFill>
                  <a:schemeClr val="accent6"/>
                </a:solidFill>
                <a:latin typeface="Verdana" panose="020B0604030504040204" pitchFamily="34" charset="0"/>
                <a:ea typeface="Verdana" panose="020B0604030504040204" pitchFamily="34" charset="0"/>
              </a:rPr>
              <a:t>Corporate Plan 2012-22</a:t>
            </a:r>
          </a:p>
        </p:txBody>
      </p:sp>
      <p:sp>
        <p:nvSpPr>
          <p:cNvPr id="85" name="TextBox 84">
            <a:extLst>
              <a:ext uri="{FF2B5EF4-FFF2-40B4-BE49-F238E27FC236}">
                <a16:creationId xmlns:a16="http://schemas.microsoft.com/office/drawing/2014/main" id="{BE199161-835E-DF70-68C9-F3050B70B741}"/>
              </a:ext>
            </a:extLst>
          </p:cNvPr>
          <p:cNvSpPr txBox="1"/>
          <p:nvPr/>
        </p:nvSpPr>
        <p:spPr>
          <a:xfrm>
            <a:off x="1603833" y="1687228"/>
            <a:ext cx="1145707" cy="307777"/>
          </a:xfrm>
          <a:prstGeom prst="rect">
            <a:avLst/>
          </a:prstGeom>
          <a:noFill/>
        </p:spPr>
        <p:txBody>
          <a:bodyPr wrap="square" lIns="0" tIns="0" rIns="0" bIns="0" rtlCol="0">
            <a:spAutoFit/>
          </a:bodyPr>
          <a:lstStyle/>
          <a:p>
            <a:pPr algn="ctr">
              <a:spcBef>
                <a:spcPts val="600"/>
              </a:spcBef>
              <a:buSzPct val="100000"/>
            </a:pPr>
            <a:r>
              <a:rPr lang="en-US" sz="1000" b="1">
                <a:solidFill>
                  <a:schemeClr val="accent6"/>
                </a:solidFill>
                <a:latin typeface="Verdana" panose="020B0604030504040204" pitchFamily="34" charset="0"/>
                <a:ea typeface="Verdana" panose="020B0604030504040204" pitchFamily="34" charset="0"/>
              </a:rPr>
              <a:t>Raghunathpur revival</a:t>
            </a:r>
          </a:p>
        </p:txBody>
      </p:sp>
      <p:sp>
        <p:nvSpPr>
          <p:cNvPr id="86" name="TextBox 85">
            <a:extLst>
              <a:ext uri="{FF2B5EF4-FFF2-40B4-BE49-F238E27FC236}">
                <a16:creationId xmlns:a16="http://schemas.microsoft.com/office/drawing/2014/main" id="{5FFD46F8-FC76-B2C7-B076-0ECA238EC599}"/>
              </a:ext>
            </a:extLst>
          </p:cNvPr>
          <p:cNvSpPr txBox="1"/>
          <p:nvPr/>
        </p:nvSpPr>
        <p:spPr>
          <a:xfrm>
            <a:off x="615510" y="1687228"/>
            <a:ext cx="856294" cy="307777"/>
          </a:xfrm>
          <a:prstGeom prst="rect">
            <a:avLst/>
          </a:prstGeom>
          <a:noFill/>
        </p:spPr>
        <p:txBody>
          <a:bodyPr wrap="square" lIns="0" tIns="0" rIns="0" bIns="0" rtlCol="0">
            <a:spAutoFit/>
          </a:bodyPr>
          <a:lstStyle/>
          <a:p>
            <a:pPr>
              <a:spcBef>
                <a:spcPts val="600"/>
              </a:spcBef>
              <a:buSzPct val="100000"/>
            </a:pPr>
            <a:r>
              <a:rPr lang="en-US" sz="1000" b="1">
                <a:solidFill>
                  <a:schemeClr val="accent6"/>
                </a:solidFill>
                <a:latin typeface="Verdana" panose="020B0604030504040204" pitchFamily="34" charset="0"/>
                <a:ea typeface="Verdana" panose="020B0604030504040204" pitchFamily="34" charset="0"/>
              </a:rPr>
              <a:t>A/c policies &amp; formats</a:t>
            </a:r>
          </a:p>
        </p:txBody>
      </p:sp>
      <p:grpSp>
        <p:nvGrpSpPr>
          <p:cNvPr id="106" name="Group 669">
            <a:extLst>
              <a:ext uri="{FF2B5EF4-FFF2-40B4-BE49-F238E27FC236}">
                <a16:creationId xmlns:a16="http://schemas.microsoft.com/office/drawing/2014/main" id="{657588A2-6897-2FF1-099D-DA799C9A9432}"/>
              </a:ext>
            </a:extLst>
          </p:cNvPr>
          <p:cNvGrpSpPr>
            <a:grpSpLocks noChangeAspect="1"/>
          </p:cNvGrpSpPr>
          <p:nvPr/>
        </p:nvGrpSpPr>
        <p:grpSpPr bwMode="auto">
          <a:xfrm>
            <a:off x="3274024" y="2681834"/>
            <a:ext cx="246708" cy="246708"/>
            <a:chOff x="1910" y="2326"/>
            <a:chExt cx="340" cy="340"/>
          </a:xfrm>
          <a:solidFill>
            <a:schemeClr val="tx1"/>
          </a:solidFill>
        </p:grpSpPr>
        <p:sp>
          <p:nvSpPr>
            <p:cNvPr id="107" name="Freeform 670">
              <a:extLst>
                <a:ext uri="{FF2B5EF4-FFF2-40B4-BE49-F238E27FC236}">
                  <a16:creationId xmlns:a16="http://schemas.microsoft.com/office/drawing/2014/main" id="{9228A881-BF25-9476-E11C-9CC697E1DC50}"/>
                </a:ext>
              </a:extLst>
            </p:cNvPr>
            <p:cNvSpPr>
              <a:spLocks noEditPoints="1"/>
            </p:cNvSpPr>
            <p:nvPr/>
          </p:nvSpPr>
          <p:spPr bwMode="auto">
            <a:xfrm>
              <a:off x="1910" y="232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6">
                  <a:lumMod val="20000"/>
                  <a:lumOff val="80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8" name="Freeform 671">
              <a:extLst>
                <a:ext uri="{FF2B5EF4-FFF2-40B4-BE49-F238E27FC236}">
                  <a16:creationId xmlns:a16="http://schemas.microsoft.com/office/drawing/2014/main" id="{56B1161A-7413-1D76-3030-409FCF8F1D73}"/>
                </a:ext>
              </a:extLst>
            </p:cNvPr>
            <p:cNvSpPr>
              <a:spLocks noEditPoints="1"/>
            </p:cNvSpPr>
            <p:nvPr/>
          </p:nvSpPr>
          <p:spPr bwMode="auto">
            <a:xfrm>
              <a:off x="1973" y="2390"/>
              <a:ext cx="214" cy="212"/>
            </a:xfrm>
            <a:custGeom>
              <a:avLst/>
              <a:gdLst>
                <a:gd name="T0" fmla="*/ 298 w 322"/>
                <a:gd name="T1" fmla="*/ 67 h 320"/>
                <a:gd name="T2" fmla="*/ 246 w 322"/>
                <a:gd name="T3" fmla="*/ 55 h 320"/>
                <a:gd name="T4" fmla="*/ 246 w 322"/>
                <a:gd name="T5" fmla="*/ 10 h 320"/>
                <a:gd name="T6" fmla="*/ 235 w 322"/>
                <a:gd name="T7" fmla="*/ 0 h 320"/>
                <a:gd name="T8" fmla="*/ 86 w 322"/>
                <a:gd name="T9" fmla="*/ 0 h 320"/>
                <a:gd name="T10" fmla="*/ 75 w 322"/>
                <a:gd name="T11" fmla="*/ 10 h 320"/>
                <a:gd name="T12" fmla="*/ 76 w 322"/>
                <a:gd name="T13" fmla="*/ 55 h 320"/>
                <a:gd name="T14" fmla="*/ 23 w 322"/>
                <a:gd name="T15" fmla="*/ 67 h 320"/>
                <a:gd name="T16" fmla="*/ 52 w 322"/>
                <a:gd name="T17" fmla="*/ 177 h 320"/>
                <a:gd name="T18" fmla="*/ 104 w 322"/>
                <a:gd name="T19" fmla="*/ 213 h 320"/>
                <a:gd name="T20" fmla="*/ 107 w 322"/>
                <a:gd name="T21" fmla="*/ 213 h 320"/>
                <a:gd name="T22" fmla="*/ 109 w 322"/>
                <a:gd name="T23" fmla="*/ 213 h 320"/>
                <a:gd name="T24" fmla="*/ 121 w 322"/>
                <a:gd name="T25" fmla="*/ 227 h 320"/>
                <a:gd name="T26" fmla="*/ 146 w 322"/>
                <a:gd name="T27" fmla="*/ 243 h 320"/>
                <a:gd name="T28" fmla="*/ 119 w 322"/>
                <a:gd name="T29" fmla="*/ 305 h 320"/>
                <a:gd name="T30" fmla="*/ 120 w 322"/>
                <a:gd name="T31" fmla="*/ 315 h 320"/>
                <a:gd name="T32" fmla="*/ 129 w 322"/>
                <a:gd name="T33" fmla="*/ 320 h 320"/>
                <a:gd name="T34" fmla="*/ 193 w 322"/>
                <a:gd name="T35" fmla="*/ 320 h 320"/>
                <a:gd name="T36" fmla="*/ 202 w 322"/>
                <a:gd name="T37" fmla="*/ 315 h 320"/>
                <a:gd name="T38" fmla="*/ 202 w 322"/>
                <a:gd name="T39" fmla="*/ 305 h 320"/>
                <a:gd name="T40" fmla="*/ 176 w 322"/>
                <a:gd name="T41" fmla="*/ 243 h 320"/>
                <a:gd name="T42" fmla="*/ 201 w 322"/>
                <a:gd name="T43" fmla="*/ 227 h 320"/>
                <a:gd name="T44" fmla="*/ 212 w 322"/>
                <a:gd name="T45" fmla="*/ 213 h 320"/>
                <a:gd name="T46" fmla="*/ 214 w 322"/>
                <a:gd name="T47" fmla="*/ 213 h 320"/>
                <a:gd name="T48" fmla="*/ 217 w 322"/>
                <a:gd name="T49" fmla="*/ 213 h 320"/>
                <a:gd name="T50" fmla="*/ 270 w 322"/>
                <a:gd name="T51" fmla="*/ 177 h 320"/>
                <a:gd name="T52" fmla="*/ 298 w 322"/>
                <a:gd name="T53" fmla="*/ 67 h 320"/>
                <a:gd name="T54" fmla="*/ 66 w 322"/>
                <a:gd name="T55" fmla="*/ 161 h 320"/>
                <a:gd name="T56" fmla="*/ 39 w 322"/>
                <a:gd name="T57" fmla="*/ 81 h 320"/>
                <a:gd name="T58" fmla="*/ 77 w 322"/>
                <a:gd name="T59" fmla="*/ 77 h 320"/>
                <a:gd name="T60" fmla="*/ 97 w 322"/>
                <a:gd name="T61" fmla="*/ 186 h 320"/>
                <a:gd name="T62" fmla="*/ 66 w 322"/>
                <a:gd name="T63" fmla="*/ 161 h 320"/>
                <a:gd name="T64" fmla="*/ 145 w 322"/>
                <a:gd name="T65" fmla="*/ 298 h 320"/>
                <a:gd name="T66" fmla="*/ 161 w 322"/>
                <a:gd name="T67" fmla="*/ 262 h 320"/>
                <a:gd name="T68" fmla="*/ 176 w 322"/>
                <a:gd name="T69" fmla="*/ 298 h 320"/>
                <a:gd name="T70" fmla="*/ 145 w 322"/>
                <a:gd name="T71" fmla="*/ 298 h 320"/>
                <a:gd name="T72" fmla="*/ 185 w 322"/>
                <a:gd name="T73" fmla="*/ 213 h 320"/>
                <a:gd name="T74" fmla="*/ 161 w 322"/>
                <a:gd name="T75" fmla="*/ 224 h 320"/>
                <a:gd name="T76" fmla="*/ 136 w 322"/>
                <a:gd name="T77" fmla="*/ 213 h 320"/>
                <a:gd name="T78" fmla="*/ 96 w 322"/>
                <a:gd name="T79" fmla="*/ 21 h 320"/>
                <a:gd name="T80" fmla="*/ 225 w 322"/>
                <a:gd name="T81" fmla="*/ 21 h 320"/>
                <a:gd name="T82" fmla="*/ 185 w 322"/>
                <a:gd name="T83" fmla="*/ 213 h 320"/>
                <a:gd name="T84" fmla="*/ 255 w 322"/>
                <a:gd name="T85" fmla="*/ 161 h 320"/>
                <a:gd name="T86" fmla="*/ 225 w 322"/>
                <a:gd name="T87" fmla="*/ 186 h 320"/>
                <a:gd name="T88" fmla="*/ 245 w 322"/>
                <a:gd name="T89" fmla="*/ 77 h 320"/>
                <a:gd name="T90" fmla="*/ 283 w 322"/>
                <a:gd name="T91" fmla="*/ 81 h 320"/>
                <a:gd name="T92" fmla="*/ 255 w 322"/>
                <a:gd name="T93" fmla="*/ 1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320">
                  <a:moveTo>
                    <a:pt x="298" y="67"/>
                  </a:moveTo>
                  <a:cubicBezTo>
                    <a:pt x="286" y="54"/>
                    <a:pt x="268" y="50"/>
                    <a:pt x="246" y="55"/>
                  </a:cubicBezTo>
                  <a:cubicBezTo>
                    <a:pt x="247" y="30"/>
                    <a:pt x="246" y="12"/>
                    <a:pt x="246" y="10"/>
                  </a:cubicBezTo>
                  <a:cubicBezTo>
                    <a:pt x="246" y="4"/>
                    <a:pt x="241" y="0"/>
                    <a:pt x="235" y="0"/>
                  </a:cubicBezTo>
                  <a:cubicBezTo>
                    <a:pt x="86" y="0"/>
                    <a:pt x="86" y="0"/>
                    <a:pt x="86" y="0"/>
                  </a:cubicBezTo>
                  <a:cubicBezTo>
                    <a:pt x="80" y="0"/>
                    <a:pt x="76" y="4"/>
                    <a:pt x="75" y="10"/>
                  </a:cubicBezTo>
                  <a:cubicBezTo>
                    <a:pt x="75" y="12"/>
                    <a:pt x="75" y="30"/>
                    <a:pt x="76" y="55"/>
                  </a:cubicBezTo>
                  <a:cubicBezTo>
                    <a:pt x="54" y="50"/>
                    <a:pt x="35" y="54"/>
                    <a:pt x="23" y="67"/>
                  </a:cubicBezTo>
                  <a:cubicBezTo>
                    <a:pt x="0" y="92"/>
                    <a:pt x="12" y="140"/>
                    <a:pt x="52" y="177"/>
                  </a:cubicBezTo>
                  <a:cubicBezTo>
                    <a:pt x="67" y="191"/>
                    <a:pt x="85" y="207"/>
                    <a:pt x="104" y="213"/>
                  </a:cubicBezTo>
                  <a:cubicBezTo>
                    <a:pt x="105" y="213"/>
                    <a:pt x="106" y="213"/>
                    <a:pt x="107" y="213"/>
                  </a:cubicBezTo>
                  <a:cubicBezTo>
                    <a:pt x="108" y="213"/>
                    <a:pt x="109" y="213"/>
                    <a:pt x="109" y="213"/>
                  </a:cubicBezTo>
                  <a:cubicBezTo>
                    <a:pt x="113" y="218"/>
                    <a:pt x="117" y="223"/>
                    <a:pt x="121" y="227"/>
                  </a:cubicBezTo>
                  <a:cubicBezTo>
                    <a:pt x="128" y="235"/>
                    <a:pt x="136" y="240"/>
                    <a:pt x="146" y="243"/>
                  </a:cubicBezTo>
                  <a:cubicBezTo>
                    <a:pt x="119" y="305"/>
                    <a:pt x="119" y="305"/>
                    <a:pt x="119" y="305"/>
                  </a:cubicBezTo>
                  <a:cubicBezTo>
                    <a:pt x="117" y="308"/>
                    <a:pt x="118" y="312"/>
                    <a:pt x="120" y="315"/>
                  </a:cubicBezTo>
                  <a:cubicBezTo>
                    <a:pt x="122" y="318"/>
                    <a:pt x="125" y="320"/>
                    <a:pt x="129" y="320"/>
                  </a:cubicBezTo>
                  <a:cubicBezTo>
                    <a:pt x="193" y="320"/>
                    <a:pt x="193" y="320"/>
                    <a:pt x="193" y="320"/>
                  </a:cubicBezTo>
                  <a:cubicBezTo>
                    <a:pt x="196" y="320"/>
                    <a:pt x="200" y="318"/>
                    <a:pt x="202" y="315"/>
                  </a:cubicBezTo>
                  <a:cubicBezTo>
                    <a:pt x="204" y="312"/>
                    <a:pt x="204" y="308"/>
                    <a:pt x="202" y="305"/>
                  </a:cubicBezTo>
                  <a:cubicBezTo>
                    <a:pt x="176" y="243"/>
                    <a:pt x="176" y="243"/>
                    <a:pt x="176" y="243"/>
                  </a:cubicBezTo>
                  <a:cubicBezTo>
                    <a:pt x="185" y="240"/>
                    <a:pt x="193" y="235"/>
                    <a:pt x="201" y="227"/>
                  </a:cubicBezTo>
                  <a:cubicBezTo>
                    <a:pt x="205" y="223"/>
                    <a:pt x="209" y="218"/>
                    <a:pt x="212" y="213"/>
                  </a:cubicBezTo>
                  <a:cubicBezTo>
                    <a:pt x="213" y="213"/>
                    <a:pt x="213" y="213"/>
                    <a:pt x="214" y="213"/>
                  </a:cubicBezTo>
                  <a:cubicBezTo>
                    <a:pt x="215" y="213"/>
                    <a:pt x="216" y="213"/>
                    <a:pt x="217" y="213"/>
                  </a:cubicBezTo>
                  <a:cubicBezTo>
                    <a:pt x="236" y="207"/>
                    <a:pt x="254" y="191"/>
                    <a:pt x="270" y="177"/>
                  </a:cubicBezTo>
                  <a:cubicBezTo>
                    <a:pt x="309" y="140"/>
                    <a:pt x="322" y="92"/>
                    <a:pt x="298" y="67"/>
                  </a:cubicBezTo>
                  <a:close/>
                  <a:moveTo>
                    <a:pt x="66" y="161"/>
                  </a:moveTo>
                  <a:cubicBezTo>
                    <a:pt x="37" y="134"/>
                    <a:pt x="24" y="97"/>
                    <a:pt x="39" y="81"/>
                  </a:cubicBezTo>
                  <a:cubicBezTo>
                    <a:pt x="46" y="74"/>
                    <a:pt x="60" y="72"/>
                    <a:pt x="77" y="77"/>
                  </a:cubicBezTo>
                  <a:cubicBezTo>
                    <a:pt x="79" y="112"/>
                    <a:pt x="85" y="153"/>
                    <a:pt x="97" y="186"/>
                  </a:cubicBezTo>
                  <a:cubicBezTo>
                    <a:pt x="86" y="179"/>
                    <a:pt x="76" y="170"/>
                    <a:pt x="66" y="161"/>
                  </a:cubicBezTo>
                  <a:close/>
                  <a:moveTo>
                    <a:pt x="145" y="298"/>
                  </a:moveTo>
                  <a:cubicBezTo>
                    <a:pt x="161" y="262"/>
                    <a:pt x="161" y="262"/>
                    <a:pt x="161" y="262"/>
                  </a:cubicBezTo>
                  <a:cubicBezTo>
                    <a:pt x="176" y="298"/>
                    <a:pt x="176" y="298"/>
                    <a:pt x="176" y="298"/>
                  </a:cubicBezTo>
                  <a:lnTo>
                    <a:pt x="145" y="298"/>
                  </a:lnTo>
                  <a:close/>
                  <a:moveTo>
                    <a:pt x="185" y="213"/>
                  </a:moveTo>
                  <a:cubicBezTo>
                    <a:pt x="178" y="220"/>
                    <a:pt x="170" y="224"/>
                    <a:pt x="161" y="224"/>
                  </a:cubicBezTo>
                  <a:cubicBezTo>
                    <a:pt x="151" y="224"/>
                    <a:pt x="143" y="220"/>
                    <a:pt x="136" y="213"/>
                  </a:cubicBezTo>
                  <a:cubicBezTo>
                    <a:pt x="102" y="177"/>
                    <a:pt x="96" y="70"/>
                    <a:pt x="96" y="21"/>
                  </a:cubicBezTo>
                  <a:cubicBezTo>
                    <a:pt x="225" y="21"/>
                    <a:pt x="225" y="21"/>
                    <a:pt x="225" y="21"/>
                  </a:cubicBezTo>
                  <a:cubicBezTo>
                    <a:pt x="225" y="70"/>
                    <a:pt x="220" y="177"/>
                    <a:pt x="185" y="213"/>
                  </a:cubicBezTo>
                  <a:close/>
                  <a:moveTo>
                    <a:pt x="255" y="161"/>
                  </a:moveTo>
                  <a:cubicBezTo>
                    <a:pt x="246" y="170"/>
                    <a:pt x="235" y="179"/>
                    <a:pt x="225" y="186"/>
                  </a:cubicBezTo>
                  <a:cubicBezTo>
                    <a:pt x="237" y="153"/>
                    <a:pt x="242" y="112"/>
                    <a:pt x="245" y="77"/>
                  </a:cubicBezTo>
                  <a:cubicBezTo>
                    <a:pt x="261" y="72"/>
                    <a:pt x="275" y="74"/>
                    <a:pt x="283" y="81"/>
                  </a:cubicBezTo>
                  <a:cubicBezTo>
                    <a:pt x="297" y="97"/>
                    <a:pt x="284" y="134"/>
                    <a:pt x="255" y="161"/>
                  </a:cubicBezTo>
                  <a:close/>
                </a:path>
              </a:pathLst>
            </a:custGeom>
            <a:grpFill/>
            <a:ln>
              <a:solidFill>
                <a:schemeClr val="accent6">
                  <a:lumMod val="20000"/>
                  <a:lumOff val="80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9" name="Group 669">
            <a:extLst>
              <a:ext uri="{FF2B5EF4-FFF2-40B4-BE49-F238E27FC236}">
                <a16:creationId xmlns:a16="http://schemas.microsoft.com/office/drawing/2014/main" id="{98640CBC-FBF4-7CFF-E2F9-8454BBC282F4}"/>
              </a:ext>
            </a:extLst>
          </p:cNvPr>
          <p:cNvGrpSpPr>
            <a:grpSpLocks noChangeAspect="1"/>
          </p:cNvGrpSpPr>
          <p:nvPr/>
        </p:nvGrpSpPr>
        <p:grpSpPr bwMode="auto">
          <a:xfrm>
            <a:off x="3088513" y="6458580"/>
            <a:ext cx="246708" cy="246708"/>
            <a:chOff x="1910" y="2326"/>
            <a:chExt cx="340" cy="340"/>
          </a:xfrm>
          <a:solidFill>
            <a:schemeClr val="tx1"/>
          </a:solidFill>
        </p:grpSpPr>
        <p:sp>
          <p:nvSpPr>
            <p:cNvPr id="110" name="Freeform 670">
              <a:extLst>
                <a:ext uri="{FF2B5EF4-FFF2-40B4-BE49-F238E27FC236}">
                  <a16:creationId xmlns:a16="http://schemas.microsoft.com/office/drawing/2014/main" id="{516C8951-9E1F-8679-2FB9-34D4845D55CD}"/>
                </a:ext>
              </a:extLst>
            </p:cNvPr>
            <p:cNvSpPr>
              <a:spLocks noEditPoints="1"/>
            </p:cNvSpPr>
            <p:nvPr/>
          </p:nvSpPr>
          <p:spPr bwMode="auto">
            <a:xfrm>
              <a:off x="1910" y="232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6">
                  <a:lumMod val="20000"/>
                  <a:lumOff val="80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1" name="Freeform 671">
              <a:extLst>
                <a:ext uri="{FF2B5EF4-FFF2-40B4-BE49-F238E27FC236}">
                  <a16:creationId xmlns:a16="http://schemas.microsoft.com/office/drawing/2014/main" id="{AAF94254-8812-62E6-8F59-1A3F26ACEE39}"/>
                </a:ext>
              </a:extLst>
            </p:cNvPr>
            <p:cNvSpPr>
              <a:spLocks noEditPoints="1"/>
            </p:cNvSpPr>
            <p:nvPr/>
          </p:nvSpPr>
          <p:spPr bwMode="auto">
            <a:xfrm>
              <a:off x="1973" y="2390"/>
              <a:ext cx="214" cy="212"/>
            </a:xfrm>
            <a:custGeom>
              <a:avLst/>
              <a:gdLst>
                <a:gd name="T0" fmla="*/ 298 w 322"/>
                <a:gd name="T1" fmla="*/ 67 h 320"/>
                <a:gd name="T2" fmla="*/ 246 w 322"/>
                <a:gd name="T3" fmla="*/ 55 h 320"/>
                <a:gd name="T4" fmla="*/ 246 w 322"/>
                <a:gd name="T5" fmla="*/ 10 h 320"/>
                <a:gd name="T6" fmla="*/ 235 w 322"/>
                <a:gd name="T7" fmla="*/ 0 h 320"/>
                <a:gd name="T8" fmla="*/ 86 w 322"/>
                <a:gd name="T9" fmla="*/ 0 h 320"/>
                <a:gd name="T10" fmla="*/ 75 w 322"/>
                <a:gd name="T11" fmla="*/ 10 h 320"/>
                <a:gd name="T12" fmla="*/ 76 w 322"/>
                <a:gd name="T13" fmla="*/ 55 h 320"/>
                <a:gd name="T14" fmla="*/ 23 w 322"/>
                <a:gd name="T15" fmla="*/ 67 h 320"/>
                <a:gd name="T16" fmla="*/ 52 w 322"/>
                <a:gd name="T17" fmla="*/ 177 h 320"/>
                <a:gd name="T18" fmla="*/ 104 w 322"/>
                <a:gd name="T19" fmla="*/ 213 h 320"/>
                <a:gd name="T20" fmla="*/ 107 w 322"/>
                <a:gd name="T21" fmla="*/ 213 h 320"/>
                <a:gd name="T22" fmla="*/ 109 w 322"/>
                <a:gd name="T23" fmla="*/ 213 h 320"/>
                <a:gd name="T24" fmla="*/ 121 w 322"/>
                <a:gd name="T25" fmla="*/ 227 h 320"/>
                <a:gd name="T26" fmla="*/ 146 w 322"/>
                <a:gd name="T27" fmla="*/ 243 h 320"/>
                <a:gd name="T28" fmla="*/ 119 w 322"/>
                <a:gd name="T29" fmla="*/ 305 h 320"/>
                <a:gd name="T30" fmla="*/ 120 w 322"/>
                <a:gd name="T31" fmla="*/ 315 h 320"/>
                <a:gd name="T32" fmla="*/ 129 w 322"/>
                <a:gd name="T33" fmla="*/ 320 h 320"/>
                <a:gd name="T34" fmla="*/ 193 w 322"/>
                <a:gd name="T35" fmla="*/ 320 h 320"/>
                <a:gd name="T36" fmla="*/ 202 w 322"/>
                <a:gd name="T37" fmla="*/ 315 h 320"/>
                <a:gd name="T38" fmla="*/ 202 w 322"/>
                <a:gd name="T39" fmla="*/ 305 h 320"/>
                <a:gd name="T40" fmla="*/ 176 w 322"/>
                <a:gd name="T41" fmla="*/ 243 h 320"/>
                <a:gd name="T42" fmla="*/ 201 w 322"/>
                <a:gd name="T43" fmla="*/ 227 h 320"/>
                <a:gd name="T44" fmla="*/ 212 w 322"/>
                <a:gd name="T45" fmla="*/ 213 h 320"/>
                <a:gd name="T46" fmla="*/ 214 w 322"/>
                <a:gd name="T47" fmla="*/ 213 h 320"/>
                <a:gd name="T48" fmla="*/ 217 w 322"/>
                <a:gd name="T49" fmla="*/ 213 h 320"/>
                <a:gd name="T50" fmla="*/ 270 w 322"/>
                <a:gd name="T51" fmla="*/ 177 h 320"/>
                <a:gd name="T52" fmla="*/ 298 w 322"/>
                <a:gd name="T53" fmla="*/ 67 h 320"/>
                <a:gd name="T54" fmla="*/ 66 w 322"/>
                <a:gd name="T55" fmla="*/ 161 h 320"/>
                <a:gd name="T56" fmla="*/ 39 w 322"/>
                <a:gd name="T57" fmla="*/ 81 h 320"/>
                <a:gd name="T58" fmla="*/ 77 w 322"/>
                <a:gd name="T59" fmla="*/ 77 h 320"/>
                <a:gd name="T60" fmla="*/ 97 w 322"/>
                <a:gd name="T61" fmla="*/ 186 h 320"/>
                <a:gd name="T62" fmla="*/ 66 w 322"/>
                <a:gd name="T63" fmla="*/ 161 h 320"/>
                <a:gd name="T64" fmla="*/ 145 w 322"/>
                <a:gd name="T65" fmla="*/ 298 h 320"/>
                <a:gd name="T66" fmla="*/ 161 w 322"/>
                <a:gd name="T67" fmla="*/ 262 h 320"/>
                <a:gd name="T68" fmla="*/ 176 w 322"/>
                <a:gd name="T69" fmla="*/ 298 h 320"/>
                <a:gd name="T70" fmla="*/ 145 w 322"/>
                <a:gd name="T71" fmla="*/ 298 h 320"/>
                <a:gd name="T72" fmla="*/ 185 w 322"/>
                <a:gd name="T73" fmla="*/ 213 h 320"/>
                <a:gd name="T74" fmla="*/ 161 w 322"/>
                <a:gd name="T75" fmla="*/ 224 h 320"/>
                <a:gd name="T76" fmla="*/ 136 w 322"/>
                <a:gd name="T77" fmla="*/ 213 h 320"/>
                <a:gd name="T78" fmla="*/ 96 w 322"/>
                <a:gd name="T79" fmla="*/ 21 h 320"/>
                <a:gd name="T80" fmla="*/ 225 w 322"/>
                <a:gd name="T81" fmla="*/ 21 h 320"/>
                <a:gd name="T82" fmla="*/ 185 w 322"/>
                <a:gd name="T83" fmla="*/ 213 h 320"/>
                <a:gd name="T84" fmla="*/ 255 w 322"/>
                <a:gd name="T85" fmla="*/ 161 h 320"/>
                <a:gd name="T86" fmla="*/ 225 w 322"/>
                <a:gd name="T87" fmla="*/ 186 h 320"/>
                <a:gd name="T88" fmla="*/ 245 w 322"/>
                <a:gd name="T89" fmla="*/ 77 h 320"/>
                <a:gd name="T90" fmla="*/ 283 w 322"/>
                <a:gd name="T91" fmla="*/ 81 h 320"/>
                <a:gd name="T92" fmla="*/ 255 w 322"/>
                <a:gd name="T93" fmla="*/ 1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320">
                  <a:moveTo>
                    <a:pt x="298" y="67"/>
                  </a:moveTo>
                  <a:cubicBezTo>
                    <a:pt x="286" y="54"/>
                    <a:pt x="268" y="50"/>
                    <a:pt x="246" y="55"/>
                  </a:cubicBezTo>
                  <a:cubicBezTo>
                    <a:pt x="247" y="30"/>
                    <a:pt x="246" y="12"/>
                    <a:pt x="246" y="10"/>
                  </a:cubicBezTo>
                  <a:cubicBezTo>
                    <a:pt x="246" y="4"/>
                    <a:pt x="241" y="0"/>
                    <a:pt x="235" y="0"/>
                  </a:cubicBezTo>
                  <a:cubicBezTo>
                    <a:pt x="86" y="0"/>
                    <a:pt x="86" y="0"/>
                    <a:pt x="86" y="0"/>
                  </a:cubicBezTo>
                  <a:cubicBezTo>
                    <a:pt x="80" y="0"/>
                    <a:pt x="76" y="4"/>
                    <a:pt x="75" y="10"/>
                  </a:cubicBezTo>
                  <a:cubicBezTo>
                    <a:pt x="75" y="12"/>
                    <a:pt x="75" y="30"/>
                    <a:pt x="76" y="55"/>
                  </a:cubicBezTo>
                  <a:cubicBezTo>
                    <a:pt x="54" y="50"/>
                    <a:pt x="35" y="54"/>
                    <a:pt x="23" y="67"/>
                  </a:cubicBezTo>
                  <a:cubicBezTo>
                    <a:pt x="0" y="92"/>
                    <a:pt x="12" y="140"/>
                    <a:pt x="52" y="177"/>
                  </a:cubicBezTo>
                  <a:cubicBezTo>
                    <a:pt x="67" y="191"/>
                    <a:pt x="85" y="207"/>
                    <a:pt x="104" y="213"/>
                  </a:cubicBezTo>
                  <a:cubicBezTo>
                    <a:pt x="105" y="213"/>
                    <a:pt x="106" y="213"/>
                    <a:pt x="107" y="213"/>
                  </a:cubicBezTo>
                  <a:cubicBezTo>
                    <a:pt x="108" y="213"/>
                    <a:pt x="109" y="213"/>
                    <a:pt x="109" y="213"/>
                  </a:cubicBezTo>
                  <a:cubicBezTo>
                    <a:pt x="113" y="218"/>
                    <a:pt x="117" y="223"/>
                    <a:pt x="121" y="227"/>
                  </a:cubicBezTo>
                  <a:cubicBezTo>
                    <a:pt x="128" y="235"/>
                    <a:pt x="136" y="240"/>
                    <a:pt x="146" y="243"/>
                  </a:cubicBezTo>
                  <a:cubicBezTo>
                    <a:pt x="119" y="305"/>
                    <a:pt x="119" y="305"/>
                    <a:pt x="119" y="305"/>
                  </a:cubicBezTo>
                  <a:cubicBezTo>
                    <a:pt x="117" y="308"/>
                    <a:pt x="118" y="312"/>
                    <a:pt x="120" y="315"/>
                  </a:cubicBezTo>
                  <a:cubicBezTo>
                    <a:pt x="122" y="318"/>
                    <a:pt x="125" y="320"/>
                    <a:pt x="129" y="320"/>
                  </a:cubicBezTo>
                  <a:cubicBezTo>
                    <a:pt x="193" y="320"/>
                    <a:pt x="193" y="320"/>
                    <a:pt x="193" y="320"/>
                  </a:cubicBezTo>
                  <a:cubicBezTo>
                    <a:pt x="196" y="320"/>
                    <a:pt x="200" y="318"/>
                    <a:pt x="202" y="315"/>
                  </a:cubicBezTo>
                  <a:cubicBezTo>
                    <a:pt x="204" y="312"/>
                    <a:pt x="204" y="308"/>
                    <a:pt x="202" y="305"/>
                  </a:cubicBezTo>
                  <a:cubicBezTo>
                    <a:pt x="176" y="243"/>
                    <a:pt x="176" y="243"/>
                    <a:pt x="176" y="243"/>
                  </a:cubicBezTo>
                  <a:cubicBezTo>
                    <a:pt x="185" y="240"/>
                    <a:pt x="193" y="235"/>
                    <a:pt x="201" y="227"/>
                  </a:cubicBezTo>
                  <a:cubicBezTo>
                    <a:pt x="205" y="223"/>
                    <a:pt x="209" y="218"/>
                    <a:pt x="212" y="213"/>
                  </a:cubicBezTo>
                  <a:cubicBezTo>
                    <a:pt x="213" y="213"/>
                    <a:pt x="213" y="213"/>
                    <a:pt x="214" y="213"/>
                  </a:cubicBezTo>
                  <a:cubicBezTo>
                    <a:pt x="215" y="213"/>
                    <a:pt x="216" y="213"/>
                    <a:pt x="217" y="213"/>
                  </a:cubicBezTo>
                  <a:cubicBezTo>
                    <a:pt x="236" y="207"/>
                    <a:pt x="254" y="191"/>
                    <a:pt x="270" y="177"/>
                  </a:cubicBezTo>
                  <a:cubicBezTo>
                    <a:pt x="309" y="140"/>
                    <a:pt x="322" y="92"/>
                    <a:pt x="298" y="67"/>
                  </a:cubicBezTo>
                  <a:close/>
                  <a:moveTo>
                    <a:pt x="66" y="161"/>
                  </a:moveTo>
                  <a:cubicBezTo>
                    <a:pt x="37" y="134"/>
                    <a:pt x="24" y="97"/>
                    <a:pt x="39" y="81"/>
                  </a:cubicBezTo>
                  <a:cubicBezTo>
                    <a:pt x="46" y="74"/>
                    <a:pt x="60" y="72"/>
                    <a:pt x="77" y="77"/>
                  </a:cubicBezTo>
                  <a:cubicBezTo>
                    <a:pt x="79" y="112"/>
                    <a:pt x="85" y="153"/>
                    <a:pt x="97" y="186"/>
                  </a:cubicBezTo>
                  <a:cubicBezTo>
                    <a:pt x="86" y="179"/>
                    <a:pt x="76" y="170"/>
                    <a:pt x="66" y="161"/>
                  </a:cubicBezTo>
                  <a:close/>
                  <a:moveTo>
                    <a:pt x="145" y="298"/>
                  </a:moveTo>
                  <a:cubicBezTo>
                    <a:pt x="161" y="262"/>
                    <a:pt x="161" y="262"/>
                    <a:pt x="161" y="262"/>
                  </a:cubicBezTo>
                  <a:cubicBezTo>
                    <a:pt x="176" y="298"/>
                    <a:pt x="176" y="298"/>
                    <a:pt x="176" y="298"/>
                  </a:cubicBezTo>
                  <a:lnTo>
                    <a:pt x="145" y="298"/>
                  </a:lnTo>
                  <a:close/>
                  <a:moveTo>
                    <a:pt x="185" y="213"/>
                  </a:moveTo>
                  <a:cubicBezTo>
                    <a:pt x="178" y="220"/>
                    <a:pt x="170" y="224"/>
                    <a:pt x="161" y="224"/>
                  </a:cubicBezTo>
                  <a:cubicBezTo>
                    <a:pt x="151" y="224"/>
                    <a:pt x="143" y="220"/>
                    <a:pt x="136" y="213"/>
                  </a:cubicBezTo>
                  <a:cubicBezTo>
                    <a:pt x="102" y="177"/>
                    <a:pt x="96" y="70"/>
                    <a:pt x="96" y="21"/>
                  </a:cubicBezTo>
                  <a:cubicBezTo>
                    <a:pt x="225" y="21"/>
                    <a:pt x="225" y="21"/>
                    <a:pt x="225" y="21"/>
                  </a:cubicBezTo>
                  <a:cubicBezTo>
                    <a:pt x="225" y="70"/>
                    <a:pt x="220" y="177"/>
                    <a:pt x="185" y="213"/>
                  </a:cubicBezTo>
                  <a:close/>
                  <a:moveTo>
                    <a:pt x="255" y="161"/>
                  </a:moveTo>
                  <a:cubicBezTo>
                    <a:pt x="246" y="170"/>
                    <a:pt x="235" y="179"/>
                    <a:pt x="225" y="186"/>
                  </a:cubicBezTo>
                  <a:cubicBezTo>
                    <a:pt x="237" y="153"/>
                    <a:pt x="242" y="112"/>
                    <a:pt x="245" y="77"/>
                  </a:cubicBezTo>
                  <a:cubicBezTo>
                    <a:pt x="261" y="72"/>
                    <a:pt x="275" y="74"/>
                    <a:pt x="283" y="81"/>
                  </a:cubicBezTo>
                  <a:cubicBezTo>
                    <a:pt x="297" y="97"/>
                    <a:pt x="284" y="134"/>
                    <a:pt x="255" y="161"/>
                  </a:cubicBezTo>
                  <a:close/>
                </a:path>
              </a:pathLst>
            </a:custGeom>
            <a:grpFill/>
            <a:ln>
              <a:solidFill>
                <a:schemeClr val="accent6">
                  <a:lumMod val="20000"/>
                  <a:lumOff val="80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13" name="TextBox 112">
            <a:extLst>
              <a:ext uri="{FF2B5EF4-FFF2-40B4-BE49-F238E27FC236}">
                <a16:creationId xmlns:a16="http://schemas.microsoft.com/office/drawing/2014/main" id="{9045516F-3FB3-3CDA-154A-640674E3A7EA}"/>
              </a:ext>
            </a:extLst>
          </p:cNvPr>
          <p:cNvSpPr txBox="1"/>
          <p:nvPr/>
        </p:nvSpPr>
        <p:spPr>
          <a:xfrm>
            <a:off x="2235228" y="3037863"/>
            <a:ext cx="1145707" cy="307777"/>
          </a:xfrm>
          <a:prstGeom prst="rect">
            <a:avLst/>
          </a:prstGeom>
          <a:noFill/>
        </p:spPr>
        <p:txBody>
          <a:bodyPr wrap="square" lIns="0" tIns="0" rIns="0" bIns="0" rtlCol="0">
            <a:spAutoFit/>
          </a:bodyPr>
          <a:lstStyle/>
          <a:p>
            <a:pPr algn="ctr">
              <a:spcBef>
                <a:spcPts val="600"/>
              </a:spcBef>
              <a:buSzPct val="100000"/>
            </a:pPr>
            <a:r>
              <a:rPr lang="en-US" sz="1000" b="1">
                <a:solidFill>
                  <a:schemeClr val="accent6"/>
                </a:solidFill>
                <a:latin typeface="Verdana" panose="020B0604030504040204" pitchFamily="34" charset="0"/>
                <a:ea typeface="Verdana" panose="020B0604030504040204" pitchFamily="34" charset="0"/>
              </a:rPr>
              <a:t>Regulatory retainers</a:t>
            </a:r>
          </a:p>
        </p:txBody>
      </p:sp>
      <p:sp>
        <p:nvSpPr>
          <p:cNvPr id="114" name="TextBox 113">
            <a:extLst>
              <a:ext uri="{FF2B5EF4-FFF2-40B4-BE49-F238E27FC236}">
                <a16:creationId xmlns:a16="http://schemas.microsoft.com/office/drawing/2014/main" id="{726B9A85-E62D-037D-DB0A-787A445729C8}"/>
              </a:ext>
            </a:extLst>
          </p:cNvPr>
          <p:cNvSpPr txBox="1"/>
          <p:nvPr/>
        </p:nvSpPr>
        <p:spPr>
          <a:xfrm>
            <a:off x="2826102" y="1689918"/>
            <a:ext cx="1145707" cy="307777"/>
          </a:xfrm>
          <a:prstGeom prst="rect">
            <a:avLst/>
          </a:prstGeom>
          <a:noFill/>
        </p:spPr>
        <p:txBody>
          <a:bodyPr wrap="square" lIns="0" tIns="0" rIns="0" bIns="0" rtlCol="0">
            <a:spAutoFit/>
          </a:bodyPr>
          <a:lstStyle/>
          <a:p>
            <a:pPr algn="ctr">
              <a:spcBef>
                <a:spcPts val="600"/>
              </a:spcBef>
              <a:buSzPct val="100000"/>
            </a:pPr>
            <a:r>
              <a:rPr lang="en-US" sz="1000" b="1">
                <a:solidFill>
                  <a:schemeClr val="accent6"/>
                </a:solidFill>
                <a:latin typeface="Verdana" panose="020B0604030504040204" pitchFamily="34" charset="0"/>
                <a:ea typeface="Verdana" panose="020B0604030504040204" pitchFamily="34" charset="0"/>
              </a:rPr>
              <a:t>ERP Transformation</a:t>
            </a:r>
          </a:p>
        </p:txBody>
      </p:sp>
      <p:grpSp>
        <p:nvGrpSpPr>
          <p:cNvPr id="115" name="Group 669">
            <a:extLst>
              <a:ext uri="{FF2B5EF4-FFF2-40B4-BE49-F238E27FC236}">
                <a16:creationId xmlns:a16="http://schemas.microsoft.com/office/drawing/2014/main" id="{6E9BB8DB-0D75-EFAF-1B4F-07B67A3622F1}"/>
              </a:ext>
            </a:extLst>
          </p:cNvPr>
          <p:cNvGrpSpPr>
            <a:grpSpLocks noChangeAspect="1"/>
          </p:cNvGrpSpPr>
          <p:nvPr/>
        </p:nvGrpSpPr>
        <p:grpSpPr bwMode="auto">
          <a:xfrm>
            <a:off x="2698071" y="2061778"/>
            <a:ext cx="246708" cy="246708"/>
            <a:chOff x="1910" y="2326"/>
            <a:chExt cx="340" cy="340"/>
          </a:xfrm>
          <a:solidFill>
            <a:schemeClr val="tx1"/>
          </a:solidFill>
        </p:grpSpPr>
        <p:sp>
          <p:nvSpPr>
            <p:cNvPr id="116" name="Freeform 670">
              <a:extLst>
                <a:ext uri="{FF2B5EF4-FFF2-40B4-BE49-F238E27FC236}">
                  <a16:creationId xmlns:a16="http://schemas.microsoft.com/office/drawing/2014/main" id="{CB628C98-FCC0-8091-0C3A-F30C5EE74A42}"/>
                </a:ext>
              </a:extLst>
            </p:cNvPr>
            <p:cNvSpPr>
              <a:spLocks noEditPoints="1"/>
            </p:cNvSpPr>
            <p:nvPr/>
          </p:nvSpPr>
          <p:spPr bwMode="auto">
            <a:xfrm>
              <a:off x="1910" y="232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6">
                  <a:lumMod val="20000"/>
                  <a:lumOff val="80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7" name="Freeform 671">
              <a:extLst>
                <a:ext uri="{FF2B5EF4-FFF2-40B4-BE49-F238E27FC236}">
                  <a16:creationId xmlns:a16="http://schemas.microsoft.com/office/drawing/2014/main" id="{FACB6E38-21B3-200E-AF11-E961728ABCD0}"/>
                </a:ext>
              </a:extLst>
            </p:cNvPr>
            <p:cNvSpPr>
              <a:spLocks noEditPoints="1"/>
            </p:cNvSpPr>
            <p:nvPr/>
          </p:nvSpPr>
          <p:spPr bwMode="auto">
            <a:xfrm>
              <a:off x="1973" y="2390"/>
              <a:ext cx="214" cy="212"/>
            </a:xfrm>
            <a:custGeom>
              <a:avLst/>
              <a:gdLst>
                <a:gd name="T0" fmla="*/ 298 w 322"/>
                <a:gd name="T1" fmla="*/ 67 h 320"/>
                <a:gd name="T2" fmla="*/ 246 w 322"/>
                <a:gd name="T3" fmla="*/ 55 h 320"/>
                <a:gd name="T4" fmla="*/ 246 w 322"/>
                <a:gd name="T5" fmla="*/ 10 h 320"/>
                <a:gd name="T6" fmla="*/ 235 w 322"/>
                <a:gd name="T7" fmla="*/ 0 h 320"/>
                <a:gd name="T8" fmla="*/ 86 w 322"/>
                <a:gd name="T9" fmla="*/ 0 h 320"/>
                <a:gd name="T10" fmla="*/ 75 w 322"/>
                <a:gd name="T11" fmla="*/ 10 h 320"/>
                <a:gd name="T12" fmla="*/ 76 w 322"/>
                <a:gd name="T13" fmla="*/ 55 h 320"/>
                <a:gd name="T14" fmla="*/ 23 w 322"/>
                <a:gd name="T15" fmla="*/ 67 h 320"/>
                <a:gd name="T16" fmla="*/ 52 w 322"/>
                <a:gd name="T17" fmla="*/ 177 h 320"/>
                <a:gd name="T18" fmla="*/ 104 w 322"/>
                <a:gd name="T19" fmla="*/ 213 h 320"/>
                <a:gd name="T20" fmla="*/ 107 w 322"/>
                <a:gd name="T21" fmla="*/ 213 h 320"/>
                <a:gd name="T22" fmla="*/ 109 w 322"/>
                <a:gd name="T23" fmla="*/ 213 h 320"/>
                <a:gd name="T24" fmla="*/ 121 w 322"/>
                <a:gd name="T25" fmla="*/ 227 h 320"/>
                <a:gd name="T26" fmla="*/ 146 w 322"/>
                <a:gd name="T27" fmla="*/ 243 h 320"/>
                <a:gd name="T28" fmla="*/ 119 w 322"/>
                <a:gd name="T29" fmla="*/ 305 h 320"/>
                <a:gd name="T30" fmla="*/ 120 w 322"/>
                <a:gd name="T31" fmla="*/ 315 h 320"/>
                <a:gd name="T32" fmla="*/ 129 w 322"/>
                <a:gd name="T33" fmla="*/ 320 h 320"/>
                <a:gd name="T34" fmla="*/ 193 w 322"/>
                <a:gd name="T35" fmla="*/ 320 h 320"/>
                <a:gd name="T36" fmla="*/ 202 w 322"/>
                <a:gd name="T37" fmla="*/ 315 h 320"/>
                <a:gd name="T38" fmla="*/ 202 w 322"/>
                <a:gd name="T39" fmla="*/ 305 h 320"/>
                <a:gd name="T40" fmla="*/ 176 w 322"/>
                <a:gd name="T41" fmla="*/ 243 h 320"/>
                <a:gd name="T42" fmla="*/ 201 w 322"/>
                <a:gd name="T43" fmla="*/ 227 h 320"/>
                <a:gd name="T44" fmla="*/ 212 w 322"/>
                <a:gd name="T45" fmla="*/ 213 h 320"/>
                <a:gd name="T46" fmla="*/ 214 w 322"/>
                <a:gd name="T47" fmla="*/ 213 h 320"/>
                <a:gd name="T48" fmla="*/ 217 w 322"/>
                <a:gd name="T49" fmla="*/ 213 h 320"/>
                <a:gd name="T50" fmla="*/ 270 w 322"/>
                <a:gd name="T51" fmla="*/ 177 h 320"/>
                <a:gd name="T52" fmla="*/ 298 w 322"/>
                <a:gd name="T53" fmla="*/ 67 h 320"/>
                <a:gd name="T54" fmla="*/ 66 w 322"/>
                <a:gd name="T55" fmla="*/ 161 h 320"/>
                <a:gd name="T56" fmla="*/ 39 w 322"/>
                <a:gd name="T57" fmla="*/ 81 h 320"/>
                <a:gd name="T58" fmla="*/ 77 w 322"/>
                <a:gd name="T59" fmla="*/ 77 h 320"/>
                <a:gd name="T60" fmla="*/ 97 w 322"/>
                <a:gd name="T61" fmla="*/ 186 h 320"/>
                <a:gd name="T62" fmla="*/ 66 w 322"/>
                <a:gd name="T63" fmla="*/ 161 h 320"/>
                <a:gd name="T64" fmla="*/ 145 w 322"/>
                <a:gd name="T65" fmla="*/ 298 h 320"/>
                <a:gd name="T66" fmla="*/ 161 w 322"/>
                <a:gd name="T67" fmla="*/ 262 h 320"/>
                <a:gd name="T68" fmla="*/ 176 w 322"/>
                <a:gd name="T69" fmla="*/ 298 h 320"/>
                <a:gd name="T70" fmla="*/ 145 w 322"/>
                <a:gd name="T71" fmla="*/ 298 h 320"/>
                <a:gd name="T72" fmla="*/ 185 w 322"/>
                <a:gd name="T73" fmla="*/ 213 h 320"/>
                <a:gd name="T74" fmla="*/ 161 w 322"/>
                <a:gd name="T75" fmla="*/ 224 h 320"/>
                <a:gd name="T76" fmla="*/ 136 w 322"/>
                <a:gd name="T77" fmla="*/ 213 h 320"/>
                <a:gd name="T78" fmla="*/ 96 w 322"/>
                <a:gd name="T79" fmla="*/ 21 h 320"/>
                <a:gd name="T80" fmla="*/ 225 w 322"/>
                <a:gd name="T81" fmla="*/ 21 h 320"/>
                <a:gd name="T82" fmla="*/ 185 w 322"/>
                <a:gd name="T83" fmla="*/ 213 h 320"/>
                <a:gd name="T84" fmla="*/ 255 w 322"/>
                <a:gd name="T85" fmla="*/ 161 h 320"/>
                <a:gd name="T86" fmla="*/ 225 w 322"/>
                <a:gd name="T87" fmla="*/ 186 h 320"/>
                <a:gd name="T88" fmla="*/ 245 w 322"/>
                <a:gd name="T89" fmla="*/ 77 h 320"/>
                <a:gd name="T90" fmla="*/ 283 w 322"/>
                <a:gd name="T91" fmla="*/ 81 h 320"/>
                <a:gd name="T92" fmla="*/ 255 w 322"/>
                <a:gd name="T93" fmla="*/ 1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320">
                  <a:moveTo>
                    <a:pt x="298" y="67"/>
                  </a:moveTo>
                  <a:cubicBezTo>
                    <a:pt x="286" y="54"/>
                    <a:pt x="268" y="50"/>
                    <a:pt x="246" y="55"/>
                  </a:cubicBezTo>
                  <a:cubicBezTo>
                    <a:pt x="247" y="30"/>
                    <a:pt x="246" y="12"/>
                    <a:pt x="246" y="10"/>
                  </a:cubicBezTo>
                  <a:cubicBezTo>
                    <a:pt x="246" y="4"/>
                    <a:pt x="241" y="0"/>
                    <a:pt x="235" y="0"/>
                  </a:cubicBezTo>
                  <a:cubicBezTo>
                    <a:pt x="86" y="0"/>
                    <a:pt x="86" y="0"/>
                    <a:pt x="86" y="0"/>
                  </a:cubicBezTo>
                  <a:cubicBezTo>
                    <a:pt x="80" y="0"/>
                    <a:pt x="76" y="4"/>
                    <a:pt x="75" y="10"/>
                  </a:cubicBezTo>
                  <a:cubicBezTo>
                    <a:pt x="75" y="12"/>
                    <a:pt x="75" y="30"/>
                    <a:pt x="76" y="55"/>
                  </a:cubicBezTo>
                  <a:cubicBezTo>
                    <a:pt x="54" y="50"/>
                    <a:pt x="35" y="54"/>
                    <a:pt x="23" y="67"/>
                  </a:cubicBezTo>
                  <a:cubicBezTo>
                    <a:pt x="0" y="92"/>
                    <a:pt x="12" y="140"/>
                    <a:pt x="52" y="177"/>
                  </a:cubicBezTo>
                  <a:cubicBezTo>
                    <a:pt x="67" y="191"/>
                    <a:pt x="85" y="207"/>
                    <a:pt x="104" y="213"/>
                  </a:cubicBezTo>
                  <a:cubicBezTo>
                    <a:pt x="105" y="213"/>
                    <a:pt x="106" y="213"/>
                    <a:pt x="107" y="213"/>
                  </a:cubicBezTo>
                  <a:cubicBezTo>
                    <a:pt x="108" y="213"/>
                    <a:pt x="109" y="213"/>
                    <a:pt x="109" y="213"/>
                  </a:cubicBezTo>
                  <a:cubicBezTo>
                    <a:pt x="113" y="218"/>
                    <a:pt x="117" y="223"/>
                    <a:pt x="121" y="227"/>
                  </a:cubicBezTo>
                  <a:cubicBezTo>
                    <a:pt x="128" y="235"/>
                    <a:pt x="136" y="240"/>
                    <a:pt x="146" y="243"/>
                  </a:cubicBezTo>
                  <a:cubicBezTo>
                    <a:pt x="119" y="305"/>
                    <a:pt x="119" y="305"/>
                    <a:pt x="119" y="305"/>
                  </a:cubicBezTo>
                  <a:cubicBezTo>
                    <a:pt x="117" y="308"/>
                    <a:pt x="118" y="312"/>
                    <a:pt x="120" y="315"/>
                  </a:cubicBezTo>
                  <a:cubicBezTo>
                    <a:pt x="122" y="318"/>
                    <a:pt x="125" y="320"/>
                    <a:pt x="129" y="320"/>
                  </a:cubicBezTo>
                  <a:cubicBezTo>
                    <a:pt x="193" y="320"/>
                    <a:pt x="193" y="320"/>
                    <a:pt x="193" y="320"/>
                  </a:cubicBezTo>
                  <a:cubicBezTo>
                    <a:pt x="196" y="320"/>
                    <a:pt x="200" y="318"/>
                    <a:pt x="202" y="315"/>
                  </a:cubicBezTo>
                  <a:cubicBezTo>
                    <a:pt x="204" y="312"/>
                    <a:pt x="204" y="308"/>
                    <a:pt x="202" y="305"/>
                  </a:cubicBezTo>
                  <a:cubicBezTo>
                    <a:pt x="176" y="243"/>
                    <a:pt x="176" y="243"/>
                    <a:pt x="176" y="243"/>
                  </a:cubicBezTo>
                  <a:cubicBezTo>
                    <a:pt x="185" y="240"/>
                    <a:pt x="193" y="235"/>
                    <a:pt x="201" y="227"/>
                  </a:cubicBezTo>
                  <a:cubicBezTo>
                    <a:pt x="205" y="223"/>
                    <a:pt x="209" y="218"/>
                    <a:pt x="212" y="213"/>
                  </a:cubicBezTo>
                  <a:cubicBezTo>
                    <a:pt x="213" y="213"/>
                    <a:pt x="213" y="213"/>
                    <a:pt x="214" y="213"/>
                  </a:cubicBezTo>
                  <a:cubicBezTo>
                    <a:pt x="215" y="213"/>
                    <a:pt x="216" y="213"/>
                    <a:pt x="217" y="213"/>
                  </a:cubicBezTo>
                  <a:cubicBezTo>
                    <a:pt x="236" y="207"/>
                    <a:pt x="254" y="191"/>
                    <a:pt x="270" y="177"/>
                  </a:cubicBezTo>
                  <a:cubicBezTo>
                    <a:pt x="309" y="140"/>
                    <a:pt x="322" y="92"/>
                    <a:pt x="298" y="67"/>
                  </a:cubicBezTo>
                  <a:close/>
                  <a:moveTo>
                    <a:pt x="66" y="161"/>
                  </a:moveTo>
                  <a:cubicBezTo>
                    <a:pt x="37" y="134"/>
                    <a:pt x="24" y="97"/>
                    <a:pt x="39" y="81"/>
                  </a:cubicBezTo>
                  <a:cubicBezTo>
                    <a:pt x="46" y="74"/>
                    <a:pt x="60" y="72"/>
                    <a:pt x="77" y="77"/>
                  </a:cubicBezTo>
                  <a:cubicBezTo>
                    <a:pt x="79" y="112"/>
                    <a:pt x="85" y="153"/>
                    <a:pt x="97" y="186"/>
                  </a:cubicBezTo>
                  <a:cubicBezTo>
                    <a:pt x="86" y="179"/>
                    <a:pt x="76" y="170"/>
                    <a:pt x="66" y="161"/>
                  </a:cubicBezTo>
                  <a:close/>
                  <a:moveTo>
                    <a:pt x="145" y="298"/>
                  </a:moveTo>
                  <a:cubicBezTo>
                    <a:pt x="161" y="262"/>
                    <a:pt x="161" y="262"/>
                    <a:pt x="161" y="262"/>
                  </a:cubicBezTo>
                  <a:cubicBezTo>
                    <a:pt x="176" y="298"/>
                    <a:pt x="176" y="298"/>
                    <a:pt x="176" y="298"/>
                  </a:cubicBezTo>
                  <a:lnTo>
                    <a:pt x="145" y="298"/>
                  </a:lnTo>
                  <a:close/>
                  <a:moveTo>
                    <a:pt x="185" y="213"/>
                  </a:moveTo>
                  <a:cubicBezTo>
                    <a:pt x="178" y="220"/>
                    <a:pt x="170" y="224"/>
                    <a:pt x="161" y="224"/>
                  </a:cubicBezTo>
                  <a:cubicBezTo>
                    <a:pt x="151" y="224"/>
                    <a:pt x="143" y="220"/>
                    <a:pt x="136" y="213"/>
                  </a:cubicBezTo>
                  <a:cubicBezTo>
                    <a:pt x="102" y="177"/>
                    <a:pt x="96" y="70"/>
                    <a:pt x="96" y="21"/>
                  </a:cubicBezTo>
                  <a:cubicBezTo>
                    <a:pt x="225" y="21"/>
                    <a:pt x="225" y="21"/>
                    <a:pt x="225" y="21"/>
                  </a:cubicBezTo>
                  <a:cubicBezTo>
                    <a:pt x="225" y="70"/>
                    <a:pt x="220" y="177"/>
                    <a:pt x="185" y="213"/>
                  </a:cubicBezTo>
                  <a:close/>
                  <a:moveTo>
                    <a:pt x="255" y="161"/>
                  </a:moveTo>
                  <a:cubicBezTo>
                    <a:pt x="246" y="170"/>
                    <a:pt x="235" y="179"/>
                    <a:pt x="225" y="186"/>
                  </a:cubicBezTo>
                  <a:cubicBezTo>
                    <a:pt x="237" y="153"/>
                    <a:pt x="242" y="112"/>
                    <a:pt x="245" y="77"/>
                  </a:cubicBezTo>
                  <a:cubicBezTo>
                    <a:pt x="261" y="72"/>
                    <a:pt x="275" y="74"/>
                    <a:pt x="283" y="81"/>
                  </a:cubicBezTo>
                  <a:cubicBezTo>
                    <a:pt x="297" y="97"/>
                    <a:pt x="284" y="134"/>
                    <a:pt x="255" y="161"/>
                  </a:cubicBezTo>
                  <a:close/>
                </a:path>
              </a:pathLst>
            </a:custGeom>
            <a:grpFill/>
            <a:ln>
              <a:solidFill>
                <a:schemeClr val="accent6">
                  <a:lumMod val="20000"/>
                  <a:lumOff val="80000"/>
                </a:schemeClr>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18" name="Picture 117">
            <a:extLst>
              <a:ext uri="{FF2B5EF4-FFF2-40B4-BE49-F238E27FC236}">
                <a16:creationId xmlns:a16="http://schemas.microsoft.com/office/drawing/2014/main" id="{5408E4B7-DED5-5E25-59B2-14BF3FBE2C9B}"/>
              </a:ext>
            </a:extLst>
          </p:cNvPr>
          <p:cNvPicPr>
            <a:picLocks noChangeAspect="1"/>
          </p:cNvPicPr>
          <p:nvPr/>
        </p:nvPicPr>
        <p:blipFill rotWithShape="1">
          <a:blip r:embed="rId8"/>
          <a:srcRect b="37722"/>
          <a:stretch/>
        </p:blipFill>
        <p:spPr>
          <a:xfrm>
            <a:off x="8437047" y="4281468"/>
            <a:ext cx="3127762" cy="688321"/>
          </a:xfrm>
          <a:prstGeom prst="rect">
            <a:avLst/>
          </a:prstGeom>
        </p:spPr>
      </p:pic>
      <p:pic>
        <p:nvPicPr>
          <p:cNvPr id="119" name="Picture 118">
            <a:extLst>
              <a:ext uri="{FF2B5EF4-FFF2-40B4-BE49-F238E27FC236}">
                <a16:creationId xmlns:a16="http://schemas.microsoft.com/office/drawing/2014/main" id="{8B8CBDB5-730C-5973-3156-212DECC687FF}"/>
              </a:ext>
            </a:extLst>
          </p:cNvPr>
          <p:cNvPicPr>
            <a:picLocks noChangeAspect="1"/>
          </p:cNvPicPr>
          <p:nvPr/>
        </p:nvPicPr>
        <p:blipFill rotWithShape="1">
          <a:blip r:embed="rId9"/>
          <a:srcRect r="68383"/>
          <a:stretch/>
        </p:blipFill>
        <p:spPr>
          <a:xfrm>
            <a:off x="8500866" y="4980699"/>
            <a:ext cx="944202" cy="1297202"/>
          </a:xfrm>
          <a:prstGeom prst="rect">
            <a:avLst/>
          </a:prstGeom>
          <a:ln>
            <a:solidFill>
              <a:schemeClr val="bg1"/>
            </a:solidFill>
          </a:ln>
        </p:spPr>
      </p:pic>
      <p:pic>
        <p:nvPicPr>
          <p:cNvPr id="120" name="Picture 119">
            <a:extLst>
              <a:ext uri="{FF2B5EF4-FFF2-40B4-BE49-F238E27FC236}">
                <a16:creationId xmlns:a16="http://schemas.microsoft.com/office/drawing/2014/main" id="{1A034024-26A4-1813-F29D-B51D6A4CB85F}"/>
              </a:ext>
            </a:extLst>
          </p:cNvPr>
          <p:cNvPicPr>
            <a:picLocks noChangeAspect="1"/>
          </p:cNvPicPr>
          <p:nvPr/>
        </p:nvPicPr>
        <p:blipFill rotWithShape="1">
          <a:blip r:embed="rId10">
            <a:extLst>
              <a:ext uri="{28A0092B-C50C-407E-A947-70E740481C1C}">
                <a14:useLocalDpi xmlns:a14="http://schemas.microsoft.com/office/drawing/2010/main" val="0"/>
              </a:ext>
            </a:extLst>
          </a:blip>
          <a:srcRect l="1" r="510"/>
          <a:stretch/>
        </p:blipFill>
        <p:spPr bwMode="auto">
          <a:xfrm>
            <a:off x="9730138" y="4992940"/>
            <a:ext cx="1748746" cy="1219662"/>
          </a:xfrm>
          <a:prstGeom prst="rect">
            <a:avLst/>
          </a:prstGeom>
          <a:ln>
            <a:solidFill>
              <a:schemeClr val="bg1"/>
            </a:solidFill>
          </a:ln>
          <a:effectLst>
            <a:outerShdw blurRad="50800" dist="38100" dir="2700000" algn="tl" rotWithShape="0">
              <a:prstClr val="black">
                <a:alpha val="40000"/>
              </a:prstClr>
            </a:outerShdw>
          </a:effectLst>
          <a:extLst>
            <a:ext uri="{53640926-AAD7-44D8-BBD7-CCE9431645EC}">
              <a14:shadowObscured xmlns:a14="http://schemas.microsoft.com/office/drawing/2010/main"/>
            </a:ext>
          </a:extLst>
        </p:spPr>
      </p:pic>
      <p:pic>
        <p:nvPicPr>
          <p:cNvPr id="121" name="Picture 2" descr="MD Office, JBVNL (@md_jbvnl) / X">
            <a:extLst>
              <a:ext uri="{FF2B5EF4-FFF2-40B4-BE49-F238E27FC236}">
                <a16:creationId xmlns:a16="http://schemas.microsoft.com/office/drawing/2014/main" id="{981EF4CB-E7FA-9F5C-6F1B-A69CB967B45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9344" y="5541438"/>
            <a:ext cx="606190" cy="606190"/>
          </a:xfrm>
          <a:prstGeom prst="rect">
            <a:avLst/>
          </a:prstGeom>
          <a:noFill/>
          <a:extLst>
            <a:ext uri="{909E8E84-426E-40DD-AFC4-6F175D3DCCD1}">
              <a14:hiddenFill xmlns:a14="http://schemas.microsoft.com/office/drawing/2010/main">
                <a:solidFill>
                  <a:srgbClr val="FFFFFF"/>
                </a:solidFill>
              </a14:hiddenFill>
            </a:ext>
          </a:extLst>
        </p:spPr>
      </p:pic>
      <p:pic>
        <p:nvPicPr>
          <p:cNvPr id="122" name="Picture 4" descr="West Bengal State Electricity ...">
            <a:extLst>
              <a:ext uri="{FF2B5EF4-FFF2-40B4-BE49-F238E27FC236}">
                <a16:creationId xmlns:a16="http://schemas.microsoft.com/office/drawing/2014/main" id="{450268A2-A947-0A73-CDF4-6601EF8C8C1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56639" y="5594778"/>
            <a:ext cx="510759" cy="499509"/>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6" descr="WBPDCL">
            <a:extLst>
              <a:ext uri="{FF2B5EF4-FFF2-40B4-BE49-F238E27FC236}">
                <a16:creationId xmlns:a16="http://schemas.microsoft.com/office/drawing/2014/main" id="{2225B1AE-4E1D-F14B-AAAF-E0FB61B09EC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04176" y="5628930"/>
            <a:ext cx="473494" cy="510760"/>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8" descr="West Bengal State Electricity ...">
            <a:extLst>
              <a:ext uri="{FF2B5EF4-FFF2-40B4-BE49-F238E27FC236}">
                <a16:creationId xmlns:a16="http://schemas.microsoft.com/office/drawing/2014/main" id="{B82F417C-5D12-818F-17CA-7C1CDAEE4AE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80407" y="5595502"/>
            <a:ext cx="510760" cy="510760"/>
          </a:xfrm>
          <a:prstGeom prst="rect">
            <a:avLst/>
          </a:prstGeom>
          <a:noFill/>
          <a:extLst>
            <a:ext uri="{909E8E84-426E-40DD-AFC4-6F175D3DCCD1}">
              <a14:hiddenFill xmlns:a14="http://schemas.microsoft.com/office/drawing/2010/main">
                <a:solidFill>
                  <a:srgbClr val="FFFFFF"/>
                </a:solidFill>
              </a14:hiddenFill>
            </a:ext>
          </a:extLst>
        </p:spPr>
      </p:pic>
      <p:pic>
        <p:nvPicPr>
          <p:cNvPr id="125" name="Picture 124">
            <a:extLst>
              <a:ext uri="{FF2B5EF4-FFF2-40B4-BE49-F238E27FC236}">
                <a16:creationId xmlns:a16="http://schemas.microsoft.com/office/drawing/2014/main" id="{EB5FD2E5-9139-A40E-EE16-F357D6F16924}"/>
              </a:ext>
            </a:extLst>
          </p:cNvPr>
          <p:cNvPicPr>
            <a:picLocks noChangeAspect="1"/>
          </p:cNvPicPr>
          <p:nvPr/>
        </p:nvPicPr>
        <p:blipFill rotWithShape="1">
          <a:blip r:embed="rId15"/>
          <a:srcRect l="2840" t="8716" r="79018"/>
          <a:stretch/>
        </p:blipFill>
        <p:spPr>
          <a:xfrm>
            <a:off x="3190908" y="5489657"/>
            <a:ext cx="628901" cy="679649"/>
          </a:xfrm>
          <a:prstGeom prst="rect">
            <a:avLst/>
          </a:prstGeom>
        </p:spPr>
      </p:pic>
      <p:pic>
        <p:nvPicPr>
          <p:cNvPr id="126" name="Picture 12" descr="Ministry of Power (India) - Wikipedia">
            <a:extLst>
              <a:ext uri="{FF2B5EF4-FFF2-40B4-BE49-F238E27FC236}">
                <a16:creationId xmlns:a16="http://schemas.microsoft.com/office/drawing/2014/main" id="{C8CC03A7-2248-0848-381A-3E162F911C3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457752" y="2671147"/>
            <a:ext cx="691104" cy="338017"/>
          </a:xfrm>
          <a:prstGeom prst="rect">
            <a:avLst/>
          </a:prstGeom>
          <a:noFill/>
          <a:extLst>
            <a:ext uri="{909E8E84-426E-40DD-AFC4-6F175D3DCCD1}">
              <a14:hiddenFill xmlns:a14="http://schemas.microsoft.com/office/drawing/2010/main">
                <a:solidFill>
                  <a:srgbClr val="FFFFFF"/>
                </a:solidFill>
              </a14:hiddenFill>
            </a:ext>
          </a:extLst>
        </p:spPr>
      </p:pic>
      <p:sp>
        <p:nvSpPr>
          <p:cNvPr id="1027" name="TextBox 1026">
            <a:extLst>
              <a:ext uri="{FF2B5EF4-FFF2-40B4-BE49-F238E27FC236}">
                <a16:creationId xmlns:a16="http://schemas.microsoft.com/office/drawing/2014/main" id="{A278E788-2A51-A407-1A3B-BB8FA8594ED3}"/>
              </a:ext>
            </a:extLst>
          </p:cNvPr>
          <p:cNvSpPr txBox="1"/>
          <p:nvPr/>
        </p:nvSpPr>
        <p:spPr>
          <a:xfrm>
            <a:off x="669344" y="4512365"/>
            <a:ext cx="741681" cy="430887"/>
          </a:xfrm>
          <a:prstGeom prst="rect">
            <a:avLst/>
          </a:prstGeom>
          <a:noFill/>
        </p:spPr>
        <p:txBody>
          <a:bodyPr wrap="square" lIns="0" tIns="0" rIns="0" bIns="0" rtlCol="0">
            <a:spAutoFit/>
          </a:bodyPr>
          <a:lstStyle/>
          <a:p>
            <a:pPr>
              <a:spcBef>
                <a:spcPts val="600"/>
              </a:spcBef>
              <a:buSzPct val="100000"/>
            </a:pPr>
            <a:r>
              <a:rPr lang="en-US" sz="2800">
                <a:solidFill>
                  <a:schemeClr val="accent2"/>
                </a:solidFill>
                <a:latin typeface="Verdana" panose="020B0604030504040204" pitchFamily="34" charset="0"/>
                <a:ea typeface="Verdana" panose="020B0604030504040204" pitchFamily="34" charset="0"/>
              </a:rPr>
              <a:t>50+</a:t>
            </a:r>
          </a:p>
        </p:txBody>
      </p:sp>
      <p:pic>
        <p:nvPicPr>
          <p:cNvPr id="1028" name="Picture 2">
            <a:extLst>
              <a:ext uri="{FF2B5EF4-FFF2-40B4-BE49-F238E27FC236}">
                <a16:creationId xmlns:a16="http://schemas.microsoft.com/office/drawing/2014/main" id="{F3D5EE11-A0FC-A94D-2BB6-6E338687D59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49814" y="2663890"/>
            <a:ext cx="845435" cy="35898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4" descr="Power Finance Corporation - Wikipedia">
            <a:extLst>
              <a:ext uri="{FF2B5EF4-FFF2-40B4-BE49-F238E27FC236}">
                <a16:creationId xmlns:a16="http://schemas.microsoft.com/office/drawing/2014/main" id="{481C44B5-4AA1-F579-C310-752A0B129CD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179560" y="2590546"/>
            <a:ext cx="409807" cy="432324"/>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1030">
            <a:extLst>
              <a:ext uri="{FF2B5EF4-FFF2-40B4-BE49-F238E27FC236}">
                <a16:creationId xmlns:a16="http://schemas.microsoft.com/office/drawing/2014/main" id="{33E534A4-2160-072D-C8AC-E62AA961ED10}"/>
              </a:ext>
            </a:extLst>
          </p:cNvPr>
          <p:cNvPicPr>
            <a:picLocks noChangeAspect="1"/>
          </p:cNvPicPr>
          <p:nvPr/>
        </p:nvPicPr>
        <p:blipFill>
          <a:blip r:embed="rId19"/>
          <a:stretch>
            <a:fillRect/>
          </a:stretch>
        </p:blipFill>
        <p:spPr>
          <a:xfrm>
            <a:off x="8474736" y="3164331"/>
            <a:ext cx="689870" cy="370535"/>
          </a:xfrm>
          <a:prstGeom prst="rect">
            <a:avLst/>
          </a:prstGeom>
        </p:spPr>
      </p:pic>
      <p:pic>
        <p:nvPicPr>
          <p:cNvPr id="1032" name="Picture 8" descr="Bharat Heavy Electricals Limited - Wikipedia">
            <a:extLst>
              <a:ext uri="{FF2B5EF4-FFF2-40B4-BE49-F238E27FC236}">
                <a16:creationId xmlns:a16="http://schemas.microsoft.com/office/drawing/2014/main" id="{852FC858-7F51-E647-1F55-CA6616397CF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369960" y="3159227"/>
            <a:ext cx="436690" cy="35917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NHPC - Wikipedia">
            <a:extLst>
              <a:ext uri="{FF2B5EF4-FFF2-40B4-BE49-F238E27FC236}">
                <a16:creationId xmlns:a16="http://schemas.microsoft.com/office/drawing/2014/main" id="{5A48BC6C-B591-F947-28B9-AA28945A312D}"/>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000928" y="3197106"/>
            <a:ext cx="525754" cy="30250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 progressive move by CERC - Renewable Watch">
            <a:extLst>
              <a:ext uri="{FF2B5EF4-FFF2-40B4-BE49-F238E27FC236}">
                <a16:creationId xmlns:a16="http://schemas.microsoft.com/office/drawing/2014/main" id="{A9FE1336-7EFE-4739-FF9E-B46B972C0FA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433130" y="2616438"/>
            <a:ext cx="445421" cy="42984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GCIL Field Engineer Recruitment : Admission, Registrations, Exam  Date,Counselling, Admit Card ETC - CareerGuide">
            <a:extLst>
              <a:ext uri="{FF2B5EF4-FFF2-40B4-BE49-F238E27FC236}">
                <a16:creationId xmlns:a16="http://schemas.microsoft.com/office/drawing/2014/main" id="{7A5AA547-1376-537B-D3CF-BC3613B04E3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631154" y="3133128"/>
            <a:ext cx="343558" cy="43232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REC Limited - Wikipedia">
            <a:extLst>
              <a:ext uri="{FF2B5EF4-FFF2-40B4-BE49-F238E27FC236}">
                <a16:creationId xmlns:a16="http://schemas.microsoft.com/office/drawing/2014/main" id="{B490A079-2CC8-09E8-3853-977C332D0866}"/>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129899" y="3190037"/>
            <a:ext cx="541353" cy="345450"/>
          </a:xfrm>
          <a:prstGeom prst="rect">
            <a:avLst/>
          </a:prstGeom>
          <a:noFill/>
          <a:extLst>
            <a:ext uri="{909E8E84-426E-40DD-AFC4-6F175D3DCCD1}">
              <a14:hiddenFill xmlns:a14="http://schemas.microsoft.com/office/drawing/2010/main">
                <a:solidFill>
                  <a:srgbClr val="FFFFFF"/>
                </a:solidFill>
              </a14:hiddenFill>
            </a:ext>
          </a:extLst>
        </p:spPr>
      </p:pic>
      <p:sp>
        <p:nvSpPr>
          <p:cNvPr id="1033" name="TextBox 1032">
            <a:extLst>
              <a:ext uri="{FF2B5EF4-FFF2-40B4-BE49-F238E27FC236}">
                <a16:creationId xmlns:a16="http://schemas.microsoft.com/office/drawing/2014/main" id="{36F834BE-7EB0-B891-3309-C2C44E564CB8}"/>
              </a:ext>
            </a:extLst>
          </p:cNvPr>
          <p:cNvSpPr txBox="1"/>
          <p:nvPr/>
        </p:nvSpPr>
        <p:spPr>
          <a:xfrm>
            <a:off x="1524961" y="4512365"/>
            <a:ext cx="2331144" cy="553998"/>
          </a:xfrm>
          <a:prstGeom prst="rect">
            <a:avLst/>
          </a:prstGeom>
          <a:noFill/>
        </p:spPr>
        <p:txBody>
          <a:bodyPr wrap="square" lIns="0" tIns="0" rIns="0" bIns="0" rtlCol="0">
            <a:spAutoFit/>
          </a:bodyPr>
          <a:lstStyle/>
          <a:p>
            <a:pPr algn="ctr">
              <a:spcBef>
                <a:spcPts val="600"/>
              </a:spcBef>
              <a:buSzPct val="100000"/>
            </a:pPr>
            <a:r>
              <a:rPr lang="en-US" sz="1200" b="1">
                <a:solidFill>
                  <a:schemeClr val="accent6"/>
                </a:solidFill>
                <a:latin typeface="Verdana" panose="020B0604030504040204" pitchFamily="34" charset="0"/>
                <a:ea typeface="Verdana" panose="020B0604030504040204" pitchFamily="34" charset="0"/>
              </a:rPr>
              <a:t>Projects</a:t>
            </a:r>
            <a:r>
              <a:rPr lang="en-US" sz="1000">
                <a:solidFill>
                  <a:srgbClr val="313131"/>
                </a:solidFill>
                <a:latin typeface="Verdana" panose="020B0604030504040204" pitchFamily="34" charset="0"/>
                <a:ea typeface="Verdana" panose="020B0604030504040204" pitchFamily="34" charset="0"/>
              </a:rPr>
              <a:t> with state and private entities in </a:t>
            </a:r>
            <a:r>
              <a:rPr lang="en-US" sz="1200" b="1">
                <a:solidFill>
                  <a:schemeClr val="accent6"/>
                </a:solidFill>
                <a:latin typeface="Verdana" panose="020B0604030504040204" pitchFamily="34" charset="0"/>
                <a:ea typeface="Verdana" panose="020B0604030504040204" pitchFamily="34" charset="0"/>
              </a:rPr>
              <a:t>West Bengal and</a:t>
            </a:r>
            <a:r>
              <a:rPr lang="en-US" sz="1000">
                <a:solidFill>
                  <a:srgbClr val="313131"/>
                </a:solidFill>
                <a:latin typeface="Verdana" panose="020B0604030504040204" pitchFamily="34" charset="0"/>
                <a:ea typeface="Verdana" panose="020B0604030504040204" pitchFamily="34" charset="0"/>
              </a:rPr>
              <a:t> </a:t>
            </a:r>
            <a:r>
              <a:rPr lang="en-US" sz="1200" b="1">
                <a:solidFill>
                  <a:schemeClr val="accent6"/>
                </a:solidFill>
                <a:latin typeface="Verdana" panose="020B0604030504040204" pitchFamily="34" charset="0"/>
                <a:ea typeface="Verdana" panose="020B0604030504040204" pitchFamily="34" charset="0"/>
              </a:rPr>
              <a:t>Jharkhand</a:t>
            </a:r>
          </a:p>
        </p:txBody>
      </p:sp>
      <p:cxnSp>
        <p:nvCxnSpPr>
          <p:cNvPr id="1037" name="Straight Connector 1036">
            <a:extLst>
              <a:ext uri="{FF2B5EF4-FFF2-40B4-BE49-F238E27FC236}">
                <a16:creationId xmlns:a16="http://schemas.microsoft.com/office/drawing/2014/main" id="{F7133FB8-DB41-6E19-164B-479C75E387FE}"/>
              </a:ext>
            </a:extLst>
          </p:cNvPr>
          <p:cNvCxnSpPr/>
          <p:nvPr/>
        </p:nvCxnSpPr>
        <p:spPr>
          <a:xfrm>
            <a:off x="822329" y="5327374"/>
            <a:ext cx="2835271" cy="0"/>
          </a:xfrm>
          <a:prstGeom prst="line">
            <a:avLst/>
          </a:prstGeom>
          <a:ln>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39" name="Rectangle 1038">
            <a:extLst>
              <a:ext uri="{FF2B5EF4-FFF2-40B4-BE49-F238E27FC236}">
                <a16:creationId xmlns:a16="http://schemas.microsoft.com/office/drawing/2014/main" id="{8536E30A-EF1E-842C-AC74-2DB09BED6807}"/>
              </a:ext>
            </a:extLst>
          </p:cNvPr>
          <p:cNvSpPr/>
          <p:nvPr/>
        </p:nvSpPr>
        <p:spPr bwMode="gray">
          <a:xfrm>
            <a:off x="1649064" y="5188415"/>
            <a:ext cx="1106424" cy="291356"/>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a:latin typeface="Verdana" panose="020B0604030504040204" pitchFamily="34" charset="0"/>
                <a:ea typeface="Verdana" panose="020B0604030504040204" pitchFamily="34" charset="0"/>
              </a:rPr>
              <a:t>Clientele</a:t>
            </a:r>
          </a:p>
        </p:txBody>
      </p:sp>
      <p:cxnSp>
        <p:nvCxnSpPr>
          <p:cNvPr id="1041" name="Straight Connector 1040">
            <a:extLst>
              <a:ext uri="{FF2B5EF4-FFF2-40B4-BE49-F238E27FC236}">
                <a16:creationId xmlns:a16="http://schemas.microsoft.com/office/drawing/2014/main" id="{0C044484-7EBC-09B8-F4AB-415935192823}"/>
              </a:ext>
            </a:extLst>
          </p:cNvPr>
          <p:cNvCxnSpPr/>
          <p:nvPr/>
        </p:nvCxnSpPr>
        <p:spPr>
          <a:xfrm>
            <a:off x="8624372" y="2417034"/>
            <a:ext cx="2835271" cy="0"/>
          </a:xfrm>
          <a:prstGeom prst="line">
            <a:avLst/>
          </a:prstGeom>
          <a:ln>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42" name="Rectangle 1041">
            <a:extLst>
              <a:ext uri="{FF2B5EF4-FFF2-40B4-BE49-F238E27FC236}">
                <a16:creationId xmlns:a16="http://schemas.microsoft.com/office/drawing/2014/main" id="{D3722828-EF21-1880-CE38-0B8D5C604BC4}"/>
              </a:ext>
            </a:extLst>
          </p:cNvPr>
          <p:cNvSpPr/>
          <p:nvPr/>
        </p:nvSpPr>
        <p:spPr bwMode="gray">
          <a:xfrm>
            <a:off x="9451107" y="2278075"/>
            <a:ext cx="1106424" cy="291356"/>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a:latin typeface="Verdana" panose="020B0604030504040204" pitchFamily="34" charset="0"/>
                <a:ea typeface="Verdana" panose="020B0604030504040204" pitchFamily="34" charset="0"/>
              </a:rPr>
              <a:t>Clientele</a:t>
            </a:r>
          </a:p>
        </p:txBody>
      </p:sp>
      <p:sp>
        <p:nvSpPr>
          <p:cNvPr id="1043" name="TextBox 1042">
            <a:extLst>
              <a:ext uri="{FF2B5EF4-FFF2-40B4-BE49-F238E27FC236}">
                <a16:creationId xmlns:a16="http://schemas.microsoft.com/office/drawing/2014/main" id="{14CC806E-BDB8-DF49-9B48-CE19FD749A64}"/>
              </a:ext>
            </a:extLst>
          </p:cNvPr>
          <p:cNvSpPr txBox="1"/>
          <p:nvPr/>
        </p:nvSpPr>
        <p:spPr>
          <a:xfrm>
            <a:off x="8447808" y="1771543"/>
            <a:ext cx="741681" cy="369332"/>
          </a:xfrm>
          <a:prstGeom prst="rect">
            <a:avLst/>
          </a:prstGeom>
          <a:noFill/>
        </p:spPr>
        <p:txBody>
          <a:bodyPr wrap="square" lIns="0" tIns="0" rIns="0" bIns="0" rtlCol="0">
            <a:spAutoFit/>
          </a:bodyPr>
          <a:lstStyle/>
          <a:p>
            <a:pPr>
              <a:spcBef>
                <a:spcPts val="600"/>
              </a:spcBef>
              <a:buSzPct val="100000"/>
            </a:pPr>
            <a:r>
              <a:rPr lang="en-US" sz="2400">
                <a:solidFill>
                  <a:schemeClr val="accent2"/>
                </a:solidFill>
                <a:latin typeface="Verdana" panose="020B0604030504040204" pitchFamily="34" charset="0"/>
                <a:ea typeface="Verdana" panose="020B0604030504040204" pitchFamily="34" charset="0"/>
              </a:rPr>
              <a:t>20+</a:t>
            </a:r>
          </a:p>
        </p:txBody>
      </p:sp>
      <p:sp>
        <p:nvSpPr>
          <p:cNvPr id="1044" name="TextBox 1043">
            <a:extLst>
              <a:ext uri="{FF2B5EF4-FFF2-40B4-BE49-F238E27FC236}">
                <a16:creationId xmlns:a16="http://schemas.microsoft.com/office/drawing/2014/main" id="{B3AED7E8-9FBE-206B-2582-2D0E1F6C9B16}"/>
              </a:ext>
            </a:extLst>
          </p:cNvPr>
          <p:cNvSpPr txBox="1"/>
          <p:nvPr/>
        </p:nvSpPr>
        <p:spPr>
          <a:xfrm>
            <a:off x="9321519" y="1751197"/>
            <a:ext cx="2331144" cy="369332"/>
          </a:xfrm>
          <a:prstGeom prst="rect">
            <a:avLst/>
          </a:prstGeom>
          <a:noFill/>
        </p:spPr>
        <p:txBody>
          <a:bodyPr wrap="square" lIns="0" tIns="0" rIns="0" bIns="0" rtlCol="0">
            <a:spAutoFit/>
          </a:bodyPr>
          <a:lstStyle/>
          <a:p>
            <a:pPr algn="ctr">
              <a:spcBef>
                <a:spcPts val="600"/>
              </a:spcBef>
              <a:buSzPct val="100000"/>
            </a:pPr>
            <a:r>
              <a:rPr lang="en-US" sz="1200" b="1">
                <a:solidFill>
                  <a:schemeClr val="accent6"/>
                </a:solidFill>
                <a:latin typeface="Verdana" panose="020B0604030504040204" pitchFamily="34" charset="0"/>
                <a:ea typeface="Verdana" panose="020B0604030504040204" pitchFamily="34" charset="0"/>
              </a:rPr>
              <a:t>Projects</a:t>
            </a:r>
            <a:r>
              <a:rPr lang="en-US" sz="1000">
                <a:solidFill>
                  <a:srgbClr val="313131"/>
                </a:solidFill>
                <a:latin typeface="Verdana" panose="020B0604030504040204" pitchFamily="34" charset="0"/>
                <a:ea typeface="Verdana" panose="020B0604030504040204" pitchFamily="34" charset="0"/>
              </a:rPr>
              <a:t> with </a:t>
            </a:r>
            <a:r>
              <a:rPr lang="en-US" sz="1200" b="1">
                <a:solidFill>
                  <a:schemeClr val="accent6"/>
                </a:solidFill>
                <a:latin typeface="Verdana" panose="020B0604030504040204" pitchFamily="34" charset="0"/>
                <a:ea typeface="Verdana" panose="020B0604030504040204" pitchFamily="34" charset="0"/>
              </a:rPr>
              <a:t>central ministries and PSUs. </a:t>
            </a:r>
          </a:p>
        </p:txBody>
      </p:sp>
      <p:pic>
        <p:nvPicPr>
          <p:cNvPr id="1045" name="Picture 1044" descr="A person in a suit and tie&#10;&#10;Description automatically generated with medium confidence">
            <a:extLst>
              <a:ext uri="{FF2B5EF4-FFF2-40B4-BE49-F238E27FC236}">
                <a16:creationId xmlns:a16="http://schemas.microsoft.com/office/drawing/2014/main" id="{78E13159-2C7B-91B7-1FFF-FF4138037EFD}"/>
              </a:ext>
            </a:extLst>
          </p:cNvPr>
          <p:cNvPicPr preferRelativeResize="0">
            <a:picLocks/>
          </p:cNvPicPr>
          <p:nvPr/>
        </p:nvPicPr>
        <p:blipFill>
          <a:blip r:embed="rId25"/>
          <a:stretch>
            <a:fillRect/>
          </a:stretch>
        </p:blipFill>
        <p:spPr>
          <a:xfrm>
            <a:off x="7146706" y="1715009"/>
            <a:ext cx="504260" cy="504260"/>
          </a:xfrm>
          <a:prstGeom prst="ellipse">
            <a:avLst/>
          </a:prstGeom>
          <a:ln w="3175">
            <a:solidFill>
              <a:schemeClr val="tx2">
                <a:lumMod val="60000"/>
                <a:lumOff val="40000"/>
              </a:schemeClr>
            </a:solidFill>
          </a:ln>
        </p:spPr>
      </p:pic>
      <p:pic>
        <p:nvPicPr>
          <p:cNvPr id="1046" name="Picture 1045">
            <a:extLst>
              <a:ext uri="{FF2B5EF4-FFF2-40B4-BE49-F238E27FC236}">
                <a16:creationId xmlns:a16="http://schemas.microsoft.com/office/drawing/2014/main" id="{5AC103E6-5EAF-FB7F-C017-7B373AD08846}"/>
              </a:ext>
            </a:extLst>
          </p:cNvPr>
          <p:cNvPicPr>
            <a:picLocks/>
          </p:cNvPicPr>
          <p:nvPr/>
        </p:nvPicPr>
        <p:blipFill rotWithShape="1">
          <a:blip r:embed="rId26"/>
          <a:srcRect/>
          <a:stretch/>
        </p:blipFill>
        <p:spPr>
          <a:xfrm>
            <a:off x="4548515" y="1704378"/>
            <a:ext cx="504260" cy="504260"/>
          </a:xfrm>
          <a:prstGeom prst="ellipse">
            <a:avLst/>
          </a:prstGeom>
          <a:ln w="3175">
            <a:solidFill>
              <a:schemeClr val="tx2">
                <a:lumMod val="60000"/>
                <a:lumOff val="40000"/>
              </a:schemeClr>
            </a:solidFill>
          </a:ln>
        </p:spPr>
      </p:pic>
      <p:pic>
        <p:nvPicPr>
          <p:cNvPr id="1047" name="Picture 3" descr="image007">
            <a:extLst>
              <a:ext uri="{FF2B5EF4-FFF2-40B4-BE49-F238E27FC236}">
                <a16:creationId xmlns:a16="http://schemas.microsoft.com/office/drawing/2014/main" id="{52FD0508-0FCA-41E6-3381-47FE89AB1749}"/>
              </a:ext>
            </a:extLst>
          </p:cNvPr>
          <p:cNvPicPr preferRelativeResize="0">
            <a:picLocks noChangeArrowheads="1"/>
          </p:cNvPicPr>
          <p:nvPr/>
        </p:nvPicPr>
        <p:blipFill rotWithShape="1">
          <a:blip r:embed="rId27" cstate="screen">
            <a:extLst>
              <a:ext uri="{28A0092B-C50C-407E-A947-70E740481C1C}">
                <a14:useLocalDpi xmlns:a14="http://schemas.microsoft.com/office/drawing/2010/main"/>
              </a:ext>
            </a:extLst>
          </a:blip>
          <a:srcRect/>
          <a:stretch/>
        </p:blipFill>
        <p:spPr bwMode="auto">
          <a:xfrm>
            <a:off x="5410693" y="1714810"/>
            <a:ext cx="504260" cy="504260"/>
          </a:xfrm>
          <a:prstGeom prst="ellipse">
            <a:avLst/>
          </a:prstGeom>
          <a:ln w="3175">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sp>
        <p:nvSpPr>
          <p:cNvPr id="1048" name="object 10">
            <a:extLst>
              <a:ext uri="{FF2B5EF4-FFF2-40B4-BE49-F238E27FC236}">
                <a16:creationId xmlns:a16="http://schemas.microsoft.com/office/drawing/2014/main" id="{42BF84ED-0D4C-E9EE-587A-F4760334805C}"/>
              </a:ext>
            </a:extLst>
          </p:cNvPr>
          <p:cNvSpPr txBox="1">
            <a:spLocks/>
          </p:cNvSpPr>
          <p:nvPr/>
        </p:nvSpPr>
        <p:spPr>
          <a:xfrm>
            <a:off x="6875890" y="2282148"/>
            <a:ext cx="1099204" cy="312906"/>
          </a:xfrm>
          <a:prstGeom prst="rect">
            <a:avLst/>
          </a:prstGeom>
        </p:spPr>
        <p:txBody>
          <a:bodyPr vert="horz" wrap="square" lIns="0" tIns="0" rIns="0" bIns="0" rtlCol="0">
            <a:spAutoFit/>
          </a:bodyPr>
          <a:lstStyle/>
          <a:p>
            <a:pPr algn="ctr">
              <a:spcBef>
                <a:spcPts val="95"/>
              </a:spcBef>
              <a:buSzPct val="100000"/>
            </a:pPr>
            <a:r>
              <a:rPr lang="en-GB" sz="1050">
                <a:solidFill>
                  <a:schemeClr val="accent6"/>
                </a:solidFill>
                <a:latin typeface="Verdana" panose="020B0604030504040204" pitchFamily="34" charset="0"/>
                <a:ea typeface="Verdana" panose="020B0604030504040204" pitchFamily="34" charset="0"/>
                <a:cs typeface="Calibri" panose="020F0502020204030204" pitchFamily="34" charset="0"/>
              </a:rPr>
              <a:t>Samrat Roy</a:t>
            </a:r>
          </a:p>
          <a:p>
            <a:pPr algn="ctr">
              <a:spcBef>
                <a:spcPts val="95"/>
              </a:spcBef>
              <a:buSzPct val="100000"/>
            </a:pPr>
            <a:r>
              <a:rPr lang="en-GB" sz="900">
                <a:latin typeface="Verdana" panose="020B0604030504040204" pitchFamily="34" charset="0"/>
                <a:ea typeface="Verdana" panose="020B0604030504040204" pitchFamily="34" charset="0"/>
                <a:cs typeface="Calibri" panose="020F0502020204030204" pitchFamily="34" charset="0"/>
              </a:rPr>
              <a:t>Team Lead</a:t>
            </a:r>
          </a:p>
        </p:txBody>
      </p:sp>
      <p:sp>
        <p:nvSpPr>
          <p:cNvPr id="1049" name="object 10">
            <a:extLst>
              <a:ext uri="{FF2B5EF4-FFF2-40B4-BE49-F238E27FC236}">
                <a16:creationId xmlns:a16="http://schemas.microsoft.com/office/drawing/2014/main" id="{90C39A15-1C6B-84CE-231C-B791B20BE5DB}"/>
              </a:ext>
            </a:extLst>
          </p:cNvPr>
          <p:cNvSpPr txBox="1">
            <a:spLocks/>
          </p:cNvSpPr>
          <p:nvPr/>
        </p:nvSpPr>
        <p:spPr>
          <a:xfrm>
            <a:off x="4339982" y="2277328"/>
            <a:ext cx="1002804" cy="300082"/>
          </a:xfrm>
          <a:prstGeom prst="rect">
            <a:avLst/>
          </a:prstGeom>
        </p:spPr>
        <p:txBody>
          <a:bodyPr vert="horz" wrap="square" lIns="0" tIns="0" rIns="0" bIns="0" rtlCol="0">
            <a:spAutoFit/>
          </a:bodyPr>
          <a:lstStyle/>
          <a:p>
            <a:pPr algn="ctr">
              <a:buSzPct val="100000"/>
            </a:pPr>
            <a:r>
              <a:rPr lang="en-US" sz="1050">
                <a:solidFill>
                  <a:schemeClr val="accent6"/>
                </a:solidFill>
                <a:latin typeface="Verdana" panose="020B0604030504040204" pitchFamily="34" charset="0"/>
                <a:ea typeface="Verdana" panose="020B0604030504040204" pitchFamily="34" charset="0"/>
                <a:cs typeface="Calibri" panose="020F0502020204030204" pitchFamily="34" charset="0"/>
              </a:rPr>
              <a:t>S. Patnaik</a:t>
            </a:r>
          </a:p>
          <a:p>
            <a:pPr algn="ctr">
              <a:buSzPct val="100000"/>
            </a:pPr>
            <a:r>
              <a:rPr lang="en-US" sz="900">
                <a:latin typeface="Verdana" panose="020B0604030504040204" pitchFamily="34" charset="0"/>
                <a:ea typeface="Verdana" panose="020B0604030504040204" pitchFamily="34" charset="0"/>
                <a:cs typeface="Calibri" panose="020F0502020204030204" pitchFamily="34" charset="0"/>
              </a:rPr>
              <a:t>GPS Leader</a:t>
            </a:r>
          </a:p>
        </p:txBody>
      </p:sp>
      <p:sp>
        <p:nvSpPr>
          <p:cNvPr id="1050" name="object 10">
            <a:extLst>
              <a:ext uri="{FF2B5EF4-FFF2-40B4-BE49-F238E27FC236}">
                <a16:creationId xmlns:a16="http://schemas.microsoft.com/office/drawing/2014/main" id="{30BF4544-9CE7-19A3-8B68-B47411934D9B}"/>
              </a:ext>
            </a:extLst>
          </p:cNvPr>
          <p:cNvSpPr txBox="1">
            <a:spLocks/>
          </p:cNvSpPr>
          <p:nvPr/>
        </p:nvSpPr>
        <p:spPr>
          <a:xfrm>
            <a:off x="5294980" y="2277328"/>
            <a:ext cx="796807" cy="300082"/>
          </a:xfrm>
          <a:prstGeom prst="rect">
            <a:avLst/>
          </a:prstGeom>
        </p:spPr>
        <p:txBody>
          <a:bodyPr vert="horz" wrap="square" lIns="0" tIns="0" rIns="0" bIns="0" rtlCol="0">
            <a:spAutoFit/>
          </a:bodyPr>
          <a:lstStyle/>
          <a:p>
            <a:pPr algn="ctr">
              <a:buSzPct val="100000"/>
            </a:pPr>
            <a:r>
              <a:rPr lang="en-US" sz="1050">
                <a:solidFill>
                  <a:schemeClr val="accent6"/>
                </a:solidFill>
                <a:latin typeface="Verdana" panose="020B0604030504040204" pitchFamily="34" charset="0"/>
                <a:ea typeface="Verdana" panose="020B0604030504040204" pitchFamily="34" charset="0"/>
                <a:cs typeface="Calibri" panose="020F0502020204030204" pitchFamily="34" charset="0"/>
              </a:rPr>
              <a:t>A. Dwivedi</a:t>
            </a:r>
          </a:p>
          <a:p>
            <a:pPr lvl="0" indent="0" algn="ctr">
              <a:spcBef>
                <a:spcPts val="5"/>
              </a:spcBef>
              <a:spcAft>
                <a:spcPts val="600"/>
              </a:spcAft>
              <a:buNone/>
            </a:pPr>
            <a:r>
              <a:rPr lang="en-ZA" sz="900">
                <a:latin typeface="Verdana" panose="020B0604030504040204" pitchFamily="34" charset="0"/>
                <a:ea typeface="Verdana" panose="020B0604030504040204" pitchFamily="34" charset="0"/>
                <a:cs typeface="Calibri" panose="020F0502020204030204" pitchFamily="34" charset="0"/>
              </a:rPr>
              <a:t>ERI Leader</a:t>
            </a:r>
          </a:p>
        </p:txBody>
      </p:sp>
      <p:sp>
        <p:nvSpPr>
          <p:cNvPr id="1051" name="TextBox 1050">
            <a:extLst>
              <a:ext uri="{FF2B5EF4-FFF2-40B4-BE49-F238E27FC236}">
                <a16:creationId xmlns:a16="http://schemas.microsoft.com/office/drawing/2014/main" id="{192DBCCB-93E9-C33B-742E-18145580727C}"/>
              </a:ext>
            </a:extLst>
          </p:cNvPr>
          <p:cNvSpPr txBox="1"/>
          <p:nvPr/>
        </p:nvSpPr>
        <p:spPr>
          <a:xfrm>
            <a:off x="4542394" y="2782989"/>
            <a:ext cx="3323172" cy="738664"/>
          </a:xfrm>
          <a:prstGeom prst="rect">
            <a:avLst/>
          </a:prstGeom>
          <a:noFill/>
        </p:spPr>
        <p:txBody>
          <a:bodyPr wrap="square" lIns="0" tIns="0" rIns="0" bIns="0" rtlCol="0">
            <a:spAutoFit/>
          </a:bodyPr>
          <a:lstStyle/>
          <a:p>
            <a:pPr algn="ctr">
              <a:spcBef>
                <a:spcPts val="600"/>
              </a:spcBef>
              <a:buSzPct val="100000"/>
            </a:pPr>
            <a:r>
              <a:rPr lang="en-US" sz="1000">
                <a:latin typeface="Verdana" panose="020B0604030504040204" pitchFamily="34" charset="0"/>
                <a:ea typeface="Verdana" panose="020B0604030504040204" pitchFamily="34" charset="0"/>
              </a:rPr>
              <a:t>The Leadership Team had led the </a:t>
            </a:r>
            <a:r>
              <a:rPr lang="en-US" sz="1200" b="1">
                <a:solidFill>
                  <a:schemeClr val="accent6"/>
                </a:solidFill>
                <a:latin typeface="Verdana" panose="020B0604030504040204" pitchFamily="34" charset="0"/>
                <a:ea typeface="Verdana" panose="020B0604030504040204" pitchFamily="34" charset="0"/>
              </a:rPr>
              <a:t>DVC Corporate Plan and Regulatory assignment</a:t>
            </a:r>
            <a:r>
              <a:rPr lang="en-US" sz="1000">
                <a:latin typeface="Verdana" panose="020B0604030504040204" pitchFamily="34" charset="0"/>
                <a:ea typeface="Verdana" panose="020B0604030504040204" pitchFamily="34" charset="0"/>
              </a:rPr>
              <a:t> and currently advising on the </a:t>
            </a:r>
            <a:r>
              <a:rPr lang="en-US" sz="1200" b="1">
                <a:solidFill>
                  <a:schemeClr val="accent6"/>
                </a:solidFill>
                <a:latin typeface="Verdana" panose="020B0604030504040204" pitchFamily="34" charset="0"/>
                <a:ea typeface="Verdana" panose="020B0604030504040204" pitchFamily="34" charset="0"/>
              </a:rPr>
              <a:t>ERP transformation</a:t>
            </a:r>
          </a:p>
        </p:txBody>
      </p:sp>
      <p:sp>
        <p:nvSpPr>
          <p:cNvPr id="1052" name="TextBox 1051">
            <a:extLst>
              <a:ext uri="{FF2B5EF4-FFF2-40B4-BE49-F238E27FC236}">
                <a16:creationId xmlns:a16="http://schemas.microsoft.com/office/drawing/2014/main" id="{65888F82-5DD7-7F36-CDC1-B882ABAC1B26}"/>
              </a:ext>
            </a:extLst>
          </p:cNvPr>
          <p:cNvSpPr txBox="1"/>
          <p:nvPr/>
        </p:nvSpPr>
        <p:spPr>
          <a:xfrm>
            <a:off x="4523294" y="4346880"/>
            <a:ext cx="741681" cy="430887"/>
          </a:xfrm>
          <a:prstGeom prst="rect">
            <a:avLst/>
          </a:prstGeom>
          <a:noFill/>
        </p:spPr>
        <p:txBody>
          <a:bodyPr wrap="square" lIns="0" tIns="0" rIns="0" bIns="0" rtlCol="0">
            <a:spAutoFit/>
          </a:bodyPr>
          <a:lstStyle/>
          <a:p>
            <a:pPr>
              <a:spcBef>
                <a:spcPts val="600"/>
              </a:spcBef>
              <a:buSzPct val="100000"/>
            </a:pPr>
            <a:r>
              <a:rPr lang="en-US" sz="2800">
                <a:solidFill>
                  <a:schemeClr val="accent2"/>
                </a:solidFill>
                <a:latin typeface="Verdana" panose="020B0604030504040204" pitchFamily="34" charset="0"/>
                <a:ea typeface="Verdana" panose="020B0604030504040204" pitchFamily="34" charset="0"/>
              </a:rPr>
              <a:t>50+</a:t>
            </a:r>
          </a:p>
        </p:txBody>
      </p:sp>
      <p:sp>
        <p:nvSpPr>
          <p:cNvPr id="1053" name="TextBox 1052">
            <a:extLst>
              <a:ext uri="{FF2B5EF4-FFF2-40B4-BE49-F238E27FC236}">
                <a16:creationId xmlns:a16="http://schemas.microsoft.com/office/drawing/2014/main" id="{3A7D2576-EA1B-B5D5-433D-7AA790DB16F0}"/>
              </a:ext>
            </a:extLst>
          </p:cNvPr>
          <p:cNvSpPr txBox="1"/>
          <p:nvPr/>
        </p:nvSpPr>
        <p:spPr>
          <a:xfrm>
            <a:off x="5378911" y="4346880"/>
            <a:ext cx="2331144" cy="492443"/>
          </a:xfrm>
          <a:prstGeom prst="rect">
            <a:avLst/>
          </a:prstGeom>
          <a:noFill/>
        </p:spPr>
        <p:txBody>
          <a:bodyPr wrap="square" lIns="0" tIns="0" rIns="0" bIns="0" rtlCol="0">
            <a:spAutoFit/>
          </a:bodyPr>
          <a:lstStyle/>
          <a:p>
            <a:pPr algn="ctr">
              <a:spcBef>
                <a:spcPts val="600"/>
              </a:spcBef>
              <a:buSzPct val="100000"/>
            </a:pPr>
            <a:r>
              <a:rPr lang="en-US" sz="1200" b="1">
                <a:solidFill>
                  <a:schemeClr val="accent6"/>
                </a:solidFill>
                <a:latin typeface="Verdana" panose="020B0604030504040204" pitchFamily="34" charset="0"/>
                <a:ea typeface="Verdana" panose="020B0604030504040204" pitchFamily="34" charset="0"/>
              </a:rPr>
              <a:t>Resources</a:t>
            </a:r>
            <a:r>
              <a:rPr lang="en-US" sz="1000">
                <a:solidFill>
                  <a:srgbClr val="313131"/>
                </a:solidFill>
                <a:latin typeface="Verdana" panose="020B0604030504040204" pitchFamily="34" charset="0"/>
                <a:ea typeface="Verdana" panose="020B0604030504040204" pitchFamily="34" charset="0"/>
              </a:rPr>
              <a:t> in West Bengal and Jharkhand working dedicatedly in the East.</a:t>
            </a:r>
            <a:endParaRPr lang="en-US" sz="1200" b="1">
              <a:solidFill>
                <a:schemeClr val="accent6"/>
              </a:solidFill>
              <a:latin typeface="Verdana" panose="020B0604030504040204" pitchFamily="34" charset="0"/>
              <a:ea typeface="Verdana" panose="020B0604030504040204" pitchFamily="34" charset="0"/>
            </a:endParaRPr>
          </a:p>
        </p:txBody>
      </p:sp>
      <p:grpSp>
        <p:nvGrpSpPr>
          <p:cNvPr id="1054" name="Group 1053">
            <a:extLst>
              <a:ext uri="{FF2B5EF4-FFF2-40B4-BE49-F238E27FC236}">
                <a16:creationId xmlns:a16="http://schemas.microsoft.com/office/drawing/2014/main" id="{CD198349-D59C-0738-5C4C-D61873B4A2D7}"/>
              </a:ext>
            </a:extLst>
          </p:cNvPr>
          <p:cNvGrpSpPr/>
          <p:nvPr/>
        </p:nvGrpSpPr>
        <p:grpSpPr>
          <a:xfrm>
            <a:off x="4475358" y="5023815"/>
            <a:ext cx="1080655" cy="578457"/>
            <a:chOff x="2764120" y="4959070"/>
            <a:chExt cx="1284632" cy="660407"/>
          </a:xfrm>
        </p:grpSpPr>
        <p:sp>
          <p:nvSpPr>
            <p:cNvPr id="1055" name="Rectangle: Rounded Corners 1054">
              <a:extLst>
                <a:ext uri="{FF2B5EF4-FFF2-40B4-BE49-F238E27FC236}">
                  <a16:creationId xmlns:a16="http://schemas.microsoft.com/office/drawing/2014/main" id="{7FEDC045-1266-926E-CD6C-A9CF78DFDA17}"/>
                </a:ext>
              </a:extLst>
            </p:cNvPr>
            <p:cNvSpPr/>
            <p:nvPr/>
          </p:nvSpPr>
          <p:spPr>
            <a:xfrm>
              <a:off x="2764120" y="5030357"/>
              <a:ext cx="1284632" cy="589120"/>
            </a:xfrm>
            <a:prstGeom prst="roundRect">
              <a:avLst/>
            </a:prstGeom>
            <a:solidFill>
              <a:schemeClr val="accent6">
                <a:lumMod val="40000"/>
                <a:lumOff val="60000"/>
              </a:schemeClr>
            </a:solidFill>
            <a:ln w="93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56" name="Freeform: Shape 1055">
              <a:extLst>
                <a:ext uri="{FF2B5EF4-FFF2-40B4-BE49-F238E27FC236}">
                  <a16:creationId xmlns:a16="http://schemas.microsoft.com/office/drawing/2014/main" id="{542233A4-3062-5808-E474-A9781DA5C9ED}"/>
                </a:ext>
              </a:extLst>
            </p:cNvPr>
            <p:cNvSpPr/>
            <p:nvPr/>
          </p:nvSpPr>
          <p:spPr>
            <a:xfrm>
              <a:off x="2764120" y="4959070"/>
              <a:ext cx="1210919" cy="572900"/>
            </a:xfrm>
            <a:custGeom>
              <a:avLst/>
              <a:gdLst>
                <a:gd name="connsiteX0" fmla="*/ 3475717 w 3475716"/>
                <a:gd name="connsiteY0" fmla="*/ 278057 h 2046094"/>
                <a:gd name="connsiteX1" fmla="*/ 3475717 w 3475716"/>
                <a:gd name="connsiteY1" fmla="*/ 1034399 h 2046094"/>
                <a:gd name="connsiteX2" fmla="*/ 3367988 w 3475716"/>
                <a:gd name="connsiteY2" fmla="*/ 1258546 h 2046094"/>
                <a:gd name="connsiteX3" fmla="*/ 2878024 w 3475716"/>
                <a:gd name="connsiteY3" fmla="*/ 1881185 h 2046094"/>
                <a:gd name="connsiteX4" fmla="*/ 2618280 w 3475716"/>
                <a:gd name="connsiteY4" fmla="*/ 2046095 h 2046094"/>
                <a:gd name="connsiteX5" fmla="*/ 278151 w 3475716"/>
                <a:gd name="connsiteY5" fmla="*/ 2046095 h 2046094"/>
                <a:gd name="connsiteX6" fmla="*/ 0 w 3475716"/>
                <a:gd name="connsiteY6" fmla="*/ 1767944 h 2046094"/>
                <a:gd name="connsiteX7" fmla="*/ 0 w 3475716"/>
                <a:gd name="connsiteY7" fmla="*/ 278151 h 2046094"/>
                <a:gd name="connsiteX8" fmla="*/ 278151 w 3475716"/>
                <a:gd name="connsiteY8" fmla="*/ 0 h 2046094"/>
                <a:gd name="connsiteX9" fmla="*/ 3197473 w 3475716"/>
                <a:gd name="connsiteY9" fmla="*/ 0 h 2046094"/>
                <a:gd name="connsiteX10" fmla="*/ 3475623 w 3475716"/>
                <a:gd name="connsiteY10" fmla="*/ 278151 h 204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75716" h="2046094">
                  <a:moveTo>
                    <a:pt x="3475717" y="278057"/>
                  </a:moveTo>
                  <a:lnTo>
                    <a:pt x="3475717" y="1034399"/>
                  </a:lnTo>
                  <a:cubicBezTo>
                    <a:pt x="3475717" y="1121573"/>
                    <a:pt x="3435634" y="1203420"/>
                    <a:pt x="3367988" y="1258546"/>
                  </a:cubicBezTo>
                  <a:cubicBezTo>
                    <a:pt x="3164023" y="1424577"/>
                    <a:pt x="2993321" y="1638165"/>
                    <a:pt x="2878024" y="1881185"/>
                  </a:cubicBezTo>
                  <a:cubicBezTo>
                    <a:pt x="2830373" y="1981626"/>
                    <a:pt x="2729559" y="2046095"/>
                    <a:pt x="2618280" y="2046095"/>
                  </a:cubicBezTo>
                  <a:lnTo>
                    <a:pt x="278151" y="2046095"/>
                  </a:lnTo>
                  <a:cubicBezTo>
                    <a:pt x="124546" y="2046095"/>
                    <a:pt x="0" y="1921548"/>
                    <a:pt x="0" y="1767944"/>
                  </a:cubicBezTo>
                  <a:lnTo>
                    <a:pt x="0" y="278151"/>
                  </a:lnTo>
                  <a:cubicBezTo>
                    <a:pt x="0" y="124547"/>
                    <a:pt x="124546" y="0"/>
                    <a:pt x="278151" y="0"/>
                  </a:cubicBezTo>
                  <a:lnTo>
                    <a:pt x="3197473" y="0"/>
                  </a:lnTo>
                  <a:cubicBezTo>
                    <a:pt x="3351077" y="0"/>
                    <a:pt x="3475623" y="124547"/>
                    <a:pt x="3475623" y="278151"/>
                  </a:cubicBezTo>
                  <a:close/>
                </a:path>
              </a:pathLst>
            </a:custGeom>
            <a:solidFill>
              <a:schemeClr val="bg1"/>
            </a:solidFill>
            <a:ln w="9339" cap="flat">
              <a:noFill/>
              <a:prstDash val="solid"/>
              <a:miter/>
            </a:ln>
            <a:effectLst>
              <a:outerShdw blurRad="50800" dist="25400" dir="2700000" algn="tl" rotWithShape="0">
                <a:prstClr val="black">
                  <a:alpha val="40000"/>
                </a:prstClr>
              </a:outerShdw>
            </a:effectLst>
          </p:spPr>
          <p:txBody>
            <a:bodyPr rtlCol="0" anchor="t" anchorCtr="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0B0004020202020204" pitchFamily="34" charset="0"/>
                  <a:ea typeface="+mn-ea"/>
                  <a:cs typeface="+mn-cs"/>
                </a:rPr>
                <a:t>Power Sector Experts</a:t>
              </a:r>
            </a:p>
          </p:txBody>
        </p:sp>
        <p:sp>
          <p:nvSpPr>
            <p:cNvPr id="1057" name="Rectangle: Rounded Corners 1056">
              <a:extLst>
                <a:ext uri="{FF2B5EF4-FFF2-40B4-BE49-F238E27FC236}">
                  <a16:creationId xmlns:a16="http://schemas.microsoft.com/office/drawing/2014/main" id="{805123DA-5AE1-96E3-ACAA-A454756A0095}"/>
                </a:ext>
              </a:extLst>
            </p:cNvPr>
            <p:cNvSpPr/>
            <p:nvPr/>
          </p:nvSpPr>
          <p:spPr>
            <a:xfrm>
              <a:off x="3436434" y="5324917"/>
              <a:ext cx="584416" cy="274167"/>
            </a:xfrm>
            <a:prstGeom prst="roundRect">
              <a:avLst>
                <a:gd name="adj" fmla="val 50000"/>
              </a:avLst>
            </a:prstGeom>
            <a:solidFill>
              <a:schemeClr val="accent6"/>
            </a:solidFill>
            <a:ln w="9339"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58" name="Rectangle 1057">
              <a:extLst>
                <a:ext uri="{FF2B5EF4-FFF2-40B4-BE49-F238E27FC236}">
                  <a16:creationId xmlns:a16="http://schemas.microsoft.com/office/drawing/2014/main" id="{DE85AFA6-8A81-E923-30BE-ABCD060B1246}"/>
                </a:ext>
              </a:extLst>
            </p:cNvPr>
            <p:cNvSpPr/>
            <p:nvPr/>
          </p:nvSpPr>
          <p:spPr>
            <a:xfrm>
              <a:off x="3534497" y="5372208"/>
              <a:ext cx="487647" cy="187419"/>
            </a:xfrm>
            <a:prstGeom prst="rect">
              <a:avLst/>
            </a:prstGeom>
            <a:solidFill>
              <a:schemeClr val="accent6"/>
            </a:solidFill>
            <a:ln w="19050" algn="ctr">
              <a:noFill/>
              <a:miter lim="800000"/>
              <a:headEnd/>
              <a:tailEnd/>
            </a:ln>
          </p:spPr>
          <p:txBody>
            <a:bodyPr wrap="square" lIns="0" tIns="0" rIns="0" bIns="0" rtlCol="0" anchor="ct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pitchFamily="34" charset="0"/>
                  <a:ea typeface="+mn-ea"/>
                  <a:cs typeface="+mn-cs"/>
                </a:rPr>
                <a:t>50+</a:t>
              </a:r>
            </a:p>
          </p:txBody>
        </p:sp>
      </p:grpSp>
      <p:grpSp>
        <p:nvGrpSpPr>
          <p:cNvPr id="1084" name="Group 1083">
            <a:extLst>
              <a:ext uri="{FF2B5EF4-FFF2-40B4-BE49-F238E27FC236}">
                <a16:creationId xmlns:a16="http://schemas.microsoft.com/office/drawing/2014/main" id="{402188D9-67A9-8C7E-57B8-2C5360E95F4C}"/>
              </a:ext>
            </a:extLst>
          </p:cNvPr>
          <p:cNvGrpSpPr/>
          <p:nvPr/>
        </p:nvGrpSpPr>
        <p:grpSpPr>
          <a:xfrm>
            <a:off x="5608973" y="5007503"/>
            <a:ext cx="1080655" cy="578457"/>
            <a:chOff x="2764120" y="4959070"/>
            <a:chExt cx="1284632" cy="660407"/>
          </a:xfrm>
        </p:grpSpPr>
        <p:sp>
          <p:nvSpPr>
            <p:cNvPr id="1085" name="Rectangle: Rounded Corners 1084">
              <a:extLst>
                <a:ext uri="{FF2B5EF4-FFF2-40B4-BE49-F238E27FC236}">
                  <a16:creationId xmlns:a16="http://schemas.microsoft.com/office/drawing/2014/main" id="{04AD7E81-889B-E52F-EF9A-74A6028C25F9}"/>
                </a:ext>
              </a:extLst>
            </p:cNvPr>
            <p:cNvSpPr/>
            <p:nvPr/>
          </p:nvSpPr>
          <p:spPr>
            <a:xfrm>
              <a:off x="2764120" y="5030357"/>
              <a:ext cx="1284632" cy="589120"/>
            </a:xfrm>
            <a:prstGeom prst="roundRect">
              <a:avLst/>
            </a:prstGeom>
            <a:solidFill>
              <a:schemeClr val="accent6">
                <a:lumMod val="40000"/>
                <a:lumOff val="60000"/>
              </a:schemeClr>
            </a:solidFill>
            <a:ln w="93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86" name="Freeform: Shape 1085">
              <a:extLst>
                <a:ext uri="{FF2B5EF4-FFF2-40B4-BE49-F238E27FC236}">
                  <a16:creationId xmlns:a16="http://schemas.microsoft.com/office/drawing/2014/main" id="{3788915B-11B1-9E70-51BC-3CDD684E61AA}"/>
                </a:ext>
              </a:extLst>
            </p:cNvPr>
            <p:cNvSpPr/>
            <p:nvPr/>
          </p:nvSpPr>
          <p:spPr>
            <a:xfrm>
              <a:off x="2764120" y="4959070"/>
              <a:ext cx="1210919" cy="572900"/>
            </a:xfrm>
            <a:custGeom>
              <a:avLst/>
              <a:gdLst>
                <a:gd name="connsiteX0" fmla="*/ 3475717 w 3475716"/>
                <a:gd name="connsiteY0" fmla="*/ 278057 h 2046094"/>
                <a:gd name="connsiteX1" fmla="*/ 3475717 w 3475716"/>
                <a:gd name="connsiteY1" fmla="*/ 1034399 h 2046094"/>
                <a:gd name="connsiteX2" fmla="*/ 3367988 w 3475716"/>
                <a:gd name="connsiteY2" fmla="*/ 1258546 h 2046094"/>
                <a:gd name="connsiteX3" fmla="*/ 2878024 w 3475716"/>
                <a:gd name="connsiteY3" fmla="*/ 1881185 h 2046094"/>
                <a:gd name="connsiteX4" fmla="*/ 2618280 w 3475716"/>
                <a:gd name="connsiteY4" fmla="*/ 2046095 h 2046094"/>
                <a:gd name="connsiteX5" fmla="*/ 278151 w 3475716"/>
                <a:gd name="connsiteY5" fmla="*/ 2046095 h 2046094"/>
                <a:gd name="connsiteX6" fmla="*/ 0 w 3475716"/>
                <a:gd name="connsiteY6" fmla="*/ 1767944 h 2046094"/>
                <a:gd name="connsiteX7" fmla="*/ 0 w 3475716"/>
                <a:gd name="connsiteY7" fmla="*/ 278151 h 2046094"/>
                <a:gd name="connsiteX8" fmla="*/ 278151 w 3475716"/>
                <a:gd name="connsiteY8" fmla="*/ 0 h 2046094"/>
                <a:gd name="connsiteX9" fmla="*/ 3197473 w 3475716"/>
                <a:gd name="connsiteY9" fmla="*/ 0 h 2046094"/>
                <a:gd name="connsiteX10" fmla="*/ 3475623 w 3475716"/>
                <a:gd name="connsiteY10" fmla="*/ 278151 h 204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75716" h="2046094">
                  <a:moveTo>
                    <a:pt x="3475717" y="278057"/>
                  </a:moveTo>
                  <a:lnTo>
                    <a:pt x="3475717" y="1034399"/>
                  </a:lnTo>
                  <a:cubicBezTo>
                    <a:pt x="3475717" y="1121573"/>
                    <a:pt x="3435634" y="1203420"/>
                    <a:pt x="3367988" y="1258546"/>
                  </a:cubicBezTo>
                  <a:cubicBezTo>
                    <a:pt x="3164023" y="1424577"/>
                    <a:pt x="2993321" y="1638165"/>
                    <a:pt x="2878024" y="1881185"/>
                  </a:cubicBezTo>
                  <a:cubicBezTo>
                    <a:pt x="2830373" y="1981626"/>
                    <a:pt x="2729559" y="2046095"/>
                    <a:pt x="2618280" y="2046095"/>
                  </a:cubicBezTo>
                  <a:lnTo>
                    <a:pt x="278151" y="2046095"/>
                  </a:lnTo>
                  <a:cubicBezTo>
                    <a:pt x="124546" y="2046095"/>
                    <a:pt x="0" y="1921548"/>
                    <a:pt x="0" y="1767944"/>
                  </a:cubicBezTo>
                  <a:lnTo>
                    <a:pt x="0" y="278151"/>
                  </a:lnTo>
                  <a:cubicBezTo>
                    <a:pt x="0" y="124547"/>
                    <a:pt x="124546" y="0"/>
                    <a:pt x="278151" y="0"/>
                  </a:cubicBezTo>
                  <a:lnTo>
                    <a:pt x="3197473" y="0"/>
                  </a:lnTo>
                  <a:cubicBezTo>
                    <a:pt x="3351077" y="0"/>
                    <a:pt x="3475623" y="124547"/>
                    <a:pt x="3475623" y="278151"/>
                  </a:cubicBezTo>
                  <a:close/>
                </a:path>
              </a:pathLst>
            </a:custGeom>
            <a:solidFill>
              <a:schemeClr val="bg1"/>
            </a:solidFill>
            <a:ln w="9339" cap="flat">
              <a:noFill/>
              <a:prstDash val="solid"/>
              <a:miter/>
            </a:ln>
            <a:effectLst>
              <a:outerShdw blurRad="50800" dist="25400" dir="2700000" algn="tl" rotWithShape="0">
                <a:prstClr val="black">
                  <a:alpha val="40000"/>
                </a:prstClr>
              </a:outerShdw>
            </a:effectLst>
          </p:spPr>
          <p:txBody>
            <a:bodyPr rtlCol="0" anchor="t" anchorCtr="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0B0004020202020204" pitchFamily="34" charset="0"/>
                  <a:ea typeface="+mn-ea"/>
                  <a:cs typeface="+mn-cs"/>
                </a:rPr>
                <a:t>With 10Y+ experience</a:t>
              </a:r>
            </a:p>
          </p:txBody>
        </p:sp>
        <p:sp>
          <p:nvSpPr>
            <p:cNvPr id="1087" name="Rectangle: Rounded Corners 1086">
              <a:extLst>
                <a:ext uri="{FF2B5EF4-FFF2-40B4-BE49-F238E27FC236}">
                  <a16:creationId xmlns:a16="http://schemas.microsoft.com/office/drawing/2014/main" id="{F536EA4F-FCB0-CA99-8295-120D65545251}"/>
                </a:ext>
              </a:extLst>
            </p:cNvPr>
            <p:cNvSpPr/>
            <p:nvPr/>
          </p:nvSpPr>
          <p:spPr>
            <a:xfrm>
              <a:off x="3436434" y="5324917"/>
              <a:ext cx="584416" cy="274167"/>
            </a:xfrm>
            <a:prstGeom prst="roundRect">
              <a:avLst>
                <a:gd name="adj" fmla="val 50000"/>
              </a:avLst>
            </a:prstGeom>
            <a:solidFill>
              <a:schemeClr val="accent6"/>
            </a:solidFill>
            <a:ln w="9339"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88" name="Rectangle 1087">
              <a:extLst>
                <a:ext uri="{FF2B5EF4-FFF2-40B4-BE49-F238E27FC236}">
                  <a16:creationId xmlns:a16="http://schemas.microsoft.com/office/drawing/2014/main" id="{E45F95EA-A12B-4EA4-453B-133A1EAF4473}"/>
                </a:ext>
              </a:extLst>
            </p:cNvPr>
            <p:cNvSpPr/>
            <p:nvPr/>
          </p:nvSpPr>
          <p:spPr>
            <a:xfrm>
              <a:off x="3534497" y="5372208"/>
              <a:ext cx="487647" cy="187419"/>
            </a:xfrm>
            <a:prstGeom prst="rect">
              <a:avLst/>
            </a:prstGeom>
            <a:solidFill>
              <a:schemeClr val="accent6"/>
            </a:solidFill>
            <a:ln w="19050" algn="ctr">
              <a:noFill/>
              <a:miter lim="800000"/>
              <a:headEnd/>
              <a:tailEnd/>
            </a:ln>
          </p:spPr>
          <p:txBody>
            <a:bodyPr wrap="square" lIns="0" tIns="0" rIns="0" bIns="0" rtlCol="0" anchor="ct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pitchFamily="34" charset="0"/>
                  <a:ea typeface="+mn-ea"/>
                  <a:cs typeface="+mn-cs"/>
                </a:rPr>
                <a:t>15+</a:t>
              </a:r>
            </a:p>
          </p:txBody>
        </p:sp>
      </p:grpSp>
      <p:grpSp>
        <p:nvGrpSpPr>
          <p:cNvPr id="1089" name="Group 1088">
            <a:extLst>
              <a:ext uri="{FF2B5EF4-FFF2-40B4-BE49-F238E27FC236}">
                <a16:creationId xmlns:a16="http://schemas.microsoft.com/office/drawing/2014/main" id="{F9DCA9DF-B069-77E9-5514-4259AD7C77C5}"/>
              </a:ext>
            </a:extLst>
          </p:cNvPr>
          <p:cNvGrpSpPr/>
          <p:nvPr/>
        </p:nvGrpSpPr>
        <p:grpSpPr>
          <a:xfrm>
            <a:off x="6719415" y="5007503"/>
            <a:ext cx="1080655" cy="578457"/>
            <a:chOff x="2764120" y="4959070"/>
            <a:chExt cx="1284632" cy="660407"/>
          </a:xfrm>
        </p:grpSpPr>
        <p:sp>
          <p:nvSpPr>
            <p:cNvPr id="1090" name="Rectangle: Rounded Corners 1089">
              <a:extLst>
                <a:ext uri="{FF2B5EF4-FFF2-40B4-BE49-F238E27FC236}">
                  <a16:creationId xmlns:a16="http://schemas.microsoft.com/office/drawing/2014/main" id="{71644CDB-C60B-4726-F8C0-B140794E8E78}"/>
                </a:ext>
              </a:extLst>
            </p:cNvPr>
            <p:cNvSpPr/>
            <p:nvPr/>
          </p:nvSpPr>
          <p:spPr>
            <a:xfrm>
              <a:off x="2764120" y="5030357"/>
              <a:ext cx="1284632" cy="589120"/>
            </a:xfrm>
            <a:prstGeom prst="roundRect">
              <a:avLst/>
            </a:prstGeom>
            <a:solidFill>
              <a:schemeClr val="accent6">
                <a:lumMod val="40000"/>
                <a:lumOff val="60000"/>
              </a:schemeClr>
            </a:solidFill>
            <a:ln w="93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91" name="Freeform: Shape 1090">
              <a:extLst>
                <a:ext uri="{FF2B5EF4-FFF2-40B4-BE49-F238E27FC236}">
                  <a16:creationId xmlns:a16="http://schemas.microsoft.com/office/drawing/2014/main" id="{67169749-4BE6-8090-B88A-3D2D914328B8}"/>
                </a:ext>
              </a:extLst>
            </p:cNvPr>
            <p:cNvSpPr/>
            <p:nvPr/>
          </p:nvSpPr>
          <p:spPr>
            <a:xfrm>
              <a:off x="2764120" y="4959070"/>
              <a:ext cx="1210919" cy="572900"/>
            </a:xfrm>
            <a:custGeom>
              <a:avLst/>
              <a:gdLst>
                <a:gd name="connsiteX0" fmla="*/ 3475717 w 3475716"/>
                <a:gd name="connsiteY0" fmla="*/ 278057 h 2046094"/>
                <a:gd name="connsiteX1" fmla="*/ 3475717 w 3475716"/>
                <a:gd name="connsiteY1" fmla="*/ 1034399 h 2046094"/>
                <a:gd name="connsiteX2" fmla="*/ 3367988 w 3475716"/>
                <a:gd name="connsiteY2" fmla="*/ 1258546 h 2046094"/>
                <a:gd name="connsiteX3" fmla="*/ 2878024 w 3475716"/>
                <a:gd name="connsiteY3" fmla="*/ 1881185 h 2046094"/>
                <a:gd name="connsiteX4" fmla="*/ 2618280 w 3475716"/>
                <a:gd name="connsiteY4" fmla="*/ 2046095 h 2046094"/>
                <a:gd name="connsiteX5" fmla="*/ 278151 w 3475716"/>
                <a:gd name="connsiteY5" fmla="*/ 2046095 h 2046094"/>
                <a:gd name="connsiteX6" fmla="*/ 0 w 3475716"/>
                <a:gd name="connsiteY6" fmla="*/ 1767944 h 2046094"/>
                <a:gd name="connsiteX7" fmla="*/ 0 w 3475716"/>
                <a:gd name="connsiteY7" fmla="*/ 278151 h 2046094"/>
                <a:gd name="connsiteX8" fmla="*/ 278151 w 3475716"/>
                <a:gd name="connsiteY8" fmla="*/ 0 h 2046094"/>
                <a:gd name="connsiteX9" fmla="*/ 3197473 w 3475716"/>
                <a:gd name="connsiteY9" fmla="*/ 0 h 2046094"/>
                <a:gd name="connsiteX10" fmla="*/ 3475623 w 3475716"/>
                <a:gd name="connsiteY10" fmla="*/ 278151 h 204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75716" h="2046094">
                  <a:moveTo>
                    <a:pt x="3475717" y="278057"/>
                  </a:moveTo>
                  <a:lnTo>
                    <a:pt x="3475717" y="1034399"/>
                  </a:lnTo>
                  <a:cubicBezTo>
                    <a:pt x="3475717" y="1121573"/>
                    <a:pt x="3435634" y="1203420"/>
                    <a:pt x="3367988" y="1258546"/>
                  </a:cubicBezTo>
                  <a:cubicBezTo>
                    <a:pt x="3164023" y="1424577"/>
                    <a:pt x="2993321" y="1638165"/>
                    <a:pt x="2878024" y="1881185"/>
                  </a:cubicBezTo>
                  <a:cubicBezTo>
                    <a:pt x="2830373" y="1981626"/>
                    <a:pt x="2729559" y="2046095"/>
                    <a:pt x="2618280" y="2046095"/>
                  </a:cubicBezTo>
                  <a:lnTo>
                    <a:pt x="278151" y="2046095"/>
                  </a:lnTo>
                  <a:cubicBezTo>
                    <a:pt x="124546" y="2046095"/>
                    <a:pt x="0" y="1921548"/>
                    <a:pt x="0" y="1767944"/>
                  </a:cubicBezTo>
                  <a:lnTo>
                    <a:pt x="0" y="278151"/>
                  </a:lnTo>
                  <a:cubicBezTo>
                    <a:pt x="0" y="124547"/>
                    <a:pt x="124546" y="0"/>
                    <a:pt x="278151" y="0"/>
                  </a:cubicBezTo>
                  <a:lnTo>
                    <a:pt x="3197473" y="0"/>
                  </a:lnTo>
                  <a:cubicBezTo>
                    <a:pt x="3351077" y="0"/>
                    <a:pt x="3475623" y="124547"/>
                    <a:pt x="3475623" y="278151"/>
                  </a:cubicBezTo>
                  <a:close/>
                </a:path>
              </a:pathLst>
            </a:custGeom>
            <a:solidFill>
              <a:schemeClr val="bg1"/>
            </a:solidFill>
            <a:ln w="9339" cap="flat">
              <a:noFill/>
              <a:prstDash val="solid"/>
              <a:miter/>
            </a:ln>
            <a:effectLst>
              <a:outerShdw blurRad="50800" dist="25400" dir="2700000" algn="tl" rotWithShape="0">
                <a:prstClr val="black">
                  <a:alpha val="40000"/>
                </a:prstClr>
              </a:outerShdw>
            </a:effectLst>
          </p:spPr>
          <p:txBody>
            <a:bodyPr rtlCol="0" anchor="t" anchorCtr="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0B0004020202020204" pitchFamily="34" charset="0"/>
                  <a:ea typeface="+mn-ea"/>
                  <a:cs typeface="+mn-cs"/>
                </a:rPr>
                <a:t>Clients served</a:t>
              </a:r>
            </a:p>
          </p:txBody>
        </p:sp>
        <p:sp>
          <p:nvSpPr>
            <p:cNvPr id="1092" name="Rectangle: Rounded Corners 1091">
              <a:extLst>
                <a:ext uri="{FF2B5EF4-FFF2-40B4-BE49-F238E27FC236}">
                  <a16:creationId xmlns:a16="http://schemas.microsoft.com/office/drawing/2014/main" id="{BB424563-9162-BB8B-1902-1511252D1EE6}"/>
                </a:ext>
              </a:extLst>
            </p:cNvPr>
            <p:cNvSpPr/>
            <p:nvPr/>
          </p:nvSpPr>
          <p:spPr>
            <a:xfrm>
              <a:off x="3436434" y="5324917"/>
              <a:ext cx="584416" cy="274167"/>
            </a:xfrm>
            <a:prstGeom prst="roundRect">
              <a:avLst>
                <a:gd name="adj" fmla="val 50000"/>
              </a:avLst>
            </a:prstGeom>
            <a:solidFill>
              <a:schemeClr val="accent6"/>
            </a:solidFill>
            <a:ln w="9339"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93" name="Rectangle 1092">
              <a:extLst>
                <a:ext uri="{FF2B5EF4-FFF2-40B4-BE49-F238E27FC236}">
                  <a16:creationId xmlns:a16="http://schemas.microsoft.com/office/drawing/2014/main" id="{CF1B7983-E226-2E98-A5C9-3C21B0DA5059}"/>
                </a:ext>
              </a:extLst>
            </p:cNvPr>
            <p:cNvSpPr/>
            <p:nvPr/>
          </p:nvSpPr>
          <p:spPr>
            <a:xfrm>
              <a:off x="3534497" y="5372208"/>
              <a:ext cx="487647" cy="187419"/>
            </a:xfrm>
            <a:prstGeom prst="rect">
              <a:avLst/>
            </a:prstGeom>
            <a:solidFill>
              <a:schemeClr val="accent6"/>
            </a:solidFill>
            <a:ln w="19050" algn="ctr">
              <a:noFill/>
              <a:miter lim="800000"/>
              <a:headEnd/>
              <a:tailEnd/>
            </a:ln>
          </p:spPr>
          <p:txBody>
            <a:bodyPr wrap="square" lIns="0" tIns="0" rIns="0" bIns="0" rtlCol="0" anchor="ctr"/>
            <a:lstStyle/>
            <a:p>
              <a:pPr marL="0" marR="0" lvl="0" indent="0" algn="l" defTabSz="457200" rtl="0" eaLnBrk="1" fontAlgn="auto" latinLnBrk="0" hangingPunct="1">
                <a:lnSpc>
                  <a:spcPct val="106000"/>
                </a:lnSpc>
                <a:spcBef>
                  <a:spcPts val="0"/>
                </a:spcBef>
                <a:spcAft>
                  <a:spcPts val="0"/>
                </a:spcAft>
                <a:buClrTx/>
                <a:buSzTx/>
                <a:buFontTx/>
                <a:buNone/>
                <a:tabLst/>
                <a:defRPr/>
              </a:pPr>
              <a:r>
                <a:rPr lang="en-US" sz="1200" b="1">
                  <a:solidFill>
                    <a:prstClr val="white"/>
                  </a:solidFill>
                  <a:latin typeface="Aptos" panose="020B0004020202020204" pitchFamily="34" charset="0"/>
                </a:rPr>
                <a:t>50</a:t>
              </a:r>
              <a:r>
                <a:rPr kumimoji="0" lang="en-US" sz="1200" b="1" i="0" u="none" strike="noStrike" kern="1200" cap="none" spc="0" normalizeH="0" baseline="0" noProof="0">
                  <a:ln>
                    <a:noFill/>
                  </a:ln>
                  <a:solidFill>
                    <a:prstClr val="white"/>
                  </a:solidFill>
                  <a:effectLst/>
                  <a:uLnTx/>
                  <a:uFillTx/>
                  <a:latin typeface="Aptos" panose="020B0004020202020204" pitchFamily="34" charset="0"/>
                  <a:ea typeface="+mn-ea"/>
                  <a:cs typeface="+mn-cs"/>
                </a:rPr>
                <a:t>+</a:t>
              </a:r>
            </a:p>
          </p:txBody>
        </p:sp>
      </p:grpSp>
      <p:grpSp>
        <p:nvGrpSpPr>
          <p:cNvPr id="1094" name="Group 1093">
            <a:extLst>
              <a:ext uri="{FF2B5EF4-FFF2-40B4-BE49-F238E27FC236}">
                <a16:creationId xmlns:a16="http://schemas.microsoft.com/office/drawing/2014/main" id="{AFE38086-2B45-FB65-58C4-952DDFE28217}"/>
              </a:ext>
            </a:extLst>
          </p:cNvPr>
          <p:cNvGrpSpPr/>
          <p:nvPr/>
        </p:nvGrpSpPr>
        <p:grpSpPr>
          <a:xfrm>
            <a:off x="4500592" y="5682915"/>
            <a:ext cx="1080655" cy="578457"/>
            <a:chOff x="2764120" y="4959070"/>
            <a:chExt cx="1284632" cy="660407"/>
          </a:xfrm>
        </p:grpSpPr>
        <p:sp>
          <p:nvSpPr>
            <p:cNvPr id="1095" name="Rectangle: Rounded Corners 1094">
              <a:extLst>
                <a:ext uri="{FF2B5EF4-FFF2-40B4-BE49-F238E27FC236}">
                  <a16:creationId xmlns:a16="http://schemas.microsoft.com/office/drawing/2014/main" id="{76A335C2-9D99-B1E6-A30D-DC93B1C233CC}"/>
                </a:ext>
              </a:extLst>
            </p:cNvPr>
            <p:cNvSpPr/>
            <p:nvPr/>
          </p:nvSpPr>
          <p:spPr>
            <a:xfrm>
              <a:off x="2764120" y="5030357"/>
              <a:ext cx="1284632" cy="589120"/>
            </a:xfrm>
            <a:prstGeom prst="roundRect">
              <a:avLst/>
            </a:prstGeom>
            <a:solidFill>
              <a:schemeClr val="accent6">
                <a:lumMod val="40000"/>
                <a:lumOff val="60000"/>
              </a:schemeClr>
            </a:solidFill>
            <a:ln w="93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96" name="Freeform: Shape 1095">
              <a:extLst>
                <a:ext uri="{FF2B5EF4-FFF2-40B4-BE49-F238E27FC236}">
                  <a16:creationId xmlns:a16="http://schemas.microsoft.com/office/drawing/2014/main" id="{5C642755-C708-3453-542B-4DC0CD2F5C65}"/>
                </a:ext>
              </a:extLst>
            </p:cNvPr>
            <p:cNvSpPr/>
            <p:nvPr/>
          </p:nvSpPr>
          <p:spPr>
            <a:xfrm>
              <a:off x="2764120" y="4959070"/>
              <a:ext cx="1210919" cy="572900"/>
            </a:xfrm>
            <a:custGeom>
              <a:avLst/>
              <a:gdLst>
                <a:gd name="connsiteX0" fmla="*/ 3475717 w 3475716"/>
                <a:gd name="connsiteY0" fmla="*/ 278057 h 2046094"/>
                <a:gd name="connsiteX1" fmla="*/ 3475717 w 3475716"/>
                <a:gd name="connsiteY1" fmla="*/ 1034399 h 2046094"/>
                <a:gd name="connsiteX2" fmla="*/ 3367988 w 3475716"/>
                <a:gd name="connsiteY2" fmla="*/ 1258546 h 2046094"/>
                <a:gd name="connsiteX3" fmla="*/ 2878024 w 3475716"/>
                <a:gd name="connsiteY3" fmla="*/ 1881185 h 2046094"/>
                <a:gd name="connsiteX4" fmla="*/ 2618280 w 3475716"/>
                <a:gd name="connsiteY4" fmla="*/ 2046095 h 2046094"/>
                <a:gd name="connsiteX5" fmla="*/ 278151 w 3475716"/>
                <a:gd name="connsiteY5" fmla="*/ 2046095 h 2046094"/>
                <a:gd name="connsiteX6" fmla="*/ 0 w 3475716"/>
                <a:gd name="connsiteY6" fmla="*/ 1767944 h 2046094"/>
                <a:gd name="connsiteX7" fmla="*/ 0 w 3475716"/>
                <a:gd name="connsiteY7" fmla="*/ 278151 h 2046094"/>
                <a:gd name="connsiteX8" fmla="*/ 278151 w 3475716"/>
                <a:gd name="connsiteY8" fmla="*/ 0 h 2046094"/>
                <a:gd name="connsiteX9" fmla="*/ 3197473 w 3475716"/>
                <a:gd name="connsiteY9" fmla="*/ 0 h 2046094"/>
                <a:gd name="connsiteX10" fmla="*/ 3475623 w 3475716"/>
                <a:gd name="connsiteY10" fmla="*/ 278151 h 204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75716" h="2046094">
                  <a:moveTo>
                    <a:pt x="3475717" y="278057"/>
                  </a:moveTo>
                  <a:lnTo>
                    <a:pt x="3475717" y="1034399"/>
                  </a:lnTo>
                  <a:cubicBezTo>
                    <a:pt x="3475717" y="1121573"/>
                    <a:pt x="3435634" y="1203420"/>
                    <a:pt x="3367988" y="1258546"/>
                  </a:cubicBezTo>
                  <a:cubicBezTo>
                    <a:pt x="3164023" y="1424577"/>
                    <a:pt x="2993321" y="1638165"/>
                    <a:pt x="2878024" y="1881185"/>
                  </a:cubicBezTo>
                  <a:cubicBezTo>
                    <a:pt x="2830373" y="1981626"/>
                    <a:pt x="2729559" y="2046095"/>
                    <a:pt x="2618280" y="2046095"/>
                  </a:cubicBezTo>
                  <a:lnTo>
                    <a:pt x="278151" y="2046095"/>
                  </a:lnTo>
                  <a:cubicBezTo>
                    <a:pt x="124546" y="2046095"/>
                    <a:pt x="0" y="1921548"/>
                    <a:pt x="0" y="1767944"/>
                  </a:cubicBezTo>
                  <a:lnTo>
                    <a:pt x="0" y="278151"/>
                  </a:lnTo>
                  <a:cubicBezTo>
                    <a:pt x="0" y="124547"/>
                    <a:pt x="124546" y="0"/>
                    <a:pt x="278151" y="0"/>
                  </a:cubicBezTo>
                  <a:lnTo>
                    <a:pt x="3197473" y="0"/>
                  </a:lnTo>
                  <a:cubicBezTo>
                    <a:pt x="3351077" y="0"/>
                    <a:pt x="3475623" y="124547"/>
                    <a:pt x="3475623" y="278151"/>
                  </a:cubicBezTo>
                  <a:close/>
                </a:path>
              </a:pathLst>
            </a:custGeom>
            <a:solidFill>
              <a:schemeClr val="bg1"/>
            </a:solidFill>
            <a:ln w="9339" cap="flat">
              <a:noFill/>
              <a:prstDash val="solid"/>
              <a:miter/>
            </a:ln>
            <a:effectLst>
              <a:outerShdw blurRad="50800" dist="25400" dir="2700000" algn="tl" rotWithShape="0">
                <a:prstClr val="black">
                  <a:alpha val="40000"/>
                </a:prstClr>
              </a:outerShdw>
            </a:effectLst>
          </p:spPr>
          <p:txBody>
            <a:bodyPr rtlCol="0" anchor="t" anchorCtr="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0B0004020202020204" pitchFamily="34" charset="0"/>
                  <a:ea typeface="+mn-ea"/>
                  <a:cs typeface="+mn-cs"/>
                </a:rPr>
                <a:t>INR 1Cr+ projects (in East)</a:t>
              </a:r>
            </a:p>
          </p:txBody>
        </p:sp>
        <p:sp>
          <p:nvSpPr>
            <p:cNvPr id="1097" name="Rectangle: Rounded Corners 1096">
              <a:extLst>
                <a:ext uri="{FF2B5EF4-FFF2-40B4-BE49-F238E27FC236}">
                  <a16:creationId xmlns:a16="http://schemas.microsoft.com/office/drawing/2014/main" id="{A6331C55-0286-85D1-0F95-A0DEF3E4B7C4}"/>
                </a:ext>
              </a:extLst>
            </p:cNvPr>
            <p:cNvSpPr/>
            <p:nvPr/>
          </p:nvSpPr>
          <p:spPr>
            <a:xfrm>
              <a:off x="3436434" y="5324917"/>
              <a:ext cx="584416" cy="274167"/>
            </a:xfrm>
            <a:prstGeom prst="roundRect">
              <a:avLst>
                <a:gd name="adj" fmla="val 50000"/>
              </a:avLst>
            </a:prstGeom>
            <a:solidFill>
              <a:schemeClr val="accent6"/>
            </a:solidFill>
            <a:ln w="9339"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098" name="Rectangle 1097">
              <a:extLst>
                <a:ext uri="{FF2B5EF4-FFF2-40B4-BE49-F238E27FC236}">
                  <a16:creationId xmlns:a16="http://schemas.microsoft.com/office/drawing/2014/main" id="{D62C9D52-E434-7844-C8D9-4840022DC81F}"/>
                </a:ext>
              </a:extLst>
            </p:cNvPr>
            <p:cNvSpPr/>
            <p:nvPr/>
          </p:nvSpPr>
          <p:spPr>
            <a:xfrm>
              <a:off x="3534497" y="5372208"/>
              <a:ext cx="487647" cy="187419"/>
            </a:xfrm>
            <a:prstGeom prst="rect">
              <a:avLst/>
            </a:prstGeom>
            <a:solidFill>
              <a:schemeClr val="accent6"/>
            </a:solidFill>
            <a:ln w="19050" algn="ctr">
              <a:noFill/>
              <a:miter lim="800000"/>
              <a:headEnd/>
              <a:tailEnd/>
            </a:ln>
          </p:spPr>
          <p:txBody>
            <a:bodyPr wrap="square" lIns="0" tIns="0" rIns="0" bIns="0" rtlCol="0" anchor="ct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pitchFamily="34" charset="0"/>
                  <a:ea typeface="+mn-ea"/>
                  <a:cs typeface="+mn-cs"/>
                </a:rPr>
                <a:t>10+</a:t>
              </a:r>
            </a:p>
          </p:txBody>
        </p:sp>
      </p:grpSp>
      <p:grpSp>
        <p:nvGrpSpPr>
          <p:cNvPr id="1099" name="Group 1098">
            <a:extLst>
              <a:ext uri="{FF2B5EF4-FFF2-40B4-BE49-F238E27FC236}">
                <a16:creationId xmlns:a16="http://schemas.microsoft.com/office/drawing/2014/main" id="{56AC5EEC-A3F6-1203-6A74-090A4EB87683}"/>
              </a:ext>
            </a:extLst>
          </p:cNvPr>
          <p:cNvGrpSpPr/>
          <p:nvPr/>
        </p:nvGrpSpPr>
        <p:grpSpPr>
          <a:xfrm>
            <a:off x="5634207" y="5666603"/>
            <a:ext cx="1080655" cy="578457"/>
            <a:chOff x="2764120" y="4959070"/>
            <a:chExt cx="1284632" cy="660407"/>
          </a:xfrm>
        </p:grpSpPr>
        <p:sp>
          <p:nvSpPr>
            <p:cNvPr id="1100" name="Rectangle: Rounded Corners 1099">
              <a:extLst>
                <a:ext uri="{FF2B5EF4-FFF2-40B4-BE49-F238E27FC236}">
                  <a16:creationId xmlns:a16="http://schemas.microsoft.com/office/drawing/2014/main" id="{BDE845DE-C82D-1835-C34D-2E05BAD86CC9}"/>
                </a:ext>
              </a:extLst>
            </p:cNvPr>
            <p:cNvSpPr/>
            <p:nvPr/>
          </p:nvSpPr>
          <p:spPr>
            <a:xfrm>
              <a:off x="2764120" y="5030357"/>
              <a:ext cx="1284632" cy="589120"/>
            </a:xfrm>
            <a:prstGeom prst="roundRect">
              <a:avLst/>
            </a:prstGeom>
            <a:solidFill>
              <a:schemeClr val="accent6">
                <a:lumMod val="40000"/>
                <a:lumOff val="60000"/>
              </a:schemeClr>
            </a:solidFill>
            <a:ln w="93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101" name="Freeform: Shape 1100">
              <a:extLst>
                <a:ext uri="{FF2B5EF4-FFF2-40B4-BE49-F238E27FC236}">
                  <a16:creationId xmlns:a16="http://schemas.microsoft.com/office/drawing/2014/main" id="{53A330F6-771C-FA31-E53D-895CFB440660}"/>
                </a:ext>
              </a:extLst>
            </p:cNvPr>
            <p:cNvSpPr/>
            <p:nvPr/>
          </p:nvSpPr>
          <p:spPr>
            <a:xfrm>
              <a:off x="2764120" y="4959070"/>
              <a:ext cx="1210919" cy="572900"/>
            </a:xfrm>
            <a:custGeom>
              <a:avLst/>
              <a:gdLst>
                <a:gd name="connsiteX0" fmla="*/ 3475717 w 3475716"/>
                <a:gd name="connsiteY0" fmla="*/ 278057 h 2046094"/>
                <a:gd name="connsiteX1" fmla="*/ 3475717 w 3475716"/>
                <a:gd name="connsiteY1" fmla="*/ 1034399 h 2046094"/>
                <a:gd name="connsiteX2" fmla="*/ 3367988 w 3475716"/>
                <a:gd name="connsiteY2" fmla="*/ 1258546 h 2046094"/>
                <a:gd name="connsiteX3" fmla="*/ 2878024 w 3475716"/>
                <a:gd name="connsiteY3" fmla="*/ 1881185 h 2046094"/>
                <a:gd name="connsiteX4" fmla="*/ 2618280 w 3475716"/>
                <a:gd name="connsiteY4" fmla="*/ 2046095 h 2046094"/>
                <a:gd name="connsiteX5" fmla="*/ 278151 w 3475716"/>
                <a:gd name="connsiteY5" fmla="*/ 2046095 h 2046094"/>
                <a:gd name="connsiteX6" fmla="*/ 0 w 3475716"/>
                <a:gd name="connsiteY6" fmla="*/ 1767944 h 2046094"/>
                <a:gd name="connsiteX7" fmla="*/ 0 w 3475716"/>
                <a:gd name="connsiteY7" fmla="*/ 278151 h 2046094"/>
                <a:gd name="connsiteX8" fmla="*/ 278151 w 3475716"/>
                <a:gd name="connsiteY8" fmla="*/ 0 h 2046094"/>
                <a:gd name="connsiteX9" fmla="*/ 3197473 w 3475716"/>
                <a:gd name="connsiteY9" fmla="*/ 0 h 2046094"/>
                <a:gd name="connsiteX10" fmla="*/ 3475623 w 3475716"/>
                <a:gd name="connsiteY10" fmla="*/ 278151 h 204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75716" h="2046094">
                  <a:moveTo>
                    <a:pt x="3475717" y="278057"/>
                  </a:moveTo>
                  <a:lnTo>
                    <a:pt x="3475717" y="1034399"/>
                  </a:lnTo>
                  <a:cubicBezTo>
                    <a:pt x="3475717" y="1121573"/>
                    <a:pt x="3435634" y="1203420"/>
                    <a:pt x="3367988" y="1258546"/>
                  </a:cubicBezTo>
                  <a:cubicBezTo>
                    <a:pt x="3164023" y="1424577"/>
                    <a:pt x="2993321" y="1638165"/>
                    <a:pt x="2878024" y="1881185"/>
                  </a:cubicBezTo>
                  <a:cubicBezTo>
                    <a:pt x="2830373" y="1981626"/>
                    <a:pt x="2729559" y="2046095"/>
                    <a:pt x="2618280" y="2046095"/>
                  </a:cubicBezTo>
                  <a:lnTo>
                    <a:pt x="278151" y="2046095"/>
                  </a:lnTo>
                  <a:cubicBezTo>
                    <a:pt x="124546" y="2046095"/>
                    <a:pt x="0" y="1921548"/>
                    <a:pt x="0" y="1767944"/>
                  </a:cubicBezTo>
                  <a:lnTo>
                    <a:pt x="0" y="278151"/>
                  </a:lnTo>
                  <a:cubicBezTo>
                    <a:pt x="0" y="124547"/>
                    <a:pt x="124546" y="0"/>
                    <a:pt x="278151" y="0"/>
                  </a:cubicBezTo>
                  <a:lnTo>
                    <a:pt x="3197473" y="0"/>
                  </a:lnTo>
                  <a:cubicBezTo>
                    <a:pt x="3351077" y="0"/>
                    <a:pt x="3475623" y="124547"/>
                    <a:pt x="3475623" y="278151"/>
                  </a:cubicBezTo>
                  <a:close/>
                </a:path>
              </a:pathLst>
            </a:custGeom>
            <a:solidFill>
              <a:schemeClr val="bg1"/>
            </a:solidFill>
            <a:ln w="9339" cap="flat">
              <a:noFill/>
              <a:prstDash val="solid"/>
              <a:miter/>
            </a:ln>
            <a:effectLst>
              <a:outerShdw blurRad="50800" dist="25400" dir="2700000" algn="tl" rotWithShape="0">
                <a:prstClr val="black">
                  <a:alpha val="40000"/>
                </a:prstClr>
              </a:outerShdw>
            </a:effectLst>
          </p:spPr>
          <p:txBody>
            <a:bodyPr rtlCol="0" anchor="t" anchorCtr="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0B0004020202020204" pitchFamily="34" charset="0"/>
                  <a:ea typeface="+mn-ea"/>
                  <a:cs typeface="+mn-cs"/>
                </a:rPr>
                <a:t>Country Experience</a:t>
              </a:r>
            </a:p>
          </p:txBody>
        </p:sp>
        <p:sp>
          <p:nvSpPr>
            <p:cNvPr id="1102" name="Rectangle: Rounded Corners 1101">
              <a:extLst>
                <a:ext uri="{FF2B5EF4-FFF2-40B4-BE49-F238E27FC236}">
                  <a16:creationId xmlns:a16="http://schemas.microsoft.com/office/drawing/2014/main" id="{D5AECB6C-7AF3-4C56-8CEC-5D88C6FFDF33}"/>
                </a:ext>
              </a:extLst>
            </p:cNvPr>
            <p:cNvSpPr/>
            <p:nvPr/>
          </p:nvSpPr>
          <p:spPr>
            <a:xfrm>
              <a:off x="3436434" y="5324917"/>
              <a:ext cx="584416" cy="274167"/>
            </a:xfrm>
            <a:prstGeom prst="roundRect">
              <a:avLst>
                <a:gd name="adj" fmla="val 50000"/>
              </a:avLst>
            </a:prstGeom>
            <a:solidFill>
              <a:schemeClr val="accent6"/>
            </a:solidFill>
            <a:ln w="9339"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103" name="Rectangle 1102">
              <a:extLst>
                <a:ext uri="{FF2B5EF4-FFF2-40B4-BE49-F238E27FC236}">
                  <a16:creationId xmlns:a16="http://schemas.microsoft.com/office/drawing/2014/main" id="{C62666A7-B476-4AF4-7CF9-8430DF57E3F4}"/>
                </a:ext>
              </a:extLst>
            </p:cNvPr>
            <p:cNvSpPr/>
            <p:nvPr/>
          </p:nvSpPr>
          <p:spPr>
            <a:xfrm>
              <a:off x="3534497" y="5372208"/>
              <a:ext cx="487647" cy="187419"/>
            </a:xfrm>
            <a:prstGeom prst="rect">
              <a:avLst/>
            </a:prstGeom>
            <a:solidFill>
              <a:schemeClr val="accent6"/>
            </a:solidFill>
            <a:ln w="19050" algn="ctr">
              <a:noFill/>
              <a:miter lim="800000"/>
              <a:headEnd/>
              <a:tailEnd/>
            </a:ln>
          </p:spPr>
          <p:txBody>
            <a:bodyPr wrap="square" lIns="0" tIns="0" rIns="0" bIns="0" rtlCol="0" anchor="ct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pitchFamily="34" charset="0"/>
                  <a:ea typeface="+mn-ea"/>
                  <a:cs typeface="+mn-cs"/>
                </a:rPr>
                <a:t>20+</a:t>
              </a:r>
            </a:p>
          </p:txBody>
        </p:sp>
      </p:grpSp>
      <p:grpSp>
        <p:nvGrpSpPr>
          <p:cNvPr id="1104" name="Group 1103">
            <a:extLst>
              <a:ext uri="{FF2B5EF4-FFF2-40B4-BE49-F238E27FC236}">
                <a16:creationId xmlns:a16="http://schemas.microsoft.com/office/drawing/2014/main" id="{F13AF543-3E57-9ABA-7BC3-091590D1AC28}"/>
              </a:ext>
            </a:extLst>
          </p:cNvPr>
          <p:cNvGrpSpPr/>
          <p:nvPr/>
        </p:nvGrpSpPr>
        <p:grpSpPr>
          <a:xfrm>
            <a:off x="6744649" y="5666603"/>
            <a:ext cx="1080656" cy="578457"/>
            <a:chOff x="2764119" y="4959070"/>
            <a:chExt cx="1284633" cy="660407"/>
          </a:xfrm>
        </p:grpSpPr>
        <p:sp>
          <p:nvSpPr>
            <p:cNvPr id="1105" name="Rectangle: Rounded Corners 1104">
              <a:extLst>
                <a:ext uri="{FF2B5EF4-FFF2-40B4-BE49-F238E27FC236}">
                  <a16:creationId xmlns:a16="http://schemas.microsoft.com/office/drawing/2014/main" id="{947D71B8-33EE-AF34-F35F-334763883D13}"/>
                </a:ext>
              </a:extLst>
            </p:cNvPr>
            <p:cNvSpPr/>
            <p:nvPr/>
          </p:nvSpPr>
          <p:spPr>
            <a:xfrm>
              <a:off x="2764120" y="5030357"/>
              <a:ext cx="1284632" cy="589120"/>
            </a:xfrm>
            <a:prstGeom prst="roundRect">
              <a:avLst/>
            </a:prstGeom>
            <a:solidFill>
              <a:schemeClr val="accent6">
                <a:lumMod val="40000"/>
                <a:lumOff val="60000"/>
              </a:schemeClr>
            </a:solidFill>
            <a:ln w="93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106" name="Freeform: Shape 1105">
              <a:extLst>
                <a:ext uri="{FF2B5EF4-FFF2-40B4-BE49-F238E27FC236}">
                  <a16:creationId xmlns:a16="http://schemas.microsoft.com/office/drawing/2014/main" id="{E313F3D3-A141-BA3C-4E9F-2D3F682D8841}"/>
                </a:ext>
              </a:extLst>
            </p:cNvPr>
            <p:cNvSpPr/>
            <p:nvPr/>
          </p:nvSpPr>
          <p:spPr>
            <a:xfrm>
              <a:off x="2764119" y="4959070"/>
              <a:ext cx="1284632" cy="572900"/>
            </a:xfrm>
            <a:custGeom>
              <a:avLst/>
              <a:gdLst>
                <a:gd name="connsiteX0" fmla="*/ 3475717 w 3475716"/>
                <a:gd name="connsiteY0" fmla="*/ 278057 h 2046094"/>
                <a:gd name="connsiteX1" fmla="*/ 3475717 w 3475716"/>
                <a:gd name="connsiteY1" fmla="*/ 1034399 h 2046094"/>
                <a:gd name="connsiteX2" fmla="*/ 3367988 w 3475716"/>
                <a:gd name="connsiteY2" fmla="*/ 1258546 h 2046094"/>
                <a:gd name="connsiteX3" fmla="*/ 2878024 w 3475716"/>
                <a:gd name="connsiteY3" fmla="*/ 1881185 h 2046094"/>
                <a:gd name="connsiteX4" fmla="*/ 2618280 w 3475716"/>
                <a:gd name="connsiteY4" fmla="*/ 2046095 h 2046094"/>
                <a:gd name="connsiteX5" fmla="*/ 278151 w 3475716"/>
                <a:gd name="connsiteY5" fmla="*/ 2046095 h 2046094"/>
                <a:gd name="connsiteX6" fmla="*/ 0 w 3475716"/>
                <a:gd name="connsiteY6" fmla="*/ 1767944 h 2046094"/>
                <a:gd name="connsiteX7" fmla="*/ 0 w 3475716"/>
                <a:gd name="connsiteY7" fmla="*/ 278151 h 2046094"/>
                <a:gd name="connsiteX8" fmla="*/ 278151 w 3475716"/>
                <a:gd name="connsiteY8" fmla="*/ 0 h 2046094"/>
                <a:gd name="connsiteX9" fmla="*/ 3197473 w 3475716"/>
                <a:gd name="connsiteY9" fmla="*/ 0 h 2046094"/>
                <a:gd name="connsiteX10" fmla="*/ 3475623 w 3475716"/>
                <a:gd name="connsiteY10" fmla="*/ 278151 h 204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75716" h="2046094">
                  <a:moveTo>
                    <a:pt x="3475717" y="278057"/>
                  </a:moveTo>
                  <a:lnTo>
                    <a:pt x="3475717" y="1034399"/>
                  </a:lnTo>
                  <a:cubicBezTo>
                    <a:pt x="3475717" y="1121573"/>
                    <a:pt x="3435634" y="1203420"/>
                    <a:pt x="3367988" y="1258546"/>
                  </a:cubicBezTo>
                  <a:cubicBezTo>
                    <a:pt x="3164023" y="1424577"/>
                    <a:pt x="2993321" y="1638165"/>
                    <a:pt x="2878024" y="1881185"/>
                  </a:cubicBezTo>
                  <a:cubicBezTo>
                    <a:pt x="2830373" y="1981626"/>
                    <a:pt x="2729559" y="2046095"/>
                    <a:pt x="2618280" y="2046095"/>
                  </a:cubicBezTo>
                  <a:lnTo>
                    <a:pt x="278151" y="2046095"/>
                  </a:lnTo>
                  <a:cubicBezTo>
                    <a:pt x="124546" y="2046095"/>
                    <a:pt x="0" y="1921548"/>
                    <a:pt x="0" y="1767944"/>
                  </a:cubicBezTo>
                  <a:lnTo>
                    <a:pt x="0" y="278151"/>
                  </a:lnTo>
                  <a:cubicBezTo>
                    <a:pt x="0" y="124547"/>
                    <a:pt x="124546" y="0"/>
                    <a:pt x="278151" y="0"/>
                  </a:cubicBezTo>
                  <a:lnTo>
                    <a:pt x="3197473" y="0"/>
                  </a:lnTo>
                  <a:cubicBezTo>
                    <a:pt x="3351077" y="0"/>
                    <a:pt x="3475623" y="124547"/>
                    <a:pt x="3475623" y="278151"/>
                  </a:cubicBezTo>
                  <a:close/>
                </a:path>
              </a:pathLst>
            </a:custGeom>
            <a:solidFill>
              <a:schemeClr val="bg1"/>
            </a:solidFill>
            <a:ln w="9339" cap="flat">
              <a:noFill/>
              <a:prstDash val="solid"/>
              <a:miter/>
            </a:ln>
            <a:effectLst>
              <a:outerShdw blurRad="50800" dist="25400" dir="2700000" algn="tl" rotWithShape="0">
                <a:prstClr val="black">
                  <a:alpha val="40000"/>
                </a:prstClr>
              </a:outerShdw>
            </a:effectLst>
          </p:spPr>
          <p:txBody>
            <a:bodyPr rtlCol="0" anchor="t" anchorCtr="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ptos" panose="020B0004020202020204" pitchFamily="34" charset="0"/>
                  <a:ea typeface="+mn-ea"/>
                  <a:cs typeface="+mn-cs"/>
                </a:rPr>
                <a:t>Transformation projects (in East)</a:t>
              </a:r>
            </a:p>
          </p:txBody>
        </p:sp>
        <p:sp>
          <p:nvSpPr>
            <p:cNvPr id="1107" name="Rectangle: Rounded Corners 1106">
              <a:extLst>
                <a:ext uri="{FF2B5EF4-FFF2-40B4-BE49-F238E27FC236}">
                  <a16:creationId xmlns:a16="http://schemas.microsoft.com/office/drawing/2014/main" id="{E5F51559-E1F8-BBE4-27D7-7F80D2C9B378}"/>
                </a:ext>
              </a:extLst>
            </p:cNvPr>
            <p:cNvSpPr/>
            <p:nvPr/>
          </p:nvSpPr>
          <p:spPr>
            <a:xfrm>
              <a:off x="3436434" y="5324917"/>
              <a:ext cx="584416" cy="274167"/>
            </a:xfrm>
            <a:prstGeom prst="roundRect">
              <a:avLst>
                <a:gd name="adj" fmla="val 50000"/>
              </a:avLst>
            </a:prstGeom>
            <a:solidFill>
              <a:schemeClr val="accent6"/>
            </a:solidFill>
            <a:ln w="9339"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108" name="Rectangle 1107">
              <a:extLst>
                <a:ext uri="{FF2B5EF4-FFF2-40B4-BE49-F238E27FC236}">
                  <a16:creationId xmlns:a16="http://schemas.microsoft.com/office/drawing/2014/main" id="{590BE1C0-589A-C6B8-8158-AE922126AA76}"/>
                </a:ext>
              </a:extLst>
            </p:cNvPr>
            <p:cNvSpPr/>
            <p:nvPr/>
          </p:nvSpPr>
          <p:spPr>
            <a:xfrm>
              <a:off x="3534497" y="5372208"/>
              <a:ext cx="487647" cy="187419"/>
            </a:xfrm>
            <a:prstGeom prst="rect">
              <a:avLst/>
            </a:prstGeom>
            <a:solidFill>
              <a:schemeClr val="accent6"/>
            </a:solidFill>
            <a:ln w="19050" algn="ctr">
              <a:noFill/>
              <a:miter lim="800000"/>
              <a:headEnd/>
              <a:tailEnd/>
            </a:ln>
          </p:spPr>
          <p:txBody>
            <a:bodyPr wrap="square" lIns="0" tIns="0" rIns="0" bIns="0" rtlCol="0" anchor="ctr"/>
            <a:lstStyle/>
            <a:p>
              <a:pPr marL="0" marR="0" lvl="0" indent="0" algn="l" defTabSz="4572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pitchFamily="34" charset="0"/>
                  <a:ea typeface="+mn-ea"/>
                  <a:cs typeface="+mn-cs"/>
                </a:rPr>
                <a:t>5+</a:t>
              </a:r>
            </a:p>
          </p:txBody>
        </p:sp>
      </p:grpSp>
      <p:pic>
        <p:nvPicPr>
          <p:cNvPr id="3" name="Picture 2">
            <a:hlinkClick r:id="rId28" action="ppaction://hlinksldjump"/>
            <a:extLst>
              <a:ext uri="{FF2B5EF4-FFF2-40B4-BE49-F238E27FC236}">
                <a16:creationId xmlns:a16="http://schemas.microsoft.com/office/drawing/2014/main" id="{91F2ABCC-72C3-5FB9-31EB-4918BD6704C3}"/>
              </a:ext>
            </a:extLst>
          </p:cNvPr>
          <p:cNvPicPr>
            <a:picLocks noChangeAspect="1"/>
          </p:cNvPicPr>
          <p:nvPr/>
        </p:nvPicPr>
        <p:blipFill>
          <a:blip r:embed="rId29"/>
          <a:stretch>
            <a:fillRect/>
          </a:stretch>
        </p:blipFill>
        <p:spPr>
          <a:xfrm>
            <a:off x="11726283" y="113485"/>
            <a:ext cx="359695" cy="365792"/>
          </a:xfrm>
          <a:prstGeom prst="rect">
            <a:avLst/>
          </a:prstGeom>
        </p:spPr>
      </p:pic>
      <p:pic>
        <p:nvPicPr>
          <p:cNvPr id="4" name="Picture 3">
            <a:extLst>
              <a:ext uri="{FF2B5EF4-FFF2-40B4-BE49-F238E27FC236}">
                <a16:creationId xmlns:a16="http://schemas.microsoft.com/office/drawing/2014/main" id="{AD1FCEB4-22B8-D891-42F5-2296F7F91355}"/>
              </a:ext>
            </a:extLst>
          </p:cNvPr>
          <p:cNvPicPr preferRelativeResize="0">
            <a:picLocks/>
          </p:cNvPicPr>
          <p:nvPr/>
        </p:nvPicPr>
        <p:blipFill rotWithShape="1">
          <a:blip r:embed="rId30">
            <a:extLst>
              <a:ext uri="{28A0092B-C50C-407E-A947-70E740481C1C}">
                <a14:useLocalDpi xmlns:a14="http://schemas.microsoft.com/office/drawing/2010/main" val="0"/>
              </a:ext>
            </a:extLst>
          </a:blip>
          <a:srcRect t="8023" b="8023"/>
          <a:stretch/>
        </p:blipFill>
        <p:spPr>
          <a:xfrm>
            <a:off x="6271234" y="1714677"/>
            <a:ext cx="504260" cy="504260"/>
          </a:xfrm>
          <a:prstGeom prst="ellipse">
            <a:avLst/>
          </a:prstGeom>
          <a:ln w="3175">
            <a:solidFill>
              <a:schemeClr val="tx2">
                <a:lumMod val="60000"/>
                <a:lumOff val="40000"/>
              </a:schemeClr>
            </a:solidFill>
          </a:ln>
        </p:spPr>
      </p:pic>
      <p:sp>
        <p:nvSpPr>
          <p:cNvPr id="5" name="object 10">
            <a:extLst>
              <a:ext uri="{FF2B5EF4-FFF2-40B4-BE49-F238E27FC236}">
                <a16:creationId xmlns:a16="http://schemas.microsoft.com/office/drawing/2014/main" id="{F31C5603-BD86-2515-E60B-56179F8769BC}"/>
              </a:ext>
            </a:extLst>
          </p:cNvPr>
          <p:cNvSpPr txBox="1">
            <a:spLocks/>
          </p:cNvSpPr>
          <p:nvPr/>
        </p:nvSpPr>
        <p:spPr>
          <a:xfrm>
            <a:off x="5830569" y="2289593"/>
            <a:ext cx="1463040" cy="330860"/>
          </a:xfrm>
          <a:prstGeom prst="rect">
            <a:avLst/>
          </a:prstGeom>
        </p:spPr>
        <p:txBody>
          <a:bodyPr vert="horz" wrap="square" lIns="0" tIns="0" rIns="0" bIns="0" rtlCol="0">
            <a:spAutoFit/>
          </a:bodyPr>
          <a:lstStyle/>
          <a:p>
            <a:pPr algn="ctr">
              <a:buSzPct val="100000"/>
            </a:pPr>
            <a:r>
              <a:rPr lang="it-IT" sz="1050">
                <a:solidFill>
                  <a:schemeClr val="accent6"/>
                </a:solidFill>
                <a:latin typeface="Verdana" panose="020B0604030504040204" pitchFamily="34" charset="0"/>
                <a:ea typeface="Verdana" panose="020B0604030504040204" pitchFamily="34" charset="0"/>
                <a:cs typeface="Calibri" panose="020F0502020204030204" pitchFamily="34" charset="0"/>
              </a:rPr>
              <a:t>Kushal</a:t>
            </a:r>
            <a:r>
              <a:rPr lang="it-IT" sz="1100">
                <a:solidFill>
                  <a:schemeClr val="accent1"/>
                </a:solidFill>
                <a:cs typeface="Calibri" panose="020F0502020204030204" pitchFamily="34" charset="0"/>
              </a:rPr>
              <a:t> </a:t>
            </a:r>
            <a:r>
              <a:rPr lang="it-IT" sz="1050">
                <a:solidFill>
                  <a:schemeClr val="accent6"/>
                </a:solidFill>
                <a:latin typeface="Verdana" panose="020B0604030504040204" pitchFamily="34" charset="0"/>
                <a:ea typeface="Verdana" panose="020B0604030504040204" pitchFamily="34" charset="0"/>
                <a:cs typeface="Calibri" panose="020F0502020204030204" pitchFamily="34" charset="0"/>
              </a:rPr>
              <a:t>Singh</a:t>
            </a:r>
          </a:p>
          <a:p>
            <a:pPr algn="ctr">
              <a:buSzPct val="100000"/>
            </a:pPr>
            <a:r>
              <a:rPr lang="it-IT" sz="1000">
                <a:latin typeface="Verdana" panose="020B0604030504040204" pitchFamily="34" charset="0"/>
                <a:ea typeface="Verdana" panose="020B0604030504040204" pitchFamily="34" charset="0"/>
                <a:cs typeface="Calibri" panose="020F0502020204030204" pitchFamily="34" charset="0"/>
              </a:rPr>
              <a:t>PPP Lead</a:t>
            </a:r>
            <a:endParaRPr lang="it-IT" sz="1050">
              <a:latin typeface="Verdana" panose="020B0604030504040204" pitchFamily="34" charset="0"/>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336141193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30921052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p:cNvSpPr>
            <a:spLocks noGrp="1"/>
          </p:cNvSpPr>
          <p:nvPr>
            <p:ph type="body" sz="quarter" idx="13"/>
          </p:nvPr>
        </p:nvSpPr>
        <p:spPr>
          <a:xfrm>
            <a:off x="501650" y="651601"/>
            <a:ext cx="11188700" cy="292180"/>
          </a:xfrm>
        </p:spPr>
        <p:txBody>
          <a:bodyPr/>
          <a:lstStyle/>
          <a:p>
            <a:pPr algn="just"/>
            <a:r>
              <a:rPr lang="en-US" sz="1400" dirty="0">
                <a:latin typeface="Verdana" panose="020B0604030504040204" pitchFamily="34" charset="0"/>
                <a:ea typeface="Verdana" panose="020B0604030504040204" pitchFamily="34" charset="0"/>
              </a:rPr>
              <a:t>xx</a:t>
            </a:r>
          </a:p>
        </p:txBody>
      </p:sp>
      <p:sp>
        <p:nvSpPr>
          <p:cNvPr id="6" name="Title 5"/>
          <p:cNvSpPr>
            <a:spLocks noGrp="1"/>
          </p:cNvSpPr>
          <p:nvPr>
            <p:ph type="title"/>
          </p:nvPr>
        </p:nvSpPr>
        <p:spPr/>
        <p:txBody>
          <a:bodyPr vert="horz"/>
          <a:lstStyle/>
          <a:p>
            <a:r>
              <a:rPr lang="en-US" sz="1800" b="1" dirty="0">
                <a:latin typeface="Verdana" panose="020B0604030504040204" pitchFamily="34" charset="0"/>
                <a:ea typeface="Verdana" panose="020B0604030504040204" pitchFamily="34" charset="0"/>
              </a:rPr>
              <a:t>Summary of Scope of Work</a:t>
            </a:r>
            <a:endParaRPr lang="en-GB" sz="1800" b="1" dirty="0">
              <a:latin typeface="Verdana" panose="020B0604030504040204" pitchFamily="34" charset="0"/>
              <a:ea typeface="Verdana" panose="020B060403050404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50EDC182-8BFB-41C7-9989-9976F0DFAE07}"/>
              </a:ext>
            </a:extLst>
          </p:cNvPr>
          <p:cNvSpPr txBox="1"/>
          <p:nvPr/>
        </p:nvSpPr>
        <p:spPr>
          <a:xfrm>
            <a:off x="501650" y="6275093"/>
            <a:ext cx="10825562" cy="261610"/>
          </a:xfrm>
          <a:prstGeom prst="rect">
            <a:avLst/>
          </a:prstGeom>
          <a:noFill/>
        </p:spPr>
        <p:txBody>
          <a:bodyPr wrap="square">
            <a:spAutoFit/>
          </a:bodyPr>
          <a:lstStyle/>
          <a:p>
            <a:pPr marL="0" marR="0" lvl="1" indent="0" algn="l" defTabSz="914400" rtl="0" eaLnBrk="1" fontAlgn="auto" latinLnBrk="0" hangingPunct="1">
              <a:lnSpc>
                <a:spcPct val="100000"/>
              </a:lnSpc>
              <a:spcBef>
                <a:spcPts val="600"/>
              </a:spcBef>
              <a:spcAft>
                <a:spcPts val="300"/>
              </a:spcAft>
              <a:buClrTx/>
              <a:buSzPct val="100000"/>
              <a:buFontTx/>
              <a:buNone/>
              <a:tabLst/>
              <a:defRPr/>
            </a:pPr>
            <a:r>
              <a:rPr kumimoji="0" lang="en-US" sz="105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Note </a:t>
            </a:r>
            <a:r>
              <a:rPr kumimoji="0" lang="en-US" sz="105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 Detailed Scope of Work to be followed as per the tender document throughout the course of assignment (attached in Annexure) </a:t>
            </a:r>
          </a:p>
        </p:txBody>
      </p:sp>
      <p:sp>
        <p:nvSpPr>
          <p:cNvPr id="24" name="Rounded Rectangle 136">
            <a:extLst>
              <a:ext uri="{FF2B5EF4-FFF2-40B4-BE49-F238E27FC236}">
                <a16:creationId xmlns:a16="http://schemas.microsoft.com/office/drawing/2014/main" id="{90B39B27-D4EE-4D65-90A9-FD978B10694E}"/>
              </a:ext>
            </a:extLst>
          </p:cNvPr>
          <p:cNvSpPr/>
          <p:nvPr/>
        </p:nvSpPr>
        <p:spPr>
          <a:xfrm>
            <a:off x="575624" y="1694677"/>
            <a:ext cx="8128593" cy="380134"/>
          </a:xfrm>
          <a:prstGeom prst="roundRect">
            <a:avLst>
              <a:gd name="adj" fmla="val 50000"/>
            </a:avLst>
          </a:prstGeom>
          <a:solidFill>
            <a:schemeClr val="accent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latin typeface="Verdana" panose="020B0604030504040204" pitchFamily="34" charset="0"/>
                <a:ea typeface="Verdana" panose="020B0604030504040204" pitchFamily="34" charset="0"/>
              </a:rPr>
              <a:t>xx</a:t>
            </a:r>
            <a:endParaRPr lang="en-US" sz="1100" b="1" dirty="0">
              <a:solidFill>
                <a:schemeClr val="bg1"/>
              </a:solidFill>
              <a:latin typeface="Verdana" panose="020B0604030504040204" pitchFamily="34" charset="0"/>
              <a:ea typeface="Verdana" panose="020B0604030504040204" pitchFamily="34" charset="0"/>
            </a:endParaRPr>
          </a:p>
        </p:txBody>
      </p:sp>
      <p:sp>
        <p:nvSpPr>
          <p:cNvPr id="27" name="Oval 137">
            <a:extLst>
              <a:ext uri="{FF2B5EF4-FFF2-40B4-BE49-F238E27FC236}">
                <a16:creationId xmlns:a16="http://schemas.microsoft.com/office/drawing/2014/main" id="{FB176EA1-9EEC-4236-B667-5ED50F3584E4}"/>
              </a:ext>
            </a:extLst>
          </p:cNvPr>
          <p:cNvSpPr/>
          <p:nvPr/>
        </p:nvSpPr>
        <p:spPr>
          <a:xfrm>
            <a:off x="628531" y="1752544"/>
            <a:ext cx="264404" cy="264404"/>
          </a:xfrm>
          <a:prstGeom prst="ellipse">
            <a:avLst/>
          </a:prstGeom>
          <a:solidFill>
            <a:schemeClr val="bg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latin typeface="Verdana" panose="020B0604030504040204" pitchFamily="34" charset="0"/>
              <a:ea typeface="Verdana" panose="020B0604030504040204" pitchFamily="34" charset="0"/>
            </a:endParaRPr>
          </a:p>
        </p:txBody>
      </p:sp>
      <p:sp>
        <p:nvSpPr>
          <p:cNvPr id="28" name="Oval 138">
            <a:extLst>
              <a:ext uri="{FF2B5EF4-FFF2-40B4-BE49-F238E27FC236}">
                <a16:creationId xmlns:a16="http://schemas.microsoft.com/office/drawing/2014/main" id="{B23522FB-E603-4841-B538-25E9025FD49E}"/>
              </a:ext>
            </a:extLst>
          </p:cNvPr>
          <p:cNvSpPr/>
          <p:nvPr/>
        </p:nvSpPr>
        <p:spPr>
          <a:xfrm>
            <a:off x="669828" y="1793841"/>
            <a:ext cx="181810" cy="181810"/>
          </a:xfrm>
          <a:prstGeom prst="ellipse">
            <a:avLst/>
          </a:prstGeom>
          <a:solidFill>
            <a:schemeClr val="accent5"/>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latin typeface="Verdana" panose="020B0604030504040204" pitchFamily="34" charset="0"/>
              <a:ea typeface="Verdana" panose="020B0604030504040204" pitchFamily="34" charset="0"/>
            </a:endParaRPr>
          </a:p>
        </p:txBody>
      </p:sp>
      <p:sp>
        <p:nvSpPr>
          <p:cNvPr id="34" name="Rounded Rectangle 136">
            <a:extLst>
              <a:ext uri="{FF2B5EF4-FFF2-40B4-BE49-F238E27FC236}">
                <a16:creationId xmlns:a16="http://schemas.microsoft.com/office/drawing/2014/main" id="{5C5A9445-CAF8-4F4C-B826-9DD92338194A}"/>
              </a:ext>
            </a:extLst>
          </p:cNvPr>
          <p:cNvSpPr/>
          <p:nvPr/>
        </p:nvSpPr>
        <p:spPr>
          <a:xfrm>
            <a:off x="575624" y="1280261"/>
            <a:ext cx="2291743" cy="380134"/>
          </a:xfrm>
          <a:prstGeom prst="roundRect">
            <a:avLst>
              <a:gd name="adj" fmla="val 50000"/>
            </a:avLst>
          </a:prstGeom>
          <a:solidFill>
            <a:schemeClr val="accent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bg1"/>
                </a:solidFill>
                <a:latin typeface="Verdana" panose="020B0604030504040204" pitchFamily="34" charset="0"/>
                <a:ea typeface="Verdana" panose="020B0604030504040204" pitchFamily="34" charset="0"/>
              </a:rPr>
              <a:t>PHASE 01</a:t>
            </a:r>
            <a:endParaRPr lang="en-US" sz="1100">
              <a:solidFill>
                <a:schemeClr val="bg1"/>
              </a:solidFill>
              <a:latin typeface="Verdana" panose="020B0604030504040204" pitchFamily="34" charset="0"/>
              <a:ea typeface="Verdana" panose="020B0604030504040204" pitchFamily="34" charset="0"/>
            </a:endParaRPr>
          </a:p>
        </p:txBody>
      </p:sp>
      <p:sp>
        <p:nvSpPr>
          <p:cNvPr id="37" name="Freeform 26">
            <a:extLst>
              <a:ext uri="{FF2B5EF4-FFF2-40B4-BE49-F238E27FC236}">
                <a16:creationId xmlns:a16="http://schemas.microsoft.com/office/drawing/2014/main" id="{2FBA3529-FDD6-449E-8A60-2570585BCD79}"/>
              </a:ext>
            </a:extLst>
          </p:cNvPr>
          <p:cNvSpPr>
            <a:spLocks noEditPoints="1"/>
          </p:cNvSpPr>
          <p:nvPr/>
        </p:nvSpPr>
        <p:spPr bwMode="auto">
          <a:xfrm>
            <a:off x="621294" y="2123071"/>
            <a:ext cx="3975379" cy="4152022"/>
          </a:xfrm>
          <a:prstGeom prst="round2DiagRect">
            <a:avLst>
              <a:gd name="adj1" fmla="val 6097"/>
              <a:gd name="adj2" fmla="val 0"/>
            </a:avLst>
          </a:prstGeom>
          <a:solidFill>
            <a:srgbClr val="FFFFFF"/>
          </a:solidFill>
          <a:ln>
            <a:solidFill>
              <a:srgbClr val="0D8390"/>
            </a:solidFill>
          </a:ln>
        </p:spPr>
        <p:txBody>
          <a:bodyPr vert="horz" wrap="square" lIns="91440" tIns="182880" rIns="0" bIns="91440" numCol="1" anchor="t" anchorCtr="0" compatLnSpc="1">
            <a:prstTxWarp prst="textNoShape">
              <a:avLst/>
            </a:prstTxWarp>
          </a:bodyPr>
          <a:lstStyle/>
          <a:p>
            <a:pPr defTabSz="913686"/>
            <a:r>
              <a:rPr lang="en-US" sz="1100" b="1" dirty="0">
                <a:solidFill>
                  <a:srgbClr val="43B02A"/>
                </a:solidFill>
                <a:latin typeface="Verdana" panose="020B0604030504040204" pitchFamily="34" charset="0"/>
                <a:ea typeface="Verdana" panose="020B0604030504040204" pitchFamily="34" charset="0"/>
                <a:cs typeface="Arial" panose="020B0604020202020204" pitchFamily="34" charset="0"/>
              </a:rPr>
              <a:t>xx</a:t>
            </a:r>
            <a:endParaRPr lang="en-US" sz="1100" b="1" dirty="0">
              <a:solidFill>
                <a:srgbClr val="000000"/>
              </a:solidFill>
              <a:latin typeface="Verdana" panose="020B0604030504040204" pitchFamily="34" charset="0"/>
              <a:ea typeface="Verdana" panose="020B0604030504040204" pitchFamily="34" charset="0"/>
              <a:cs typeface="Arial" panose="020B0604020202020204" pitchFamily="34" charset="0"/>
            </a:endParaRPr>
          </a:p>
          <a:p>
            <a:pPr marL="125315" lvl="1" indent="-125315" algn="just" defTabSz="913686">
              <a:spcBef>
                <a:spcPts val="600"/>
              </a:spcBef>
              <a:spcAft>
                <a:spcPts val="400"/>
              </a:spcAft>
              <a:buSzPct val="100000"/>
              <a:buFont typeface="Arial"/>
              <a:buChar char="•"/>
            </a:pPr>
            <a:r>
              <a:rPr lang="en-US" sz="1100" b="1" dirty="0">
                <a:latin typeface="Verdana" panose="020B0604030504040204" pitchFamily="34" charset="0"/>
                <a:ea typeface="Verdana" panose="020B0604030504040204" pitchFamily="34" charset="0"/>
              </a:rPr>
              <a:t>xx</a:t>
            </a:r>
            <a:endParaRPr lang="en-US" sz="1100" dirty="0">
              <a:latin typeface="Verdana" panose="020B0604030504040204" pitchFamily="34" charset="0"/>
              <a:ea typeface="Verdana" panose="020B0604030504040204" pitchFamily="34" charset="0"/>
            </a:endParaRPr>
          </a:p>
        </p:txBody>
      </p:sp>
      <p:sp>
        <p:nvSpPr>
          <p:cNvPr id="38" name="Freeform 26">
            <a:extLst>
              <a:ext uri="{FF2B5EF4-FFF2-40B4-BE49-F238E27FC236}">
                <a16:creationId xmlns:a16="http://schemas.microsoft.com/office/drawing/2014/main" id="{6A1F507C-8839-4347-A69C-C15E790CE2A2}"/>
              </a:ext>
            </a:extLst>
          </p:cNvPr>
          <p:cNvSpPr>
            <a:spLocks noEditPoints="1"/>
          </p:cNvSpPr>
          <p:nvPr/>
        </p:nvSpPr>
        <p:spPr bwMode="auto">
          <a:xfrm>
            <a:off x="4728838" y="2120151"/>
            <a:ext cx="3975379" cy="4152022"/>
          </a:xfrm>
          <a:prstGeom prst="round2DiagRect">
            <a:avLst>
              <a:gd name="adj1" fmla="val 6097"/>
              <a:gd name="adj2" fmla="val 0"/>
            </a:avLst>
          </a:prstGeom>
          <a:solidFill>
            <a:srgbClr val="FFFFFF"/>
          </a:solidFill>
          <a:ln>
            <a:solidFill>
              <a:srgbClr val="0D8390"/>
            </a:solidFill>
          </a:ln>
        </p:spPr>
        <p:txBody>
          <a:bodyPr vert="horz" wrap="square" lIns="91440" tIns="182880" rIns="0" bIns="91440" numCol="1" anchor="t" anchorCtr="0" compatLnSpc="1">
            <a:prstTxWarp prst="textNoShape">
              <a:avLst/>
            </a:prstTxWarp>
          </a:bodyPr>
          <a:lstStyle/>
          <a:p>
            <a:pPr defTabSz="913686"/>
            <a:r>
              <a:rPr lang="en-US" sz="1100" b="1" dirty="0">
                <a:solidFill>
                  <a:srgbClr val="43B02A"/>
                </a:solidFill>
                <a:latin typeface="Verdana" panose="020B0604030504040204" pitchFamily="34" charset="0"/>
                <a:ea typeface="Verdana" panose="020B0604030504040204" pitchFamily="34" charset="0"/>
                <a:cs typeface="Arial" panose="020B0604020202020204" pitchFamily="34" charset="0"/>
              </a:rPr>
              <a:t>xx</a:t>
            </a:r>
          </a:p>
          <a:p>
            <a:pPr defTabSz="913686"/>
            <a:endParaRPr lang="en-US" sz="1100" b="1" dirty="0">
              <a:solidFill>
                <a:srgbClr val="000000"/>
              </a:solidFill>
              <a:latin typeface="Verdana" panose="020B0604030504040204" pitchFamily="34" charset="0"/>
              <a:ea typeface="Verdana" panose="020B0604030504040204" pitchFamily="34" charset="0"/>
              <a:cs typeface="Arial" panose="020B0604020202020204" pitchFamily="34" charset="0"/>
            </a:endParaRPr>
          </a:p>
          <a:p>
            <a:pPr marL="125315" lvl="1" indent="-125315" algn="just" defTabSz="913686">
              <a:spcAft>
                <a:spcPts val="1200"/>
              </a:spcAft>
              <a:buSzPct val="100000"/>
              <a:buFont typeface="Arial"/>
              <a:buChar char="•"/>
            </a:pPr>
            <a:r>
              <a:rPr lang="en-US" sz="1100" dirty="0">
                <a:latin typeface="Verdana" panose="020B0604030504040204" pitchFamily="34" charset="0"/>
                <a:ea typeface="Verdana" panose="020B0604030504040204" pitchFamily="34" charset="0"/>
              </a:rPr>
              <a:t>xx</a:t>
            </a:r>
          </a:p>
        </p:txBody>
      </p:sp>
      <p:grpSp>
        <p:nvGrpSpPr>
          <p:cNvPr id="29" name="Group 28">
            <a:extLst>
              <a:ext uri="{FF2B5EF4-FFF2-40B4-BE49-F238E27FC236}">
                <a16:creationId xmlns:a16="http://schemas.microsoft.com/office/drawing/2014/main" id="{1A84CAA6-3CB7-4A16-8810-4AF587A96823}"/>
              </a:ext>
            </a:extLst>
          </p:cNvPr>
          <p:cNvGrpSpPr/>
          <p:nvPr/>
        </p:nvGrpSpPr>
        <p:grpSpPr>
          <a:xfrm>
            <a:off x="836680" y="1021759"/>
            <a:ext cx="383152" cy="555806"/>
            <a:chOff x="2682876" y="1790701"/>
            <a:chExt cx="514350" cy="746125"/>
          </a:xfrm>
          <a:effectLst>
            <a:outerShdw blurRad="76200" dir="18900000" sy="23000" kx="-1200000" algn="bl" rotWithShape="0">
              <a:prstClr val="black">
                <a:alpha val="20000"/>
              </a:prstClr>
            </a:outerShdw>
          </a:effectLst>
        </p:grpSpPr>
        <p:sp>
          <p:nvSpPr>
            <p:cNvPr id="30" name="Freeform 20">
              <a:extLst>
                <a:ext uri="{FF2B5EF4-FFF2-40B4-BE49-F238E27FC236}">
                  <a16:creationId xmlns:a16="http://schemas.microsoft.com/office/drawing/2014/main" id="{8FF870CF-911E-46B0-93CF-1353072C0A3E}"/>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a:defRPr/>
              </a:pPr>
              <a:endParaRPr lang="en-US" sz="1100">
                <a:latin typeface="Verdana" panose="020B0604030504040204" pitchFamily="34" charset="0"/>
                <a:ea typeface="Verdana" panose="020B0604030504040204" pitchFamily="34" charset="0"/>
              </a:endParaRPr>
            </a:p>
          </p:txBody>
        </p:sp>
        <p:sp>
          <p:nvSpPr>
            <p:cNvPr id="31" name="Freeform 21">
              <a:extLst>
                <a:ext uri="{FF2B5EF4-FFF2-40B4-BE49-F238E27FC236}">
                  <a16:creationId xmlns:a16="http://schemas.microsoft.com/office/drawing/2014/main" id="{13CD7309-2BD3-4C16-8ECA-528B1B050EC7}"/>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a:defRPr/>
              </a:pPr>
              <a:endParaRPr lang="en-US" sz="1100">
                <a:latin typeface="Verdana" panose="020B0604030504040204" pitchFamily="34" charset="0"/>
                <a:ea typeface="Verdana" panose="020B0604030504040204" pitchFamily="34" charset="0"/>
              </a:endParaRPr>
            </a:p>
          </p:txBody>
        </p:sp>
        <p:sp>
          <p:nvSpPr>
            <p:cNvPr id="32" name="Oval 31">
              <a:extLst>
                <a:ext uri="{FF2B5EF4-FFF2-40B4-BE49-F238E27FC236}">
                  <a16:creationId xmlns:a16="http://schemas.microsoft.com/office/drawing/2014/main" id="{D22228AD-D16D-49B9-A369-CEA2BEE388FF}"/>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100">
                <a:latin typeface="Verdana" panose="020B0604030504040204" pitchFamily="34" charset="0"/>
                <a:ea typeface="Verdana" panose="020B0604030504040204" pitchFamily="34" charset="0"/>
              </a:endParaRPr>
            </a:p>
          </p:txBody>
        </p:sp>
      </p:grpSp>
      <p:sp>
        <p:nvSpPr>
          <p:cNvPr id="33" name="TextBox 32">
            <a:extLst>
              <a:ext uri="{FF2B5EF4-FFF2-40B4-BE49-F238E27FC236}">
                <a16:creationId xmlns:a16="http://schemas.microsoft.com/office/drawing/2014/main" id="{449D5F2E-9BCC-4D86-9D0E-94E3CE709A0A}"/>
              </a:ext>
            </a:extLst>
          </p:cNvPr>
          <p:cNvSpPr txBox="1"/>
          <p:nvPr/>
        </p:nvSpPr>
        <p:spPr>
          <a:xfrm>
            <a:off x="838815" y="1071794"/>
            <a:ext cx="348172" cy="230832"/>
          </a:xfrm>
          <a:prstGeom prst="rect">
            <a:avLst/>
          </a:prstGeom>
          <a:noFill/>
        </p:spPr>
        <p:txBody>
          <a:bodyPr wrap="none">
            <a:spAutoFit/>
          </a:bodyPr>
          <a:lstStyle/>
          <a:p>
            <a:pPr algn="ctr">
              <a:defRPr/>
            </a:pPr>
            <a:r>
              <a:rPr lang="en-US" sz="900" b="1">
                <a:solidFill>
                  <a:schemeClr val="accent4"/>
                </a:solidFill>
                <a:latin typeface="Verdana" panose="020B0604030504040204" pitchFamily="34" charset="0"/>
                <a:ea typeface="Verdana" panose="020B0604030504040204" pitchFamily="34" charset="0"/>
              </a:rPr>
              <a:t>01</a:t>
            </a:r>
            <a:endParaRPr lang="id-ID" sz="900" b="1">
              <a:solidFill>
                <a:schemeClr val="accent4"/>
              </a:solidFill>
              <a:latin typeface="Verdana" panose="020B0604030504040204" pitchFamily="34" charset="0"/>
              <a:ea typeface="Verdana" panose="020B0604030504040204" pitchFamily="34" charset="0"/>
            </a:endParaRPr>
          </a:p>
        </p:txBody>
      </p:sp>
      <p:sp>
        <p:nvSpPr>
          <p:cNvPr id="39" name="Isosceles Triangle 38">
            <a:extLst>
              <a:ext uri="{FF2B5EF4-FFF2-40B4-BE49-F238E27FC236}">
                <a16:creationId xmlns:a16="http://schemas.microsoft.com/office/drawing/2014/main" id="{C1CBF657-4F27-4CEE-9C9F-BA37824CF012}"/>
              </a:ext>
            </a:extLst>
          </p:cNvPr>
          <p:cNvSpPr/>
          <p:nvPr/>
        </p:nvSpPr>
        <p:spPr bwMode="gray">
          <a:xfrm rot="5400000">
            <a:off x="6956912" y="3968461"/>
            <a:ext cx="4152016" cy="455395"/>
          </a:xfrm>
          <a:prstGeom prst="triangle">
            <a:avLst>
              <a:gd name="adj" fmla="val 51921"/>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a:solidFill>
                <a:schemeClr val="bg1"/>
              </a:solidFill>
              <a:latin typeface="Verdana" panose="020B0604030504040204" pitchFamily="34" charset="0"/>
              <a:ea typeface="Verdana" panose="020B0604030504040204" pitchFamily="34" charset="0"/>
            </a:endParaRPr>
          </a:p>
        </p:txBody>
      </p:sp>
      <p:sp>
        <p:nvSpPr>
          <p:cNvPr id="40" name="Rounded Rectangle 136">
            <a:extLst>
              <a:ext uri="{FF2B5EF4-FFF2-40B4-BE49-F238E27FC236}">
                <a16:creationId xmlns:a16="http://schemas.microsoft.com/office/drawing/2014/main" id="{C5F5F944-D154-4FA9-9D88-BAD7AD6396B8}"/>
              </a:ext>
            </a:extLst>
          </p:cNvPr>
          <p:cNvSpPr/>
          <p:nvPr/>
        </p:nvSpPr>
        <p:spPr>
          <a:xfrm>
            <a:off x="9361624" y="3371953"/>
            <a:ext cx="2291743" cy="380134"/>
          </a:xfrm>
          <a:prstGeom prst="roundRect">
            <a:avLst>
              <a:gd name="adj" fmla="val 50000"/>
            </a:avLst>
          </a:prstGeom>
          <a:solidFill>
            <a:schemeClr val="accent1"/>
          </a:solidFill>
          <a:ln w="1270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a:solidFill>
                  <a:schemeClr val="bg1"/>
                </a:solidFill>
                <a:latin typeface="Verdana" panose="020B0604030504040204" pitchFamily="34" charset="0"/>
                <a:ea typeface="Verdana" panose="020B0604030504040204" pitchFamily="34" charset="0"/>
              </a:rPr>
              <a:t>PHASE 02</a:t>
            </a:r>
            <a:endParaRPr lang="en-US" sz="1100">
              <a:solidFill>
                <a:schemeClr val="bg1"/>
              </a:solidFill>
              <a:latin typeface="Verdana" panose="020B0604030504040204" pitchFamily="34" charset="0"/>
              <a:ea typeface="Verdana" panose="020B0604030504040204" pitchFamily="34" charset="0"/>
            </a:endParaRPr>
          </a:p>
        </p:txBody>
      </p:sp>
      <p:grpSp>
        <p:nvGrpSpPr>
          <p:cNvPr id="41" name="Group 40">
            <a:extLst>
              <a:ext uri="{FF2B5EF4-FFF2-40B4-BE49-F238E27FC236}">
                <a16:creationId xmlns:a16="http://schemas.microsoft.com/office/drawing/2014/main" id="{81F8CD6A-5759-4FDA-8705-7E3D4DD5DEC8}"/>
              </a:ext>
            </a:extLst>
          </p:cNvPr>
          <p:cNvGrpSpPr/>
          <p:nvPr/>
        </p:nvGrpSpPr>
        <p:grpSpPr>
          <a:xfrm>
            <a:off x="9569773" y="3081895"/>
            <a:ext cx="383152" cy="555806"/>
            <a:chOff x="2682876" y="1790701"/>
            <a:chExt cx="514350" cy="746125"/>
          </a:xfrm>
          <a:effectLst>
            <a:outerShdw blurRad="76200" dir="18900000" sy="23000" kx="-1200000" algn="bl" rotWithShape="0">
              <a:prstClr val="black">
                <a:alpha val="20000"/>
              </a:prstClr>
            </a:outerShdw>
          </a:effectLst>
        </p:grpSpPr>
        <p:sp>
          <p:nvSpPr>
            <p:cNvPr id="43" name="Freeform 20">
              <a:extLst>
                <a:ext uri="{FF2B5EF4-FFF2-40B4-BE49-F238E27FC236}">
                  <a16:creationId xmlns:a16="http://schemas.microsoft.com/office/drawing/2014/main" id="{01C1DAC8-796E-4A9B-AE79-D32F9F90F39C}"/>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a:defRPr/>
              </a:pPr>
              <a:endParaRPr lang="en-US" sz="1100">
                <a:latin typeface="Verdana" panose="020B0604030504040204" pitchFamily="34" charset="0"/>
                <a:ea typeface="Verdana" panose="020B0604030504040204" pitchFamily="34" charset="0"/>
              </a:endParaRPr>
            </a:p>
          </p:txBody>
        </p:sp>
        <p:sp>
          <p:nvSpPr>
            <p:cNvPr id="44" name="Freeform 21">
              <a:extLst>
                <a:ext uri="{FF2B5EF4-FFF2-40B4-BE49-F238E27FC236}">
                  <a16:creationId xmlns:a16="http://schemas.microsoft.com/office/drawing/2014/main" id="{0DF2C579-9EEA-4798-9E69-BAA292ED8F31}"/>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a:defRPr/>
              </a:pPr>
              <a:endParaRPr lang="en-US" sz="1100">
                <a:latin typeface="Verdana" panose="020B0604030504040204" pitchFamily="34" charset="0"/>
                <a:ea typeface="Verdana" panose="020B0604030504040204" pitchFamily="34" charset="0"/>
              </a:endParaRPr>
            </a:p>
          </p:txBody>
        </p:sp>
        <p:sp>
          <p:nvSpPr>
            <p:cNvPr id="45" name="Oval 44">
              <a:extLst>
                <a:ext uri="{FF2B5EF4-FFF2-40B4-BE49-F238E27FC236}">
                  <a16:creationId xmlns:a16="http://schemas.microsoft.com/office/drawing/2014/main" id="{47CF9198-556C-46E4-ACED-7C695AF906EE}"/>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a:defRPr/>
              </a:pPr>
              <a:endParaRPr lang="en-US" sz="1100">
                <a:latin typeface="Verdana" panose="020B0604030504040204" pitchFamily="34" charset="0"/>
                <a:ea typeface="Verdana" panose="020B0604030504040204" pitchFamily="34" charset="0"/>
              </a:endParaRPr>
            </a:p>
          </p:txBody>
        </p:sp>
      </p:grpSp>
      <p:sp>
        <p:nvSpPr>
          <p:cNvPr id="46" name="TextBox 45">
            <a:extLst>
              <a:ext uri="{FF2B5EF4-FFF2-40B4-BE49-F238E27FC236}">
                <a16:creationId xmlns:a16="http://schemas.microsoft.com/office/drawing/2014/main" id="{11374FA6-B8FD-40FE-BFD8-714485CC1B51}"/>
              </a:ext>
            </a:extLst>
          </p:cNvPr>
          <p:cNvSpPr txBox="1"/>
          <p:nvPr/>
        </p:nvSpPr>
        <p:spPr>
          <a:xfrm>
            <a:off x="9571908" y="3131930"/>
            <a:ext cx="348172" cy="230832"/>
          </a:xfrm>
          <a:prstGeom prst="rect">
            <a:avLst/>
          </a:prstGeom>
          <a:noFill/>
        </p:spPr>
        <p:txBody>
          <a:bodyPr wrap="none">
            <a:spAutoFit/>
          </a:bodyPr>
          <a:lstStyle/>
          <a:p>
            <a:pPr algn="ctr">
              <a:defRPr/>
            </a:pPr>
            <a:r>
              <a:rPr lang="en-US" sz="900" b="1">
                <a:solidFill>
                  <a:schemeClr val="accent4"/>
                </a:solidFill>
                <a:latin typeface="Verdana" panose="020B0604030504040204" pitchFamily="34" charset="0"/>
                <a:ea typeface="Verdana" panose="020B0604030504040204" pitchFamily="34" charset="0"/>
              </a:rPr>
              <a:t>02</a:t>
            </a:r>
            <a:endParaRPr lang="id-ID" sz="900" b="1">
              <a:solidFill>
                <a:schemeClr val="accent4"/>
              </a:solidFill>
              <a:latin typeface="Verdana" panose="020B0604030504040204" pitchFamily="34" charset="0"/>
              <a:ea typeface="Verdana" panose="020B0604030504040204" pitchFamily="34" charset="0"/>
            </a:endParaRPr>
          </a:p>
        </p:txBody>
      </p:sp>
      <p:sp>
        <p:nvSpPr>
          <p:cNvPr id="47" name="Freeform 26">
            <a:extLst>
              <a:ext uri="{FF2B5EF4-FFF2-40B4-BE49-F238E27FC236}">
                <a16:creationId xmlns:a16="http://schemas.microsoft.com/office/drawing/2014/main" id="{4EB81DC1-F667-4C4C-B459-707EDC52B411}"/>
              </a:ext>
            </a:extLst>
          </p:cNvPr>
          <p:cNvSpPr>
            <a:spLocks noEditPoints="1"/>
          </p:cNvSpPr>
          <p:nvPr/>
        </p:nvSpPr>
        <p:spPr bwMode="auto">
          <a:xfrm>
            <a:off x="9361624" y="3800058"/>
            <a:ext cx="2229225" cy="1006483"/>
          </a:xfrm>
          <a:custGeom>
            <a:avLst/>
            <a:gdLst>
              <a:gd name="T0" fmla="*/ 116 w 202"/>
              <a:gd name="T1" fmla="*/ 174 h 184"/>
              <a:gd name="T2" fmla="*/ 95 w 202"/>
              <a:gd name="T3" fmla="*/ 179 h 184"/>
              <a:gd name="T4" fmla="*/ 85 w 202"/>
              <a:gd name="T5" fmla="*/ 176 h 184"/>
              <a:gd name="T6" fmla="*/ 77 w 202"/>
              <a:gd name="T7" fmla="*/ 171 h 184"/>
              <a:gd name="T8" fmla="*/ 60 w 202"/>
              <a:gd name="T9" fmla="*/ 174 h 184"/>
              <a:gd name="T10" fmla="*/ 46 w 202"/>
              <a:gd name="T11" fmla="*/ 177 h 184"/>
              <a:gd name="T12" fmla="*/ 34 w 202"/>
              <a:gd name="T13" fmla="*/ 177 h 184"/>
              <a:gd name="T14" fmla="*/ 28 w 202"/>
              <a:gd name="T15" fmla="*/ 180 h 184"/>
              <a:gd name="T16" fmla="*/ 16 w 202"/>
              <a:gd name="T17" fmla="*/ 179 h 184"/>
              <a:gd name="T18" fmla="*/ 13 w 202"/>
              <a:gd name="T19" fmla="*/ 166 h 184"/>
              <a:gd name="T20" fmla="*/ 16 w 202"/>
              <a:gd name="T21" fmla="*/ 151 h 184"/>
              <a:gd name="T22" fmla="*/ 14 w 202"/>
              <a:gd name="T23" fmla="*/ 140 h 184"/>
              <a:gd name="T24" fmla="*/ 13 w 202"/>
              <a:gd name="T25" fmla="*/ 128 h 184"/>
              <a:gd name="T26" fmla="*/ 11 w 202"/>
              <a:gd name="T27" fmla="*/ 116 h 184"/>
              <a:gd name="T28" fmla="*/ 7 w 202"/>
              <a:gd name="T29" fmla="*/ 104 h 184"/>
              <a:gd name="T30" fmla="*/ 6 w 202"/>
              <a:gd name="T31" fmla="*/ 92 h 184"/>
              <a:gd name="T32" fmla="*/ 5 w 202"/>
              <a:gd name="T33" fmla="*/ 79 h 184"/>
              <a:gd name="T34" fmla="*/ 8 w 202"/>
              <a:gd name="T35" fmla="*/ 65 h 184"/>
              <a:gd name="T36" fmla="*/ 11 w 202"/>
              <a:gd name="T37" fmla="*/ 54 h 184"/>
              <a:gd name="T38" fmla="*/ 13 w 202"/>
              <a:gd name="T39" fmla="*/ 43 h 184"/>
              <a:gd name="T40" fmla="*/ 9 w 202"/>
              <a:gd name="T41" fmla="*/ 31 h 184"/>
              <a:gd name="T42" fmla="*/ 14 w 202"/>
              <a:gd name="T43" fmla="*/ 21 h 184"/>
              <a:gd name="T44" fmla="*/ 23 w 202"/>
              <a:gd name="T45" fmla="*/ 12 h 184"/>
              <a:gd name="T46" fmla="*/ 37 w 202"/>
              <a:gd name="T47" fmla="*/ 8 h 184"/>
              <a:gd name="T48" fmla="*/ 58 w 202"/>
              <a:gd name="T49" fmla="*/ 7 h 184"/>
              <a:gd name="T50" fmla="*/ 67 w 202"/>
              <a:gd name="T51" fmla="*/ 8 h 184"/>
              <a:gd name="T52" fmla="*/ 76 w 202"/>
              <a:gd name="T53" fmla="*/ 9 h 184"/>
              <a:gd name="T54" fmla="*/ 52 w 202"/>
              <a:gd name="T55" fmla="*/ 29 h 184"/>
              <a:gd name="T56" fmla="*/ 80 w 202"/>
              <a:gd name="T57" fmla="*/ 8 h 184"/>
              <a:gd name="T58" fmla="*/ 99 w 202"/>
              <a:gd name="T59" fmla="*/ 2 h 184"/>
              <a:gd name="T60" fmla="*/ 99 w 202"/>
              <a:gd name="T61" fmla="*/ 15 h 184"/>
              <a:gd name="T62" fmla="*/ 103 w 202"/>
              <a:gd name="T63" fmla="*/ 14 h 184"/>
              <a:gd name="T64" fmla="*/ 125 w 202"/>
              <a:gd name="T65" fmla="*/ 1 h 184"/>
              <a:gd name="T66" fmla="*/ 127 w 202"/>
              <a:gd name="T67" fmla="*/ 8 h 184"/>
              <a:gd name="T68" fmla="*/ 141 w 202"/>
              <a:gd name="T69" fmla="*/ 3 h 184"/>
              <a:gd name="T70" fmla="*/ 151 w 202"/>
              <a:gd name="T71" fmla="*/ 6 h 184"/>
              <a:gd name="T72" fmla="*/ 164 w 202"/>
              <a:gd name="T73" fmla="*/ 4 h 184"/>
              <a:gd name="T74" fmla="*/ 174 w 202"/>
              <a:gd name="T75" fmla="*/ 6 h 184"/>
              <a:gd name="T76" fmla="*/ 185 w 202"/>
              <a:gd name="T77" fmla="*/ 6 h 184"/>
              <a:gd name="T78" fmla="*/ 195 w 202"/>
              <a:gd name="T79" fmla="*/ 13 h 184"/>
              <a:gd name="T80" fmla="*/ 192 w 202"/>
              <a:gd name="T81" fmla="*/ 22 h 184"/>
              <a:gd name="T82" fmla="*/ 195 w 202"/>
              <a:gd name="T83" fmla="*/ 30 h 184"/>
              <a:gd name="T84" fmla="*/ 193 w 202"/>
              <a:gd name="T85" fmla="*/ 48 h 184"/>
              <a:gd name="T86" fmla="*/ 199 w 202"/>
              <a:gd name="T87" fmla="*/ 52 h 184"/>
              <a:gd name="T88" fmla="*/ 199 w 202"/>
              <a:gd name="T89" fmla="*/ 58 h 184"/>
              <a:gd name="T90" fmla="*/ 199 w 202"/>
              <a:gd name="T91" fmla="*/ 74 h 184"/>
              <a:gd name="T92" fmla="*/ 191 w 202"/>
              <a:gd name="T93" fmla="*/ 89 h 184"/>
              <a:gd name="T94" fmla="*/ 194 w 202"/>
              <a:gd name="T95" fmla="*/ 100 h 184"/>
              <a:gd name="T96" fmla="*/ 200 w 202"/>
              <a:gd name="T97" fmla="*/ 111 h 184"/>
              <a:gd name="T98" fmla="*/ 196 w 202"/>
              <a:gd name="T99" fmla="*/ 128 h 184"/>
              <a:gd name="T100" fmla="*/ 200 w 202"/>
              <a:gd name="T101" fmla="*/ 138 h 184"/>
              <a:gd name="T102" fmla="*/ 197 w 202"/>
              <a:gd name="T103" fmla="*/ 154 h 184"/>
              <a:gd name="T104" fmla="*/ 190 w 202"/>
              <a:gd name="T105" fmla="*/ 171 h 184"/>
              <a:gd name="T106" fmla="*/ 177 w 202"/>
              <a:gd name="T107" fmla="*/ 178 h 184"/>
              <a:gd name="T108" fmla="*/ 165 w 202"/>
              <a:gd name="T109" fmla="*/ 176 h 184"/>
              <a:gd name="T110" fmla="*/ 153 w 202"/>
              <a:gd name="T111" fmla="*/ 175 h 184"/>
              <a:gd name="T112" fmla="*/ 140 w 202"/>
              <a:gd name="T113" fmla="*/ 175 h 184"/>
              <a:gd name="T114" fmla="*/ 130 w 202"/>
              <a:gd name="T115" fmla="*/ 176 h 184"/>
              <a:gd name="T116" fmla="*/ 41 w 202"/>
              <a:gd name="T117" fmla="*/ 163 h 184"/>
              <a:gd name="T118" fmla="*/ 21 w 202"/>
              <a:gd name="T119" fmla="*/ 127 h 184"/>
              <a:gd name="T120" fmla="*/ 21 w 202"/>
              <a:gd name="T121" fmla="*/ 1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184">
                <a:moveTo>
                  <a:pt x="126" y="177"/>
                </a:moveTo>
                <a:cubicBezTo>
                  <a:pt x="124" y="177"/>
                  <a:pt x="123" y="179"/>
                  <a:pt x="121" y="178"/>
                </a:cubicBezTo>
                <a:cubicBezTo>
                  <a:pt x="119" y="176"/>
                  <a:pt x="118" y="175"/>
                  <a:pt x="119" y="173"/>
                </a:cubicBezTo>
                <a:cubicBezTo>
                  <a:pt x="118" y="174"/>
                  <a:pt x="117" y="174"/>
                  <a:pt x="116" y="174"/>
                </a:cubicBezTo>
                <a:cubicBezTo>
                  <a:pt x="114" y="175"/>
                  <a:pt x="112" y="177"/>
                  <a:pt x="111" y="178"/>
                </a:cubicBezTo>
                <a:cubicBezTo>
                  <a:pt x="107" y="179"/>
                  <a:pt x="107" y="179"/>
                  <a:pt x="104" y="177"/>
                </a:cubicBezTo>
                <a:cubicBezTo>
                  <a:pt x="102" y="178"/>
                  <a:pt x="101" y="178"/>
                  <a:pt x="98" y="178"/>
                </a:cubicBezTo>
                <a:cubicBezTo>
                  <a:pt x="97" y="177"/>
                  <a:pt x="96" y="178"/>
                  <a:pt x="95" y="179"/>
                </a:cubicBezTo>
                <a:cubicBezTo>
                  <a:pt x="93" y="179"/>
                  <a:pt x="91" y="180"/>
                  <a:pt x="89" y="181"/>
                </a:cubicBezTo>
                <a:cubicBezTo>
                  <a:pt x="88" y="181"/>
                  <a:pt x="87" y="182"/>
                  <a:pt x="86" y="180"/>
                </a:cubicBezTo>
                <a:cubicBezTo>
                  <a:pt x="86" y="179"/>
                  <a:pt x="85" y="179"/>
                  <a:pt x="85" y="178"/>
                </a:cubicBezTo>
                <a:cubicBezTo>
                  <a:pt x="85" y="177"/>
                  <a:pt x="85" y="177"/>
                  <a:pt x="85" y="176"/>
                </a:cubicBezTo>
                <a:cubicBezTo>
                  <a:pt x="86" y="175"/>
                  <a:pt x="87" y="174"/>
                  <a:pt x="88" y="173"/>
                </a:cubicBezTo>
                <a:cubicBezTo>
                  <a:pt x="88" y="173"/>
                  <a:pt x="88" y="173"/>
                  <a:pt x="88" y="173"/>
                </a:cubicBezTo>
                <a:cubicBezTo>
                  <a:pt x="86" y="171"/>
                  <a:pt x="84" y="172"/>
                  <a:pt x="83" y="173"/>
                </a:cubicBezTo>
                <a:cubicBezTo>
                  <a:pt x="80" y="176"/>
                  <a:pt x="78" y="174"/>
                  <a:pt x="77" y="171"/>
                </a:cubicBezTo>
                <a:cubicBezTo>
                  <a:pt x="74" y="172"/>
                  <a:pt x="70" y="173"/>
                  <a:pt x="68" y="175"/>
                </a:cubicBezTo>
                <a:cubicBezTo>
                  <a:pt x="66" y="176"/>
                  <a:pt x="65" y="177"/>
                  <a:pt x="64" y="177"/>
                </a:cubicBezTo>
                <a:cubicBezTo>
                  <a:pt x="63" y="178"/>
                  <a:pt x="62" y="177"/>
                  <a:pt x="61" y="176"/>
                </a:cubicBezTo>
                <a:cubicBezTo>
                  <a:pt x="61" y="176"/>
                  <a:pt x="61" y="175"/>
                  <a:pt x="60" y="174"/>
                </a:cubicBezTo>
                <a:cubicBezTo>
                  <a:pt x="58" y="175"/>
                  <a:pt x="57" y="176"/>
                  <a:pt x="55" y="177"/>
                </a:cubicBezTo>
                <a:cubicBezTo>
                  <a:pt x="54" y="179"/>
                  <a:pt x="52" y="180"/>
                  <a:pt x="51" y="181"/>
                </a:cubicBezTo>
                <a:cubicBezTo>
                  <a:pt x="49" y="183"/>
                  <a:pt x="46" y="182"/>
                  <a:pt x="46" y="179"/>
                </a:cubicBezTo>
                <a:cubicBezTo>
                  <a:pt x="46" y="178"/>
                  <a:pt x="46" y="178"/>
                  <a:pt x="46" y="177"/>
                </a:cubicBezTo>
                <a:cubicBezTo>
                  <a:pt x="44" y="179"/>
                  <a:pt x="42" y="180"/>
                  <a:pt x="41" y="181"/>
                </a:cubicBezTo>
                <a:cubicBezTo>
                  <a:pt x="39" y="182"/>
                  <a:pt x="38" y="183"/>
                  <a:pt x="37" y="184"/>
                </a:cubicBezTo>
                <a:cubicBezTo>
                  <a:pt x="36" y="184"/>
                  <a:pt x="35" y="184"/>
                  <a:pt x="34" y="183"/>
                </a:cubicBezTo>
                <a:cubicBezTo>
                  <a:pt x="32" y="182"/>
                  <a:pt x="32" y="179"/>
                  <a:pt x="34" y="177"/>
                </a:cubicBezTo>
                <a:cubicBezTo>
                  <a:pt x="34" y="177"/>
                  <a:pt x="35" y="176"/>
                  <a:pt x="35" y="176"/>
                </a:cubicBezTo>
                <a:cubicBezTo>
                  <a:pt x="35" y="176"/>
                  <a:pt x="35" y="176"/>
                  <a:pt x="35" y="176"/>
                </a:cubicBezTo>
                <a:cubicBezTo>
                  <a:pt x="34" y="176"/>
                  <a:pt x="33" y="177"/>
                  <a:pt x="32" y="178"/>
                </a:cubicBezTo>
                <a:cubicBezTo>
                  <a:pt x="31" y="179"/>
                  <a:pt x="30" y="180"/>
                  <a:pt x="28" y="180"/>
                </a:cubicBezTo>
                <a:cubicBezTo>
                  <a:pt x="27" y="181"/>
                  <a:pt x="26" y="181"/>
                  <a:pt x="25" y="180"/>
                </a:cubicBezTo>
                <a:cubicBezTo>
                  <a:pt x="24" y="178"/>
                  <a:pt x="23" y="178"/>
                  <a:pt x="24" y="176"/>
                </a:cubicBezTo>
                <a:cubicBezTo>
                  <a:pt x="22" y="177"/>
                  <a:pt x="21" y="178"/>
                  <a:pt x="20" y="179"/>
                </a:cubicBezTo>
                <a:cubicBezTo>
                  <a:pt x="19" y="180"/>
                  <a:pt x="17" y="180"/>
                  <a:pt x="16" y="179"/>
                </a:cubicBezTo>
                <a:cubicBezTo>
                  <a:pt x="16" y="179"/>
                  <a:pt x="15" y="178"/>
                  <a:pt x="15" y="178"/>
                </a:cubicBezTo>
                <a:cubicBezTo>
                  <a:pt x="14" y="177"/>
                  <a:pt x="14" y="176"/>
                  <a:pt x="15" y="174"/>
                </a:cubicBezTo>
                <a:cubicBezTo>
                  <a:pt x="12" y="174"/>
                  <a:pt x="10" y="172"/>
                  <a:pt x="11" y="171"/>
                </a:cubicBezTo>
                <a:cubicBezTo>
                  <a:pt x="11" y="169"/>
                  <a:pt x="13" y="167"/>
                  <a:pt x="13" y="166"/>
                </a:cubicBezTo>
                <a:cubicBezTo>
                  <a:pt x="12" y="164"/>
                  <a:pt x="11" y="163"/>
                  <a:pt x="9" y="161"/>
                </a:cubicBezTo>
                <a:cubicBezTo>
                  <a:pt x="12" y="157"/>
                  <a:pt x="16" y="154"/>
                  <a:pt x="18" y="149"/>
                </a:cubicBezTo>
                <a:cubicBezTo>
                  <a:pt x="18" y="149"/>
                  <a:pt x="18" y="149"/>
                  <a:pt x="18" y="149"/>
                </a:cubicBezTo>
                <a:cubicBezTo>
                  <a:pt x="17" y="149"/>
                  <a:pt x="17" y="150"/>
                  <a:pt x="16" y="151"/>
                </a:cubicBezTo>
                <a:cubicBezTo>
                  <a:pt x="14" y="152"/>
                  <a:pt x="12" y="151"/>
                  <a:pt x="11" y="149"/>
                </a:cubicBezTo>
                <a:cubicBezTo>
                  <a:pt x="10" y="148"/>
                  <a:pt x="11" y="147"/>
                  <a:pt x="12" y="146"/>
                </a:cubicBezTo>
                <a:cubicBezTo>
                  <a:pt x="14" y="143"/>
                  <a:pt x="16" y="140"/>
                  <a:pt x="18" y="137"/>
                </a:cubicBezTo>
                <a:cubicBezTo>
                  <a:pt x="17" y="138"/>
                  <a:pt x="15" y="139"/>
                  <a:pt x="14" y="140"/>
                </a:cubicBezTo>
                <a:cubicBezTo>
                  <a:pt x="12" y="141"/>
                  <a:pt x="10" y="141"/>
                  <a:pt x="9" y="140"/>
                </a:cubicBezTo>
                <a:cubicBezTo>
                  <a:pt x="8" y="139"/>
                  <a:pt x="7" y="137"/>
                  <a:pt x="8" y="135"/>
                </a:cubicBezTo>
                <a:cubicBezTo>
                  <a:pt x="9" y="133"/>
                  <a:pt x="11" y="131"/>
                  <a:pt x="12" y="129"/>
                </a:cubicBezTo>
                <a:cubicBezTo>
                  <a:pt x="12" y="128"/>
                  <a:pt x="13" y="128"/>
                  <a:pt x="13" y="128"/>
                </a:cubicBezTo>
                <a:cubicBezTo>
                  <a:pt x="10" y="128"/>
                  <a:pt x="8" y="126"/>
                  <a:pt x="8" y="124"/>
                </a:cubicBezTo>
                <a:cubicBezTo>
                  <a:pt x="8" y="123"/>
                  <a:pt x="9" y="122"/>
                  <a:pt x="9" y="121"/>
                </a:cubicBezTo>
                <a:cubicBezTo>
                  <a:pt x="10" y="120"/>
                  <a:pt x="12" y="118"/>
                  <a:pt x="13" y="116"/>
                </a:cubicBezTo>
                <a:cubicBezTo>
                  <a:pt x="12" y="116"/>
                  <a:pt x="12" y="116"/>
                  <a:pt x="11" y="116"/>
                </a:cubicBezTo>
                <a:cubicBezTo>
                  <a:pt x="9" y="117"/>
                  <a:pt x="7" y="115"/>
                  <a:pt x="7" y="113"/>
                </a:cubicBezTo>
                <a:cubicBezTo>
                  <a:pt x="7" y="112"/>
                  <a:pt x="7" y="111"/>
                  <a:pt x="8" y="110"/>
                </a:cubicBezTo>
                <a:cubicBezTo>
                  <a:pt x="9" y="108"/>
                  <a:pt x="11" y="106"/>
                  <a:pt x="13" y="104"/>
                </a:cubicBezTo>
                <a:cubicBezTo>
                  <a:pt x="11" y="104"/>
                  <a:pt x="9" y="106"/>
                  <a:pt x="7" y="104"/>
                </a:cubicBezTo>
                <a:cubicBezTo>
                  <a:pt x="6" y="104"/>
                  <a:pt x="6" y="102"/>
                  <a:pt x="5" y="101"/>
                </a:cubicBezTo>
                <a:cubicBezTo>
                  <a:pt x="7" y="99"/>
                  <a:pt x="8" y="98"/>
                  <a:pt x="9" y="96"/>
                </a:cubicBezTo>
                <a:cubicBezTo>
                  <a:pt x="8" y="95"/>
                  <a:pt x="8" y="94"/>
                  <a:pt x="7" y="92"/>
                </a:cubicBezTo>
                <a:cubicBezTo>
                  <a:pt x="7" y="92"/>
                  <a:pt x="6" y="92"/>
                  <a:pt x="6" y="92"/>
                </a:cubicBezTo>
                <a:cubicBezTo>
                  <a:pt x="4" y="91"/>
                  <a:pt x="3" y="88"/>
                  <a:pt x="4" y="86"/>
                </a:cubicBezTo>
                <a:cubicBezTo>
                  <a:pt x="4" y="86"/>
                  <a:pt x="5" y="86"/>
                  <a:pt x="5" y="85"/>
                </a:cubicBezTo>
                <a:cubicBezTo>
                  <a:pt x="6" y="85"/>
                  <a:pt x="6" y="84"/>
                  <a:pt x="5" y="83"/>
                </a:cubicBezTo>
                <a:cubicBezTo>
                  <a:pt x="4" y="82"/>
                  <a:pt x="4" y="81"/>
                  <a:pt x="5" y="79"/>
                </a:cubicBezTo>
                <a:cubicBezTo>
                  <a:pt x="6" y="77"/>
                  <a:pt x="7" y="76"/>
                  <a:pt x="8" y="74"/>
                </a:cubicBezTo>
                <a:cubicBezTo>
                  <a:pt x="9" y="74"/>
                  <a:pt x="8" y="73"/>
                  <a:pt x="8" y="73"/>
                </a:cubicBezTo>
                <a:cubicBezTo>
                  <a:pt x="5" y="70"/>
                  <a:pt x="6" y="69"/>
                  <a:pt x="8" y="67"/>
                </a:cubicBezTo>
                <a:cubicBezTo>
                  <a:pt x="9" y="66"/>
                  <a:pt x="9" y="65"/>
                  <a:pt x="8" y="65"/>
                </a:cubicBezTo>
                <a:cubicBezTo>
                  <a:pt x="6" y="62"/>
                  <a:pt x="6" y="63"/>
                  <a:pt x="8" y="60"/>
                </a:cubicBezTo>
                <a:cubicBezTo>
                  <a:pt x="10" y="57"/>
                  <a:pt x="12" y="55"/>
                  <a:pt x="14" y="53"/>
                </a:cubicBezTo>
                <a:cubicBezTo>
                  <a:pt x="14" y="52"/>
                  <a:pt x="14" y="52"/>
                  <a:pt x="14" y="52"/>
                </a:cubicBezTo>
                <a:cubicBezTo>
                  <a:pt x="13" y="53"/>
                  <a:pt x="12" y="54"/>
                  <a:pt x="11" y="54"/>
                </a:cubicBezTo>
                <a:cubicBezTo>
                  <a:pt x="10" y="56"/>
                  <a:pt x="8" y="58"/>
                  <a:pt x="6" y="60"/>
                </a:cubicBezTo>
                <a:cubicBezTo>
                  <a:pt x="5" y="62"/>
                  <a:pt x="3" y="62"/>
                  <a:pt x="2" y="60"/>
                </a:cubicBezTo>
                <a:cubicBezTo>
                  <a:pt x="0" y="57"/>
                  <a:pt x="2" y="55"/>
                  <a:pt x="3" y="54"/>
                </a:cubicBezTo>
                <a:cubicBezTo>
                  <a:pt x="6" y="50"/>
                  <a:pt x="10" y="47"/>
                  <a:pt x="13" y="43"/>
                </a:cubicBezTo>
                <a:cubicBezTo>
                  <a:pt x="11" y="44"/>
                  <a:pt x="8" y="42"/>
                  <a:pt x="8" y="39"/>
                </a:cubicBezTo>
                <a:cubicBezTo>
                  <a:pt x="8" y="38"/>
                  <a:pt x="8" y="37"/>
                  <a:pt x="9" y="37"/>
                </a:cubicBezTo>
                <a:cubicBezTo>
                  <a:pt x="10" y="37"/>
                  <a:pt x="11" y="36"/>
                  <a:pt x="11" y="35"/>
                </a:cubicBezTo>
                <a:cubicBezTo>
                  <a:pt x="10" y="34"/>
                  <a:pt x="10" y="32"/>
                  <a:pt x="9" y="31"/>
                </a:cubicBezTo>
                <a:cubicBezTo>
                  <a:pt x="9" y="30"/>
                  <a:pt x="9" y="29"/>
                  <a:pt x="10" y="29"/>
                </a:cubicBezTo>
                <a:cubicBezTo>
                  <a:pt x="11" y="28"/>
                  <a:pt x="13" y="27"/>
                  <a:pt x="14" y="25"/>
                </a:cubicBezTo>
                <a:cubicBezTo>
                  <a:pt x="14" y="25"/>
                  <a:pt x="15" y="24"/>
                  <a:pt x="15" y="24"/>
                </a:cubicBezTo>
                <a:cubicBezTo>
                  <a:pt x="14" y="23"/>
                  <a:pt x="15" y="22"/>
                  <a:pt x="14" y="21"/>
                </a:cubicBezTo>
                <a:cubicBezTo>
                  <a:pt x="13" y="21"/>
                  <a:pt x="13" y="19"/>
                  <a:pt x="14" y="19"/>
                </a:cubicBezTo>
                <a:cubicBezTo>
                  <a:pt x="15" y="17"/>
                  <a:pt x="16" y="16"/>
                  <a:pt x="18" y="14"/>
                </a:cubicBezTo>
                <a:cubicBezTo>
                  <a:pt x="18" y="14"/>
                  <a:pt x="19" y="13"/>
                  <a:pt x="20" y="12"/>
                </a:cubicBezTo>
                <a:cubicBezTo>
                  <a:pt x="21" y="11"/>
                  <a:pt x="22" y="11"/>
                  <a:pt x="23" y="12"/>
                </a:cubicBezTo>
                <a:cubicBezTo>
                  <a:pt x="24" y="13"/>
                  <a:pt x="26" y="13"/>
                  <a:pt x="27" y="13"/>
                </a:cubicBezTo>
                <a:cubicBezTo>
                  <a:pt x="28" y="13"/>
                  <a:pt x="28" y="13"/>
                  <a:pt x="29" y="14"/>
                </a:cubicBezTo>
                <a:cubicBezTo>
                  <a:pt x="30" y="14"/>
                  <a:pt x="30" y="14"/>
                  <a:pt x="31" y="14"/>
                </a:cubicBezTo>
                <a:cubicBezTo>
                  <a:pt x="33" y="12"/>
                  <a:pt x="35" y="10"/>
                  <a:pt x="37" y="8"/>
                </a:cubicBezTo>
                <a:cubicBezTo>
                  <a:pt x="38" y="8"/>
                  <a:pt x="38" y="8"/>
                  <a:pt x="38" y="8"/>
                </a:cubicBezTo>
                <a:cubicBezTo>
                  <a:pt x="40" y="7"/>
                  <a:pt x="43" y="10"/>
                  <a:pt x="43" y="12"/>
                </a:cubicBezTo>
                <a:cubicBezTo>
                  <a:pt x="46" y="10"/>
                  <a:pt x="49" y="8"/>
                  <a:pt x="52" y="5"/>
                </a:cubicBezTo>
                <a:cubicBezTo>
                  <a:pt x="54" y="3"/>
                  <a:pt x="57" y="4"/>
                  <a:pt x="58" y="7"/>
                </a:cubicBezTo>
                <a:cubicBezTo>
                  <a:pt x="58" y="7"/>
                  <a:pt x="58" y="8"/>
                  <a:pt x="58" y="9"/>
                </a:cubicBezTo>
                <a:cubicBezTo>
                  <a:pt x="59" y="8"/>
                  <a:pt x="60" y="7"/>
                  <a:pt x="61" y="6"/>
                </a:cubicBezTo>
                <a:cubicBezTo>
                  <a:pt x="62" y="4"/>
                  <a:pt x="64" y="4"/>
                  <a:pt x="65" y="6"/>
                </a:cubicBezTo>
                <a:cubicBezTo>
                  <a:pt x="66" y="6"/>
                  <a:pt x="67" y="7"/>
                  <a:pt x="67" y="8"/>
                </a:cubicBezTo>
                <a:cubicBezTo>
                  <a:pt x="67" y="8"/>
                  <a:pt x="68" y="8"/>
                  <a:pt x="68" y="8"/>
                </a:cubicBezTo>
                <a:cubicBezTo>
                  <a:pt x="70" y="6"/>
                  <a:pt x="71" y="5"/>
                  <a:pt x="72" y="4"/>
                </a:cubicBezTo>
                <a:cubicBezTo>
                  <a:pt x="73" y="4"/>
                  <a:pt x="73" y="4"/>
                  <a:pt x="73" y="4"/>
                </a:cubicBezTo>
                <a:cubicBezTo>
                  <a:pt x="75" y="4"/>
                  <a:pt x="77" y="7"/>
                  <a:pt x="76" y="9"/>
                </a:cubicBezTo>
                <a:cubicBezTo>
                  <a:pt x="76" y="9"/>
                  <a:pt x="76" y="9"/>
                  <a:pt x="76" y="9"/>
                </a:cubicBezTo>
                <a:cubicBezTo>
                  <a:pt x="71" y="14"/>
                  <a:pt x="65" y="18"/>
                  <a:pt x="60" y="22"/>
                </a:cubicBezTo>
                <a:cubicBezTo>
                  <a:pt x="58" y="24"/>
                  <a:pt x="56" y="26"/>
                  <a:pt x="53" y="28"/>
                </a:cubicBezTo>
                <a:cubicBezTo>
                  <a:pt x="53" y="29"/>
                  <a:pt x="52" y="29"/>
                  <a:pt x="52" y="29"/>
                </a:cubicBezTo>
                <a:cubicBezTo>
                  <a:pt x="53" y="29"/>
                  <a:pt x="54" y="28"/>
                  <a:pt x="54" y="28"/>
                </a:cubicBezTo>
                <a:cubicBezTo>
                  <a:pt x="58" y="25"/>
                  <a:pt x="62" y="22"/>
                  <a:pt x="66" y="19"/>
                </a:cubicBezTo>
                <a:cubicBezTo>
                  <a:pt x="69" y="17"/>
                  <a:pt x="72" y="14"/>
                  <a:pt x="75" y="12"/>
                </a:cubicBezTo>
                <a:cubicBezTo>
                  <a:pt x="76" y="11"/>
                  <a:pt x="78" y="10"/>
                  <a:pt x="80" y="8"/>
                </a:cubicBezTo>
                <a:cubicBezTo>
                  <a:pt x="80" y="8"/>
                  <a:pt x="83" y="9"/>
                  <a:pt x="83" y="10"/>
                </a:cubicBezTo>
                <a:cubicBezTo>
                  <a:pt x="83" y="11"/>
                  <a:pt x="83" y="11"/>
                  <a:pt x="84" y="12"/>
                </a:cubicBezTo>
                <a:cubicBezTo>
                  <a:pt x="86" y="10"/>
                  <a:pt x="88" y="9"/>
                  <a:pt x="91" y="7"/>
                </a:cubicBezTo>
                <a:cubicBezTo>
                  <a:pt x="94" y="6"/>
                  <a:pt x="96" y="4"/>
                  <a:pt x="99" y="2"/>
                </a:cubicBezTo>
                <a:cubicBezTo>
                  <a:pt x="100" y="1"/>
                  <a:pt x="101" y="1"/>
                  <a:pt x="102" y="2"/>
                </a:cubicBezTo>
                <a:cubicBezTo>
                  <a:pt x="104" y="3"/>
                  <a:pt x="105" y="4"/>
                  <a:pt x="107" y="5"/>
                </a:cubicBezTo>
                <a:cubicBezTo>
                  <a:pt x="108" y="6"/>
                  <a:pt x="108" y="7"/>
                  <a:pt x="107" y="8"/>
                </a:cubicBezTo>
                <a:cubicBezTo>
                  <a:pt x="105" y="11"/>
                  <a:pt x="102" y="13"/>
                  <a:pt x="99" y="15"/>
                </a:cubicBezTo>
                <a:cubicBezTo>
                  <a:pt x="98" y="16"/>
                  <a:pt x="97" y="17"/>
                  <a:pt x="96" y="18"/>
                </a:cubicBezTo>
                <a:cubicBezTo>
                  <a:pt x="96" y="18"/>
                  <a:pt x="97" y="18"/>
                  <a:pt x="97" y="18"/>
                </a:cubicBezTo>
                <a:cubicBezTo>
                  <a:pt x="98" y="17"/>
                  <a:pt x="100" y="15"/>
                  <a:pt x="102" y="14"/>
                </a:cubicBezTo>
                <a:cubicBezTo>
                  <a:pt x="102" y="14"/>
                  <a:pt x="103" y="13"/>
                  <a:pt x="103" y="14"/>
                </a:cubicBezTo>
                <a:cubicBezTo>
                  <a:pt x="104" y="14"/>
                  <a:pt x="105" y="13"/>
                  <a:pt x="105" y="13"/>
                </a:cubicBezTo>
                <a:cubicBezTo>
                  <a:pt x="109" y="10"/>
                  <a:pt x="114" y="8"/>
                  <a:pt x="118" y="6"/>
                </a:cubicBezTo>
                <a:cubicBezTo>
                  <a:pt x="119" y="5"/>
                  <a:pt x="121" y="5"/>
                  <a:pt x="122" y="4"/>
                </a:cubicBezTo>
                <a:cubicBezTo>
                  <a:pt x="123" y="3"/>
                  <a:pt x="124" y="2"/>
                  <a:pt x="125" y="1"/>
                </a:cubicBezTo>
                <a:cubicBezTo>
                  <a:pt x="126" y="1"/>
                  <a:pt x="127" y="0"/>
                  <a:pt x="128" y="1"/>
                </a:cubicBezTo>
                <a:cubicBezTo>
                  <a:pt x="128" y="2"/>
                  <a:pt x="129" y="2"/>
                  <a:pt x="130" y="3"/>
                </a:cubicBezTo>
                <a:cubicBezTo>
                  <a:pt x="131" y="4"/>
                  <a:pt x="130" y="6"/>
                  <a:pt x="129" y="7"/>
                </a:cubicBezTo>
                <a:cubicBezTo>
                  <a:pt x="128" y="8"/>
                  <a:pt x="128" y="8"/>
                  <a:pt x="127" y="8"/>
                </a:cubicBezTo>
                <a:cubicBezTo>
                  <a:pt x="126" y="9"/>
                  <a:pt x="126" y="10"/>
                  <a:pt x="127" y="11"/>
                </a:cubicBezTo>
                <a:cubicBezTo>
                  <a:pt x="125" y="13"/>
                  <a:pt x="122" y="15"/>
                  <a:pt x="120" y="17"/>
                </a:cubicBezTo>
                <a:cubicBezTo>
                  <a:pt x="120" y="17"/>
                  <a:pt x="120" y="17"/>
                  <a:pt x="121" y="18"/>
                </a:cubicBezTo>
                <a:cubicBezTo>
                  <a:pt x="127" y="13"/>
                  <a:pt x="134" y="8"/>
                  <a:pt x="141" y="3"/>
                </a:cubicBezTo>
                <a:cubicBezTo>
                  <a:pt x="142" y="3"/>
                  <a:pt x="143" y="4"/>
                  <a:pt x="144" y="5"/>
                </a:cubicBezTo>
                <a:cubicBezTo>
                  <a:pt x="145" y="4"/>
                  <a:pt x="146" y="3"/>
                  <a:pt x="147" y="3"/>
                </a:cubicBezTo>
                <a:cubicBezTo>
                  <a:pt x="148" y="3"/>
                  <a:pt x="149" y="3"/>
                  <a:pt x="149" y="4"/>
                </a:cubicBezTo>
                <a:cubicBezTo>
                  <a:pt x="150" y="5"/>
                  <a:pt x="150" y="5"/>
                  <a:pt x="151" y="6"/>
                </a:cubicBezTo>
                <a:cubicBezTo>
                  <a:pt x="152" y="5"/>
                  <a:pt x="154" y="3"/>
                  <a:pt x="156" y="2"/>
                </a:cubicBezTo>
                <a:cubicBezTo>
                  <a:pt x="157" y="3"/>
                  <a:pt x="158" y="4"/>
                  <a:pt x="160" y="6"/>
                </a:cubicBezTo>
                <a:cubicBezTo>
                  <a:pt x="160" y="5"/>
                  <a:pt x="161" y="5"/>
                  <a:pt x="161" y="4"/>
                </a:cubicBezTo>
                <a:cubicBezTo>
                  <a:pt x="162" y="3"/>
                  <a:pt x="163" y="3"/>
                  <a:pt x="164" y="4"/>
                </a:cubicBezTo>
                <a:cubicBezTo>
                  <a:pt x="165" y="5"/>
                  <a:pt x="166" y="6"/>
                  <a:pt x="166" y="8"/>
                </a:cubicBezTo>
                <a:cubicBezTo>
                  <a:pt x="166" y="8"/>
                  <a:pt x="166" y="9"/>
                  <a:pt x="166" y="9"/>
                </a:cubicBezTo>
                <a:cubicBezTo>
                  <a:pt x="169" y="8"/>
                  <a:pt x="171" y="8"/>
                  <a:pt x="173" y="7"/>
                </a:cubicBezTo>
                <a:cubicBezTo>
                  <a:pt x="173" y="7"/>
                  <a:pt x="174" y="6"/>
                  <a:pt x="174" y="6"/>
                </a:cubicBezTo>
                <a:cubicBezTo>
                  <a:pt x="175" y="5"/>
                  <a:pt x="175" y="5"/>
                  <a:pt x="176" y="5"/>
                </a:cubicBezTo>
                <a:cubicBezTo>
                  <a:pt x="178" y="5"/>
                  <a:pt x="180" y="7"/>
                  <a:pt x="180" y="9"/>
                </a:cubicBezTo>
                <a:cubicBezTo>
                  <a:pt x="180" y="10"/>
                  <a:pt x="179" y="10"/>
                  <a:pt x="179" y="11"/>
                </a:cubicBezTo>
                <a:cubicBezTo>
                  <a:pt x="181" y="9"/>
                  <a:pt x="183" y="8"/>
                  <a:pt x="185" y="6"/>
                </a:cubicBezTo>
                <a:cubicBezTo>
                  <a:pt x="185" y="5"/>
                  <a:pt x="186" y="4"/>
                  <a:pt x="187" y="4"/>
                </a:cubicBezTo>
                <a:cubicBezTo>
                  <a:pt x="188" y="5"/>
                  <a:pt x="190" y="5"/>
                  <a:pt x="190" y="7"/>
                </a:cubicBezTo>
                <a:cubicBezTo>
                  <a:pt x="190" y="7"/>
                  <a:pt x="190" y="7"/>
                  <a:pt x="191" y="8"/>
                </a:cubicBezTo>
                <a:cubicBezTo>
                  <a:pt x="192" y="9"/>
                  <a:pt x="194" y="11"/>
                  <a:pt x="195" y="13"/>
                </a:cubicBezTo>
                <a:cubicBezTo>
                  <a:pt x="192" y="17"/>
                  <a:pt x="189" y="20"/>
                  <a:pt x="186" y="24"/>
                </a:cubicBezTo>
                <a:cubicBezTo>
                  <a:pt x="186" y="24"/>
                  <a:pt x="186" y="24"/>
                  <a:pt x="187" y="25"/>
                </a:cubicBezTo>
                <a:cubicBezTo>
                  <a:pt x="188" y="24"/>
                  <a:pt x="189" y="23"/>
                  <a:pt x="190" y="22"/>
                </a:cubicBezTo>
                <a:cubicBezTo>
                  <a:pt x="190" y="22"/>
                  <a:pt x="191" y="21"/>
                  <a:pt x="192" y="22"/>
                </a:cubicBezTo>
                <a:cubicBezTo>
                  <a:pt x="195" y="23"/>
                  <a:pt x="196" y="25"/>
                  <a:pt x="194" y="28"/>
                </a:cubicBezTo>
                <a:cubicBezTo>
                  <a:pt x="194" y="29"/>
                  <a:pt x="193" y="30"/>
                  <a:pt x="192" y="31"/>
                </a:cubicBezTo>
                <a:cubicBezTo>
                  <a:pt x="192" y="31"/>
                  <a:pt x="192" y="31"/>
                  <a:pt x="192" y="32"/>
                </a:cubicBezTo>
                <a:cubicBezTo>
                  <a:pt x="193" y="31"/>
                  <a:pt x="194" y="30"/>
                  <a:pt x="195" y="30"/>
                </a:cubicBezTo>
                <a:cubicBezTo>
                  <a:pt x="197" y="28"/>
                  <a:pt x="199" y="28"/>
                  <a:pt x="200" y="30"/>
                </a:cubicBezTo>
                <a:cubicBezTo>
                  <a:pt x="201" y="31"/>
                  <a:pt x="201" y="31"/>
                  <a:pt x="202" y="32"/>
                </a:cubicBezTo>
                <a:cubicBezTo>
                  <a:pt x="199" y="36"/>
                  <a:pt x="196" y="40"/>
                  <a:pt x="193" y="44"/>
                </a:cubicBezTo>
                <a:cubicBezTo>
                  <a:pt x="191" y="46"/>
                  <a:pt x="191" y="47"/>
                  <a:pt x="193" y="48"/>
                </a:cubicBezTo>
                <a:cubicBezTo>
                  <a:pt x="193" y="48"/>
                  <a:pt x="193" y="48"/>
                  <a:pt x="193" y="48"/>
                </a:cubicBezTo>
                <a:cubicBezTo>
                  <a:pt x="194" y="48"/>
                  <a:pt x="195" y="46"/>
                  <a:pt x="196" y="46"/>
                </a:cubicBezTo>
                <a:cubicBezTo>
                  <a:pt x="197" y="47"/>
                  <a:pt x="198" y="48"/>
                  <a:pt x="199" y="49"/>
                </a:cubicBezTo>
                <a:cubicBezTo>
                  <a:pt x="200" y="50"/>
                  <a:pt x="199" y="51"/>
                  <a:pt x="199" y="52"/>
                </a:cubicBezTo>
                <a:cubicBezTo>
                  <a:pt x="197" y="54"/>
                  <a:pt x="196" y="56"/>
                  <a:pt x="194" y="58"/>
                </a:cubicBezTo>
                <a:cubicBezTo>
                  <a:pt x="194" y="58"/>
                  <a:pt x="194" y="59"/>
                  <a:pt x="194" y="59"/>
                </a:cubicBezTo>
                <a:cubicBezTo>
                  <a:pt x="195" y="59"/>
                  <a:pt x="195" y="58"/>
                  <a:pt x="195" y="58"/>
                </a:cubicBezTo>
                <a:cubicBezTo>
                  <a:pt x="196" y="56"/>
                  <a:pt x="198" y="56"/>
                  <a:pt x="199" y="58"/>
                </a:cubicBezTo>
                <a:cubicBezTo>
                  <a:pt x="202" y="61"/>
                  <a:pt x="201" y="61"/>
                  <a:pt x="199" y="63"/>
                </a:cubicBezTo>
                <a:cubicBezTo>
                  <a:pt x="198" y="65"/>
                  <a:pt x="197" y="67"/>
                  <a:pt x="195" y="68"/>
                </a:cubicBezTo>
                <a:cubicBezTo>
                  <a:pt x="198" y="69"/>
                  <a:pt x="198" y="71"/>
                  <a:pt x="199" y="72"/>
                </a:cubicBezTo>
                <a:cubicBezTo>
                  <a:pt x="199" y="72"/>
                  <a:pt x="199" y="73"/>
                  <a:pt x="199" y="74"/>
                </a:cubicBezTo>
                <a:cubicBezTo>
                  <a:pt x="197" y="77"/>
                  <a:pt x="195" y="80"/>
                  <a:pt x="194" y="83"/>
                </a:cubicBezTo>
                <a:cubicBezTo>
                  <a:pt x="193" y="83"/>
                  <a:pt x="193" y="84"/>
                  <a:pt x="193" y="85"/>
                </a:cubicBezTo>
                <a:cubicBezTo>
                  <a:pt x="193" y="86"/>
                  <a:pt x="193" y="87"/>
                  <a:pt x="192" y="88"/>
                </a:cubicBezTo>
                <a:cubicBezTo>
                  <a:pt x="191" y="88"/>
                  <a:pt x="191" y="89"/>
                  <a:pt x="191" y="89"/>
                </a:cubicBezTo>
                <a:cubicBezTo>
                  <a:pt x="191" y="90"/>
                  <a:pt x="192" y="90"/>
                  <a:pt x="192" y="90"/>
                </a:cubicBezTo>
                <a:cubicBezTo>
                  <a:pt x="194" y="91"/>
                  <a:pt x="195" y="93"/>
                  <a:pt x="194" y="95"/>
                </a:cubicBezTo>
                <a:cubicBezTo>
                  <a:pt x="193" y="97"/>
                  <a:pt x="192" y="99"/>
                  <a:pt x="191" y="101"/>
                </a:cubicBezTo>
                <a:cubicBezTo>
                  <a:pt x="192" y="101"/>
                  <a:pt x="193" y="101"/>
                  <a:pt x="194" y="100"/>
                </a:cubicBezTo>
                <a:cubicBezTo>
                  <a:pt x="195" y="99"/>
                  <a:pt x="196" y="100"/>
                  <a:pt x="197" y="100"/>
                </a:cubicBezTo>
                <a:cubicBezTo>
                  <a:pt x="198" y="100"/>
                  <a:pt x="199" y="101"/>
                  <a:pt x="199" y="102"/>
                </a:cubicBezTo>
                <a:cubicBezTo>
                  <a:pt x="200" y="104"/>
                  <a:pt x="199" y="106"/>
                  <a:pt x="198" y="107"/>
                </a:cubicBezTo>
                <a:cubicBezTo>
                  <a:pt x="200" y="108"/>
                  <a:pt x="201" y="109"/>
                  <a:pt x="200" y="111"/>
                </a:cubicBezTo>
                <a:cubicBezTo>
                  <a:pt x="200" y="113"/>
                  <a:pt x="199" y="114"/>
                  <a:pt x="197" y="116"/>
                </a:cubicBezTo>
                <a:cubicBezTo>
                  <a:pt x="198" y="116"/>
                  <a:pt x="199" y="117"/>
                  <a:pt x="200" y="117"/>
                </a:cubicBezTo>
                <a:cubicBezTo>
                  <a:pt x="202" y="118"/>
                  <a:pt x="202" y="120"/>
                  <a:pt x="201" y="122"/>
                </a:cubicBezTo>
                <a:cubicBezTo>
                  <a:pt x="199" y="124"/>
                  <a:pt x="198" y="126"/>
                  <a:pt x="196" y="128"/>
                </a:cubicBezTo>
                <a:cubicBezTo>
                  <a:pt x="198" y="129"/>
                  <a:pt x="201" y="129"/>
                  <a:pt x="200" y="131"/>
                </a:cubicBezTo>
                <a:cubicBezTo>
                  <a:pt x="200" y="133"/>
                  <a:pt x="199" y="135"/>
                  <a:pt x="198" y="137"/>
                </a:cubicBezTo>
                <a:cubicBezTo>
                  <a:pt x="198" y="137"/>
                  <a:pt x="198" y="137"/>
                  <a:pt x="198" y="137"/>
                </a:cubicBezTo>
                <a:cubicBezTo>
                  <a:pt x="199" y="137"/>
                  <a:pt x="200" y="137"/>
                  <a:pt x="200" y="138"/>
                </a:cubicBezTo>
                <a:cubicBezTo>
                  <a:pt x="201" y="140"/>
                  <a:pt x="201" y="141"/>
                  <a:pt x="200" y="143"/>
                </a:cubicBezTo>
                <a:cubicBezTo>
                  <a:pt x="200" y="144"/>
                  <a:pt x="199" y="144"/>
                  <a:pt x="199" y="145"/>
                </a:cubicBezTo>
                <a:cubicBezTo>
                  <a:pt x="198" y="146"/>
                  <a:pt x="198" y="146"/>
                  <a:pt x="199" y="146"/>
                </a:cubicBezTo>
                <a:cubicBezTo>
                  <a:pt x="201" y="149"/>
                  <a:pt x="199" y="152"/>
                  <a:pt x="197" y="154"/>
                </a:cubicBezTo>
                <a:cubicBezTo>
                  <a:pt x="197" y="154"/>
                  <a:pt x="197" y="154"/>
                  <a:pt x="197" y="154"/>
                </a:cubicBezTo>
                <a:cubicBezTo>
                  <a:pt x="198" y="156"/>
                  <a:pt x="198" y="159"/>
                  <a:pt x="199" y="161"/>
                </a:cubicBezTo>
                <a:cubicBezTo>
                  <a:pt x="199" y="162"/>
                  <a:pt x="198" y="163"/>
                  <a:pt x="197" y="164"/>
                </a:cubicBezTo>
                <a:cubicBezTo>
                  <a:pt x="195" y="166"/>
                  <a:pt x="193" y="169"/>
                  <a:pt x="190" y="171"/>
                </a:cubicBezTo>
                <a:cubicBezTo>
                  <a:pt x="188" y="173"/>
                  <a:pt x="186" y="175"/>
                  <a:pt x="184" y="176"/>
                </a:cubicBezTo>
                <a:cubicBezTo>
                  <a:pt x="183" y="177"/>
                  <a:pt x="183" y="177"/>
                  <a:pt x="183" y="177"/>
                </a:cubicBezTo>
                <a:cubicBezTo>
                  <a:pt x="181" y="176"/>
                  <a:pt x="181" y="177"/>
                  <a:pt x="180" y="178"/>
                </a:cubicBezTo>
                <a:cubicBezTo>
                  <a:pt x="179" y="178"/>
                  <a:pt x="178" y="179"/>
                  <a:pt x="177" y="178"/>
                </a:cubicBezTo>
                <a:cubicBezTo>
                  <a:pt x="176" y="177"/>
                  <a:pt x="175" y="176"/>
                  <a:pt x="174" y="176"/>
                </a:cubicBezTo>
                <a:cubicBezTo>
                  <a:pt x="173" y="177"/>
                  <a:pt x="172" y="178"/>
                  <a:pt x="171" y="179"/>
                </a:cubicBezTo>
                <a:cubicBezTo>
                  <a:pt x="170" y="181"/>
                  <a:pt x="169" y="181"/>
                  <a:pt x="167" y="180"/>
                </a:cubicBezTo>
                <a:cubicBezTo>
                  <a:pt x="166" y="179"/>
                  <a:pt x="165" y="178"/>
                  <a:pt x="165" y="176"/>
                </a:cubicBezTo>
                <a:cubicBezTo>
                  <a:pt x="164" y="176"/>
                  <a:pt x="163" y="177"/>
                  <a:pt x="162" y="177"/>
                </a:cubicBezTo>
                <a:cubicBezTo>
                  <a:pt x="161" y="177"/>
                  <a:pt x="160" y="176"/>
                  <a:pt x="159" y="176"/>
                </a:cubicBezTo>
                <a:cubicBezTo>
                  <a:pt x="158" y="175"/>
                  <a:pt x="158" y="175"/>
                  <a:pt x="157" y="176"/>
                </a:cubicBezTo>
                <a:cubicBezTo>
                  <a:pt x="155" y="176"/>
                  <a:pt x="154" y="176"/>
                  <a:pt x="153" y="175"/>
                </a:cubicBezTo>
                <a:cubicBezTo>
                  <a:pt x="153" y="175"/>
                  <a:pt x="152" y="174"/>
                  <a:pt x="152" y="175"/>
                </a:cubicBezTo>
                <a:cubicBezTo>
                  <a:pt x="150" y="175"/>
                  <a:pt x="149" y="175"/>
                  <a:pt x="148" y="174"/>
                </a:cubicBezTo>
                <a:cubicBezTo>
                  <a:pt x="147" y="174"/>
                  <a:pt x="146" y="174"/>
                  <a:pt x="146" y="174"/>
                </a:cubicBezTo>
                <a:cubicBezTo>
                  <a:pt x="144" y="176"/>
                  <a:pt x="143" y="177"/>
                  <a:pt x="140" y="175"/>
                </a:cubicBezTo>
                <a:cubicBezTo>
                  <a:pt x="140" y="175"/>
                  <a:pt x="139" y="175"/>
                  <a:pt x="138" y="175"/>
                </a:cubicBezTo>
                <a:cubicBezTo>
                  <a:pt x="137" y="175"/>
                  <a:pt x="137" y="175"/>
                  <a:pt x="136" y="175"/>
                </a:cubicBezTo>
                <a:cubicBezTo>
                  <a:pt x="135" y="177"/>
                  <a:pt x="134" y="177"/>
                  <a:pt x="132" y="176"/>
                </a:cubicBezTo>
                <a:cubicBezTo>
                  <a:pt x="132" y="176"/>
                  <a:pt x="131" y="176"/>
                  <a:pt x="130" y="176"/>
                </a:cubicBezTo>
                <a:cubicBezTo>
                  <a:pt x="128" y="178"/>
                  <a:pt x="128" y="178"/>
                  <a:pt x="126" y="177"/>
                </a:cubicBezTo>
                <a:close/>
                <a:moveTo>
                  <a:pt x="48" y="157"/>
                </a:moveTo>
                <a:cubicBezTo>
                  <a:pt x="48" y="157"/>
                  <a:pt x="48" y="157"/>
                  <a:pt x="47" y="156"/>
                </a:cubicBezTo>
                <a:cubicBezTo>
                  <a:pt x="45" y="159"/>
                  <a:pt x="43" y="161"/>
                  <a:pt x="41" y="163"/>
                </a:cubicBezTo>
                <a:cubicBezTo>
                  <a:pt x="41" y="163"/>
                  <a:pt x="42" y="163"/>
                  <a:pt x="42" y="163"/>
                </a:cubicBezTo>
                <a:cubicBezTo>
                  <a:pt x="44" y="161"/>
                  <a:pt x="45" y="160"/>
                  <a:pt x="47" y="158"/>
                </a:cubicBezTo>
                <a:cubicBezTo>
                  <a:pt x="48" y="158"/>
                  <a:pt x="48" y="157"/>
                  <a:pt x="48" y="157"/>
                </a:cubicBezTo>
                <a:close/>
                <a:moveTo>
                  <a:pt x="21" y="127"/>
                </a:moveTo>
                <a:cubicBezTo>
                  <a:pt x="21" y="127"/>
                  <a:pt x="21" y="127"/>
                  <a:pt x="21" y="128"/>
                </a:cubicBezTo>
                <a:cubicBezTo>
                  <a:pt x="23" y="126"/>
                  <a:pt x="24" y="125"/>
                  <a:pt x="26" y="124"/>
                </a:cubicBezTo>
                <a:cubicBezTo>
                  <a:pt x="26" y="123"/>
                  <a:pt x="26" y="123"/>
                  <a:pt x="26" y="121"/>
                </a:cubicBezTo>
                <a:cubicBezTo>
                  <a:pt x="24" y="123"/>
                  <a:pt x="23" y="125"/>
                  <a:pt x="21" y="127"/>
                </a:cubicBezTo>
                <a:close/>
                <a:moveTo>
                  <a:pt x="69" y="24"/>
                </a:moveTo>
                <a:cubicBezTo>
                  <a:pt x="67" y="25"/>
                  <a:pt x="68" y="27"/>
                  <a:pt x="68" y="28"/>
                </a:cubicBezTo>
                <a:cubicBezTo>
                  <a:pt x="69" y="27"/>
                  <a:pt x="70" y="26"/>
                  <a:pt x="69" y="24"/>
                </a:cubicBezTo>
                <a:close/>
              </a:path>
            </a:pathLst>
          </a:custGeom>
          <a:solidFill>
            <a:schemeClr val="accent5"/>
          </a:solidFill>
          <a:ln>
            <a:noFill/>
          </a:ln>
        </p:spPr>
        <p:txBody>
          <a:bodyPr vert="horz" wrap="square" lIns="91411" tIns="45704" rIns="91411" bIns="45704" numCol="1" anchor="ctr" anchorCtr="0" compatLnSpc="1">
            <a:prstTxWarp prst="textNoShape">
              <a:avLst/>
            </a:prstTxWarp>
          </a:bodyPr>
          <a:lstStyle/>
          <a:p>
            <a:pPr algn="ctr" defTabSz="913686" fontAlgn="base">
              <a:spcBef>
                <a:spcPct val="0"/>
              </a:spcBef>
              <a:spcAft>
                <a:spcPct val="0"/>
              </a:spcAft>
            </a:pPr>
            <a:r>
              <a:rPr lang="en-US" sz="1200" b="1">
                <a:solidFill>
                  <a:prstClr val="white"/>
                </a:solidFill>
                <a:latin typeface="Verdana" panose="020B0604030504040204" pitchFamily="34" charset="0"/>
                <a:ea typeface="Verdana" panose="020B0604030504040204" pitchFamily="34" charset="0"/>
                <a:cs typeface="Arial" charset="0"/>
              </a:rPr>
              <a:t>Implementation Support</a:t>
            </a:r>
          </a:p>
        </p:txBody>
      </p:sp>
    </p:spTree>
    <p:extLst>
      <p:ext uri="{BB962C8B-B14F-4D97-AF65-F5344CB8AC3E}">
        <p14:creationId xmlns:p14="http://schemas.microsoft.com/office/powerpoint/2010/main" val="118372842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28224&quot;&gt;&lt;version val=&quot;353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RD6gpKghSCG6RYhJshi8V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0NYvsMq6R5pEK9.dA.i2N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4L0niPnbM9AryE3IOA.MA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PSPeYZyRg6.yF_Z33siaL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lTTi_8h9GhMhR_Y4WRxwl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Ajl_TWs779gu69497cxev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cig0bWR4lbrSgZa27VwAz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QfQxm2JJwwp8Wmgr_Iegq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U8ChgKaaTzyaBrxUX4hiI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jlMBKet_SwjPm0gSkJjYf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0uTGyUN9v83qO6uWH4l7N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6QuC.0jsC4HUdIKxcpCCY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nHZ1YknIAsSz8y7sjYAxa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fVhnzZRegpkY8voBEb.aw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Uzw6QoAgEsdEpPmJ2NJxB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aHZjdlN1nDN01vxCTp1DF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y9jxC9s.Qwo318dvyjC_X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Yqc2dldOZ97jKU2m2cVRX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BbhLmH2jJBlf6Mh5.68Tb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e_eLFu94kTjCwa8rCW_rb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tXKCzIgsRlGAT7wiLLPwl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DNRymT0TfNWz0TGQ5IcgR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OLucUCGFj1BzjQZQu3Gqb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uGrmmvWX_ospcVw8fPYVu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r6C2VC.Ta_.FU_DCLEXqK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Stkjq0H6by9n9oPlCiXV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_QBzY4wWTmC53NMG2hECA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_rdZyefnIKcBu9iYvVbzC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4X91yVXxIHxs4oy9smw0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_u4G.M_cv4EdsyRxipgc9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FEk.9Jt4JoAHQkZKv5.LA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GnhZ9jBtlhtZ1zVX8yjl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sDlN8RZw8gvLIrInI0f_W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QXRe.08wW7XXcL3tsF9eB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jO8TOR.Ve6b5oGmye4eEs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IE7U7rPnrvIMEA_0.M0x1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VnktzGZ7bVzTKm_VxyxbY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XjjaBaTrcVw17c4gWCOTE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ON246h_gbv_DJHoCEoy3G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vQGph5lBDX47qe_tQXhad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lgIOuegOjuAqJNDgOcp8b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_RPB.E7CHyK_cRz81HK02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09chm4cPrx0f6mHS2Wrqs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Dhg4cfb.cQbI08YF1PIU5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VTPNBDP0etXMHFs6VFt2x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fnDUelmbv1.N3s1EKS1nP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1_Deloitte Brand Theme">
  <a:themeElements>
    <a:clrScheme name="Deloitte">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3.xml><?xml version="1.0" encoding="utf-8"?>
<a:theme xmlns:a="http://schemas.openxmlformats.org/drawingml/2006/main" name="Deloitte Brand Theme">
  <a:themeElements>
    <a:clrScheme name="Deloitte">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FB57A5-17F1-4FE1-8797-CE81C87C5EF9}">
  <ds:schemaRefs>
    <ds:schemaRef ds:uri="http://schemas.microsoft.com/office/infopath/2007/PartnerControls"/>
    <ds:schemaRef ds:uri="http://schemas.microsoft.com/office/2006/documentManagement/types"/>
    <ds:schemaRef ds:uri="0508b0c6-d943-4577-ae4c-84b656c09f0c"/>
    <ds:schemaRef ds:uri="http://schemas.openxmlformats.org/package/2006/metadata/core-properties"/>
    <ds:schemaRef ds:uri="http://purl.org/dc/elements/1.1/"/>
    <ds:schemaRef ds:uri="http://www.w3.org/XML/1998/namespace"/>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DDCE847B-A158-4499-B0F1-29A545BBB715}">
  <ds:schemaRefs>
    <ds:schemaRef ds:uri="http://schemas.microsoft.com/sharepoint/v3/contenttype/forms"/>
  </ds:schemaRefs>
</ds:datastoreItem>
</file>

<file path=customXml/itemProps3.xml><?xml version="1.0" encoding="utf-8"?>
<ds:datastoreItem xmlns:ds="http://schemas.openxmlformats.org/officeDocument/2006/customXml" ds:itemID="{0C5A38CC-851E-4F37-8F7F-16B7F897D715}"/>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emplate>Default Theme</Template>
  <TotalTime>249</TotalTime>
  <Words>6550</Words>
  <Application>Microsoft Office PowerPoint</Application>
  <PresentationFormat>Widescreen</PresentationFormat>
  <Paragraphs>1090</Paragraphs>
  <Slides>33</Slides>
  <Notes>18</Notes>
  <HiddenSlides>0</HiddenSlides>
  <MMClips>0</MMClips>
  <ScaleCrop>false</ScaleCrop>
  <HeadingPairs>
    <vt:vector size="8" baseType="variant">
      <vt:variant>
        <vt:lpstr>Fonts Used</vt:lpstr>
      </vt:variant>
      <vt:variant>
        <vt:i4>10</vt:i4>
      </vt:variant>
      <vt:variant>
        <vt:lpstr>Theme</vt:lpstr>
      </vt:variant>
      <vt:variant>
        <vt:i4>3</vt:i4>
      </vt:variant>
      <vt:variant>
        <vt:lpstr>Embedded OLE Servers</vt:lpstr>
      </vt:variant>
      <vt:variant>
        <vt:i4>1</vt:i4>
      </vt:variant>
      <vt:variant>
        <vt:lpstr>Slide Titles</vt:lpstr>
      </vt:variant>
      <vt:variant>
        <vt:i4>33</vt:i4>
      </vt:variant>
    </vt:vector>
  </HeadingPairs>
  <TitlesOfParts>
    <vt:vector size="47" baseType="lpstr">
      <vt:lpstr>华文细黑</vt:lpstr>
      <vt:lpstr>Aptos</vt:lpstr>
      <vt:lpstr>Arial</vt:lpstr>
      <vt:lpstr>Calibri</vt:lpstr>
      <vt:lpstr>Calibri Light</vt:lpstr>
      <vt:lpstr>Carlito</vt:lpstr>
      <vt:lpstr>Open Sans</vt:lpstr>
      <vt:lpstr>Open Sans Light</vt:lpstr>
      <vt:lpstr>Verdana</vt:lpstr>
      <vt:lpstr>Wingdings 2</vt:lpstr>
      <vt:lpstr>Theme1</vt:lpstr>
      <vt:lpstr>1_Deloitte Brand Theme</vt:lpstr>
      <vt:lpstr>Deloitte Brand Theme</vt:lpstr>
      <vt:lpstr>think-cell Slide</vt:lpstr>
      <vt:lpstr>Transformation Management Office (TMO) for Financial &amp; Business Transformation of Damodar Valley Corporation (DVC)  GEM ID: GEM/2024/B/5386233  Approach &amp; Methodology  - Technical Presentation</vt:lpstr>
      <vt:lpstr>With You Today!</vt:lpstr>
      <vt:lpstr>PowerPoint Presentation</vt:lpstr>
      <vt:lpstr>PowerPoint Presentation</vt:lpstr>
      <vt:lpstr>Damodar Valley Corporation (DVC) — a towering legacy!</vt:lpstr>
      <vt:lpstr>Future Agenda: Plan to double capacity by 2030 with modernized &amp; sustainable Ops</vt:lpstr>
      <vt:lpstr>Unlocking Growth - Strategic Segmentation of DVC’s Diverse Business Portfolio</vt:lpstr>
      <vt:lpstr>Options &amp; Instruments Evaluation for DVC </vt:lpstr>
      <vt:lpstr>Financial &amp; Business Transformation - Scope &amp; Outcomes </vt:lpstr>
      <vt:lpstr>PowerPoint Presentation</vt:lpstr>
      <vt:lpstr>Finance and Resource Support</vt:lpstr>
      <vt:lpstr>Finance and Resource Support</vt:lpstr>
      <vt:lpstr>Alternate Revenue Augmentation, PPP Projects</vt:lpstr>
      <vt:lpstr>Alternate Revenue Augmentation, PPP Projects</vt:lpstr>
      <vt:lpstr>Monetization example: land parcel based monetization  </vt:lpstr>
      <vt:lpstr>Monetization example: Toll-Operate-Transfer (TOT) PPP projects </vt:lpstr>
      <vt:lpstr>Monetization example: Investment Trusts (InvITs) </vt:lpstr>
      <vt:lpstr>Financial Restructuring Plan (1/2) – Key Imperatives </vt:lpstr>
      <vt:lpstr>Financial Restructuring Plan (2/2) – Execution Approach </vt:lpstr>
      <vt:lpstr>Advisory Support for Asset Management via creation of Fixed Asset Register (1/2) </vt:lpstr>
      <vt:lpstr>PowerPoint Presentation</vt:lpstr>
      <vt:lpstr>PowerPoint Presentation</vt:lpstr>
      <vt:lpstr>PowerPoint Presentation</vt:lpstr>
      <vt:lpstr>Financial Management Assistance (1/2) </vt:lpstr>
      <vt:lpstr>PowerPoint Presentation</vt:lpstr>
      <vt:lpstr>PowerPoint Presentation</vt:lpstr>
      <vt:lpstr>Work Plan</vt:lpstr>
      <vt:lpstr>Work Plan</vt:lpstr>
      <vt:lpstr>PowerPoint Presentation</vt:lpstr>
      <vt:lpstr>PowerPoint Presentation</vt:lpstr>
      <vt:lpstr>PowerPoint Presentation</vt:lpstr>
      <vt:lpstr>Why Deloitte?</vt:lpstr>
      <vt:lpstr>Summary of Scope of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psharma12@deloitte.com;shudhawan@deloitte.com</dc:creator>
  <cp:lastModifiedBy>Mukherjee, Shouvik</cp:lastModifiedBy>
  <cp:revision>2</cp:revision>
  <dcterms:created xsi:type="dcterms:W3CDTF">2022-08-01T10:59:55Z</dcterms:created>
  <dcterms:modified xsi:type="dcterms:W3CDTF">2025-12-02T09:42:58Z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2022-08-01T10:59:55Z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cd6510ee-88d0-46ea-8523-ca77a5040684</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