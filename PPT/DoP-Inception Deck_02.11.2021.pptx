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2.xml" ContentType="application/vnd.openxmlformats-officedocument.theme+xml"/>
  <Override PartName="/ppt/tags/tag6.xml" ContentType="application/vnd.openxmlformats-officedocument.presentationml.tags+xml"/>
  <Override PartName="/ppt/media/image8.bin" ContentType="image/jpeg"/>
  <Override PartName="/ppt/tags/tag7.xml" ContentType="application/vnd.openxmlformats-officedocument.presentationml.tags+xml"/>
  <Override PartName="/ppt/tags/tag8.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9.xml" ContentType="application/vnd.openxmlformats-officedocument.presentationml.tags+xml"/>
  <Override PartName="/ppt/tags/tag10.xml" ContentType="application/vnd.openxmlformats-officedocument.presentationml.tags+xml"/>
  <Override PartName="/ppt/notesSlides/notesSlide1.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57" r:id="rId4"/>
    <p:sldMasterId id="2147484047" r:id="rId5"/>
  </p:sldMasterIdLst>
  <p:notesMasterIdLst>
    <p:notesMasterId r:id="rId20"/>
  </p:notesMasterIdLst>
  <p:handoutMasterIdLst>
    <p:handoutMasterId r:id="rId21"/>
  </p:handoutMasterIdLst>
  <p:sldIdLst>
    <p:sldId id="954" r:id="rId6"/>
    <p:sldId id="3891" r:id="rId7"/>
    <p:sldId id="3913" r:id="rId8"/>
    <p:sldId id="3915" r:id="rId9"/>
    <p:sldId id="3916" r:id="rId10"/>
    <p:sldId id="3919" r:id="rId11"/>
    <p:sldId id="3917" r:id="rId12"/>
    <p:sldId id="3889" r:id="rId13"/>
    <p:sldId id="3890" r:id="rId14"/>
    <p:sldId id="3914" r:id="rId15"/>
    <p:sldId id="3909" r:id="rId16"/>
    <p:sldId id="3918" r:id="rId17"/>
    <p:sldId id="3897" r:id="rId18"/>
    <p:sldId id="512" r:id="rId19"/>
  </p:sldIdLst>
  <p:sldSz cx="12192000" cy="6858000"/>
  <p:notesSz cx="7315200" cy="9601200"/>
  <p:custDataLst>
    <p:tags r:id="rId22"/>
  </p:custDataLst>
  <p:defaultTextStyle>
    <a:defPPr>
      <a:defRPr lang="en-US"/>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2" algn="l" defTabSz="914342" rtl="0" eaLnBrk="1" latinLnBrk="0" hangingPunct="1">
      <a:defRPr sz="1800" kern="1200">
        <a:solidFill>
          <a:schemeClr val="tx1"/>
        </a:solidFill>
        <a:latin typeface="+mn-lt"/>
        <a:ea typeface="+mn-ea"/>
        <a:cs typeface="+mn-cs"/>
      </a:defRPr>
    </a:lvl4pPr>
    <a:lvl5pPr marL="1828683" algn="l" defTabSz="914342" rtl="0" eaLnBrk="1" latinLnBrk="0" hangingPunct="1">
      <a:defRPr sz="1800" kern="1200">
        <a:solidFill>
          <a:schemeClr val="tx1"/>
        </a:solidFill>
        <a:latin typeface="+mn-lt"/>
        <a:ea typeface="+mn-ea"/>
        <a:cs typeface="+mn-cs"/>
      </a:defRPr>
    </a:lvl5pPr>
    <a:lvl6pPr marL="2285854" algn="l" defTabSz="914342" rtl="0" eaLnBrk="1" latinLnBrk="0" hangingPunct="1">
      <a:defRPr sz="1800" kern="1200">
        <a:solidFill>
          <a:schemeClr val="tx1"/>
        </a:solidFill>
        <a:latin typeface="+mn-lt"/>
        <a:ea typeface="+mn-ea"/>
        <a:cs typeface="+mn-cs"/>
      </a:defRPr>
    </a:lvl6pPr>
    <a:lvl7pPr marL="2743025" algn="l" defTabSz="914342" rtl="0" eaLnBrk="1" latinLnBrk="0" hangingPunct="1">
      <a:defRPr sz="1800" kern="1200">
        <a:solidFill>
          <a:schemeClr val="tx1"/>
        </a:solidFill>
        <a:latin typeface="+mn-lt"/>
        <a:ea typeface="+mn-ea"/>
        <a:cs typeface="+mn-cs"/>
      </a:defRPr>
    </a:lvl7pPr>
    <a:lvl8pPr marL="3200195" algn="l" defTabSz="914342" rtl="0" eaLnBrk="1" latinLnBrk="0" hangingPunct="1">
      <a:defRPr sz="1800" kern="1200">
        <a:solidFill>
          <a:schemeClr val="tx1"/>
        </a:solidFill>
        <a:latin typeface="+mn-lt"/>
        <a:ea typeface="+mn-ea"/>
        <a:cs typeface="+mn-cs"/>
      </a:defRPr>
    </a:lvl8pPr>
    <a:lvl9pPr marL="3657366" algn="l" defTabSz="9143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0" userDrawn="1">
          <p15:clr>
            <a:srgbClr val="A4A3A4"/>
          </p15:clr>
        </p15:guide>
        <p15:guide id="11" orient="horz" pos="2160"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lunkhe, Nikhil" initials="SN" lastIdx="1" clrIdx="0">
    <p:extLst>
      <p:ext uri="{19B8F6BF-5375-455C-9EA6-DF929625EA0E}">
        <p15:presenceInfo xmlns:p15="http://schemas.microsoft.com/office/powerpoint/2012/main" userId="S-1-5-21-776561741-1482476501-682003330-1288395" providerId="AD"/>
      </p:ext>
    </p:extLst>
  </p:cmAuthor>
  <p:cmAuthor id="2" name="Banerjee, Sayantan" initials="BS" lastIdx="22" clrIdx="1">
    <p:extLst>
      <p:ext uri="{19B8F6BF-5375-455C-9EA6-DF929625EA0E}">
        <p15:presenceInfo xmlns:p15="http://schemas.microsoft.com/office/powerpoint/2012/main" userId="S::bsayantan@deloitte.com::29b1bc15-6d12-4f6e-8f06-28f0a453772b" providerId="AD"/>
      </p:ext>
    </p:extLst>
  </p:cmAuthor>
  <p:cmAuthor id="3" name="Thomas, Emil" initials="TE" lastIdx="1" clrIdx="2">
    <p:extLst>
      <p:ext uri="{19B8F6BF-5375-455C-9EA6-DF929625EA0E}">
        <p15:presenceInfo xmlns:p15="http://schemas.microsoft.com/office/powerpoint/2012/main" userId="S::emthomas@deloitte.com::0406af67-e0e6-4502-b2cb-f66bed26e767" providerId="AD"/>
      </p:ext>
    </p:extLst>
  </p:cmAuthor>
  <p:cmAuthor id="4" name="Mani, Siddharth" initials="MS" lastIdx="17" clrIdx="3">
    <p:extLst>
      <p:ext uri="{19B8F6BF-5375-455C-9EA6-DF929625EA0E}">
        <p15:presenceInfo xmlns:p15="http://schemas.microsoft.com/office/powerpoint/2012/main" userId="S::simani@deloitte.com::ea703a10-db50-4df5-bf72-1a564ac3e54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7A9"/>
    <a:srgbClr val="D6EEF1"/>
    <a:srgbClr val="000000"/>
    <a:srgbClr val="E3E4E5"/>
    <a:srgbClr val="62B5E5"/>
    <a:srgbClr val="046A38"/>
    <a:srgbClr val="86BC25"/>
    <a:srgbClr val="75787B"/>
    <a:srgbClr val="7F7F7F"/>
    <a:srgbClr val="BBF8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017" autoAdjust="0"/>
    <p:restoredTop sz="93438" autoAdjust="0"/>
  </p:normalViewPr>
  <p:slideViewPr>
    <p:cSldViewPr snapToGrid="0" showGuides="1">
      <p:cViewPr varScale="1">
        <p:scale>
          <a:sx n="59" d="100"/>
          <a:sy n="59" d="100"/>
        </p:scale>
        <p:origin x="1008" y="60"/>
      </p:cViewPr>
      <p:guideLst>
        <p:guide/>
        <p:guide orient="horz" pos="2160"/>
      </p:guideLst>
    </p:cSldViewPr>
  </p:slideViewPr>
  <p:outlineViewPr>
    <p:cViewPr>
      <p:scale>
        <a:sx n="33" d="100"/>
        <a:sy n="33" d="100"/>
      </p:scale>
      <p:origin x="0" y="-59190"/>
    </p:cViewPr>
  </p:outlineViewPr>
  <p:notesTextViewPr>
    <p:cViewPr>
      <p:scale>
        <a:sx n="100" d="100"/>
        <a:sy n="100" d="100"/>
      </p:scale>
      <p:origin x="0" y="0"/>
    </p:cViewPr>
  </p:notesTextViewPr>
  <p:sorterViewPr>
    <p:cViewPr>
      <p:scale>
        <a:sx n="140" d="100"/>
        <a:sy n="140" d="100"/>
      </p:scale>
      <p:origin x="0" y="-14552"/>
    </p:cViewPr>
  </p:sorterViewPr>
  <p:notesViewPr>
    <p:cSldViewPr snapToGrid="0" showGuides="1">
      <p:cViewPr varScale="1">
        <p:scale>
          <a:sx n="57" d="100"/>
          <a:sy n="57" d="100"/>
        </p:scale>
        <p:origin x="1992" y="9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commentAuthors" Target="commentAuthor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gs" Target="tags/tag1.xml"/><Relationship Id="rId27"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170138" cy="479539"/>
          </a:xfrm>
          <a:prstGeom prst="rect">
            <a:avLst/>
          </a:prstGeom>
        </p:spPr>
        <p:txBody>
          <a:bodyPr vert="horz" lIns="90913" tIns="45457" rIns="90913" bIns="45457" rtlCol="0"/>
          <a:lstStyle>
            <a:lvl1pPr algn="l">
              <a:defRPr sz="1100"/>
            </a:lvl1pPr>
          </a:lstStyle>
          <a:p>
            <a:endParaRPr lang="en-US" dirty="0">
              <a:latin typeface="Arial" panose="020B0604020202020204" pitchFamily="34" charset="0"/>
            </a:endParaRPr>
          </a:p>
        </p:txBody>
      </p:sp>
      <p:sp>
        <p:nvSpPr>
          <p:cNvPr id="3" name="Date Placeholder 2"/>
          <p:cNvSpPr>
            <a:spLocks noGrp="1"/>
          </p:cNvSpPr>
          <p:nvPr>
            <p:ph type="dt" sz="quarter" idx="1"/>
          </p:nvPr>
        </p:nvSpPr>
        <p:spPr>
          <a:xfrm>
            <a:off x="4143427" y="1"/>
            <a:ext cx="3170138" cy="479539"/>
          </a:xfrm>
          <a:prstGeom prst="rect">
            <a:avLst/>
          </a:prstGeom>
        </p:spPr>
        <p:txBody>
          <a:bodyPr vert="horz" lIns="90913" tIns="45457" rIns="90913" bIns="45457" rtlCol="0"/>
          <a:lstStyle>
            <a:lvl1pPr algn="r">
              <a:defRPr sz="1100"/>
            </a:lvl1pPr>
          </a:lstStyle>
          <a:p>
            <a:fld id="{B4AD245C-091B-44E2-BFB0-BD94217887F7}" type="datetimeFigureOut">
              <a:rPr lang="en-US" smtClean="0">
                <a:latin typeface="Arial" panose="020B0604020202020204" pitchFamily="34" charset="0"/>
              </a:rPr>
              <a:t>11/3/2021</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4" y="9120173"/>
            <a:ext cx="3170138" cy="479539"/>
          </a:xfrm>
          <a:prstGeom prst="rect">
            <a:avLst/>
          </a:prstGeom>
        </p:spPr>
        <p:txBody>
          <a:bodyPr vert="horz" lIns="90913" tIns="45457" rIns="90913" bIns="45457" rtlCol="0" anchor="b"/>
          <a:lstStyle>
            <a:lvl1pPr algn="l">
              <a:defRPr sz="1100"/>
            </a:lvl1pPr>
          </a:lstStyle>
          <a:p>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4143427" y="9120173"/>
            <a:ext cx="3170138" cy="479539"/>
          </a:xfrm>
          <a:prstGeom prst="rect">
            <a:avLst/>
          </a:prstGeom>
        </p:spPr>
        <p:txBody>
          <a:bodyPr vert="horz" lIns="90913" tIns="45457" rIns="90913" bIns="45457" rtlCol="0" anchor="b"/>
          <a:lstStyle>
            <a:lvl1pPr algn="r">
              <a:defRPr sz="1100"/>
            </a:lvl1pPr>
          </a:lstStyle>
          <a:p>
            <a:fld id="{9A913F39-CFF6-40F1-84D1-700840B41EAB}" type="slidenum">
              <a:rPr lang="en-US"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4143589" y="1"/>
            <a:ext cx="3169920" cy="480060"/>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smtClean="0"/>
              <a:pPr/>
              <a:t>11/3/2021</a:t>
            </a:fld>
            <a:endParaRPr lang="en-US" dirty="0"/>
          </a:p>
        </p:txBody>
      </p:sp>
      <p:sp>
        <p:nvSpPr>
          <p:cNvPr id="4" name="Slide Image Placeholder 3"/>
          <p:cNvSpPr>
            <a:spLocks noGrp="1" noRot="1" noChangeAspect="1"/>
          </p:cNvSpPr>
          <p:nvPr>
            <p:ph type="sldImg" idx="2"/>
          </p:nvPr>
        </p:nvSpPr>
        <p:spPr>
          <a:xfrm>
            <a:off x="458788" y="720725"/>
            <a:ext cx="6397625" cy="3598863"/>
          </a:xfrm>
          <a:prstGeom prst="rect">
            <a:avLst/>
          </a:prstGeom>
          <a:noFill/>
          <a:ln w="12700">
            <a:solidFill>
              <a:prstClr val="black"/>
            </a:solidFill>
          </a:ln>
        </p:spPr>
        <p:txBody>
          <a:bodyPr vert="horz" lIns="98478" tIns="49238" rIns="98478" bIns="49238" rtlCol="0" anchor="ctr"/>
          <a:lstStyle/>
          <a:p>
            <a:endParaRPr lang="en-GB" dirty="0"/>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8478" tIns="49238" rIns="98478" bIns="4923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4143589" y="9119475"/>
            <a:ext cx="3169920" cy="480060"/>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smtClean="0"/>
              <a:pPr/>
              <a:t>‹#›</a:t>
            </a:fld>
            <a:endParaRPr lang="en-US" dirty="0"/>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914342" rtl="0" eaLnBrk="1" latinLnBrk="0" hangingPunct="1">
      <a:defRPr sz="1200" kern="1200">
        <a:solidFill>
          <a:schemeClr val="tx1"/>
        </a:solidFill>
        <a:latin typeface="Arial" panose="020B0604020202020204" pitchFamily="34" charset="0"/>
        <a:ea typeface="+mn-ea"/>
        <a:cs typeface="+mn-cs"/>
      </a:defRPr>
    </a:lvl1pPr>
    <a:lvl2pPr marL="457171" algn="l" defTabSz="914342" rtl="0" eaLnBrk="1" latinLnBrk="0" hangingPunct="1">
      <a:defRPr sz="1200" kern="1200">
        <a:solidFill>
          <a:schemeClr val="tx1"/>
        </a:solidFill>
        <a:latin typeface="Arial" panose="020B0604020202020204" pitchFamily="34" charset="0"/>
        <a:ea typeface="+mn-ea"/>
        <a:cs typeface="+mn-cs"/>
      </a:defRPr>
    </a:lvl2pPr>
    <a:lvl3pPr marL="914342" algn="l" defTabSz="914342" rtl="0" eaLnBrk="1" latinLnBrk="0" hangingPunct="1">
      <a:defRPr sz="1200" kern="1200">
        <a:solidFill>
          <a:schemeClr val="tx1"/>
        </a:solidFill>
        <a:latin typeface="Arial" panose="020B0604020202020204" pitchFamily="34" charset="0"/>
        <a:ea typeface="+mn-ea"/>
        <a:cs typeface="+mn-cs"/>
      </a:defRPr>
    </a:lvl3pPr>
    <a:lvl4pPr marL="1371512" algn="l" defTabSz="914342" rtl="0" eaLnBrk="1" latinLnBrk="0" hangingPunct="1">
      <a:defRPr sz="1200" kern="1200">
        <a:solidFill>
          <a:schemeClr val="tx1"/>
        </a:solidFill>
        <a:latin typeface="Arial" panose="020B0604020202020204" pitchFamily="34" charset="0"/>
        <a:ea typeface="+mn-ea"/>
        <a:cs typeface="+mn-cs"/>
      </a:defRPr>
    </a:lvl4pPr>
    <a:lvl5pPr marL="1828683" algn="l" defTabSz="914342" rtl="0" eaLnBrk="1" latinLnBrk="0" hangingPunct="1">
      <a:defRPr sz="1200" kern="1200">
        <a:solidFill>
          <a:schemeClr val="tx1"/>
        </a:solidFill>
        <a:latin typeface="Arial" panose="020B0604020202020204" pitchFamily="34" charset="0"/>
        <a:ea typeface="+mn-ea"/>
        <a:cs typeface="+mn-cs"/>
      </a:defRPr>
    </a:lvl5pPr>
    <a:lvl6pPr marL="2285854" algn="l" defTabSz="914342" rtl="0" eaLnBrk="1" latinLnBrk="0" hangingPunct="1">
      <a:defRPr sz="1200" kern="1200">
        <a:solidFill>
          <a:schemeClr val="tx1"/>
        </a:solidFill>
        <a:latin typeface="+mn-lt"/>
        <a:ea typeface="+mn-ea"/>
        <a:cs typeface="+mn-cs"/>
      </a:defRPr>
    </a:lvl6pPr>
    <a:lvl7pPr marL="2743025" algn="l" defTabSz="914342" rtl="0" eaLnBrk="1" latinLnBrk="0" hangingPunct="1">
      <a:defRPr sz="1200" kern="1200">
        <a:solidFill>
          <a:schemeClr val="tx1"/>
        </a:solidFill>
        <a:latin typeface="+mn-lt"/>
        <a:ea typeface="+mn-ea"/>
        <a:cs typeface="+mn-cs"/>
      </a:defRPr>
    </a:lvl7pPr>
    <a:lvl8pPr marL="3200195" algn="l" defTabSz="914342" rtl="0" eaLnBrk="1" latinLnBrk="0" hangingPunct="1">
      <a:defRPr sz="1200" kern="1200">
        <a:solidFill>
          <a:schemeClr val="tx1"/>
        </a:solidFill>
        <a:latin typeface="+mn-lt"/>
        <a:ea typeface="+mn-ea"/>
        <a:cs typeface="+mn-cs"/>
      </a:defRPr>
    </a:lvl8pPr>
    <a:lvl9pPr marL="3657366" algn="l" defTabSz="9143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r>
              <a:rPr lang="en-GB" dirty="0"/>
              <a:t>To be picked from</a:t>
            </a:r>
            <a:r>
              <a:rPr lang="en-GB" baseline="0" dirty="0"/>
              <a:t> https://consulting.deloitteresources.com/brand/Pages/Imagery.aspx</a:t>
            </a:r>
          </a:p>
          <a:p>
            <a:r>
              <a:rPr lang="en-GB" dirty="0"/>
              <a:t>https://brandspace.deloitte.com/content/index/guid/image_library?search_term=&amp;list_size=25&amp;assettag%5B16%5D%5B%5D=43&amp;assettag%5B19%5D%5B%5D=50</a:t>
            </a:r>
          </a:p>
        </p:txBody>
      </p:sp>
      <p:sp>
        <p:nvSpPr>
          <p:cNvPr id="4" name="Slide Number Placeholder 3"/>
          <p:cNvSpPr>
            <a:spLocks noGrp="1"/>
          </p:cNvSpPr>
          <p:nvPr>
            <p:ph type="sldNum" sz="quarter" idx="10"/>
          </p:nvPr>
        </p:nvSpPr>
        <p:spPr/>
        <p:txBody>
          <a:bodyPr/>
          <a:lstStyle/>
          <a:p>
            <a:fld id="{C0F4A2C8-6C88-4E71-83EE-698B9D4FE22F}" type="slidenum">
              <a:rPr lang="en-US" smtClean="0"/>
              <a:pPr/>
              <a:t>1</a:t>
            </a:fld>
            <a:endParaRPr lang="en-US" dirty="0"/>
          </a:p>
        </p:txBody>
      </p:sp>
    </p:spTree>
    <p:extLst>
      <p:ext uri="{BB962C8B-B14F-4D97-AF65-F5344CB8AC3E}">
        <p14:creationId xmlns:p14="http://schemas.microsoft.com/office/powerpoint/2010/main" val="38605824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1228876"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1228876"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59944094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vmlDrawing" Target="../drawings/vmlDrawing2.vml"/><Relationship Id="rId6" Type="http://schemas.openxmlformats.org/officeDocument/2006/relationships/image" Target="../media/image6.emf"/><Relationship Id="rId5" Type="http://schemas.openxmlformats.org/officeDocument/2006/relationships/oleObject" Target="../embeddings/oleObject2.bin"/><Relationship Id="rId4"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bin"/><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xml"/><Relationship Id="rId1" Type="http://schemas.openxmlformats.org/officeDocument/2006/relationships/vmlDrawing" Target="../drawings/vmlDrawing4.vml"/><Relationship Id="rId5" Type="http://schemas.openxmlformats.org/officeDocument/2006/relationships/image" Target="../media/image11.emf"/><Relationship Id="rId4" Type="http://schemas.openxmlformats.org/officeDocument/2006/relationships/oleObject" Target="../embeddings/oleObject4.bin"/></Relationships>
</file>

<file path=ppt/slideLayouts/_rels/slideLayout5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xml"/><Relationship Id="rId1" Type="http://schemas.openxmlformats.org/officeDocument/2006/relationships/vmlDrawing" Target="../drawings/vmlDrawing5.vml"/><Relationship Id="rId5" Type="http://schemas.openxmlformats.org/officeDocument/2006/relationships/image" Target="../media/image11.emf"/><Relationship Id="rId4" Type="http://schemas.openxmlformats.org/officeDocument/2006/relationships/oleObject" Target="../embeddings/oleObject5.bin"/></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3601788" y="1066768"/>
            <a:ext cx="4988426" cy="4724464"/>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1" y="5791233"/>
            <a:ext cx="5592011" cy="505645"/>
          </a:xfrm>
          <a:prstGeom prst="rect">
            <a:avLst/>
          </a:prstGeom>
        </p:spPr>
        <p:txBody>
          <a:bodyPr lIns="0" tIns="0" rIns="0" bIns="0" anchor="b" anchorCtr="0">
            <a:noAutofit/>
          </a:bodyPr>
          <a:lstStyle>
            <a:lvl1pPr marL="0" indent="0" algn="l">
              <a:lnSpc>
                <a:spcPct val="100000"/>
              </a:lnSpc>
              <a:spcAft>
                <a:spcPts val="0"/>
              </a:spcAft>
              <a:buNone/>
              <a:defRPr sz="1941" b="1">
                <a:solidFill>
                  <a:schemeClr val="bg1"/>
                </a:solidFill>
              </a:defRPr>
            </a:lvl1pPr>
            <a:lvl2pPr marL="0" marR="0" indent="0" algn="l" defTabSz="1219231" rtl="0" eaLnBrk="1" fontAlgn="auto" latinLnBrk="0" hangingPunct="1">
              <a:lnSpc>
                <a:spcPct val="100000"/>
              </a:lnSpc>
              <a:spcBef>
                <a:spcPts val="0"/>
              </a:spcBef>
              <a:spcAft>
                <a:spcPts val="0"/>
              </a:spcAft>
              <a:buClrTx/>
              <a:buSzPct val="100000"/>
              <a:buFont typeface="Arial"/>
              <a:buNone/>
              <a:tabLst/>
              <a:defRPr sz="1941" b="0">
                <a:solidFill>
                  <a:schemeClr val="bg1"/>
                </a:solidFill>
              </a:defRPr>
            </a:lvl2pPr>
            <a:lvl3pPr marL="0" indent="0" algn="l">
              <a:spcAft>
                <a:spcPts val="0"/>
              </a:spcAft>
              <a:buNone/>
              <a:defRPr sz="2134">
                <a:solidFill>
                  <a:schemeClr val="bg1"/>
                </a:solidFill>
              </a:defRPr>
            </a:lvl3pPr>
            <a:lvl4pPr marL="1828848" indent="0" algn="ctr">
              <a:buNone/>
              <a:defRPr sz="2134"/>
            </a:lvl4pPr>
            <a:lvl5pPr marL="2438464" indent="0" algn="ctr">
              <a:buNone/>
              <a:defRPr sz="2134"/>
            </a:lvl5pPr>
            <a:lvl6pPr marL="3048080" indent="0" algn="ctr">
              <a:buNone/>
              <a:defRPr sz="2134"/>
            </a:lvl6pPr>
            <a:lvl7pPr marL="3657695" indent="0" algn="ctr">
              <a:buNone/>
              <a:defRPr sz="2134"/>
            </a:lvl7pPr>
            <a:lvl8pPr marL="4267311" indent="0" algn="ctr">
              <a:buNone/>
              <a:defRPr sz="2134"/>
            </a:lvl8pPr>
            <a:lvl9pPr marL="4876928" indent="0" algn="ctr">
              <a:buNone/>
              <a:defRPr sz="2134"/>
            </a:lvl9pPr>
          </a:lstStyle>
          <a:p>
            <a:r>
              <a:rPr lang="en-US" noProof="0" dirty="0"/>
              <a:t>Click to edit Master title style</a:t>
            </a:r>
          </a:p>
          <a:p>
            <a:pPr marL="0" marR="0" lvl="1" indent="0" algn="l" defTabSz="1219231"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1" y="6340383"/>
            <a:ext cx="5594350" cy="298450"/>
          </a:xfrm>
          <a:prstGeom prst="rect">
            <a:avLst/>
          </a:prstGeom>
        </p:spPr>
        <p:txBody>
          <a:bodyPr/>
          <a:lstStyle>
            <a:lvl1pPr>
              <a:spcAft>
                <a:spcPts val="0"/>
              </a:spcAft>
              <a:defRPr sz="1059">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edit Master text styles</a:t>
            </a:r>
          </a:p>
        </p:txBody>
      </p:sp>
      <p:grpSp>
        <p:nvGrpSpPr>
          <p:cNvPr id="33" name="Group 32"/>
          <p:cNvGrpSpPr>
            <a:grpSpLocks noChangeAspect="1"/>
          </p:cNvGrpSpPr>
          <p:nvPr userDrawn="1"/>
        </p:nvGrpSpPr>
        <p:grpSpPr>
          <a:xfrm>
            <a:off x="501652" y="403413"/>
            <a:ext cx="1762941" cy="330353"/>
            <a:chOff x="398463" y="404813"/>
            <a:chExt cx="1627187" cy="307976"/>
          </a:xfrm>
          <a:solidFill>
            <a:schemeClr val="tx1"/>
          </a:solidFill>
        </p:grpSpPr>
        <p:sp>
          <p:nvSpPr>
            <p:cNvPr id="34"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35"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36"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37"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38"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39"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40"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41"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42"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43"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grpSp>
    </p:spTree>
    <p:extLst>
      <p:ext uri="{BB962C8B-B14F-4D97-AF65-F5344CB8AC3E}">
        <p14:creationId xmlns:p14="http://schemas.microsoft.com/office/powerpoint/2010/main" val="237220595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63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p:cNvSpPr>
          <p:nvPr>
            <p:ph type="pic" sz="quarter" idx="11"/>
          </p:nvPr>
        </p:nvSpPr>
        <p:spPr>
          <a:xfrm>
            <a:off x="3601788" y="1066768"/>
            <a:ext cx="4988426" cy="4724464"/>
          </a:xfrm>
          <a:prstGeom prst="rect">
            <a:avLst/>
          </a:prstGeom>
        </p:spPr>
        <p:txBody>
          <a:bodyPr vert="horz" lIns="0" tIns="0" rIns="0" bIns="0" rtlCol="0">
            <a:noAutofit/>
          </a:bodyPr>
          <a:lstStyle>
            <a:lvl1pPr>
              <a:defRPr lang="en-US" noProof="0" dirty="0">
                <a:solidFill>
                  <a:schemeClr val="tx1"/>
                </a:solidFill>
              </a:defRPr>
            </a:lvl1pPr>
          </a:lstStyle>
          <a:p>
            <a:pPr lvl="0"/>
            <a:r>
              <a:rPr lang="en-US" noProof="0" dirty="0"/>
              <a:t>Click icon to add picture</a:t>
            </a:r>
          </a:p>
        </p:txBody>
      </p:sp>
      <p:sp>
        <p:nvSpPr>
          <p:cNvPr id="3" name="Subtitle 2"/>
          <p:cNvSpPr>
            <a:spLocks noGrp="1"/>
          </p:cNvSpPr>
          <p:nvPr>
            <p:ph type="subTitle" idx="1" hasCustomPrompt="1"/>
          </p:nvPr>
        </p:nvSpPr>
        <p:spPr bwMode="gray">
          <a:xfrm>
            <a:off x="501652" y="5864231"/>
            <a:ext cx="5594348" cy="505645"/>
          </a:xfrm>
          <a:prstGeom prst="rect">
            <a:avLst/>
          </a:prstGeom>
        </p:spPr>
        <p:txBody>
          <a:bodyPr lIns="0" tIns="0" rIns="0" bIns="0" anchor="b" anchorCtr="0">
            <a:noAutofit/>
          </a:bodyPr>
          <a:lstStyle>
            <a:lvl1pPr marL="0" indent="0" algn="l">
              <a:lnSpc>
                <a:spcPct val="100000"/>
              </a:lnSpc>
              <a:spcAft>
                <a:spcPts val="0"/>
              </a:spcAft>
              <a:buNone/>
              <a:defRPr sz="2400" b="1">
                <a:solidFill>
                  <a:schemeClr val="tx1"/>
                </a:solidFill>
              </a:defRPr>
            </a:lvl1pPr>
            <a:lvl2pPr marL="0" indent="0" algn="l">
              <a:buNone/>
              <a:defRPr sz="2134" b="0"/>
            </a:lvl2pPr>
            <a:lvl3pPr marL="1219231" indent="0" algn="ctr">
              <a:buNone/>
              <a:defRPr sz="2400"/>
            </a:lvl3pPr>
            <a:lvl4pPr marL="1828848" indent="0" algn="ctr">
              <a:buNone/>
              <a:defRPr sz="2134"/>
            </a:lvl4pPr>
            <a:lvl5pPr marL="2438464" indent="0" algn="ctr">
              <a:buNone/>
              <a:defRPr sz="2134"/>
            </a:lvl5pPr>
            <a:lvl6pPr marL="3048080" indent="0" algn="ctr">
              <a:buNone/>
              <a:defRPr sz="2134"/>
            </a:lvl6pPr>
            <a:lvl7pPr marL="3657695" indent="0" algn="ctr">
              <a:buNone/>
              <a:defRPr sz="2134"/>
            </a:lvl7pPr>
            <a:lvl8pPr marL="4267311" indent="0" algn="ctr">
              <a:buNone/>
              <a:defRPr sz="2134"/>
            </a:lvl8pPr>
            <a:lvl9pPr marL="4876928" indent="0" algn="ctr">
              <a:buNone/>
              <a:defRPr sz="2134"/>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501651" y="6381753"/>
            <a:ext cx="5594350" cy="298450"/>
          </a:xfrm>
          <a:prstGeom prst="rect">
            <a:avLst/>
          </a:prstGeom>
        </p:spPr>
        <p:txBody>
          <a:bodyPr/>
          <a:lstStyle>
            <a:lvl1pPr>
              <a:spcAft>
                <a:spcPts val="0"/>
              </a:spcAft>
              <a:defRPr sz="133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501652" y="403413"/>
            <a:ext cx="1762941" cy="330353"/>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grpSp>
    </p:spTree>
    <p:extLst>
      <p:ext uri="{BB962C8B-B14F-4D97-AF65-F5344CB8AC3E}">
        <p14:creationId xmlns:p14="http://schemas.microsoft.com/office/powerpoint/2010/main" val="882068736"/>
      </p:ext>
    </p:extLst>
  </p:cSld>
  <p:clrMapOvr>
    <a:masterClrMapping/>
  </p:clrMapOvr>
  <p:transition>
    <p:fade/>
  </p:transition>
  <p:extLst>
    <p:ext uri="{DCECCB84-F9BA-43D5-87BE-67443E8EF086}">
      <p15:sldGuideLst xmlns:p15="http://schemas.microsoft.com/office/powerpoint/2012/main">
        <p15:guide id="1" orient="horz" pos="4633"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tx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373997"/>
            <a:ext cx="12192000" cy="6007753"/>
          </a:xfrm>
        </p:spPr>
        <p:txBody>
          <a:bodyPr/>
          <a:lstStyle/>
          <a:p>
            <a:endParaRPr lang="en-US" dirty="0"/>
          </a:p>
        </p:txBody>
      </p:sp>
      <p:grpSp>
        <p:nvGrpSpPr>
          <p:cNvPr id="9" name="Group 8"/>
          <p:cNvGrpSpPr/>
          <p:nvPr userDrawn="1"/>
        </p:nvGrpSpPr>
        <p:grpSpPr>
          <a:xfrm>
            <a:off x="0" y="4629685"/>
            <a:ext cx="12191998" cy="1369921"/>
            <a:chOff x="0" y="5246975"/>
            <a:chExt cx="13817598" cy="1552577"/>
          </a:xfrm>
        </p:grpSpPr>
        <p:sp>
          <p:nvSpPr>
            <p:cNvPr id="10" name="Freeform 9"/>
            <p:cNvSpPr/>
            <p:nvPr/>
          </p:nvSpPr>
          <p:spPr bwMode="gray">
            <a:xfrm>
              <a:off x="0" y="5256502"/>
              <a:ext cx="8713694" cy="1543050"/>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0150" h="1543050">
                  <a:moveTo>
                    <a:pt x="0" y="0"/>
                  </a:moveTo>
                  <a:lnTo>
                    <a:pt x="8820150" y="0"/>
                  </a:lnTo>
                  <a:lnTo>
                    <a:pt x="7277100" y="1543050"/>
                  </a:lnTo>
                  <a:lnTo>
                    <a:pt x="0" y="1543050"/>
                  </a:lnTo>
                  <a:lnTo>
                    <a:pt x="0" y="0"/>
                  </a:lnTo>
                  <a:close/>
                </a:path>
              </a:pathLst>
            </a:custGeom>
            <a:solidFill>
              <a:schemeClr val="tx1">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dirty="0">
                <a:solidFill>
                  <a:prstClr val="white"/>
                </a:solidFill>
              </a:endParaRPr>
            </a:p>
          </p:txBody>
        </p:sp>
        <p:sp>
          <p:nvSpPr>
            <p:cNvPr id="11" name="Freeform 10"/>
            <p:cNvSpPr/>
            <p:nvPr/>
          </p:nvSpPr>
          <p:spPr bwMode="gray">
            <a:xfrm flipH="1" flipV="1">
              <a:off x="7342094" y="5246975"/>
              <a:ext cx="6475504" cy="1552575"/>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 name="connsiteX0" fmla="*/ 0 w 8820150"/>
                <a:gd name="connsiteY0" fmla="*/ 0 h 1543050"/>
                <a:gd name="connsiteX1" fmla="*/ 8820150 w 8820150"/>
                <a:gd name="connsiteY1" fmla="*/ 0 h 1543050"/>
                <a:gd name="connsiteX2" fmla="*/ 6826217 w 8820150"/>
                <a:gd name="connsiteY2" fmla="*/ 1447800 h 1543050"/>
                <a:gd name="connsiteX3" fmla="*/ 0 w 8820150"/>
                <a:gd name="connsiteY3" fmla="*/ 1543050 h 1543050"/>
                <a:gd name="connsiteX4" fmla="*/ 0 w 8820150"/>
                <a:gd name="connsiteY4" fmla="*/ 0 h 1543050"/>
                <a:gd name="connsiteX0" fmla="*/ 0 w 8820150"/>
                <a:gd name="connsiteY0" fmla="*/ 0 h 1552575"/>
                <a:gd name="connsiteX1" fmla="*/ 8820150 w 8820150"/>
                <a:gd name="connsiteY1" fmla="*/ 0 h 1552575"/>
                <a:gd name="connsiteX2" fmla="*/ 6787571 w 8820150"/>
                <a:gd name="connsiteY2" fmla="*/ 1552575 h 1552575"/>
                <a:gd name="connsiteX3" fmla="*/ 0 w 8820150"/>
                <a:gd name="connsiteY3" fmla="*/ 1543050 h 1552575"/>
                <a:gd name="connsiteX4" fmla="*/ 0 w 8820150"/>
                <a:gd name="connsiteY4" fmla="*/ 0 h 1552575"/>
                <a:gd name="connsiteX0" fmla="*/ 0 w 8858797"/>
                <a:gd name="connsiteY0" fmla="*/ 0 h 1552575"/>
                <a:gd name="connsiteX1" fmla="*/ 8858797 w 8858797"/>
                <a:gd name="connsiteY1" fmla="*/ 9525 h 1552575"/>
                <a:gd name="connsiteX2" fmla="*/ 6787571 w 8858797"/>
                <a:gd name="connsiteY2" fmla="*/ 1552575 h 1552575"/>
                <a:gd name="connsiteX3" fmla="*/ 0 w 8858797"/>
                <a:gd name="connsiteY3" fmla="*/ 1543050 h 1552575"/>
                <a:gd name="connsiteX4" fmla="*/ 0 w 8858797"/>
                <a:gd name="connsiteY4" fmla="*/ 0 h 1552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8797" h="1552575">
                  <a:moveTo>
                    <a:pt x="0" y="0"/>
                  </a:moveTo>
                  <a:lnTo>
                    <a:pt x="8858797" y="9525"/>
                  </a:lnTo>
                  <a:lnTo>
                    <a:pt x="6787571" y="1552575"/>
                  </a:lnTo>
                  <a:lnTo>
                    <a:pt x="0" y="1543050"/>
                  </a:lnTo>
                  <a:lnTo>
                    <a:pt x="0" y="0"/>
                  </a:lnTo>
                  <a:close/>
                </a:path>
              </a:pathLst>
            </a:custGeom>
            <a:solidFill>
              <a:schemeClr val="accent5">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dirty="0">
                <a:solidFill>
                  <a:prstClr val="white"/>
                </a:solidFill>
              </a:endParaRPr>
            </a:p>
          </p:txBody>
        </p:sp>
      </p:grpSp>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3" name="Text Placeholder 2"/>
          <p:cNvSpPr>
            <a:spLocks noGrp="1"/>
          </p:cNvSpPr>
          <p:nvPr>
            <p:ph type="body" idx="1"/>
          </p:nvPr>
        </p:nvSpPr>
        <p:spPr bwMode="gray">
          <a:xfrm>
            <a:off x="0" y="4537180"/>
            <a:ext cx="12192000"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dirty="0"/>
              <a:t>Click to edit Master text styles</a:t>
            </a:r>
          </a:p>
        </p:txBody>
      </p:sp>
      <p:sp>
        <p:nvSpPr>
          <p:cNvPr id="12" name="TextBox 11"/>
          <p:cNvSpPr txBox="1"/>
          <p:nvPr userDrawn="1"/>
        </p:nvSpPr>
        <p:spPr>
          <a:xfrm>
            <a:off x="5843374" y="6501537"/>
            <a:ext cx="5833532" cy="170741"/>
          </a:xfrm>
          <a:prstGeom prst="rect">
            <a:avLst/>
          </a:prstGeom>
          <a:noFill/>
        </p:spPr>
        <p:txBody>
          <a:bodyPr wrap="square" lIns="0" tIns="0" rIns="0" bIns="0" rtlCol="0">
            <a:noAutofit/>
          </a:bodyPr>
          <a:lstStyle/>
          <a:p>
            <a:pPr>
              <a:spcBef>
                <a:spcPts val="800"/>
              </a:spcBef>
              <a:buSzPct val="100000"/>
              <a:buFont typeface="Arial"/>
              <a:buNone/>
            </a:pPr>
            <a:r>
              <a:rPr lang="en-US" sz="867" dirty="0">
                <a:solidFill>
                  <a:prstClr val="white"/>
                </a:solidFill>
              </a:rPr>
              <a:t>Presentation on Supply, Implementation and Maintenance of an ERP solution to Hirdaramani Group</a:t>
            </a:r>
            <a:endParaRPr lang="fr-FR" sz="867" dirty="0">
              <a:solidFill>
                <a:prstClr val="white"/>
              </a:solidFill>
            </a:endParaRPr>
          </a:p>
        </p:txBody>
      </p:sp>
    </p:spTree>
    <p:extLst>
      <p:ext uri="{BB962C8B-B14F-4D97-AF65-F5344CB8AC3E}">
        <p14:creationId xmlns:p14="http://schemas.microsoft.com/office/powerpoint/2010/main" val="3519907682"/>
      </p:ext>
    </p:extLst>
  </p:cSld>
  <p:clrMapOvr>
    <a:masterClrMapping/>
  </p:clrMapOvr>
  <p:transition>
    <p:fade/>
  </p:transition>
  <p:extLst>
    <p:ext uri="{DCECCB84-F9BA-43D5-87BE-67443E8EF086}">
      <p15:sldGuideLst xmlns:p15="http://schemas.microsoft.com/office/powerpoint/2012/main">
        <p15:guide id="1" orient="horz" pos="24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8" name="Rectangle 3"/>
          <p:cNvSpPr/>
          <p:nvPr userDrawn="1"/>
        </p:nvSpPr>
        <p:spPr bwMode="gray">
          <a:xfrm>
            <a:off x="-44822" y="2636886"/>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41" tIns="78441" rIns="78441" bIns="78441" rtlCol="0" anchor="ctr"/>
          <a:lstStyle/>
          <a:p>
            <a:pPr algn="ctr">
              <a:lnSpc>
                <a:spcPct val="106000"/>
              </a:lnSpc>
              <a:buFont typeface="Wingdings 2" pitchFamily="18" charset="2"/>
              <a:buNone/>
            </a:pPr>
            <a:endParaRPr lang="en-US" sz="1412" b="1" dirty="0">
              <a:solidFill>
                <a:prstClr val="white"/>
              </a:solidFill>
            </a:endParaRPr>
          </a:p>
        </p:txBody>
      </p:sp>
      <p:sp>
        <p:nvSpPr>
          <p:cNvPr id="3" name="Text Placeholder 2"/>
          <p:cNvSpPr>
            <a:spLocks noGrp="1"/>
          </p:cNvSpPr>
          <p:nvPr>
            <p:ph type="body" idx="1"/>
          </p:nvPr>
        </p:nvSpPr>
        <p:spPr bwMode="gray">
          <a:xfrm>
            <a:off x="-42581" y="2645735"/>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dirty="0"/>
              <a:t>Click to edit Master text styles</a:t>
            </a:r>
          </a:p>
        </p:txBody>
      </p:sp>
    </p:spTree>
    <p:extLst>
      <p:ext uri="{BB962C8B-B14F-4D97-AF65-F5344CB8AC3E}">
        <p14:creationId xmlns:p14="http://schemas.microsoft.com/office/powerpoint/2010/main" val="3256207203"/>
      </p:ext>
    </p:extLst>
  </p:cSld>
  <p:clrMapOvr>
    <a:masterClrMapping/>
  </p:clrMapOvr>
  <p:transition>
    <p:fade/>
  </p:transition>
  <p:extLst>
    <p:ext uri="{DCECCB84-F9BA-43D5-87BE-67443E8EF086}">
      <p15:sldGuideLst xmlns:p15="http://schemas.microsoft.com/office/powerpoint/2012/main">
        <p15:guide id="1" orient="horz" pos="244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8" name="Rectangle 3"/>
          <p:cNvSpPr/>
          <p:nvPr userDrawn="1"/>
        </p:nvSpPr>
        <p:spPr bwMode="gray">
          <a:xfrm>
            <a:off x="-44822" y="2636886"/>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41" tIns="78441" rIns="78441" bIns="78441" rtlCol="0" anchor="ctr"/>
          <a:lstStyle/>
          <a:p>
            <a:pPr algn="ctr">
              <a:lnSpc>
                <a:spcPct val="106000"/>
              </a:lnSpc>
              <a:buFont typeface="Wingdings 2" pitchFamily="18" charset="2"/>
              <a:buNone/>
            </a:pPr>
            <a:endParaRPr lang="en-US" sz="1412" b="1" dirty="0">
              <a:solidFill>
                <a:prstClr val="white"/>
              </a:solidFill>
            </a:endParaRPr>
          </a:p>
        </p:txBody>
      </p:sp>
      <p:sp>
        <p:nvSpPr>
          <p:cNvPr id="3" name="Text Placeholder 2"/>
          <p:cNvSpPr>
            <a:spLocks noGrp="1"/>
          </p:cNvSpPr>
          <p:nvPr>
            <p:ph type="body" idx="1"/>
          </p:nvPr>
        </p:nvSpPr>
        <p:spPr bwMode="gray">
          <a:xfrm>
            <a:off x="-42581" y="2645735"/>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dirty="0"/>
              <a:t>Click to edit Master text styles</a:t>
            </a:r>
          </a:p>
        </p:txBody>
      </p:sp>
    </p:spTree>
    <p:extLst>
      <p:ext uri="{BB962C8B-B14F-4D97-AF65-F5344CB8AC3E}">
        <p14:creationId xmlns:p14="http://schemas.microsoft.com/office/powerpoint/2010/main" val="800188973"/>
      </p:ext>
    </p:extLst>
  </p:cSld>
  <p:clrMapOvr>
    <a:masterClrMapping/>
  </p:clrMapOvr>
  <p:transition>
    <p:fade/>
  </p:transition>
  <p:extLst>
    <p:ext uri="{DCECCB84-F9BA-43D5-87BE-67443E8EF086}">
      <p15:sldGuideLst xmlns:p15="http://schemas.microsoft.com/office/powerpoint/2012/main">
        <p15:guide id="1" orient="horz" pos="244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234567890">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2"/>
            <a:ext cx="11162350" cy="757255"/>
          </a:xfrm>
          <a:prstGeom prst="rect">
            <a:avLst/>
          </a:prstGeom>
        </p:spPr>
        <p:txBody>
          <a:bodyPr lIns="0" tIns="0" rIns="0" bIns="0">
            <a:noAutofit/>
          </a:bodyPr>
          <a:lstStyle>
            <a:lvl1pPr marL="0" indent="0">
              <a:buNone/>
              <a:defRPr sz="1588" b="0">
                <a:solidFill>
                  <a:srgbClr val="575757"/>
                </a:solidFill>
                <a:latin typeface="+mj-lt"/>
              </a:defRPr>
            </a:lvl1pPr>
          </a:lstStyle>
          <a:p>
            <a:pPr lvl="0"/>
            <a:r>
              <a:rPr lang="en-US" noProof="0" dirty="0"/>
              <a:t>Click to add subtitle</a:t>
            </a:r>
          </a:p>
        </p:txBody>
      </p:sp>
      <p:sp>
        <p:nvSpPr>
          <p:cNvPr id="14" name="Title Placeholder 1"/>
          <p:cNvSpPr>
            <a:spLocks noGrp="1"/>
          </p:cNvSpPr>
          <p:nvPr>
            <p:ph type="title"/>
          </p:nvPr>
        </p:nvSpPr>
        <p:spPr>
          <a:xfrm>
            <a:off x="501651" y="317501"/>
            <a:ext cx="11162350" cy="334101"/>
          </a:xfrm>
          <a:prstGeom prst="rect">
            <a:avLst/>
          </a:prstGeom>
        </p:spPr>
        <p:txBody>
          <a:bodyPr vert="horz" lIns="0" tIns="0" rIns="0" bIns="0" rtlCol="0" anchor="t" anchorCtr="0">
            <a:noAutofit/>
          </a:bodyPr>
          <a:lstStyle>
            <a:lvl1pPr>
              <a:defRPr sz="1941">
                <a:latin typeface="+mj-lt"/>
              </a:defRPr>
            </a:lvl1pPr>
          </a:lstStyle>
          <a:p>
            <a:r>
              <a:rPr lang="en-US" noProof="0" dirty="0"/>
              <a:t>Click to edit Master title style</a:t>
            </a:r>
          </a:p>
        </p:txBody>
      </p:sp>
      <p:sp>
        <p:nvSpPr>
          <p:cNvPr id="8" name="Text Placeholder 18"/>
          <p:cNvSpPr>
            <a:spLocks noGrp="1"/>
          </p:cNvSpPr>
          <p:nvPr>
            <p:ph idx="1"/>
          </p:nvPr>
        </p:nvSpPr>
        <p:spPr>
          <a:xfrm>
            <a:off x="501652" y="1665288"/>
            <a:ext cx="11165417" cy="4713911"/>
          </a:xfrm>
          <a:prstGeom prst="rect">
            <a:avLst/>
          </a:prstGeom>
        </p:spPr>
        <p:txBody>
          <a:bodyPr vert="horz" lIns="0" tIns="0" rIns="0" bIns="0" rtlCol="0">
            <a:noAutofit/>
          </a:bodyPr>
          <a:lstStyle>
            <a:lvl1pPr>
              <a:spcAft>
                <a:spcPts val="1212"/>
              </a:spcAft>
              <a:defRPr sz="1235"/>
            </a:lvl1pPr>
            <a:lvl2pPr>
              <a:spcAft>
                <a:spcPts val="1212"/>
              </a:spcAft>
              <a:defRPr sz="1235"/>
            </a:lvl2pPr>
            <a:lvl3pPr>
              <a:spcAft>
                <a:spcPts val="1212"/>
              </a:spcAft>
              <a:defRPr sz="1235"/>
            </a:lvl3pPr>
            <a:lvl4pPr>
              <a:spcAft>
                <a:spcPts val="1212"/>
              </a:spcAft>
              <a:defRPr sz="1235"/>
            </a:lvl4pPr>
            <a:lvl5pPr>
              <a:spcAft>
                <a:spcPts val="1212"/>
              </a:spcAft>
              <a:defRPr sz="1235"/>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339391543"/>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1500"/>
            </a:lvl1pPr>
          </a:lstStyle>
          <a:p>
            <a:r>
              <a:rPr lang="en-GB" noProof="0" dirty="0"/>
              <a:t>Click to edit Master title style</a:t>
            </a:r>
          </a:p>
        </p:txBody>
      </p:sp>
      <p:sp>
        <p:nvSpPr>
          <p:cNvPr id="5"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500" b="0">
                <a:solidFill>
                  <a:srgbClr val="575757"/>
                </a:solidFill>
              </a:defRPr>
            </a:lvl1pPr>
          </a:lstStyle>
          <a:p>
            <a:pPr lvl="0"/>
            <a:r>
              <a:rPr lang="en-GB" noProof="0" dirty="0"/>
              <a:t>Click to add subtitle</a:t>
            </a:r>
          </a:p>
        </p:txBody>
      </p:sp>
      <p:sp>
        <p:nvSpPr>
          <p:cNvPr id="4" name="Content Placeholder 3"/>
          <p:cNvSpPr>
            <a:spLocks noGrp="1"/>
          </p:cNvSpPr>
          <p:nvPr>
            <p:ph sz="quarter" idx="10"/>
          </p:nvPr>
        </p:nvSpPr>
        <p:spPr>
          <a:xfrm>
            <a:off x="469903" y="1665292"/>
            <a:ext cx="9348787" cy="4633910"/>
          </a:xfrm>
          <a:prstGeom prst="rect">
            <a:avLst/>
          </a:prstGeom>
        </p:spPr>
        <p:txBody>
          <a:bodyPr/>
          <a:lstStyle>
            <a:lvl1pPr>
              <a:tabLst>
                <a:tab pos="6729406" algn="r"/>
              </a:tabLst>
              <a:defRPr/>
            </a:lvl1pPr>
            <a:lvl2pPr>
              <a:tabLst>
                <a:tab pos="6729406" algn="r"/>
              </a:tabLst>
              <a:defRPr/>
            </a:lvl2pPr>
            <a:lvl3pPr>
              <a:tabLst>
                <a:tab pos="6729406" algn="r"/>
              </a:tabLst>
              <a:defRPr/>
            </a:lvl3pPr>
            <a:lvl4pPr>
              <a:tabLst>
                <a:tab pos="6729406" algn="r"/>
              </a:tabLst>
              <a:defRPr/>
            </a:lvl4pPr>
            <a:lvl5pPr>
              <a:tabLst>
                <a:tab pos="5029195" algn="r"/>
              </a:tabLst>
              <a:defRPr baseline="0"/>
            </a:lvl5pPr>
            <a:lvl6pPr marL="356400" indent="0">
              <a:buNone/>
              <a:tabLst>
                <a:tab pos="6729406" algn="r"/>
              </a:tabLst>
              <a:defRPr/>
            </a:lvl6pPr>
            <a:lvl7pPr>
              <a:tabLst>
                <a:tab pos="6729406" algn="r"/>
              </a:tabLst>
              <a:defRPr/>
            </a:lvl7pPr>
            <a:lvl8pPr>
              <a:tabLst>
                <a:tab pos="6729406" algn="r"/>
              </a:tabLst>
              <a:defRPr/>
            </a:lvl8pPr>
            <a:lvl9pPr>
              <a:tabLst>
                <a:tab pos="6729406" algn="r"/>
              </a:tabLst>
              <a:defRPr/>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 name="Footer Placeholder 1"/>
          <p:cNvSpPr>
            <a:spLocks noGrp="1"/>
          </p:cNvSpPr>
          <p:nvPr>
            <p:ph type="ftr" sz="quarter" idx="14"/>
          </p:nvPr>
        </p:nvSpPr>
        <p:spPr/>
        <p:txBody>
          <a:bodyPr/>
          <a:lstStyle/>
          <a:p>
            <a:endParaRPr lang="en-GB" dirty="0">
              <a:solidFill>
                <a:srgbClr val="000000"/>
              </a:solidFill>
            </a:endParaRPr>
          </a:p>
        </p:txBody>
      </p:sp>
    </p:spTree>
    <p:extLst>
      <p:ext uri="{BB962C8B-B14F-4D97-AF65-F5344CB8AC3E}">
        <p14:creationId xmlns:p14="http://schemas.microsoft.com/office/powerpoint/2010/main" val="122323089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Key statement white">
    <p:bg>
      <p:bgRef idx="1001">
        <a:schemeClr val="bg1"/>
      </p:bgRef>
    </p:bg>
    <p:spTree>
      <p:nvGrpSpPr>
        <p:cNvPr id="1" name=""/>
        <p:cNvGrpSpPr/>
        <p:nvPr/>
      </p:nvGrpSpPr>
      <p:grpSpPr>
        <a:xfrm>
          <a:off x="0" y="0"/>
          <a:ext cx="0" cy="0"/>
          <a:chOff x="0" y="0"/>
          <a:chExt cx="0" cy="0"/>
        </a:xfrm>
      </p:grpSpPr>
      <p:sp>
        <p:nvSpPr>
          <p:cNvPr id="3" name="Text Placeholder 3"/>
          <p:cNvSpPr>
            <a:spLocks noGrp="1"/>
          </p:cNvSpPr>
          <p:nvPr>
            <p:ph type="body" sz="quarter" idx="10"/>
          </p:nvPr>
        </p:nvSpPr>
        <p:spPr>
          <a:xfrm>
            <a:off x="501653" y="1628776"/>
            <a:ext cx="9277349" cy="4752975"/>
          </a:xfrm>
          <a:prstGeom prst="rect">
            <a:avLst/>
          </a:prstGeom>
        </p:spPr>
        <p:txBody>
          <a:bodyPr>
            <a:normAutofit/>
          </a:bodyPr>
          <a:lstStyle>
            <a:lvl1pPr marL="0" indent="0">
              <a:spcBef>
                <a:spcPts val="3600"/>
              </a:spcBef>
              <a:buFont typeface="Arial" panose="020B0604020202020204" pitchFamily="34" charset="0"/>
              <a:buChar char="​"/>
              <a:defRPr sz="2800">
                <a:solidFill>
                  <a:schemeClr val="tx1"/>
                </a:solidFill>
              </a:defRPr>
            </a:lvl1pPr>
            <a:lvl2pPr marL="0" indent="0">
              <a:defRPr sz="3000">
                <a:solidFill>
                  <a:schemeClr val="bg2"/>
                </a:solidFill>
              </a:defRPr>
            </a:lvl2pPr>
            <a:lvl3pPr marL="0" indent="0">
              <a:buNone/>
              <a:defRPr sz="3000">
                <a:solidFill>
                  <a:schemeClr val="bg2"/>
                </a:solidFill>
              </a:defRPr>
            </a:lvl3pPr>
            <a:lvl4pPr>
              <a:defRPr sz="3000">
                <a:solidFill>
                  <a:schemeClr val="bg2"/>
                </a:solidFill>
              </a:defRPr>
            </a:lvl4pPr>
            <a:lvl5pPr>
              <a:defRPr sz="3000">
                <a:solidFill>
                  <a:schemeClr val="bg2"/>
                </a:solidFill>
              </a:defRPr>
            </a:lvl5pPr>
          </a:lstStyle>
          <a:p>
            <a:pPr lvl="0"/>
            <a:r>
              <a:rPr lang="en-GB" noProof="0" dirty="0"/>
              <a:t>Click to edit Master text styles</a:t>
            </a:r>
          </a:p>
        </p:txBody>
      </p:sp>
      <p:sp>
        <p:nvSpPr>
          <p:cNvPr id="2" name="Footer Placeholder 1"/>
          <p:cNvSpPr>
            <a:spLocks noGrp="1"/>
          </p:cNvSpPr>
          <p:nvPr>
            <p:ph type="ftr" sz="quarter" idx="11"/>
          </p:nvPr>
        </p:nvSpPr>
        <p:spPr/>
        <p:txBody>
          <a:bodyPr/>
          <a:lstStyle/>
          <a:p>
            <a:endParaRPr lang="en-GB" dirty="0">
              <a:solidFill>
                <a:prstClr val="black"/>
              </a:solidFill>
            </a:endParaRPr>
          </a:p>
        </p:txBody>
      </p:sp>
    </p:spTree>
    <p:extLst>
      <p:ext uri="{BB962C8B-B14F-4D97-AF65-F5344CB8AC3E}">
        <p14:creationId xmlns:p14="http://schemas.microsoft.com/office/powerpoint/2010/main" val="79016010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1_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501653" y="4211955"/>
            <a:ext cx="8528936" cy="2169796"/>
          </a:xfrm>
        </p:spPr>
        <p:txBody>
          <a:bodyPr anchor="b" anchorCtr="0"/>
          <a:lstStyle>
            <a:lvl1pPr>
              <a:lnSpc>
                <a:spcPct val="100000"/>
              </a:lnSpc>
              <a:spcAft>
                <a:spcPts val="600"/>
              </a:spcAft>
              <a:defRPr sz="907"/>
            </a:lvl1pPr>
          </a:lstStyle>
          <a:p>
            <a:pPr lvl="0"/>
            <a:r>
              <a:rPr lang="en-US" noProof="0" dirty="0"/>
              <a:t>Deloitte refers to one or more of Deloitte </a:t>
            </a:r>
            <a:r>
              <a:rPr lang="en-US" noProof="0" dirty="0" err="1"/>
              <a:t>Touche</a:t>
            </a:r>
            <a:r>
              <a:rPr lang="en-US" noProof="0" dirty="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dirty="0"/>
              <a:t>This material has been prepared by Deloitte </a:t>
            </a:r>
            <a:r>
              <a:rPr lang="en-US" noProof="0" dirty="0" err="1"/>
              <a:t>Touche</a:t>
            </a:r>
            <a:r>
              <a:rPr lang="en-US" noProof="0" dirty="0"/>
              <a:t> Tohmatsu India LLP (“DTTILLP”), a member of Deloitte </a:t>
            </a:r>
            <a:r>
              <a:rPr lang="en-US" noProof="0" dirty="0" err="1"/>
              <a:t>Touche</a:t>
            </a:r>
            <a:r>
              <a:rPr lang="en-US" noProof="0" dirty="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dirty="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dirty="0"/>
              <a:t>©2018 Deloitte </a:t>
            </a:r>
            <a:r>
              <a:rPr lang="en-US" noProof="0" dirty="0" err="1"/>
              <a:t>Touche</a:t>
            </a:r>
            <a:r>
              <a:rPr lang="en-US" noProof="0" dirty="0"/>
              <a:t> Tohmatsu India LLP. Member of Deloitte </a:t>
            </a:r>
            <a:r>
              <a:rPr lang="en-US" noProof="0" dirty="0" err="1"/>
              <a:t>Touche</a:t>
            </a:r>
            <a:r>
              <a:rPr lang="en-US" noProof="0" dirty="0"/>
              <a:t> Tohmatsu Limited</a:t>
            </a:r>
          </a:p>
          <a:p>
            <a:pPr lvl="0"/>
            <a:r>
              <a:rPr lang="en-US" noProof="0" dirty="0"/>
              <a:t>Deloitte </a:t>
            </a:r>
            <a:r>
              <a:rPr lang="en-US" noProof="0" dirty="0" err="1"/>
              <a:t>Touche</a:t>
            </a:r>
            <a:r>
              <a:rPr lang="en-US" noProof="0" dirty="0"/>
              <a:t> Tohmatsu India Private Limited (U74140MH199 5PTC093339), a private company limited by shares, was converted into Deloitte </a:t>
            </a:r>
            <a:r>
              <a:rPr lang="en-US" noProof="0" dirty="0" err="1"/>
              <a:t>Touche</a:t>
            </a:r>
            <a:r>
              <a:rPr lang="en-US" noProof="0" dirty="0"/>
              <a:t> Tohmatsu India LLP, a limited liability partnership (LLP Identification No. AAE-8458),with effect from October 1, 2015.</a:t>
            </a:r>
          </a:p>
        </p:txBody>
      </p:sp>
      <p:grpSp>
        <p:nvGrpSpPr>
          <p:cNvPr id="14" name="Group 13"/>
          <p:cNvGrpSpPr>
            <a:grpSpLocks noChangeAspect="1"/>
          </p:cNvGrpSpPr>
          <p:nvPr userDrawn="1"/>
        </p:nvGrpSpPr>
        <p:grpSpPr>
          <a:xfrm>
            <a:off x="475325" y="457200"/>
            <a:ext cx="1998000" cy="374400"/>
            <a:chOff x="398463" y="404813"/>
            <a:chExt cx="1627187" cy="307976"/>
          </a:xfrm>
          <a:solidFill>
            <a:schemeClr val="tx1"/>
          </a:solidFill>
        </p:grpSpPr>
        <p:sp>
          <p:nvSpPr>
            <p:cNvPr id="15"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6"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7"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2484114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2" y="584518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202" y="6362701"/>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80630397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202" y="5845181"/>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600" indent="0" algn="ctr">
              <a:buNone/>
              <a:defRPr sz="2667"/>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202" y="6362701"/>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330224162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600" indent="0" algn="ctr">
              <a:buNone/>
              <a:defRPr sz="2667"/>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326" y="6362701"/>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1604519466"/>
      </p:ext>
    </p:extLst>
  </p:cSld>
  <p:clrMapOvr>
    <a:masterClrMapping/>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0214"/>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1" y="3423546"/>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3495909434"/>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3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447039470"/>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
        <p:nvSpPr>
          <p:cNvPr id="7" name="TextBox 6"/>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8" name="TextBox 7"/>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9" name="TextBox 8"/>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5320815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1447618700"/>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
        <p:nvSpPr>
          <p:cNvPr id="20" name="TextBox 19"/>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21" name="TextBox 20"/>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22" name="TextBox 21"/>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235483537"/>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3" y="1705670"/>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1"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97647450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422">
              <a:defRPr/>
            </a:pPr>
            <a:r>
              <a:rPr lang="en-GB" sz="800" dirty="0">
                <a:latin typeface="Verdana"/>
                <a:ea typeface="Verdana" panose="020B0604030504040204" pitchFamily="34" charset="0"/>
                <a:cs typeface="Times New Roman" panose="02020603050405020304" pitchFamily="18" charset="0"/>
              </a:rPr>
              <a:t>© 2021. For information, contact Deloitte Touche Tohmatsu Limited.</a:t>
            </a:r>
            <a:endParaRPr lang="en-US" sz="800"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240620414"/>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1" y="1665289"/>
            <a:ext cx="4431857" cy="4633913"/>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459137549"/>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6394754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326" y="6362701"/>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3354264943"/>
      </p:ext>
    </p:extLst>
  </p:cSld>
  <p:clrMapOvr>
    <a:masterClrMapping/>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9" name="TextBox 8"/>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3" name="TextBox 12"/>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4" name="TextBox 13"/>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490382625"/>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6" name="TextBox 15"/>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1914980"/>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8" name="TextBox 17"/>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9" name="TextBox 18"/>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20" name="TextBox 19"/>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79534154"/>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6" name="TextBox 15"/>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7452822"/>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4" name="Rectangle 3"/>
          <p:cNvSpPr/>
          <p:nvPr userDrawn="1"/>
        </p:nvSpPr>
        <p:spPr>
          <a:xfrm>
            <a:off x="4278314"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469901"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8104178"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Text Placeholder 8"/>
          <p:cNvSpPr>
            <a:spLocks noGrp="1"/>
          </p:cNvSpPr>
          <p:nvPr>
            <p:ph type="body" sz="quarter" idx="17"/>
          </p:nvPr>
        </p:nvSpPr>
        <p:spPr>
          <a:xfrm>
            <a:off x="4278314" y="1851443"/>
            <a:ext cx="3636962"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469901" y="1851443"/>
            <a:ext cx="3627438"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093077" y="1851443"/>
            <a:ext cx="3629025"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2"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836064133"/>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3"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6"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0"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4256735680"/>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5"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Box 12"/>
          <p:cNvSpPr txBox="1"/>
          <p:nvPr userDrawn="1"/>
        </p:nvSpPr>
        <p:spPr>
          <a:xfrm>
            <a:off x="6335184" y="6477003"/>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4" name="TextBox 13"/>
          <p:cNvSpPr txBox="1"/>
          <p:nvPr userDrawn="1"/>
        </p:nvSpPr>
        <p:spPr>
          <a:xfrm>
            <a:off x="501654"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11382379" y="6477003"/>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16"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dirty="0"/>
              <a:t>Click to add subtitle</a:t>
            </a:r>
          </a:p>
        </p:txBody>
      </p:sp>
      <p:sp>
        <p:nvSpPr>
          <p:cNvPr id="17"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solidFill>
                  <a:schemeClr val="bg1"/>
                </a:solidFill>
              </a:defRPr>
            </a:lvl1pPr>
          </a:lstStyle>
          <a:p>
            <a:r>
              <a:rPr lang="en-US" noProof="0"/>
              <a:t>Click to edit Master title style</a:t>
            </a:r>
            <a:endParaRPr lang="en-US" noProof="0" dirty="0"/>
          </a:p>
        </p:txBody>
      </p:sp>
    </p:spTree>
    <p:extLst>
      <p:ext uri="{BB962C8B-B14F-4D97-AF65-F5344CB8AC3E}">
        <p14:creationId xmlns:p14="http://schemas.microsoft.com/office/powerpoint/2010/main" val="213664931"/>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Title Slide 2">
    <p:spTree>
      <p:nvGrpSpPr>
        <p:cNvPr id="1" name=""/>
        <p:cNvGrpSpPr/>
        <p:nvPr/>
      </p:nvGrpSpPr>
      <p:grpSpPr>
        <a:xfrm>
          <a:off x="0" y="0"/>
          <a:ext cx="0" cy="0"/>
          <a:chOff x="0" y="0"/>
          <a:chExt cx="0" cy="0"/>
        </a:xfrm>
      </p:grpSpPr>
      <p:sp>
        <p:nvSpPr>
          <p:cNvPr id="2" name="Title 1"/>
          <p:cNvSpPr>
            <a:spLocks noGrp="1"/>
          </p:cNvSpPr>
          <p:nvPr>
            <p:ph type="ctrTitle"/>
          </p:nvPr>
        </p:nvSpPr>
        <p:spPr>
          <a:xfrm>
            <a:off x="500820" y="1812924"/>
            <a:ext cx="3696000" cy="842400"/>
          </a:xfrm>
        </p:spPr>
        <p:txBody>
          <a:bodyPr/>
          <a:lstStyle>
            <a:lvl1pPr>
              <a:defRPr sz="2800">
                <a:solidFill>
                  <a:schemeClr val="accent1"/>
                </a:solidFill>
              </a:defRPr>
            </a:lvl1pPr>
          </a:lstStyle>
          <a:p>
            <a:r>
              <a:rPr lang="en-US"/>
              <a:t>Click to edit Master title style</a:t>
            </a:r>
            <a:endParaRPr lang="en-GB" dirty="0"/>
          </a:p>
        </p:txBody>
      </p:sp>
      <p:sp>
        <p:nvSpPr>
          <p:cNvPr id="3" name="Subtitle 2"/>
          <p:cNvSpPr>
            <a:spLocks noGrp="1"/>
          </p:cNvSpPr>
          <p:nvPr>
            <p:ph type="subTitle" idx="1"/>
          </p:nvPr>
        </p:nvSpPr>
        <p:spPr>
          <a:xfrm>
            <a:off x="500820" y="4357695"/>
            <a:ext cx="3696000" cy="1048554"/>
          </a:xfrm>
        </p:spPr>
        <p:txBody>
          <a:bodyPr>
            <a:normAutofit/>
          </a:bodyPr>
          <a:lstStyle>
            <a:lvl1pPr marL="0" indent="0" algn="l">
              <a:lnSpc>
                <a:spcPct val="120000"/>
              </a:lnSpc>
              <a:spcBef>
                <a:spcPts val="0"/>
              </a:spcBef>
              <a:buNone/>
              <a:defRPr sz="1400" b="0">
                <a:solidFill>
                  <a:schemeClr val="accent5"/>
                </a:solidFill>
              </a:defRPr>
            </a:lvl1pPr>
            <a:lvl2pPr marL="457211" indent="0" algn="ctr">
              <a:buNone/>
              <a:defRPr>
                <a:solidFill>
                  <a:schemeClr val="tx1">
                    <a:tint val="75000"/>
                  </a:schemeClr>
                </a:solidFill>
              </a:defRPr>
            </a:lvl2pPr>
            <a:lvl3pPr marL="914422" indent="0" algn="ctr">
              <a:buNone/>
              <a:defRPr>
                <a:solidFill>
                  <a:schemeClr val="tx1">
                    <a:tint val="75000"/>
                  </a:schemeClr>
                </a:solidFill>
              </a:defRPr>
            </a:lvl3pPr>
            <a:lvl4pPr marL="1371633" indent="0" algn="ctr">
              <a:buNone/>
              <a:defRPr>
                <a:solidFill>
                  <a:schemeClr val="tx1">
                    <a:tint val="75000"/>
                  </a:schemeClr>
                </a:solidFill>
              </a:defRPr>
            </a:lvl4pPr>
            <a:lvl5pPr marL="1828844" indent="0" algn="ctr">
              <a:buNone/>
              <a:defRPr>
                <a:solidFill>
                  <a:schemeClr val="tx1">
                    <a:tint val="75000"/>
                  </a:schemeClr>
                </a:solidFill>
              </a:defRPr>
            </a:lvl5pPr>
            <a:lvl6pPr marL="2286055" indent="0" algn="ctr">
              <a:buNone/>
              <a:defRPr>
                <a:solidFill>
                  <a:schemeClr val="tx1">
                    <a:tint val="75000"/>
                  </a:schemeClr>
                </a:solidFill>
              </a:defRPr>
            </a:lvl6pPr>
            <a:lvl7pPr marL="2743266" indent="0" algn="ctr">
              <a:buNone/>
              <a:defRPr>
                <a:solidFill>
                  <a:schemeClr val="tx1">
                    <a:tint val="75000"/>
                  </a:schemeClr>
                </a:solidFill>
              </a:defRPr>
            </a:lvl7pPr>
            <a:lvl8pPr marL="3200476" indent="0" algn="ctr">
              <a:buNone/>
              <a:defRPr>
                <a:solidFill>
                  <a:schemeClr val="tx1">
                    <a:tint val="75000"/>
                  </a:schemeClr>
                </a:solidFill>
              </a:defRPr>
            </a:lvl8pPr>
            <a:lvl9pPr marL="3657687" indent="0" algn="ctr">
              <a:buNone/>
              <a:defRPr>
                <a:solidFill>
                  <a:schemeClr val="tx1">
                    <a:tint val="75000"/>
                  </a:schemeClr>
                </a:solidFill>
              </a:defRPr>
            </a:lvl9pPr>
          </a:lstStyle>
          <a:p>
            <a:r>
              <a:rPr lang="en-US"/>
              <a:t>Click to edit Master subtitle style</a:t>
            </a:r>
            <a:endParaRPr lang="en-GB" dirty="0"/>
          </a:p>
        </p:txBody>
      </p:sp>
      <p:sp>
        <p:nvSpPr>
          <p:cNvPr id="14" name="Slide Number Placeholder 7"/>
          <p:cNvSpPr>
            <a:spLocks noGrp="1"/>
          </p:cNvSpPr>
          <p:nvPr>
            <p:ph type="sldNum" sz="quarter" idx="4"/>
          </p:nvPr>
        </p:nvSpPr>
        <p:spPr>
          <a:xfrm>
            <a:off x="10629330" y="6407835"/>
            <a:ext cx="1056117" cy="252000"/>
          </a:xfrm>
          <a:prstGeom prst="rect">
            <a:avLst/>
          </a:prstGeom>
        </p:spPr>
        <p:txBody>
          <a:bodyPr vert="horz" lIns="0" tIns="0" rIns="0" bIns="0" rtlCol="0" anchor="ctr" anchorCtr="0"/>
          <a:lstStyle>
            <a:lvl1pPr algn="r">
              <a:defRPr sz="800" b="0">
                <a:solidFill>
                  <a:srgbClr val="8C8C8C"/>
                </a:solidFill>
              </a:defRPr>
            </a:lvl1pPr>
          </a:lstStyle>
          <a:p>
            <a:fld id="{95CC1D26-A9BD-4BDE-BDD9-08EDBAE96860}" type="slidenum">
              <a:rPr lang="en-GB" smtClean="0"/>
              <a:pPr/>
              <a:t>‹#›</a:t>
            </a:fld>
            <a:endParaRPr lang="en-GB" dirty="0"/>
          </a:p>
        </p:txBody>
      </p:sp>
      <p:sp>
        <p:nvSpPr>
          <p:cNvPr id="11" name="Text Placeholder 5"/>
          <p:cNvSpPr>
            <a:spLocks noGrp="1"/>
          </p:cNvSpPr>
          <p:nvPr>
            <p:ph type="body" sz="quarter" idx="10"/>
          </p:nvPr>
        </p:nvSpPr>
        <p:spPr>
          <a:xfrm>
            <a:off x="500067" y="2663187"/>
            <a:ext cx="3696000" cy="1699200"/>
          </a:xfrm>
        </p:spPr>
        <p:txBody>
          <a:bodyPr>
            <a:noAutofit/>
          </a:bodyPr>
          <a:lstStyle>
            <a:lvl1pPr marL="0" indent="0">
              <a:buNone/>
              <a:defRPr sz="2800">
                <a:solidFill>
                  <a:schemeClr val="accent2"/>
                </a:solidFill>
              </a:defRPr>
            </a:lvl1pPr>
          </a:lstStyle>
          <a:p>
            <a:pPr lvl="0"/>
            <a:r>
              <a:rPr lang="en-US"/>
              <a:t>Click to edit Master text styles</a:t>
            </a:r>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422">
              <a:defRPr/>
            </a:pPr>
            <a:r>
              <a:rPr lang="en-GB" sz="800" dirty="0">
                <a:latin typeface="Verdana"/>
                <a:ea typeface="Verdana" panose="020B0604030504040204" pitchFamily="34" charset="0"/>
                <a:cs typeface="Times New Roman" panose="02020603050405020304" pitchFamily="18" charset="0"/>
              </a:rPr>
              <a:t>© 2019. For information, contact Deloitte Touche Tohmatsu Limited.</a:t>
            </a:r>
            <a:endParaRPr lang="en-US" sz="800"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4091273807"/>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userDrawn="1">
  <p:cSld name="4_Title Slide - Black">
    <p:bg bwMode="gray">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0" y="586423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marR="0" indent="0" algn="l" defTabSz="914422" rtl="0" eaLnBrk="1" fontAlgn="auto" latinLnBrk="0" hangingPunct="1">
              <a:lnSpc>
                <a:spcPct val="100000"/>
              </a:lnSpc>
              <a:spcBef>
                <a:spcPts val="0"/>
              </a:spcBef>
              <a:spcAft>
                <a:spcPts val="0"/>
              </a:spcAft>
              <a:buClrTx/>
              <a:buSzPct val="100000"/>
              <a:buFont typeface="Arial"/>
              <a:buNone/>
              <a:tabLst/>
              <a:defRPr sz="1600" b="0">
                <a:solidFill>
                  <a:schemeClr val="bg1"/>
                </a:solidFill>
              </a:defRPr>
            </a:lvl2pPr>
            <a:lvl3pPr marL="0" indent="0" algn="l">
              <a:spcAft>
                <a:spcPts val="0"/>
              </a:spcAft>
              <a:buNone/>
              <a:defRPr sz="1600">
                <a:solidFill>
                  <a:schemeClr val="bg1"/>
                </a:solidFill>
              </a:defRPr>
            </a:lvl3pPr>
            <a:lvl4pPr marL="1371633" indent="0" algn="ctr">
              <a:buNone/>
              <a:defRPr sz="1600"/>
            </a:lvl4pPr>
            <a:lvl5pPr marL="1828844" indent="0" algn="ctr">
              <a:buNone/>
              <a:defRPr sz="1600"/>
            </a:lvl5pPr>
            <a:lvl6pPr marL="2286055" indent="0" algn="ctr">
              <a:buNone/>
              <a:defRPr sz="1600"/>
            </a:lvl6pPr>
            <a:lvl7pPr marL="2743266" indent="0" algn="ctr">
              <a:buNone/>
              <a:defRPr sz="1600"/>
            </a:lvl7pPr>
            <a:lvl8pPr marL="3200476" indent="0" algn="ctr">
              <a:buNone/>
              <a:defRPr sz="1600"/>
            </a:lvl8pPr>
            <a:lvl9pPr marL="3657687" indent="0" algn="ctr">
              <a:buNone/>
              <a:defRPr sz="1600"/>
            </a:lvl9pPr>
          </a:lstStyle>
          <a:p>
            <a:r>
              <a:rPr lang="en-US" noProof="0" dirty="0"/>
              <a:t>Click to edit Master title style</a:t>
            </a:r>
          </a:p>
          <a:p>
            <a:pPr marL="0" marR="0" lvl="1" indent="0" algn="l" defTabSz="914422"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1" name="Group 20"/>
          <p:cNvGrpSpPr/>
          <p:nvPr userDrawn="1"/>
        </p:nvGrpSpPr>
        <p:grpSpPr>
          <a:xfrm>
            <a:off x="503988" y="378000"/>
            <a:ext cx="2160000" cy="307976"/>
            <a:chOff x="398463" y="404813"/>
            <a:chExt cx="1627187" cy="307976"/>
          </a:xfrm>
          <a:solidFill>
            <a:schemeClr val="bg1"/>
          </a:solidFill>
        </p:grpSpPr>
        <p:sp>
          <p:nvSpPr>
            <p:cNvPr id="1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grpSp>
    </p:spTree>
    <p:extLst>
      <p:ext uri="{BB962C8B-B14F-4D97-AF65-F5344CB8AC3E}">
        <p14:creationId xmlns:p14="http://schemas.microsoft.com/office/powerpoint/2010/main" val="65144152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Click to edit Master title style</a:t>
            </a:r>
          </a:p>
        </p:txBody>
      </p:sp>
    </p:spTree>
    <p:extLst>
      <p:ext uri="{BB962C8B-B14F-4D97-AF65-F5344CB8AC3E}">
        <p14:creationId xmlns:p14="http://schemas.microsoft.com/office/powerpoint/2010/main" val="2226598454"/>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spid="_x0000_s35155" name="think-cell Slide" r:id="rId5" imgW="470" imgH="469" progId="TCLayout.ActiveDocument.1">
                  <p:embed/>
                </p:oleObj>
              </mc:Choice>
              <mc:Fallback>
                <p:oleObj name="think-cell Slide" r:id="rId5" imgW="470" imgH="469" progId="TCLayout.ActiveDocument.1">
                  <p:embed/>
                  <p:pic>
                    <p:nvPicPr>
                      <p:cNvPr id="3" name="Object 2" hidden="1"/>
                      <p:cNvPicPr/>
                      <p:nvPr/>
                    </p:nvPicPr>
                    <p:blipFill>
                      <a:blip r:embed="rId6"/>
                      <a:stretch>
                        <a:fillRect/>
                      </a:stretch>
                    </p:blipFill>
                    <p:spPr>
                      <a:xfrm>
                        <a:off x="1589"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bwMode="gray">
          <a:xfrm>
            <a:off x="1" y="2"/>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1800"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5" name="Picture Placeholder 9"/>
          <p:cNvSpPr>
            <a:spLocks noGrp="1"/>
          </p:cNvSpPr>
          <p:nvPr>
            <p:ph type="pic" sz="quarter" idx="15"/>
          </p:nvPr>
        </p:nvSpPr>
        <p:spPr>
          <a:xfrm>
            <a:off x="5604867" y="1700213"/>
            <a:ext cx="6117233" cy="4598988"/>
          </a:xfrm>
        </p:spPr>
        <p:txBody>
          <a:bodyPr/>
          <a:lstStyle/>
          <a:p>
            <a:r>
              <a:rPr lang="en-US" noProof="0" dirty="0"/>
              <a:t>Drag picture to placeholder or click icon to add</a:t>
            </a:r>
          </a:p>
        </p:txBody>
      </p:sp>
      <p:sp>
        <p:nvSpPr>
          <p:cNvPr id="6" name="Content Placeholder 3"/>
          <p:cNvSpPr>
            <a:spLocks noGrp="1"/>
          </p:cNvSpPr>
          <p:nvPr>
            <p:ph sz="quarter" idx="10"/>
          </p:nvPr>
        </p:nvSpPr>
        <p:spPr>
          <a:xfrm>
            <a:off x="469902" y="1665291"/>
            <a:ext cx="4333663" cy="4633911"/>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dirty="0"/>
              <a:t>Click to add subtitle</a:t>
            </a:r>
          </a:p>
        </p:txBody>
      </p:sp>
      <p:sp>
        <p:nvSpPr>
          <p:cNvPr id="9"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800"/>
            </a:lvl1pPr>
          </a:lstStyle>
          <a:p>
            <a:r>
              <a:rPr lang="en-US" noProof="0" dirty="0"/>
              <a:t>Click to edit Master title style</a:t>
            </a:r>
          </a:p>
        </p:txBody>
      </p:sp>
    </p:spTree>
    <p:extLst>
      <p:ext uri="{BB962C8B-B14F-4D97-AF65-F5344CB8AC3E}">
        <p14:creationId xmlns:p14="http://schemas.microsoft.com/office/powerpoint/2010/main" val="4142106097"/>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2" y="317502"/>
            <a:ext cx="11188700"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1" y="1701802"/>
            <a:ext cx="6240000" cy="4679950"/>
          </a:xfrm>
        </p:spPr>
        <p:txBody>
          <a:bodyPr/>
          <a:lstStyle/>
          <a:p>
            <a:r>
              <a:rPr lang="en-US" noProof="0" dirty="0"/>
              <a:t>Click icon to add picture</a:t>
            </a:r>
          </a:p>
        </p:txBody>
      </p:sp>
      <p:sp>
        <p:nvSpPr>
          <p:cNvPr id="6" name="Content Placeholder 3"/>
          <p:cNvSpPr>
            <a:spLocks noGrp="1"/>
          </p:cNvSpPr>
          <p:nvPr>
            <p:ph sz="quarter" idx="10"/>
          </p:nvPr>
        </p:nvSpPr>
        <p:spPr>
          <a:xfrm>
            <a:off x="501652" y="1665291"/>
            <a:ext cx="4456429" cy="4716463"/>
          </a:xfrm>
          <a:prstGeom prst="rect">
            <a:avLst/>
          </a:prstGeom>
        </p:spPr>
        <p:txBody>
          <a:bodyPr/>
          <a:lstStyle>
            <a:lvl1pPr>
              <a:tabLst>
                <a:tab pos="5029320" algn="r"/>
              </a:tabLst>
              <a:defRPr/>
            </a:lvl1pPr>
            <a:lvl2pPr>
              <a:tabLst>
                <a:tab pos="5029320" algn="r"/>
              </a:tabLst>
              <a:defRPr/>
            </a:lvl2pPr>
            <a:lvl3pPr>
              <a:tabLst>
                <a:tab pos="5029320" algn="r"/>
              </a:tabLst>
              <a:defRPr/>
            </a:lvl3pPr>
            <a:lvl4pPr>
              <a:tabLst>
                <a:tab pos="5029320" algn="r"/>
              </a:tabLst>
              <a:defRPr/>
            </a:lvl4pPr>
            <a:lvl5pPr>
              <a:tabLst>
                <a:tab pos="502932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604650941"/>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2" y="736706"/>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dirty="0"/>
              <a:t>Click to edit Master title style</a:t>
            </a:r>
          </a:p>
        </p:txBody>
      </p:sp>
      <p:sp>
        <p:nvSpPr>
          <p:cNvPr id="8" name="Text Placeholder 18"/>
          <p:cNvSpPr>
            <a:spLocks noGrp="1"/>
          </p:cNvSpPr>
          <p:nvPr>
            <p:ph idx="1"/>
          </p:nvPr>
        </p:nvSpPr>
        <p:spPr>
          <a:xfrm>
            <a:off x="469902" y="1665819"/>
            <a:ext cx="11252200" cy="4633383"/>
          </a:xfrm>
          <a:prstGeom prst="rect">
            <a:avLst/>
          </a:prstGeom>
        </p:spPr>
        <p:txBody>
          <a:bodyPr vert="horz" lIns="0" tIns="0" rIns="0" bIns="0" rtlCol="0">
            <a:noAutofit/>
          </a:bodyPr>
          <a:lstStyle>
            <a:lvl1pPr marL="0" indent="0" algn="l">
              <a:buFontTx/>
              <a:buNone/>
              <a:defRPr/>
            </a:lvl1pPr>
            <a:lvl2pPr marL="126997" indent="-126997" algn="l">
              <a:buClrTx/>
              <a:buSzPct val="100000"/>
              <a:buFont typeface="Arial" panose="020B0604020202020204" pitchFamily="34" charset="0"/>
              <a:buChar char="•"/>
              <a:defRPr/>
            </a:lvl2pPr>
            <a:lvl3pPr marL="279393" indent="-126997" algn="l">
              <a:buClrTx/>
              <a:buSzPct val="100000"/>
              <a:buFont typeface="Arial" panose="020B0604020202020204" pitchFamily="34" charset="0"/>
              <a:buChar char="−"/>
              <a:defRPr/>
            </a:lvl3pPr>
            <a:lvl4pPr marL="431789" indent="-126997" algn="l">
              <a:buClrTx/>
              <a:buSzPct val="100000"/>
              <a:buFont typeface="Arial" panose="020B0604020202020204" pitchFamily="34" charset="0"/>
              <a:buChar char="◦"/>
              <a:defRPr/>
            </a:lvl4pPr>
            <a:lvl5pPr marL="584185" indent="-126997"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057210975"/>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dirty="0"/>
              <a:t>Click to edit Master title style</a:t>
            </a:r>
            <a:endParaRPr lang="en-GB" dirty="0"/>
          </a:p>
        </p:txBody>
      </p:sp>
      <p:sp>
        <p:nvSpPr>
          <p:cNvPr id="5"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4" name="Content Placeholder 3"/>
          <p:cNvSpPr>
            <a:spLocks noGrp="1"/>
          </p:cNvSpPr>
          <p:nvPr>
            <p:ph sz="quarter" idx="10"/>
          </p:nvPr>
        </p:nvSpPr>
        <p:spPr>
          <a:xfrm>
            <a:off x="469902" y="1665292"/>
            <a:ext cx="9348787" cy="4633910"/>
          </a:xfrm>
          <a:prstGeom prst="rect">
            <a:avLst/>
          </a:prstGeom>
        </p:spPr>
        <p:txBody>
          <a:bodyPr/>
          <a:lstStyle>
            <a:lvl1pPr>
              <a:tabLst>
                <a:tab pos="8972541" algn="r"/>
              </a:tabLst>
              <a:defRPr/>
            </a:lvl1pPr>
            <a:lvl2pPr>
              <a:tabLst>
                <a:tab pos="8972541" algn="r"/>
              </a:tabLst>
              <a:defRPr/>
            </a:lvl2pPr>
            <a:lvl3pPr>
              <a:tabLst>
                <a:tab pos="8972541" algn="r"/>
              </a:tabLst>
              <a:defRPr/>
            </a:lvl3pPr>
            <a:lvl4pPr>
              <a:tabLst>
                <a:tab pos="8972541" algn="r"/>
              </a:tabLst>
              <a:defRPr/>
            </a:lvl4pPr>
            <a:lvl5pPr>
              <a:tabLst>
                <a:tab pos="6705592" algn="r"/>
              </a:tabLst>
              <a:defRPr baseline="0"/>
            </a:lvl5pPr>
            <a:lvl6pPr marL="475200" indent="0">
              <a:buNone/>
              <a:tabLst>
                <a:tab pos="8972541" algn="r"/>
              </a:tabLst>
              <a:defRPr/>
            </a:lvl6pPr>
            <a:lvl7pPr>
              <a:tabLst>
                <a:tab pos="8972541" algn="r"/>
              </a:tabLst>
              <a:defRPr/>
            </a:lvl7pPr>
            <a:lvl8pPr>
              <a:tabLst>
                <a:tab pos="8972541" algn="r"/>
              </a:tabLst>
              <a:defRPr/>
            </a:lvl8pPr>
            <a:lvl9pPr>
              <a:tabLst>
                <a:tab pos="8972541" algn="r"/>
              </a:tabLst>
              <a:defRPr/>
            </a:lvl9p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r>
              <a:rPr lang="en-GB" dirty="0"/>
              <a:t>Fourth level</a:t>
            </a:r>
            <a:endParaRPr lang="en-GB"/>
          </a:p>
          <a:p>
            <a:pPr lvl="4"/>
            <a:r>
              <a:rPr lang="en-GB"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3678503751"/>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Title, subtitle &amp; 1 column - large">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dirty="0"/>
              <a:t>Click to edit Master title style</a:t>
            </a:r>
            <a:endParaRPr lang="en-GB" dirty="0"/>
          </a:p>
        </p:txBody>
      </p:sp>
      <p:sp>
        <p:nvSpPr>
          <p:cNvPr id="5"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69902" y="1676404"/>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1216339411"/>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 Column">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402588"/>
            <a:ext cx="11252200" cy="410433"/>
          </a:xfrm>
        </p:spPr>
        <p:txBody>
          <a:bodyPr>
            <a:spAutoFit/>
          </a:bodyPr>
          <a:lstStyle/>
          <a:p>
            <a:r>
              <a:rPr lang="en-US"/>
              <a:t>Click to edit Master title style</a:t>
            </a:r>
            <a:endParaRPr lang="en-US" dirty="0"/>
          </a:p>
        </p:txBody>
      </p:sp>
      <p:sp>
        <p:nvSpPr>
          <p:cNvPr id="8" name="Text Placeholder 7"/>
          <p:cNvSpPr>
            <a:spLocks noGrp="1"/>
          </p:cNvSpPr>
          <p:nvPr>
            <p:ph type="body" sz="quarter" idx="11"/>
          </p:nvPr>
        </p:nvSpPr>
        <p:spPr bwMode="gray">
          <a:xfrm>
            <a:off x="552451" y="779466"/>
            <a:ext cx="11106912" cy="221599"/>
          </a:xfrm>
          <a:noFill/>
          <a:ln w="9525">
            <a:noFill/>
            <a:miter lim="800000"/>
            <a:headEnd/>
            <a:tailEnd/>
          </a:ln>
        </p:spPr>
        <p:txBody>
          <a:bodyPr lIns="0" tIns="0" rIns="0" bIns="0">
            <a:spAutoFit/>
          </a:bodyPr>
          <a:lstStyle>
            <a:lvl1pPr algn="l" rtl="0" eaLnBrk="0" fontAlgn="base" hangingPunct="0">
              <a:lnSpc>
                <a:spcPct val="90000"/>
              </a:lnSpc>
              <a:spcBef>
                <a:spcPct val="0"/>
              </a:spcBef>
              <a:spcAft>
                <a:spcPct val="0"/>
              </a:spcAft>
              <a:defRPr lang="en-US" sz="1600" b="0" kern="1200" dirty="0">
                <a:solidFill>
                  <a:schemeClr val="tx1"/>
                </a:solidFill>
                <a:latin typeface="Arial" pitchFamily="34" charset="0"/>
                <a:ea typeface="+mn-ea"/>
                <a:cs typeface="Arial" pitchFamily="34" charset="0"/>
              </a:defRPr>
            </a:lvl1pPr>
          </a:lstStyle>
          <a:p>
            <a:pPr lvl="0"/>
            <a:r>
              <a:rPr lang="en-US"/>
              <a:t>Click to edit Master text styles</a:t>
            </a:r>
          </a:p>
        </p:txBody>
      </p:sp>
      <p:sp>
        <p:nvSpPr>
          <p:cNvPr id="10" name="Content Placeholder 20"/>
          <p:cNvSpPr>
            <a:spLocks noGrp="1"/>
          </p:cNvSpPr>
          <p:nvPr>
            <p:ph sz="quarter" idx="12"/>
          </p:nvPr>
        </p:nvSpPr>
        <p:spPr bwMode="gray">
          <a:xfrm>
            <a:off x="548640" y="1399032"/>
            <a:ext cx="11106912" cy="488343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278652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3_Title, subtitle &amp; 1 column tex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Title Placeholder 1"/>
          <p:cNvSpPr>
            <a:spLocks noGrp="1"/>
          </p:cNvSpPr>
          <p:nvPr>
            <p:ph type="title" hasCustomPrompt="1"/>
          </p:nvPr>
        </p:nvSpPr>
        <p:spPr>
          <a:xfrm>
            <a:off x="501652" y="317502"/>
            <a:ext cx="11180232" cy="698501"/>
          </a:xfrm>
          <a:prstGeom prst="rect">
            <a:avLst/>
          </a:prstGeom>
        </p:spPr>
        <p:txBody>
          <a:bodyPr vert="horz" lIns="0" tIns="0" rIns="0" bIns="0" rtlCol="0" anchor="t" anchorCtr="0">
            <a:noAutofit/>
          </a:bodyPr>
          <a:lstStyle>
            <a:lvl1pPr>
              <a:defRPr>
                <a:solidFill>
                  <a:schemeClr val="bg1"/>
                </a:solidFill>
              </a:defRPr>
            </a:lvl1pPr>
          </a:lstStyle>
          <a:p>
            <a:r>
              <a:rPr lang="en-US" dirty="0"/>
              <a:t>Click to add title</a:t>
            </a:r>
          </a:p>
        </p:txBody>
      </p:sp>
    </p:spTree>
    <p:extLst>
      <p:ext uri="{BB962C8B-B14F-4D97-AF65-F5344CB8AC3E}">
        <p14:creationId xmlns:p14="http://schemas.microsoft.com/office/powerpoint/2010/main" val="2743589401"/>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_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dirty="0"/>
              <a:t>Click to edit Master title style</a:t>
            </a:r>
            <a:endParaRPr lang="en-GB" dirty="0"/>
          </a:p>
        </p:txBody>
      </p:sp>
      <p:sp>
        <p:nvSpPr>
          <p:cNvPr id="4"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14" name="Text Placeholder 18"/>
          <p:cNvSpPr>
            <a:spLocks noGrp="1"/>
          </p:cNvSpPr>
          <p:nvPr>
            <p:ph idx="1"/>
          </p:nvPr>
        </p:nvSpPr>
        <p:spPr>
          <a:xfrm>
            <a:off x="469902" y="1665291"/>
            <a:ext cx="11252200" cy="4633911"/>
          </a:xfrm>
          <a:prstGeom prst="rect">
            <a:avLst/>
          </a:prstGeom>
        </p:spPr>
        <p:txBody>
          <a:bodyPr vert="horz" lIns="0" tIns="0" rIns="0" bIns="0" rtlCol="0">
            <a:noAutofit/>
          </a:body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3940952472"/>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Title,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914400" y="694944"/>
            <a:ext cx="10363200" cy="594360"/>
          </a:xfrm>
        </p:spPr>
        <p:txBody>
          <a:bodyPr vert="horz" lIns="0" tIns="45720" rIns="0" bIns="0" rtlCol="0" anchor="b" anchorCtr="0">
            <a:noAutofit/>
          </a:bodyPr>
          <a:lstStyle>
            <a:lvl1pPr>
              <a:defRPr lang="en-US" sz="3600" spc="-75" dirty="0">
                <a:latin typeface="+mj-lt"/>
              </a:defRPr>
            </a:lvl1pPr>
          </a:lstStyle>
          <a:p>
            <a:pPr lvl="0" defTabSz="685816">
              <a:lnSpc>
                <a:spcPct val="85000"/>
              </a:lnSpc>
            </a:pPr>
            <a:r>
              <a:rPr lang="en-US"/>
              <a:t>Click to edit Master title style</a:t>
            </a:r>
            <a:endParaRPr lang="en-US" dirty="0"/>
          </a:p>
        </p:txBody>
      </p:sp>
      <p:sp>
        <p:nvSpPr>
          <p:cNvPr id="4" name="Text Placeholder 8"/>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200"/>
            </a:lvl1pPr>
          </a:lstStyle>
          <a:p>
            <a:pPr marL="228605" lvl="0" indent="-228605">
              <a:lnSpc>
                <a:spcPct val="130000"/>
              </a:lnSpc>
            </a:pPr>
            <a:r>
              <a:rPr lang="en-US"/>
              <a:t>Edit Master text styles</a:t>
            </a:r>
          </a:p>
        </p:txBody>
      </p:sp>
      <p:sp>
        <p:nvSpPr>
          <p:cNvPr id="8" name="Text Placeholder 5"/>
          <p:cNvSpPr>
            <a:spLocks noGrp="1"/>
          </p:cNvSpPr>
          <p:nvPr>
            <p:ph type="body" sz="quarter" idx="15" hasCustomPrompt="1"/>
          </p:nvPr>
        </p:nvSpPr>
        <p:spPr>
          <a:xfrm>
            <a:off x="914971" y="466344"/>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5" lvl="0" indent="-228605"/>
            <a:r>
              <a:rPr lang="en-US" dirty="0"/>
              <a:t>BREADCRUMBS</a:t>
            </a:r>
          </a:p>
        </p:txBody>
      </p:sp>
    </p:spTree>
    <p:extLst>
      <p:ext uri="{BB962C8B-B14F-4D97-AF65-F5344CB8AC3E}">
        <p14:creationId xmlns:p14="http://schemas.microsoft.com/office/powerpoint/2010/main" val="23428849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1">
                <a:solidFill>
                  <a:schemeClr val="bg1"/>
                </a:solidFill>
                <a:latin typeface="Verdana"/>
                <a:cs typeface="Verdana"/>
              </a:defRPr>
            </a:lvl1pPr>
          </a:lstStyle>
          <a:p>
            <a:endParaRPr lang="en-GB" dirty="0"/>
          </a:p>
        </p:txBody>
      </p:sp>
      <p:sp>
        <p:nvSpPr>
          <p:cNvPr id="3" name="Holder 3"/>
          <p:cNvSpPr>
            <a:spLocks noGrp="1"/>
          </p:cNvSpPr>
          <p:nvPr>
            <p:ph type="body" idx="1"/>
          </p:nvPr>
        </p:nvSpPr>
        <p:spPr/>
        <p:txBody>
          <a:bodyPr lIns="0" tIns="0" rIns="0" bIns="0"/>
          <a:lstStyle>
            <a:lvl1pPr>
              <a:defRPr sz="2000" b="0" i="0">
                <a:solidFill>
                  <a:srgbClr val="2C5234"/>
                </a:solidFill>
                <a:latin typeface="Verdana"/>
                <a:cs typeface="Verdana"/>
              </a:defRPr>
            </a:lvl1pPr>
          </a:lstStyle>
          <a:p>
            <a:endParaRPr lang="en-GB" dirty="0"/>
          </a:p>
        </p:txBody>
      </p:sp>
      <p:sp>
        <p:nvSpPr>
          <p:cNvPr id="4" name="Holder 4"/>
          <p:cNvSpPr>
            <a:spLocks noGrp="1"/>
          </p:cNvSpPr>
          <p:nvPr>
            <p:ph type="ftr" sz="quarter" idx="5"/>
          </p:nvPr>
        </p:nvSpPr>
        <p:spPr>
          <a:xfrm>
            <a:off x="4145280" y="6377940"/>
            <a:ext cx="3901440" cy="342900"/>
          </a:xfrm>
          <a:prstGeom prst="rect">
            <a:avLst/>
          </a:prstGeom>
        </p:spPr>
        <p:txBody>
          <a:bodyPr lIns="0" tIns="0" rIns="0" bIns="0"/>
          <a:lstStyle>
            <a:lvl1pPr algn="ctr">
              <a:defRPr>
                <a:solidFill>
                  <a:schemeClr val="tx1">
                    <a:tint val="75000"/>
                  </a:schemeClr>
                </a:solidFill>
              </a:defRPr>
            </a:lvl1pPr>
          </a:lstStyle>
          <a:p>
            <a:endParaRPr lang="en-GB" dirty="0"/>
          </a:p>
        </p:txBody>
      </p:sp>
      <p:sp>
        <p:nvSpPr>
          <p:cNvPr id="5" name="Holder 5"/>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GB" smtClean="0"/>
              <a:t>03/11/2021</a:t>
            </a:fld>
            <a:endParaRPr lang="en-GB" dirty="0"/>
          </a:p>
        </p:txBody>
      </p:sp>
      <p:sp>
        <p:nvSpPr>
          <p:cNvPr id="6" name="Holder 6"/>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lang="en-GB" smtClean="0"/>
              <a:t>‹#›</a:t>
            </a:fld>
            <a:endParaRPr lang="en-GB" dirty="0"/>
          </a:p>
        </p:txBody>
      </p:sp>
    </p:spTree>
    <p:extLst>
      <p:ext uri="{BB962C8B-B14F-4D97-AF65-F5344CB8AC3E}">
        <p14:creationId xmlns:p14="http://schemas.microsoft.com/office/powerpoint/2010/main" val="121864187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Ref idx="1001">
        <a:schemeClr val="bg1"/>
      </p:bgRef>
    </p:bg>
    <p:spTree>
      <p:nvGrpSpPr>
        <p:cNvPr id="1" name=""/>
        <p:cNvGrpSpPr/>
        <p:nvPr/>
      </p:nvGrpSpPr>
      <p:grpSpPr>
        <a:xfrm>
          <a:off x="0" y="0"/>
          <a:ext cx="0" cy="0"/>
          <a:chOff x="0" y="0"/>
          <a:chExt cx="0" cy="0"/>
        </a:xfrm>
      </p:grpSpPr>
      <p:pic>
        <p:nvPicPr>
          <p:cNvPr id="20" name="Background Picture 3"/>
          <p:cNvPicPr>
            <a:picLocks/>
          </p:cNvPicPr>
          <p:nvPr userDrawn="1"/>
        </p:nvPicPr>
        <p:blipFill>
          <a:blip r:embed="rId2">
            <a:extLst>
              <a:ext uri="{28A0092B-C50C-407E-A947-70E740481C1C}">
                <a14:useLocalDpi xmlns:a14="http://schemas.microsoft.com/office/drawing/2010/main"/>
              </a:ext>
            </a:extLst>
          </a:blip>
          <a:stretch>
            <a:fillRect/>
          </a:stretch>
        </p:blipFill>
        <p:spPr>
          <a:xfrm>
            <a:off x="0" y="0"/>
            <a:ext cx="12189600" cy="6858000"/>
          </a:xfrm>
          <a:prstGeom prst="rect">
            <a:avLst/>
          </a:prstGeom>
        </p:spPr>
      </p:pic>
      <p:sp>
        <p:nvSpPr>
          <p:cNvPr id="33" name="Picture Placeholder 8"/>
          <p:cNvSpPr>
            <a:spLocks noGrp="1"/>
          </p:cNvSpPr>
          <p:nvPr>
            <p:ph type="pic" sz="quarter" idx="11"/>
          </p:nvPr>
        </p:nvSpPr>
        <p:spPr>
          <a:xfrm>
            <a:off x="3393716" y="727595"/>
            <a:ext cx="5400000" cy="5400000"/>
          </a:xfrm>
          <a:prstGeom prst="rect">
            <a:avLst/>
          </a:prstGeom>
        </p:spPr>
        <p:txBody>
          <a:bodyPr/>
          <a:lstStyle>
            <a:lvl1pPr>
              <a:defRPr>
                <a:solidFill>
                  <a:schemeClr val="tx1"/>
                </a:solidFill>
              </a:defRPr>
            </a:lvl1pPr>
          </a:lstStyle>
          <a:p>
            <a:r>
              <a:rPr lang="en-GB" noProof="0"/>
              <a:t>Click icon to add picture</a:t>
            </a:r>
            <a:endParaRPr lang="en-GB" noProof="0" dirty="0"/>
          </a:p>
        </p:txBody>
      </p:sp>
      <p:sp>
        <p:nvSpPr>
          <p:cNvPr id="2" name="Title"/>
          <p:cNvSpPr>
            <a:spLocks noGrp="1"/>
          </p:cNvSpPr>
          <p:nvPr>
            <p:ph type="ctrTitle" hasCustomPrompt="1"/>
          </p:nvPr>
        </p:nvSpPr>
        <p:spPr bwMode="gray">
          <a:xfrm>
            <a:off x="475200" y="5480578"/>
            <a:ext cx="5620800" cy="324000"/>
          </a:xfrm>
        </p:spPr>
        <p:txBody>
          <a:bodyPr anchor="b" anchorCtr="0">
            <a:noAutofit/>
          </a:bodyPr>
          <a:lstStyle>
            <a:lvl1pPr algn="l">
              <a:lnSpc>
                <a:spcPct val="100000"/>
              </a:lnSpc>
              <a:defRPr sz="1565" b="1">
                <a:solidFill>
                  <a:schemeClr val="tx1"/>
                </a:solidFill>
                <a:latin typeface="+mj-lt"/>
                <a:ea typeface="Open Sans" panose="020B0606030504020204" pitchFamily="34" charset="0"/>
                <a:cs typeface="Open Sans" panose="020B0606030504020204" pitchFamily="34" charset="0"/>
              </a:defRPr>
            </a:lvl1pPr>
          </a:lstStyle>
          <a:p>
            <a:r>
              <a:rPr lang="en-GB" dirty="0"/>
              <a:t>Presentation  title runs here</a:t>
            </a:r>
            <a:endParaRPr lang="en-GB" noProof="0" dirty="0"/>
          </a:p>
        </p:txBody>
      </p:sp>
      <p:sp>
        <p:nvSpPr>
          <p:cNvPr id="3" name="Subtitle"/>
          <p:cNvSpPr>
            <a:spLocks noGrp="1"/>
          </p:cNvSpPr>
          <p:nvPr>
            <p:ph type="subTitle" idx="1" hasCustomPrompt="1"/>
          </p:nvPr>
        </p:nvSpPr>
        <p:spPr bwMode="gray">
          <a:xfrm>
            <a:off x="475200" y="5845189"/>
            <a:ext cx="5620800" cy="505645"/>
          </a:xfrm>
          <a:prstGeom prst="rect">
            <a:avLst/>
          </a:prstGeom>
        </p:spPr>
        <p:txBody>
          <a:bodyPr lIns="0" tIns="0" rIns="0" bIns="0">
            <a:noAutofit/>
          </a:bodyPr>
          <a:lstStyle>
            <a:lvl1pPr marL="0" indent="0" algn="l">
              <a:lnSpc>
                <a:spcPct val="100000"/>
              </a:lnSpc>
              <a:spcAft>
                <a:spcPts val="0"/>
              </a:spcAft>
              <a:buNone/>
              <a:defRPr sz="1391">
                <a:solidFill>
                  <a:schemeClr val="tx1"/>
                </a:solidFill>
              </a:defRPr>
            </a:lvl1pPr>
            <a:lvl2pPr marL="529900" indent="0" algn="ctr">
              <a:buNone/>
              <a:defRPr sz="2318"/>
            </a:lvl2pPr>
            <a:lvl3pPr marL="1059800" indent="0" algn="ctr">
              <a:buNone/>
              <a:defRPr sz="2086"/>
            </a:lvl3pPr>
            <a:lvl4pPr marL="1589699" indent="0" algn="ctr">
              <a:buNone/>
              <a:defRPr sz="1854"/>
            </a:lvl4pPr>
            <a:lvl5pPr marL="2119598" indent="0" algn="ctr">
              <a:buNone/>
              <a:defRPr sz="1854"/>
            </a:lvl5pPr>
            <a:lvl6pPr marL="2649499" indent="0" algn="ctr">
              <a:buNone/>
              <a:defRPr sz="1854"/>
            </a:lvl6pPr>
            <a:lvl7pPr marL="3179398" indent="0" algn="ctr">
              <a:buNone/>
              <a:defRPr sz="1854"/>
            </a:lvl7pPr>
            <a:lvl8pPr marL="3709298" indent="0" algn="ctr">
              <a:buNone/>
              <a:defRPr sz="1854"/>
            </a:lvl8pPr>
            <a:lvl9pPr marL="4239197" indent="0" algn="ctr">
              <a:buNone/>
              <a:defRPr sz="1854"/>
            </a:lvl9pPr>
          </a:lstStyle>
          <a:p>
            <a:pPr lvl="0"/>
            <a:r>
              <a:rPr lang="en-GB" dirty="0"/>
              <a:t>Subtitle here two lines max</a:t>
            </a:r>
            <a:endParaRPr lang="en-GB"/>
          </a:p>
        </p:txBody>
      </p:sp>
      <p:sp>
        <p:nvSpPr>
          <p:cNvPr id="18" name="SD_ART_Logo_White"/>
          <p:cNvSpPr/>
          <p:nvPr userDrawn="1"/>
        </p:nvSpPr>
        <p:spPr>
          <a:xfrm>
            <a:off x="475439" y="464400"/>
            <a:ext cx="2286000" cy="100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565" dirty="0"/>
          </a:p>
        </p:txBody>
      </p:sp>
      <p:pic>
        <p:nvPicPr>
          <p:cNvPr id="678483047" name="LogoFrontSlid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14005" y="504003"/>
            <a:ext cx="1655999" cy="725867"/>
          </a:xfrm>
          <a:prstGeom prst="rect">
            <a:avLst/>
          </a:prstGeom>
        </p:spPr>
      </p:pic>
      <p:sp>
        <p:nvSpPr>
          <p:cNvPr id="4" name="Footer Placeholder 3" hidden="1"/>
          <p:cNvSpPr>
            <a:spLocks noGrp="1"/>
          </p:cNvSpPr>
          <p:nvPr>
            <p:ph type="ftr" sz="quarter" idx="12"/>
          </p:nvPr>
        </p:nvSpPr>
        <p:spPr>
          <a:xfrm>
            <a:off x="6184905" y="6477000"/>
            <a:ext cx="4536727" cy="244476"/>
          </a:xfrm>
          <a:prstGeom prst="rect">
            <a:avLst/>
          </a:prstGeom>
        </p:spPr>
        <p:txBody>
          <a:bodyPr/>
          <a:lstStyle>
            <a:lvl1pPr>
              <a:defRPr>
                <a:solidFill>
                  <a:schemeClr val="bg1"/>
                </a:solidFill>
              </a:defRPr>
            </a:lvl1pPr>
          </a:lstStyle>
          <a:p>
            <a:endParaRPr lang="en-GB" dirty="0"/>
          </a:p>
        </p:txBody>
      </p:sp>
    </p:spTree>
    <p:extLst>
      <p:ext uri="{BB962C8B-B14F-4D97-AF65-F5344CB8AC3E}">
        <p14:creationId xmlns:p14="http://schemas.microsoft.com/office/powerpoint/2010/main" val="324595154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5996"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2189600" cy="6858000"/>
          </a:xfrm>
          <a:prstGeom prst="rect">
            <a:avLst/>
          </a:prstGeom>
          <a:solidFill>
            <a:srgbClr val="000000"/>
          </a:solidFill>
          <a:ln w="19050" algn="ctr">
            <a:noFill/>
            <a:miter lim="800000"/>
            <a:headEnd/>
            <a:tailEnd/>
          </a:ln>
        </p:spPr>
        <p:txBody>
          <a:bodyPr wrap="square" lIns="77282" tIns="77282" rIns="77282" bIns="77282" rtlCol="0" anchor="ctr"/>
          <a:lstStyle/>
          <a:p>
            <a:pPr algn="ctr">
              <a:lnSpc>
                <a:spcPct val="106000"/>
              </a:lnSpc>
              <a:buFont typeface="Wingdings 2" pitchFamily="18" charset="2"/>
              <a:buNone/>
            </a:pPr>
            <a:endParaRPr lang="en-GB" sz="1391" b="1" dirty="0">
              <a:solidFill>
                <a:schemeClr val="tx1"/>
              </a:solidFill>
            </a:endParaRPr>
          </a:p>
        </p:txBody>
      </p:sp>
      <p:sp>
        <p:nvSpPr>
          <p:cNvPr id="18" name="Title 1"/>
          <p:cNvSpPr>
            <a:spLocks noGrp="1"/>
          </p:cNvSpPr>
          <p:nvPr>
            <p:ph type="title"/>
          </p:nvPr>
        </p:nvSpPr>
        <p:spPr bwMode="gray">
          <a:xfrm>
            <a:off x="469905" y="1705672"/>
            <a:ext cx="10418233" cy="1592403"/>
          </a:xfrm>
        </p:spPr>
        <p:txBody>
          <a:bodyPr anchor="b"/>
          <a:lstStyle>
            <a:lvl1pPr>
              <a:lnSpc>
                <a:spcPct val="95000"/>
              </a:lnSpc>
              <a:defRPr sz="3347"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19" name="Text Placeholder 2"/>
          <p:cNvSpPr>
            <a:spLocks noGrp="1"/>
          </p:cNvSpPr>
          <p:nvPr>
            <p:ph type="body" idx="1"/>
          </p:nvPr>
        </p:nvSpPr>
        <p:spPr bwMode="gray">
          <a:xfrm>
            <a:off x="469905" y="3429000"/>
            <a:ext cx="10418233" cy="1566532"/>
          </a:xfrm>
        </p:spPr>
        <p:txBody>
          <a:bodyPr lIns="0" tIns="0" rIns="0" bIns="0">
            <a:noAutofit/>
          </a:bodyPr>
          <a:lstStyle>
            <a:lvl1pPr marL="0" indent="0">
              <a:lnSpc>
                <a:spcPct val="95000"/>
              </a:lnSpc>
              <a:spcAft>
                <a:spcPts val="0"/>
              </a:spcAft>
              <a:buNone/>
              <a:defRPr sz="3347">
                <a:solidFill>
                  <a:schemeClr val="tx1"/>
                </a:solidFill>
              </a:defRPr>
            </a:lvl1pPr>
            <a:lvl2pPr marL="529900" indent="0">
              <a:buNone/>
              <a:defRPr sz="2318">
                <a:solidFill>
                  <a:schemeClr val="tx1">
                    <a:tint val="75000"/>
                  </a:schemeClr>
                </a:solidFill>
              </a:defRPr>
            </a:lvl2pPr>
            <a:lvl3pPr marL="1059800" indent="0">
              <a:buNone/>
              <a:defRPr sz="2086">
                <a:solidFill>
                  <a:schemeClr val="tx1">
                    <a:tint val="75000"/>
                  </a:schemeClr>
                </a:solidFill>
              </a:defRPr>
            </a:lvl3pPr>
            <a:lvl4pPr marL="1589699" indent="0">
              <a:buNone/>
              <a:defRPr sz="1854">
                <a:solidFill>
                  <a:schemeClr val="tx1">
                    <a:tint val="75000"/>
                  </a:schemeClr>
                </a:solidFill>
              </a:defRPr>
            </a:lvl4pPr>
            <a:lvl5pPr marL="2119598" indent="0">
              <a:buNone/>
              <a:defRPr sz="1854">
                <a:solidFill>
                  <a:schemeClr val="tx1">
                    <a:tint val="75000"/>
                  </a:schemeClr>
                </a:solidFill>
              </a:defRPr>
            </a:lvl5pPr>
            <a:lvl6pPr marL="2649499" indent="0">
              <a:buNone/>
              <a:defRPr sz="1854">
                <a:solidFill>
                  <a:schemeClr val="tx1">
                    <a:tint val="75000"/>
                  </a:schemeClr>
                </a:solidFill>
              </a:defRPr>
            </a:lvl6pPr>
            <a:lvl7pPr marL="3179398" indent="0">
              <a:buNone/>
              <a:defRPr sz="1854">
                <a:solidFill>
                  <a:schemeClr val="tx1">
                    <a:tint val="75000"/>
                  </a:schemeClr>
                </a:solidFill>
              </a:defRPr>
            </a:lvl7pPr>
            <a:lvl8pPr marL="3709298" indent="0">
              <a:buNone/>
              <a:defRPr sz="1854">
                <a:solidFill>
                  <a:schemeClr val="tx1">
                    <a:tint val="75000"/>
                  </a:schemeClr>
                </a:solidFill>
              </a:defRPr>
            </a:lvl8pPr>
            <a:lvl9pPr marL="4239197" indent="0">
              <a:buNone/>
              <a:defRPr sz="1854">
                <a:solidFill>
                  <a:schemeClr val="tx1">
                    <a:tint val="75000"/>
                  </a:schemeClr>
                </a:solidFill>
              </a:defRPr>
            </a:lvl9pPr>
          </a:lstStyle>
          <a:p>
            <a:pPr lvl="0"/>
            <a:r>
              <a:rPr lang="en-GB" noProof="0"/>
              <a:t>Edit Master text styles</a:t>
            </a:r>
            <a:endParaRPr lang="en-GB"/>
          </a:p>
        </p:txBody>
      </p:sp>
      <p:sp>
        <p:nvSpPr>
          <p:cNvPr id="22" name="TextBox 21"/>
          <p:cNvSpPr txBox="1"/>
          <p:nvPr userDrawn="1"/>
        </p:nvSpPr>
        <p:spPr>
          <a:xfrm>
            <a:off x="11414129" y="6659888"/>
            <a:ext cx="307975" cy="86947"/>
          </a:xfrm>
          <a:prstGeom prst="rect">
            <a:avLst/>
          </a:prstGeom>
          <a:noFill/>
        </p:spPr>
        <p:txBody>
          <a:bodyPr wrap="square" lIns="0" tIns="0" rIns="0" bIns="0" rtlCol="0">
            <a:spAutoFit/>
          </a:bodyPr>
          <a:lstStyle/>
          <a:p>
            <a:pPr marL="0" indent="0" algn="r">
              <a:spcBef>
                <a:spcPts val="695"/>
              </a:spcBef>
              <a:buSzPct val="100000"/>
              <a:buFont typeface="Arial"/>
              <a:buNone/>
            </a:pPr>
            <a:fld id="{C58DF478-B544-4ED8-9ED4-6A2648E2D233}" type="slidenum">
              <a:rPr lang="en-GB" sz="565" noProof="0">
                <a:solidFill>
                  <a:schemeClr val="tx1"/>
                </a:solidFill>
              </a:rPr>
              <a:pPr marL="0" indent="0" algn="r">
                <a:spcBef>
                  <a:spcPts val="695"/>
                </a:spcBef>
                <a:buSzPct val="100000"/>
                <a:buFont typeface="Arial"/>
                <a:buNone/>
              </a:pPr>
              <a:t>‹#›</a:t>
            </a:fld>
            <a:endParaRPr lang="en-GB" sz="565" noProof="0" dirty="0">
              <a:solidFill>
                <a:schemeClr val="tx1"/>
              </a:solidFill>
            </a:endParaRPr>
          </a:p>
        </p:txBody>
      </p:sp>
      <p:sp>
        <p:nvSpPr>
          <p:cNvPr id="2" name="Footer Placeholder 1"/>
          <p:cNvSpPr>
            <a:spLocks noGrp="1"/>
          </p:cNvSpPr>
          <p:nvPr>
            <p:ph type="ftr" sz="quarter" idx="10"/>
          </p:nvPr>
        </p:nvSpPr>
        <p:spPr>
          <a:xfrm>
            <a:off x="6184905" y="6477000"/>
            <a:ext cx="4536727" cy="244476"/>
          </a:xfrm>
          <a:prstGeom prst="rect">
            <a:avLst/>
          </a:prstGeom>
        </p:spPr>
        <p:txBody>
          <a:bodyPr/>
          <a:lstStyle/>
          <a:p>
            <a:endParaRPr lang="en-GB" dirty="0"/>
          </a:p>
        </p:txBody>
      </p:sp>
      <p:sp>
        <p:nvSpPr>
          <p:cNvPr id="8" name="TextBox 7"/>
          <p:cNvSpPr txBox="1"/>
          <p:nvPr userDrawn="1"/>
        </p:nvSpPr>
        <p:spPr>
          <a:xfrm>
            <a:off x="501651" y="6654810"/>
            <a:ext cx="5355168" cy="201260"/>
          </a:xfrm>
          <a:prstGeom prst="rect">
            <a:avLst/>
          </a:prstGeom>
          <a:noFill/>
        </p:spPr>
        <p:txBody>
          <a:bodyPr wrap="square" lIns="0" tIns="0" rIns="0" bIns="0" rtlCol="0">
            <a:noAutofit/>
          </a:bodyPr>
          <a:lstStyle/>
          <a:p>
            <a:pPr marL="0" indent="0">
              <a:spcBef>
                <a:spcPts val="623"/>
              </a:spcBef>
              <a:buSzPct val="100000"/>
              <a:buFont typeface="Arial"/>
              <a:buNone/>
            </a:pPr>
            <a:r>
              <a:rPr lang="fr-FR" sz="565" noProof="0" dirty="0">
                <a:solidFill>
                  <a:schemeClr val="tx1"/>
                </a:solidFill>
              </a:rPr>
              <a:t>© 2020 Deloitte Touche Tohmatsu India LLP</a:t>
            </a:r>
          </a:p>
        </p:txBody>
      </p:sp>
    </p:spTree>
    <p:extLst>
      <p:ext uri="{BB962C8B-B14F-4D97-AF65-F5344CB8AC3E}">
        <p14:creationId xmlns:p14="http://schemas.microsoft.com/office/powerpoint/2010/main" val="217538313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3168"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2" y="402590"/>
            <a:ext cx="11252200" cy="698501"/>
          </a:xfrm>
          <a:prstGeom prst="rect">
            <a:avLst/>
          </a:prstGeom>
        </p:spPr>
        <p:txBody>
          <a:bodyPr vert="horz" lIns="0" tIns="0" rIns="0" bIns="0" rtlCol="0" anchor="t" anchorCtr="0">
            <a:noAutofit/>
          </a:bodyPr>
          <a:lstStyle>
            <a:lvl1pPr>
              <a:defRPr sz="1739"/>
            </a:lvl1pPr>
          </a:lstStyle>
          <a:p>
            <a:r>
              <a:rPr lang="en-GB" noProof="0"/>
              <a:t>Click to edit Master title style</a:t>
            </a:r>
            <a:endParaRPr lang="en-GB" noProof="0" dirty="0"/>
          </a:p>
        </p:txBody>
      </p:sp>
      <p:sp>
        <p:nvSpPr>
          <p:cNvPr id="4"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GB" noProof="0" dirty="0"/>
              <a:t>Click to add subtitle</a:t>
            </a:r>
            <a:endParaRPr lang="en-GB"/>
          </a:p>
        </p:txBody>
      </p:sp>
      <p:sp>
        <p:nvSpPr>
          <p:cNvPr id="14" name="Text Placeholder 18"/>
          <p:cNvSpPr>
            <a:spLocks noGrp="1"/>
          </p:cNvSpPr>
          <p:nvPr>
            <p:ph idx="1"/>
          </p:nvPr>
        </p:nvSpPr>
        <p:spPr>
          <a:xfrm>
            <a:off x="469902" y="1665294"/>
            <a:ext cx="11252200" cy="4633911"/>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 name="Footer Placeholder 1"/>
          <p:cNvSpPr>
            <a:spLocks noGrp="1"/>
          </p:cNvSpPr>
          <p:nvPr>
            <p:ph type="ftr" sz="quarter" idx="14"/>
          </p:nvPr>
        </p:nvSpPr>
        <p:spPr>
          <a:xfrm>
            <a:off x="6184905" y="6477000"/>
            <a:ext cx="4536727" cy="244476"/>
          </a:xfrm>
          <a:prstGeom prst="rect">
            <a:avLst/>
          </a:prstGeom>
        </p:spPr>
        <p:txBody>
          <a:bodyPr/>
          <a:lstStyle/>
          <a:p>
            <a:endParaRPr lang="en-GB" dirty="0"/>
          </a:p>
        </p:txBody>
      </p:sp>
    </p:spTree>
    <p:extLst>
      <p:ext uri="{BB962C8B-B14F-4D97-AF65-F5344CB8AC3E}">
        <p14:creationId xmlns:p14="http://schemas.microsoft.com/office/powerpoint/2010/main" val="917897474"/>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69902" y="402590"/>
            <a:ext cx="11252200" cy="698501"/>
          </a:xfrm>
          <a:prstGeom prst="rect">
            <a:avLst/>
          </a:prstGeom>
        </p:spPr>
        <p:txBody>
          <a:bodyPr vert="horz" lIns="0" tIns="0" rIns="0" bIns="0" rtlCol="0" anchor="t" anchorCtr="0">
            <a:noAutofit/>
          </a:bodyPr>
          <a:lstStyle>
            <a:lvl1pPr>
              <a:defRPr sz="1739"/>
            </a:lvl1pPr>
          </a:lstStyle>
          <a:p>
            <a:r>
              <a:rPr lang="en-GB" noProof="0"/>
              <a:t>Click to edit Master title style</a:t>
            </a:r>
            <a:endParaRPr lang="en-GB" noProof="0" dirty="0"/>
          </a:p>
        </p:txBody>
      </p:sp>
      <p:sp>
        <p:nvSpPr>
          <p:cNvPr id="9"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69902" y="1665819"/>
            <a:ext cx="11252200" cy="4633383"/>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 name="Footer Placeholder 1"/>
          <p:cNvSpPr>
            <a:spLocks noGrp="1"/>
          </p:cNvSpPr>
          <p:nvPr>
            <p:ph type="ftr" sz="quarter" idx="14"/>
          </p:nvPr>
        </p:nvSpPr>
        <p:spPr>
          <a:xfrm>
            <a:off x="6184905" y="6477000"/>
            <a:ext cx="4536727" cy="244476"/>
          </a:xfrm>
          <a:prstGeom prst="rect">
            <a:avLst/>
          </a:prstGeom>
        </p:spPr>
        <p:txBody>
          <a:bodyPr/>
          <a:lstStyle/>
          <a:p>
            <a:endParaRPr lang="en-GB" dirty="0"/>
          </a:p>
        </p:txBody>
      </p:sp>
    </p:spTree>
    <p:extLst>
      <p:ext uri="{BB962C8B-B14F-4D97-AF65-F5344CB8AC3E}">
        <p14:creationId xmlns:p14="http://schemas.microsoft.com/office/powerpoint/2010/main" val="3250471497"/>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90"/>
            <a:ext cx="11252200" cy="698501"/>
          </a:xfrm>
          <a:prstGeom prst="rect">
            <a:avLst/>
          </a:prstGeom>
        </p:spPr>
        <p:txBody>
          <a:bodyPr vert="horz" lIns="0" tIns="0" rIns="0" bIns="0" rtlCol="0" anchor="t" anchorCtr="0">
            <a:noAutofit/>
          </a:bodyPr>
          <a:lstStyle>
            <a:lvl1pPr>
              <a:defRPr sz="1739"/>
            </a:lvl1pPr>
          </a:lstStyle>
          <a:p>
            <a:r>
              <a:rPr lang="en-GB" noProof="0"/>
              <a:t>Click to edit Master title style</a:t>
            </a:r>
            <a:endParaRPr lang="en-GB" noProof="0" dirty="0"/>
          </a:p>
        </p:txBody>
      </p:sp>
      <p:sp>
        <p:nvSpPr>
          <p:cNvPr id="5"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69902" y="1676408"/>
            <a:ext cx="11252200" cy="4622799"/>
          </a:xfrm>
          <a:prstGeom prst="rect">
            <a:avLst/>
          </a:prstGeom>
        </p:spPr>
        <p:txBody>
          <a:bodyPr vert="horz" lIns="0" tIns="0" rIns="0" bIns="0" rtlCol="0">
            <a:noAutofit/>
          </a:bodyPr>
          <a:lstStyle>
            <a:lvl1pPr>
              <a:defRPr sz="1391"/>
            </a:lvl1pPr>
            <a:lvl2pPr>
              <a:defRPr sz="1391"/>
            </a:lvl2pPr>
            <a:lvl3pPr>
              <a:defRPr sz="1391"/>
            </a:lvl3pPr>
            <a:lvl4pPr>
              <a:defRPr sz="1391"/>
            </a:lvl4pPr>
            <a:lvl5pPr>
              <a:defRPr sz="1391"/>
            </a:lvl5pPr>
            <a:lvl6pPr>
              <a:defRPr sz="1391"/>
            </a:lvl6pPr>
            <a:lvl7pPr>
              <a:defRPr sz="1391"/>
            </a:lvl7pPr>
            <a:lvl8pPr>
              <a:defRPr sz="1391"/>
            </a:lvl8pPr>
            <a:lvl9pPr>
              <a:defRPr sz="1391"/>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 name="Footer Placeholder 1"/>
          <p:cNvSpPr>
            <a:spLocks noGrp="1"/>
          </p:cNvSpPr>
          <p:nvPr>
            <p:ph type="ftr" sz="quarter" idx="14"/>
          </p:nvPr>
        </p:nvSpPr>
        <p:spPr>
          <a:xfrm>
            <a:off x="6184905" y="6477000"/>
            <a:ext cx="4536727" cy="244476"/>
          </a:xfrm>
          <a:prstGeom prst="rect">
            <a:avLst/>
          </a:prstGeom>
        </p:spPr>
        <p:txBody>
          <a:bodyPr/>
          <a:lstStyle/>
          <a:p>
            <a:endParaRPr lang="en-GB" dirty="0"/>
          </a:p>
        </p:txBody>
      </p:sp>
    </p:spTree>
    <p:extLst>
      <p:ext uri="{BB962C8B-B14F-4D97-AF65-F5344CB8AC3E}">
        <p14:creationId xmlns:p14="http://schemas.microsoft.com/office/powerpoint/2010/main" val="2261506538"/>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GB" noProof="0" dirty="0"/>
              <a:t>Click to add subtitle</a:t>
            </a:r>
            <a:endParaRPr lang="en-GB"/>
          </a:p>
        </p:txBody>
      </p:sp>
      <p:sp>
        <p:nvSpPr>
          <p:cNvPr id="8" name="Title Placeholder 1"/>
          <p:cNvSpPr>
            <a:spLocks noGrp="1"/>
          </p:cNvSpPr>
          <p:nvPr>
            <p:ph type="title"/>
          </p:nvPr>
        </p:nvSpPr>
        <p:spPr>
          <a:xfrm>
            <a:off x="469902" y="402590"/>
            <a:ext cx="11252200" cy="698501"/>
          </a:xfrm>
          <a:prstGeom prst="rect">
            <a:avLst/>
          </a:prstGeom>
        </p:spPr>
        <p:txBody>
          <a:bodyPr vert="horz" lIns="0" tIns="0" rIns="0" bIns="0" rtlCol="0" anchor="t" anchorCtr="0">
            <a:noAutofit/>
          </a:bodyPr>
          <a:lstStyle>
            <a:lvl1pPr>
              <a:defRPr sz="1739"/>
            </a:lvl1pPr>
          </a:lstStyle>
          <a:p>
            <a:r>
              <a:rPr lang="en-GB" noProof="0"/>
              <a:t>Click to edit Master title style</a:t>
            </a:r>
            <a:endParaRPr lang="en-GB" noProof="0" dirty="0"/>
          </a:p>
        </p:txBody>
      </p:sp>
      <p:sp>
        <p:nvSpPr>
          <p:cNvPr id="18" name="Text Placeholder 8"/>
          <p:cNvSpPr>
            <a:spLocks noGrp="1"/>
          </p:cNvSpPr>
          <p:nvPr>
            <p:ph type="body" sz="quarter" idx="18"/>
          </p:nvPr>
        </p:nvSpPr>
        <p:spPr>
          <a:xfrm>
            <a:off x="468000" y="1684872"/>
            <a:ext cx="11252200" cy="357187"/>
          </a:xfrm>
        </p:spPr>
        <p:txBody>
          <a:bodyPr/>
          <a:lstStyle/>
          <a:p>
            <a:pPr lvl="0"/>
            <a:r>
              <a:rPr lang="en-GB" noProof="0"/>
              <a:t>Edit Master text styles</a:t>
            </a:r>
            <a:endParaRPr lang="en-GB"/>
          </a:p>
        </p:txBody>
      </p:sp>
      <p:sp>
        <p:nvSpPr>
          <p:cNvPr id="19" name="Text Placeholder 7"/>
          <p:cNvSpPr>
            <a:spLocks noGrp="1"/>
          </p:cNvSpPr>
          <p:nvPr>
            <p:ph type="body" sz="quarter" idx="23"/>
          </p:nvPr>
        </p:nvSpPr>
        <p:spPr>
          <a:xfrm>
            <a:off x="468004" y="5982798"/>
            <a:ext cx="11252201" cy="316411"/>
          </a:xfrm>
        </p:spPr>
        <p:txBody>
          <a:bodyPr>
            <a:noAutofit/>
          </a:bodyPr>
          <a:lstStyle>
            <a:lvl1pPr>
              <a:spcAft>
                <a:spcPts val="0"/>
              </a:spcAft>
              <a:defRPr sz="783"/>
            </a:lvl1pPr>
          </a:lstStyle>
          <a:p>
            <a:pPr lvl="0"/>
            <a:r>
              <a:rPr lang="en-GB" noProof="0"/>
              <a:t>Edit Master text styles</a:t>
            </a:r>
            <a:endParaRPr lang="en-GB"/>
          </a:p>
        </p:txBody>
      </p:sp>
      <p:sp>
        <p:nvSpPr>
          <p:cNvPr id="17" name="Chart Placeholder 3"/>
          <p:cNvSpPr>
            <a:spLocks noGrp="1"/>
          </p:cNvSpPr>
          <p:nvPr>
            <p:ph type="chart" sz="quarter" idx="15"/>
          </p:nvPr>
        </p:nvSpPr>
        <p:spPr>
          <a:xfrm>
            <a:off x="468000" y="2036659"/>
            <a:ext cx="11252200" cy="3946134"/>
          </a:xfrm>
          <a:prstGeom prst="rect">
            <a:avLst/>
          </a:prstGeom>
        </p:spPr>
        <p:txBody>
          <a:bodyPr/>
          <a:lstStyle/>
          <a:p>
            <a:r>
              <a:rPr lang="en-GB" noProof="0"/>
              <a:t>Click icon to add chart</a:t>
            </a:r>
            <a:endParaRPr lang="en-GB" noProof="0" dirty="0"/>
          </a:p>
        </p:txBody>
      </p:sp>
      <p:sp>
        <p:nvSpPr>
          <p:cNvPr id="2" name="Footer Placeholder 1"/>
          <p:cNvSpPr>
            <a:spLocks noGrp="1"/>
          </p:cNvSpPr>
          <p:nvPr>
            <p:ph type="ftr" sz="quarter" idx="24"/>
          </p:nvPr>
        </p:nvSpPr>
        <p:spPr>
          <a:xfrm>
            <a:off x="6184905" y="6477000"/>
            <a:ext cx="4536727" cy="244476"/>
          </a:xfrm>
          <a:prstGeom prst="rect">
            <a:avLst/>
          </a:prstGeom>
        </p:spPr>
        <p:txBody>
          <a:bodyPr/>
          <a:lstStyle/>
          <a:p>
            <a:endParaRPr lang="en-GB" dirty="0"/>
          </a:p>
        </p:txBody>
      </p:sp>
    </p:spTree>
    <p:extLst>
      <p:ext uri="{BB962C8B-B14F-4D97-AF65-F5344CB8AC3E}">
        <p14:creationId xmlns:p14="http://schemas.microsoft.com/office/powerpoint/2010/main" val="4096492078"/>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8000" y="1665295"/>
            <a:ext cx="5328000" cy="4622507"/>
          </a:xfrm>
          <a:prstGeom prst="rect">
            <a:avLst/>
          </a:prstGeom>
        </p:spPr>
        <p:txBody>
          <a:bodyPr/>
          <a:lstStyle>
            <a:lvl1pPr>
              <a:spcAft>
                <a:spcPts val="435"/>
              </a:spcAft>
              <a:tabLst>
                <a:tab pos="5828897" algn="r"/>
              </a:tabLst>
              <a:defRPr sz="957"/>
            </a:lvl1pPr>
            <a:lvl2pPr>
              <a:spcAft>
                <a:spcPts val="435"/>
              </a:spcAft>
              <a:tabLst>
                <a:tab pos="5828897" algn="r"/>
              </a:tabLst>
              <a:defRPr sz="957"/>
            </a:lvl2pPr>
            <a:lvl3pPr>
              <a:spcAft>
                <a:spcPts val="435"/>
              </a:spcAft>
              <a:tabLst>
                <a:tab pos="5828897" algn="r"/>
              </a:tabLst>
              <a:defRPr sz="957"/>
            </a:lvl3pPr>
            <a:lvl4pPr>
              <a:spcAft>
                <a:spcPts val="435"/>
              </a:spcAft>
              <a:tabLst>
                <a:tab pos="5828897" algn="r"/>
              </a:tabLst>
              <a:defRPr sz="957"/>
            </a:lvl4pPr>
            <a:lvl5pPr>
              <a:spcAft>
                <a:spcPts val="435"/>
              </a:spcAft>
              <a:tabLst>
                <a:tab pos="5828897" algn="r"/>
              </a:tabLst>
              <a:defRPr sz="957" baseline="0"/>
            </a:lvl5pPr>
          </a:lstStyle>
          <a:p>
            <a:pPr lvl="0"/>
            <a:r>
              <a:rPr lang="en-GB" noProof="0" dirty="0"/>
              <a:t>Edit Master text styles</a:t>
            </a:r>
            <a:endParaRPr lang="en-GB" dirty="0"/>
          </a:p>
          <a:p>
            <a:pPr lvl="1"/>
            <a:r>
              <a:rPr lang="en-GB" noProof="0" dirty="0"/>
              <a:t>Second level</a:t>
            </a:r>
            <a:endParaRPr lang="en-GB" dirty="0"/>
          </a:p>
          <a:p>
            <a:pPr lvl="2"/>
            <a:r>
              <a:rPr lang="en-GB" noProof="0" dirty="0"/>
              <a:t>Third level</a:t>
            </a:r>
            <a:endParaRPr lang="en-GB" dirty="0"/>
          </a:p>
          <a:p>
            <a:pPr lvl="3"/>
            <a:r>
              <a:rPr lang="en-GB" noProof="0" dirty="0"/>
              <a:t>Fourth level</a:t>
            </a:r>
            <a:endParaRPr lang="en-GB" dirty="0"/>
          </a:p>
          <a:p>
            <a:pPr lvl="4"/>
            <a:r>
              <a:rPr lang="en-GB" noProof="0" dirty="0"/>
              <a:t>Fifth level</a:t>
            </a:r>
          </a:p>
        </p:txBody>
      </p:sp>
      <p:sp>
        <p:nvSpPr>
          <p:cNvPr id="15" name="Content Placeholder 3"/>
          <p:cNvSpPr>
            <a:spLocks noGrp="1"/>
          </p:cNvSpPr>
          <p:nvPr>
            <p:ph sz="quarter" idx="20"/>
          </p:nvPr>
        </p:nvSpPr>
        <p:spPr>
          <a:xfrm>
            <a:off x="6394100" y="1656008"/>
            <a:ext cx="5328000" cy="4631795"/>
          </a:xfrm>
          <a:prstGeom prst="rect">
            <a:avLst/>
          </a:prstGeom>
        </p:spPr>
        <p:txBody>
          <a:bodyPr/>
          <a:lstStyle>
            <a:lvl1pPr>
              <a:spcAft>
                <a:spcPts val="435"/>
              </a:spcAft>
              <a:tabLst>
                <a:tab pos="5828897" algn="r"/>
              </a:tabLst>
              <a:defRPr sz="957"/>
            </a:lvl1pPr>
            <a:lvl2pPr>
              <a:spcAft>
                <a:spcPts val="435"/>
              </a:spcAft>
              <a:tabLst>
                <a:tab pos="5828897" algn="r"/>
              </a:tabLst>
              <a:defRPr sz="957"/>
            </a:lvl2pPr>
            <a:lvl3pPr>
              <a:spcAft>
                <a:spcPts val="435"/>
              </a:spcAft>
              <a:tabLst>
                <a:tab pos="5828897" algn="r"/>
              </a:tabLst>
              <a:defRPr sz="957"/>
            </a:lvl3pPr>
            <a:lvl4pPr>
              <a:spcAft>
                <a:spcPts val="435"/>
              </a:spcAft>
              <a:tabLst>
                <a:tab pos="5828897" algn="r"/>
              </a:tabLst>
              <a:defRPr sz="957"/>
            </a:lvl4pPr>
            <a:lvl5pPr>
              <a:spcAft>
                <a:spcPts val="435"/>
              </a:spcAft>
              <a:tabLst>
                <a:tab pos="5828897" algn="r"/>
              </a:tabLst>
              <a:defRPr sz="957" baseline="0"/>
            </a:lvl5pPr>
          </a:lstStyle>
          <a:p>
            <a:pPr lvl="0"/>
            <a:r>
              <a:rPr lang="en-GB" noProof="0" dirty="0"/>
              <a:t>Edit Master text styles</a:t>
            </a:r>
            <a:endParaRPr lang="en-GB" dirty="0"/>
          </a:p>
          <a:p>
            <a:pPr lvl="1"/>
            <a:r>
              <a:rPr lang="en-GB" noProof="0" dirty="0"/>
              <a:t>Second level</a:t>
            </a:r>
            <a:endParaRPr lang="en-GB" dirty="0"/>
          </a:p>
          <a:p>
            <a:pPr lvl="2"/>
            <a:r>
              <a:rPr lang="en-GB" noProof="0" dirty="0"/>
              <a:t>Third level</a:t>
            </a:r>
            <a:endParaRPr lang="en-GB" dirty="0"/>
          </a:p>
          <a:p>
            <a:pPr lvl="3"/>
            <a:r>
              <a:rPr lang="en-GB" noProof="0" dirty="0"/>
              <a:t>Fourth level</a:t>
            </a:r>
            <a:endParaRPr lang="en-GB" dirty="0"/>
          </a:p>
          <a:p>
            <a:pPr lvl="4"/>
            <a:r>
              <a:rPr lang="en-GB" noProof="0" dirty="0"/>
              <a:t>Fifth level</a:t>
            </a:r>
          </a:p>
        </p:txBody>
      </p:sp>
      <p:sp>
        <p:nvSpPr>
          <p:cNvPr id="7" name="Title Placeholder 1"/>
          <p:cNvSpPr>
            <a:spLocks noGrp="1"/>
          </p:cNvSpPr>
          <p:nvPr>
            <p:ph type="title"/>
          </p:nvPr>
        </p:nvSpPr>
        <p:spPr>
          <a:xfrm>
            <a:off x="469902" y="402590"/>
            <a:ext cx="11252200" cy="698501"/>
          </a:xfrm>
          <a:prstGeom prst="rect">
            <a:avLst/>
          </a:prstGeom>
        </p:spPr>
        <p:txBody>
          <a:bodyPr vert="horz" lIns="0" tIns="0" rIns="0" bIns="0" rtlCol="0" anchor="t" anchorCtr="0">
            <a:noAutofit/>
          </a:bodyPr>
          <a:lstStyle>
            <a:lvl1pPr>
              <a:defRPr sz="1739"/>
            </a:lvl1pPr>
          </a:lstStyle>
          <a:p>
            <a:r>
              <a:rPr lang="en-GB" noProof="0"/>
              <a:t>Click to edit Master title style</a:t>
            </a:r>
            <a:endParaRPr lang="en-GB" noProof="0" dirty="0"/>
          </a:p>
        </p:txBody>
      </p:sp>
      <p:sp>
        <p:nvSpPr>
          <p:cNvPr id="6"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1"/>
          </p:nvPr>
        </p:nvSpPr>
        <p:spPr>
          <a:xfrm>
            <a:off x="6184905" y="6477000"/>
            <a:ext cx="4536727" cy="244476"/>
          </a:xfrm>
          <a:prstGeom prst="rect">
            <a:avLst/>
          </a:prstGeom>
        </p:spPr>
        <p:txBody>
          <a:bodyPr/>
          <a:lstStyle/>
          <a:p>
            <a:endParaRPr lang="en-GB" dirty="0"/>
          </a:p>
        </p:txBody>
      </p:sp>
    </p:spTree>
    <p:extLst>
      <p:ext uri="{BB962C8B-B14F-4D97-AF65-F5344CB8AC3E}">
        <p14:creationId xmlns:p14="http://schemas.microsoft.com/office/powerpoint/2010/main" val="1750961354"/>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39586" y="2125020"/>
            <a:ext cx="5482516" cy="3857777"/>
          </a:xfrm>
        </p:spPr>
        <p:txBody>
          <a:bodyPr>
            <a:noAutofit/>
          </a:bodyPr>
          <a:lstStyle/>
          <a:p>
            <a:r>
              <a:rPr lang="en-GB" noProof="0"/>
              <a:t>Click icon to add chart</a:t>
            </a:r>
            <a:endParaRPr lang="en-GB" noProof="0" dirty="0"/>
          </a:p>
        </p:txBody>
      </p:sp>
      <p:sp>
        <p:nvSpPr>
          <p:cNvPr id="6" name="Text Placeholder 5"/>
          <p:cNvSpPr>
            <a:spLocks noGrp="1"/>
          </p:cNvSpPr>
          <p:nvPr>
            <p:ph type="body" sz="quarter" idx="22"/>
          </p:nvPr>
        </p:nvSpPr>
        <p:spPr>
          <a:xfrm>
            <a:off x="6239587" y="1654032"/>
            <a:ext cx="5482516" cy="420687"/>
          </a:xfrm>
        </p:spPr>
        <p:txBody>
          <a:bodyPr>
            <a:noAutofit/>
          </a:bodyPr>
          <a:lstStyle/>
          <a:p>
            <a:pPr lvl="0"/>
            <a:r>
              <a:rPr lang="en-GB" noProof="0"/>
              <a:t>Edit Master text styles</a:t>
            </a:r>
            <a:endParaRPr lang="en-GB"/>
          </a:p>
        </p:txBody>
      </p:sp>
      <p:sp>
        <p:nvSpPr>
          <p:cNvPr id="9" name="Chart Placeholder 2"/>
          <p:cNvSpPr>
            <a:spLocks noGrp="1"/>
          </p:cNvSpPr>
          <p:nvPr>
            <p:ph type="chart" sz="quarter" idx="24"/>
          </p:nvPr>
        </p:nvSpPr>
        <p:spPr>
          <a:xfrm>
            <a:off x="469902" y="2125020"/>
            <a:ext cx="5482518" cy="3857777"/>
          </a:xfrm>
        </p:spPr>
        <p:txBody>
          <a:bodyPr>
            <a:noAutofit/>
          </a:bodyPr>
          <a:lstStyle/>
          <a:p>
            <a:r>
              <a:rPr lang="en-GB" noProof="0"/>
              <a:t>Click icon to add chart</a:t>
            </a:r>
            <a:endParaRPr lang="en-GB" noProof="0" dirty="0"/>
          </a:p>
        </p:txBody>
      </p:sp>
      <p:sp>
        <p:nvSpPr>
          <p:cNvPr id="12" name="Text Placeholder 5"/>
          <p:cNvSpPr>
            <a:spLocks noGrp="1"/>
          </p:cNvSpPr>
          <p:nvPr>
            <p:ph type="body" sz="quarter" idx="25"/>
          </p:nvPr>
        </p:nvSpPr>
        <p:spPr>
          <a:xfrm>
            <a:off x="469902" y="1665295"/>
            <a:ext cx="5482518" cy="409427"/>
          </a:xfrm>
        </p:spPr>
        <p:txBody>
          <a:bodyPr>
            <a:noAutofit/>
          </a:bodyPr>
          <a:lstStyle/>
          <a:p>
            <a:pPr lvl="0"/>
            <a:r>
              <a:rPr lang="en-GB" noProof="0"/>
              <a:t>Edit Master text styles</a:t>
            </a:r>
            <a:endParaRPr lang="en-GB"/>
          </a:p>
        </p:txBody>
      </p:sp>
      <p:sp>
        <p:nvSpPr>
          <p:cNvPr id="14" name="Text Placeholder 7"/>
          <p:cNvSpPr>
            <a:spLocks noGrp="1"/>
          </p:cNvSpPr>
          <p:nvPr>
            <p:ph type="body" sz="quarter" idx="23"/>
          </p:nvPr>
        </p:nvSpPr>
        <p:spPr>
          <a:xfrm>
            <a:off x="468004" y="5982798"/>
            <a:ext cx="11252201" cy="316411"/>
          </a:xfrm>
        </p:spPr>
        <p:txBody>
          <a:bodyPr>
            <a:noAutofit/>
          </a:bodyPr>
          <a:lstStyle>
            <a:lvl1pPr>
              <a:spcAft>
                <a:spcPts val="0"/>
              </a:spcAft>
              <a:defRPr sz="783"/>
            </a:lvl1pPr>
          </a:lstStyle>
          <a:p>
            <a:pPr lvl="0"/>
            <a:r>
              <a:rPr lang="en-GB" noProof="0"/>
              <a:t>Edit Master text styles</a:t>
            </a:r>
            <a:endParaRPr lang="en-GB"/>
          </a:p>
        </p:txBody>
      </p:sp>
      <p:sp>
        <p:nvSpPr>
          <p:cNvPr id="17" name="Title Placeholder 1"/>
          <p:cNvSpPr>
            <a:spLocks noGrp="1"/>
          </p:cNvSpPr>
          <p:nvPr>
            <p:ph type="title"/>
          </p:nvPr>
        </p:nvSpPr>
        <p:spPr>
          <a:xfrm>
            <a:off x="469902" y="402590"/>
            <a:ext cx="11252200" cy="698501"/>
          </a:xfrm>
          <a:prstGeom prst="rect">
            <a:avLst/>
          </a:prstGeom>
        </p:spPr>
        <p:txBody>
          <a:bodyPr vert="horz" lIns="0" tIns="0" rIns="0" bIns="0" rtlCol="0" anchor="t" anchorCtr="0">
            <a:noAutofit/>
          </a:bodyPr>
          <a:lstStyle>
            <a:lvl1pPr>
              <a:defRPr sz="1739"/>
            </a:lvl1pPr>
          </a:lstStyle>
          <a:p>
            <a:r>
              <a:rPr lang="en-GB" noProof="0"/>
              <a:t>Click to edit Master title style</a:t>
            </a:r>
            <a:endParaRPr lang="en-GB" noProof="0" dirty="0"/>
          </a:p>
        </p:txBody>
      </p:sp>
      <p:sp>
        <p:nvSpPr>
          <p:cNvPr id="16"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6"/>
          </p:nvPr>
        </p:nvSpPr>
        <p:spPr>
          <a:xfrm>
            <a:off x="6184905" y="6477000"/>
            <a:ext cx="4536727" cy="244476"/>
          </a:xfrm>
          <a:prstGeom prst="rect">
            <a:avLst/>
          </a:prstGeom>
        </p:spPr>
        <p:txBody>
          <a:bodyPr/>
          <a:lstStyle/>
          <a:p>
            <a:endParaRPr lang="en-GB" dirty="0"/>
          </a:p>
        </p:txBody>
      </p:sp>
    </p:spTree>
    <p:extLst>
      <p:ext uri="{BB962C8B-B14F-4D97-AF65-F5344CB8AC3E}">
        <p14:creationId xmlns:p14="http://schemas.microsoft.com/office/powerpoint/2010/main" val="2432114390"/>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23" y="1626108"/>
            <a:ext cx="4266983" cy="4673101"/>
          </a:xfrm>
          <a:prstGeom prst="rect">
            <a:avLst/>
          </a:prstGeom>
        </p:spPr>
        <p:txBody>
          <a:bodyPr>
            <a:noAutofit/>
          </a:bodyPr>
          <a:lstStyle>
            <a:lvl1pPr>
              <a:tabLst>
                <a:tab pos="5828897" algn="r"/>
              </a:tabLst>
              <a:defRPr sz="2086">
                <a:solidFill>
                  <a:schemeClr val="accent3"/>
                </a:solidFill>
              </a:defRPr>
            </a:lvl1pPr>
            <a:lvl2pPr>
              <a:tabLst>
                <a:tab pos="5828897" algn="r"/>
              </a:tabLst>
              <a:defRPr/>
            </a:lvl2pPr>
            <a:lvl3pPr>
              <a:tabLst>
                <a:tab pos="5828897" algn="r"/>
              </a:tabLst>
              <a:defRPr/>
            </a:lvl3pPr>
            <a:lvl4pPr>
              <a:tabLst>
                <a:tab pos="5828897" algn="r"/>
              </a:tabLst>
              <a:defRPr/>
            </a:lvl4pPr>
            <a:lvl5pPr>
              <a:tabLst>
                <a:tab pos="5828897" algn="r"/>
              </a:tabLst>
              <a:defRPr baseline="0"/>
            </a:lvl5pPr>
          </a:lstStyle>
          <a:p>
            <a:pPr lvl="0"/>
            <a:r>
              <a:rPr lang="en-GB" noProof="0"/>
              <a:t>Edit Master text styles</a:t>
            </a:r>
            <a:endParaRPr lang="en-GB"/>
          </a:p>
        </p:txBody>
      </p:sp>
      <p:sp>
        <p:nvSpPr>
          <p:cNvPr id="8" name="Content Placeholder 3"/>
          <p:cNvSpPr>
            <a:spLocks noGrp="1"/>
          </p:cNvSpPr>
          <p:nvPr>
            <p:ph sz="quarter" idx="16"/>
          </p:nvPr>
        </p:nvSpPr>
        <p:spPr>
          <a:xfrm>
            <a:off x="469906" y="1665288"/>
            <a:ext cx="6660867" cy="4633913"/>
          </a:xfrm>
          <a:prstGeom prst="rect">
            <a:avLst/>
          </a:prstGeom>
        </p:spPr>
        <p:txBody>
          <a:bodyPr>
            <a:noAutofit/>
          </a:bodyPr>
          <a:lstStyle>
            <a:lvl1pPr>
              <a:tabLst>
                <a:tab pos="5828897" algn="r"/>
              </a:tabLst>
              <a:defRPr/>
            </a:lvl1pPr>
            <a:lvl2pPr>
              <a:tabLst>
                <a:tab pos="5828897" algn="r"/>
              </a:tabLst>
              <a:defRPr/>
            </a:lvl2pPr>
            <a:lvl3pPr>
              <a:tabLst>
                <a:tab pos="5828897" algn="r"/>
              </a:tabLst>
              <a:defRPr/>
            </a:lvl3pPr>
            <a:lvl4pPr>
              <a:tabLst>
                <a:tab pos="5828897" algn="r"/>
              </a:tabLst>
              <a:defRPr/>
            </a:lvl4pPr>
            <a:lvl5pPr>
              <a:tabLst>
                <a:tab pos="5828897"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1" name="Title Placeholder 1"/>
          <p:cNvSpPr>
            <a:spLocks noGrp="1"/>
          </p:cNvSpPr>
          <p:nvPr>
            <p:ph type="title"/>
          </p:nvPr>
        </p:nvSpPr>
        <p:spPr>
          <a:xfrm>
            <a:off x="469902" y="402590"/>
            <a:ext cx="11252200" cy="698501"/>
          </a:xfrm>
          <a:prstGeom prst="rect">
            <a:avLst/>
          </a:prstGeom>
        </p:spPr>
        <p:txBody>
          <a:bodyPr vert="horz" lIns="0" tIns="0" rIns="0" bIns="0" rtlCol="0" anchor="t" anchorCtr="0">
            <a:noAutofit/>
          </a:bodyPr>
          <a:lstStyle>
            <a:lvl1pPr>
              <a:defRPr sz="1739"/>
            </a:lvl1pPr>
          </a:lstStyle>
          <a:p>
            <a:r>
              <a:rPr lang="en-GB" noProof="0"/>
              <a:t>Click to edit Master title style</a:t>
            </a:r>
            <a:endParaRPr lang="en-GB" noProof="0" dirty="0"/>
          </a:p>
        </p:txBody>
      </p:sp>
      <p:sp>
        <p:nvSpPr>
          <p:cNvPr id="10"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7"/>
          </p:nvPr>
        </p:nvSpPr>
        <p:spPr>
          <a:xfrm>
            <a:off x="6184905" y="6477000"/>
            <a:ext cx="4536727" cy="244476"/>
          </a:xfrm>
          <a:prstGeom prst="rect">
            <a:avLst/>
          </a:prstGeom>
        </p:spPr>
        <p:txBody>
          <a:bodyPr/>
          <a:lstStyle/>
          <a:p>
            <a:endParaRPr lang="en-GB" dirty="0"/>
          </a:p>
        </p:txBody>
      </p:sp>
    </p:spTree>
    <p:extLst>
      <p:ext uri="{BB962C8B-B14F-4D97-AF65-F5344CB8AC3E}">
        <p14:creationId xmlns:p14="http://schemas.microsoft.com/office/powerpoint/2010/main" val="523878823"/>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2" y="402590"/>
            <a:ext cx="11252200" cy="698501"/>
          </a:xfrm>
          <a:prstGeom prst="rect">
            <a:avLst/>
          </a:prstGeom>
        </p:spPr>
        <p:txBody>
          <a:bodyPr vert="horz" lIns="0" tIns="0" rIns="0" bIns="0" rtlCol="0" anchor="t" anchorCtr="0">
            <a:noAutofit/>
          </a:bodyPr>
          <a:lstStyle>
            <a:lvl1pPr>
              <a:defRPr sz="1739"/>
            </a:lvl1pPr>
          </a:lstStyle>
          <a:p>
            <a:r>
              <a:rPr lang="en-GB" noProof="0"/>
              <a:t>Click to edit Master title style</a:t>
            </a:r>
            <a:endParaRPr lang="en-GB" noProof="0" dirty="0"/>
          </a:p>
        </p:txBody>
      </p:sp>
      <p:sp>
        <p:nvSpPr>
          <p:cNvPr id="4"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4"/>
          </p:nvPr>
        </p:nvSpPr>
        <p:spPr>
          <a:xfrm>
            <a:off x="6184905" y="6477000"/>
            <a:ext cx="4536727" cy="244476"/>
          </a:xfrm>
          <a:prstGeom prst="rect">
            <a:avLst/>
          </a:prstGeom>
        </p:spPr>
        <p:txBody>
          <a:bodyPr/>
          <a:lstStyle/>
          <a:p>
            <a:endParaRPr lang="en-GB" dirty="0"/>
          </a:p>
        </p:txBody>
      </p:sp>
    </p:spTree>
    <p:extLst>
      <p:ext uri="{BB962C8B-B14F-4D97-AF65-F5344CB8AC3E}">
        <p14:creationId xmlns:p14="http://schemas.microsoft.com/office/powerpoint/2010/main" val="3179902242"/>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2" y="402590"/>
            <a:ext cx="11252200" cy="698501"/>
          </a:xfrm>
          <a:prstGeom prst="rect">
            <a:avLst/>
          </a:prstGeom>
        </p:spPr>
        <p:txBody>
          <a:bodyPr vert="horz" lIns="0" tIns="0" rIns="0" bIns="0" rtlCol="0" anchor="t" anchorCtr="0">
            <a:noAutofit/>
          </a:bodyPr>
          <a:lstStyle>
            <a:lvl1pPr>
              <a:defRPr sz="1739"/>
            </a:lvl1pPr>
          </a:lstStyle>
          <a:p>
            <a:r>
              <a:rPr lang="en-GB" noProof="0"/>
              <a:t>Click to edit Master title style</a:t>
            </a:r>
            <a:endParaRPr lang="en-GB" noProof="0" dirty="0"/>
          </a:p>
        </p:txBody>
      </p:sp>
      <p:sp>
        <p:nvSpPr>
          <p:cNvPr id="2" name="Footer Placeholder 1"/>
          <p:cNvSpPr>
            <a:spLocks noGrp="1"/>
          </p:cNvSpPr>
          <p:nvPr>
            <p:ph type="ftr" sz="quarter" idx="10"/>
          </p:nvPr>
        </p:nvSpPr>
        <p:spPr>
          <a:xfrm>
            <a:off x="6184905" y="6477000"/>
            <a:ext cx="4536727" cy="244476"/>
          </a:xfrm>
          <a:prstGeom prst="rect">
            <a:avLst/>
          </a:prstGeom>
        </p:spPr>
        <p:txBody>
          <a:bodyPr/>
          <a:lstStyle/>
          <a:p>
            <a:endParaRPr lang="en-GB" dirty="0"/>
          </a:p>
        </p:txBody>
      </p:sp>
    </p:spTree>
    <p:extLst>
      <p:ext uri="{BB962C8B-B14F-4D97-AF65-F5344CB8AC3E}">
        <p14:creationId xmlns:p14="http://schemas.microsoft.com/office/powerpoint/2010/main" val="2364071659"/>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3" name="Picture Placeholder 2"/>
          <p:cNvSpPr>
            <a:spLocks noGrp="1"/>
          </p:cNvSpPr>
          <p:nvPr>
            <p:ph type="pic" sz="quarter" idx="14" hasCustomPrompt="1"/>
          </p:nvPr>
        </p:nvSpPr>
        <p:spPr>
          <a:xfrm>
            <a:off x="9402601" y="4102100"/>
            <a:ext cx="2319503" cy="1725448"/>
          </a:xfrm>
        </p:spPr>
        <p:txBody>
          <a:bodyPr anchor="ctr" anchorCtr="0"/>
          <a:lstStyle>
            <a:lvl1pPr algn="ctr">
              <a:defRPr sz="1043"/>
            </a:lvl1pPr>
          </a:lstStyle>
          <a:p>
            <a:r>
              <a:rPr lang="en-GB" sz="1043" noProof="0" dirty="0"/>
              <a:t>Insert sponsorship mark here</a:t>
            </a:r>
            <a:endParaRPr lang="en-GB" noProof="0" dirty="0"/>
          </a:p>
        </p:txBody>
      </p:sp>
      <p:sp>
        <p:nvSpPr>
          <p:cNvPr id="8" name="Text Placeholder 7"/>
          <p:cNvSpPr>
            <a:spLocks noGrp="1"/>
          </p:cNvSpPr>
          <p:nvPr>
            <p:ph type="body" sz="quarter" idx="15"/>
          </p:nvPr>
        </p:nvSpPr>
        <p:spPr>
          <a:xfrm>
            <a:off x="9402602" y="5935484"/>
            <a:ext cx="2319501" cy="363723"/>
          </a:xfrm>
        </p:spPr>
        <p:txBody>
          <a:bodyPr anchor="b" anchorCtr="0"/>
          <a:lstStyle>
            <a:lvl1pPr>
              <a:lnSpc>
                <a:spcPct val="100000"/>
              </a:lnSpc>
              <a:defRPr sz="1101"/>
            </a:lvl1pPr>
          </a:lstStyle>
          <a:p>
            <a:pPr lvl="0"/>
            <a:r>
              <a:rPr lang="en-GB" noProof="0"/>
              <a:t>Edit Master text styles</a:t>
            </a:r>
            <a:endParaRPr lang="en-GB"/>
          </a:p>
        </p:txBody>
      </p:sp>
      <p:sp>
        <p:nvSpPr>
          <p:cNvPr id="20" name="SD_ART_Logo"/>
          <p:cNvSpPr/>
          <p:nvPr userDrawn="1"/>
        </p:nvSpPr>
        <p:spPr>
          <a:xfrm>
            <a:off x="475439" y="464400"/>
            <a:ext cx="2286000" cy="100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565" dirty="0"/>
          </a:p>
        </p:txBody>
      </p:sp>
      <p:pic>
        <p:nvPicPr>
          <p:cNvPr id="1037916276" name="LogoDisclaimerPage"/>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75205" y="464408"/>
            <a:ext cx="1655999" cy="725867"/>
          </a:xfrm>
          <a:prstGeom prst="rect">
            <a:avLst/>
          </a:prstGeom>
        </p:spPr>
      </p:pic>
      <p:sp>
        <p:nvSpPr>
          <p:cNvPr id="2" name="Footer Placeholder 1"/>
          <p:cNvSpPr>
            <a:spLocks noGrp="1"/>
          </p:cNvSpPr>
          <p:nvPr>
            <p:ph type="ftr" sz="quarter" idx="16"/>
          </p:nvPr>
        </p:nvSpPr>
        <p:spPr>
          <a:xfrm>
            <a:off x="6184905" y="6477000"/>
            <a:ext cx="4536727" cy="244476"/>
          </a:xfrm>
          <a:prstGeom prst="rect">
            <a:avLst/>
          </a:prstGeom>
        </p:spPr>
        <p:txBody>
          <a:bodyPr/>
          <a:lstStyle>
            <a:lvl1pPr>
              <a:defRPr>
                <a:solidFill>
                  <a:schemeClr val="bg1"/>
                </a:solidFill>
              </a:defRPr>
            </a:lvl1pPr>
          </a:lstStyle>
          <a:p>
            <a:endParaRPr lang="en-GB" dirty="0"/>
          </a:p>
        </p:txBody>
      </p:sp>
    </p:spTree>
    <p:extLst>
      <p:ext uri="{BB962C8B-B14F-4D97-AF65-F5344CB8AC3E}">
        <p14:creationId xmlns:p14="http://schemas.microsoft.com/office/powerpoint/2010/main" val="15495130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userDrawn="1">
  <p:cSld name="2_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304802" y="266701"/>
            <a:ext cx="11560811" cy="334017"/>
          </a:xfrm>
          <a:prstGeom prst="rect">
            <a:avLst/>
          </a:prstGeom>
        </p:spPr>
        <p:txBody>
          <a:bodyPr vert="horz" lIns="0" tIns="0" rIns="0" bIns="0" rtlCol="0" anchor="t" anchorCtr="0">
            <a:noAutofit/>
          </a:bodyPr>
          <a:lstStyle>
            <a:lvl1pPr>
              <a:defRPr sz="1565">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noProof="0" dirty="0"/>
              <a:t>Click to edit Master title style</a:t>
            </a:r>
          </a:p>
        </p:txBody>
      </p:sp>
      <p:sp>
        <p:nvSpPr>
          <p:cNvPr id="17" name="TextBox 16"/>
          <p:cNvSpPr txBox="1"/>
          <p:nvPr userDrawn="1"/>
        </p:nvSpPr>
        <p:spPr>
          <a:xfrm>
            <a:off x="304803" y="6577035"/>
            <a:ext cx="5355167" cy="86947"/>
          </a:xfrm>
          <a:prstGeom prst="rect">
            <a:avLst/>
          </a:prstGeom>
          <a:noFill/>
        </p:spPr>
        <p:txBody>
          <a:bodyPr wrap="square" lIns="0" tIns="0" rIns="0" bIns="0" rtlCol="0">
            <a:spAutoFit/>
          </a:bodyPr>
          <a:lstStyle/>
          <a:p>
            <a:pPr marL="0" indent="0">
              <a:spcBef>
                <a:spcPts val="695"/>
              </a:spcBef>
              <a:buSzPct val="100000"/>
              <a:buFont typeface="Arial"/>
              <a:buNone/>
            </a:pPr>
            <a:r>
              <a:rPr lang="en-US" sz="565" noProof="0" dirty="0">
                <a:solidFill>
                  <a:schemeClr val="tx1"/>
                </a:solidFill>
              </a:rPr>
              <a:t>©2018 Deloitte </a:t>
            </a:r>
            <a:r>
              <a:rPr lang="en-US" sz="565" noProof="0" dirty="0" err="1">
                <a:solidFill>
                  <a:schemeClr val="tx1"/>
                </a:solidFill>
              </a:rPr>
              <a:t>Touche</a:t>
            </a:r>
            <a:r>
              <a:rPr lang="en-US" sz="565" noProof="0" dirty="0">
                <a:solidFill>
                  <a:schemeClr val="tx1"/>
                </a:solidFill>
              </a:rPr>
              <a:t> Tohmatsu India LLP. All Rights Reserved</a:t>
            </a:r>
          </a:p>
        </p:txBody>
      </p:sp>
      <p:sp>
        <p:nvSpPr>
          <p:cNvPr id="18" name="TextBox 17"/>
          <p:cNvSpPr txBox="1"/>
          <p:nvPr userDrawn="1"/>
        </p:nvSpPr>
        <p:spPr>
          <a:xfrm>
            <a:off x="11568115" y="6577035"/>
            <a:ext cx="307975" cy="86947"/>
          </a:xfrm>
          <a:prstGeom prst="rect">
            <a:avLst/>
          </a:prstGeom>
          <a:noFill/>
        </p:spPr>
        <p:txBody>
          <a:bodyPr wrap="square" lIns="0" tIns="0" rIns="0" bIns="0" rtlCol="0">
            <a:spAutoFit/>
          </a:bodyPr>
          <a:lstStyle/>
          <a:p>
            <a:pPr marL="0" indent="0" algn="r">
              <a:spcBef>
                <a:spcPts val="695"/>
              </a:spcBef>
              <a:buSzPct val="100000"/>
              <a:buFont typeface="Arial"/>
              <a:buNone/>
            </a:pPr>
            <a:fld id="{C58DF478-B544-4ED8-9ED4-6A2648E2D233}" type="slidenum">
              <a:rPr lang="en-US" sz="565" noProof="0" smtClean="0">
                <a:solidFill>
                  <a:schemeClr val="tx1"/>
                </a:solidFill>
              </a:rPr>
              <a:pPr marL="0" indent="0" algn="r">
                <a:spcBef>
                  <a:spcPts val="695"/>
                </a:spcBef>
                <a:buSzPct val="100000"/>
                <a:buFont typeface="Arial"/>
                <a:buNone/>
              </a:pPr>
              <a:t>‹#›</a:t>
            </a:fld>
            <a:endParaRPr lang="en-US" sz="565" noProof="0" dirty="0">
              <a:solidFill>
                <a:schemeClr val="tx1"/>
              </a:solidFill>
            </a:endParaRPr>
          </a:p>
        </p:txBody>
      </p:sp>
    </p:spTree>
    <p:extLst>
      <p:ext uri="{BB962C8B-B14F-4D97-AF65-F5344CB8AC3E}">
        <p14:creationId xmlns:p14="http://schemas.microsoft.com/office/powerpoint/2010/main" val="985454780"/>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MAIN CONTENT LAYOUT">
    <p:spTree>
      <p:nvGrpSpPr>
        <p:cNvPr id="1" name=""/>
        <p:cNvGrpSpPr/>
        <p:nvPr/>
      </p:nvGrpSpPr>
      <p:grpSpPr>
        <a:xfrm>
          <a:off x="0" y="0"/>
          <a:ext cx="0" cy="0"/>
          <a:chOff x="0" y="0"/>
          <a:chExt cx="0" cy="0"/>
        </a:xfrm>
      </p:grpSpPr>
      <p:sp>
        <p:nvSpPr>
          <p:cNvPr id="14" name="Text Placeholder 18"/>
          <p:cNvSpPr>
            <a:spLocks noGrp="1"/>
          </p:cNvSpPr>
          <p:nvPr>
            <p:ph idx="1"/>
          </p:nvPr>
        </p:nvSpPr>
        <p:spPr>
          <a:xfrm>
            <a:off x="469900" y="1665288"/>
            <a:ext cx="11226800" cy="4633913"/>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Text Placeholder 8"/>
          <p:cNvSpPr>
            <a:spLocks noGrp="1"/>
          </p:cNvSpPr>
          <p:nvPr>
            <p:ph type="body" sz="quarter" idx="13" hasCustomPrompt="1"/>
          </p:nvPr>
        </p:nvSpPr>
        <p:spPr>
          <a:xfrm>
            <a:off x="469900" y="736691"/>
            <a:ext cx="11226800" cy="453483"/>
          </a:xfrm>
          <a:prstGeom prst="rect">
            <a:avLst/>
          </a:prstGeom>
        </p:spPr>
        <p:txBody>
          <a:bodyPr lIns="0" tIns="0" rIns="0" bIns="0">
            <a:noAutofit/>
          </a:bodyPr>
          <a:lstStyle>
            <a:lvl1pPr marL="0" indent="0">
              <a:buNone/>
              <a:defRPr sz="1565"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0" y="402587"/>
            <a:ext cx="11226800" cy="334102"/>
          </a:xfrm>
          <a:prstGeom prst="rect">
            <a:avLst/>
          </a:prstGeom>
        </p:spPr>
        <p:txBody>
          <a:bodyPr vert="horz" lIns="0" tIns="0" rIns="0" bIns="0" rtlCol="0" anchor="t" anchorCtr="0">
            <a:noAutofit/>
          </a:bodyPr>
          <a:lstStyle>
            <a:lvl1pPr>
              <a:defRPr sz="1739"/>
            </a:lvl1pPr>
          </a:lstStyle>
          <a:p>
            <a:r>
              <a:rPr lang="en-US" noProof="0" dirty="0"/>
              <a:t>Click to edit Master title style</a:t>
            </a:r>
          </a:p>
        </p:txBody>
      </p:sp>
    </p:spTree>
    <p:extLst>
      <p:ext uri="{BB962C8B-B14F-4D97-AF65-F5344CB8AC3E}">
        <p14:creationId xmlns:p14="http://schemas.microsoft.com/office/powerpoint/2010/main" val="3410255586"/>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3_Title, subtitle &amp; 1 column tex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93" y="1592"/>
          <a:ext cx="1587" cy="1587"/>
        </p:xfrm>
        <a:graphic>
          <a:graphicData uri="http://schemas.openxmlformats.org/presentationml/2006/ole">
            <mc:AlternateContent xmlns:mc="http://schemas.openxmlformats.org/markup-compatibility/2006">
              <mc:Choice xmlns:v="urn:schemas-microsoft-com:vml" Requires="v">
                <p:oleObj spid="_x0000_s201906" name="think-cell Slide" r:id="rId4" imgW="530" imgH="531" progId="TCLayout.ActiveDocument.1">
                  <p:embed/>
                </p:oleObj>
              </mc:Choice>
              <mc:Fallback>
                <p:oleObj name="think-cell Slide" r:id="rId4" imgW="530" imgH="531" progId="TCLayout.ActiveDocument.1">
                  <p:embed/>
                  <p:pic>
                    <p:nvPicPr>
                      <p:cNvPr id="2" name="Object 1" hidden="1"/>
                      <p:cNvPicPr/>
                      <p:nvPr/>
                    </p:nvPicPr>
                    <p:blipFill>
                      <a:blip r:embed="rId5"/>
                      <a:stretch>
                        <a:fillRect/>
                      </a:stretch>
                    </p:blipFill>
                    <p:spPr>
                      <a:xfrm>
                        <a:off x="1593" y="1592"/>
                        <a:ext cx="1587" cy="1587"/>
                      </a:xfrm>
                      <a:prstGeom prst="rect">
                        <a:avLst/>
                      </a:prstGeom>
                    </p:spPr>
                  </p:pic>
                </p:oleObj>
              </mc:Fallback>
            </mc:AlternateContent>
          </a:graphicData>
        </a:graphic>
      </p:graphicFrame>
      <p:sp>
        <p:nvSpPr>
          <p:cNvPr id="13" name="Text Placeholder 8"/>
          <p:cNvSpPr>
            <a:spLocks noGrp="1"/>
          </p:cNvSpPr>
          <p:nvPr>
            <p:ph type="body" sz="quarter" idx="13" hasCustomPrompt="1"/>
          </p:nvPr>
        </p:nvSpPr>
        <p:spPr>
          <a:xfrm>
            <a:off x="501651" y="725142"/>
            <a:ext cx="11185627" cy="858222"/>
          </a:xfrm>
          <a:prstGeom prst="rect">
            <a:avLst/>
          </a:prstGeom>
        </p:spPr>
        <p:txBody>
          <a:bodyPr lIns="0" tIns="0" rIns="0" bIns="0">
            <a:noAutofit/>
          </a:bodyPr>
          <a:lstStyle>
            <a:lvl1pPr marL="0" indent="0">
              <a:buNone/>
              <a:defRPr sz="1391" b="0">
                <a:solidFill>
                  <a:srgbClr val="575757"/>
                </a:solidFill>
              </a:defRPr>
            </a:lvl1pPr>
          </a:lstStyle>
          <a:p>
            <a:pPr lvl="0"/>
            <a:r>
              <a:rPr lang="en-US" noProof="0" dirty="0"/>
              <a:t>Click to add subtitle</a:t>
            </a:r>
          </a:p>
        </p:txBody>
      </p:sp>
      <p:sp>
        <p:nvSpPr>
          <p:cNvPr id="15" name="Title Placeholder 1"/>
          <p:cNvSpPr>
            <a:spLocks noGrp="1"/>
          </p:cNvSpPr>
          <p:nvPr>
            <p:ph type="title"/>
          </p:nvPr>
        </p:nvSpPr>
        <p:spPr>
          <a:xfrm>
            <a:off x="501651" y="346493"/>
            <a:ext cx="11185627" cy="378648"/>
          </a:xfrm>
          <a:prstGeom prst="rect">
            <a:avLst/>
          </a:prstGeom>
        </p:spPr>
        <p:txBody>
          <a:bodyPr vert="horz" lIns="0" tIns="0" rIns="0" bIns="0" rtlCol="0" anchor="t" anchorCtr="0">
            <a:noAutofit/>
          </a:bodyPr>
          <a:lstStyle>
            <a:lvl1pPr>
              <a:defRPr/>
            </a:lvl1pPr>
          </a:lstStyle>
          <a:p>
            <a:r>
              <a:rPr lang="en-US" noProof="0" dirty="0"/>
              <a:t>Click to edit Master title style</a:t>
            </a:r>
          </a:p>
        </p:txBody>
      </p:sp>
      <p:sp>
        <p:nvSpPr>
          <p:cNvPr id="16" name="Text Placeholder 18"/>
          <p:cNvSpPr>
            <a:spLocks noGrp="1"/>
          </p:cNvSpPr>
          <p:nvPr>
            <p:ph idx="1"/>
          </p:nvPr>
        </p:nvSpPr>
        <p:spPr>
          <a:xfrm>
            <a:off x="501653" y="1665288"/>
            <a:ext cx="11188700" cy="4716462"/>
          </a:xfrm>
          <a:prstGeom prst="rect">
            <a:avLst/>
          </a:prstGeom>
        </p:spPr>
        <p:txBody>
          <a:bodyPr vert="horz" lIns="0" tIns="0" rIns="0" bIns="0" rtlCol="0">
            <a:noAutofit/>
          </a:bodyPr>
          <a:lstStyle>
            <a:lvl3pPr marL="158974" indent="-158974">
              <a:defRPr/>
            </a:lvl3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3591941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958" y="1594"/>
          <a:ext cx="1953" cy="1587"/>
        </p:xfrm>
        <a:graphic>
          <a:graphicData uri="http://schemas.openxmlformats.org/presentationml/2006/ole">
            <mc:AlternateContent xmlns:mc="http://schemas.openxmlformats.org/markup-compatibility/2006">
              <mc:Choice xmlns:v="urn:schemas-microsoft-com:vml" Requires="v">
                <p:oleObj spid="_x0000_s202930" name="think-cell Slide" r:id="rId4" imgW="530" imgH="531" progId="TCLayout.ActiveDocument.1">
                  <p:embed/>
                </p:oleObj>
              </mc:Choice>
              <mc:Fallback>
                <p:oleObj name="think-cell Slide" r:id="rId4" imgW="530" imgH="531" progId="TCLayout.ActiveDocument.1">
                  <p:embed/>
                  <p:pic>
                    <p:nvPicPr>
                      <p:cNvPr id="2" name="Object 1" hidden="1"/>
                      <p:cNvPicPr/>
                      <p:nvPr/>
                    </p:nvPicPr>
                    <p:blipFill>
                      <a:blip r:embed="rId5"/>
                      <a:stretch>
                        <a:fillRect/>
                      </a:stretch>
                    </p:blipFill>
                    <p:spPr>
                      <a:xfrm>
                        <a:off x="1958" y="1594"/>
                        <a:ext cx="1953" cy="1587"/>
                      </a:xfrm>
                      <a:prstGeom prst="rect">
                        <a:avLst/>
                      </a:prstGeom>
                    </p:spPr>
                  </p:pic>
                </p:oleObj>
              </mc:Fallback>
            </mc:AlternateContent>
          </a:graphicData>
        </a:graphic>
      </p:graphicFrame>
    </p:spTree>
    <p:extLst>
      <p:ext uri="{BB962C8B-B14F-4D97-AF65-F5344CB8AC3E}">
        <p14:creationId xmlns:p14="http://schemas.microsoft.com/office/powerpoint/2010/main" val="147648105"/>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1">
                <a:solidFill>
                  <a:schemeClr val="bg1"/>
                </a:solidFill>
                <a:latin typeface="Verdana"/>
                <a:cs typeface="Verdana"/>
              </a:defRPr>
            </a:lvl1pPr>
          </a:lstStyle>
          <a:p>
            <a:endParaRPr lang="en-GB" dirty="0"/>
          </a:p>
        </p:txBody>
      </p:sp>
      <p:sp>
        <p:nvSpPr>
          <p:cNvPr id="3" name="Holder 3"/>
          <p:cNvSpPr>
            <a:spLocks noGrp="1"/>
          </p:cNvSpPr>
          <p:nvPr>
            <p:ph type="body" idx="1"/>
          </p:nvPr>
        </p:nvSpPr>
        <p:spPr/>
        <p:txBody>
          <a:bodyPr lIns="0" tIns="0" rIns="0" bIns="0"/>
          <a:lstStyle>
            <a:lvl1pPr>
              <a:defRPr sz="2000" b="0" i="0">
                <a:solidFill>
                  <a:srgbClr val="2C5234"/>
                </a:solidFill>
                <a:latin typeface="Verdana"/>
                <a:cs typeface="Verdana"/>
              </a:defRPr>
            </a:lvl1pPr>
          </a:lstStyle>
          <a:p>
            <a:endParaRPr lang="en-GB" dirty="0"/>
          </a:p>
        </p:txBody>
      </p:sp>
      <p:sp>
        <p:nvSpPr>
          <p:cNvPr id="4" name="Holder 4"/>
          <p:cNvSpPr>
            <a:spLocks noGrp="1"/>
          </p:cNvSpPr>
          <p:nvPr>
            <p:ph type="ftr" sz="quarter" idx="5"/>
          </p:nvPr>
        </p:nvSpPr>
        <p:spPr>
          <a:xfrm>
            <a:off x="4145280" y="6377940"/>
            <a:ext cx="3901440" cy="342900"/>
          </a:xfrm>
          <a:prstGeom prst="rect">
            <a:avLst/>
          </a:prstGeom>
        </p:spPr>
        <p:txBody>
          <a:bodyPr lIns="0" tIns="0" rIns="0" bIns="0"/>
          <a:lstStyle>
            <a:lvl1pPr algn="ctr">
              <a:defRPr>
                <a:solidFill>
                  <a:schemeClr val="tx1">
                    <a:tint val="75000"/>
                  </a:schemeClr>
                </a:solidFill>
              </a:defRPr>
            </a:lvl1pPr>
          </a:lstStyle>
          <a:p>
            <a:endParaRPr lang="en-GB" dirty="0"/>
          </a:p>
        </p:txBody>
      </p:sp>
      <p:sp>
        <p:nvSpPr>
          <p:cNvPr id="5" name="Holder 5"/>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GB" smtClean="0"/>
              <a:t>03/11/2021</a:t>
            </a:fld>
            <a:endParaRPr lang="en-GB" dirty="0"/>
          </a:p>
        </p:txBody>
      </p:sp>
      <p:sp>
        <p:nvSpPr>
          <p:cNvPr id="6" name="Holder 6"/>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lang="en-GB" smtClean="0"/>
              <a:t>‹#›</a:t>
            </a:fld>
            <a:endParaRPr lang="en-GB" dirty="0"/>
          </a:p>
        </p:txBody>
      </p:sp>
    </p:spTree>
    <p:extLst>
      <p:ext uri="{BB962C8B-B14F-4D97-AF65-F5344CB8AC3E}">
        <p14:creationId xmlns:p14="http://schemas.microsoft.com/office/powerpoint/2010/main" val="340264402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oleObject" Target="../embeddings/oleObject1.bin"/><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vmlDrawing" Target="../drawings/vmlDrawing1.v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48" Type="http://schemas.openxmlformats.org/officeDocument/2006/relationships/image" Target="../media/image1.emf"/><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ags" Target="../tags/tag3.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0.xml"/><Relationship Id="rId13" Type="http://schemas.openxmlformats.org/officeDocument/2006/relationships/slideLayout" Target="../slideLayouts/slideLayout55.xml"/><Relationship Id="rId18" Type="http://schemas.openxmlformats.org/officeDocument/2006/relationships/theme" Target="../theme/theme2.xml"/><Relationship Id="rId3" Type="http://schemas.openxmlformats.org/officeDocument/2006/relationships/slideLayout" Target="../slideLayouts/slideLayout45.xml"/><Relationship Id="rId21" Type="http://schemas.openxmlformats.org/officeDocument/2006/relationships/oleObject" Target="../embeddings/oleObject3.bin"/><Relationship Id="rId7" Type="http://schemas.openxmlformats.org/officeDocument/2006/relationships/slideLayout" Target="../slideLayouts/slideLayout49.xml"/><Relationship Id="rId12" Type="http://schemas.openxmlformats.org/officeDocument/2006/relationships/slideLayout" Target="../slideLayouts/slideLayout54.xml"/><Relationship Id="rId17" Type="http://schemas.openxmlformats.org/officeDocument/2006/relationships/slideLayout" Target="../slideLayouts/slideLayout59.xml"/><Relationship Id="rId2" Type="http://schemas.openxmlformats.org/officeDocument/2006/relationships/slideLayout" Target="../slideLayouts/slideLayout44.xml"/><Relationship Id="rId16" Type="http://schemas.openxmlformats.org/officeDocument/2006/relationships/slideLayout" Target="../slideLayouts/slideLayout58.xml"/><Relationship Id="rId20" Type="http://schemas.openxmlformats.org/officeDocument/2006/relationships/tags" Target="../tags/tag6.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5" Type="http://schemas.openxmlformats.org/officeDocument/2006/relationships/slideLayout" Target="../slideLayouts/slideLayout47.xml"/><Relationship Id="rId15" Type="http://schemas.openxmlformats.org/officeDocument/2006/relationships/slideLayout" Target="../slideLayouts/slideLayout57.xml"/><Relationship Id="rId10" Type="http://schemas.openxmlformats.org/officeDocument/2006/relationships/slideLayout" Target="../slideLayouts/slideLayout52.xml"/><Relationship Id="rId19" Type="http://schemas.openxmlformats.org/officeDocument/2006/relationships/vmlDrawing" Target="../drawings/vmlDrawing3.vml"/><Relationship Id="rId4" Type="http://schemas.openxmlformats.org/officeDocument/2006/relationships/slideLayout" Target="../slideLayouts/slideLayout46.xml"/><Relationship Id="rId9" Type="http://schemas.openxmlformats.org/officeDocument/2006/relationships/slideLayout" Target="../slideLayouts/slideLayout51.xml"/><Relationship Id="rId14" Type="http://schemas.openxmlformats.org/officeDocument/2006/relationships/slideLayout" Target="../slideLayouts/slideLayout56.xml"/><Relationship Id="rId22"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5"/>
            </p:custDataLst>
            <p:extLst>
              <p:ext uri="{D42A27DB-BD31-4B8C-83A1-F6EECF244321}">
                <p14:modId xmlns:p14="http://schemas.microsoft.com/office/powerpoint/2010/main" val="1644318490"/>
              </p:ext>
            </p:extLst>
          </p:nvPr>
        </p:nvGraphicFramePr>
        <p:xfrm>
          <a:off x="2121" y="1592"/>
          <a:ext cx="2117" cy="1587"/>
        </p:xfrm>
        <a:graphic>
          <a:graphicData uri="http://schemas.openxmlformats.org/presentationml/2006/ole">
            <mc:AlternateContent xmlns:mc="http://schemas.openxmlformats.org/markup-compatibility/2006">
              <mc:Choice xmlns:v="urn:schemas-microsoft-com:vml" Requires="v">
                <p:oleObj spid="_x0000_s34133" name="think-cell Slide" r:id="rId47" imgW="270" imgH="270" progId="TCLayout.ActiveDocument.1">
                  <p:embed/>
                </p:oleObj>
              </mc:Choice>
              <mc:Fallback>
                <p:oleObj name="think-cell Slide" r:id="rId47" imgW="270" imgH="270" progId="TCLayout.ActiveDocument.1">
                  <p:embed/>
                  <p:pic>
                    <p:nvPicPr>
                      <p:cNvPr id="4" name="Object 3" hidden="1"/>
                      <p:cNvPicPr/>
                      <p:nvPr/>
                    </p:nvPicPr>
                    <p:blipFill>
                      <a:blip r:embed="rId48"/>
                      <a:stretch>
                        <a:fillRect/>
                      </a:stretch>
                    </p:blipFill>
                    <p:spPr>
                      <a:xfrm>
                        <a:off x="2121" y="1592"/>
                        <a:ext cx="2117" cy="1587"/>
                      </a:xfrm>
                      <a:prstGeom prst="rect">
                        <a:avLst/>
                      </a:prstGeom>
                    </p:spPr>
                  </p:pic>
                </p:oleObj>
              </mc:Fallback>
            </mc:AlternateContent>
          </a:graphicData>
        </a:graphic>
      </p:graphicFrame>
      <p:sp>
        <p:nvSpPr>
          <p:cNvPr id="5" name="Rectangle 4" hidden="1"/>
          <p:cNvSpPr/>
          <p:nvPr userDrawn="1">
            <p:custDataLst>
              <p:tags r:id="rId46"/>
            </p:custDataLst>
          </p:nvPr>
        </p:nvSpPr>
        <p:spPr bwMode="gray">
          <a:xfrm>
            <a:off x="0" y="0"/>
            <a:ext cx="140074" cy="140074"/>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eaLnBrk="1">
              <a:lnSpc>
                <a:spcPct val="106000"/>
              </a:lnSpc>
              <a:buFont typeface="Wingdings 2" pitchFamily="18" charset="2"/>
              <a:buNone/>
            </a:pPr>
            <a:endParaRPr lang="en-US" sz="2667"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01653" y="317505"/>
            <a:ext cx="11188700" cy="692150"/>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8" name="TextBox 17"/>
          <p:cNvSpPr txBox="1"/>
          <p:nvPr userDrawn="1"/>
        </p:nvSpPr>
        <p:spPr>
          <a:xfrm>
            <a:off x="501652" y="6477004"/>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867" dirty="0">
                <a:solidFill>
                  <a:prstClr val="black"/>
                </a:solidFill>
              </a:rPr>
              <a:t>© 2021 Deloitte Touche Tohmatsu India LLP</a:t>
            </a:r>
          </a:p>
        </p:txBody>
      </p:sp>
      <p:sp>
        <p:nvSpPr>
          <p:cNvPr id="19" name="Text Placeholder 18"/>
          <p:cNvSpPr>
            <a:spLocks noGrp="1"/>
          </p:cNvSpPr>
          <p:nvPr>
            <p:ph type="body" idx="1"/>
          </p:nvPr>
        </p:nvSpPr>
        <p:spPr>
          <a:xfrm>
            <a:off x="501652" y="1665289"/>
            <a:ext cx="11188700" cy="4716462"/>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TextBox 2"/>
          <p:cNvSpPr txBox="1"/>
          <p:nvPr userDrawn="1"/>
        </p:nvSpPr>
        <p:spPr>
          <a:xfrm>
            <a:off x="11382379" y="6477001"/>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dirty="0">
              <a:solidFill>
                <a:prstClr val="black"/>
              </a:solidFill>
            </a:endParaRPr>
          </a:p>
        </p:txBody>
      </p:sp>
    </p:spTree>
    <p:extLst>
      <p:ext uri="{BB962C8B-B14F-4D97-AF65-F5344CB8AC3E}">
        <p14:creationId xmlns:p14="http://schemas.microsoft.com/office/powerpoint/2010/main" val="3197474883"/>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1" r:id="rId14"/>
    <p:sldLayoutId id="2147483772" r:id="rId15"/>
    <p:sldLayoutId id="2147483773" r:id="rId16"/>
    <p:sldLayoutId id="2147483774" r:id="rId17"/>
    <p:sldLayoutId id="2147483775" r:id="rId18"/>
    <p:sldLayoutId id="2147483776" r:id="rId19"/>
    <p:sldLayoutId id="2147483777" r:id="rId20"/>
    <p:sldLayoutId id="2147483778" r:id="rId21"/>
    <p:sldLayoutId id="2147483779" r:id="rId22"/>
    <p:sldLayoutId id="2147483780" r:id="rId23"/>
    <p:sldLayoutId id="2147483781" r:id="rId24"/>
    <p:sldLayoutId id="2147483782" r:id="rId25"/>
    <p:sldLayoutId id="2147483783" r:id="rId26"/>
    <p:sldLayoutId id="2147483784" r:id="rId27"/>
    <p:sldLayoutId id="2147483785" r:id="rId28"/>
    <p:sldLayoutId id="2147483786" r:id="rId29"/>
    <p:sldLayoutId id="2147483787" r:id="rId30"/>
    <p:sldLayoutId id="2147483788" r:id="rId31"/>
    <p:sldLayoutId id="2147483789" r:id="rId32"/>
    <p:sldLayoutId id="2147483790" r:id="rId33"/>
    <p:sldLayoutId id="2147483791" r:id="rId34"/>
    <p:sldLayoutId id="2147483793" r:id="rId35"/>
    <p:sldLayoutId id="2147483794" r:id="rId36"/>
    <p:sldLayoutId id="2147483795" r:id="rId37"/>
    <p:sldLayoutId id="2147483796" r:id="rId38"/>
    <p:sldLayoutId id="2147483797" r:id="rId39"/>
    <p:sldLayoutId id="2147483826" r:id="rId40"/>
    <p:sldLayoutId id="2147483830" r:id="rId41"/>
    <p:sldLayoutId id="2147484003" r:id="rId42"/>
  </p:sldLayoutIdLst>
  <p:transition>
    <p:fade/>
  </p:transition>
  <p:hf hdr="0" dt="0"/>
  <p:txStyles>
    <p:titleStyle>
      <a:lvl1pPr algn="l" defTabSz="1219231" rtl="0" eaLnBrk="1" latinLnBrk="0" hangingPunct="1">
        <a:spcBef>
          <a:spcPct val="0"/>
        </a:spcBef>
        <a:buNone/>
        <a:defRPr sz="2667" kern="1200">
          <a:solidFill>
            <a:schemeClr val="tx1"/>
          </a:solidFill>
          <a:latin typeface="+mj-lt"/>
          <a:ea typeface="+mj-ea"/>
          <a:cs typeface="+mj-cs"/>
        </a:defRPr>
      </a:lvl1pPr>
    </p:titleStyle>
    <p:body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231" rtl="0" eaLnBrk="1" latinLnBrk="0" hangingPunct="1">
        <a:defRPr sz="2400" kern="1200">
          <a:solidFill>
            <a:schemeClr val="tx1"/>
          </a:solidFill>
          <a:latin typeface="+mn-lt"/>
          <a:ea typeface="+mn-ea"/>
          <a:cs typeface="+mn-cs"/>
        </a:defRPr>
      </a:lvl1pPr>
      <a:lvl2pPr marL="609616" algn="l" defTabSz="1219231" rtl="0" eaLnBrk="1" latinLnBrk="0" hangingPunct="1">
        <a:defRPr sz="2400" kern="1200">
          <a:solidFill>
            <a:schemeClr val="tx1"/>
          </a:solidFill>
          <a:latin typeface="+mn-lt"/>
          <a:ea typeface="+mn-ea"/>
          <a:cs typeface="+mn-cs"/>
        </a:defRPr>
      </a:lvl2pPr>
      <a:lvl3pPr marL="1219231" algn="l" defTabSz="1219231" rtl="0" eaLnBrk="1" latinLnBrk="0" hangingPunct="1">
        <a:defRPr sz="2400" kern="1200">
          <a:solidFill>
            <a:schemeClr val="tx1"/>
          </a:solidFill>
          <a:latin typeface="+mn-lt"/>
          <a:ea typeface="+mn-ea"/>
          <a:cs typeface="+mn-cs"/>
        </a:defRPr>
      </a:lvl3pPr>
      <a:lvl4pPr marL="1828848" algn="l" defTabSz="1219231" rtl="0" eaLnBrk="1" latinLnBrk="0" hangingPunct="1">
        <a:defRPr sz="2400" kern="1200">
          <a:solidFill>
            <a:schemeClr val="tx1"/>
          </a:solidFill>
          <a:latin typeface="+mn-lt"/>
          <a:ea typeface="+mn-ea"/>
          <a:cs typeface="+mn-cs"/>
        </a:defRPr>
      </a:lvl4pPr>
      <a:lvl5pPr marL="2438464" algn="l" defTabSz="1219231" rtl="0" eaLnBrk="1" latinLnBrk="0" hangingPunct="1">
        <a:defRPr sz="2400" kern="1200">
          <a:solidFill>
            <a:schemeClr val="tx1"/>
          </a:solidFill>
          <a:latin typeface="+mn-lt"/>
          <a:ea typeface="+mn-ea"/>
          <a:cs typeface="+mn-cs"/>
        </a:defRPr>
      </a:lvl5pPr>
      <a:lvl6pPr marL="3048080" algn="l" defTabSz="1219231" rtl="0" eaLnBrk="1" latinLnBrk="0" hangingPunct="1">
        <a:defRPr sz="2400" kern="1200">
          <a:solidFill>
            <a:schemeClr val="tx1"/>
          </a:solidFill>
          <a:latin typeface="+mn-lt"/>
          <a:ea typeface="+mn-ea"/>
          <a:cs typeface="+mn-cs"/>
        </a:defRPr>
      </a:lvl6pPr>
      <a:lvl7pPr marL="3657695" algn="l" defTabSz="1219231" rtl="0" eaLnBrk="1" latinLnBrk="0" hangingPunct="1">
        <a:defRPr sz="2400" kern="1200">
          <a:solidFill>
            <a:schemeClr val="tx1"/>
          </a:solidFill>
          <a:latin typeface="+mn-lt"/>
          <a:ea typeface="+mn-ea"/>
          <a:cs typeface="+mn-cs"/>
        </a:defRPr>
      </a:lvl7pPr>
      <a:lvl8pPr marL="4267311" algn="l" defTabSz="1219231" rtl="0" eaLnBrk="1" latinLnBrk="0" hangingPunct="1">
        <a:defRPr sz="2400" kern="1200">
          <a:solidFill>
            <a:schemeClr val="tx1"/>
          </a:solidFill>
          <a:latin typeface="+mn-lt"/>
          <a:ea typeface="+mn-ea"/>
          <a:cs typeface="+mn-cs"/>
        </a:defRPr>
      </a:lvl8pPr>
      <a:lvl9pPr marL="4876928" algn="l" defTabSz="1219231"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556" userDrawn="1">
          <p15:clr>
            <a:srgbClr val="F26B43"/>
          </p15:clr>
        </p15:guide>
        <p15:guide id="2" pos="359" userDrawn="1">
          <p15:clr>
            <a:srgbClr val="F26B43"/>
          </p15:clr>
        </p15:guide>
        <p15:guide id="3" pos="8345" userDrawn="1">
          <p15:clr>
            <a:srgbClr val="F26B43"/>
          </p15:clr>
        </p15:guide>
        <p15:guide id="4" orient="horz" pos="227" userDrawn="1">
          <p15:clr>
            <a:srgbClr val="F26B43"/>
          </p15:clr>
        </p15:guide>
        <p15:guide id="5" orient="horz" pos="1189" userDrawn="1">
          <p15:clr>
            <a:srgbClr val="F26B43"/>
          </p15:clr>
        </p15:guide>
        <p15:guide id="6" orient="horz" pos="725"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0"/>
            </p:custDataLst>
            <p:extLst>
              <p:ext uri="{D42A27DB-BD31-4B8C-83A1-F6EECF244321}">
                <p14:modId xmlns:p14="http://schemas.microsoft.com/office/powerpoint/2010/main" val="1994941365"/>
              </p:ext>
            </p:extLst>
          </p:nvPr>
        </p:nvGraphicFramePr>
        <p:xfrm>
          <a:off x="2119" y="1594"/>
          <a:ext cx="2116" cy="1587"/>
        </p:xfrm>
        <a:graphic>
          <a:graphicData uri="http://schemas.openxmlformats.org/presentationml/2006/ole">
            <mc:AlternateContent xmlns:mc="http://schemas.openxmlformats.org/markup-compatibility/2006">
              <mc:Choice xmlns:v="urn:schemas-microsoft-com:vml" Requires="v">
                <p:oleObj spid="_x0000_s200882" name="think-cell Slide" r:id="rId21" imgW="270" imgH="270" progId="TCLayout.ActiveDocument.1">
                  <p:embed/>
                </p:oleObj>
              </mc:Choice>
              <mc:Fallback>
                <p:oleObj name="think-cell Slide" r:id="rId21" imgW="270" imgH="270" progId="TCLayout.ActiveDocument.1">
                  <p:embed/>
                  <p:pic>
                    <p:nvPicPr>
                      <p:cNvPr id="4" name="Object 3" hidden="1"/>
                      <p:cNvPicPr/>
                      <p:nvPr/>
                    </p:nvPicPr>
                    <p:blipFill>
                      <a:blip r:embed="rId22"/>
                      <a:stretch>
                        <a:fillRect/>
                      </a:stretch>
                    </p:blipFill>
                    <p:spPr>
                      <a:xfrm>
                        <a:off x="2119" y="1594"/>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69902" y="402594"/>
            <a:ext cx="11252200" cy="692151"/>
          </a:xfrm>
          <a:prstGeom prst="rect">
            <a:avLst/>
          </a:prstGeom>
        </p:spPr>
        <p:txBody>
          <a:bodyPr vert="horz" lIns="0" tIns="0" rIns="0" bIns="0" rtlCol="0" anchor="t" anchorCtr="0">
            <a:noAutofit/>
          </a:bodyPr>
          <a:lstStyle/>
          <a:p>
            <a:r>
              <a:rPr lang="en-GB" noProof="0"/>
              <a:t>Click to edit Master title style</a:t>
            </a:r>
            <a:endParaRPr lang="en-GB" noProof="0" dirty="0"/>
          </a:p>
        </p:txBody>
      </p:sp>
      <p:sp>
        <p:nvSpPr>
          <p:cNvPr id="19" name="Text Placeholder 18"/>
          <p:cNvSpPr>
            <a:spLocks noGrp="1"/>
          </p:cNvSpPr>
          <p:nvPr>
            <p:ph type="body" idx="1"/>
          </p:nvPr>
        </p:nvSpPr>
        <p:spPr>
          <a:xfrm>
            <a:off x="469902" y="1665294"/>
            <a:ext cx="11252200" cy="4633911"/>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2" name="TextBox 11"/>
          <p:cNvSpPr txBox="1"/>
          <p:nvPr userDrawn="1"/>
        </p:nvSpPr>
        <p:spPr>
          <a:xfrm>
            <a:off x="11410955" y="6656303"/>
            <a:ext cx="307975" cy="86947"/>
          </a:xfrm>
          <a:prstGeom prst="rect">
            <a:avLst/>
          </a:prstGeom>
          <a:noFill/>
        </p:spPr>
        <p:txBody>
          <a:bodyPr wrap="square" lIns="0" tIns="0" rIns="0" bIns="0" rtlCol="0">
            <a:spAutoFit/>
          </a:bodyPr>
          <a:lstStyle/>
          <a:p>
            <a:pPr marL="0" indent="0" algn="r">
              <a:spcBef>
                <a:spcPts val="695"/>
              </a:spcBef>
              <a:buSzPct val="100000"/>
              <a:buFont typeface="Arial"/>
              <a:buNone/>
            </a:pPr>
            <a:fld id="{C58DF478-B544-4ED8-9ED4-6A2648E2D233}" type="slidenum">
              <a:rPr lang="en-GB" sz="565" noProof="0">
                <a:solidFill>
                  <a:schemeClr val="tx1"/>
                </a:solidFill>
              </a:rPr>
              <a:pPr marL="0" indent="0" algn="r">
                <a:spcBef>
                  <a:spcPts val="695"/>
                </a:spcBef>
                <a:buSzPct val="100000"/>
                <a:buFont typeface="Arial"/>
                <a:buNone/>
              </a:pPr>
              <a:t>‹#›</a:t>
            </a:fld>
            <a:endParaRPr lang="en-GB" sz="565" noProof="0" dirty="0">
              <a:solidFill>
                <a:schemeClr val="tx1"/>
              </a:solidFill>
            </a:endParaRPr>
          </a:p>
        </p:txBody>
      </p:sp>
      <p:sp>
        <p:nvSpPr>
          <p:cNvPr id="8" name="TextBox 7"/>
          <p:cNvSpPr txBox="1"/>
          <p:nvPr userDrawn="1"/>
        </p:nvSpPr>
        <p:spPr>
          <a:xfrm>
            <a:off x="501651" y="6654810"/>
            <a:ext cx="5355168" cy="201260"/>
          </a:xfrm>
          <a:prstGeom prst="rect">
            <a:avLst/>
          </a:prstGeom>
          <a:noFill/>
        </p:spPr>
        <p:txBody>
          <a:bodyPr wrap="square" lIns="0" tIns="0" rIns="0" bIns="0" rtlCol="0">
            <a:noAutofit/>
          </a:bodyPr>
          <a:lstStyle/>
          <a:p>
            <a:pPr marL="0" indent="0">
              <a:spcBef>
                <a:spcPts val="623"/>
              </a:spcBef>
              <a:buSzPct val="100000"/>
              <a:buFont typeface="Arial"/>
              <a:buNone/>
            </a:pPr>
            <a:r>
              <a:rPr lang="fr-FR" sz="565" noProof="0" dirty="0">
                <a:solidFill>
                  <a:schemeClr val="tx1"/>
                </a:solidFill>
              </a:rPr>
              <a:t>© 2020 Deloitte Touche Tohmatsu India LLP</a:t>
            </a:r>
          </a:p>
        </p:txBody>
      </p:sp>
    </p:spTree>
    <p:extLst>
      <p:ext uri="{BB962C8B-B14F-4D97-AF65-F5344CB8AC3E}">
        <p14:creationId xmlns:p14="http://schemas.microsoft.com/office/powerpoint/2010/main" val="1114690223"/>
      </p:ext>
    </p:extLst>
  </p:cSld>
  <p:clrMap bg1="lt1" tx1="dk1" bg2="lt2" tx2="dk2" accent1="accent1" accent2="accent2" accent3="accent3" accent4="accent4" accent5="accent5" accent6="accent6" hlink="hlink" folHlink="folHlink"/>
  <p:sldLayoutIdLst>
    <p:sldLayoutId id="2147484048" r:id="rId1"/>
    <p:sldLayoutId id="2147484049" r:id="rId2"/>
    <p:sldLayoutId id="2147484050" r:id="rId3"/>
    <p:sldLayoutId id="2147484051" r:id="rId4"/>
    <p:sldLayoutId id="2147484052" r:id="rId5"/>
    <p:sldLayoutId id="2147484053" r:id="rId6"/>
    <p:sldLayoutId id="2147484054" r:id="rId7"/>
    <p:sldLayoutId id="2147484055" r:id="rId8"/>
    <p:sldLayoutId id="2147484056" r:id="rId9"/>
    <p:sldLayoutId id="2147484057" r:id="rId10"/>
    <p:sldLayoutId id="2147484058" r:id="rId11"/>
    <p:sldLayoutId id="2147484059" r:id="rId12"/>
    <p:sldLayoutId id="2147484060" r:id="rId13"/>
    <p:sldLayoutId id="2147484061" r:id="rId14"/>
    <p:sldLayoutId id="2147484062" r:id="rId15"/>
    <p:sldLayoutId id="2147484063" r:id="rId16"/>
    <p:sldLayoutId id="2147484064" r:id="rId17"/>
  </p:sldLayoutIdLst>
  <p:transition>
    <p:fade/>
  </p:transition>
  <p:hf sldNum="0" hdr="0" dt="0"/>
  <p:txStyles>
    <p:titleStyle>
      <a:lvl1pPr algn="l" defTabSz="1059800" rtl="0" eaLnBrk="1" latinLnBrk="0" hangingPunct="1">
        <a:spcBef>
          <a:spcPct val="0"/>
        </a:spcBef>
        <a:buNone/>
        <a:defRPr sz="1739" kern="1200">
          <a:solidFill>
            <a:schemeClr val="tx1"/>
          </a:solidFill>
          <a:latin typeface="+mj-lt"/>
          <a:ea typeface="+mj-ea"/>
          <a:cs typeface="+mj-cs"/>
        </a:defRPr>
      </a:lvl1pPr>
    </p:titleStyle>
    <p:bodyStyle>
      <a:lvl1pPr marL="0" indent="0" algn="l" defTabSz="1059800" rtl="0" eaLnBrk="1" latinLnBrk="0" hangingPunct="1">
        <a:spcBef>
          <a:spcPts val="0"/>
        </a:spcBef>
        <a:spcAft>
          <a:spcPts val="1159"/>
        </a:spcAft>
        <a:buClrTx/>
        <a:buSzPct val="100000"/>
        <a:buFont typeface="Arial" panose="020B0604020202020204" pitchFamily="34" charset="0"/>
        <a:buChar char="​"/>
        <a:defRPr sz="1043" b="0" kern="1200">
          <a:solidFill>
            <a:schemeClr val="tx1"/>
          </a:solidFill>
          <a:latin typeface="+mn-lt"/>
          <a:ea typeface="+mn-ea"/>
          <a:cs typeface="+mn-cs"/>
        </a:defRPr>
      </a:lvl1pPr>
      <a:lvl2pPr marL="0" indent="0" algn="l" defTabSz="1059800" rtl="0" eaLnBrk="1" latinLnBrk="0" hangingPunct="1">
        <a:spcBef>
          <a:spcPts val="0"/>
        </a:spcBef>
        <a:spcAft>
          <a:spcPts val="1159"/>
        </a:spcAft>
        <a:buClrTx/>
        <a:buSzPct val="100000"/>
        <a:buFont typeface="Arial" panose="020B0604020202020204" pitchFamily="34" charset="0"/>
        <a:buChar char="​"/>
        <a:defRPr lang="en-US" sz="1043" b="1" kern="1200" dirty="0">
          <a:solidFill>
            <a:schemeClr val="tx1"/>
          </a:solidFill>
          <a:latin typeface="+mn-lt"/>
          <a:ea typeface="+mn-ea"/>
          <a:cs typeface="+mn-cs"/>
        </a:defRPr>
      </a:lvl2pPr>
      <a:lvl3pPr marL="204449" indent="-204449" algn="l" defTabSz="1059800" rtl="0" eaLnBrk="1" latinLnBrk="0" hangingPunct="1">
        <a:spcBef>
          <a:spcPts val="0"/>
        </a:spcBef>
        <a:spcAft>
          <a:spcPts val="1159"/>
        </a:spcAft>
        <a:buClrTx/>
        <a:buSzPct val="100000"/>
        <a:buFont typeface="Arial" panose="020B0604020202020204" pitchFamily="34" charset="0"/>
        <a:buChar char="•"/>
        <a:defRPr lang="en-US" sz="1043" kern="1200" dirty="0">
          <a:solidFill>
            <a:schemeClr val="tx1"/>
          </a:solidFill>
          <a:latin typeface="+mn-lt"/>
          <a:ea typeface="+mn-ea"/>
          <a:cs typeface="+mn-cs"/>
        </a:defRPr>
      </a:lvl3pPr>
      <a:lvl4pPr marL="413072" indent="-204449" algn="l" defTabSz="1059800" rtl="0" eaLnBrk="1" latinLnBrk="0" hangingPunct="1">
        <a:spcBef>
          <a:spcPts val="0"/>
        </a:spcBef>
        <a:spcAft>
          <a:spcPts val="1159"/>
        </a:spcAft>
        <a:buClrTx/>
        <a:buSzPct val="100000"/>
        <a:buFont typeface="Verdana" panose="020B0604030504040204" pitchFamily="34" charset="0"/>
        <a:buChar char="−"/>
        <a:defRPr lang="en-US" sz="1043" kern="1200" baseline="0" dirty="0">
          <a:solidFill>
            <a:schemeClr val="tx1"/>
          </a:solidFill>
          <a:latin typeface="+mn-lt"/>
          <a:ea typeface="+mn-ea"/>
          <a:cs typeface="+mn-cs"/>
        </a:defRPr>
      </a:lvl4pPr>
      <a:lvl5pPr marL="617521" indent="-204449" algn="l" defTabSz="925486" rtl="0" eaLnBrk="1" latinLnBrk="0" hangingPunct="1">
        <a:spcBef>
          <a:spcPts val="0"/>
        </a:spcBef>
        <a:spcAft>
          <a:spcPts val="1159"/>
        </a:spcAft>
        <a:buClrTx/>
        <a:buSzPct val="100000"/>
        <a:buFont typeface="Verdana" panose="020B0604030504040204" pitchFamily="34" charset="0"/>
        <a:buChar char="−"/>
        <a:tabLst/>
        <a:defRPr lang="en-US" sz="1043" kern="1200" baseline="0" dirty="0">
          <a:solidFill>
            <a:schemeClr val="tx1"/>
          </a:solidFill>
          <a:latin typeface="+mn-lt"/>
          <a:ea typeface="+mn-ea"/>
          <a:cs typeface="+mn-cs"/>
        </a:defRPr>
      </a:lvl5pPr>
      <a:lvl6pPr marL="617521" indent="-204449" algn="l" defTabSz="1059800" rtl="0" eaLnBrk="1" latinLnBrk="0" hangingPunct="1">
        <a:spcBef>
          <a:spcPts val="0"/>
        </a:spcBef>
        <a:spcAft>
          <a:spcPts val="1159"/>
        </a:spcAft>
        <a:buFont typeface="Verdana" panose="020B0604030504040204" pitchFamily="34" charset="0"/>
        <a:buChar char="−"/>
        <a:defRPr sz="1043" kern="1200" baseline="0">
          <a:solidFill>
            <a:schemeClr val="tx1"/>
          </a:solidFill>
          <a:latin typeface="+mn-lt"/>
          <a:ea typeface="+mn-ea"/>
          <a:cs typeface="+mn-cs"/>
        </a:defRPr>
      </a:lvl6pPr>
      <a:lvl7pPr marL="617521" indent="-204449" algn="l" defTabSz="1059800" rtl="0" eaLnBrk="1" latinLnBrk="0" hangingPunct="1">
        <a:spcBef>
          <a:spcPts val="0"/>
        </a:spcBef>
        <a:spcAft>
          <a:spcPts val="1159"/>
        </a:spcAft>
        <a:buFont typeface="Verdana" panose="020B0604030504040204" pitchFamily="34" charset="0"/>
        <a:buChar char="−"/>
        <a:defRPr sz="1043" kern="1200">
          <a:solidFill>
            <a:schemeClr val="tx1"/>
          </a:solidFill>
          <a:latin typeface="+mn-lt"/>
          <a:ea typeface="+mn-ea"/>
          <a:cs typeface="+mn-cs"/>
        </a:defRPr>
      </a:lvl7pPr>
      <a:lvl8pPr marL="617521" indent="-204449" algn="l" defTabSz="1059800" rtl="0" eaLnBrk="1" latinLnBrk="0" hangingPunct="1">
        <a:spcBef>
          <a:spcPts val="0"/>
        </a:spcBef>
        <a:spcAft>
          <a:spcPts val="1159"/>
        </a:spcAft>
        <a:buFont typeface="Verdana" panose="020B0604030504040204" pitchFamily="34" charset="0"/>
        <a:buChar char="−"/>
        <a:defRPr sz="1043" kern="1200" baseline="0">
          <a:solidFill>
            <a:schemeClr val="tx1"/>
          </a:solidFill>
          <a:latin typeface="+mn-lt"/>
          <a:ea typeface="+mn-ea"/>
          <a:cs typeface="+mn-cs"/>
        </a:defRPr>
      </a:lvl8pPr>
      <a:lvl9pPr marL="617521" indent="-204449" algn="l" defTabSz="1059800" rtl="0" eaLnBrk="1" latinLnBrk="0" hangingPunct="1">
        <a:spcBef>
          <a:spcPts val="0"/>
        </a:spcBef>
        <a:spcAft>
          <a:spcPts val="1159"/>
        </a:spcAft>
        <a:buFont typeface="Verdana" panose="020B0604030504040204" pitchFamily="34" charset="0"/>
        <a:buChar char="−"/>
        <a:defRPr sz="1043" kern="1200" baseline="0">
          <a:solidFill>
            <a:schemeClr val="tx1"/>
          </a:solidFill>
          <a:latin typeface="+mn-lt"/>
          <a:ea typeface="+mn-ea"/>
          <a:cs typeface="+mn-cs"/>
        </a:defRPr>
      </a:lvl9pPr>
    </p:bodyStyle>
    <p:otherStyle>
      <a:defPPr>
        <a:defRPr lang="en-US"/>
      </a:defPPr>
      <a:lvl1pPr marL="0" algn="l" defTabSz="1059800" rtl="0" eaLnBrk="1" latinLnBrk="0" hangingPunct="1">
        <a:defRPr sz="2086" kern="1200">
          <a:solidFill>
            <a:schemeClr val="tx1"/>
          </a:solidFill>
          <a:latin typeface="+mn-lt"/>
          <a:ea typeface="+mn-ea"/>
          <a:cs typeface="+mn-cs"/>
        </a:defRPr>
      </a:lvl1pPr>
      <a:lvl2pPr marL="529900" algn="l" defTabSz="1059800" rtl="0" eaLnBrk="1" latinLnBrk="0" hangingPunct="1">
        <a:defRPr sz="2086" kern="1200">
          <a:solidFill>
            <a:schemeClr val="tx1"/>
          </a:solidFill>
          <a:latin typeface="+mn-lt"/>
          <a:ea typeface="+mn-ea"/>
          <a:cs typeface="+mn-cs"/>
        </a:defRPr>
      </a:lvl2pPr>
      <a:lvl3pPr marL="1059800" algn="l" defTabSz="1059800" rtl="0" eaLnBrk="1" latinLnBrk="0" hangingPunct="1">
        <a:defRPr sz="2086" kern="1200">
          <a:solidFill>
            <a:schemeClr val="tx1"/>
          </a:solidFill>
          <a:latin typeface="+mn-lt"/>
          <a:ea typeface="+mn-ea"/>
          <a:cs typeface="+mn-cs"/>
        </a:defRPr>
      </a:lvl3pPr>
      <a:lvl4pPr marL="1589699" algn="l" defTabSz="1059800" rtl="0" eaLnBrk="1" latinLnBrk="0" hangingPunct="1">
        <a:defRPr sz="2086" kern="1200">
          <a:solidFill>
            <a:schemeClr val="tx1"/>
          </a:solidFill>
          <a:latin typeface="+mn-lt"/>
          <a:ea typeface="+mn-ea"/>
          <a:cs typeface="+mn-cs"/>
        </a:defRPr>
      </a:lvl4pPr>
      <a:lvl5pPr marL="2119598" algn="l" defTabSz="1059800" rtl="0" eaLnBrk="1" latinLnBrk="0" hangingPunct="1">
        <a:defRPr sz="2086" kern="1200">
          <a:solidFill>
            <a:schemeClr val="tx1"/>
          </a:solidFill>
          <a:latin typeface="+mn-lt"/>
          <a:ea typeface="+mn-ea"/>
          <a:cs typeface="+mn-cs"/>
        </a:defRPr>
      </a:lvl5pPr>
      <a:lvl6pPr marL="2649499" algn="l" defTabSz="1059800" rtl="0" eaLnBrk="1" latinLnBrk="0" hangingPunct="1">
        <a:defRPr sz="2086" kern="1200">
          <a:solidFill>
            <a:schemeClr val="tx1"/>
          </a:solidFill>
          <a:latin typeface="+mn-lt"/>
          <a:ea typeface="+mn-ea"/>
          <a:cs typeface="+mn-cs"/>
        </a:defRPr>
      </a:lvl6pPr>
      <a:lvl7pPr marL="3179398" algn="l" defTabSz="1059800" rtl="0" eaLnBrk="1" latinLnBrk="0" hangingPunct="1">
        <a:defRPr sz="2086" kern="1200">
          <a:solidFill>
            <a:schemeClr val="tx1"/>
          </a:solidFill>
          <a:latin typeface="+mn-lt"/>
          <a:ea typeface="+mn-ea"/>
          <a:cs typeface="+mn-cs"/>
        </a:defRPr>
      </a:lvl7pPr>
      <a:lvl8pPr marL="3709298" algn="l" defTabSz="1059800" rtl="0" eaLnBrk="1" latinLnBrk="0" hangingPunct="1">
        <a:defRPr sz="2086" kern="1200">
          <a:solidFill>
            <a:schemeClr val="tx1"/>
          </a:solidFill>
          <a:latin typeface="+mn-lt"/>
          <a:ea typeface="+mn-ea"/>
          <a:cs typeface="+mn-cs"/>
        </a:defRPr>
      </a:lvl8pPr>
      <a:lvl9pPr marL="4239197" algn="l" defTabSz="1059800" rtl="0" eaLnBrk="1" latinLnBrk="0" hangingPunct="1">
        <a:defRPr sz="2086"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501" userDrawn="1">
          <p15:clr>
            <a:srgbClr val="F26B43"/>
          </p15:clr>
        </p15:guide>
        <p15:guide id="2" orient="horz" pos="3168" userDrawn="1">
          <p15:clr>
            <a:srgbClr val="F26B43"/>
          </p15:clr>
        </p15:guide>
        <p15:guide id="3" orient="horz" pos="5820" userDrawn="1">
          <p15:clr>
            <a:srgbClr val="F26B43"/>
          </p15:clr>
        </p15:guide>
        <p15:guide id="4" pos="377" userDrawn="1">
          <p15:clr>
            <a:srgbClr val="F26B43"/>
          </p15:clr>
        </p15:guide>
        <p15:guide id="5" pos="9415" userDrawn="1">
          <p15:clr>
            <a:srgbClr val="F26B43"/>
          </p15:clr>
        </p15:guide>
        <p15:guide id="6" orient="horz" pos="1571" userDrawn="1">
          <p15:clr>
            <a:srgbClr val="F26B43"/>
          </p15:clr>
        </p15:guide>
        <p15:guide id="7" orient="horz" pos="359" userDrawn="1">
          <p15:clr>
            <a:srgbClr val="F26B43"/>
          </p15:clr>
        </p15:guide>
        <p15:guide id="8" orient="horz" pos="5985" userDrawn="1">
          <p15:clr>
            <a:srgbClr val="F26B43"/>
          </p15:clr>
        </p15:guide>
        <p15:guide id="10" pos="6358" userDrawn="1">
          <p15:clr>
            <a:srgbClr val="F26B43"/>
          </p15:clr>
        </p15:guide>
        <p15:guide id="12" pos="1763" userDrawn="1">
          <p15:clr>
            <a:srgbClr val="F26B43"/>
          </p15:clr>
        </p15:guide>
        <p15:guide id="13" pos="1907" userDrawn="1">
          <p15:clr>
            <a:srgbClr val="F26B43"/>
          </p15:clr>
        </p15:guide>
        <p15:guide id="14" pos="3291" userDrawn="1">
          <p15:clr>
            <a:srgbClr val="F26B43"/>
          </p15:clr>
        </p15:guide>
        <p15:guide id="15" pos="3436" userDrawn="1">
          <p15:clr>
            <a:srgbClr val="F26B43"/>
          </p15:clr>
        </p15:guide>
        <p15:guide id="16" pos="7886" userDrawn="1">
          <p15:clr>
            <a:srgbClr val="F26B43"/>
          </p15:clr>
        </p15:guide>
        <p15:guide id="17" pos="4823" userDrawn="1">
          <p15:clr>
            <a:srgbClr val="F26B43"/>
          </p15:clr>
        </p15:guide>
        <p15:guide id="18" pos="4967" userDrawn="1">
          <p15:clr>
            <a:srgbClr val="F26B43"/>
          </p15:clr>
        </p15:guide>
        <p15:guide id="19" pos="4896" userDrawn="1">
          <p15:clr>
            <a:srgbClr val="F26B43"/>
          </p15:clr>
        </p15:guide>
        <p15:guide id="20" pos="8031" userDrawn="1">
          <p15:clr>
            <a:srgbClr val="F26B43"/>
          </p15:clr>
        </p15:guide>
        <p15:guide id="21" orient="horz" pos="1539" userDrawn="1">
          <p15:clr>
            <a:srgbClr val="F26B43"/>
          </p15:clr>
        </p15:guide>
        <p15:guide id="22" orient="horz" pos="940" userDrawn="1">
          <p15:clr>
            <a:srgbClr val="F26B43"/>
          </p15:clr>
        </p15:guide>
        <p15:guide id="23" orient="horz" pos="422"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tags" Target="../tags/tag10.xml"/><Relationship Id="rId7" Type="http://schemas.openxmlformats.org/officeDocument/2006/relationships/image" Target="../media/image11.emf"/><Relationship Id="rId2" Type="http://schemas.openxmlformats.org/officeDocument/2006/relationships/tags" Target="../tags/tag9.xml"/><Relationship Id="rId1" Type="http://schemas.openxmlformats.org/officeDocument/2006/relationships/vmlDrawing" Target="../drawings/vmlDrawing6.vml"/><Relationship Id="rId6" Type="http://schemas.openxmlformats.org/officeDocument/2006/relationships/oleObject" Target="../embeddings/oleObject6.bin"/><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5.xml"/><Relationship Id="rId7" Type="http://schemas.openxmlformats.org/officeDocument/2006/relationships/image" Target="../media/image15.svg"/><Relationship Id="rId2" Type="http://schemas.openxmlformats.org/officeDocument/2006/relationships/tags" Target="../tags/tag11.xml"/><Relationship Id="rId1" Type="http://schemas.openxmlformats.org/officeDocument/2006/relationships/vmlDrawing" Target="../drawings/vmlDrawing7.vml"/><Relationship Id="rId6" Type="http://schemas.openxmlformats.org/officeDocument/2006/relationships/image" Target="../media/image14.png"/><Relationship Id="rId5" Type="http://schemas.openxmlformats.org/officeDocument/2006/relationships/image" Target="../media/image13.emf"/><Relationship Id="rId4" Type="http://schemas.openxmlformats.org/officeDocument/2006/relationships/oleObject" Target="../embeddings/oleObject7.bin"/></Relationships>
</file>

<file path=ppt/slides/_rels/slide3.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Layout" Target="../slideLayouts/slideLayout35.xml"/><Relationship Id="rId7" Type="http://schemas.openxmlformats.org/officeDocument/2006/relationships/slide" Target="slide9.xml"/><Relationship Id="rId2" Type="http://schemas.openxmlformats.org/officeDocument/2006/relationships/tags" Target="../tags/tag12.xml"/><Relationship Id="rId1" Type="http://schemas.openxmlformats.org/officeDocument/2006/relationships/vmlDrawing" Target="../drawings/vmlDrawing8.vml"/><Relationship Id="rId6" Type="http://schemas.openxmlformats.org/officeDocument/2006/relationships/slide" Target="slide8.xml"/><Relationship Id="rId5" Type="http://schemas.openxmlformats.org/officeDocument/2006/relationships/image" Target="../media/image13.emf"/><Relationship Id="rId4" Type="http://schemas.openxmlformats.org/officeDocument/2006/relationships/oleObject" Target="../embeddings/oleObject7.bin"/></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42.xml"/><Relationship Id="rId2" Type="http://schemas.openxmlformats.org/officeDocument/2006/relationships/tags" Target="../tags/tag13.xml"/><Relationship Id="rId1" Type="http://schemas.openxmlformats.org/officeDocument/2006/relationships/vmlDrawing" Target="../drawings/vmlDrawing9.vml"/><Relationship Id="rId5" Type="http://schemas.openxmlformats.org/officeDocument/2006/relationships/image" Target="../media/image13.emf"/><Relationship Id="rId4" Type="http://schemas.openxmlformats.org/officeDocument/2006/relationships/oleObject" Target="../embeddings/oleObject8.bin"/></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42.xml"/><Relationship Id="rId2" Type="http://schemas.openxmlformats.org/officeDocument/2006/relationships/tags" Target="../tags/tag14.xml"/><Relationship Id="rId1" Type="http://schemas.openxmlformats.org/officeDocument/2006/relationships/vmlDrawing" Target="../drawings/vmlDrawing10.vml"/><Relationship Id="rId5" Type="http://schemas.openxmlformats.org/officeDocument/2006/relationships/image" Target="../media/image13.emf"/><Relationship Id="rId4" Type="http://schemas.openxmlformats.org/officeDocument/2006/relationships/oleObject" Target="../embeddings/oleObject8.bin"/></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42.xml"/><Relationship Id="rId2" Type="http://schemas.openxmlformats.org/officeDocument/2006/relationships/tags" Target="../tags/tag15.xml"/><Relationship Id="rId1" Type="http://schemas.openxmlformats.org/officeDocument/2006/relationships/vmlDrawing" Target="../drawings/vmlDrawing11.vml"/><Relationship Id="rId5" Type="http://schemas.openxmlformats.org/officeDocument/2006/relationships/image" Target="../media/image13.emf"/><Relationship Id="rId4" Type="http://schemas.openxmlformats.org/officeDocument/2006/relationships/oleObject" Target="../embeddings/oleObject9.bin"/></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59.xml"/><Relationship Id="rId2" Type="http://schemas.openxmlformats.org/officeDocument/2006/relationships/tags" Target="../tags/tag16.xml"/><Relationship Id="rId1" Type="http://schemas.openxmlformats.org/officeDocument/2006/relationships/vmlDrawing" Target="../drawings/vmlDrawing12.vml"/><Relationship Id="rId5" Type="http://schemas.openxmlformats.org/officeDocument/2006/relationships/image" Target="../media/image13.emf"/><Relationship Id="rId4" Type="http://schemas.openxmlformats.org/officeDocument/2006/relationships/oleObject" Target="../embeddings/oleObject9.bin"/></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59.xml"/><Relationship Id="rId2" Type="http://schemas.openxmlformats.org/officeDocument/2006/relationships/tags" Target="../tags/tag17.xml"/><Relationship Id="rId1" Type="http://schemas.openxmlformats.org/officeDocument/2006/relationships/vmlDrawing" Target="../drawings/vmlDrawing13.vml"/><Relationship Id="rId6" Type="http://schemas.openxmlformats.org/officeDocument/2006/relationships/slide" Target="slide3.xml"/><Relationship Id="rId5" Type="http://schemas.openxmlformats.org/officeDocument/2006/relationships/image" Target="../media/image13.emf"/><Relationship Id="rId4" Type="http://schemas.openxmlformats.org/officeDocument/2006/relationships/oleObject" Target="../embeddings/oleObject9.bin"/></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59.xml"/><Relationship Id="rId2" Type="http://schemas.openxmlformats.org/officeDocument/2006/relationships/tags" Target="../tags/tag18.xml"/><Relationship Id="rId1" Type="http://schemas.openxmlformats.org/officeDocument/2006/relationships/vmlDrawing" Target="../drawings/vmlDrawing14.vml"/><Relationship Id="rId6" Type="http://schemas.openxmlformats.org/officeDocument/2006/relationships/slide" Target="slide3.xml"/><Relationship Id="rId5" Type="http://schemas.openxmlformats.org/officeDocument/2006/relationships/image" Target="../media/image13.emf"/><Relationship Id="rId4" Type="http://schemas.openxmlformats.org/officeDocument/2006/relationships/oleObject" Target="../embeddings/oleObject10.bin"/></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59.xml"/><Relationship Id="rId2" Type="http://schemas.openxmlformats.org/officeDocument/2006/relationships/tags" Target="../tags/tag19.xml"/><Relationship Id="rId1" Type="http://schemas.openxmlformats.org/officeDocument/2006/relationships/vmlDrawing" Target="../drawings/vmlDrawing15.vml"/><Relationship Id="rId6" Type="http://schemas.openxmlformats.org/officeDocument/2006/relationships/slide" Target="slide3.xml"/><Relationship Id="rId5" Type="http://schemas.openxmlformats.org/officeDocument/2006/relationships/image" Target="../media/image13.emf"/><Relationship Id="rId4" Type="http://schemas.openxmlformats.org/officeDocument/2006/relationships/oleObject" Target="../embeddings/oleObject10.bin"/></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42.xml"/><Relationship Id="rId2" Type="http://schemas.openxmlformats.org/officeDocument/2006/relationships/tags" Target="../tags/tag20.xml"/><Relationship Id="rId1" Type="http://schemas.openxmlformats.org/officeDocument/2006/relationships/vmlDrawing" Target="../drawings/vmlDrawing16.vml"/><Relationship Id="rId6" Type="http://schemas.openxmlformats.org/officeDocument/2006/relationships/slide" Target="slide3.xml"/><Relationship Id="rId5" Type="http://schemas.openxmlformats.org/officeDocument/2006/relationships/image" Target="../media/image13.emf"/><Relationship Id="rId4" Type="http://schemas.openxmlformats.org/officeDocument/2006/relationships/oleObject" Target="../embeddings/oleObject8.bin"/></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59.xml"/><Relationship Id="rId2" Type="http://schemas.openxmlformats.org/officeDocument/2006/relationships/tags" Target="../tags/tag21.xml"/><Relationship Id="rId1" Type="http://schemas.openxmlformats.org/officeDocument/2006/relationships/vmlDrawing" Target="../drawings/vmlDrawing17.vml"/><Relationship Id="rId5" Type="http://schemas.openxmlformats.org/officeDocument/2006/relationships/image" Target="../media/image13.emf"/><Relationship Id="rId4" Type="http://schemas.openxmlformats.org/officeDocument/2006/relationships/oleObject" Target="../embeddings/oleObject9.bin"/></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59.xml"/><Relationship Id="rId2" Type="http://schemas.openxmlformats.org/officeDocument/2006/relationships/tags" Target="../tags/tag22.xml"/><Relationship Id="rId1" Type="http://schemas.openxmlformats.org/officeDocument/2006/relationships/vmlDrawing" Target="../drawings/vmlDrawing18.vml"/><Relationship Id="rId5" Type="http://schemas.openxmlformats.org/officeDocument/2006/relationships/image" Target="../media/image13.emf"/><Relationship Id="rId4" Type="http://schemas.openxmlformats.org/officeDocument/2006/relationships/oleObject" Target="../embeddings/oleObject11.bin"/></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4.xml"/><Relationship Id="rId1" Type="http://schemas.openxmlformats.org/officeDocument/2006/relationships/tags" Target="../tags/tag23.xml"/><Relationship Id="rId4" Type="http://schemas.openxmlformats.org/officeDocument/2006/relationships/image" Target="../media/image1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1791764" y="-246912"/>
          <a:ext cx="1495" cy="1495"/>
        </p:xfrm>
        <a:graphic>
          <a:graphicData uri="http://schemas.openxmlformats.org/presentationml/2006/ole">
            <mc:AlternateContent xmlns:mc="http://schemas.openxmlformats.org/markup-compatibility/2006">
              <mc:Choice xmlns:v="urn:schemas-microsoft-com:vml" Requires="v">
                <p:oleObj spid="_x0000_s196788" name="think-cell Slide" r:id="rId6" imgW="530" imgH="531" progId="TCLayout.ActiveDocument.1">
                  <p:embed/>
                </p:oleObj>
              </mc:Choice>
              <mc:Fallback>
                <p:oleObj name="think-cell Slide" r:id="rId6" imgW="530" imgH="531" progId="TCLayout.ActiveDocument.1">
                  <p:embed/>
                  <p:pic>
                    <p:nvPicPr>
                      <p:cNvPr id="8" name="Object 7" hidden="1"/>
                      <p:cNvPicPr/>
                      <p:nvPr/>
                    </p:nvPicPr>
                    <p:blipFill>
                      <a:blip r:embed="rId7"/>
                      <a:stretch>
                        <a:fillRect/>
                      </a:stretch>
                    </p:blipFill>
                    <p:spPr>
                      <a:xfrm>
                        <a:off x="1791764" y="-246912"/>
                        <a:ext cx="1495" cy="1495"/>
                      </a:xfrm>
                      <a:prstGeom prst="rect">
                        <a:avLst/>
                      </a:prstGeom>
                    </p:spPr>
                  </p:pic>
                </p:oleObj>
              </mc:Fallback>
            </mc:AlternateContent>
          </a:graphicData>
        </a:graphic>
      </p:graphicFrame>
      <p:sp>
        <p:nvSpPr>
          <p:cNvPr id="2" name="Rectangle 1" hidden="1"/>
          <p:cNvSpPr/>
          <p:nvPr>
            <p:custDataLst>
              <p:tags r:id="rId3"/>
            </p:custDataLst>
          </p:nvPr>
        </p:nvSpPr>
        <p:spPr bwMode="gray">
          <a:xfrm>
            <a:off x="796636" y="448108"/>
            <a:ext cx="138004" cy="138004"/>
          </a:xfrm>
          <a:prstGeom prst="rect">
            <a:avLst/>
          </a:prstGeom>
          <a:solidFill>
            <a:schemeClr val="accent3"/>
          </a:solidFill>
          <a:ln w="19050" algn="ctr">
            <a:noFill/>
            <a:miter lim="800000"/>
            <a:headEnd/>
            <a:tailEnd/>
          </a:ln>
        </p:spPr>
        <p:txBody>
          <a:bodyPr wrap="none" lIns="0" tIns="0" rIns="0" bIns="0" rtlCol="0" anchor="ctr"/>
          <a:lstStyle/>
          <a:p>
            <a:pPr algn="ctr">
              <a:spcBef>
                <a:spcPct val="0"/>
              </a:spcBef>
              <a:spcAft>
                <a:spcPct val="0"/>
              </a:spcAft>
              <a:buFont typeface="Wingdings 2" pitchFamily="18" charset="2"/>
              <a:buNone/>
            </a:pPr>
            <a:endParaRPr lang="en-US" sz="1739" dirty="0">
              <a:solidFill>
                <a:schemeClr val="bg1"/>
              </a:solidFill>
              <a:latin typeface="Verdana" panose="020B0604030504040204" pitchFamily="34" charset="0"/>
              <a:ea typeface="+mj-ea"/>
              <a:cs typeface="+mj-cs"/>
              <a:sym typeface="Verdana" panose="020B0604030504040204" pitchFamily="34" charset="0"/>
            </a:endParaRPr>
          </a:p>
        </p:txBody>
      </p:sp>
      <p:sp>
        <p:nvSpPr>
          <p:cNvPr id="3" name="Title 2"/>
          <p:cNvSpPr>
            <a:spLocks noGrp="1"/>
          </p:cNvSpPr>
          <p:nvPr>
            <p:ph type="ctrTitle" idx="4294967295"/>
          </p:nvPr>
        </p:nvSpPr>
        <p:spPr>
          <a:xfrm>
            <a:off x="2146247" y="5425952"/>
            <a:ext cx="3949756" cy="305131"/>
          </a:xfrm>
        </p:spPr>
        <p:txBody>
          <a:bodyPr/>
          <a:lstStyle/>
          <a:p>
            <a:r>
              <a:rPr lang="en-US" noProof="0" dirty="0"/>
              <a:t>Headline Verdana Bold</a:t>
            </a:r>
          </a:p>
        </p:txBody>
      </p:sp>
      <p:sp>
        <p:nvSpPr>
          <p:cNvPr id="5" name="Text Placeholder 4"/>
          <p:cNvSpPr>
            <a:spLocks noGrp="1"/>
          </p:cNvSpPr>
          <p:nvPr>
            <p:ph type="body" sz="quarter" idx="10"/>
          </p:nvPr>
        </p:nvSpPr>
        <p:spPr/>
        <p:txBody>
          <a:bodyPr/>
          <a:lstStyle/>
          <a:p>
            <a:r>
              <a:rPr lang="en-US" dirty="0"/>
              <a:t>Deloitte </a:t>
            </a:r>
            <a:r>
              <a:rPr lang="en-US" dirty="0" err="1"/>
              <a:t>Touche</a:t>
            </a:r>
            <a:r>
              <a:rPr lang="en-US" dirty="0"/>
              <a:t> Tohmatsu India LLP, November 2021</a:t>
            </a:r>
          </a:p>
        </p:txBody>
      </p:sp>
      <p:pic>
        <p:nvPicPr>
          <p:cNvPr id="12" name="Picture 11"/>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2579103" y="0"/>
            <a:ext cx="6866659" cy="5961784"/>
          </a:xfrm>
          <a:prstGeom prst="rect">
            <a:avLst/>
          </a:prstGeom>
        </p:spPr>
      </p:pic>
      <p:sp>
        <p:nvSpPr>
          <p:cNvPr id="4" name="Subtitle 3"/>
          <p:cNvSpPr>
            <a:spLocks noGrp="1"/>
          </p:cNvSpPr>
          <p:nvPr>
            <p:ph type="subTitle" idx="1"/>
          </p:nvPr>
        </p:nvSpPr>
        <p:spPr>
          <a:xfrm>
            <a:off x="501651" y="4770292"/>
            <a:ext cx="11021565" cy="1341150"/>
          </a:xfrm>
        </p:spPr>
        <p:txBody>
          <a:bodyPr/>
          <a:lstStyle/>
          <a:p>
            <a:endParaRPr lang="en-US" b="0" dirty="0"/>
          </a:p>
          <a:p>
            <a:r>
              <a:rPr lang="en-US" sz="1400" b="0" dirty="0"/>
              <a:t>Strategic planning and transformation of the West Bengal Power Sector</a:t>
            </a:r>
            <a:endParaRPr lang="en-IN" sz="1400" b="0" dirty="0"/>
          </a:p>
          <a:p>
            <a:endParaRPr lang="en-IN" sz="1043" b="0" dirty="0"/>
          </a:p>
          <a:p>
            <a:r>
              <a:rPr lang="en-IN" sz="1200" b="0" dirty="0"/>
              <a:t>Project Inception</a:t>
            </a:r>
          </a:p>
          <a:p>
            <a:endParaRPr lang="en-IN" sz="1043" b="0" dirty="0"/>
          </a:p>
          <a:p>
            <a:r>
              <a:rPr lang="en-US" sz="1043" dirty="0"/>
              <a:t>Department of Power, Government of West Bengal</a:t>
            </a:r>
          </a:p>
        </p:txBody>
      </p:sp>
    </p:spTree>
    <p:extLst>
      <p:ext uri="{BB962C8B-B14F-4D97-AF65-F5344CB8AC3E}">
        <p14:creationId xmlns:p14="http://schemas.microsoft.com/office/powerpoint/2010/main" val="28917335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BB10DA5-AB3B-4161-BB5F-9F04E440F653}"/>
              </a:ext>
            </a:extLst>
          </p:cNvPr>
          <p:cNvSpPr/>
          <p:nvPr/>
        </p:nvSpPr>
        <p:spPr bwMode="gray">
          <a:xfrm>
            <a:off x="1107620" y="1299932"/>
            <a:ext cx="9937115" cy="4649520"/>
          </a:xfrm>
          <a:prstGeom prst="rect">
            <a:avLst/>
          </a:prstGeom>
          <a:solidFill>
            <a:schemeClr val="bg1">
              <a:lumMod val="85000"/>
              <a:alpha val="90000"/>
            </a:schemeClr>
          </a:solidFill>
          <a:ln w="19050" algn="ctr">
            <a:noFill/>
            <a:miter lim="800000"/>
            <a:headEnd/>
            <a:tailEnd/>
          </a:ln>
        </p:spPr>
        <p:txBody>
          <a:bodyPr wrap="square" lIns="72231" tIns="72231" rIns="72231" bIns="72231" rtlCol="0" anchor="ctr"/>
          <a:lstStyle/>
          <a:p>
            <a:pPr algn="ctr">
              <a:lnSpc>
                <a:spcPct val="106000"/>
              </a:lnSpc>
              <a:buFont typeface="Wingdings 2" pitchFamily="18" charset="2"/>
              <a:buNone/>
            </a:pPr>
            <a:endParaRPr lang="en-IN" sz="1300" b="1" dirty="0">
              <a:solidFill>
                <a:schemeClr val="bg1"/>
              </a:solidFill>
            </a:endParaRPr>
          </a:p>
        </p:txBody>
      </p:sp>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2"/>
            </p:custDataLst>
            <p:extLst>
              <p:ext uri="{D42A27DB-BD31-4B8C-83A1-F6EECF244321}">
                <p14:modId xmlns:p14="http://schemas.microsoft.com/office/powerpoint/2010/main" val="5533057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32581" name="think-cell Slide" r:id="rId4" imgW="498" imgH="499" progId="TCLayout.ActiveDocument.1">
                  <p:embed/>
                </p:oleObj>
              </mc:Choice>
              <mc:Fallback>
                <p:oleObj name="think-cell Slide" r:id="rId4" imgW="498" imgH="499"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40" name="Group 39">
            <a:extLst>
              <a:ext uri="{FF2B5EF4-FFF2-40B4-BE49-F238E27FC236}">
                <a16:creationId xmlns:a16="http://schemas.microsoft.com/office/drawing/2014/main" id="{B15E4627-F338-42C8-99F7-3AF7495CCB75}"/>
              </a:ext>
            </a:extLst>
          </p:cNvPr>
          <p:cNvGrpSpPr/>
          <p:nvPr/>
        </p:nvGrpSpPr>
        <p:grpSpPr>
          <a:xfrm>
            <a:off x="1610050" y="2895866"/>
            <a:ext cx="2039561" cy="1497344"/>
            <a:chOff x="3897794" y="2895866"/>
            <a:chExt cx="2039561" cy="1497344"/>
          </a:xfrm>
        </p:grpSpPr>
        <p:sp>
          <p:nvSpPr>
            <p:cNvPr id="7" name="Rectangle 6">
              <a:extLst>
                <a:ext uri="{FF2B5EF4-FFF2-40B4-BE49-F238E27FC236}">
                  <a16:creationId xmlns:a16="http://schemas.microsoft.com/office/drawing/2014/main" id="{5C6894E2-92A2-4CEB-AD1E-FD98EFF1B8C4}"/>
                </a:ext>
              </a:extLst>
            </p:cNvPr>
            <p:cNvSpPr/>
            <p:nvPr/>
          </p:nvSpPr>
          <p:spPr>
            <a:xfrm>
              <a:off x="4199995" y="3844570"/>
              <a:ext cx="1737360" cy="548640"/>
            </a:xfrm>
            <a:prstGeom prst="rect">
              <a:avLst/>
            </a:prstGeom>
          </p:spPr>
          <p:txBody>
            <a:bodyPr wrap="square" anchor="ctr">
              <a:noAutofit/>
            </a:bodyPr>
            <a:lstStyle/>
            <a:p>
              <a:pPr algn="ctr"/>
              <a:r>
                <a:rPr lang="en-GB" sz="1400" dirty="0"/>
                <a:t>Engagement Phasing</a:t>
              </a:r>
            </a:p>
          </p:txBody>
        </p:sp>
        <p:grpSp>
          <p:nvGrpSpPr>
            <p:cNvPr id="10" name="Group 9">
              <a:extLst>
                <a:ext uri="{FF2B5EF4-FFF2-40B4-BE49-F238E27FC236}">
                  <a16:creationId xmlns:a16="http://schemas.microsoft.com/office/drawing/2014/main" id="{37921926-49AD-4FF6-B508-1A8C58875480}"/>
                </a:ext>
              </a:extLst>
            </p:cNvPr>
            <p:cNvGrpSpPr/>
            <p:nvPr/>
          </p:nvGrpSpPr>
          <p:grpSpPr>
            <a:xfrm>
              <a:off x="4521406" y="2895866"/>
              <a:ext cx="861196" cy="861194"/>
              <a:chOff x="5609808" y="1458838"/>
              <a:chExt cx="719180" cy="719178"/>
            </a:xfrm>
          </p:grpSpPr>
          <p:sp>
            <p:nvSpPr>
              <p:cNvPr id="11" name="Oval 10">
                <a:extLst>
                  <a:ext uri="{FF2B5EF4-FFF2-40B4-BE49-F238E27FC236}">
                    <a16:creationId xmlns:a16="http://schemas.microsoft.com/office/drawing/2014/main" id="{324EC327-EEFC-430B-B773-484ABA28AB71}"/>
                  </a:ext>
                </a:extLst>
              </p:cNvPr>
              <p:cNvSpPr/>
              <p:nvPr/>
            </p:nvSpPr>
            <p:spPr bwMode="gray">
              <a:xfrm>
                <a:off x="5609808" y="1458838"/>
                <a:ext cx="719180" cy="719178"/>
              </a:xfrm>
              <a:prstGeom prst="ellipse">
                <a:avLst/>
              </a:prstGeom>
              <a:solidFill>
                <a:schemeClr val="accent1">
                  <a:lumMod val="40000"/>
                  <a:lumOff val="60000"/>
                </a:schemeClr>
              </a:solidFill>
              <a:ln w="19050" algn="ctr">
                <a:noFill/>
                <a:miter lim="800000"/>
                <a:headEnd/>
                <a:tailEnd/>
              </a:ln>
            </p:spPr>
            <p:txBody>
              <a:bodyPr wrap="square" lIns="72231" tIns="72231" rIns="72231" bIns="72231" rtlCol="0" anchor="ctr"/>
              <a:lstStyle/>
              <a:p>
                <a:pPr algn="ctr">
                  <a:lnSpc>
                    <a:spcPct val="106000"/>
                  </a:lnSpc>
                  <a:buFont typeface="Wingdings 2" pitchFamily="18" charset="2"/>
                  <a:buNone/>
                </a:pPr>
                <a:endParaRPr lang="en-GB" sz="1300" b="1" dirty="0">
                  <a:solidFill>
                    <a:schemeClr val="bg1"/>
                  </a:solidFill>
                </a:endParaRPr>
              </a:p>
            </p:txBody>
          </p:sp>
          <p:sp>
            <p:nvSpPr>
              <p:cNvPr id="12" name="Freeform 425">
                <a:extLst>
                  <a:ext uri="{FF2B5EF4-FFF2-40B4-BE49-F238E27FC236}">
                    <a16:creationId xmlns:a16="http://schemas.microsoft.com/office/drawing/2014/main" id="{742319BE-3670-4877-9B32-EA229FC7DAC9}"/>
                  </a:ext>
                </a:extLst>
              </p:cNvPr>
              <p:cNvSpPr>
                <a:spLocks noEditPoints="1"/>
              </p:cNvSpPr>
              <p:nvPr/>
            </p:nvSpPr>
            <p:spPr bwMode="auto">
              <a:xfrm>
                <a:off x="5766371" y="1632191"/>
                <a:ext cx="451010" cy="424083"/>
              </a:xfrm>
              <a:custGeom>
                <a:avLst/>
                <a:gdLst>
                  <a:gd name="T0" fmla="*/ 302 w 303"/>
                  <a:gd name="T1" fmla="*/ 91 h 285"/>
                  <a:gd name="T2" fmla="*/ 279 w 303"/>
                  <a:gd name="T3" fmla="*/ 8 h 285"/>
                  <a:gd name="T4" fmla="*/ 274 w 303"/>
                  <a:gd name="T5" fmla="*/ 2 h 285"/>
                  <a:gd name="T6" fmla="*/ 266 w 303"/>
                  <a:gd name="T7" fmla="*/ 1 h 285"/>
                  <a:gd name="T8" fmla="*/ 225 w 303"/>
                  <a:gd name="T9" fmla="*/ 12 h 285"/>
                  <a:gd name="T10" fmla="*/ 218 w 303"/>
                  <a:gd name="T11" fmla="*/ 25 h 285"/>
                  <a:gd name="T12" fmla="*/ 135 w 303"/>
                  <a:gd name="T13" fmla="*/ 48 h 285"/>
                  <a:gd name="T14" fmla="*/ 128 w 303"/>
                  <a:gd name="T15" fmla="*/ 57 h 285"/>
                  <a:gd name="T16" fmla="*/ 24 w 303"/>
                  <a:gd name="T17" fmla="*/ 85 h 285"/>
                  <a:gd name="T18" fmla="*/ 22 w 303"/>
                  <a:gd name="T19" fmla="*/ 78 h 285"/>
                  <a:gd name="T20" fmla="*/ 9 w 303"/>
                  <a:gd name="T21" fmla="*/ 71 h 285"/>
                  <a:gd name="T22" fmla="*/ 2 w 303"/>
                  <a:gd name="T23" fmla="*/ 84 h 285"/>
                  <a:gd name="T24" fmla="*/ 24 w 303"/>
                  <a:gd name="T25" fmla="*/ 166 h 285"/>
                  <a:gd name="T26" fmla="*/ 34 w 303"/>
                  <a:gd name="T27" fmla="*/ 174 h 285"/>
                  <a:gd name="T28" fmla="*/ 37 w 303"/>
                  <a:gd name="T29" fmla="*/ 174 h 285"/>
                  <a:gd name="T30" fmla="*/ 45 w 303"/>
                  <a:gd name="T31" fmla="*/ 161 h 285"/>
                  <a:gd name="T32" fmla="*/ 43 w 303"/>
                  <a:gd name="T33" fmla="*/ 154 h 285"/>
                  <a:gd name="T34" fmla="*/ 43 w 303"/>
                  <a:gd name="T35" fmla="*/ 154 h 285"/>
                  <a:gd name="T36" fmla="*/ 139 w 303"/>
                  <a:gd name="T37" fmla="*/ 128 h 285"/>
                  <a:gd name="T38" fmla="*/ 88 w 303"/>
                  <a:gd name="T39" fmla="*/ 270 h 285"/>
                  <a:gd name="T40" fmla="*/ 95 w 303"/>
                  <a:gd name="T41" fmla="*/ 284 h 285"/>
                  <a:gd name="T42" fmla="*/ 98 w 303"/>
                  <a:gd name="T43" fmla="*/ 285 h 285"/>
                  <a:gd name="T44" fmla="*/ 108 w 303"/>
                  <a:gd name="T45" fmla="*/ 278 h 285"/>
                  <a:gd name="T46" fmla="*/ 141 w 303"/>
                  <a:gd name="T47" fmla="*/ 186 h 285"/>
                  <a:gd name="T48" fmla="*/ 141 w 303"/>
                  <a:gd name="T49" fmla="*/ 274 h 285"/>
                  <a:gd name="T50" fmla="*/ 152 w 303"/>
                  <a:gd name="T51" fmla="*/ 285 h 285"/>
                  <a:gd name="T52" fmla="*/ 162 w 303"/>
                  <a:gd name="T53" fmla="*/ 274 h 285"/>
                  <a:gd name="T54" fmla="*/ 162 w 303"/>
                  <a:gd name="T55" fmla="*/ 186 h 285"/>
                  <a:gd name="T56" fmla="*/ 195 w 303"/>
                  <a:gd name="T57" fmla="*/ 278 h 285"/>
                  <a:gd name="T58" fmla="*/ 205 w 303"/>
                  <a:gd name="T59" fmla="*/ 285 h 285"/>
                  <a:gd name="T60" fmla="*/ 209 w 303"/>
                  <a:gd name="T61" fmla="*/ 284 h 285"/>
                  <a:gd name="T62" fmla="*/ 215 w 303"/>
                  <a:gd name="T63" fmla="*/ 270 h 285"/>
                  <a:gd name="T64" fmla="*/ 164 w 303"/>
                  <a:gd name="T65" fmla="*/ 128 h 285"/>
                  <a:gd name="T66" fmla="*/ 240 w 303"/>
                  <a:gd name="T67" fmla="*/ 107 h 285"/>
                  <a:gd name="T68" fmla="*/ 240 w 303"/>
                  <a:gd name="T69" fmla="*/ 107 h 285"/>
                  <a:gd name="T70" fmla="*/ 250 w 303"/>
                  <a:gd name="T71" fmla="*/ 115 h 285"/>
                  <a:gd name="T72" fmla="*/ 253 w 303"/>
                  <a:gd name="T73" fmla="*/ 115 h 285"/>
                  <a:gd name="T74" fmla="*/ 294 w 303"/>
                  <a:gd name="T75" fmla="*/ 104 h 285"/>
                  <a:gd name="T76" fmla="*/ 301 w 303"/>
                  <a:gd name="T77" fmla="*/ 99 h 285"/>
                  <a:gd name="T78" fmla="*/ 302 w 303"/>
                  <a:gd name="T79" fmla="*/ 91 h 285"/>
                  <a:gd name="T80" fmla="*/ 40 w 303"/>
                  <a:gd name="T81" fmla="*/ 103 h 285"/>
                  <a:gd name="T82" fmla="*/ 132 w 303"/>
                  <a:gd name="T83" fmla="*/ 78 h 285"/>
                  <a:gd name="T84" fmla="*/ 140 w 303"/>
                  <a:gd name="T85" fmla="*/ 105 h 285"/>
                  <a:gd name="T86" fmla="*/ 47 w 303"/>
                  <a:gd name="T87" fmla="*/ 131 h 285"/>
                  <a:gd name="T88" fmla="*/ 40 w 303"/>
                  <a:gd name="T89" fmla="*/ 103 h 285"/>
                  <a:gd name="T90" fmla="*/ 162 w 303"/>
                  <a:gd name="T91" fmla="*/ 106 h 285"/>
                  <a:gd name="T92" fmla="*/ 151 w 303"/>
                  <a:gd name="T93" fmla="*/ 65 h 285"/>
                  <a:gd name="T94" fmla="*/ 223 w 303"/>
                  <a:gd name="T95" fmla="*/ 46 h 285"/>
                  <a:gd name="T96" fmla="*/ 229 w 303"/>
                  <a:gd name="T97" fmla="*/ 66 h 285"/>
                  <a:gd name="T98" fmla="*/ 234 w 303"/>
                  <a:gd name="T99" fmla="*/ 87 h 285"/>
                  <a:gd name="T100" fmla="*/ 162 w 303"/>
                  <a:gd name="T101" fmla="*/ 106 h 285"/>
                  <a:gd name="T102" fmla="*/ 258 w 303"/>
                  <a:gd name="T103" fmla="*/ 91 h 285"/>
                  <a:gd name="T104" fmla="*/ 241 w 303"/>
                  <a:gd name="T105" fmla="*/ 30 h 285"/>
                  <a:gd name="T106" fmla="*/ 262 w 303"/>
                  <a:gd name="T107" fmla="*/ 24 h 285"/>
                  <a:gd name="T108" fmla="*/ 278 w 303"/>
                  <a:gd name="T109" fmla="*/ 86 h 285"/>
                  <a:gd name="T110" fmla="*/ 258 w 303"/>
                  <a:gd name="T111" fmla="*/ 91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03" h="285">
                    <a:moveTo>
                      <a:pt x="302" y="91"/>
                    </a:moveTo>
                    <a:cubicBezTo>
                      <a:pt x="279" y="8"/>
                      <a:pt x="279" y="8"/>
                      <a:pt x="279" y="8"/>
                    </a:cubicBezTo>
                    <a:cubicBezTo>
                      <a:pt x="279" y="5"/>
                      <a:pt x="277" y="3"/>
                      <a:pt x="274" y="2"/>
                    </a:cubicBezTo>
                    <a:cubicBezTo>
                      <a:pt x="272" y="0"/>
                      <a:pt x="269" y="0"/>
                      <a:pt x="266" y="1"/>
                    </a:cubicBezTo>
                    <a:cubicBezTo>
                      <a:pt x="225" y="12"/>
                      <a:pt x="225" y="12"/>
                      <a:pt x="225" y="12"/>
                    </a:cubicBezTo>
                    <a:cubicBezTo>
                      <a:pt x="219" y="14"/>
                      <a:pt x="216" y="19"/>
                      <a:pt x="218" y="25"/>
                    </a:cubicBezTo>
                    <a:cubicBezTo>
                      <a:pt x="135" y="48"/>
                      <a:pt x="135" y="48"/>
                      <a:pt x="135" y="48"/>
                    </a:cubicBezTo>
                    <a:cubicBezTo>
                      <a:pt x="131" y="49"/>
                      <a:pt x="128" y="53"/>
                      <a:pt x="128" y="57"/>
                    </a:cubicBezTo>
                    <a:cubicBezTo>
                      <a:pt x="24" y="85"/>
                      <a:pt x="24" y="85"/>
                      <a:pt x="24" y="85"/>
                    </a:cubicBezTo>
                    <a:cubicBezTo>
                      <a:pt x="22" y="78"/>
                      <a:pt x="22" y="78"/>
                      <a:pt x="22" y="78"/>
                    </a:cubicBezTo>
                    <a:cubicBezTo>
                      <a:pt x="21" y="73"/>
                      <a:pt x="15" y="69"/>
                      <a:pt x="9" y="71"/>
                    </a:cubicBezTo>
                    <a:cubicBezTo>
                      <a:pt x="3" y="73"/>
                      <a:pt x="0" y="78"/>
                      <a:pt x="2" y="84"/>
                    </a:cubicBezTo>
                    <a:cubicBezTo>
                      <a:pt x="24" y="166"/>
                      <a:pt x="24" y="166"/>
                      <a:pt x="24" y="166"/>
                    </a:cubicBezTo>
                    <a:cubicBezTo>
                      <a:pt x="25" y="171"/>
                      <a:pt x="30" y="174"/>
                      <a:pt x="34" y="174"/>
                    </a:cubicBezTo>
                    <a:cubicBezTo>
                      <a:pt x="35" y="174"/>
                      <a:pt x="36" y="174"/>
                      <a:pt x="37" y="174"/>
                    </a:cubicBezTo>
                    <a:cubicBezTo>
                      <a:pt x="43" y="172"/>
                      <a:pt x="46" y="167"/>
                      <a:pt x="45" y="161"/>
                    </a:cubicBezTo>
                    <a:cubicBezTo>
                      <a:pt x="43" y="154"/>
                      <a:pt x="43" y="154"/>
                      <a:pt x="43" y="154"/>
                    </a:cubicBezTo>
                    <a:cubicBezTo>
                      <a:pt x="43" y="154"/>
                      <a:pt x="43" y="154"/>
                      <a:pt x="43" y="154"/>
                    </a:cubicBezTo>
                    <a:cubicBezTo>
                      <a:pt x="139" y="128"/>
                      <a:pt x="139" y="128"/>
                      <a:pt x="139" y="128"/>
                    </a:cubicBezTo>
                    <a:cubicBezTo>
                      <a:pt x="88" y="270"/>
                      <a:pt x="88" y="270"/>
                      <a:pt x="88" y="270"/>
                    </a:cubicBezTo>
                    <a:cubicBezTo>
                      <a:pt x="86" y="276"/>
                      <a:pt x="89" y="282"/>
                      <a:pt x="95" y="284"/>
                    </a:cubicBezTo>
                    <a:cubicBezTo>
                      <a:pt x="96" y="284"/>
                      <a:pt x="97" y="285"/>
                      <a:pt x="98" y="285"/>
                    </a:cubicBezTo>
                    <a:cubicBezTo>
                      <a:pt x="103" y="285"/>
                      <a:pt x="107" y="282"/>
                      <a:pt x="108" y="278"/>
                    </a:cubicBezTo>
                    <a:cubicBezTo>
                      <a:pt x="141" y="186"/>
                      <a:pt x="141" y="186"/>
                      <a:pt x="141" y="186"/>
                    </a:cubicBezTo>
                    <a:cubicBezTo>
                      <a:pt x="141" y="274"/>
                      <a:pt x="141" y="274"/>
                      <a:pt x="141" y="274"/>
                    </a:cubicBezTo>
                    <a:cubicBezTo>
                      <a:pt x="141" y="280"/>
                      <a:pt x="146" y="285"/>
                      <a:pt x="152" y="285"/>
                    </a:cubicBezTo>
                    <a:cubicBezTo>
                      <a:pt x="158" y="285"/>
                      <a:pt x="162" y="280"/>
                      <a:pt x="162" y="274"/>
                    </a:cubicBezTo>
                    <a:cubicBezTo>
                      <a:pt x="162" y="186"/>
                      <a:pt x="162" y="186"/>
                      <a:pt x="162" y="186"/>
                    </a:cubicBezTo>
                    <a:cubicBezTo>
                      <a:pt x="195" y="278"/>
                      <a:pt x="195" y="278"/>
                      <a:pt x="195" y="278"/>
                    </a:cubicBezTo>
                    <a:cubicBezTo>
                      <a:pt x="197" y="282"/>
                      <a:pt x="201" y="285"/>
                      <a:pt x="205" y="285"/>
                    </a:cubicBezTo>
                    <a:cubicBezTo>
                      <a:pt x="206" y="285"/>
                      <a:pt x="207" y="284"/>
                      <a:pt x="209" y="284"/>
                    </a:cubicBezTo>
                    <a:cubicBezTo>
                      <a:pt x="214" y="282"/>
                      <a:pt x="217" y="276"/>
                      <a:pt x="215" y="270"/>
                    </a:cubicBezTo>
                    <a:cubicBezTo>
                      <a:pt x="164" y="128"/>
                      <a:pt x="164" y="128"/>
                      <a:pt x="164" y="128"/>
                    </a:cubicBezTo>
                    <a:cubicBezTo>
                      <a:pt x="240" y="107"/>
                      <a:pt x="240" y="107"/>
                      <a:pt x="240" y="107"/>
                    </a:cubicBezTo>
                    <a:cubicBezTo>
                      <a:pt x="240" y="107"/>
                      <a:pt x="240" y="107"/>
                      <a:pt x="240" y="107"/>
                    </a:cubicBezTo>
                    <a:cubicBezTo>
                      <a:pt x="241" y="112"/>
                      <a:pt x="246" y="115"/>
                      <a:pt x="250" y="115"/>
                    </a:cubicBezTo>
                    <a:cubicBezTo>
                      <a:pt x="251" y="115"/>
                      <a:pt x="252" y="115"/>
                      <a:pt x="253" y="115"/>
                    </a:cubicBezTo>
                    <a:cubicBezTo>
                      <a:pt x="294" y="104"/>
                      <a:pt x="294" y="104"/>
                      <a:pt x="294" y="104"/>
                    </a:cubicBezTo>
                    <a:cubicBezTo>
                      <a:pt x="297" y="103"/>
                      <a:pt x="299" y="101"/>
                      <a:pt x="301" y="99"/>
                    </a:cubicBezTo>
                    <a:cubicBezTo>
                      <a:pt x="302" y="96"/>
                      <a:pt x="303" y="93"/>
                      <a:pt x="302" y="91"/>
                    </a:cubicBezTo>
                    <a:close/>
                    <a:moveTo>
                      <a:pt x="40" y="103"/>
                    </a:moveTo>
                    <a:cubicBezTo>
                      <a:pt x="132" y="78"/>
                      <a:pt x="132" y="78"/>
                      <a:pt x="132" y="78"/>
                    </a:cubicBezTo>
                    <a:cubicBezTo>
                      <a:pt x="140" y="105"/>
                      <a:pt x="140" y="105"/>
                      <a:pt x="140" y="105"/>
                    </a:cubicBezTo>
                    <a:cubicBezTo>
                      <a:pt x="47" y="131"/>
                      <a:pt x="47" y="131"/>
                      <a:pt x="47" y="131"/>
                    </a:cubicBezTo>
                    <a:lnTo>
                      <a:pt x="40" y="103"/>
                    </a:lnTo>
                    <a:close/>
                    <a:moveTo>
                      <a:pt x="162" y="106"/>
                    </a:moveTo>
                    <a:cubicBezTo>
                      <a:pt x="151" y="65"/>
                      <a:pt x="151" y="65"/>
                      <a:pt x="151" y="65"/>
                    </a:cubicBezTo>
                    <a:cubicBezTo>
                      <a:pt x="223" y="46"/>
                      <a:pt x="223" y="46"/>
                      <a:pt x="223" y="46"/>
                    </a:cubicBezTo>
                    <a:cubicBezTo>
                      <a:pt x="229" y="66"/>
                      <a:pt x="229" y="66"/>
                      <a:pt x="229" y="66"/>
                    </a:cubicBezTo>
                    <a:cubicBezTo>
                      <a:pt x="234" y="87"/>
                      <a:pt x="234" y="87"/>
                      <a:pt x="234" y="87"/>
                    </a:cubicBezTo>
                    <a:lnTo>
                      <a:pt x="162" y="106"/>
                    </a:lnTo>
                    <a:close/>
                    <a:moveTo>
                      <a:pt x="258" y="91"/>
                    </a:moveTo>
                    <a:cubicBezTo>
                      <a:pt x="241" y="30"/>
                      <a:pt x="241" y="30"/>
                      <a:pt x="241" y="30"/>
                    </a:cubicBezTo>
                    <a:cubicBezTo>
                      <a:pt x="262" y="24"/>
                      <a:pt x="262" y="24"/>
                      <a:pt x="262" y="24"/>
                    </a:cubicBezTo>
                    <a:cubicBezTo>
                      <a:pt x="278" y="86"/>
                      <a:pt x="278" y="86"/>
                      <a:pt x="278" y="86"/>
                    </a:cubicBezTo>
                    <a:lnTo>
                      <a:pt x="258" y="91"/>
                    </a:lnTo>
                    <a:close/>
                  </a:path>
                </a:pathLst>
              </a:custGeom>
              <a:solidFill>
                <a:schemeClr val="tx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4295" tIns="37148" rIns="74295" bIns="37148" numCol="1" anchor="t" anchorCtr="0" compatLnSpc="1">
                <a:prstTxWarp prst="textNoShape">
                  <a:avLst/>
                </a:prstTxWarp>
              </a:bodyPr>
              <a:lstStyle/>
              <a:p>
                <a:endParaRPr lang="en-GB" sz="1463" dirty="0"/>
              </a:p>
            </p:txBody>
          </p:sp>
        </p:grpSp>
        <p:sp>
          <p:nvSpPr>
            <p:cNvPr id="33" name="TextBox 32">
              <a:extLst>
                <a:ext uri="{FF2B5EF4-FFF2-40B4-BE49-F238E27FC236}">
                  <a16:creationId xmlns:a16="http://schemas.microsoft.com/office/drawing/2014/main" id="{02EAAE3D-B4ED-4240-A861-CE4D5A547E10}"/>
                </a:ext>
              </a:extLst>
            </p:cNvPr>
            <p:cNvSpPr txBox="1"/>
            <p:nvPr/>
          </p:nvSpPr>
          <p:spPr>
            <a:xfrm>
              <a:off x="3897794" y="3903940"/>
              <a:ext cx="536757" cy="400110"/>
            </a:xfrm>
            <a:prstGeom prst="rect">
              <a:avLst/>
            </a:prstGeom>
            <a:noFill/>
          </p:spPr>
          <p:txBody>
            <a:bodyPr wrap="square" lIns="0" tIns="0" rIns="0" bIns="0" rtlCol="0">
              <a:spAutoFit/>
            </a:bodyPr>
            <a:lstStyle/>
            <a:p>
              <a:pPr algn="ctr">
                <a:spcBef>
                  <a:spcPts val="488"/>
                </a:spcBef>
                <a:buSzPct val="100000"/>
              </a:pPr>
              <a:r>
                <a:rPr lang="en-US" sz="2600" b="1" dirty="0">
                  <a:solidFill>
                    <a:srgbClr val="86BC25"/>
                  </a:solidFill>
                  <a:latin typeface="+mj-lt"/>
                </a:rPr>
                <a:t>1.</a:t>
              </a:r>
              <a:endParaRPr lang="en-IN" sz="2600" b="1" dirty="0">
                <a:solidFill>
                  <a:srgbClr val="86BC25"/>
                </a:solidFill>
                <a:latin typeface="+mj-lt"/>
              </a:endParaRPr>
            </a:p>
          </p:txBody>
        </p:sp>
      </p:grpSp>
      <p:grpSp>
        <p:nvGrpSpPr>
          <p:cNvPr id="13" name="Group 12">
            <a:extLst>
              <a:ext uri="{FF2B5EF4-FFF2-40B4-BE49-F238E27FC236}">
                <a16:creationId xmlns:a16="http://schemas.microsoft.com/office/drawing/2014/main" id="{62B695B6-367C-4EEA-B119-57C8EAF7F859}"/>
              </a:ext>
            </a:extLst>
          </p:cNvPr>
          <p:cNvGrpSpPr/>
          <p:nvPr/>
        </p:nvGrpSpPr>
        <p:grpSpPr>
          <a:xfrm>
            <a:off x="5172302" y="2895168"/>
            <a:ext cx="2005978" cy="1499352"/>
            <a:chOff x="6641876" y="2895168"/>
            <a:chExt cx="2005978" cy="1499352"/>
          </a:xfrm>
        </p:grpSpPr>
        <p:sp>
          <p:nvSpPr>
            <p:cNvPr id="9" name="Rectangle 8">
              <a:extLst>
                <a:ext uri="{FF2B5EF4-FFF2-40B4-BE49-F238E27FC236}">
                  <a16:creationId xmlns:a16="http://schemas.microsoft.com/office/drawing/2014/main" id="{24B342B1-4B85-4B57-A08D-9F42BF6591B0}"/>
                </a:ext>
              </a:extLst>
            </p:cNvPr>
            <p:cNvSpPr/>
            <p:nvPr/>
          </p:nvSpPr>
          <p:spPr>
            <a:xfrm>
              <a:off x="6910494" y="3845880"/>
              <a:ext cx="1737360" cy="548640"/>
            </a:xfrm>
            <a:prstGeom prst="rect">
              <a:avLst/>
            </a:prstGeom>
          </p:spPr>
          <p:txBody>
            <a:bodyPr wrap="square" anchor="ctr">
              <a:noAutofit/>
            </a:bodyPr>
            <a:lstStyle/>
            <a:p>
              <a:pPr algn="ctr"/>
              <a:r>
                <a:rPr lang="en-GB" sz="1400" dirty="0"/>
                <a:t>Project Deliverables</a:t>
              </a:r>
            </a:p>
          </p:txBody>
        </p:sp>
        <p:sp>
          <p:nvSpPr>
            <p:cNvPr id="25" name="Oval 24">
              <a:extLst>
                <a:ext uri="{FF2B5EF4-FFF2-40B4-BE49-F238E27FC236}">
                  <a16:creationId xmlns:a16="http://schemas.microsoft.com/office/drawing/2014/main" id="{2DCDEEE3-AF8A-40F0-98C8-2362B76EF1E7}"/>
                </a:ext>
              </a:extLst>
            </p:cNvPr>
            <p:cNvSpPr/>
            <p:nvPr/>
          </p:nvSpPr>
          <p:spPr bwMode="gray">
            <a:xfrm>
              <a:off x="7185251" y="2895168"/>
              <a:ext cx="861196" cy="861194"/>
            </a:xfrm>
            <a:prstGeom prst="ellipse">
              <a:avLst/>
            </a:prstGeom>
            <a:solidFill>
              <a:schemeClr val="accent1">
                <a:lumMod val="40000"/>
                <a:lumOff val="60000"/>
              </a:schemeClr>
            </a:solidFill>
            <a:ln w="19050" algn="ctr">
              <a:noFill/>
              <a:miter lim="800000"/>
              <a:headEnd/>
              <a:tailEnd/>
            </a:ln>
          </p:spPr>
          <p:txBody>
            <a:bodyPr wrap="square" lIns="72231" tIns="72231" rIns="72231" bIns="72231" rtlCol="0" anchor="ctr"/>
            <a:lstStyle/>
            <a:p>
              <a:pPr algn="ctr">
                <a:lnSpc>
                  <a:spcPct val="106000"/>
                </a:lnSpc>
                <a:buFont typeface="Wingdings 2" pitchFamily="18" charset="2"/>
                <a:buNone/>
              </a:pPr>
              <a:endParaRPr lang="en-GB" sz="1300" b="1" dirty="0">
                <a:solidFill>
                  <a:schemeClr val="bg1"/>
                </a:solidFill>
              </a:endParaRPr>
            </a:p>
          </p:txBody>
        </p:sp>
        <p:grpSp>
          <p:nvGrpSpPr>
            <p:cNvPr id="26" name="Group 245">
              <a:extLst>
                <a:ext uri="{FF2B5EF4-FFF2-40B4-BE49-F238E27FC236}">
                  <a16:creationId xmlns:a16="http://schemas.microsoft.com/office/drawing/2014/main" id="{A674C82B-5C77-4008-BEA6-C2A51421C5D0}"/>
                </a:ext>
              </a:extLst>
            </p:cNvPr>
            <p:cNvGrpSpPr>
              <a:grpSpLocks noChangeAspect="1"/>
            </p:cNvGrpSpPr>
            <p:nvPr/>
          </p:nvGrpSpPr>
          <p:grpSpPr bwMode="auto">
            <a:xfrm>
              <a:off x="7371719" y="3132016"/>
              <a:ext cx="501728" cy="435461"/>
              <a:chOff x="3544" y="884"/>
              <a:chExt cx="212" cy="184"/>
            </a:xfrm>
            <a:solidFill>
              <a:schemeClr val="tx1"/>
            </a:solidFill>
          </p:grpSpPr>
          <p:sp>
            <p:nvSpPr>
              <p:cNvPr id="27" name="Freeform 247">
                <a:extLst>
                  <a:ext uri="{FF2B5EF4-FFF2-40B4-BE49-F238E27FC236}">
                    <a16:creationId xmlns:a16="http://schemas.microsoft.com/office/drawing/2014/main" id="{5BBC03F9-4D06-4ACA-9ECE-A051C52E019F}"/>
                  </a:ext>
                </a:extLst>
              </p:cNvPr>
              <p:cNvSpPr>
                <a:spLocks noEditPoints="1"/>
              </p:cNvSpPr>
              <p:nvPr/>
            </p:nvSpPr>
            <p:spPr bwMode="auto">
              <a:xfrm>
                <a:off x="3544" y="884"/>
                <a:ext cx="212" cy="184"/>
              </a:xfrm>
              <a:custGeom>
                <a:avLst/>
                <a:gdLst>
                  <a:gd name="T0" fmla="*/ 309 w 320"/>
                  <a:gd name="T1" fmla="*/ 0 h 278"/>
                  <a:gd name="T2" fmla="*/ 10 w 320"/>
                  <a:gd name="T3" fmla="*/ 0 h 278"/>
                  <a:gd name="T4" fmla="*/ 0 w 320"/>
                  <a:gd name="T5" fmla="*/ 11 h 278"/>
                  <a:gd name="T6" fmla="*/ 0 w 320"/>
                  <a:gd name="T7" fmla="*/ 203 h 278"/>
                  <a:gd name="T8" fmla="*/ 10 w 320"/>
                  <a:gd name="T9" fmla="*/ 214 h 278"/>
                  <a:gd name="T10" fmla="*/ 53 w 320"/>
                  <a:gd name="T11" fmla="*/ 214 h 278"/>
                  <a:gd name="T12" fmla="*/ 53 w 320"/>
                  <a:gd name="T13" fmla="*/ 267 h 278"/>
                  <a:gd name="T14" fmla="*/ 60 w 320"/>
                  <a:gd name="T15" fmla="*/ 277 h 278"/>
                  <a:gd name="T16" fmla="*/ 64 w 320"/>
                  <a:gd name="T17" fmla="*/ 278 h 278"/>
                  <a:gd name="T18" fmla="*/ 72 w 320"/>
                  <a:gd name="T19" fmla="*/ 274 h 278"/>
                  <a:gd name="T20" fmla="*/ 122 w 320"/>
                  <a:gd name="T21" fmla="*/ 214 h 278"/>
                  <a:gd name="T22" fmla="*/ 309 w 320"/>
                  <a:gd name="T23" fmla="*/ 214 h 278"/>
                  <a:gd name="T24" fmla="*/ 320 w 320"/>
                  <a:gd name="T25" fmla="*/ 203 h 278"/>
                  <a:gd name="T26" fmla="*/ 320 w 320"/>
                  <a:gd name="T27" fmla="*/ 11 h 278"/>
                  <a:gd name="T28" fmla="*/ 309 w 320"/>
                  <a:gd name="T29" fmla="*/ 0 h 278"/>
                  <a:gd name="T30" fmla="*/ 298 w 320"/>
                  <a:gd name="T31" fmla="*/ 192 h 278"/>
                  <a:gd name="T32" fmla="*/ 117 w 320"/>
                  <a:gd name="T33" fmla="*/ 192 h 278"/>
                  <a:gd name="T34" fmla="*/ 109 w 320"/>
                  <a:gd name="T35" fmla="*/ 196 h 278"/>
                  <a:gd name="T36" fmla="*/ 74 w 320"/>
                  <a:gd name="T37" fmla="*/ 238 h 278"/>
                  <a:gd name="T38" fmla="*/ 74 w 320"/>
                  <a:gd name="T39" fmla="*/ 203 h 278"/>
                  <a:gd name="T40" fmla="*/ 64 w 320"/>
                  <a:gd name="T41" fmla="*/ 192 h 278"/>
                  <a:gd name="T42" fmla="*/ 21 w 320"/>
                  <a:gd name="T43" fmla="*/ 192 h 278"/>
                  <a:gd name="T44" fmla="*/ 21 w 320"/>
                  <a:gd name="T45" fmla="*/ 22 h 278"/>
                  <a:gd name="T46" fmla="*/ 298 w 320"/>
                  <a:gd name="T47" fmla="*/ 22 h 278"/>
                  <a:gd name="T48" fmla="*/ 298 w 320"/>
                  <a:gd name="T49" fmla="*/ 192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20" h="278">
                    <a:moveTo>
                      <a:pt x="309" y="0"/>
                    </a:moveTo>
                    <a:cubicBezTo>
                      <a:pt x="10" y="0"/>
                      <a:pt x="10" y="0"/>
                      <a:pt x="10" y="0"/>
                    </a:cubicBezTo>
                    <a:cubicBezTo>
                      <a:pt x="4" y="0"/>
                      <a:pt x="0" y="5"/>
                      <a:pt x="0" y="11"/>
                    </a:cubicBezTo>
                    <a:cubicBezTo>
                      <a:pt x="0" y="203"/>
                      <a:pt x="0" y="203"/>
                      <a:pt x="0" y="203"/>
                    </a:cubicBezTo>
                    <a:cubicBezTo>
                      <a:pt x="0" y="209"/>
                      <a:pt x="4" y="214"/>
                      <a:pt x="10" y="214"/>
                    </a:cubicBezTo>
                    <a:cubicBezTo>
                      <a:pt x="53" y="214"/>
                      <a:pt x="53" y="214"/>
                      <a:pt x="53" y="214"/>
                    </a:cubicBezTo>
                    <a:cubicBezTo>
                      <a:pt x="53" y="267"/>
                      <a:pt x="53" y="267"/>
                      <a:pt x="53" y="267"/>
                    </a:cubicBezTo>
                    <a:cubicBezTo>
                      <a:pt x="53" y="271"/>
                      <a:pt x="56" y="276"/>
                      <a:pt x="60" y="277"/>
                    </a:cubicBezTo>
                    <a:cubicBezTo>
                      <a:pt x="61" y="277"/>
                      <a:pt x="62" y="278"/>
                      <a:pt x="64" y="278"/>
                    </a:cubicBezTo>
                    <a:cubicBezTo>
                      <a:pt x="67" y="278"/>
                      <a:pt x="70" y="276"/>
                      <a:pt x="72" y="274"/>
                    </a:cubicBezTo>
                    <a:cubicBezTo>
                      <a:pt x="122" y="214"/>
                      <a:pt x="122" y="214"/>
                      <a:pt x="122" y="214"/>
                    </a:cubicBezTo>
                    <a:cubicBezTo>
                      <a:pt x="309" y="214"/>
                      <a:pt x="309" y="214"/>
                      <a:pt x="309" y="214"/>
                    </a:cubicBezTo>
                    <a:cubicBezTo>
                      <a:pt x="315" y="214"/>
                      <a:pt x="320" y="209"/>
                      <a:pt x="320" y="203"/>
                    </a:cubicBezTo>
                    <a:cubicBezTo>
                      <a:pt x="320" y="11"/>
                      <a:pt x="320" y="11"/>
                      <a:pt x="320" y="11"/>
                    </a:cubicBezTo>
                    <a:cubicBezTo>
                      <a:pt x="320" y="5"/>
                      <a:pt x="315" y="0"/>
                      <a:pt x="309" y="0"/>
                    </a:cubicBezTo>
                    <a:close/>
                    <a:moveTo>
                      <a:pt x="298" y="192"/>
                    </a:moveTo>
                    <a:cubicBezTo>
                      <a:pt x="117" y="192"/>
                      <a:pt x="117" y="192"/>
                      <a:pt x="117" y="192"/>
                    </a:cubicBezTo>
                    <a:cubicBezTo>
                      <a:pt x="114" y="192"/>
                      <a:pt x="111" y="194"/>
                      <a:pt x="109" y="196"/>
                    </a:cubicBezTo>
                    <a:cubicBezTo>
                      <a:pt x="74" y="238"/>
                      <a:pt x="74" y="238"/>
                      <a:pt x="74" y="238"/>
                    </a:cubicBezTo>
                    <a:cubicBezTo>
                      <a:pt x="74" y="203"/>
                      <a:pt x="74" y="203"/>
                      <a:pt x="74" y="203"/>
                    </a:cubicBezTo>
                    <a:cubicBezTo>
                      <a:pt x="74" y="197"/>
                      <a:pt x="70" y="192"/>
                      <a:pt x="64" y="192"/>
                    </a:cubicBezTo>
                    <a:cubicBezTo>
                      <a:pt x="21" y="192"/>
                      <a:pt x="21" y="192"/>
                      <a:pt x="21" y="192"/>
                    </a:cubicBezTo>
                    <a:cubicBezTo>
                      <a:pt x="21" y="22"/>
                      <a:pt x="21" y="22"/>
                      <a:pt x="21" y="22"/>
                    </a:cubicBezTo>
                    <a:cubicBezTo>
                      <a:pt x="298" y="22"/>
                      <a:pt x="298" y="22"/>
                      <a:pt x="298" y="22"/>
                    </a:cubicBezTo>
                    <a:lnTo>
                      <a:pt x="298" y="19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4295" tIns="37148" rIns="74295" bIns="37148" numCol="1" anchor="t" anchorCtr="0" compatLnSpc="1">
                <a:prstTxWarp prst="textNoShape">
                  <a:avLst/>
                </a:prstTxWarp>
              </a:bodyPr>
              <a:lstStyle/>
              <a:p>
                <a:endParaRPr lang="en-GB" sz="1463" dirty="0"/>
              </a:p>
            </p:txBody>
          </p:sp>
          <p:sp>
            <p:nvSpPr>
              <p:cNvPr id="28" name="Freeform 248">
                <a:extLst>
                  <a:ext uri="{FF2B5EF4-FFF2-40B4-BE49-F238E27FC236}">
                    <a16:creationId xmlns:a16="http://schemas.microsoft.com/office/drawing/2014/main" id="{B6CEBFCE-5143-4B98-861A-0604E3F4022B}"/>
                  </a:ext>
                </a:extLst>
              </p:cNvPr>
              <p:cNvSpPr>
                <a:spLocks/>
              </p:cNvSpPr>
              <p:nvPr/>
            </p:nvSpPr>
            <p:spPr bwMode="auto">
              <a:xfrm>
                <a:off x="3572" y="919"/>
                <a:ext cx="156" cy="14"/>
              </a:xfrm>
              <a:custGeom>
                <a:avLst/>
                <a:gdLst>
                  <a:gd name="T0" fmla="*/ 11 w 235"/>
                  <a:gd name="T1" fmla="*/ 21 h 21"/>
                  <a:gd name="T2" fmla="*/ 224 w 235"/>
                  <a:gd name="T3" fmla="*/ 21 h 21"/>
                  <a:gd name="T4" fmla="*/ 235 w 235"/>
                  <a:gd name="T5" fmla="*/ 10 h 21"/>
                  <a:gd name="T6" fmla="*/ 224 w 235"/>
                  <a:gd name="T7" fmla="*/ 0 h 21"/>
                  <a:gd name="T8" fmla="*/ 11 w 235"/>
                  <a:gd name="T9" fmla="*/ 0 h 21"/>
                  <a:gd name="T10" fmla="*/ 0 w 235"/>
                  <a:gd name="T11" fmla="*/ 10 h 21"/>
                  <a:gd name="T12" fmla="*/ 11 w 235"/>
                  <a:gd name="T13" fmla="*/ 21 h 21"/>
                </a:gdLst>
                <a:ahLst/>
                <a:cxnLst>
                  <a:cxn ang="0">
                    <a:pos x="T0" y="T1"/>
                  </a:cxn>
                  <a:cxn ang="0">
                    <a:pos x="T2" y="T3"/>
                  </a:cxn>
                  <a:cxn ang="0">
                    <a:pos x="T4" y="T5"/>
                  </a:cxn>
                  <a:cxn ang="0">
                    <a:pos x="T6" y="T7"/>
                  </a:cxn>
                  <a:cxn ang="0">
                    <a:pos x="T8" y="T9"/>
                  </a:cxn>
                  <a:cxn ang="0">
                    <a:pos x="T10" y="T11"/>
                  </a:cxn>
                  <a:cxn ang="0">
                    <a:pos x="T12" y="T13"/>
                  </a:cxn>
                </a:cxnLst>
                <a:rect l="0" t="0" r="r" b="b"/>
                <a:pathLst>
                  <a:path w="235" h="21">
                    <a:moveTo>
                      <a:pt x="11" y="21"/>
                    </a:moveTo>
                    <a:cubicBezTo>
                      <a:pt x="224" y="21"/>
                      <a:pt x="224" y="21"/>
                      <a:pt x="224" y="21"/>
                    </a:cubicBezTo>
                    <a:cubicBezTo>
                      <a:pt x="230" y="21"/>
                      <a:pt x="235" y="16"/>
                      <a:pt x="235" y="10"/>
                    </a:cubicBezTo>
                    <a:cubicBezTo>
                      <a:pt x="235" y="4"/>
                      <a:pt x="230" y="0"/>
                      <a:pt x="224" y="0"/>
                    </a:cubicBezTo>
                    <a:cubicBezTo>
                      <a:pt x="11" y="0"/>
                      <a:pt x="11" y="0"/>
                      <a:pt x="11" y="0"/>
                    </a:cubicBezTo>
                    <a:cubicBezTo>
                      <a:pt x="5" y="0"/>
                      <a:pt x="0" y="4"/>
                      <a:pt x="0" y="10"/>
                    </a:cubicBezTo>
                    <a:cubicBezTo>
                      <a:pt x="0" y="16"/>
                      <a:pt x="5" y="21"/>
                      <a:pt x="11" y="2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4295" tIns="37148" rIns="74295" bIns="37148" numCol="1" anchor="t" anchorCtr="0" compatLnSpc="1">
                <a:prstTxWarp prst="textNoShape">
                  <a:avLst/>
                </a:prstTxWarp>
              </a:bodyPr>
              <a:lstStyle/>
              <a:p>
                <a:endParaRPr lang="en-GB" sz="1463" dirty="0"/>
              </a:p>
            </p:txBody>
          </p:sp>
          <p:sp>
            <p:nvSpPr>
              <p:cNvPr id="29" name="Freeform 249">
                <a:extLst>
                  <a:ext uri="{FF2B5EF4-FFF2-40B4-BE49-F238E27FC236}">
                    <a16:creationId xmlns:a16="http://schemas.microsoft.com/office/drawing/2014/main" id="{B74F7729-6BE6-4A19-B136-93A4CBBC424C}"/>
                  </a:ext>
                </a:extLst>
              </p:cNvPr>
              <p:cNvSpPr>
                <a:spLocks/>
              </p:cNvSpPr>
              <p:nvPr/>
            </p:nvSpPr>
            <p:spPr bwMode="auto">
              <a:xfrm>
                <a:off x="3572" y="947"/>
                <a:ext cx="156" cy="15"/>
              </a:xfrm>
              <a:custGeom>
                <a:avLst/>
                <a:gdLst>
                  <a:gd name="T0" fmla="*/ 11 w 235"/>
                  <a:gd name="T1" fmla="*/ 22 h 22"/>
                  <a:gd name="T2" fmla="*/ 224 w 235"/>
                  <a:gd name="T3" fmla="*/ 22 h 22"/>
                  <a:gd name="T4" fmla="*/ 235 w 235"/>
                  <a:gd name="T5" fmla="*/ 11 h 22"/>
                  <a:gd name="T6" fmla="*/ 224 w 235"/>
                  <a:gd name="T7" fmla="*/ 0 h 22"/>
                  <a:gd name="T8" fmla="*/ 11 w 235"/>
                  <a:gd name="T9" fmla="*/ 0 h 22"/>
                  <a:gd name="T10" fmla="*/ 0 w 235"/>
                  <a:gd name="T11" fmla="*/ 11 h 22"/>
                  <a:gd name="T12" fmla="*/ 11 w 235"/>
                  <a:gd name="T13" fmla="*/ 22 h 22"/>
                </a:gdLst>
                <a:ahLst/>
                <a:cxnLst>
                  <a:cxn ang="0">
                    <a:pos x="T0" y="T1"/>
                  </a:cxn>
                  <a:cxn ang="0">
                    <a:pos x="T2" y="T3"/>
                  </a:cxn>
                  <a:cxn ang="0">
                    <a:pos x="T4" y="T5"/>
                  </a:cxn>
                  <a:cxn ang="0">
                    <a:pos x="T6" y="T7"/>
                  </a:cxn>
                  <a:cxn ang="0">
                    <a:pos x="T8" y="T9"/>
                  </a:cxn>
                  <a:cxn ang="0">
                    <a:pos x="T10" y="T11"/>
                  </a:cxn>
                  <a:cxn ang="0">
                    <a:pos x="T12" y="T13"/>
                  </a:cxn>
                </a:cxnLst>
                <a:rect l="0" t="0" r="r" b="b"/>
                <a:pathLst>
                  <a:path w="235" h="22">
                    <a:moveTo>
                      <a:pt x="11" y="22"/>
                    </a:moveTo>
                    <a:cubicBezTo>
                      <a:pt x="224" y="22"/>
                      <a:pt x="224" y="22"/>
                      <a:pt x="224" y="22"/>
                    </a:cubicBezTo>
                    <a:cubicBezTo>
                      <a:pt x="230" y="22"/>
                      <a:pt x="235" y="17"/>
                      <a:pt x="235" y="11"/>
                    </a:cubicBezTo>
                    <a:cubicBezTo>
                      <a:pt x="235" y="5"/>
                      <a:pt x="230" y="0"/>
                      <a:pt x="224" y="0"/>
                    </a:cubicBezTo>
                    <a:cubicBezTo>
                      <a:pt x="11" y="0"/>
                      <a:pt x="11" y="0"/>
                      <a:pt x="11" y="0"/>
                    </a:cubicBezTo>
                    <a:cubicBezTo>
                      <a:pt x="5" y="0"/>
                      <a:pt x="0" y="5"/>
                      <a:pt x="0" y="11"/>
                    </a:cubicBezTo>
                    <a:cubicBezTo>
                      <a:pt x="0" y="17"/>
                      <a:pt x="5" y="22"/>
                      <a:pt x="11" y="2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4295" tIns="37148" rIns="74295" bIns="37148" numCol="1" anchor="t" anchorCtr="0" compatLnSpc="1">
                <a:prstTxWarp prst="textNoShape">
                  <a:avLst/>
                </a:prstTxWarp>
              </a:bodyPr>
              <a:lstStyle/>
              <a:p>
                <a:endParaRPr lang="en-GB" sz="1463" dirty="0"/>
              </a:p>
            </p:txBody>
          </p:sp>
          <p:sp>
            <p:nvSpPr>
              <p:cNvPr id="30" name="Freeform 250">
                <a:extLst>
                  <a:ext uri="{FF2B5EF4-FFF2-40B4-BE49-F238E27FC236}">
                    <a16:creationId xmlns:a16="http://schemas.microsoft.com/office/drawing/2014/main" id="{4C208871-7A26-461B-8635-359F7EFDEEA3}"/>
                  </a:ext>
                </a:extLst>
              </p:cNvPr>
              <p:cNvSpPr>
                <a:spLocks/>
              </p:cNvSpPr>
              <p:nvPr/>
            </p:nvSpPr>
            <p:spPr bwMode="auto">
              <a:xfrm>
                <a:off x="3572" y="976"/>
                <a:ext cx="156" cy="14"/>
              </a:xfrm>
              <a:custGeom>
                <a:avLst/>
                <a:gdLst>
                  <a:gd name="T0" fmla="*/ 11 w 235"/>
                  <a:gd name="T1" fmla="*/ 21 h 21"/>
                  <a:gd name="T2" fmla="*/ 224 w 235"/>
                  <a:gd name="T3" fmla="*/ 21 h 21"/>
                  <a:gd name="T4" fmla="*/ 235 w 235"/>
                  <a:gd name="T5" fmla="*/ 11 h 21"/>
                  <a:gd name="T6" fmla="*/ 224 w 235"/>
                  <a:gd name="T7" fmla="*/ 0 h 21"/>
                  <a:gd name="T8" fmla="*/ 11 w 235"/>
                  <a:gd name="T9" fmla="*/ 0 h 21"/>
                  <a:gd name="T10" fmla="*/ 0 w 235"/>
                  <a:gd name="T11" fmla="*/ 11 h 21"/>
                  <a:gd name="T12" fmla="*/ 11 w 235"/>
                  <a:gd name="T13" fmla="*/ 21 h 21"/>
                </a:gdLst>
                <a:ahLst/>
                <a:cxnLst>
                  <a:cxn ang="0">
                    <a:pos x="T0" y="T1"/>
                  </a:cxn>
                  <a:cxn ang="0">
                    <a:pos x="T2" y="T3"/>
                  </a:cxn>
                  <a:cxn ang="0">
                    <a:pos x="T4" y="T5"/>
                  </a:cxn>
                  <a:cxn ang="0">
                    <a:pos x="T6" y="T7"/>
                  </a:cxn>
                  <a:cxn ang="0">
                    <a:pos x="T8" y="T9"/>
                  </a:cxn>
                  <a:cxn ang="0">
                    <a:pos x="T10" y="T11"/>
                  </a:cxn>
                  <a:cxn ang="0">
                    <a:pos x="T12" y="T13"/>
                  </a:cxn>
                </a:cxnLst>
                <a:rect l="0" t="0" r="r" b="b"/>
                <a:pathLst>
                  <a:path w="235" h="21">
                    <a:moveTo>
                      <a:pt x="11" y="21"/>
                    </a:moveTo>
                    <a:cubicBezTo>
                      <a:pt x="224" y="21"/>
                      <a:pt x="224" y="21"/>
                      <a:pt x="224" y="21"/>
                    </a:cubicBezTo>
                    <a:cubicBezTo>
                      <a:pt x="230" y="21"/>
                      <a:pt x="235" y="17"/>
                      <a:pt x="235" y="11"/>
                    </a:cubicBezTo>
                    <a:cubicBezTo>
                      <a:pt x="235" y="5"/>
                      <a:pt x="230" y="0"/>
                      <a:pt x="224" y="0"/>
                    </a:cubicBezTo>
                    <a:cubicBezTo>
                      <a:pt x="11" y="0"/>
                      <a:pt x="11" y="0"/>
                      <a:pt x="11" y="0"/>
                    </a:cubicBezTo>
                    <a:cubicBezTo>
                      <a:pt x="5" y="0"/>
                      <a:pt x="0" y="5"/>
                      <a:pt x="0" y="11"/>
                    </a:cubicBezTo>
                    <a:cubicBezTo>
                      <a:pt x="0" y="17"/>
                      <a:pt x="5" y="21"/>
                      <a:pt x="11" y="2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4295" tIns="37148" rIns="74295" bIns="37148" numCol="1" anchor="t" anchorCtr="0" compatLnSpc="1">
                <a:prstTxWarp prst="textNoShape">
                  <a:avLst/>
                </a:prstTxWarp>
              </a:bodyPr>
              <a:lstStyle/>
              <a:p>
                <a:endParaRPr lang="en-GB" sz="1463" dirty="0"/>
              </a:p>
            </p:txBody>
          </p:sp>
        </p:grpSp>
        <p:sp>
          <p:nvSpPr>
            <p:cNvPr id="35" name="TextBox 34">
              <a:extLst>
                <a:ext uri="{FF2B5EF4-FFF2-40B4-BE49-F238E27FC236}">
                  <a16:creationId xmlns:a16="http://schemas.microsoft.com/office/drawing/2014/main" id="{11327202-3DDE-476A-9D48-500997FD7FBD}"/>
                </a:ext>
              </a:extLst>
            </p:cNvPr>
            <p:cNvSpPr txBox="1"/>
            <p:nvPr/>
          </p:nvSpPr>
          <p:spPr>
            <a:xfrm>
              <a:off x="6641876" y="3903242"/>
              <a:ext cx="536757" cy="400110"/>
            </a:xfrm>
            <a:prstGeom prst="rect">
              <a:avLst/>
            </a:prstGeom>
            <a:noFill/>
          </p:spPr>
          <p:txBody>
            <a:bodyPr wrap="square" lIns="0" tIns="0" rIns="0" bIns="0" rtlCol="0">
              <a:spAutoFit/>
            </a:bodyPr>
            <a:lstStyle/>
            <a:p>
              <a:pPr algn="ctr">
                <a:spcBef>
                  <a:spcPts val="488"/>
                </a:spcBef>
                <a:buSzPct val="100000"/>
              </a:pPr>
              <a:r>
                <a:rPr lang="en-US" sz="2600" b="1" dirty="0">
                  <a:solidFill>
                    <a:srgbClr val="86BC25"/>
                  </a:solidFill>
                  <a:latin typeface="+mj-lt"/>
                </a:rPr>
                <a:t>2.</a:t>
              </a:r>
              <a:endParaRPr lang="en-IN" sz="2600" b="1" dirty="0">
                <a:solidFill>
                  <a:srgbClr val="86BC25"/>
                </a:solidFill>
                <a:latin typeface="+mj-lt"/>
              </a:endParaRPr>
            </a:p>
          </p:txBody>
        </p:sp>
      </p:grpSp>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317504"/>
            <a:ext cx="11188700" cy="368299"/>
          </a:xfrm>
        </p:spPr>
        <p:txBody>
          <a:bodyPr vert="horz"/>
          <a:lstStyle/>
          <a:p>
            <a:pPr algn="just"/>
            <a:r>
              <a:rPr lang="en-US" sz="1800" b="0" i="0" dirty="0">
                <a:solidFill>
                  <a:schemeClr val="tx1"/>
                </a:solidFill>
              </a:rPr>
              <a:t>Agenda for the Day</a:t>
            </a:r>
          </a:p>
        </p:txBody>
      </p:sp>
      <p:grpSp>
        <p:nvGrpSpPr>
          <p:cNvPr id="4" name="Group 3">
            <a:extLst>
              <a:ext uri="{FF2B5EF4-FFF2-40B4-BE49-F238E27FC236}">
                <a16:creationId xmlns:a16="http://schemas.microsoft.com/office/drawing/2014/main" id="{3F797F3E-26EE-4C4F-97AF-CA3188DF892D}"/>
              </a:ext>
            </a:extLst>
          </p:cNvPr>
          <p:cNvGrpSpPr/>
          <p:nvPr/>
        </p:nvGrpSpPr>
        <p:grpSpPr>
          <a:xfrm>
            <a:off x="8667427" y="2926767"/>
            <a:ext cx="2136607" cy="1466443"/>
            <a:chOff x="8667427" y="2926767"/>
            <a:chExt cx="2136607" cy="1466443"/>
          </a:xfrm>
        </p:grpSpPr>
        <p:sp>
          <p:nvSpPr>
            <p:cNvPr id="31" name="Oval 30">
              <a:extLst>
                <a:ext uri="{FF2B5EF4-FFF2-40B4-BE49-F238E27FC236}">
                  <a16:creationId xmlns:a16="http://schemas.microsoft.com/office/drawing/2014/main" id="{63904FAB-2138-41E9-8364-5525E869FFEC}"/>
                </a:ext>
              </a:extLst>
            </p:cNvPr>
            <p:cNvSpPr/>
            <p:nvPr/>
          </p:nvSpPr>
          <p:spPr bwMode="gray">
            <a:xfrm>
              <a:off x="9443481" y="2926767"/>
              <a:ext cx="861196" cy="861194"/>
            </a:xfrm>
            <a:prstGeom prst="ellipse">
              <a:avLst/>
            </a:prstGeom>
            <a:solidFill>
              <a:schemeClr val="accent1">
                <a:lumMod val="40000"/>
                <a:lumOff val="60000"/>
              </a:schemeClr>
            </a:solidFill>
            <a:ln w="19050" algn="ctr">
              <a:noFill/>
              <a:miter lim="800000"/>
              <a:headEnd/>
              <a:tailEnd/>
            </a:ln>
          </p:spPr>
          <p:txBody>
            <a:bodyPr wrap="square" lIns="72231" tIns="72231" rIns="72231" bIns="72231" rtlCol="0" anchor="ctr"/>
            <a:lstStyle/>
            <a:p>
              <a:pPr algn="ctr">
                <a:lnSpc>
                  <a:spcPct val="106000"/>
                </a:lnSpc>
                <a:buFont typeface="Wingdings 2" pitchFamily="18" charset="2"/>
                <a:buNone/>
              </a:pPr>
              <a:endParaRPr lang="en-GB" sz="1300" b="1" dirty="0">
                <a:solidFill>
                  <a:schemeClr val="bg1"/>
                </a:solidFill>
              </a:endParaRPr>
            </a:p>
          </p:txBody>
        </p:sp>
        <p:pic>
          <p:nvPicPr>
            <p:cNvPr id="3" name="Graphic 2" descr="Presentation with pie chart">
              <a:extLst>
                <a:ext uri="{FF2B5EF4-FFF2-40B4-BE49-F238E27FC236}">
                  <a16:creationId xmlns:a16="http://schemas.microsoft.com/office/drawing/2014/main" id="{73FDC490-6156-4626-948C-1F6ADC70347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560431" y="3058886"/>
              <a:ext cx="639478" cy="639478"/>
            </a:xfrm>
            <a:prstGeom prst="rect">
              <a:avLst/>
            </a:prstGeom>
          </p:spPr>
        </p:pic>
        <p:sp>
          <p:nvSpPr>
            <p:cNvPr id="32" name="Rectangle 31">
              <a:extLst>
                <a:ext uri="{FF2B5EF4-FFF2-40B4-BE49-F238E27FC236}">
                  <a16:creationId xmlns:a16="http://schemas.microsoft.com/office/drawing/2014/main" id="{00177919-982D-4EB4-B896-A40AE6F9A330}"/>
                </a:ext>
              </a:extLst>
            </p:cNvPr>
            <p:cNvSpPr/>
            <p:nvPr/>
          </p:nvSpPr>
          <p:spPr>
            <a:xfrm>
              <a:off x="9066674" y="3844570"/>
              <a:ext cx="1737360" cy="548640"/>
            </a:xfrm>
            <a:prstGeom prst="rect">
              <a:avLst/>
            </a:prstGeom>
          </p:spPr>
          <p:txBody>
            <a:bodyPr wrap="square" anchor="ctr">
              <a:noAutofit/>
            </a:bodyPr>
            <a:lstStyle/>
            <a:p>
              <a:pPr algn="ctr"/>
              <a:r>
                <a:rPr lang="en-GB" sz="1400" dirty="0"/>
                <a:t>About Inception Report</a:t>
              </a:r>
            </a:p>
          </p:txBody>
        </p:sp>
        <p:sp>
          <p:nvSpPr>
            <p:cNvPr id="39" name="TextBox 38">
              <a:extLst>
                <a:ext uri="{FF2B5EF4-FFF2-40B4-BE49-F238E27FC236}">
                  <a16:creationId xmlns:a16="http://schemas.microsoft.com/office/drawing/2014/main" id="{A22EA8D5-6AAD-4128-A119-2C696E51CAE3}"/>
                </a:ext>
              </a:extLst>
            </p:cNvPr>
            <p:cNvSpPr txBox="1"/>
            <p:nvPr/>
          </p:nvSpPr>
          <p:spPr>
            <a:xfrm>
              <a:off x="8667427" y="3901932"/>
              <a:ext cx="536757" cy="400110"/>
            </a:xfrm>
            <a:prstGeom prst="rect">
              <a:avLst/>
            </a:prstGeom>
            <a:noFill/>
          </p:spPr>
          <p:txBody>
            <a:bodyPr wrap="square" lIns="0" tIns="0" rIns="0" bIns="0" rtlCol="0">
              <a:spAutoFit/>
            </a:bodyPr>
            <a:lstStyle/>
            <a:p>
              <a:pPr algn="ctr">
                <a:spcBef>
                  <a:spcPts val="488"/>
                </a:spcBef>
                <a:buSzPct val="100000"/>
              </a:pPr>
              <a:r>
                <a:rPr lang="en-US" sz="2600" b="1" dirty="0">
                  <a:solidFill>
                    <a:srgbClr val="86BC25"/>
                  </a:solidFill>
                  <a:latin typeface="+mj-lt"/>
                </a:rPr>
                <a:t>3.</a:t>
              </a:r>
              <a:endParaRPr lang="en-IN" sz="2600" b="1" dirty="0">
                <a:solidFill>
                  <a:srgbClr val="86BC25"/>
                </a:solidFill>
                <a:latin typeface="+mj-lt"/>
              </a:endParaRPr>
            </a:p>
          </p:txBody>
        </p:sp>
      </p:grpSp>
    </p:spTree>
    <p:extLst>
      <p:ext uri="{BB962C8B-B14F-4D97-AF65-F5344CB8AC3E}">
        <p14:creationId xmlns:p14="http://schemas.microsoft.com/office/powerpoint/2010/main" val="2924288066"/>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62196" name="think-cell Slide" r:id="rId4" imgW="498" imgH="499" progId="TCLayout.ActiveDocument.1">
                  <p:embed/>
                </p:oleObj>
              </mc:Choice>
              <mc:Fallback>
                <p:oleObj name="think-cell Slide" r:id="rId4"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317504"/>
            <a:ext cx="11188700" cy="368299"/>
          </a:xfrm>
        </p:spPr>
        <p:txBody>
          <a:bodyPr vert="horz"/>
          <a:lstStyle/>
          <a:p>
            <a:pPr algn="just"/>
            <a:r>
              <a:rPr lang="en-US" sz="1800" b="0" i="0" dirty="0">
                <a:solidFill>
                  <a:schemeClr val="tx1"/>
                </a:solidFill>
              </a:rPr>
              <a:t>Engagement Phasing</a:t>
            </a:r>
          </a:p>
        </p:txBody>
      </p:sp>
      <p:sp>
        <p:nvSpPr>
          <p:cNvPr id="2" name="TextBox 1">
            <a:extLst>
              <a:ext uri="{FF2B5EF4-FFF2-40B4-BE49-F238E27FC236}">
                <a16:creationId xmlns:a16="http://schemas.microsoft.com/office/drawing/2014/main" id="{56BB43DD-7C13-4A83-BC8B-A54857DC0F9A}"/>
              </a:ext>
            </a:extLst>
          </p:cNvPr>
          <p:cNvSpPr txBox="1"/>
          <p:nvPr/>
        </p:nvSpPr>
        <p:spPr>
          <a:xfrm>
            <a:off x="501651" y="2243047"/>
            <a:ext cx="6040663" cy="349702"/>
          </a:xfrm>
          <a:prstGeom prst="rect">
            <a:avLst/>
          </a:prstGeom>
          <a:solidFill>
            <a:srgbClr val="005587"/>
          </a:solidFill>
        </p:spPr>
        <p:txBody>
          <a:bodyPr wrap="square" lIns="72000" tIns="36000" rIns="72000" bIns="36000" rtlCol="0">
            <a:spAutoFit/>
          </a:bodyPr>
          <a:lstStyle/>
          <a:p>
            <a:pPr algn="ctr">
              <a:spcBef>
                <a:spcPts val="600"/>
              </a:spcBef>
              <a:buSzPct val="100000"/>
            </a:pPr>
            <a:r>
              <a:rPr lang="en-US" b="1" dirty="0">
                <a:solidFill>
                  <a:schemeClr val="bg1"/>
                </a:solidFill>
              </a:rPr>
              <a:t>Phase-1</a:t>
            </a:r>
          </a:p>
        </p:txBody>
      </p:sp>
      <p:sp>
        <p:nvSpPr>
          <p:cNvPr id="42" name="TextBox 41">
            <a:extLst>
              <a:ext uri="{FF2B5EF4-FFF2-40B4-BE49-F238E27FC236}">
                <a16:creationId xmlns:a16="http://schemas.microsoft.com/office/drawing/2014/main" id="{D1B439D5-37C0-4767-9A5A-FC3336B38DB3}"/>
              </a:ext>
            </a:extLst>
          </p:cNvPr>
          <p:cNvSpPr txBox="1"/>
          <p:nvPr/>
        </p:nvSpPr>
        <p:spPr>
          <a:xfrm>
            <a:off x="7468509" y="2243047"/>
            <a:ext cx="2633434" cy="349702"/>
          </a:xfrm>
          <a:prstGeom prst="rect">
            <a:avLst/>
          </a:prstGeom>
          <a:solidFill>
            <a:srgbClr val="005587"/>
          </a:solidFill>
        </p:spPr>
        <p:txBody>
          <a:bodyPr wrap="square" lIns="72000" tIns="36000" rIns="72000" bIns="36000" rtlCol="0">
            <a:spAutoFit/>
          </a:bodyPr>
          <a:lstStyle>
            <a:defPPr>
              <a:defRPr lang="en-US"/>
            </a:defPPr>
            <a:lvl1pPr algn="ctr">
              <a:spcBef>
                <a:spcPts val="600"/>
              </a:spcBef>
              <a:buSzPct val="100000"/>
              <a:defRPr b="1">
                <a:solidFill>
                  <a:schemeClr val="bg1"/>
                </a:solidFill>
              </a:defRPr>
            </a:lvl1pPr>
          </a:lstStyle>
          <a:p>
            <a:r>
              <a:rPr lang="en-US" dirty="0"/>
              <a:t>Phase-2</a:t>
            </a:r>
          </a:p>
        </p:txBody>
      </p:sp>
      <p:sp>
        <p:nvSpPr>
          <p:cNvPr id="43" name="TextBox 42">
            <a:extLst>
              <a:ext uri="{FF2B5EF4-FFF2-40B4-BE49-F238E27FC236}">
                <a16:creationId xmlns:a16="http://schemas.microsoft.com/office/drawing/2014/main" id="{F2F224BB-0079-4000-BE0E-BAFB7C6F48C8}"/>
              </a:ext>
            </a:extLst>
          </p:cNvPr>
          <p:cNvSpPr txBox="1"/>
          <p:nvPr/>
        </p:nvSpPr>
        <p:spPr>
          <a:xfrm>
            <a:off x="501652" y="2758944"/>
            <a:ext cx="3240000" cy="1212398"/>
          </a:xfrm>
          <a:prstGeom prst="homePlate">
            <a:avLst/>
          </a:prstGeom>
          <a:solidFill>
            <a:srgbClr val="E3E48D"/>
          </a:solidFill>
        </p:spPr>
        <p:txBody>
          <a:bodyPr wrap="square" lIns="72000" tIns="36000" rIns="36000" bIns="36000" rtlCol="0" anchor="ctr" anchorCtr="0">
            <a:noAutofit/>
          </a:bodyPr>
          <a:lstStyle/>
          <a:p>
            <a:pPr>
              <a:lnSpc>
                <a:spcPct val="114000"/>
              </a:lnSpc>
              <a:buSzPct val="100000"/>
            </a:pPr>
            <a:r>
              <a:rPr lang="en-US" sz="1600" b="1" dirty="0">
                <a:solidFill>
                  <a:srgbClr val="313131"/>
                </a:solidFill>
              </a:rPr>
              <a:t>Module-1:</a:t>
            </a:r>
            <a:r>
              <a:rPr lang="en-US" sz="1600" dirty="0">
                <a:solidFill>
                  <a:srgbClr val="313131"/>
                </a:solidFill>
              </a:rPr>
              <a:t> Comprehensive diagnostic review and causal analysis </a:t>
            </a:r>
            <a:r>
              <a:rPr lang="en-US" sz="1600" i="1" dirty="0">
                <a:solidFill>
                  <a:srgbClr val="313131"/>
                </a:solidFill>
                <a:hlinkClick r:id="rId6" action="ppaction://hlinksldjump"/>
              </a:rPr>
              <a:t>(details)</a:t>
            </a:r>
            <a:endParaRPr lang="en-US" sz="1600" i="1" dirty="0">
              <a:solidFill>
                <a:srgbClr val="313131"/>
              </a:solidFill>
            </a:endParaRPr>
          </a:p>
        </p:txBody>
      </p:sp>
      <p:sp>
        <p:nvSpPr>
          <p:cNvPr id="44" name="TextBox 43">
            <a:extLst>
              <a:ext uri="{FF2B5EF4-FFF2-40B4-BE49-F238E27FC236}">
                <a16:creationId xmlns:a16="http://schemas.microsoft.com/office/drawing/2014/main" id="{BB58B7ED-7C6A-4BF4-A85E-062A7068CA4D}"/>
              </a:ext>
            </a:extLst>
          </p:cNvPr>
          <p:cNvSpPr txBox="1"/>
          <p:nvPr/>
        </p:nvSpPr>
        <p:spPr>
          <a:xfrm>
            <a:off x="3929743" y="2777033"/>
            <a:ext cx="3240000" cy="1212398"/>
          </a:xfrm>
          <a:prstGeom prst="homePlate">
            <a:avLst/>
          </a:prstGeom>
          <a:solidFill>
            <a:srgbClr val="E3E48D"/>
          </a:solidFill>
        </p:spPr>
        <p:txBody>
          <a:bodyPr wrap="square" lIns="72000" tIns="36000" rIns="36000" bIns="36000" rtlCol="0" anchor="ctr" anchorCtr="0">
            <a:noAutofit/>
          </a:bodyPr>
          <a:lstStyle>
            <a:defPPr>
              <a:defRPr lang="en-US"/>
            </a:defPPr>
            <a:lvl1pPr>
              <a:spcBef>
                <a:spcPts val="600"/>
              </a:spcBef>
              <a:buSzPct val="100000"/>
              <a:defRPr sz="1600">
                <a:solidFill>
                  <a:srgbClr val="313131"/>
                </a:solidFill>
              </a:defRPr>
            </a:lvl1pPr>
          </a:lstStyle>
          <a:p>
            <a:pPr>
              <a:lnSpc>
                <a:spcPct val="114000"/>
              </a:lnSpc>
              <a:spcBef>
                <a:spcPts val="0"/>
              </a:spcBef>
            </a:pPr>
            <a:r>
              <a:rPr lang="en-US" b="1" dirty="0"/>
              <a:t>Module-2:</a:t>
            </a:r>
            <a:r>
              <a:rPr lang="en-US" dirty="0"/>
              <a:t> Development of strategic vision 2030 and priorities </a:t>
            </a:r>
            <a:r>
              <a:rPr lang="en-US" i="1" dirty="0">
                <a:hlinkClick r:id="rId7" action="ppaction://hlinksldjump"/>
              </a:rPr>
              <a:t>(details)</a:t>
            </a:r>
            <a:endParaRPr lang="en-US" dirty="0"/>
          </a:p>
        </p:txBody>
      </p:sp>
      <p:sp>
        <p:nvSpPr>
          <p:cNvPr id="45" name="TextBox 44">
            <a:extLst>
              <a:ext uri="{FF2B5EF4-FFF2-40B4-BE49-F238E27FC236}">
                <a16:creationId xmlns:a16="http://schemas.microsoft.com/office/drawing/2014/main" id="{779B7D43-B805-4D63-8D6D-DF15020CEC63}"/>
              </a:ext>
            </a:extLst>
          </p:cNvPr>
          <p:cNvSpPr txBox="1"/>
          <p:nvPr/>
        </p:nvSpPr>
        <p:spPr>
          <a:xfrm>
            <a:off x="7468509" y="2777033"/>
            <a:ext cx="3240000" cy="1185368"/>
          </a:xfrm>
          <a:prstGeom prst="homePlate">
            <a:avLst/>
          </a:prstGeom>
          <a:solidFill>
            <a:schemeClr val="accent6">
              <a:lumMod val="20000"/>
              <a:lumOff val="80000"/>
            </a:schemeClr>
          </a:solidFill>
        </p:spPr>
        <p:txBody>
          <a:bodyPr wrap="square" lIns="72000" tIns="36000" rIns="36000" bIns="36000" rtlCol="0" anchor="ctr" anchorCtr="0">
            <a:noAutofit/>
          </a:bodyPr>
          <a:lstStyle>
            <a:defPPr>
              <a:defRPr lang="en-US"/>
            </a:defPPr>
            <a:lvl1pPr>
              <a:spcBef>
                <a:spcPts val="600"/>
              </a:spcBef>
              <a:buSzPct val="100000"/>
              <a:defRPr sz="1600">
                <a:solidFill>
                  <a:srgbClr val="313131"/>
                </a:solidFill>
              </a:defRPr>
            </a:lvl1pPr>
          </a:lstStyle>
          <a:p>
            <a:pPr>
              <a:lnSpc>
                <a:spcPct val="114000"/>
              </a:lnSpc>
              <a:spcBef>
                <a:spcPts val="0"/>
              </a:spcBef>
            </a:pPr>
            <a:r>
              <a:rPr lang="en-US" dirty="0"/>
              <a:t>Implementation Support </a:t>
            </a:r>
            <a:r>
              <a:rPr lang="en-US" i="1" dirty="0">
                <a:hlinkClick r:id="rId8" action="ppaction://hlinksldjump"/>
              </a:rPr>
              <a:t>(details)</a:t>
            </a:r>
            <a:endParaRPr lang="en-US" dirty="0"/>
          </a:p>
        </p:txBody>
      </p:sp>
      <p:cxnSp>
        <p:nvCxnSpPr>
          <p:cNvPr id="14" name="Straight Connector 13">
            <a:extLst>
              <a:ext uri="{FF2B5EF4-FFF2-40B4-BE49-F238E27FC236}">
                <a16:creationId xmlns:a16="http://schemas.microsoft.com/office/drawing/2014/main" id="{CBD39808-AE75-45D0-B875-7AF307B2B9C6}"/>
              </a:ext>
            </a:extLst>
          </p:cNvPr>
          <p:cNvCxnSpPr/>
          <p:nvPr/>
        </p:nvCxnSpPr>
        <p:spPr>
          <a:xfrm>
            <a:off x="501651" y="4125686"/>
            <a:ext cx="0" cy="90351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3A29CFF4-C64C-43D2-B019-E60602633305}"/>
              </a:ext>
            </a:extLst>
          </p:cNvPr>
          <p:cNvCxnSpPr/>
          <p:nvPr/>
        </p:nvCxnSpPr>
        <p:spPr>
          <a:xfrm>
            <a:off x="7116223" y="4125686"/>
            <a:ext cx="0" cy="90351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CD262F4A-A227-4D9E-A761-B738687A4AD2}"/>
              </a:ext>
            </a:extLst>
          </p:cNvPr>
          <p:cNvCxnSpPr/>
          <p:nvPr/>
        </p:nvCxnSpPr>
        <p:spPr>
          <a:xfrm>
            <a:off x="10708509" y="4125686"/>
            <a:ext cx="0" cy="90351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39EA2BD-0E27-4CCD-A11F-818BAAA897A5}"/>
              </a:ext>
            </a:extLst>
          </p:cNvPr>
          <p:cNvCxnSpPr/>
          <p:nvPr/>
        </p:nvCxnSpPr>
        <p:spPr>
          <a:xfrm>
            <a:off x="501651" y="4855029"/>
            <a:ext cx="6614572" cy="0"/>
          </a:xfrm>
          <a:prstGeom prst="straightConnector1">
            <a:avLst/>
          </a:prstGeom>
          <a:ln>
            <a:solidFill>
              <a:schemeClr val="tx2"/>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63CAEC4B-1321-4B93-B3CB-87024931ADE0}"/>
              </a:ext>
            </a:extLst>
          </p:cNvPr>
          <p:cNvCxnSpPr>
            <a:cxnSpLocks/>
          </p:cNvCxnSpPr>
          <p:nvPr/>
        </p:nvCxnSpPr>
        <p:spPr>
          <a:xfrm>
            <a:off x="7116223" y="4855559"/>
            <a:ext cx="3592286" cy="0"/>
          </a:xfrm>
          <a:prstGeom prst="straightConnector1">
            <a:avLst/>
          </a:prstGeom>
          <a:ln>
            <a:solidFill>
              <a:schemeClr val="tx2"/>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9182FA98-F720-4772-9256-4BAEEA68171F}"/>
              </a:ext>
            </a:extLst>
          </p:cNvPr>
          <p:cNvSpPr txBox="1"/>
          <p:nvPr/>
        </p:nvSpPr>
        <p:spPr>
          <a:xfrm>
            <a:off x="2506620" y="4527659"/>
            <a:ext cx="2748005" cy="246221"/>
          </a:xfrm>
          <a:prstGeom prst="rect">
            <a:avLst/>
          </a:prstGeom>
          <a:noFill/>
        </p:spPr>
        <p:txBody>
          <a:bodyPr wrap="square" lIns="0" tIns="0" rIns="0" bIns="0" rtlCol="0">
            <a:spAutoFit/>
          </a:bodyPr>
          <a:lstStyle/>
          <a:p>
            <a:pPr algn="ctr">
              <a:spcBef>
                <a:spcPts val="600"/>
              </a:spcBef>
              <a:buSzPct val="100000"/>
            </a:pPr>
            <a:r>
              <a:rPr lang="en-US" sz="1600" i="1" dirty="0">
                <a:solidFill>
                  <a:srgbClr val="313131"/>
                </a:solidFill>
              </a:rPr>
              <a:t>24 weeks (6 months)</a:t>
            </a:r>
          </a:p>
        </p:txBody>
      </p:sp>
      <p:sp>
        <p:nvSpPr>
          <p:cNvPr id="50" name="TextBox 49">
            <a:extLst>
              <a:ext uri="{FF2B5EF4-FFF2-40B4-BE49-F238E27FC236}">
                <a16:creationId xmlns:a16="http://schemas.microsoft.com/office/drawing/2014/main" id="{872AEC2F-FB2E-45D5-821B-72E15E9E4214}"/>
              </a:ext>
            </a:extLst>
          </p:cNvPr>
          <p:cNvSpPr txBox="1"/>
          <p:nvPr/>
        </p:nvSpPr>
        <p:spPr>
          <a:xfrm>
            <a:off x="7688217" y="4523943"/>
            <a:ext cx="2748005" cy="246221"/>
          </a:xfrm>
          <a:prstGeom prst="rect">
            <a:avLst/>
          </a:prstGeom>
          <a:noFill/>
        </p:spPr>
        <p:txBody>
          <a:bodyPr wrap="square" lIns="0" tIns="0" rIns="0" bIns="0" rtlCol="0">
            <a:spAutoFit/>
          </a:bodyPr>
          <a:lstStyle/>
          <a:p>
            <a:pPr algn="ctr">
              <a:spcBef>
                <a:spcPts val="600"/>
              </a:spcBef>
              <a:buSzPct val="100000"/>
            </a:pPr>
            <a:r>
              <a:rPr lang="en-US" sz="1600" i="1" dirty="0">
                <a:solidFill>
                  <a:srgbClr val="313131"/>
                </a:solidFill>
              </a:rPr>
              <a:t>72 weeks (18 months)</a:t>
            </a:r>
          </a:p>
        </p:txBody>
      </p:sp>
    </p:spTree>
    <p:extLst>
      <p:ext uri="{BB962C8B-B14F-4D97-AF65-F5344CB8AC3E}">
        <p14:creationId xmlns:p14="http://schemas.microsoft.com/office/powerpoint/2010/main" val="2020043105"/>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6B18D076-3AAA-400C-859D-44926E74F6A1}"/>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67299"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6B18D076-3AAA-400C-859D-44926E74F6A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Title 2">
            <a:extLst>
              <a:ext uri="{FF2B5EF4-FFF2-40B4-BE49-F238E27FC236}">
                <a16:creationId xmlns:a16="http://schemas.microsoft.com/office/drawing/2014/main" id="{6F21C42A-5506-4338-B2F0-FBE820C7A1AF}"/>
              </a:ext>
            </a:extLst>
          </p:cNvPr>
          <p:cNvSpPr>
            <a:spLocks noGrp="1"/>
          </p:cNvSpPr>
          <p:nvPr>
            <p:ph type="title"/>
          </p:nvPr>
        </p:nvSpPr>
        <p:spPr>
          <a:xfrm>
            <a:off x="501652" y="317500"/>
            <a:ext cx="11188700" cy="334100"/>
          </a:xfrm>
        </p:spPr>
        <p:txBody>
          <a:bodyPr vert="horz"/>
          <a:lstStyle/>
          <a:p>
            <a:r>
              <a:rPr lang="en-US" sz="1800" dirty="0"/>
              <a:t>Our Understanding of Project Objective and Statement of Work</a:t>
            </a:r>
          </a:p>
        </p:txBody>
      </p:sp>
      <p:sp>
        <p:nvSpPr>
          <p:cNvPr id="32" name="Title 3">
            <a:extLst>
              <a:ext uri="{FF2B5EF4-FFF2-40B4-BE49-F238E27FC236}">
                <a16:creationId xmlns:a16="http://schemas.microsoft.com/office/drawing/2014/main" id="{5FFC5DEA-1384-44EE-9203-64A4E3751B73}"/>
              </a:ext>
            </a:extLst>
          </p:cNvPr>
          <p:cNvSpPr txBox="1">
            <a:spLocks/>
          </p:cNvSpPr>
          <p:nvPr/>
        </p:nvSpPr>
        <p:spPr bwMode="gray">
          <a:xfrm>
            <a:off x="501652" y="317504"/>
            <a:ext cx="11188700" cy="368299"/>
          </a:xfrm>
          <a:prstGeom prst="rect">
            <a:avLst/>
          </a:prstGeom>
        </p:spPr>
        <p:txBody>
          <a:bodyPr vert="horz" lIns="0" tIns="0" rIns="0" bIns="0" rtlCol="0" anchor="t" anchorCtr="0">
            <a:noAutofit/>
          </a:bodyPr>
          <a:lstStyle>
            <a:lvl1pPr algn="l" defTabSz="1219231" rtl="0" eaLnBrk="1" latinLnBrk="0" hangingPunct="1">
              <a:spcBef>
                <a:spcPct val="0"/>
              </a:spcBef>
              <a:buNone/>
              <a:defRPr sz="3200" b="1" i="1" kern="1200">
                <a:solidFill>
                  <a:schemeClr val="bg1"/>
                </a:solidFill>
                <a:latin typeface="Verdana"/>
                <a:ea typeface="+mj-ea"/>
                <a:cs typeface="Verdana"/>
              </a:defRPr>
            </a:lvl1pPr>
          </a:lstStyle>
          <a:p>
            <a:pPr algn="just"/>
            <a:r>
              <a:rPr lang="en-US" sz="1800" b="0" i="0" dirty="0">
                <a:solidFill>
                  <a:schemeClr val="tx1"/>
                </a:solidFill>
              </a:rPr>
              <a:t>Deliverables</a:t>
            </a:r>
          </a:p>
        </p:txBody>
      </p:sp>
      <p:graphicFrame>
        <p:nvGraphicFramePr>
          <p:cNvPr id="2" name="Table 2">
            <a:extLst>
              <a:ext uri="{FF2B5EF4-FFF2-40B4-BE49-F238E27FC236}">
                <a16:creationId xmlns:a16="http://schemas.microsoft.com/office/drawing/2014/main" id="{59B72720-7EB2-446F-9BA4-A89ED9FA46B5}"/>
              </a:ext>
            </a:extLst>
          </p:cNvPr>
          <p:cNvGraphicFramePr>
            <a:graphicFrameLocks noGrp="1"/>
          </p:cNvGraphicFramePr>
          <p:nvPr>
            <p:extLst>
              <p:ext uri="{D42A27DB-BD31-4B8C-83A1-F6EECF244321}">
                <p14:modId xmlns:p14="http://schemas.microsoft.com/office/powerpoint/2010/main" val="2867284132"/>
              </p:ext>
            </p:extLst>
          </p:nvPr>
        </p:nvGraphicFramePr>
        <p:xfrm>
          <a:off x="501651" y="654349"/>
          <a:ext cx="11188700" cy="5730797"/>
        </p:xfrm>
        <a:graphic>
          <a:graphicData uri="http://schemas.openxmlformats.org/drawingml/2006/table">
            <a:tbl>
              <a:tblPr firstRow="1">
                <a:tableStyleId>{C083E6E3-FA7D-4D7B-A595-EF9225AFEA82}</a:tableStyleId>
              </a:tblPr>
              <a:tblGrid>
                <a:gridCol w="8108949">
                  <a:extLst>
                    <a:ext uri="{9D8B030D-6E8A-4147-A177-3AD203B41FA5}">
                      <a16:colId xmlns:a16="http://schemas.microsoft.com/office/drawing/2014/main" val="3519475275"/>
                    </a:ext>
                  </a:extLst>
                </a:gridCol>
                <a:gridCol w="3079751">
                  <a:extLst>
                    <a:ext uri="{9D8B030D-6E8A-4147-A177-3AD203B41FA5}">
                      <a16:colId xmlns:a16="http://schemas.microsoft.com/office/drawing/2014/main" val="2786925123"/>
                    </a:ext>
                  </a:extLst>
                </a:gridCol>
              </a:tblGrid>
              <a:tr h="322633">
                <a:tc>
                  <a:txBody>
                    <a:bodyPr/>
                    <a:lstStyle/>
                    <a:p>
                      <a:r>
                        <a:rPr lang="en-US" sz="1100" dirty="0"/>
                        <a:t>Deliverable</a:t>
                      </a:r>
                    </a:p>
                  </a:txBody>
                  <a:tcPr anchor="ctr">
                    <a:lnT w="28575" cap="flat" cmpd="sng" algn="ctr">
                      <a:solidFill>
                        <a:srgbClr val="62B5E5"/>
                      </a:solidFill>
                      <a:prstDash val="solid"/>
                      <a:round/>
                      <a:headEnd type="none" w="med" len="med"/>
                      <a:tailEnd type="none" w="med" len="med"/>
                    </a:lnT>
                    <a:lnB w="28575" cap="flat" cmpd="sng" algn="ctr">
                      <a:solidFill>
                        <a:srgbClr val="62B5E5"/>
                      </a:solidFill>
                      <a:prstDash val="solid"/>
                      <a:round/>
                      <a:headEnd type="none" w="med" len="med"/>
                      <a:tailEnd type="none" w="med" len="med"/>
                    </a:lnB>
                    <a:solidFill>
                      <a:schemeClr val="accent3">
                        <a:lumMod val="20000"/>
                        <a:lumOff val="80000"/>
                      </a:schemeClr>
                    </a:solidFill>
                  </a:tcPr>
                </a:tc>
                <a:tc>
                  <a:txBody>
                    <a:bodyPr/>
                    <a:lstStyle/>
                    <a:p>
                      <a:pPr algn="ctr"/>
                      <a:r>
                        <a:rPr lang="en-US" sz="1100" dirty="0"/>
                        <a:t>Timeline from start of assignment</a:t>
                      </a:r>
                    </a:p>
                  </a:txBody>
                  <a:tcPr anchor="ctr">
                    <a:lnT w="28575" cap="flat" cmpd="sng" algn="ctr">
                      <a:solidFill>
                        <a:srgbClr val="62B5E5"/>
                      </a:solidFill>
                      <a:prstDash val="solid"/>
                      <a:round/>
                      <a:headEnd type="none" w="med" len="med"/>
                      <a:tailEnd type="none" w="med" len="med"/>
                    </a:lnT>
                    <a:lnB w="28575" cap="flat" cmpd="sng" algn="ctr">
                      <a:solidFill>
                        <a:srgbClr val="62B5E5"/>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592164468"/>
                  </a:ext>
                </a:extLst>
              </a:tr>
              <a:tr h="322633">
                <a:tc>
                  <a:txBody>
                    <a:bodyPr/>
                    <a:lstStyle/>
                    <a:p>
                      <a:r>
                        <a:rPr lang="en-US" sz="1100" b="1" dirty="0"/>
                        <a:t>PHASE-1:</a:t>
                      </a:r>
                    </a:p>
                  </a:txBody>
                  <a:tcPr anchor="ctr">
                    <a:lnT w="28575" cap="flat" cmpd="sng" algn="ctr">
                      <a:solidFill>
                        <a:srgbClr val="62B5E5"/>
                      </a:solidFill>
                      <a:prstDash val="solid"/>
                      <a:round/>
                      <a:headEnd type="none" w="med" len="med"/>
                      <a:tailEnd type="none" w="med" len="med"/>
                    </a:lnT>
                    <a:lnB w="12700" cap="flat" cmpd="sng" algn="ctr">
                      <a:solidFill>
                        <a:srgbClr val="62B5E5"/>
                      </a:solidFill>
                      <a:prstDash val="solid"/>
                      <a:round/>
                      <a:headEnd type="none" w="med" len="med"/>
                      <a:tailEnd type="none" w="med" len="med"/>
                    </a:lnB>
                    <a:solidFill>
                      <a:schemeClr val="bg1">
                        <a:lumMod val="95000"/>
                      </a:schemeClr>
                    </a:solidFill>
                  </a:tcPr>
                </a:tc>
                <a:tc>
                  <a:txBody>
                    <a:bodyPr/>
                    <a:lstStyle/>
                    <a:p>
                      <a:pPr algn="ctr"/>
                      <a:endParaRPr lang="en-US" sz="1100" dirty="0"/>
                    </a:p>
                  </a:txBody>
                  <a:tcPr>
                    <a:lnT w="28575" cap="flat" cmpd="sng" algn="ctr">
                      <a:solidFill>
                        <a:srgbClr val="62B5E5"/>
                      </a:solidFill>
                      <a:prstDash val="solid"/>
                      <a:round/>
                      <a:headEnd type="none" w="med" len="med"/>
                      <a:tailEnd type="none" w="med" len="med"/>
                    </a:lnT>
                    <a:lnB w="12700" cap="flat" cmpd="sng" algn="ctr">
                      <a:solidFill>
                        <a:srgbClr val="62B5E5"/>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73153506"/>
                  </a:ext>
                </a:extLst>
              </a:tr>
              <a:tr h="322633">
                <a:tc>
                  <a:txBody>
                    <a:bodyPr/>
                    <a:lstStyle/>
                    <a:p>
                      <a:r>
                        <a:rPr lang="en-US" sz="1100" dirty="0"/>
                        <a:t>Inception report</a:t>
                      </a:r>
                    </a:p>
                  </a:txBody>
                  <a:tcPr anchor="ctr">
                    <a:lnT w="12700" cap="flat" cmpd="sng" algn="ctr">
                      <a:solidFill>
                        <a:srgbClr val="62B5E5"/>
                      </a:solidFill>
                      <a:prstDash val="solid"/>
                      <a:round/>
                      <a:headEnd type="none" w="med" len="med"/>
                      <a:tailEnd type="none" w="med" len="med"/>
                    </a:lnT>
                    <a:lnB w="12700" cap="flat" cmpd="sng" algn="ctr">
                      <a:solidFill>
                        <a:srgbClr val="62B5E5"/>
                      </a:solidFill>
                      <a:prstDash val="solid"/>
                      <a:round/>
                      <a:headEnd type="none" w="med" len="med"/>
                      <a:tailEnd type="none" w="med" len="med"/>
                    </a:lnB>
                  </a:tcPr>
                </a:tc>
                <a:tc>
                  <a:txBody>
                    <a:bodyPr/>
                    <a:lstStyle/>
                    <a:p>
                      <a:pPr algn="ctr"/>
                      <a:r>
                        <a:rPr lang="en-US" sz="1100" dirty="0"/>
                        <a:t>2 weeks</a:t>
                      </a:r>
                    </a:p>
                  </a:txBody>
                  <a:tcPr anchor="ctr">
                    <a:lnT w="12700" cap="flat" cmpd="sng" algn="ctr">
                      <a:solidFill>
                        <a:srgbClr val="62B5E5"/>
                      </a:solidFill>
                      <a:prstDash val="solid"/>
                      <a:round/>
                      <a:headEnd type="none" w="med" len="med"/>
                      <a:tailEnd type="none" w="med" len="med"/>
                    </a:lnT>
                    <a:lnB w="12700" cap="flat" cmpd="sng" algn="ctr">
                      <a:solidFill>
                        <a:srgbClr val="62B5E5"/>
                      </a:solidFill>
                      <a:prstDash val="solid"/>
                      <a:round/>
                      <a:headEnd type="none" w="med" len="med"/>
                      <a:tailEnd type="none" w="med" len="med"/>
                    </a:lnB>
                  </a:tcPr>
                </a:tc>
                <a:extLst>
                  <a:ext uri="{0D108BD9-81ED-4DB2-BD59-A6C34878D82A}">
                    <a16:rowId xmlns:a16="http://schemas.microsoft.com/office/drawing/2014/main" val="1938585923"/>
                  </a:ext>
                </a:extLst>
              </a:tr>
              <a:tr h="322633">
                <a:tc>
                  <a:txBody>
                    <a:bodyPr/>
                    <a:lstStyle/>
                    <a:p>
                      <a:r>
                        <a:rPr lang="en-US" sz="1100" b="1" dirty="0"/>
                        <a:t>Module-1 Subcomponent-1: Assessment of West Bengal Power Sector:</a:t>
                      </a:r>
                    </a:p>
                  </a:txBody>
                  <a:tcPr anchor="ctr">
                    <a:lnT w="12700" cap="flat" cmpd="sng" algn="ctr">
                      <a:solidFill>
                        <a:srgbClr val="62B5E5"/>
                      </a:solidFill>
                      <a:prstDash val="solid"/>
                      <a:round/>
                      <a:headEnd type="none" w="med" len="med"/>
                      <a:tailEnd type="none" w="med" len="med"/>
                    </a:lnT>
                    <a:lnB w="12700" cap="flat" cmpd="sng" algn="ctr">
                      <a:solidFill>
                        <a:srgbClr val="62B5E5"/>
                      </a:solidFill>
                      <a:prstDash val="solid"/>
                      <a:round/>
                      <a:headEnd type="none" w="med" len="med"/>
                      <a:tailEnd type="none" w="med" len="med"/>
                    </a:lnB>
                  </a:tcPr>
                </a:tc>
                <a:tc rowSpan="4">
                  <a:txBody>
                    <a:bodyPr/>
                    <a:lstStyle/>
                    <a:p>
                      <a:pPr algn="ctr"/>
                      <a:r>
                        <a:rPr lang="en-US" sz="1100" dirty="0"/>
                        <a:t>8 weeks</a:t>
                      </a:r>
                    </a:p>
                  </a:txBody>
                  <a:tcPr anchor="ctr">
                    <a:lnT w="12700" cap="flat" cmpd="sng" algn="ctr">
                      <a:solidFill>
                        <a:srgbClr val="62B5E5"/>
                      </a:solidFill>
                      <a:prstDash val="solid"/>
                      <a:round/>
                      <a:headEnd type="none" w="med" len="med"/>
                      <a:tailEnd type="none" w="med" len="med"/>
                    </a:lnT>
                    <a:lnB w="12700" cap="flat" cmpd="sng" algn="ctr">
                      <a:solidFill>
                        <a:srgbClr val="62B5E5"/>
                      </a:solidFill>
                      <a:prstDash val="solid"/>
                      <a:round/>
                      <a:headEnd type="none" w="med" len="med"/>
                      <a:tailEnd type="none" w="med" len="med"/>
                    </a:lnB>
                  </a:tcPr>
                </a:tc>
                <a:extLst>
                  <a:ext uri="{0D108BD9-81ED-4DB2-BD59-A6C34878D82A}">
                    <a16:rowId xmlns:a16="http://schemas.microsoft.com/office/drawing/2014/main" val="3334747265"/>
                  </a:ext>
                </a:extLst>
              </a:tr>
              <a:tr h="322633">
                <a:tc>
                  <a:txBody>
                    <a:bodyPr/>
                    <a:lstStyle/>
                    <a:p>
                      <a:pPr marL="174625" indent="0"/>
                      <a:r>
                        <a:rPr lang="en-US" sz="1100" dirty="0"/>
                        <a:t>Report and Presentation on Operational and Financial performance(As-Is)</a:t>
                      </a:r>
                    </a:p>
                  </a:txBody>
                  <a:tcPr anchor="ctr">
                    <a:lnT w="12700" cap="flat" cmpd="sng" algn="ctr">
                      <a:solidFill>
                        <a:srgbClr val="62B5E5"/>
                      </a:solidFill>
                      <a:prstDash val="solid"/>
                      <a:round/>
                      <a:headEnd type="none" w="med" len="med"/>
                      <a:tailEnd type="none" w="med" len="med"/>
                    </a:lnT>
                    <a:lnB w="12700" cap="flat" cmpd="sng" algn="ctr">
                      <a:solidFill>
                        <a:srgbClr val="62B5E5"/>
                      </a:solidFill>
                      <a:prstDash val="solid"/>
                      <a:round/>
                      <a:headEnd type="none" w="med" len="med"/>
                      <a:tailEnd type="none" w="med" len="med"/>
                    </a:lnB>
                  </a:tcPr>
                </a:tc>
                <a:tc vMerge="1">
                  <a:txBody>
                    <a:bodyPr/>
                    <a:lstStyle/>
                    <a:p>
                      <a:endParaRPr lang="en-US" sz="1200" dirty="0"/>
                    </a:p>
                  </a:txBody>
                  <a:tcPr/>
                </a:tc>
                <a:extLst>
                  <a:ext uri="{0D108BD9-81ED-4DB2-BD59-A6C34878D82A}">
                    <a16:rowId xmlns:a16="http://schemas.microsoft.com/office/drawing/2014/main" val="549818813"/>
                  </a:ext>
                </a:extLst>
              </a:tr>
              <a:tr h="322633">
                <a:tc>
                  <a:txBody>
                    <a:bodyPr/>
                    <a:lstStyle/>
                    <a:p>
                      <a:pPr marL="174625" indent="0"/>
                      <a:r>
                        <a:rPr lang="en-US" sz="1100" dirty="0"/>
                        <a:t>Report and Presentation on Regulatory performance(As-Is)</a:t>
                      </a:r>
                    </a:p>
                  </a:txBody>
                  <a:tcPr anchor="ctr">
                    <a:lnT w="12700" cap="flat" cmpd="sng" algn="ctr">
                      <a:solidFill>
                        <a:srgbClr val="62B5E5"/>
                      </a:solidFill>
                      <a:prstDash val="solid"/>
                      <a:round/>
                      <a:headEnd type="none" w="med" len="med"/>
                      <a:tailEnd type="none" w="med" len="med"/>
                    </a:lnT>
                    <a:lnB w="12700" cap="flat" cmpd="sng" algn="ctr">
                      <a:solidFill>
                        <a:srgbClr val="62B5E5"/>
                      </a:solidFill>
                      <a:prstDash val="solid"/>
                      <a:round/>
                      <a:headEnd type="none" w="med" len="med"/>
                      <a:tailEnd type="none" w="med" len="med"/>
                    </a:lnB>
                  </a:tcPr>
                </a:tc>
                <a:tc vMerge="1">
                  <a:txBody>
                    <a:bodyPr/>
                    <a:lstStyle/>
                    <a:p>
                      <a:endParaRPr lang="en-US" sz="1200" dirty="0"/>
                    </a:p>
                  </a:txBody>
                  <a:tcPr/>
                </a:tc>
                <a:extLst>
                  <a:ext uri="{0D108BD9-81ED-4DB2-BD59-A6C34878D82A}">
                    <a16:rowId xmlns:a16="http://schemas.microsoft.com/office/drawing/2014/main" val="1090585058"/>
                  </a:ext>
                </a:extLst>
              </a:tr>
              <a:tr h="322633">
                <a:tc>
                  <a:txBody>
                    <a:bodyPr/>
                    <a:lstStyle/>
                    <a:p>
                      <a:pPr marL="174625" indent="0"/>
                      <a:r>
                        <a:rPr lang="en-US" sz="1100" dirty="0"/>
                        <a:t>Report and Presentation on ongoing projects and proposed projects(As-Is)</a:t>
                      </a:r>
                    </a:p>
                  </a:txBody>
                  <a:tcPr anchor="ctr">
                    <a:lnT w="12700" cap="flat" cmpd="sng" algn="ctr">
                      <a:solidFill>
                        <a:srgbClr val="62B5E5"/>
                      </a:solidFill>
                      <a:prstDash val="solid"/>
                      <a:round/>
                      <a:headEnd type="none" w="med" len="med"/>
                      <a:tailEnd type="none" w="med" len="med"/>
                    </a:lnT>
                    <a:lnB w="12700" cap="flat" cmpd="sng" algn="ctr">
                      <a:solidFill>
                        <a:srgbClr val="62B5E5"/>
                      </a:solidFill>
                      <a:prstDash val="solid"/>
                      <a:round/>
                      <a:headEnd type="none" w="med" len="med"/>
                      <a:tailEnd type="none" w="med" len="med"/>
                    </a:lnB>
                  </a:tcPr>
                </a:tc>
                <a:tc vMerge="1">
                  <a:txBody>
                    <a:bodyPr/>
                    <a:lstStyle/>
                    <a:p>
                      <a:endParaRPr lang="en-US" sz="1200" dirty="0"/>
                    </a:p>
                  </a:txBody>
                  <a:tcPr/>
                </a:tc>
                <a:extLst>
                  <a:ext uri="{0D108BD9-81ED-4DB2-BD59-A6C34878D82A}">
                    <a16:rowId xmlns:a16="http://schemas.microsoft.com/office/drawing/2014/main" val="319012766"/>
                  </a:ext>
                </a:extLst>
              </a:tr>
              <a:tr h="322633">
                <a:tc>
                  <a:txBody>
                    <a:bodyPr/>
                    <a:lstStyle/>
                    <a:p>
                      <a:r>
                        <a:rPr lang="en-US" sz="1100" b="1" dirty="0"/>
                        <a:t>Module-1 Subcomponent-2: Assessment of external factors on West Bengal Power Sector:</a:t>
                      </a:r>
                      <a:endParaRPr lang="en-US" sz="1100" dirty="0"/>
                    </a:p>
                  </a:txBody>
                  <a:tcPr anchor="ctr">
                    <a:lnT w="12700" cap="flat" cmpd="sng" algn="ctr">
                      <a:solidFill>
                        <a:srgbClr val="62B5E5"/>
                      </a:solidFill>
                      <a:prstDash val="solid"/>
                      <a:round/>
                      <a:headEnd type="none" w="med" len="med"/>
                      <a:tailEnd type="none" w="med" len="med"/>
                    </a:lnT>
                    <a:lnB w="12700" cap="flat" cmpd="sng" algn="ctr">
                      <a:solidFill>
                        <a:srgbClr val="62B5E5"/>
                      </a:solidFill>
                      <a:prstDash val="solid"/>
                      <a:round/>
                      <a:headEnd type="none" w="med" len="med"/>
                      <a:tailEnd type="none" w="med" len="med"/>
                    </a:lnB>
                  </a:tcPr>
                </a:tc>
                <a:tc rowSpan="3">
                  <a:txBody>
                    <a:bodyPr/>
                    <a:lstStyle/>
                    <a:p>
                      <a:pPr algn="ctr"/>
                      <a:r>
                        <a:rPr lang="en-US" sz="1100" dirty="0"/>
                        <a:t>12 weeks</a:t>
                      </a:r>
                    </a:p>
                  </a:txBody>
                  <a:tcPr anchor="ctr">
                    <a:lnT w="12700" cap="flat" cmpd="sng" algn="ctr">
                      <a:solidFill>
                        <a:srgbClr val="62B5E5"/>
                      </a:solidFill>
                      <a:prstDash val="solid"/>
                      <a:round/>
                      <a:headEnd type="none" w="med" len="med"/>
                      <a:tailEnd type="none" w="med" len="med"/>
                    </a:lnT>
                    <a:lnB w="12700" cap="flat" cmpd="sng" algn="ctr">
                      <a:solidFill>
                        <a:srgbClr val="62B5E5"/>
                      </a:solidFill>
                      <a:prstDash val="solid"/>
                      <a:round/>
                      <a:headEnd type="none" w="med" len="med"/>
                      <a:tailEnd type="none" w="med" len="med"/>
                    </a:lnB>
                  </a:tcPr>
                </a:tc>
                <a:extLst>
                  <a:ext uri="{0D108BD9-81ED-4DB2-BD59-A6C34878D82A}">
                    <a16:rowId xmlns:a16="http://schemas.microsoft.com/office/drawing/2014/main" val="3390857385"/>
                  </a:ext>
                </a:extLst>
              </a:tr>
              <a:tr h="464582">
                <a:tc>
                  <a:txBody>
                    <a:bodyPr/>
                    <a:lstStyle/>
                    <a:p>
                      <a:pPr marL="174625" indent="0"/>
                      <a:r>
                        <a:rPr lang="en-US" sz="1100" dirty="0"/>
                        <a:t>Report and Presentation &amp; financial model on Power demand and supply trends – future outlook &amp; Key Growth drivers for the state’s power sector and their Sustenance</a:t>
                      </a:r>
                    </a:p>
                  </a:txBody>
                  <a:tcPr anchor="ctr">
                    <a:lnT w="12700" cap="flat" cmpd="sng" algn="ctr">
                      <a:solidFill>
                        <a:srgbClr val="62B5E5"/>
                      </a:solidFill>
                      <a:prstDash val="solid"/>
                      <a:round/>
                      <a:headEnd type="none" w="med" len="med"/>
                      <a:tailEnd type="none" w="med" len="med"/>
                    </a:lnT>
                    <a:lnB w="12700" cap="flat" cmpd="sng" algn="ctr">
                      <a:solidFill>
                        <a:srgbClr val="62B5E5"/>
                      </a:solidFill>
                      <a:prstDash val="solid"/>
                      <a:round/>
                      <a:headEnd type="none" w="med" len="med"/>
                      <a:tailEnd type="none" w="med" len="med"/>
                    </a:lnB>
                  </a:tcPr>
                </a:tc>
                <a:tc vMerge="1">
                  <a:txBody>
                    <a:bodyPr/>
                    <a:lstStyle/>
                    <a:p>
                      <a:endParaRPr lang="en-US" sz="1200" dirty="0"/>
                    </a:p>
                  </a:txBody>
                  <a:tcPr/>
                </a:tc>
                <a:extLst>
                  <a:ext uri="{0D108BD9-81ED-4DB2-BD59-A6C34878D82A}">
                    <a16:rowId xmlns:a16="http://schemas.microsoft.com/office/drawing/2014/main" val="2324929234"/>
                  </a:ext>
                </a:extLst>
              </a:tr>
              <a:tr h="322633">
                <a:tc>
                  <a:txBody>
                    <a:bodyPr/>
                    <a:lstStyle/>
                    <a:p>
                      <a:pPr marL="174625" indent="0"/>
                      <a:r>
                        <a:rPr lang="en-US" sz="1100" dirty="0"/>
                        <a:t>Report and Presentation on Emerging sector trends and their influence/implications on power Sector</a:t>
                      </a:r>
                    </a:p>
                  </a:txBody>
                  <a:tcPr anchor="ctr">
                    <a:lnT w="12700" cap="flat" cmpd="sng" algn="ctr">
                      <a:solidFill>
                        <a:srgbClr val="62B5E5"/>
                      </a:solidFill>
                      <a:prstDash val="solid"/>
                      <a:round/>
                      <a:headEnd type="none" w="med" len="med"/>
                      <a:tailEnd type="none" w="med" len="med"/>
                    </a:lnT>
                    <a:lnB w="12700" cap="flat" cmpd="sng" algn="ctr">
                      <a:solidFill>
                        <a:srgbClr val="62B5E5"/>
                      </a:solidFill>
                      <a:prstDash val="solid"/>
                      <a:round/>
                      <a:headEnd type="none" w="med" len="med"/>
                      <a:tailEnd type="none" w="med" len="med"/>
                    </a:lnB>
                  </a:tcPr>
                </a:tc>
                <a:tc vMerge="1">
                  <a:txBody>
                    <a:bodyPr/>
                    <a:lstStyle/>
                    <a:p>
                      <a:endParaRPr lang="en-US" sz="1200" dirty="0"/>
                    </a:p>
                  </a:txBody>
                  <a:tcPr/>
                </a:tc>
                <a:extLst>
                  <a:ext uri="{0D108BD9-81ED-4DB2-BD59-A6C34878D82A}">
                    <a16:rowId xmlns:a16="http://schemas.microsoft.com/office/drawing/2014/main" val="2351379451"/>
                  </a:ext>
                </a:extLst>
              </a:tr>
              <a:tr h="322633">
                <a:tc>
                  <a:txBody>
                    <a:bodyPr/>
                    <a:lstStyle/>
                    <a:p>
                      <a:pPr marL="0" marR="0" lvl="0" indent="0" algn="l" defTabSz="1219231" rtl="0" eaLnBrk="1" fontAlgn="auto" latinLnBrk="0" hangingPunct="1">
                        <a:lnSpc>
                          <a:spcPct val="100000"/>
                        </a:lnSpc>
                        <a:spcBef>
                          <a:spcPts val="0"/>
                        </a:spcBef>
                        <a:spcAft>
                          <a:spcPts val="0"/>
                        </a:spcAft>
                        <a:buClrTx/>
                        <a:buSzTx/>
                        <a:buFontTx/>
                        <a:buNone/>
                        <a:tabLst/>
                        <a:defRPr/>
                      </a:pPr>
                      <a:r>
                        <a:rPr lang="en-US" sz="1100" b="1" dirty="0"/>
                        <a:t>Module-1 Subcomponent-3: Report &amp; presentation on interactions with Stakeholders</a:t>
                      </a:r>
                      <a:endParaRPr lang="en-US" sz="1100" dirty="0"/>
                    </a:p>
                  </a:txBody>
                  <a:tcPr anchor="ctr">
                    <a:lnT w="12700" cap="flat" cmpd="sng" algn="ctr">
                      <a:solidFill>
                        <a:srgbClr val="62B5E5"/>
                      </a:solidFill>
                      <a:prstDash val="solid"/>
                      <a:round/>
                      <a:headEnd type="none" w="med" len="med"/>
                      <a:tailEnd type="none" w="med" len="med"/>
                    </a:lnT>
                    <a:lnB w="12700" cap="flat" cmpd="sng" algn="ctr">
                      <a:solidFill>
                        <a:srgbClr val="62B5E5"/>
                      </a:solidFill>
                      <a:prstDash val="solid"/>
                      <a:round/>
                      <a:headEnd type="none" w="med" len="med"/>
                      <a:tailEnd type="none" w="med" len="med"/>
                    </a:lnB>
                  </a:tcPr>
                </a:tc>
                <a:tc rowSpan="2">
                  <a:txBody>
                    <a:bodyPr/>
                    <a:lstStyle/>
                    <a:p>
                      <a:pPr algn="ctr"/>
                      <a:r>
                        <a:rPr lang="en-US" sz="1100" dirty="0"/>
                        <a:t>16 weeks</a:t>
                      </a:r>
                    </a:p>
                  </a:txBody>
                  <a:tcPr anchor="ctr">
                    <a:lnT w="12700" cap="flat" cmpd="sng" algn="ctr">
                      <a:solidFill>
                        <a:srgbClr val="62B5E5"/>
                      </a:solidFill>
                      <a:prstDash val="solid"/>
                      <a:round/>
                      <a:headEnd type="none" w="med" len="med"/>
                      <a:tailEnd type="none" w="med" len="med"/>
                    </a:lnT>
                    <a:lnB w="12700" cap="flat" cmpd="sng" algn="ctr">
                      <a:solidFill>
                        <a:srgbClr val="62B5E5"/>
                      </a:solidFill>
                      <a:prstDash val="solid"/>
                      <a:round/>
                      <a:headEnd type="none" w="med" len="med"/>
                      <a:tailEnd type="none" w="med" len="med"/>
                    </a:lnB>
                  </a:tcPr>
                </a:tc>
                <a:extLst>
                  <a:ext uri="{0D108BD9-81ED-4DB2-BD59-A6C34878D82A}">
                    <a16:rowId xmlns:a16="http://schemas.microsoft.com/office/drawing/2014/main" val="749469957"/>
                  </a:ext>
                </a:extLst>
              </a:tr>
              <a:tr h="322633">
                <a:tc>
                  <a:txBody>
                    <a:bodyPr/>
                    <a:lstStyle/>
                    <a:p>
                      <a:r>
                        <a:rPr lang="en-US" sz="1100" b="1" dirty="0"/>
                        <a:t>Module-1 Subcomponent-4: Report and Presentation on SWOT analysis</a:t>
                      </a:r>
                      <a:endParaRPr lang="en-US" sz="1100" dirty="0"/>
                    </a:p>
                  </a:txBody>
                  <a:tcPr anchor="ctr">
                    <a:lnT w="12700" cap="flat" cmpd="sng" algn="ctr">
                      <a:solidFill>
                        <a:srgbClr val="62B5E5"/>
                      </a:solidFill>
                      <a:prstDash val="solid"/>
                      <a:round/>
                      <a:headEnd type="none" w="med" len="med"/>
                      <a:tailEnd type="none" w="med" len="med"/>
                    </a:lnT>
                    <a:lnB w="12700" cap="flat" cmpd="sng" algn="ctr">
                      <a:solidFill>
                        <a:srgbClr val="62B5E5"/>
                      </a:solidFill>
                      <a:prstDash val="solid"/>
                      <a:round/>
                      <a:headEnd type="none" w="med" len="med"/>
                      <a:tailEnd type="none" w="med" len="med"/>
                    </a:lnB>
                  </a:tcPr>
                </a:tc>
                <a:tc vMerge="1">
                  <a:txBody>
                    <a:bodyPr/>
                    <a:lstStyle/>
                    <a:p>
                      <a:endParaRPr lang="en-US" sz="1200" dirty="0"/>
                    </a:p>
                  </a:txBody>
                  <a:tcPr/>
                </a:tc>
                <a:extLst>
                  <a:ext uri="{0D108BD9-81ED-4DB2-BD59-A6C34878D82A}">
                    <a16:rowId xmlns:a16="http://schemas.microsoft.com/office/drawing/2014/main" val="4207463486"/>
                  </a:ext>
                </a:extLst>
              </a:tr>
              <a:tr h="322633">
                <a:tc>
                  <a:txBody>
                    <a:bodyPr/>
                    <a:lstStyle/>
                    <a:p>
                      <a:r>
                        <a:rPr lang="en-US" sz="1100" b="1" dirty="0"/>
                        <a:t>Module-2 Subcomponent-1: Report and Presentation on Power sector vision development for 2030</a:t>
                      </a:r>
                    </a:p>
                  </a:txBody>
                  <a:tcPr anchor="ctr">
                    <a:lnT w="12700" cap="flat" cmpd="sng" algn="ctr">
                      <a:solidFill>
                        <a:srgbClr val="62B5E5"/>
                      </a:solidFill>
                      <a:prstDash val="solid"/>
                      <a:round/>
                      <a:headEnd type="none" w="med" len="med"/>
                      <a:tailEnd type="none" w="med" len="med"/>
                    </a:lnT>
                    <a:lnB w="12700" cap="flat" cmpd="sng" algn="ctr">
                      <a:solidFill>
                        <a:srgbClr val="62B5E5"/>
                      </a:solidFill>
                      <a:prstDash val="solid"/>
                      <a:round/>
                      <a:headEnd type="none" w="med" len="med"/>
                      <a:tailEnd type="none" w="med" len="med"/>
                    </a:lnB>
                  </a:tcPr>
                </a:tc>
                <a:tc rowSpan="3">
                  <a:txBody>
                    <a:bodyPr/>
                    <a:lstStyle/>
                    <a:p>
                      <a:pPr algn="ctr"/>
                      <a:r>
                        <a:rPr lang="en-US" sz="1100" dirty="0"/>
                        <a:t>24 weeks</a:t>
                      </a:r>
                    </a:p>
                  </a:txBody>
                  <a:tcPr anchor="ctr">
                    <a:lnT w="12700" cap="flat" cmpd="sng" algn="ctr">
                      <a:solidFill>
                        <a:srgbClr val="62B5E5"/>
                      </a:solidFill>
                      <a:prstDash val="solid"/>
                      <a:round/>
                      <a:headEnd type="none" w="med" len="med"/>
                      <a:tailEnd type="none" w="med" len="med"/>
                    </a:lnT>
                    <a:lnB w="12700" cap="flat" cmpd="sng" algn="ctr">
                      <a:solidFill>
                        <a:srgbClr val="62B5E5"/>
                      </a:solidFill>
                      <a:prstDash val="solid"/>
                      <a:round/>
                      <a:headEnd type="none" w="med" len="med"/>
                      <a:tailEnd type="none" w="med" len="med"/>
                    </a:lnB>
                  </a:tcPr>
                </a:tc>
                <a:extLst>
                  <a:ext uri="{0D108BD9-81ED-4DB2-BD59-A6C34878D82A}">
                    <a16:rowId xmlns:a16="http://schemas.microsoft.com/office/drawing/2014/main" val="3578837328"/>
                  </a:ext>
                </a:extLst>
              </a:tr>
              <a:tr h="322633">
                <a:tc>
                  <a:txBody>
                    <a:bodyPr/>
                    <a:lstStyle/>
                    <a:p>
                      <a:r>
                        <a:rPr lang="en-US" sz="1100" b="1" dirty="0"/>
                        <a:t>Module-2 Subcomponent-2: Report and Presentation on key strategic priorities and actions</a:t>
                      </a:r>
                      <a:endParaRPr lang="en-US" sz="1100" dirty="0"/>
                    </a:p>
                  </a:txBody>
                  <a:tcPr anchor="ctr">
                    <a:lnT w="12700" cap="flat" cmpd="sng" algn="ctr">
                      <a:solidFill>
                        <a:srgbClr val="62B5E5"/>
                      </a:solidFill>
                      <a:prstDash val="solid"/>
                      <a:round/>
                      <a:headEnd type="none" w="med" len="med"/>
                      <a:tailEnd type="none" w="med" len="med"/>
                    </a:lnT>
                    <a:lnB w="12700" cap="flat" cmpd="sng" algn="ctr">
                      <a:solidFill>
                        <a:srgbClr val="62B5E5"/>
                      </a:solidFill>
                      <a:prstDash val="solid"/>
                      <a:round/>
                      <a:headEnd type="none" w="med" len="med"/>
                      <a:tailEnd type="none" w="med" len="med"/>
                    </a:lnB>
                  </a:tcPr>
                </a:tc>
                <a:tc vMerge="1">
                  <a:txBody>
                    <a:bodyPr/>
                    <a:lstStyle/>
                    <a:p>
                      <a:pPr algn="ctr"/>
                      <a:endParaRPr lang="en-US" sz="1100" dirty="0"/>
                    </a:p>
                  </a:txBody>
                  <a:tcPr anchor="ctr">
                    <a:lnT w="12700" cap="flat" cmpd="sng" algn="ctr">
                      <a:solidFill>
                        <a:srgbClr val="62B5E5"/>
                      </a:solidFill>
                      <a:prstDash val="solid"/>
                      <a:round/>
                      <a:headEnd type="none" w="med" len="med"/>
                      <a:tailEnd type="none" w="med" len="med"/>
                    </a:lnT>
                    <a:lnB w="12700" cap="flat" cmpd="sng" algn="ctr">
                      <a:solidFill>
                        <a:srgbClr val="62B5E5"/>
                      </a:solidFill>
                      <a:prstDash val="solid"/>
                      <a:round/>
                      <a:headEnd type="none" w="med" len="med"/>
                      <a:tailEnd type="none" w="med" len="med"/>
                    </a:lnB>
                  </a:tcPr>
                </a:tc>
                <a:extLst>
                  <a:ext uri="{0D108BD9-81ED-4DB2-BD59-A6C34878D82A}">
                    <a16:rowId xmlns:a16="http://schemas.microsoft.com/office/drawing/2014/main" val="2616783836"/>
                  </a:ext>
                </a:extLst>
              </a:tr>
              <a:tr h="322633">
                <a:tc>
                  <a:txBody>
                    <a:bodyPr/>
                    <a:lstStyle/>
                    <a:p>
                      <a:r>
                        <a:rPr lang="en-US" sz="1100" b="1" dirty="0"/>
                        <a:t>Module-2 Subcomponent-3: Report and Presentation on detailed action plan</a:t>
                      </a:r>
                      <a:endParaRPr lang="en-US" sz="1100" dirty="0"/>
                    </a:p>
                  </a:txBody>
                  <a:tcPr anchor="ctr">
                    <a:lnT w="12700" cap="flat" cmpd="sng" algn="ctr">
                      <a:solidFill>
                        <a:srgbClr val="62B5E5"/>
                      </a:solidFill>
                      <a:prstDash val="solid"/>
                      <a:round/>
                      <a:headEnd type="none" w="med" len="med"/>
                      <a:tailEnd type="none" w="med" len="med"/>
                    </a:lnT>
                    <a:lnB w="12700" cap="flat" cmpd="sng" algn="ctr">
                      <a:solidFill>
                        <a:srgbClr val="62B5E5"/>
                      </a:solidFill>
                      <a:prstDash val="solid"/>
                      <a:round/>
                      <a:headEnd type="none" w="med" len="med"/>
                      <a:tailEnd type="none" w="med" len="med"/>
                    </a:lnB>
                  </a:tcPr>
                </a:tc>
                <a:tc vMerge="1">
                  <a:txBody>
                    <a:bodyPr/>
                    <a:lstStyle/>
                    <a:p>
                      <a:pPr algn="ctr"/>
                      <a:endParaRPr lang="en-US" sz="1100" dirty="0"/>
                    </a:p>
                  </a:txBody>
                  <a:tcPr anchor="ctr">
                    <a:lnT w="12700" cap="flat" cmpd="sng" algn="ctr">
                      <a:solidFill>
                        <a:srgbClr val="62B5E5"/>
                      </a:solidFill>
                      <a:prstDash val="solid"/>
                      <a:round/>
                      <a:headEnd type="none" w="med" len="med"/>
                      <a:tailEnd type="none" w="med" len="med"/>
                    </a:lnT>
                    <a:lnB w="12700" cap="flat" cmpd="sng" algn="ctr">
                      <a:solidFill>
                        <a:srgbClr val="62B5E5"/>
                      </a:solidFill>
                      <a:prstDash val="solid"/>
                      <a:round/>
                      <a:headEnd type="none" w="med" len="med"/>
                      <a:tailEnd type="none" w="med" len="med"/>
                    </a:lnB>
                  </a:tcPr>
                </a:tc>
                <a:extLst>
                  <a:ext uri="{0D108BD9-81ED-4DB2-BD59-A6C34878D82A}">
                    <a16:rowId xmlns:a16="http://schemas.microsoft.com/office/drawing/2014/main" val="3395019692"/>
                  </a:ext>
                </a:extLst>
              </a:tr>
              <a:tr h="322633">
                <a:tc>
                  <a:txBody>
                    <a:bodyPr/>
                    <a:lstStyle/>
                    <a:p>
                      <a:r>
                        <a:rPr lang="en-US" sz="1100" b="1" dirty="0"/>
                        <a:t>PHASE-2:</a:t>
                      </a:r>
                    </a:p>
                  </a:txBody>
                  <a:tcPr anchor="ctr">
                    <a:lnT w="12700" cap="flat" cmpd="sng" algn="ctr">
                      <a:solidFill>
                        <a:srgbClr val="62B5E5"/>
                      </a:solidFill>
                      <a:prstDash val="solid"/>
                      <a:round/>
                      <a:headEnd type="none" w="med" len="med"/>
                      <a:tailEnd type="none" w="med" len="med"/>
                    </a:lnT>
                    <a:lnB w="12700" cap="flat" cmpd="sng" algn="ctr">
                      <a:solidFill>
                        <a:srgbClr val="62B5E5"/>
                      </a:solidFill>
                      <a:prstDash val="solid"/>
                      <a:round/>
                      <a:headEnd type="none" w="med" len="med"/>
                      <a:tailEnd type="none" w="med" len="med"/>
                    </a:lnB>
                    <a:solidFill>
                      <a:schemeClr val="bg1">
                        <a:lumMod val="95000"/>
                      </a:schemeClr>
                    </a:solidFill>
                  </a:tcPr>
                </a:tc>
                <a:tc>
                  <a:txBody>
                    <a:bodyPr/>
                    <a:lstStyle/>
                    <a:p>
                      <a:pPr algn="ctr"/>
                      <a:endParaRPr lang="en-US" sz="1100" dirty="0"/>
                    </a:p>
                  </a:txBody>
                  <a:tcPr anchor="ctr">
                    <a:lnT w="12700" cap="flat" cmpd="sng" algn="ctr">
                      <a:solidFill>
                        <a:srgbClr val="62B5E5"/>
                      </a:solidFill>
                      <a:prstDash val="solid"/>
                      <a:round/>
                      <a:headEnd type="none" w="med" len="med"/>
                      <a:tailEnd type="none" w="med" len="med"/>
                    </a:lnT>
                    <a:lnB w="12700" cap="flat" cmpd="sng" algn="ctr">
                      <a:solidFill>
                        <a:srgbClr val="62B5E5"/>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668753249"/>
                  </a:ext>
                </a:extLst>
              </a:tr>
              <a:tr h="322633">
                <a:tc>
                  <a:txBody>
                    <a:bodyPr/>
                    <a:lstStyle/>
                    <a:p>
                      <a:r>
                        <a:rPr lang="en-US" sz="1100" dirty="0"/>
                        <a:t>Quarterly reports on the progress and deliverables on Implementation and Monitoring support of Vision, Roadmap and the turnaround plan</a:t>
                      </a:r>
                    </a:p>
                  </a:txBody>
                  <a:tcPr anchor="ctr">
                    <a:lnT w="12700" cap="flat" cmpd="sng" algn="ctr">
                      <a:solidFill>
                        <a:srgbClr val="62B5E5"/>
                      </a:solidFill>
                      <a:prstDash val="solid"/>
                      <a:round/>
                      <a:headEnd type="none" w="med" len="med"/>
                      <a:tailEnd type="none" w="med" len="med"/>
                    </a:lnT>
                    <a:lnB w="12700" cap="flat" cmpd="sng" algn="ctr">
                      <a:solidFill>
                        <a:srgbClr val="62B5E5"/>
                      </a:solidFill>
                      <a:prstDash val="solid"/>
                      <a:round/>
                      <a:headEnd type="none" w="med" len="med"/>
                      <a:tailEnd type="none" w="med" len="med"/>
                    </a:lnB>
                  </a:tcPr>
                </a:tc>
                <a:tc>
                  <a:txBody>
                    <a:bodyPr/>
                    <a:lstStyle/>
                    <a:p>
                      <a:pPr algn="ctr"/>
                      <a:r>
                        <a:rPr lang="en-US" sz="1100" dirty="0"/>
                        <a:t>Quarterly over 18 months’ period</a:t>
                      </a:r>
                    </a:p>
                  </a:txBody>
                  <a:tcPr anchor="ctr">
                    <a:lnT w="12700" cap="flat" cmpd="sng" algn="ctr">
                      <a:solidFill>
                        <a:srgbClr val="62B5E5"/>
                      </a:solidFill>
                      <a:prstDash val="solid"/>
                      <a:round/>
                      <a:headEnd type="none" w="med" len="med"/>
                      <a:tailEnd type="none" w="med" len="med"/>
                    </a:lnT>
                    <a:lnB w="12700" cap="flat" cmpd="sng" algn="ctr">
                      <a:solidFill>
                        <a:srgbClr val="62B5E5"/>
                      </a:solidFill>
                      <a:prstDash val="solid"/>
                      <a:round/>
                      <a:headEnd type="none" w="med" len="med"/>
                      <a:tailEnd type="none" w="med" len="med"/>
                    </a:lnB>
                  </a:tcPr>
                </a:tc>
                <a:extLst>
                  <a:ext uri="{0D108BD9-81ED-4DB2-BD59-A6C34878D82A}">
                    <a16:rowId xmlns:a16="http://schemas.microsoft.com/office/drawing/2014/main" val="2695780231"/>
                  </a:ext>
                </a:extLst>
              </a:tr>
            </a:tbl>
          </a:graphicData>
        </a:graphic>
      </p:graphicFrame>
    </p:spTree>
    <p:extLst>
      <p:ext uri="{BB962C8B-B14F-4D97-AF65-F5344CB8AC3E}">
        <p14:creationId xmlns:p14="http://schemas.microsoft.com/office/powerpoint/2010/main" val="25910748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6B18D076-3AAA-400C-859D-44926E74F6A1}"/>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68312"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6B18D076-3AAA-400C-859D-44926E74F6A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Title 2">
            <a:extLst>
              <a:ext uri="{FF2B5EF4-FFF2-40B4-BE49-F238E27FC236}">
                <a16:creationId xmlns:a16="http://schemas.microsoft.com/office/drawing/2014/main" id="{6F21C42A-5506-4338-B2F0-FBE820C7A1AF}"/>
              </a:ext>
            </a:extLst>
          </p:cNvPr>
          <p:cNvSpPr>
            <a:spLocks noGrp="1"/>
          </p:cNvSpPr>
          <p:nvPr>
            <p:ph type="title"/>
          </p:nvPr>
        </p:nvSpPr>
        <p:spPr>
          <a:xfrm>
            <a:off x="501652" y="317500"/>
            <a:ext cx="11188700" cy="334100"/>
          </a:xfrm>
        </p:spPr>
        <p:txBody>
          <a:bodyPr vert="horz"/>
          <a:lstStyle/>
          <a:p>
            <a:r>
              <a:rPr lang="en-US" sz="1800" dirty="0"/>
              <a:t>Our Understanding of Project Objective and Statement of Work</a:t>
            </a:r>
          </a:p>
        </p:txBody>
      </p:sp>
      <p:sp>
        <p:nvSpPr>
          <p:cNvPr id="32" name="Title 3">
            <a:extLst>
              <a:ext uri="{FF2B5EF4-FFF2-40B4-BE49-F238E27FC236}">
                <a16:creationId xmlns:a16="http://schemas.microsoft.com/office/drawing/2014/main" id="{5FFC5DEA-1384-44EE-9203-64A4E3751B73}"/>
              </a:ext>
            </a:extLst>
          </p:cNvPr>
          <p:cNvSpPr txBox="1">
            <a:spLocks/>
          </p:cNvSpPr>
          <p:nvPr/>
        </p:nvSpPr>
        <p:spPr bwMode="gray">
          <a:xfrm>
            <a:off x="501652" y="317504"/>
            <a:ext cx="11188700" cy="368299"/>
          </a:xfrm>
          <a:prstGeom prst="rect">
            <a:avLst/>
          </a:prstGeom>
        </p:spPr>
        <p:txBody>
          <a:bodyPr vert="horz" lIns="0" tIns="0" rIns="0" bIns="0" rtlCol="0" anchor="t" anchorCtr="0">
            <a:noAutofit/>
          </a:bodyPr>
          <a:lstStyle>
            <a:lvl1pPr algn="l" defTabSz="1219231" rtl="0" eaLnBrk="1" latinLnBrk="0" hangingPunct="1">
              <a:spcBef>
                <a:spcPct val="0"/>
              </a:spcBef>
              <a:buNone/>
              <a:defRPr sz="3200" b="1" i="1" kern="1200">
                <a:solidFill>
                  <a:schemeClr val="bg1"/>
                </a:solidFill>
                <a:latin typeface="Verdana"/>
                <a:ea typeface="+mj-ea"/>
                <a:cs typeface="Verdana"/>
              </a:defRPr>
            </a:lvl1pPr>
          </a:lstStyle>
          <a:p>
            <a:pPr algn="just"/>
            <a:r>
              <a:rPr lang="en-US" sz="1800" b="0" i="0" dirty="0">
                <a:solidFill>
                  <a:schemeClr val="tx1"/>
                </a:solidFill>
              </a:rPr>
              <a:t>About the Inception Report</a:t>
            </a:r>
          </a:p>
        </p:txBody>
      </p:sp>
      <p:sp>
        <p:nvSpPr>
          <p:cNvPr id="7" name="Freeform 538">
            <a:extLst>
              <a:ext uri="{FF2B5EF4-FFF2-40B4-BE49-F238E27FC236}">
                <a16:creationId xmlns:a16="http://schemas.microsoft.com/office/drawing/2014/main" id="{C387EC3E-11DA-4192-971B-4F03FB3F29D4}"/>
              </a:ext>
            </a:extLst>
          </p:cNvPr>
          <p:cNvSpPr>
            <a:spLocks noChangeAspect="1" noEditPoints="1"/>
          </p:cNvSpPr>
          <p:nvPr/>
        </p:nvSpPr>
        <p:spPr bwMode="auto">
          <a:xfrm>
            <a:off x="551089" y="1110934"/>
            <a:ext cx="676599" cy="676599"/>
          </a:xfrm>
          <a:custGeom>
            <a:avLst/>
            <a:gdLst>
              <a:gd name="T0" fmla="*/ 226 w 512"/>
              <a:gd name="T1" fmla="*/ 352 h 512"/>
              <a:gd name="T2" fmla="*/ 286 w 512"/>
              <a:gd name="T3" fmla="*/ 352 h 512"/>
              <a:gd name="T4" fmla="*/ 279 w 512"/>
              <a:gd name="T5" fmla="*/ 394 h 512"/>
              <a:gd name="T6" fmla="*/ 233 w 512"/>
              <a:gd name="T7" fmla="*/ 394 h 512"/>
              <a:gd name="T8" fmla="*/ 226 w 512"/>
              <a:gd name="T9" fmla="*/ 352 h 512"/>
              <a:gd name="T10" fmla="*/ 256 w 512"/>
              <a:gd name="T11" fmla="*/ 117 h 512"/>
              <a:gd name="T12" fmla="*/ 178 w 512"/>
              <a:gd name="T13" fmla="*/ 191 h 512"/>
              <a:gd name="T14" fmla="*/ 194 w 512"/>
              <a:gd name="T15" fmla="*/ 242 h 512"/>
              <a:gd name="T16" fmla="*/ 224 w 512"/>
              <a:gd name="T17" fmla="*/ 309 h 512"/>
              <a:gd name="T18" fmla="*/ 224 w 512"/>
              <a:gd name="T19" fmla="*/ 330 h 512"/>
              <a:gd name="T20" fmla="*/ 245 w 512"/>
              <a:gd name="T21" fmla="*/ 330 h 512"/>
              <a:gd name="T22" fmla="*/ 245 w 512"/>
              <a:gd name="T23" fmla="*/ 249 h 512"/>
              <a:gd name="T24" fmla="*/ 227 w 512"/>
              <a:gd name="T25" fmla="*/ 231 h 512"/>
              <a:gd name="T26" fmla="*/ 227 w 512"/>
              <a:gd name="T27" fmla="*/ 216 h 512"/>
              <a:gd name="T28" fmla="*/ 242 w 512"/>
              <a:gd name="T29" fmla="*/ 216 h 512"/>
              <a:gd name="T30" fmla="*/ 256 w 512"/>
              <a:gd name="T31" fmla="*/ 230 h 512"/>
              <a:gd name="T32" fmla="*/ 269 w 512"/>
              <a:gd name="T33" fmla="*/ 216 h 512"/>
              <a:gd name="T34" fmla="*/ 285 w 512"/>
              <a:gd name="T35" fmla="*/ 216 h 512"/>
              <a:gd name="T36" fmla="*/ 285 w 512"/>
              <a:gd name="T37" fmla="*/ 231 h 512"/>
              <a:gd name="T38" fmla="*/ 266 w 512"/>
              <a:gd name="T39" fmla="*/ 249 h 512"/>
              <a:gd name="T40" fmla="*/ 266 w 512"/>
              <a:gd name="T41" fmla="*/ 330 h 512"/>
              <a:gd name="T42" fmla="*/ 288 w 512"/>
              <a:gd name="T43" fmla="*/ 330 h 512"/>
              <a:gd name="T44" fmla="*/ 288 w 512"/>
              <a:gd name="T45" fmla="*/ 309 h 512"/>
              <a:gd name="T46" fmla="*/ 318 w 512"/>
              <a:gd name="T47" fmla="*/ 243 h 512"/>
              <a:gd name="T48" fmla="*/ 334 w 512"/>
              <a:gd name="T49" fmla="*/ 191 h 512"/>
              <a:gd name="T50" fmla="*/ 256 w 512"/>
              <a:gd name="T51" fmla="*/ 117 h 512"/>
              <a:gd name="T52" fmla="*/ 512 w 512"/>
              <a:gd name="T53" fmla="*/ 256 h 512"/>
              <a:gd name="T54" fmla="*/ 256 w 512"/>
              <a:gd name="T55" fmla="*/ 512 h 512"/>
              <a:gd name="T56" fmla="*/ 0 w 512"/>
              <a:gd name="T57" fmla="*/ 256 h 512"/>
              <a:gd name="T58" fmla="*/ 256 w 512"/>
              <a:gd name="T59" fmla="*/ 0 h 512"/>
              <a:gd name="T60" fmla="*/ 512 w 512"/>
              <a:gd name="T61" fmla="*/ 256 h 512"/>
              <a:gd name="T62" fmla="*/ 356 w 512"/>
              <a:gd name="T63" fmla="*/ 191 h 512"/>
              <a:gd name="T64" fmla="*/ 256 w 512"/>
              <a:gd name="T65" fmla="*/ 96 h 512"/>
              <a:gd name="T66" fmla="*/ 256 w 512"/>
              <a:gd name="T67" fmla="*/ 96 h 512"/>
              <a:gd name="T68" fmla="*/ 256 w 512"/>
              <a:gd name="T69" fmla="*/ 96 h 512"/>
              <a:gd name="T70" fmla="*/ 256 w 512"/>
              <a:gd name="T71" fmla="*/ 96 h 512"/>
              <a:gd name="T72" fmla="*/ 255 w 512"/>
              <a:gd name="T73" fmla="*/ 96 h 512"/>
              <a:gd name="T74" fmla="*/ 157 w 512"/>
              <a:gd name="T75" fmla="*/ 191 h 512"/>
              <a:gd name="T76" fmla="*/ 176 w 512"/>
              <a:gd name="T77" fmla="*/ 254 h 512"/>
              <a:gd name="T78" fmla="*/ 202 w 512"/>
              <a:gd name="T79" fmla="*/ 309 h 512"/>
              <a:gd name="T80" fmla="*/ 202 w 512"/>
              <a:gd name="T81" fmla="*/ 341 h 512"/>
              <a:gd name="T82" fmla="*/ 203 w 512"/>
              <a:gd name="T83" fmla="*/ 342 h 512"/>
              <a:gd name="T84" fmla="*/ 202 w 512"/>
              <a:gd name="T85" fmla="*/ 343 h 512"/>
              <a:gd name="T86" fmla="*/ 213 w 512"/>
              <a:gd name="T87" fmla="*/ 407 h 512"/>
              <a:gd name="T88" fmla="*/ 224 w 512"/>
              <a:gd name="T89" fmla="*/ 416 h 512"/>
              <a:gd name="T90" fmla="*/ 288 w 512"/>
              <a:gd name="T91" fmla="*/ 416 h 512"/>
              <a:gd name="T92" fmla="*/ 298 w 512"/>
              <a:gd name="T93" fmla="*/ 407 h 512"/>
              <a:gd name="T94" fmla="*/ 309 w 512"/>
              <a:gd name="T95" fmla="*/ 343 h 512"/>
              <a:gd name="T96" fmla="*/ 309 w 512"/>
              <a:gd name="T97" fmla="*/ 342 h 512"/>
              <a:gd name="T98" fmla="*/ 309 w 512"/>
              <a:gd name="T99" fmla="*/ 341 h 512"/>
              <a:gd name="T100" fmla="*/ 309 w 512"/>
              <a:gd name="T101" fmla="*/ 309 h 512"/>
              <a:gd name="T102" fmla="*/ 336 w 512"/>
              <a:gd name="T103" fmla="*/ 254 h 512"/>
              <a:gd name="T104" fmla="*/ 356 w 512"/>
              <a:gd name="T105" fmla="*/ 19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12" h="512">
                <a:moveTo>
                  <a:pt x="226" y="352"/>
                </a:moveTo>
                <a:cubicBezTo>
                  <a:pt x="286" y="352"/>
                  <a:pt x="286" y="352"/>
                  <a:pt x="286" y="352"/>
                </a:cubicBezTo>
                <a:cubicBezTo>
                  <a:pt x="279" y="394"/>
                  <a:pt x="279" y="394"/>
                  <a:pt x="279" y="394"/>
                </a:cubicBezTo>
                <a:cubicBezTo>
                  <a:pt x="233" y="394"/>
                  <a:pt x="233" y="394"/>
                  <a:pt x="233" y="394"/>
                </a:cubicBezTo>
                <a:lnTo>
                  <a:pt x="226" y="352"/>
                </a:lnTo>
                <a:close/>
                <a:moveTo>
                  <a:pt x="256" y="117"/>
                </a:moveTo>
                <a:cubicBezTo>
                  <a:pt x="214" y="117"/>
                  <a:pt x="178" y="151"/>
                  <a:pt x="178" y="191"/>
                </a:cubicBezTo>
                <a:cubicBezTo>
                  <a:pt x="178" y="219"/>
                  <a:pt x="194" y="242"/>
                  <a:pt x="194" y="242"/>
                </a:cubicBezTo>
                <a:cubicBezTo>
                  <a:pt x="201" y="254"/>
                  <a:pt x="224" y="292"/>
                  <a:pt x="224" y="309"/>
                </a:cubicBezTo>
                <a:cubicBezTo>
                  <a:pt x="224" y="330"/>
                  <a:pt x="224" y="330"/>
                  <a:pt x="224" y="330"/>
                </a:cubicBezTo>
                <a:cubicBezTo>
                  <a:pt x="245" y="330"/>
                  <a:pt x="245" y="330"/>
                  <a:pt x="245" y="330"/>
                </a:cubicBezTo>
                <a:cubicBezTo>
                  <a:pt x="245" y="249"/>
                  <a:pt x="245" y="249"/>
                  <a:pt x="245" y="249"/>
                </a:cubicBezTo>
                <a:cubicBezTo>
                  <a:pt x="227" y="231"/>
                  <a:pt x="227" y="231"/>
                  <a:pt x="227" y="231"/>
                </a:cubicBezTo>
                <a:cubicBezTo>
                  <a:pt x="223" y="227"/>
                  <a:pt x="223" y="220"/>
                  <a:pt x="227" y="216"/>
                </a:cubicBezTo>
                <a:cubicBezTo>
                  <a:pt x="231" y="212"/>
                  <a:pt x="238" y="212"/>
                  <a:pt x="242" y="216"/>
                </a:cubicBezTo>
                <a:cubicBezTo>
                  <a:pt x="256" y="230"/>
                  <a:pt x="256" y="230"/>
                  <a:pt x="256" y="230"/>
                </a:cubicBezTo>
                <a:cubicBezTo>
                  <a:pt x="269" y="216"/>
                  <a:pt x="269" y="216"/>
                  <a:pt x="269" y="216"/>
                </a:cubicBezTo>
                <a:cubicBezTo>
                  <a:pt x="274" y="212"/>
                  <a:pt x="280" y="212"/>
                  <a:pt x="285" y="216"/>
                </a:cubicBezTo>
                <a:cubicBezTo>
                  <a:pt x="289" y="220"/>
                  <a:pt x="289" y="227"/>
                  <a:pt x="285" y="231"/>
                </a:cubicBezTo>
                <a:cubicBezTo>
                  <a:pt x="266" y="249"/>
                  <a:pt x="266" y="249"/>
                  <a:pt x="266" y="249"/>
                </a:cubicBezTo>
                <a:cubicBezTo>
                  <a:pt x="266" y="330"/>
                  <a:pt x="266" y="330"/>
                  <a:pt x="266" y="330"/>
                </a:cubicBezTo>
                <a:cubicBezTo>
                  <a:pt x="288" y="330"/>
                  <a:pt x="288" y="330"/>
                  <a:pt x="288" y="330"/>
                </a:cubicBezTo>
                <a:cubicBezTo>
                  <a:pt x="288" y="309"/>
                  <a:pt x="288" y="309"/>
                  <a:pt x="288" y="309"/>
                </a:cubicBezTo>
                <a:cubicBezTo>
                  <a:pt x="288" y="292"/>
                  <a:pt x="311" y="254"/>
                  <a:pt x="318" y="243"/>
                </a:cubicBezTo>
                <a:cubicBezTo>
                  <a:pt x="318" y="242"/>
                  <a:pt x="334" y="218"/>
                  <a:pt x="334" y="191"/>
                </a:cubicBezTo>
                <a:cubicBezTo>
                  <a:pt x="334" y="151"/>
                  <a:pt x="298" y="117"/>
                  <a:pt x="256" y="117"/>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56" y="191"/>
                </a:moveTo>
                <a:cubicBezTo>
                  <a:pt x="356" y="140"/>
                  <a:pt x="310" y="96"/>
                  <a:pt x="256" y="96"/>
                </a:cubicBezTo>
                <a:cubicBezTo>
                  <a:pt x="256" y="96"/>
                  <a:pt x="256" y="96"/>
                  <a:pt x="256" y="96"/>
                </a:cubicBezTo>
                <a:cubicBezTo>
                  <a:pt x="256" y="96"/>
                  <a:pt x="256" y="96"/>
                  <a:pt x="256" y="96"/>
                </a:cubicBezTo>
                <a:cubicBezTo>
                  <a:pt x="256" y="96"/>
                  <a:pt x="256" y="96"/>
                  <a:pt x="256" y="96"/>
                </a:cubicBezTo>
                <a:cubicBezTo>
                  <a:pt x="256" y="96"/>
                  <a:pt x="256" y="96"/>
                  <a:pt x="255" y="96"/>
                </a:cubicBezTo>
                <a:cubicBezTo>
                  <a:pt x="202" y="96"/>
                  <a:pt x="157" y="140"/>
                  <a:pt x="157" y="191"/>
                </a:cubicBezTo>
                <a:cubicBezTo>
                  <a:pt x="157" y="225"/>
                  <a:pt x="175" y="253"/>
                  <a:pt x="176" y="254"/>
                </a:cubicBezTo>
                <a:cubicBezTo>
                  <a:pt x="189" y="275"/>
                  <a:pt x="202" y="302"/>
                  <a:pt x="202" y="309"/>
                </a:cubicBezTo>
                <a:cubicBezTo>
                  <a:pt x="202" y="341"/>
                  <a:pt x="202" y="341"/>
                  <a:pt x="202" y="341"/>
                </a:cubicBezTo>
                <a:cubicBezTo>
                  <a:pt x="202" y="341"/>
                  <a:pt x="202" y="342"/>
                  <a:pt x="203" y="342"/>
                </a:cubicBezTo>
                <a:cubicBezTo>
                  <a:pt x="203" y="342"/>
                  <a:pt x="202" y="342"/>
                  <a:pt x="202" y="343"/>
                </a:cubicBezTo>
                <a:cubicBezTo>
                  <a:pt x="213" y="407"/>
                  <a:pt x="213" y="407"/>
                  <a:pt x="213" y="407"/>
                </a:cubicBezTo>
                <a:cubicBezTo>
                  <a:pt x="214" y="412"/>
                  <a:pt x="218" y="416"/>
                  <a:pt x="224" y="416"/>
                </a:cubicBezTo>
                <a:cubicBezTo>
                  <a:pt x="288" y="416"/>
                  <a:pt x="288" y="416"/>
                  <a:pt x="288" y="416"/>
                </a:cubicBezTo>
                <a:cubicBezTo>
                  <a:pt x="293" y="416"/>
                  <a:pt x="297" y="412"/>
                  <a:pt x="298" y="407"/>
                </a:cubicBezTo>
                <a:cubicBezTo>
                  <a:pt x="309" y="343"/>
                  <a:pt x="309" y="343"/>
                  <a:pt x="309" y="343"/>
                </a:cubicBezTo>
                <a:cubicBezTo>
                  <a:pt x="309" y="342"/>
                  <a:pt x="309" y="342"/>
                  <a:pt x="309" y="342"/>
                </a:cubicBezTo>
                <a:cubicBezTo>
                  <a:pt x="309" y="342"/>
                  <a:pt x="309" y="341"/>
                  <a:pt x="309" y="341"/>
                </a:cubicBezTo>
                <a:cubicBezTo>
                  <a:pt x="309" y="309"/>
                  <a:pt x="309" y="309"/>
                  <a:pt x="309" y="309"/>
                </a:cubicBezTo>
                <a:cubicBezTo>
                  <a:pt x="309" y="302"/>
                  <a:pt x="323" y="275"/>
                  <a:pt x="336" y="254"/>
                </a:cubicBezTo>
                <a:cubicBezTo>
                  <a:pt x="337" y="253"/>
                  <a:pt x="356" y="225"/>
                  <a:pt x="356" y="191"/>
                </a:cubicBezTo>
                <a:close/>
              </a:path>
            </a:pathLst>
          </a:custGeom>
          <a:solidFill>
            <a:srgbClr val="004F59"/>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Light"/>
              <a:ea typeface="+mn-ea"/>
              <a:cs typeface="+mn-cs"/>
            </a:endParaRPr>
          </a:p>
        </p:txBody>
      </p:sp>
      <p:sp>
        <p:nvSpPr>
          <p:cNvPr id="9" name="Oval 8">
            <a:extLst>
              <a:ext uri="{FF2B5EF4-FFF2-40B4-BE49-F238E27FC236}">
                <a16:creationId xmlns:a16="http://schemas.microsoft.com/office/drawing/2014/main" id="{53FF2CBB-58E7-4AFF-881E-7C9CEBB6E708}"/>
              </a:ext>
            </a:extLst>
          </p:cNvPr>
          <p:cNvSpPr/>
          <p:nvPr/>
        </p:nvSpPr>
        <p:spPr bwMode="gray">
          <a:xfrm>
            <a:off x="500262" y="1057721"/>
            <a:ext cx="783023" cy="783023"/>
          </a:xfrm>
          <a:prstGeom prst="ellipse">
            <a:avLst/>
          </a:prstGeom>
          <a:noFill/>
          <a:ln w="22225" algn="ctr">
            <a:solidFill>
              <a:schemeClr val="tx1">
                <a:lumMod val="50000"/>
                <a:lumOff val="50000"/>
              </a:schemeClr>
            </a:solidFill>
            <a:prstDash val="sysDot"/>
            <a:miter lim="800000"/>
            <a:headEnd/>
            <a:tailEnd/>
          </a:ln>
        </p:spPr>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Light"/>
              <a:ea typeface="+mn-ea"/>
              <a:cs typeface="+mn-cs"/>
            </a:endParaRPr>
          </a:p>
        </p:txBody>
      </p:sp>
      <p:sp>
        <p:nvSpPr>
          <p:cNvPr id="10" name="Rectangle 9">
            <a:extLst>
              <a:ext uri="{FF2B5EF4-FFF2-40B4-BE49-F238E27FC236}">
                <a16:creationId xmlns:a16="http://schemas.microsoft.com/office/drawing/2014/main" id="{C30B466D-BF7B-4129-A1E2-5F84E5BE5053}"/>
              </a:ext>
            </a:extLst>
          </p:cNvPr>
          <p:cNvSpPr/>
          <p:nvPr/>
        </p:nvSpPr>
        <p:spPr>
          <a:xfrm>
            <a:off x="1651529" y="1110934"/>
            <a:ext cx="9989382" cy="83099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srgbClr val="004F59"/>
                </a:solidFill>
                <a:effectLst/>
                <a:uLnTx/>
                <a:uFillTx/>
                <a:ea typeface="+mn-ea"/>
                <a:cs typeface="+mn-cs"/>
              </a:rPr>
              <a:t>Purpose of the report</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ea typeface="+mn-ea"/>
                <a:cs typeface="+mn-cs"/>
              </a:rPr>
              <a:t>To introduce the project and explain the project objectives and work plan</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200" dirty="0">
                <a:solidFill>
                  <a:prstClr val="black"/>
                </a:solidFill>
              </a:rPr>
              <a:t>To summarize the work done during the preliminary / kick-off phase</a:t>
            </a:r>
            <a:endParaRPr kumimoji="0" lang="en-US" sz="1200" b="1" i="0" u="none" strike="noStrike" kern="1200" cap="none" spc="0" normalizeH="0" baseline="0" noProof="0" dirty="0">
              <a:ln>
                <a:noFill/>
              </a:ln>
              <a:solidFill>
                <a:srgbClr val="000000"/>
              </a:solidFill>
              <a:effectLst/>
              <a:uLnTx/>
              <a:uFillTx/>
              <a:ea typeface="+mn-ea"/>
              <a:cs typeface="+mn-cs"/>
            </a:endParaRPr>
          </a:p>
        </p:txBody>
      </p:sp>
      <p:sp>
        <p:nvSpPr>
          <p:cNvPr id="11" name="Oval 10">
            <a:extLst>
              <a:ext uri="{FF2B5EF4-FFF2-40B4-BE49-F238E27FC236}">
                <a16:creationId xmlns:a16="http://schemas.microsoft.com/office/drawing/2014/main" id="{50AE26D8-7F98-41F6-9134-1AB68D85E9E1}"/>
              </a:ext>
            </a:extLst>
          </p:cNvPr>
          <p:cNvSpPr/>
          <p:nvPr/>
        </p:nvSpPr>
        <p:spPr bwMode="gray">
          <a:xfrm>
            <a:off x="497767" y="2180763"/>
            <a:ext cx="789880" cy="789880"/>
          </a:xfrm>
          <a:prstGeom prst="ellipse">
            <a:avLst/>
          </a:prstGeom>
          <a:noFill/>
          <a:ln w="22225" algn="ctr">
            <a:solidFill>
              <a:schemeClr val="tx1">
                <a:lumMod val="50000"/>
                <a:lumOff val="50000"/>
              </a:schemeClr>
            </a:solidFill>
            <a:prstDash val="sysDot"/>
            <a:miter lim="800000"/>
            <a:headEnd/>
            <a:tailEnd/>
          </a:ln>
        </p:spPr>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ea typeface="+mn-ea"/>
              <a:cs typeface="+mn-cs"/>
            </a:endParaRPr>
          </a:p>
        </p:txBody>
      </p:sp>
      <p:sp>
        <p:nvSpPr>
          <p:cNvPr id="12" name="Freeform 917">
            <a:extLst>
              <a:ext uri="{FF2B5EF4-FFF2-40B4-BE49-F238E27FC236}">
                <a16:creationId xmlns:a16="http://schemas.microsoft.com/office/drawing/2014/main" id="{7E0E6A70-9137-48FC-ABE2-1BDEBD698DC6}"/>
              </a:ext>
            </a:extLst>
          </p:cNvPr>
          <p:cNvSpPr>
            <a:spLocks noChangeAspect="1" noEditPoints="1"/>
          </p:cNvSpPr>
          <p:nvPr/>
        </p:nvSpPr>
        <p:spPr bwMode="auto">
          <a:xfrm>
            <a:off x="551154" y="2234150"/>
            <a:ext cx="683106" cy="683106"/>
          </a:xfrm>
          <a:custGeom>
            <a:avLst/>
            <a:gdLst>
              <a:gd name="T0" fmla="*/ 245 w 512"/>
              <a:gd name="T1" fmla="*/ 128 h 512"/>
              <a:gd name="T2" fmla="*/ 256 w 512"/>
              <a:gd name="T3" fmla="*/ 117 h 512"/>
              <a:gd name="T4" fmla="*/ 266 w 512"/>
              <a:gd name="T5" fmla="*/ 128 h 512"/>
              <a:gd name="T6" fmla="*/ 256 w 512"/>
              <a:gd name="T7" fmla="*/ 138 h 512"/>
              <a:gd name="T8" fmla="*/ 245 w 512"/>
              <a:gd name="T9" fmla="*/ 128 h 512"/>
              <a:gd name="T10" fmla="*/ 269 w 512"/>
              <a:gd name="T11" fmla="*/ 245 h 512"/>
              <a:gd name="T12" fmla="*/ 243 w 512"/>
              <a:gd name="T13" fmla="*/ 245 h 512"/>
              <a:gd name="T14" fmla="*/ 216 w 512"/>
              <a:gd name="T15" fmla="*/ 352 h 512"/>
              <a:gd name="T16" fmla="*/ 295 w 512"/>
              <a:gd name="T17" fmla="*/ 352 h 512"/>
              <a:gd name="T18" fmla="*/ 269 w 512"/>
              <a:gd name="T19" fmla="*/ 245 h 512"/>
              <a:gd name="T20" fmla="*/ 238 w 512"/>
              <a:gd name="T21" fmla="*/ 224 h 512"/>
              <a:gd name="T22" fmla="*/ 273 w 512"/>
              <a:gd name="T23" fmla="*/ 224 h 512"/>
              <a:gd name="T24" fmla="*/ 288 w 512"/>
              <a:gd name="T25" fmla="*/ 192 h 512"/>
              <a:gd name="T26" fmla="*/ 287 w 512"/>
              <a:gd name="T27" fmla="*/ 186 h 512"/>
              <a:gd name="T28" fmla="*/ 274 w 512"/>
              <a:gd name="T29" fmla="*/ 199 h 512"/>
              <a:gd name="T30" fmla="*/ 266 w 512"/>
              <a:gd name="T31" fmla="*/ 202 h 512"/>
              <a:gd name="T32" fmla="*/ 259 w 512"/>
              <a:gd name="T33" fmla="*/ 199 h 512"/>
              <a:gd name="T34" fmla="*/ 259 w 512"/>
              <a:gd name="T35" fmla="*/ 184 h 512"/>
              <a:gd name="T36" fmla="*/ 273 w 512"/>
              <a:gd name="T37" fmla="*/ 170 h 512"/>
              <a:gd name="T38" fmla="*/ 256 w 512"/>
              <a:gd name="T39" fmla="*/ 160 h 512"/>
              <a:gd name="T40" fmla="*/ 224 w 512"/>
              <a:gd name="T41" fmla="*/ 192 h 512"/>
              <a:gd name="T42" fmla="*/ 238 w 512"/>
              <a:gd name="T43" fmla="*/ 224 h 512"/>
              <a:gd name="T44" fmla="*/ 512 w 512"/>
              <a:gd name="T45" fmla="*/ 256 h 512"/>
              <a:gd name="T46" fmla="*/ 256 w 512"/>
              <a:gd name="T47" fmla="*/ 512 h 512"/>
              <a:gd name="T48" fmla="*/ 0 w 512"/>
              <a:gd name="T49" fmla="*/ 256 h 512"/>
              <a:gd name="T50" fmla="*/ 256 w 512"/>
              <a:gd name="T51" fmla="*/ 0 h 512"/>
              <a:gd name="T52" fmla="*/ 512 w 512"/>
              <a:gd name="T53" fmla="*/ 256 h 512"/>
              <a:gd name="T54" fmla="*/ 330 w 512"/>
              <a:gd name="T55" fmla="*/ 362 h 512"/>
              <a:gd name="T56" fmla="*/ 320 w 512"/>
              <a:gd name="T57" fmla="*/ 352 h 512"/>
              <a:gd name="T58" fmla="*/ 317 w 512"/>
              <a:gd name="T59" fmla="*/ 352 h 512"/>
              <a:gd name="T60" fmla="*/ 289 w 512"/>
              <a:gd name="T61" fmla="*/ 238 h 512"/>
              <a:gd name="T62" fmla="*/ 309 w 512"/>
              <a:gd name="T63" fmla="*/ 192 h 512"/>
              <a:gd name="T64" fmla="*/ 279 w 512"/>
              <a:gd name="T65" fmla="*/ 149 h 512"/>
              <a:gd name="T66" fmla="*/ 288 w 512"/>
              <a:gd name="T67" fmla="*/ 128 h 512"/>
              <a:gd name="T68" fmla="*/ 256 w 512"/>
              <a:gd name="T69" fmla="*/ 96 h 512"/>
              <a:gd name="T70" fmla="*/ 224 w 512"/>
              <a:gd name="T71" fmla="*/ 128 h 512"/>
              <a:gd name="T72" fmla="*/ 232 w 512"/>
              <a:gd name="T73" fmla="*/ 149 h 512"/>
              <a:gd name="T74" fmla="*/ 202 w 512"/>
              <a:gd name="T75" fmla="*/ 192 h 512"/>
              <a:gd name="T76" fmla="*/ 222 w 512"/>
              <a:gd name="T77" fmla="*/ 238 h 512"/>
              <a:gd name="T78" fmla="*/ 194 w 512"/>
              <a:gd name="T79" fmla="*/ 352 h 512"/>
              <a:gd name="T80" fmla="*/ 192 w 512"/>
              <a:gd name="T81" fmla="*/ 352 h 512"/>
              <a:gd name="T82" fmla="*/ 181 w 512"/>
              <a:gd name="T83" fmla="*/ 362 h 512"/>
              <a:gd name="T84" fmla="*/ 181 w 512"/>
              <a:gd name="T85" fmla="*/ 405 h 512"/>
              <a:gd name="T86" fmla="*/ 192 w 512"/>
              <a:gd name="T87" fmla="*/ 416 h 512"/>
              <a:gd name="T88" fmla="*/ 320 w 512"/>
              <a:gd name="T89" fmla="*/ 416 h 512"/>
              <a:gd name="T90" fmla="*/ 330 w 512"/>
              <a:gd name="T91" fmla="*/ 405 h 512"/>
              <a:gd name="T92" fmla="*/ 330 w 512"/>
              <a:gd name="T93" fmla="*/ 362 h 512"/>
              <a:gd name="T94" fmla="*/ 202 w 512"/>
              <a:gd name="T95" fmla="*/ 394 h 512"/>
              <a:gd name="T96" fmla="*/ 309 w 512"/>
              <a:gd name="T97" fmla="*/ 394 h 512"/>
              <a:gd name="T98" fmla="*/ 309 w 512"/>
              <a:gd name="T99" fmla="*/ 373 h 512"/>
              <a:gd name="T100" fmla="*/ 202 w 512"/>
              <a:gd name="T101" fmla="*/ 373 h 512"/>
              <a:gd name="T102" fmla="*/ 202 w 512"/>
              <a:gd name="T103" fmla="*/ 39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12" h="512">
                <a:moveTo>
                  <a:pt x="245" y="128"/>
                </a:moveTo>
                <a:cubicBezTo>
                  <a:pt x="245" y="122"/>
                  <a:pt x="250" y="117"/>
                  <a:pt x="256" y="117"/>
                </a:cubicBezTo>
                <a:cubicBezTo>
                  <a:pt x="262" y="117"/>
                  <a:pt x="266" y="122"/>
                  <a:pt x="266" y="128"/>
                </a:cubicBezTo>
                <a:cubicBezTo>
                  <a:pt x="266" y="134"/>
                  <a:pt x="262" y="138"/>
                  <a:pt x="256" y="138"/>
                </a:cubicBezTo>
                <a:cubicBezTo>
                  <a:pt x="250" y="138"/>
                  <a:pt x="245" y="134"/>
                  <a:pt x="245" y="128"/>
                </a:cubicBezTo>
                <a:close/>
                <a:moveTo>
                  <a:pt x="269" y="245"/>
                </a:moveTo>
                <a:cubicBezTo>
                  <a:pt x="243" y="245"/>
                  <a:pt x="243" y="245"/>
                  <a:pt x="243" y="245"/>
                </a:cubicBezTo>
                <a:cubicBezTo>
                  <a:pt x="216" y="352"/>
                  <a:pt x="216" y="352"/>
                  <a:pt x="216" y="352"/>
                </a:cubicBezTo>
                <a:cubicBezTo>
                  <a:pt x="295" y="352"/>
                  <a:pt x="295" y="352"/>
                  <a:pt x="295" y="352"/>
                </a:cubicBezTo>
                <a:lnTo>
                  <a:pt x="269" y="245"/>
                </a:lnTo>
                <a:close/>
                <a:moveTo>
                  <a:pt x="238" y="224"/>
                </a:moveTo>
                <a:cubicBezTo>
                  <a:pt x="273" y="224"/>
                  <a:pt x="273" y="224"/>
                  <a:pt x="273" y="224"/>
                </a:cubicBezTo>
                <a:cubicBezTo>
                  <a:pt x="278" y="219"/>
                  <a:pt x="288" y="209"/>
                  <a:pt x="288" y="192"/>
                </a:cubicBezTo>
                <a:cubicBezTo>
                  <a:pt x="288" y="190"/>
                  <a:pt x="287" y="188"/>
                  <a:pt x="287" y="186"/>
                </a:cubicBezTo>
                <a:cubicBezTo>
                  <a:pt x="274" y="199"/>
                  <a:pt x="274" y="199"/>
                  <a:pt x="274" y="199"/>
                </a:cubicBezTo>
                <a:cubicBezTo>
                  <a:pt x="272" y="201"/>
                  <a:pt x="269" y="202"/>
                  <a:pt x="266" y="202"/>
                </a:cubicBezTo>
                <a:cubicBezTo>
                  <a:pt x="264" y="202"/>
                  <a:pt x="261" y="201"/>
                  <a:pt x="259" y="199"/>
                </a:cubicBezTo>
                <a:cubicBezTo>
                  <a:pt x="255" y="195"/>
                  <a:pt x="255" y="188"/>
                  <a:pt x="259" y="184"/>
                </a:cubicBezTo>
                <a:cubicBezTo>
                  <a:pt x="273" y="170"/>
                  <a:pt x="273" y="170"/>
                  <a:pt x="273" y="170"/>
                </a:cubicBezTo>
                <a:cubicBezTo>
                  <a:pt x="267" y="166"/>
                  <a:pt x="260" y="163"/>
                  <a:pt x="256" y="160"/>
                </a:cubicBezTo>
                <a:cubicBezTo>
                  <a:pt x="245" y="165"/>
                  <a:pt x="224" y="177"/>
                  <a:pt x="224" y="192"/>
                </a:cubicBezTo>
                <a:cubicBezTo>
                  <a:pt x="224" y="208"/>
                  <a:pt x="234" y="219"/>
                  <a:pt x="238" y="224"/>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30" y="362"/>
                </a:moveTo>
                <a:cubicBezTo>
                  <a:pt x="330" y="356"/>
                  <a:pt x="326" y="352"/>
                  <a:pt x="320" y="352"/>
                </a:cubicBezTo>
                <a:cubicBezTo>
                  <a:pt x="317" y="352"/>
                  <a:pt x="317" y="352"/>
                  <a:pt x="317" y="352"/>
                </a:cubicBezTo>
                <a:cubicBezTo>
                  <a:pt x="289" y="238"/>
                  <a:pt x="289" y="238"/>
                  <a:pt x="289" y="238"/>
                </a:cubicBezTo>
                <a:cubicBezTo>
                  <a:pt x="297" y="231"/>
                  <a:pt x="309" y="215"/>
                  <a:pt x="309" y="192"/>
                </a:cubicBezTo>
                <a:cubicBezTo>
                  <a:pt x="309" y="172"/>
                  <a:pt x="293" y="158"/>
                  <a:pt x="279" y="149"/>
                </a:cubicBezTo>
                <a:cubicBezTo>
                  <a:pt x="284" y="143"/>
                  <a:pt x="288" y="136"/>
                  <a:pt x="288" y="128"/>
                </a:cubicBezTo>
                <a:cubicBezTo>
                  <a:pt x="288" y="110"/>
                  <a:pt x="273" y="96"/>
                  <a:pt x="256" y="96"/>
                </a:cubicBezTo>
                <a:cubicBezTo>
                  <a:pt x="238" y="96"/>
                  <a:pt x="224" y="110"/>
                  <a:pt x="224" y="128"/>
                </a:cubicBezTo>
                <a:cubicBezTo>
                  <a:pt x="224" y="136"/>
                  <a:pt x="227" y="143"/>
                  <a:pt x="232" y="149"/>
                </a:cubicBezTo>
                <a:cubicBezTo>
                  <a:pt x="218" y="158"/>
                  <a:pt x="202" y="172"/>
                  <a:pt x="202" y="192"/>
                </a:cubicBezTo>
                <a:cubicBezTo>
                  <a:pt x="202" y="215"/>
                  <a:pt x="215" y="231"/>
                  <a:pt x="222" y="238"/>
                </a:cubicBezTo>
                <a:cubicBezTo>
                  <a:pt x="194" y="352"/>
                  <a:pt x="194" y="352"/>
                  <a:pt x="194" y="352"/>
                </a:cubicBezTo>
                <a:cubicBezTo>
                  <a:pt x="192" y="352"/>
                  <a:pt x="192" y="352"/>
                  <a:pt x="192" y="352"/>
                </a:cubicBezTo>
                <a:cubicBezTo>
                  <a:pt x="186" y="352"/>
                  <a:pt x="181" y="356"/>
                  <a:pt x="181" y="362"/>
                </a:cubicBezTo>
                <a:cubicBezTo>
                  <a:pt x="181" y="405"/>
                  <a:pt x="181" y="405"/>
                  <a:pt x="181" y="405"/>
                </a:cubicBezTo>
                <a:cubicBezTo>
                  <a:pt x="181" y="411"/>
                  <a:pt x="186" y="416"/>
                  <a:pt x="192" y="416"/>
                </a:cubicBezTo>
                <a:cubicBezTo>
                  <a:pt x="320" y="416"/>
                  <a:pt x="320" y="416"/>
                  <a:pt x="320" y="416"/>
                </a:cubicBezTo>
                <a:cubicBezTo>
                  <a:pt x="326" y="416"/>
                  <a:pt x="330" y="411"/>
                  <a:pt x="330" y="405"/>
                </a:cubicBezTo>
                <a:lnTo>
                  <a:pt x="330" y="362"/>
                </a:lnTo>
                <a:close/>
                <a:moveTo>
                  <a:pt x="202" y="394"/>
                </a:moveTo>
                <a:cubicBezTo>
                  <a:pt x="309" y="394"/>
                  <a:pt x="309" y="394"/>
                  <a:pt x="309" y="394"/>
                </a:cubicBezTo>
                <a:cubicBezTo>
                  <a:pt x="309" y="373"/>
                  <a:pt x="309" y="373"/>
                  <a:pt x="309" y="373"/>
                </a:cubicBezTo>
                <a:cubicBezTo>
                  <a:pt x="202" y="373"/>
                  <a:pt x="202" y="373"/>
                  <a:pt x="202" y="373"/>
                </a:cubicBezTo>
                <a:lnTo>
                  <a:pt x="202" y="394"/>
                </a:lnTo>
                <a:close/>
              </a:path>
            </a:pathLst>
          </a:custGeom>
          <a:solidFill>
            <a:srgbClr val="046A38"/>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ea typeface="+mn-ea"/>
              <a:cs typeface="+mn-cs"/>
            </a:endParaRPr>
          </a:p>
        </p:txBody>
      </p:sp>
      <p:sp>
        <p:nvSpPr>
          <p:cNvPr id="13" name="Rectangle 12">
            <a:extLst>
              <a:ext uri="{FF2B5EF4-FFF2-40B4-BE49-F238E27FC236}">
                <a16:creationId xmlns:a16="http://schemas.microsoft.com/office/drawing/2014/main" id="{90479C9F-B333-4710-A785-6FD628F4EE7D}"/>
              </a:ext>
            </a:extLst>
          </p:cNvPr>
          <p:cNvSpPr/>
          <p:nvPr/>
        </p:nvSpPr>
        <p:spPr>
          <a:xfrm>
            <a:off x="1649910" y="2224761"/>
            <a:ext cx="9989382" cy="109260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srgbClr val="046A38"/>
                </a:solidFill>
                <a:effectLst/>
                <a:uLnTx/>
                <a:uFillTx/>
                <a:ea typeface="+mn-ea"/>
                <a:cs typeface="+mn-cs"/>
              </a:rPr>
              <a:t>What the report covers</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200" dirty="0">
                <a:solidFill>
                  <a:srgbClr val="000000"/>
                </a:solidFill>
              </a:rPr>
              <a:t>Project objectives and work plan</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i="0" u="none" strike="noStrike" kern="1200" cap="none" spc="0" normalizeH="0" baseline="0" noProof="0" dirty="0">
                <a:ln>
                  <a:noFill/>
                </a:ln>
                <a:solidFill>
                  <a:srgbClr val="000000"/>
                </a:solidFill>
                <a:effectLst/>
                <a:uLnTx/>
                <a:uFillTx/>
                <a:ea typeface="+mn-ea"/>
                <a:cs typeface="+mn-cs"/>
              </a:rPr>
              <a:t>Activities performed during kick-off phase and </a:t>
            </a:r>
            <a:r>
              <a:rPr lang="en-US" sz="1200" dirty="0">
                <a:solidFill>
                  <a:srgbClr val="000000"/>
                </a:solidFill>
              </a:rPr>
              <a:t>P</a:t>
            </a:r>
            <a:r>
              <a:rPr kumimoji="0" lang="en-US" sz="1200" i="0" u="none" strike="noStrike" kern="1200" cap="none" spc="0" normalizeH="0" baseline="0" noProof="0" dirty="0" err="1">
                <a:ln>
                  <a:noFill/>
                </a:ln>
                <a:solidFill>
                  <a:srgbClr val="000000"/>
                </a:solidFill>
                <a:effectLst/>
                <a:uLnTx/>
                <a:uFillTx/>
                <a:ea typeface="+mn-ea"/>
                <a:cs typeface="+mn-cs"/>
              </a:rPr>
              <a:t>reliminary</a:t>
            </a:r>
            <a:r>
              <a:rPr kumimoji="0" lang="en-US" sz="1200" i="0" u="none" strike="noStrike" kern="1200" cap="none" spc="0" normalizeH="0" baseline="0" noProof="0" dirty="0">
                <a:ln>
                  <a:noFill/>
                </a:ln>
                <a:solidFill>
                  <a:srgbClr val="000000"/>
                </a:solidFill>
                <a:effectLst/>
                <a:uLnTx/>
                <a:uFillTx/>
                <a:ea typeface="+mn-ea"/>
                <a:cs typeface="+mn-cs"/>
              </a:rPr>
              <a:t> insights derived from kick-off discussions</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200" dirty="0">
                <a:solidFill>
                  <a:srgbClr val="000000"/>
                </a:solidFill>
              </a:rPr>
              <a:t>Preliminary information requirement list</a:t>
            </a:r>
            <a:endParaRPr kumimoji="0" lang="en-US" sz="1200" i="0" u="none" strike="noStrike" kern="1200" cap="none" spc="0" normalizeH="0" baseline="0" noProof="0" dirty="0">
              <a:ln>
                <a:noFill/>
              </a:ln>
              <a:solidFill>
                <a:srgbClr val="000000"/>
              </a:solidFill>
              <a:effectLst/>
              <a:uLnTx/>
              <a:uFillTx/>
              <a:ea typeface="+mn-ea"/>
              <a:cs typeface="+mn-cs"/>
            </a:endParaRPr>
          </a:p>
        </p:txBody>
      </p:sp>
      <p:grpSp>
        <p:nvGrpSpPr>
          <p:cNvPr id="14" name="Group 13">
            <a:extLst>
              <a:ext uri="{FF2B5EF4-FFF2-40B4-BE49-F238E27FC236}">
                <a16:creationId xmlns:a16="http://schemas.microsoft.com/office/drawing/2014/main" id="{2F7A30B4-2995-49AF-B303-5E1C448B953F}"/>
              </a:ext>
            </a:extLst>
          </p:cNvPr>
          <p:cNvGrpSpPr/>
          <p:nvPr/>
        </p:nvGrpSpPr>
        <p:grpSpPr>
          <a:xfrm>
            <a:off x="497767" y="3590328"/>
            <a:ext cx="787162" cy="787162"/>
            <a:chOff x="5548829" y="3384543"/>
            <a:chExt cx="919874" cy="919874"/>
          </a:xfrm>
        </p:grpSpPr>
        <p:sp>
          <p:nvSpPr>
            <p:cNvPr id="15" name="Oval 14">
              <a:extLst>
                <a:ext uri="{FF2B5EF4-FFF2-40B4-BE49-F238E27FC236}">
                  <a16:creationId xmlns:a16="http://schemas.microsoft.com/office/drawing/2014/main" id="{EE6B0291-2B7F-4AFE-A8D0-AB401BACC6F2}"/>
                </a:ext>
              </a:extLst>
            </p:cNvPr>
            <p:cNvSpPr/>
            <p:nvPr/>
          </p:nvSpPr>
          <p:spPr bwMode="gray">
            <a:xfrm>
              <a:off x="5548829" y="3384543"/>
              <a:ext cx="919874" cy="919874"/>
            </a:xfrm>
            <a:prstGeom prst="ellipse">
              <a:avLst/>
            </a:prstGeom>
            <a:noFill/>
            <a:ln w="22225" algn="ctr">
              <a:solidFill>
                <a:schemeClr val="tx1">
                  <a:lumMod val="50000"/>
                  <a:lumOff val="50000"/>
                </a:schemeClr>
              </a:solidFill>
              <a:prstDash val="sysDot"/>
              <a:miter lim="800000"/>
              <a:headEnd/>
              <a:tailEnd/>
            </a:ln>
          </p:spPr>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1200" cap="none" spc="0" normalizeH="0" baseline="0" noProof="0" dirty="0">
                <a:ln>
                  <a:noFill/>
                </a:ln>
                <a:solidFill>
                  <a:prstClr val="white"/>
                </a:solidFill>
                <a:effectLst/>
                <a:uLnTx/>
                <a:uFillTx/>
                <a:ea typeface="+mn-ea"/>
                <a:cs typeface="+mn-cs"/>
              </a:endParaRPr>
            </a:p>
          </p:txBody>
        </p:sp>
        <p:sp>
          <p:nvSpPr>
            <p:cNvPr id="16" name="Freeform 375">
              <a:extLst>
                <a:ext uri="{FF2B5EF4-FFF2-40B4-BE49-F238E27FC236}">
                  <a16:creationId xmlns:a16="http://schemas.microsoft.com/office/drawing/2014/main" id="{DCC09819-DFA1-46A7-9C2C-9F6E2099A41D}"/>
                </a:ext>
              </a:extLst>
            </p:cNvPr>
            <p:cNvSpPr>
              <a:spLocks noChangeAspect="1" noEditPoints="1"/>
            </p:cNvSpPr>
            <p:nvPr/>
          </p:nvSpPr>
          <p:spPr bwMode="auto">
            <a:xfrm>
              <a:off x="5611002" y="3446716"/>
              <a:ext cx="795528" cy="795528"/>
            </a:xfrm>
            <a:custGeom>
              <a:avLst/>
              <a:gdLst>
                <a:gd name="T0" fmla="*/ 297 w 512"/>
                <a:gd name="T1" fmla="*/ 213 h 512"/>
                <a:gd name="T2" fmla="*/ 382 w 512"/>
                <a:gd name="T3" fmla="*/ 221 h 512"/>
                <a:gd name="T4" fmla="*/ 323 w 512"/>
                <a:gd name="T5" fmla="*/ 280 h 512"/>
                <a:gd name="T6" fmla="*/ 320 w 512"/>
                <a:gd name="T7" fmla="*/ 290 h 512"/>
                <a:gd name="T8" fmla="*/ 337 w 512"/>
                <a:gd name="T9" fmla="*/ 374 h 512"/>
                <a:gd name="T10" fmla="*/ 261 w 512"/>
                <a:gd name="T11" fmla="*/ 332 h 512"/>
                <a:gd name="T12" fmla="*/ 256 w 512"/>
                <a:gd name="T13" fmla="*/ 330 h 512"/>
                <a:gd name="T14" fmla="*/ 250 w 512"/>
                <a:gd name="T15" fmla="*/ 332 h 512"/>
                <a:gd name="T16" fmla="*/ 175 w 512"/>
                <a:gd name="T17" fmla="*/ 374 h 512"/>
                <a:gd name="T18" fmla="*/ 191 w 512"/>
                <a:gd name="T19" fmla="*/ 290 h 512"/>
                <a:gd name="T20" fmla="*/ 189 w 512"/>
                <a:gd name="T21" fmla="*/ 280 h 512"/>
                <a:gd name="T22" fmla="*/ 130 w 512"/>
                <a:gd name="T23" fmla="*/ 221 h 512"/>
                <a:gd name="T24" fmla="*/ 214 w 512"/>
                <a:gd name="T25" fmla="*/ 213 h 512"/>
                <a:gd name="T26" fmla="*/ 223 w 512"/>
                <a:gd name="T27" fmla="*/ 207 h 512"/>
                <a:gd name="T28" fmla="*/ 256 w 512"/>
                <a:gd name="T29" fmla="*/ 133 h 512"/>
                <a:gd name="T30" fmla="*/ 289 w 512"/>
                <a:gd name="T31" fmla="*/ 207 h 512"/>
                <a:gd name="T32" fmla="*/ 297 w 512"/>
                <a:gd name="T33" fmla="*/ 213 h 512"/>
                <a:gd name="T34" fmla="*/ 512 w 512"/>
                <a:gd name="T35" fmla="*/ 256 h 512"/>
                <a:gd name="T36" fmla="*/ 256 w 512"/>
                <a:gd name="T37" fmla="*/ 512 h 512"/>
                <a:gd name="T38" fmla="*/ 0 w 512"/>
                <a:gd name="T39" fmla="*/ 256 h 512"/>
                <a:gd name="T40" fmla="*/ 256 w 512"/>
                <a:gd name="T41" fmla="*/ 0 h 512"/>
                <a:gd name="T42" fmla="*/ 512 w 512"/>
                <a:gd name="T43" fmla="*/ 256 h 512"/>
                <a:gd name="T44" fmla="*/ 415 w 512"/>
                <a:gd name="T45" fmla="*/ 209 h 512"/>
                <a:gd name="T46" fmla="*/ 406 w 512"/>
                <a:gd name="T47" fmla="*/ 202 h 512"/>
                <a:gd name="T48" fmla="*/ 306 w 512"/>
                <a:gd name="T49" fmla="*/ 192 h 512"/>
                <a:gd name="T50" fmla="*/ 265 w 512"/>
                <a:gd name="T51" fmla="*/ 102 h 512"/>
                <a:gd name="T52" fmla="*/ 256 w 512"/>
                <a:gd name="T53" fmla="*/ 96 h 512"/>
                <a:gd name="T54" fmla="*/ 246 w 512"/>
                <a:gd name="T55" fmla="*/ 102 h 512"/>
                <a:gd name="T56" fmla="*/ 206 w 512"/>
                <a:gd name="T57" fmla="*/ 192 h 512"/>
                <a:gd name="T58" fmla="*/ 105 w 512"/>
                <a:gd name="T59" fmla="*/ 202 h 512"/>
                <a:gd name="T60" fmla="*/ 96 w 512"/>
                <a:gd name="T61" fmla="*/ 209 h 512"/>
                <a:gd name="T62" fmla="*/ 99 w 512"/>
                <a:gd name="T63" fmla="*/ 221 h 512"/>
                <a:gd name="T64" fmla="*/ 169 w 512"/>
                <a:gd name="T65" fmla="*/ 291 h 512"/>
                <a:gd name="T66" fmla="*/ 149 w 512"/>
                <a:gd name="T67" fmla="*/ 392 h 512"/>
                <a:gd name="T68" fmla="*/ 153 w 512"/>
                <a:gd name="T69" fmla="*/ 403 h 512"/>
                <a:gd name="T70" fmla="*/ 165 w 512"/>
                <a:gd name="T71" fmla="*/ 404 h 512"/>
                <a:gd name="T72" fmla="*/ 256 w 512"/>
                <a:gd name="T73" fmla="*/ 353 h 512"/>
                <a:gd name="T74" fmla="*/ 346 w 512"/>
                <a:gd name="T75" fmla="*/ 404 h 512"/>
                <a:gd name="T76" fmla="*/ 352 w 512"/>
                <a:gd name="T77" fmla="*/ 405 h 512"/>
                <a:gd name="T78" fmla="*/ 358 w 512"/>
                <a:gd name="T79" fmla="*/ 403 h 512"/>
                <a:gd name="T80" fmla="*/ 362 w 512"/>
                <a:gd name="T81" fmla="*/ 392 h 512"/>
                <a:gd name="T82" fmla="*/ 342 w 512"/>
                <a:gd name="T83" fmla="*/ 291 h 512"/>
                <a:gd name="T84" fmla="*/ 413 w 512"/>
                <a:gd name="T85" fmla="*/ 221 h 512"/>
                <a:gd name="T86" fmla="*/ 415 w 512"/>
                <a:gd name="T87" fmla="*/ 2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2" h="512">
                  <a:moveTo>
                    <a:pt x="297" y="213"/>
                  </a:moveTo>
                  <a:cubicBezTo>
                    <a:pt x="382" y="221"/>
                    <a:pt x="382" y="221"/>
                    <a:pt x="382" y="221"/>
                  </a:cubicBezTo>
                  <a:cubicBezTo>
                    <a:pt x="323" y="280"/>
                    <a:pt x="323" y="280"/>
                    <a:pt x="323" y="280"/>
                  </a:cubicBezTo>
                  <a:cubicBezTo>
                    <a:pt x="320" y="283"/>
                    <a:pt x="319" y="286"/>
                    <a:pt x="320" y="290"/>
                  </a:cubicBezTo>
                  <a:cubicBezTo>
                    <a:pt x="337" y="374"/>
                    <a:pt x="337" y="374"/>
                    <a:pt x="337" y="374"/>
                  </a:cubicBezTo>
                  <a:cubicBezTo>
                    <a:pt x="261" y="332"/>
                    <a:pt x="261" y="332"/>
                    <a:pt x="261" y="332"/>
                  </a:cubicBezTo>
                  <a:cubicBezTo>
                    <a:pt x="259" y="331"/>
                    <a:pt x="257" y="330"/>
                    <a:pt x="256" y="330"/>
                  </a:cubicBezTo>
                  <a:cubicBezTo>
                    <a:pt x="254" y="330"/>
                    <a:pt x="252" y="331"/>
                    <a:pt x="250" y="332"/>
                  </a:cubicBezTo>
                  <a:cubicBezTo>
                    <a:pt x="175" y="374"/>
                    <a:pt x="175" y="374"/>
                    <a:pt x="175" y="374"/>
                  </a:cubicBezTo>
                  <a:cubicBezTo>
                    <a:pt x="191" y="290"/>
                    <a:pt x="191" y="290"/>
                    <a:pt x="191" y="290"/>
                  </a:cubicBezTo>
                  <a:cubicBezTo>
                    <a:pt x="192" y="286"/>
                    <a:pt x="191" y="283"/>
                    <a:pt x="189" y="280"/>
                  </a:cubicBezTo>
                  <a:cubicBezTo>
                    <a:pt x="130" y="221"/>
                    <a:pt x="130" y="221"/>
                    <a:pt x="130" y="221"/>
                  </a:cubicBezTo>
                  <a:cubicBezTo>
                    <a:pt x="214" y="213"/>
                    <a:pt x="214" y="213"/>
                    <a:pt x="214" y="213"/>
                  </a:cubicBezTo>
                  <a:cubicBezTo>
                    <a:pt x="218" y="213"/>
                    <a:pt x="221" y="210"/>
                    <a:pt x="223" y="207"/>
                  </a:cubicBezTo>
                  <a:cubicBezTo>
                    <a:pt x="256" y="133"/>
                    <a:pt x="256" y="133"/>
                    <a:pt x="256" y="133"/>
                  </a:cubicBezTo>
                  <a:cubicBezTo>
                    <a:pt x="289" y="207"/>
                    <a:pt x="289" y="207"/>
                    <a:pt x="289" y="207"/>
                  </a:cubicBezTo>
                  <a:cubicBezTo>
                    <a:pt x="290" y="210"/>
                    <a:pt x="293" y="213"/>
                    <a:pt x="297"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5" y="209"/>
                  </a:moveTo>
                  <a:cubicBezTo>
                    <a:pt x="414" y="206"/>
                    <a:pt x="410" y="203"/>
                    <a:pt x="406" y="202"/>
                  </a:cubicBezTo>
                  <a:cubicBezTo>
                    <a:pt x="306" y="192"/>
                    <a:pt x="306" y="192"/>
                    <a:pt x="306" y="192"/>
                  </a:cubicBezTo>
                  <a:cubicBezTo>
                    <a:pt x="265" y="102"/>
                    <a:pt x="265" y="102"/>
                    <a:pt x="265" y="102"/>
                  </a:cubicBezTo>
                  <a:cubicBezTo>
                    <a:pt x="264" y="98"/>
                    <a:pt x="260" y="96"/>
                    <a:pt x="256" y="96"/>
                  </a:cubicBezTo>
                  <a:cubicBezTo>
                    <a:pt x="251" y="96"/>
                    <a:pt x="248" y="98"/>
                    <a:pt x="246" y="102"/>
                  </a:cubicBezTo>
                  <a:cubicBezTo>
                    <a:pt x="206" y="192"/>
                    <a:pt x="206" y="192"/>
                    <a:pt x="206" y="192"/>
                  </a:cubicBezTo>
                  <a:cubicBezTo>
                    <a:pt x="105" y="202"/>
                    <a:pt x="105" y="202"/>
                    <a:pt x="105" y="202"/>
                  </a:cubicBezTo>
                  <a:cubicBezTo>
                    <a:pt x="101" y="203"/>
                    <a:pt x="98" y="206"/>
                    <a:pt x="96" y="209"/>
                  </a:cubicBezTo>
                  <a:cubicBezTo>
                    <a:pt x="95" y="213"/>
                    <a:pt x="96" y="218"/>
                    <a:pt x="99" y="221"/>
                  </a:cubicBezTo>
                  <a:cubicBezTo>
                    <a:pt x="169" y="291"/>
                    <a:pt x="169" y="291"/>
                    <a:pt x="169" y="291"/>
                  </a:cubicBezTo>
                  <a:cubicBezTo>
                    <a:pt x="149" y="392"/>
                    <a:pt x="149" y="392"/>
                    <a:pt x="149" y="392"/>
                  </a:cubicBezTo>
                  <a:cubicBezTo>
                    <a:pt x="148" y="396"/>
                    <a:pt x="150" y="401"/>
                    <a:pt x="153" y="403"/>
                  </a:cubicBezTo>
                  <a:cubicBezTo>
                    <a:pt x="157" y="405"/>
                    <a:pt x="161" y="406"/>
                    <a:pt x="165" y="404"/>
                  </a:cubicBezTo>
                  <a:cubicBezTo>
                    <a:pt x="256" y="353"/>
                    <a:pt x="256" y="353"/>
                    <a:pt x="256" y="353"/>
                  </a:cubicBezTo>
                  <a:cubicBezTo>
                    <a:pt x="346" y="404"/>
                    <a:pt x="346" y="404"/>
                    <a:pt x="346" y="404"/>
                  </a:cubicBezTo>
                  <a:cubicBezTo>
                    <a:pt x="348" y="405"/>
                    <a:pt x="350" y="405"/>
                    <a:pt x="352" y="405"/>
                  </a:cubicBezTo>
                  <a:cubicBezTo>
                    <a:pt x="354" y="405"/>
                    <a:pt x="356" y="404"/>
                    <a:pt x="358" y="403"/>
                  </a:cubicBezTo>
                  <a:cubicBezTo>
                    <a:pt x="361" y="401"/>
                    <a:pt x="363" y="396"/>
                    <a:pt x="362" y="392"/>
                  </a:cubicBezTo>
                  <a:cubicBezTo>
                    <a:pt x="342" y="291"/>
                    <a:pt x="342" y="291"/>
                    <a:pt x="342" y="291"/>
                  </a:cubicBezTo>
                  <a:cubicBezTo>
                    <a:pt x="413" y="221"/>
                    <a:pt x="413" y="221"/>
                    <a:pt x="413" y="221"/>
                  </a:cubicBezTo>
                  <a:cubicBezTo>
                    <a:pt x="415" y="218"/>
                    <a:pt x="416" y="213"/>
                    <a:pt x="415" y="209"/>
                  </a:cubicBezTo>
                  <a:close/>
                </a:path>
              </a:pathLst>
            </a:custGeom>
            <a:solidFill>
              <a:srgbClr val="041E4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ea typeface="+mn-ea"/>
                <a:cs typeface="+mn-cs"/>
              </a:endParaRPr>
            </a:p>
          </p:txBody>
        </p:sp>
      </p:grpSp>
      <p:sp>
        <p:nvSpPr>
          <p:cNvPr id="17" name="Rectangle 16">
            <a:extLst>
              <a:ext uri="{FF2B5EF4-FFF2-40B4-BE49-F238E27FC236}">
                <a16:creationId xmlns:a16="http://schemas.microsoft.com/office/drawing/2014/main" id="{EC1EC60C-204C-4E34-9929-65F4B04AFE50}"/>
              </a:ext>
            </a:extLst>
          </p:cNvPr>
          <p:cNvSpPr/>
          <p:nvPr/>
        </p:nvSpPr>
        <p:spPr>
          <a:xfrm>
            <a:off x="1649910" y="3653941"/>
            <a:ext cx="9989382" cy="83099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srgbClr val="012169"/>
                </a:solidFill>
                <a:effectLst/>
                <a:uLnTx/>
                <a:uFillTx/>
                <a:ea typeface="+mn-ea"/>
                <a:cs typeface="+mn-cs"/>
              </a:rPr>
              <a:t>What the report is not intended to cover</a:t>
            </a:r>
          </a:p>
          <a:p>
            <a:pPr marL="285750" indent="-285750">
              <a:spcAft>
                <a:spcPts val="600"/>
              </a:spcAft>
              <a:buFont typeface="Arial" panose="020B0604020202020204" pitchFamily="34" charset="0"/>
              <a:buChar char="•"/>
              <a:defRPr/>
            </a:pPr>
            <a:r>
              <a:rPr lang="en-US" sz="1200" dirty="0">
                <a:solidFill>
                  <a:prstClr val="black"/>
                </a:solidFill>
              </a:rPr>
              <a:t>As-is analysis of the utilities</a:t>
            </a:r>
          </a:p>
          <a:p>
            <a:pPr marL="285750" indent="-285750">
              <a:spcAft>
                <a:spcPts val="600"/>
              </a:spcAft>
              <a:buFont typeface="Arial" panose="020B0604020202020204" pitchFamily="34" charset="0"/>
              <a:buChar char="•"/>
              <a:defRPr/>
            </a:pPr>
            <a:r>
              <a:rPr lang="en-US" sz="1200" dirty="0">
                <a:solidFill>
                  <a:prstClr val="black"/>
                </a:solidFill>
              </a:rPr>
              <a:t>Any recommendation on way forward / action plan</a:t>
            </a:r>
          </a:p>
        </p:txBody>
      </p:sp>
      <p:grpSp>
        <p:nvGrpSpPr>
          <p:cNvPr id="18" name="Group 17">
            <a:extLst>
              <a:ext uri="{FF2B5EF4-FFF2-40B4-BE49-F238E27FC236}">
                <a16:creationId xmlns:a16="http://schemas.microsoft.com/office/drawing/2014/main" id="{9559B6E7-6867-4762-AB02-8DCCABBF044C}"/>
              </a:ext>
            </a:extLst>
          </p:cNvPr>
          <p:cNvGrpSpPr/>
          <p:nvPr/>
        </p:nvGrpSpPr>
        <p:grpSpPr>
          <a:xfrm>
            <a:off x="501650" y="4775305"/>
            <a:ext cx="789051" cy="789051"/>
            <a:chOff x="5201202" y="5097900"/>
            <a:chExt cx="919874" cy="919874"/>
          </a:xfrm>
        </p:grpSpPr>
        <p:sp>
          <p:nvSpPr>
            <p:cNvPr id="19" name="Oval 18">
              <a:extLst>
                <a:ext uri="{FF2B5EF4-FFF2-40B4-BE49-F238E27FC236}">
                  <a16:creationId xmlns:a16="http://schemas.microsoft.com/office/drawing/2014/main" id="{755129A6-5D89-4179-BC3E-99F88237F21A}"/>
                </a:ext>
              </a:extLst>
            </p:cNvPr>
            <p:cNvSpPr/>
            <p:nvPr/>
          </p:nvSpPr>
          <p:spPr bwMode="gray">
            <a:xfrm>
              <a:off x="5201202" y="5097900"/>
              <a:ext cx="919874" cy="919874"/>
            </a:xfrm>
            <a:prstGeom prst="ellipse">
              <a:avLst/>
            </a:prstGeom>
            <a:noFill/>
            <a:ln w="22225" algn="ctr">
              <a:solidFill>
                <a:schemeClr val="tx1">
                  <a:lumMod val="50000"/>
                  <a:lumOff val="50000"/>
                </a:schemeClr>
              </a:solidFill>
              <a:prstDash val="sysDot"/>
              <a:miter lim="800000"/>
              <a:headEnd/>
              <a:tailEnd/>
            </a:ln>
          </p:spPr>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1200" cap="none" spc="0" normalizeH="0" baseline="0" noProof="0" dirty="0">
                <a:ln>
                  <a:noFill/>
                </a:ln>
                <a:solidFill>
                  <a:prstClr val="white"/>
                </a:solidFill>
                <a:effectLst/>
                <a:uLnTx/>
                <a:uFillTx/>
                <a:ea typeface="+mn-ea"/>
                <a:cs typeface="+mn-cs"/>
              </a:endParaRPr>
            </a:p>
          </p:txBody>
        </p:sp>
        <p:sp>
          <p:nvSpPr>
            <p:cNvPr id="20" name="Freeform 627">
              <a:extLst>
                <a:ext uri="{FF2B5EF4-FFF2-40B4-BE49-F238E27FC236}">
                  <a16:creationId xmlns:a16="http://schemas.microsoft.com/office/drawing/2014/main" id="{51EB6E06-D433-49CC-98D7-7B904C1999CC}"/>
                </a:ext>
              </a:extLst>
            </p:cNvPr>
            <p:cNvSpPr>
              <a:spLocks noChangeAspect="1" noEditPoints="1"/>
            </p:cNvSpPr>
            <p:nvPr/>
          </p:nvSpPr>
          <p:spPr bwMode="auto">
            <a:xfrm>
              <a:off x="5263375" y="5160073"/>
              <a:ext cx="795528" cy="795528"/>
            </a:xfrm>
            <a:custGeom>
              <a:avLst/>
              <a:gdLst>
                <a:gd name="T0" fmla="*/ 330 w 512"/>
                <a:gd name="T1" fmla="*/ 245 h 512"/>
                <a:gd name="T2" fmla="*/ 181 w 512"/>
                <a:gd name="T3" fmla="*/ 245 h 512"/>
                <a:gd name="T4" fmla="*/ 181 w 512"/>
                <a:gd name="T5" fmla="*/ 192 h 512"/>
                <a:gd name="T6" fmla="*/ 256 w 512"/>
                <a:gd name="T7" fmla="*/ 117 h 512"/>
                <a:gd name="T8" fmla="*/ 330 w 512"/>
                <a:gd name="T9" fmla="*/ 192 h 512"/>
                <a:gd name="T10" fmla="*/ 330 w 512"/>
                <a:gd name="T11" fmla="*/ 245 h 512"/>
                <a:gd name="T12" fmla="*/ 160 w 512"/>
                <a:gd name="T13" fmla="*/ 394 h 512"/>
                <a:gd name="T14" fmla="*/ 352 w 512"/>
                <a:gd name="T15" fmla="*/ 394 h 512"/>
                <a:gd name="T16" fmla="*/ 352 w 512"/>
                <a:gd name="T17" fmla="*/ 266 h 512"/>
                <a:gd name="T18" fmla="*/ 160 w 512"/>
                <a:gd name="T19" fmla="*/ 266 h 512"/>
                <a:gd name="T20" fmla="*/ 160 w 512"/>
                <a:gd name="T21" fmla="*/ 394 h 512"/>
                <a:gd name="T22" fmla="*/ 512 w 512"/>
                <a:gd name="T23" fmla="*/ 256 h 512"/>
                <a:gd name="T24" fmla="*/ 256 w 512"/>
                <a:gd name="T25" fmla="*/ 512 h 512"/>
                <a:gd name="T26" fmla="*/ 0 w 512"/>
                <a:gd name="T27" fmla="*/ 256 h 512"/>
                <a:gd name="T28" fmla="*/ 256 w 512"/>
                <a:gd name="T29" fmla="*/ 0 h 512"/>
                <a:gd name="T30" fmla="*/ 512 w 512"/>
                <a:gd name="T31" fmla="*/ 256 h 512"/>
                <a:gd name="T32" fmla="*/ 373 w 512"/>
                <a:gd name="T33" fmla="*/ 256 h 512"/>
                <a:gd name="T34" fmla="*/ 362 w 512"/>
                <a:gd name="T35" fmla="*/ 245 h 512"/>
                <a:gd name="T36" fmla="*/ 352 w 512"/>
                <a:gd name="T37" fmla="*/ 245 h 512"/>
                <a:gd name="T38" fmla="*/ 352 w 512"/>
                <a:gd name="T39" fmla="*/ 192 h 512"/>
                <a:gd name="T40" fmla="*/ 256 w 512"/>
                <a:gd name="T41" fmla="*/ 96 h 512"/>
                <a:gd name="T42" fmla="*/ 160 w 512"/>
                <a:gd name="T43" fmla="*/ 192 h 512"/>
                <a:gd name="T44" fmla="*/ 160 w 512"/>
                <a:gd name="T45" fmla="*/ 245 h 512"/>
                <a:gd name="T46" fmla="*/ 149 w 512"/>
                <a:gd name="T47" fmla="*/ 245 h 512"/>
                <a:gd name="T48" fmla="*/ 138 w 512"/>
                <a:gd name="T49" fmla="*/ 256 h 512"/>
                <a:gd name="T50" fmla="*/ 138 w 512"/>
                <a:gd name="T51" fmla="*/ 405 h 512"/>
                <a:gd name="T52" fmla="*/ 149 w 512"/>
                <a:gd name="T53" fmla="*/ 416 h 512"/>
                <a:gd name="T54" fmla="*/ 362 w 512"/>
                <a:gd name="T55" fmla="*/ 416 h 512"/>
                <a:gd name="T56" fmla="*/ 373 w 512"/>
                <a:gd name="T57" fmla="*/ 405 h 512"/>
                <a:gd name="T58" fmla="*/ 373 w 512"/>
                <a:gd name="T59" fmla="*/ 25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330" y="245"/>
                  </a:moveTo>
                  <a:cubicBezTo>
                    <a:pt x="181" y="245"/>
                    <a:pt x="181" y="245"/>
                    <a:pt x="181" y="245"/>
                  </a:cubicBezTo>
                  <a:cubicBezTo>
                    <a:pt x="181" y="192"/>
                    <a:pt x="181" y="192"/>
                    <a:pt x="181" y="192"/>
                  </a:cubicBezTo>
                  <a:cubicBezTo>
                    <a:pt x="181" y="150"/>
                    <a:pt x="214" y="117"/>
                    <a:pt x="256" y="117"/>
                  </a:cubicBezTo>
                  <a:cubicBezTo>
                    <a:pt x="297" y="117"/>
                    <a:pt x="330" y="150"/>
                    <a:pt x="330" y="192"/>
                  </a:cubicBezTo>
                  <a:lnTo>
                    <a:pt x="330" y="245"/>
                  </a:lnTo>
                  <a:close/>
                  <a:moveTo>
                    <a:pt x="160" y="394"/>
                  </a:moveTo>
                  <a:cubicBezTo>
                    <a:pt x="352" y="394"/>
                    <a:pt x="352" y="394"/>
                    <a:pt x="352" y="394"/>
                  </a:cubicBezTo>
                  <a:cubicBezTo>
                    <a:pt x="352" y="266"/>
                    <a:pt x="352" y="266"/>
                    <a:pt x="352" y="266"/>
                  </a:cubicBezTo>
                  <a:cubicBezTo>
                    <a:pt x="160" y="266"/>
                    <a:pt x="160" y="266"/>
                    <a:pt x="160" y="266"/>
                  </a:cubicBezTo>
                  <a:lnTo>
                    <a:pt x="160" y="394"/>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56"/>
                  </a:moveTo>
                  <a:cubicBezTo>
                    <a:pt x="373" y="250"/>
                    <a:pt x="368" y="245"/>
                    <a:pt x="362" y="245"/>
                  </a:cubicBezTo>
                  <a:cubicBezTo>
                    <a:pt x="352" y="245"/>
                    <a:pt x="352" y="245"/>
                    <a:pt x="352" y="245"/>
                  </a:cubicBezTo>
                  <a:cubicBezTo>
                    <a:pt x="352" y="192"/>
                    <a:pt x="352" y="192"/>
                    <a:pt x="352" y="192"/>
                  </a:cubicBezTo>
                  <a:cubicBezTo>
                    <a:pt x="352" y="139"/>
                    <a:pt x="309" y="96"/>
                    <a:pt x="256" y="96"/>
                  </a:cubicBezTo>
                  <a:cubicBezTo>
                    <a:pt x="203" y="96"/>
                    <a:pt x="160" y="139"/>
                    <a:pt x="160" y="192"/>
                  </a:cubicBezTo>
                  <a:cubicBezTo>
                    <a:pt x="160" y="245"/>
                    <a:pt x="160" y="245"/>
                    <a:pt x="160" y="245"/>
                  </a:cubicBezTo>
                  <a:cubicBezTo>
                    <a:pt x="149" y="245"/>
                    <a:pt x="149" y="245"/>
                    <a:pt x="149" y="245"/>
                  </a:cubicBezTo>
                  <a:cubicBezTo>
                    <a:pt x="143" y="245"/>
                    <a:pt x="138" y="250"/>
                    <a:pt x="138" y="256"/>
                  </a:cubicBezTo>
                  <a:cubicBezTo>
                    <a:pt x="138" y="405"/>
                    <a:pt x="138" y="405"/>
                    <a:pt x="138" y="405"/>
                  </a:cubicBezTo>
                  <a:cubicBezTo>
                    <a:pt x="138" y="411"/>
                    <a:pt x="143" y="416"/>
                    <a:pt x="149" y="416"/>
                  </a:cubicBezTo>
                  <a:cubicBezTo>
                    <a:pt x="362" y="416"/>
                    <a:pt x="362" y="416"/>
                    <a:pt x="362" y="416"/>
                  </a:cubicBezTo>
                  <a:cubicBezTo>
                    <a:pt x="368" y="416"/>
                    <a:pt x="373" y="411"/>
                    <a:pt x="373" y="405"/>
                  </a:cubicBezTo>
                  <a:lnTo>
                    <a:pt x="373" y="256"/>
                  </a:lnTo>
                  <a:close/>
                </a:path>
              </a:pathLst>
            </a:custGeom>
            <a:solidFill>
              <a:srgbClr val="2C5234"/>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ea typeface="+mn-ea"/>
                <a:cs typeface="+mn-cs"/>
              </a:endParaRPr>
            </a:p>
          </p:txBody>
        </p:sp>
      </p:grpSp>
      <p:sp>
        <p:nvSpPr>
          <p:cNvPr id="21" name="Rectangle 20">
            <a:extLst>
              <a:ext uri="{FF2B5EF4-FFF2-40B4-BE49-F238E27FC236}">
                <a16:creationId xmlns:a16="http://schemas.microsoft.com/office/drawing/2014/main" id="{70F5E016-7626-464A-9CBE-8E84DE1AB5D1}"/>
              </a:ext>
            </a:extLst>
          </p:cNvPr>
          <p:cNvSpPr/>
          <p:nvPr/>
        </p:nvSpPr>
        <p:spPr>
          <a:xfrm>
            <a:off x="1649910" y="4846815"/>
            <a:ext cx="9989382" cy="109260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srgbClr val="2C5234"/>
                </a:solidFill>
                <a:effectLst/>
                <a:uLnTx/>
                <a:uFillTx/>
                <a:ea typeface="+mn-ea"/>
                <a:cs typeface="+mn-cs"/>
              </a:rPr>
              <a:t>Way forward – Immediate next step</a:t>
            </a:r>
          </a:p>
          <a:p>
            <a:pPr marL="285750" marR="0" lvl="0" indent="-285750" fontAlgn="auto">
              <a:lnSpc>
                <a:spcPct val="100000"/>
              </a:lnSpc>
              <a:spcBef>
                <a:spcPts val="0"/>
              </a:spcBef>
              <a:spcAft>
                <a:spcPts val="600"/>
              </a:spcAft>
              <a:buClrTx/>
              <a:buSzTx/>
              <a:buFont typeface="Arial" panose="020B0604020202020204" pitchFamily="34" charset="0"/>
              <a:buChar char="•"/>
              <a:tabLst/>
              <a:defRPr/>
            </a:pPr>
            <a:r>
              <a:rPr lang="en-US" sz="1200" dirty="0">
                <a:solidFill>
                  <a:prstClr val="black"/>
                </a:solidFill>
              </a:rPr>
              <a:t>Analysis of historical operational and financial performances of utilities</a:t>
            </a:r>
          </a:p>
          <a:p>
            <a:pPr marL="285750" marR="0" lvl="0" indent="-285750" fontAlgn="auto">
              <a:lnSpc>
                <a:spcPct val="100000"/>
              </a:lnSpc>
              <a:spcBef>
                <a:spcPts val="0"/>
              </a:spcBef>
              <a:spcAft>
                <a:spcPts val="600"/>
              </a:spcAft>
              <a:buClrTx/>
              <a:buSzTx/>
              <a:buFont typeface="Arial" panose="020B0604020202020204" pitchFamily="34" charset="0"/>
              <a:buChar char="•"/>
              <a:tabLst/>
              <a:defRPr/>
            </a:pPr>
            <a:r>
              <a:rPr lang="en-US" sz="1200" dirty="0">
                <a:solidFill>
                  <a:prstClr val="black"/>
                </a:solidFill>
              </a:rPr>
              <a:t>Understanding the key challenges (along with underlying drivers) and priority areas upon consultation with utilities</a:t>
            </a:r>
          </a:p>
          <a:p>
            <a:pPr marL="285750" marR="0" lvl="0" indent="-285750" fontAlgn="auto">
              <a:lnSpc>
                <a:spcPct val="100000"/>
              </a:lnSpc>
              <a:spcBef>
                <a:spcPts val="0"/>
              </a:spcBef>
              <a:spcAft>
                <a:spcPts val="600"/>
              </a:spcAft>
              <a:buClrTx/>
              <a:buSzTx/>
              <a:buFont typeface="Arial" panose="020B0604020202020204" pitchFamily="34" charset="0"/>
              <a:buChar char="•"/>
              <a:tabLst/>
              <a:defRPr/>
            </a:pPr>
            <a:r>
              <a:rPr lang="en-US" sz="1200" dirty="0">
                <a:solidFill>
                  <a:prstClr val="black"/>
                </a:solidFill>
              </a:rPr>
              <a:t>Identification of areas of further improvements and Submission of as-is reports</a:t>
            </a:r>
          </a:p>
        </p:txBody>
      </p:sp>
    </p:spTree>
    <p:extLst>
      <p:ext uri="{BB962C8B-B14F-4D97-AF65-F5344CB8AC3E}">
        <p14:creationId xmlns:p14="http://schemas.microsoft.com/office/powerpoint/2010/main" val="1483210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72393"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415473" y="3145795"/>
            <a:ext cx="11252200" cy="692151"/>
          </a:xfrm>
        </p:spPr>
        <p:txBody>
          <a:bodyPr/>
          <a:lstStyle/>
          <a:p>
            <a:pPr algn="ctr"/>
            <a:r>
              <a:rPr lang="en-US" i="0" dirty="0">
                <a:solidFill>
                  <a:schemeClr val="tx1"/>
                </a:solidFill>
              </a:rPr>
              <a:t>Thank You</a:t>
            </a:r>
          </a:p>
        </p:txBody>
      </p:sp>
    </p:spTree>
    <p:extLst>
      <p:ext uri="{BB962C8B-B14F-4D97-AF65-F5344CB8AC3E}">
        <p14:creationId xmlns:p14="http://schemas.microsoft.com/office/powerpoint/2010/main" val="35636495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70346"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415473" y="2786565"/>
            <a:ext cx="11252200" cy="692151"/>
          </a:xfrm>
        </p:spPr>
        <p:txBody>
          <a:bodyPr/>
          <a:lstStyle/>
          <a:p>
            <a:r>
              <a:rPr lang="en-US" i="0" dirty="0">
                <a:solidFill>
                  <a:schemeClr val="tx1"/>
                </a:solidFill>
              </a:rPr>
              <a:t>Annexure – Scope of Work</a:t>
            </a:r>
          </a:p>
        </p:txBody>
      </p:sp>
      <p:cxnSp>
        <p:nvCxnSpPr>
          <p:cNvPr id="8" name="Straight Connector 7">
            <a:extLst>
              <a:ext uri="{FF2B5EF4-FFF2-40B4-BE49-F238E27FC236}">
                <a16:creationId xmlns:a16="http://schemas.microsoft.com/office/drawing/2014/main" id="{784C1C03-CAB1-4AA6-8518-B87142FB9A78}"/>
              </a:ext>
            </a:extLst>
          </p:cNvPr>
          <p:cNvCxnSpPr/>
          <p:nvPr/>
        </p:nvCxnSpPr>
        <p:spPr>
          <a:xfrm>
            <a:off x="0" y="3429000"/>
            <a:ext cx="11691257" cy="0"/>
          </a:xfrm>
          <a:prstGeom prst="line">
            <a:avLst/>
          </a:prstGeom>
          <a:ln w="57150">
            <a:solidFill>
              <a:srgbClr val="44546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0782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64232"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itle 3">
            <a:extLst>
              <a:ext uri="{FF2B5EF4-FFF2-40B4-BE49-F238E27FC236}">
                <a16:creationId xmlns:a16="http://schemas.microsoft.com/office/drawing/2014/main" id="{433C055F-F616-4FF2-9BF4-73A5E3DBD7EA}"/>
              </a:ext>
            </a:extLst>
          </p:cNvPr>
          <p:cNvSpPr>
            <a:spLocks noGrp="1"/>
          </p:cNvSpPr>
          <p:nvPr>
            <p:ph type="title"/>
          </p:nvPr>
        </p:nvSpPr>
        <p:spPr>
          <a:xfrm>
            <a:off x="501652" y="317504"/>
            <a:ext cx="11188700" cy="368299"/>
          </a:xfrm>
        </p:spPr>
        <p:txBody>
          <a:bodyPr vert="horz"/>
          <a:lstStyle/>
          <a:p>
            <a:r>
              <a:rPr lang="en-US" sz="1800" b="0" i="0" dirty="0">
                <a:solidFill>
                  <a:schemeClr val="tx1"/>
                </a:solidFill>
              </a:rPr>
              <a:t>Scope of Work</a:t>
            </a:r>
            <a:br>
              <a:rPr lang="en-US" sz="1800" b="0" i="0" dirty="0">
                <a:solidFill>
                  <a:schemeClr val="tx1"/>
                </a:solidFill>
              </a:rPr>
            </a:br>
            <a:r>
              <a:rPr lang="en-US" sz="1800" b="0" i="0" dirty="0">
                <a:solidFill>
                  <a:srgbClr val="00B0F0"/>
                </a:solidFill>
              </a:rPr>
              <a:t>Phase-1: Module-1</a:t>
            </a:r>
            <a:endParaRPr lang="en-US" sz="1800" b="0" i="0" dirty="0">
              <a:solidFill>
                <a:schemeClr val="tx1"/>
              </a:solidFill>
            </a:endParaRPr>
          </a:p>
        </p:txBody>
      </p:sp>
      <p:sp>
        <p:nvSpPr>
          <p:cNvPr id="31" name="AutoShape 6">
            <a:extLst>
              <a:ext uri="{FF2B5EF4-FFF2-40B4-BE49-F238E27FC236}">
                <a16:creationId xmlns:a16="http://schemas.microsoft.com/office/drawing/2014/main" id="{4697CB56-AF1D-4603-9AA6-C55F218505C0}"/>
              </a:ext>
            </a:extLst>
          </p:cNvPr>
          <p:cNvSpPr>
            <a:spLocks noChangeArrowheads="1"/>
          </p:cNvSpPr>
          <p:nvPr/>
        </p:nvSpPr>
        <p:spPr bwMode="auto">
          <a:xfrm>
            <a:off x="501661" y="1674622"/>
            <a:ext cx="1385012" cy="3659377"/>
          </a:xfrm>
          <a:prstGeom prst="rect">
            <a:avLst/>
          </a:prstGeom>
          <a:solidFill>
            <a:schemeClr val="accent5"/>
          </a:solidFill>
          <a:ln w="12700" algn="ctr">
            <a:solidFill>
              <a:srgbClr val="FFFFFF"/>
            </a:solidFill>
            <a:miter lim="800000"/>
            <a:headEnd type="none" w="sm" len="sm"/>
            <a:tailEnd type="none" w="sm" len="sm"/>
          </a:ln>
        </p:spPr>
        <p:txBody>
          <a:bodyPr wrap="square" lIns="0" tIns="24545" rIns="0" bIns="24545" anchor="ctr">
            <a:noAutofit/>
          </a:bodyPr>
          <a:lstStyle/>
          <a:p>
            <a:pPr algn="ctr" defTabSz="837848">
              <a:lnSpc>
                <a:spcPct val="115000"/>
              </a:lnSpc>
            </a:pPr>
            <a:r>
              <a:rPr lang="en-US" sz="1150" b="1" dirty="0">
                <a:solidFill>
                  <a:srgbClr val="FFFFFF"/>
                </a:solidFill>
                <a:latin typeface="Verdana"/>
                <a:ea typeface="MS PGothic" panose="020B0600070205080204" pitchFamily="34" charset="-128"/>
                <a:cs typeface="Times New Roman" panose="02020603050405020304" pitchFamily="18" charset="0"/>
              </a:rPr>
              <a:t>Module-1 (</a:t>
            </a:r>
            <a:r>
              <a:rPr lang="en-US" sz="1150" b="1" dirty="0">
                <a:solidFill>
                  <a:prstClr val="white"/>
                </a:solidFill>
              </a:rPr>
              <a:t>Comprehensive diagnostic review and causal analysis)</a:t>
            </a:r>
            <a:endParaRPr lang="en-IN" sz="1150" b="1" dirty="0">
              <a:solidFill>
                <a:prstClr val="black"/>
              </a:solidFill>
              <a:latin typeface="Verdana"/>
              <a:ea typeface="Times New Roman" panose="02020603050405020304" pitchFamily="18" charset="0"/>
              <a:cs typeface="Times New Roman" panose="02020603050405020304" pitchFamily="18" charset="0"/>
            </a:endParaRPr>
          </a:p>
        </p:txBody>
      </p:sp>
      <p:sp>
        <p:nvSpPr>
          <p:cNvPr id="26" name="Rectangle 25">
            <a:extLst>
              <a:ext uri="{FF2B5EF4-FFF2-40B4-BE49-F238E27FC236}">
                <a16:creationId xmlns:a16="http://schemas.microsoft.com/office/drawing/2014/main" id="{5C7C70A2-D82D-4D0C-BA41-964013DD6EDB}"/>
              </a:ext>
            </a:extLst>
          </p:cNvPr>
          <p:cNvSpPr/>
          <p:nvPr/>
        </p:nvSpPr>
        <p:spPr bwMode="gray">
          <a:xfrm>
            <a:off x="3859759" y="1681671"/>
            <a:ext cx="7144572" cy="838119"/>
          </a:xfrm>
          <a:prstGeom prst="rect">
            <a:avLst/>
          </a:prstGeom>
          <a:noFill/>
          <a:ln w="19050" algn="ctr">
            <a:solidFill>
              <a:schemeClr val="bg1">
                <a:lumMod val="85000"/>
              </a:schemeClr>
            </a:solidFill>
            <a:miter lim="800000"/>
            <a:headEnd/>
            <a:tailEnd/>
          </a:ln>
          <a:effectLst/>
        </p:spPr>
        <p:txBody>
          <a:bodyPr wrap="square" lIns="88900" tIns="88900" rIns="88900" bIns="88900" rtlCol="0" anchor="t"/>
          <a:lstStyle/>
          <a:p>
            <a:pPr>
              <a:lnSpc>
                <a:spcPct val="106000"/>
              </a:lnSpc>
              <a:spcAft>
                <a:spcPts val="600"/>
              </a:spcAft>
            </a:pPr>
            <a:r>
              <a:rPr lang="en-US" sz="1100" dirty="0"/>
              <a:t>Task 1: Assessment of Financial and Operational Performance of state utilities</a:t>
            </a:r>
          </a:p>
          <a:p>
            <a:pPr>
              <a:lnSpc>
                <a:spcPct val="106000"/>
              </a:lnSpc>
              <a:spcAft>
                <a:spcPts val="600"/>
              </a:spcAft>
            </a:pPr>
            <a:r>
              <a:rPr lang="en-US" sz="1100" dirty="0"/>
              <a:t>Task 2: Assessment of Regulatory Performance</a:t>
            </a:r>
          </a:p>
          <a:p>
            <a:pPr>
              <a:lnSpc>
                <a:spcPct val="106000"/>
              </a:lnSpc>
              <a:spcAft>
                <a:spcPts val="600"/>
              </a:spcAft>
            </a:pPr>
            <a:r>
              <a:rPr lang="en-US" sz="1100" dirty="0"/>
              <a:t>Task 3: Review of impact of past, on-going &amp; proposed State / Central Schemes in WB</a:t>
            </a:r>
            <a:endParaRPr lang="en-IN" sz="1100" dirty="0"/>
          </a:p>
        </p:txBody>
      </p:sp>
      <p:sp>
        <p:nvSpPr>
          <p:cNvPr id="30" name="Flowchart: Alternate Process 29">
            <a:extLst>
              <a:ext uri="{FF2B5EF4-FFF2-40B4-BE49-F238E27FC236}">
                <a16:creationId xmlns:a16="http://schemas.microsoft.com/office/drawing/2014/main" id="{D77226F0-C51A-4207-BD59-C036C1F102FE}"/>
              </a:ext>
            </a:extLst>
          </p:cNvPr>
          <p:cNvSpPr/>
          <p:nvPr/>
        </p:nvSpPr>
        <p:spPr>
          <a:xfrm>
            <a:off x="2010258" y="1681672"/>
            <a:ext cx="1700073" cy="838119"/>
          </a:xfrm>
          <a:prstGeom prst="flowChartAlternateProcess">
            <a:avLst/>
          </a:prstGeom>
          <a:solidFill>
            <a:srgbClr val="D6EEF1"/>
          </a:solidFill>
          <a:ln w="12700" algn="ctr">
            <a:solidFill>
              <a:srgbClr val="FFFFFF"/>
            </a:solidFill>
            <a:miter lim="800000"/>
            <a:headEnd type="none" w="sm" len="sm"/>
            <a:tailEnd type="none" w="sm" len="sm"/>
          </a:ln>
        </p:spPr>
        <p:txBody>
          <a:bodyPr wrap="square" lIns="0" tIns="24545" rIns="0" bIns="24545" anchor="ctr">
            <a:noAutofit/>
          </a:bodyPr>
          <a:lstStyle/>
          <a:p>
            <a:pPr algn="ctr" defTabSz="837848">
              <a:lnSpc>
                <a:spcPct val="115000"/>
              </a:lnSpc>
            </a:pPr>
            <a:r>
              <a:rPr lang="en-US" sz="1100" b="1" dirty="0">
                <a:latin typeface="Verdana"/>
                <a:ea typeface="MS PGothic" panose="020B0600070205080204" pitchFamily="34" charset="-128"/>
                <a:cs typeface="Times New Roman" panose="02020603050405020304" pitchFamily="18" charset="0"/>
              </a:rPr>
              <a:t>Sub-component 1: Assessment of West Bengal Power Sector</a:t>
            </a:r>
          </a:p>
        </p:txBody>
      </p:sp>
      <p:sp>
        <p:nvSpPr>
          <p:cNvPr id="35" name="Flowchart: Alternate Process 34">
            <a:extLst>
              <a:ext uri="{FF2B5EF4-FFF2-40B4-BE49-F238E27FC236}">
                <a16:creationId xmlns:a16="http://schemas.microsoft.com/office/drawing/2014/main" id="{A789A355-10F8-403E-8FD4-5CF881BFC4BB}"/>
              </a:ext>
            </a:extLst>
          </p:cNvPr>
          <p:cNvSpPr/>
          <p:nvPr/>
        </p:nvSpPr>
        <p:spPr>
          <a:xfrm>
            <a:off x="2010258" y="2604300"/>
            <a:ext cx="1700073" cy="908071"/>
          </a:xfrm>
          <a:prstGeom prst="flowChartAlternateProcess">
            <a:avLst/>
          </a:prstGeom>
          <a:solidFill>
            <a:srgbClr val="D6EEF1"/>
          </a:solidFill>
          <a:ln w="12700" algn="ctr">
            <a:solidFill>
              <a:srgbClr val="FFFFFF"/>
            </a:solidFill>
            <a:miter lim="800000"/>
            <a:headEnd type="none" w="sm" len="sm"/>
            <a:tailEnd type="none" w="sm" len="sm"/>
          </a:ln>
        </p:spPr>
        <p:txBody>
          <a:bodyPr wrap="square" lIns="0" tIns="24545" rIns="0" bIns="24545" anchor="ctr">
            <a:noAutofit/>
          </a:bodyPr>
          <a:lstStyle/>
          <a:p>
            <a:pPr algn="ctr" defTabSz="837848">
              <a:lnSpc>
                <a:spcPct val="115000"/>
              </a:lnSpc>
            </a:pPr>
            <a:r>
              <a:rPr lang="en-US" sz="1100" b="1" dirty="0">
                <a:latin typeface="Verdana"/>
                <a:ea typeface="MS PGothic" panose="020B0600070205080204" pitchFamily="34" charset="-128"/>
                <a:cs typeface="Times New Roman" panose="02020603050405020304" pitchFamily="18" charset="0"/>
              </a:rPr>
              <a:t>Sub-component </a:t>
            </a:r>
            <a:r>
              <a:rPr lang="en-US" sz="1100" b="1" dirty="0">
                <a:ea typeface="MS PGothic" panose="020B0600070205080204" pitchFamily="34" charset="-128"/>
                <a:cs typeface="Times New Roman" panose="02020603050405020304" pitchFamily="18" charset="0"/>
              </a:rPr>
              <a:t>2: Assessment of external factors on WB Power Sector</a:t>
            </a:r>
            <a:endParaRPr lang="en-US" sz="1100" b="1" dirty="0">
              <a:latin typeface="Verdana"/>
              <a:ea typeface="MS PGothic" panose="020B0600070205080204" pitchFamily="34" charset="-128"/>
              <a:cs typeface="Times New Roman" panose="02020603050405020304" pitchFamily="18" charset="0"/>
            </a:endParaRPr>
          </a:p>
        </p:txBody>
      </p:sp>
      <p:sp>
        <p:nvSpPr>
          <p:cNvPr id="47" name="Rectangle 46">
            <a:extLst>
              <a:ext uri="{FF2B5EF4-FFF2-40B4-BE49-F238E27FC236}">
                <a16:creationId xmlns:a16="http://schemas.microsoft.com/office/drawing/2014/main" id="{CCAE71AA-13E7-4CFA-9616-6DE636A8AF33}"/>
              </a:ext>
            </a:extLst>
          </p:cNvPr>
          <p:cNvSpPr/>
          <p:nvPr/>
        </p:nvSpPr>
        <p:spPr bwMode="gray">
          <a:xfrm>
            <a:off x="3859759" y="2604300"/>
            <a:ext cx="7144572" cy="908071"/>
          </a:xfrm>
          <a:prstGeom prst="rect">
            <a:avLst/>
          </a:prstGeom>
          <a:noFill/>
          <a:ln w="19050" algn="ctr">
            <a:solidFill>
              <a:schemeClr val="bg1">
                <a:lumMod val="85000"/>
              </a:schemeClr>
            </a:solidFill>
            <a:miter lim="800000"/>
            <a:headEnd/>
            <a:tailEnd/>
          </a:ln>
          <a:effectLst/>
        </p:spPr>
        <p:txBody>
          <a:bodyPr wrap="square" lIns="88900" tIns="88900" rIns="88900" bIns="88900" rtlCol="0" anchor="t"/>
          <a:lstStyle/>
          <a:p>
            <a:pPr>
              <a:lnSpc>
                <a:spcPct val="106000"/>
              </a:lnSpc>
              <a:spcAft>
                <a:spcPts val="600"/>
              </a:spcAft>
            </a:pPr>
            <a:r>
              <a:rPr lang="en-US" sz="1100" dirty="0"/>
              <a:t>Task 1: Power demand and supply trends, future outlook and key growth drivers for the state’s power sector and their sustenance</a:t>
            </a:r>
          </a:p>
          <a:p>
            <a:pPr>
              <a:lnSpc>
                <a:spcPct val="106000"/>
              </a:lnSpc>
              <a:spcAft>
                <a:spcPts val="600"/>
              </a:spcAft>
            </a:pPr>
            <a:r>
              <a:rPr lang="en-US" sz="1100" dirty="0"/>
              <a:t>Task 2: Emerging sector trends and their influence/implications on power sector</a:t>
            </a:r>
          </a:p>
        </p:txBody>
      </p:sp>
      <p:sp>
        <p:nvSpPr>
          <p:cNvPr id="48" name="Flowchart: Alternate Process 47">
            <a:extLst>
              <a:ext uri="{FF2B5EF4-FFF2-40B4-BE49-F238E27FC236}">
                <a16:creationId xmlns:a16="http://schemas.microsoft.com/office/drawing/2014/main" id="{9033A329-4125-4B14-872B-E2CBF1967B54}"/>
              </a:ext>
            </a:extLst>
          </p:cNvPr>
          <p:cNvSpPr/>
          <p:nvPr/>
        </p:nvSpPr>
        <p:spPr>
          <a:xfrm>
            <a:off x="2010258" y="3595245"/>
            <a:ext cx="1700073" cy="1738755"/>
          </a:xfrm>
          <a:prstGeom prst="flowChartAlternateProcess">
            <a:avLst/>
          </a:prstGeom>
          <a:solidFill>
            <a:srgbClr val="D6EEF1"/>
          </a:solidFill>
          <a:ln w="12700" algn="ctr">
            <a:solidFill>
              <a:srgbClr val="FFFFFF"/>
            </a:solidFill>
            <a:miter lim="800000"/>
            <a:headEnd type="none" w="sm" len="sm"/>
            <a:tailEnd type="none" w="sm" len="sm"/>
          </a:ln>
        </p:spPr>
        <p:txBody>
          <a:bodyPr wrap="square" lIns="0" tIns="24545" rIns="0" bIns="24545" anchor="ctr">
            <a:noAutofit/>
          </a:bodyPr>
          <a:lstStyle/>
          <a:p>
            <a:pPr algn="ctr" defTabSz="837848">
              <a:lnSpc>
                <a:spcPct val="115000"/>
              </a:lnSpc>
            </a:pPr>
            <a:r>
              <a:rPr lang="en-US" sz="1100" b="1" dirty="0">
                <a:ea typeface="MS PGothic" panose="020B0600070205080204" pitchFamily="34" charset="-128"/>
                <a:cs typeface="Times New Roman" panose="02020603050405020304" pitchFamily="18" charset="0"/>
              </a:rPr>
              <a:t>Sub-component 3: Interactions with stakeholders</a:t>
            </a:r>
          </a:p>
          <a:p>
            <a:pPr algn="ctr" defTabSz="837848">
              <a:lnSpc>
                <a:spcPct val="115000"/>
              </a:lnSpc>
            </a:pPr>
            <a:endParaRPr lang="en-US" sz="1100" b="1" dirty="0">
              <a:ea typeface="MS PGothic" panose="020B0600070205080204" pitchFamily="34" charset="-128"/>
              <a:cs typeface="Times New Roman" panose="02020603050405020304" pitchFamily="18" charset="0"/>
            </a:endParaRPr>
          </a:p>
          <a:p>
            <a:pPr algn="ctr" defTabSz="837848">
              <a:lnSpc>
                <a:spcPct val="115000"/>
              </a:lnSpc>
            </a:pPr>
            <a:r>
              <a:rPr lang="en-US" sz="1100" b="1" dirty="0">
                <a:ea typeface="MS PGothic" panose="020B0600070205080204" pitchFamily="34" charset="-128"/>
                <a:cs typeface="Times New Roman" panose="02020603050405020304" pitchFamily="18" charset="0"/>
              </a:rPr>
              <a:t>Sub-component 4: Comprehensive SWOT analysis of the sector</a:t>
            </a:r>
          </a:p>
        </p:txBody>
      </p:sp>
      <p:sp>
        <p:nvSpPr>
          <p:cNvPr id="49" name="Rectangle 48">
            <a:extLst>
              <a:ext uri="{FF2B5EF4-FFF2-40B4-BE49-F238E27FC236}">
                <a16:creationId xmlns:a16="http://schemas.microsoft.com/office/drawing/2014/main" id="{DE4154EA-87C4-439F-917C-B445DB0194C7}"/>
              </a:ext>
            </a:extLst>
          </p:cNvPr>
          <p:cNvSpPr/>
          <p:nvPr/>
        </p:nvSpPr>
        <p:spPr bwMode="gray">
          <a:xfrm>
            <a:off x="3859760" y="3595245"/>
            <a:ext cx="7144572" cy="1738755"/>
          </a:xfrm>
          <a:prstGeom prst="rect">
            <a:avLst/>
          </a:prstGeom>
          <a:noFill/>
          <a:ln w="19050" algn="ctr">
            <a:solidFill>
              <a:schemeClr val="bg1">
                <a:lumMod val="85000"/>
              </a:schemeClr>
            </a:solidFill>
            <a:miter lim="800000"/>
            <a:headEnd/>
            <a:tailEnd/>
          </a:ln>
          <a:effectLst/>
        </p:spPr>
        <p:txBody>
          <a:bodyPr wrap="square" lIns="88900" tIns="88900" rIns="88900" bIns="88900" rtlCol="0" anchor="ctr"/>
          <a:lstStyle/>
          <a:p>
            <a:pPr marL="171450" indent="-171450">
              <a:lnSpc>
                <a:spcPct val="106000"/>
              </a:lnSpc>
              <a:spcAft>
                <a:spcPts val="600"/>
              </a:spcAft>
              <a:buFont typeface="Arial" panose="020B0604020202020204" pitchFamily="34" charset="0"/>
              <a:buChar char="•"/>
            </a:pPr>
            <a:r>
              <a:rPr lang="en-US" sz="1100" dirty="0"/>
              <a:t>Interact with internal stakeholders like Sr. Mgmt. of Utilities, Heads of corporate functions, and Business Unit Heads</a:t>
            </a:r>
          </a:p>
          <a:p>
            <a:pPr marL="171450" indent="-171450">
              <a:lnSpc>
                <a:spcPct val="106000"/>
              </a:lnSpc>
              <a:spcAft>
                <a:spcPts val="600"/>
              </a:spcAft>
              <a:buFont typeface="Arial" panose="020B0604020202020204" pitchFamily="34" charset="0"/>
              <a:buChar char="•"/>
            </a:pPr>
            <a:r>
              <a:rPr lang="en-US" sz="1100" dirty="0"/>
              <a:t>Holding consultations with the staff of the power department/utilities and external stakeholders like the state government, regulator and principal consumers </a:t>
            </a:r>
            <a:r>
              <a:rPr lang="en-US" sz="1100" dirty="0" err="1"/>
              <a:t>etc</a:t>
            </a:r>
            <a:endParaRPr lang="en-US" sz="1100" dirty="0"/>
          </a:p>
          <a:p>
            <a:pPr marL="171450" indent="-171450">
              <a:lnSpc>
                <a:spcPct val="106000"/>
              </a:lnSpc>
              <a:spcAft>
                <a:spcPts val="600"/>
              </a:spcAft>
              <a:buFont typeface="Arial" panose="020B0604020202020204" pitchFamily="34" charset="0"/>
              <a:buChar char="•"/>
            </a:pPr>
            <a:r>
              <a:rPr lang="en-US" sz="1100" dirty="0"/>
              <a:t>Carry out a SWOT analysis of the sector based on the above analysis &amp; feedback from internal/external stakeholders</a:t>
            </a:r>
          </a:p>
        </p:txBody>
      </p:sp>
      <p:graphicFrame>
        <p:nvGraphicFramePr>
          <p:cNvPr id="18" name="Table 4">
            <a:extLst>
              <a:ext uri="{FF2B5EF4-FFF2-40B4-BE49-F238E27FC236}">
                <a16:creationId xmlns:a16="http://schemas.microsoft.com/office/drawing/2014/main" id="{E162E5AD-6E55-4812-BDCF-BF31E2D01973}"/>
              </a:ext>
            </a:extLst>
          </p:cNvPr>
          <p:cNvGraphicFramePr>
            <a:graphicFrameLocks noGrp="1"/>
          </p:cNvGraphicFramePr>
          <p:nvPr>
            <p:extLst>
              <p:ext uri="{D42A27DB-BD31-4B8C-83A1-F6EECF244321}">
                <p14:modId xmlns:p14="http://schemas.microsoft.com/office/powerpoint/2010/main" val="3387078684"/>
              </p:ext>
            </p:extLst>
          </p:nvPr>
        </p:nvGraphicFramePr>
        <p:xfrm>
          <a:off x="11267998" y="1599850"/>
          <a:ext cx="606357" cy="252845"/>
        </p:xfrm>
        <a:graphic>
          <a:graphicData uri="http://schemas.openxmlformats.org/drawingml/2006/table">
            <a:tbl>
              <a:tblPr firstRow="1" bandRow="1">
                <a:tableStyleId>{5C22544A-7EE6-4342-B048-85BDC9FD1C3A}</a:tableStyleId>
              </a:tblPr>
              <a:tblGrid>
                <a:gridCol w="606357">
                  <a:extLst>
                    <a:ext uri="{9D8B030D-6E8A-4147-A177-3AD203B41FA5}">
                      <a16:colId xmlns:a16="http://schemas.microsoft.com/office/drawing/2014/main" val="2538893304"/>
                    </a:ext>
                  </a:extLst>
                </a:gridCol>
              </a:tblGrid>
              <a:tr h="252845">
                <a:tc>
                  <a:txBody>
                    <a:bodyPr/>
                    <a:lstStyle/>
                    <a:p>
                      <a:r>
                        <a:rPr lang="en-US" sz="1000" b="0" dirty="0">
                          <a:solidFill>
                            <a:schemeClr val="tx1"/>
                          </a:solidFill>
                        </a:rPr>
                        <a:t>Week 0</a:t>
                      </a:r>
                      <a:endParaRPr lang="en-IN" sz="1000" b="0" dirty="0">
                        <a:solidFill>
                          <a:schemeClr val="tx1"/>
                        </a:solidFill>
                      </a:endParaRPr>
                    </a:p>
                  </a:txBody>
                  <a:tcPr marL="62345" marR="62345" marT="31173" marB="31173">
                    <a:noFill/>
                  </a:tcPr>
                </a:tc>
                <a:extLst>
                  <a:ext uri="{0D108BD9-81ED-4DB2-BD59-A6C34878D82A}">
                    <a16:rowId xmlns:a16="http://schemas.microsoft.com/office/drawing/2014/main" val="3320836214"/>
                  </a:ext>
                </a:extLst>
              </a:tr>
            </a:tbl>
          </a:graphicData>
        </a:graphic>
      </p:graphicFrame>
      <p:cxnSp>
        <p:nvCxnSpPr>
          <p:cNvPr id="19" name="Straight Arrow Connector 18">
            <a:extLst>
              <a:ext uri="{FF2B5EF4-FFF2-40B4-BE49-F238E27FC236}">
                <a16:creationId xmlns:a16="http://schemas.microsoft.com/office/drawing/2014/main" id="{BEC065CF-C485-4941-B342-799391BF5B8A}"/>
              </a:ext>
            </a:extLst>
          </p:cNvPr>
          <p:cNvCxnSpPr>
            <a:cxnSpLocks/>
          </p:cNvCxnSpPr>
          <p:nvPr/>
        </p:nvCxnSpPr>
        <p:spPr>
          <a:xfrm>
            <a:off x="11165864" y="1631551"/>
            <a:ext cx="0" cy="3789535"/>
          </a:xfrm>
          <a:prstGeom prst="straightConnector1">
            <a:avLst/>
          </a:prstGeom>
          <a:ln>
            <a:solidFill>
              <a:schemeClr val="tx2"/>
            </a:solidFill>
            <a:headEnd type="none"/>
            <a:tailEnd type="triangle"/>
          </a:ln>
        </p:spPr>
        <p:style>
          <a:lnRef idx="1">
            <a:schemeClr val="accent1"/>
          </a:lnRef>
          <a:fillRef idx="0">
            <a:schemeClr val="accent1"/>
          </a:fillRef>
          <a:effectRef idx="0">
            <a:schemeClr val="accent1"/>
          </a:effectRef>
          <a:fontRef idx="minor">
            <a:schemeClr val="tx1"/>
          </a:fontRef>
        </p:style>
      </p:cxnSp>
      <p:graphicFrame>
        <p:nvGraphicFramePr>
          <p:cNvPr id="21" name="Table 4">
            <a:extLst>
              <a:ext uri="{FF2B5EF4-FFF2-40B4-BE49-F238E27FC236}">
                <a16:creationId xmlns:a16="http://schemas.microsoft.com/office/drawing/2014/main" id="{5B5A35FA-94A5-404E-A4A2-BD4BBDF5EF80}"/>
              </a:ext>
            </a:extLst>
          </p:cNvPr>
          <p:cNvGraphicFramePr>
            <a:graphicFrameLocks noGrp="1"/>
          </p:cNvGraphicFramePr>
          <p:nvPr>
            <p:extLst>
              <p:ext uri="{D42A27DB-BD31-4B8C-83A1-F6EECF244321}">
                <p14:modId xmlns:p14="http://schemas.microsoft.com/office/powerpoint/2010/main" val="3349794593"/>
              </p:ext>
            </p:extLst>
          </p:nvPr>
        </p:nvGraphicFramePr>
        <p:xfrm>
          <a:off x="11267998" y="4891212"/>
          <a:ext cx="755832" cy="252845"/>
        </p:xfrm>
        <a:graphic>
          <a:graphicData uri="http://schemas.openxmlformats.org/drawingml/2006/table">
            <a:tbl>
              <a:tblPr firstRow="1" bandRow="1">
                <a:tableStyleId>{5C22544A-7EE6-4342-B048-85BDC9FD1C3A}</a:tableStyleId>
              </a:tblPr>
              <a:tblGrid>
                <a:gridCol w="755832">
                  <a:extLst>
                    <a:ext uri="{9D8B030D-6E8A-4147-A177-3AD203B41FA5}">
                      <a16:colId xmlns:a16="http://schemas.microsoft.com/office/drawing/2014/main" val="2538893304"/>
                    </a:ext>
                  </a:extLst>
                </a:gridCol>
              </a:tblGrid>
              <a:tr h="252845">
                <a:tc>
                  <a:txBody>
                    <a:bodyPr/>
                    <a:lstStyle/>
                    <a:p>
                      <a:r>
                        <a:rPr lang="en-US" sz="1000" b="0" dirty="0">
                          <a:solidFill>
                            <a:schemeClr val="tx1"/>
                          </a:solidFill>
                        </a:rPr>
                        <a:t>Week 16</a:t>
                      </a:r>
                      <a:endParaRPr lang="en-IN" sz="1000" b="0" dirty="0">
                        <a:solidFill>
                          <a:schemeClr val="tx1"/>
                        </a:solidFill>
                      </a:endParaRPr>
                    </a:p>
                  </a:txBody>
                  <a:tcPr marL="62345" marR="62345" marT="31173" marB="31173">
                    <a:noFill/>
                  </a:tcPr>
                </a:tc>
                <a:extLst>
                  <a:ext uri="{0D108BD9-81ED-4DB2-BD59-A6C34878D82A}">
                    <a16:rowId xmlns:a16="http://schemas.microsoft.com/office/drawing/2014/main" val="3320836214"/>
                  </a:ext>
                </a:extLst>
              </a:tr>
            </a:tbl>
          </a:graphicData>
        </a:graphic>
      </p:graphicFrame>
      <p:cxnSp>
        <p:nvCxnSpPr>
          <p:cNvPr id="25" name="Straight Connector 24">
            <a:extLst>
              <a:ext uri="{FF2B5EF4-FFF2-40B4-BE49-F238E27FC236}">
                <a16:creationId xmlns:a16="http://schemas.microsoft.com/office/drawing/2014/main" id="{9AA7A8EA-B098-4613-B9BE-55B941B42279}"/>
              </a:ext>
            </a:extLst>
          </p:cNvPr>
          <p:cNvCxnSpPr>
            <a:cxnSpLocks/>
          </p:cNvCxnSpPr>
          <p:nvPr/>
        </p:nvCxnSpPr>
        <p:spPr>
          <a:xfrm flipV="1">
            <a:off x="11102655" y="1631551"/>
            <a:ext cx="86198" cy="1"/>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 name="TextBox 2">
            <a:hlinkClick r:id="rId6" action="ppaction://hlinksldjump"/>
            <a:extLst>
              <a:ext uri="{FF2B5EF4-FFF2-40B4-BE49-F238E27FC236}">
                <a16:creationId xmlns:a16="http://schemas.microsoft.com/office/drawing/2014/main" id="{29E0C8C7-A083-4956-97CD-080499F1FAE0}"/>
              </a:ext>
            </a:extLst>
          </p:cNvPr>
          <p:cNvSpPr txBox="1"/>
          <p:nvPr/>
        </p:nvSpPr>
        <p:spPr>
          <a:xfrm>
            <a:off x="10081719" y="6259707"/>
            <a:ext cx="930195" cy="288147"/>
          </a:xfrm>
          <a:prstGeom prst="leftArrow">
            <a:avLst>
              <a:gd name="adj1" fmla="val 100000"/>
              <a:gd name="adj2" fmla="val 50000"/>
            </a:avLst>
          </a:prstGeom>
        </p:spPr>
        <p:style>
          <a:lnRef idx="0">
            <a:schemeClr val="accent1"/>
          </a:lnRef>
          <a:fillRef idx="3">
            <a:schemeClr val="accent1"/>
          </a:fillRef>
          <a:effectRef idx="3">
            <a:schemeClr val="accent1"/>
          </a:effectRef>
          <a:fontRef idx="minor">
            <a:schemeClr val="lt1"/>
          </a:fontRef>
        </p:style>
        <p:txBody>
          <a:bodyPr wrap="square" lIns="0" tIns="36000" rIns="0" bIns="36000" rtlCol="0" anchor="ctr">
            <a:spAutoFit/>
          </a:bodyPr>
          <a:lstStyle/>
          <a:p>
            <a:pPr algn="ctr">
              <a:spcBef>
                <a:spcPts val="600"/>
              </a:spcBef>
              <a:buSzPct val="100000"/>
            </a:pPr>
            <a:r>
              <a:rPr lang="en-US" sz="1400" b="1" dirty="0">
                <a:solidFill>
                  <a:srgbClr val="313131"/>
                </a:solidFill>
              </a:rPr>
              <a:t>BACK</a:t>
            </a:r>
          </a:p>
        </p:txBody>
      </p:sp>
    </p:spTree>
    <p:extLst>
      <p:ext uri="{BB962C8B-B14F-4D97-AF65-F5344CB8AC3E}">
        <p14:creationId xmlns:p14="http://schemas.microsoft.com/office/powerpoint/2010/main" val="40901510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65256"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itle 3">
            <a:extLst>
              <a:ext uri="{FF2B5EF4-FFF2-40B4-BE49-F238E27FC236}">
                <a16:creationId xmlns:a16="http://schemas.microsoft.com/office/drawing/2014/main" id="{433C055F-F616-4FF2-9BF4-73A5E3DBD7EA}"/>
              </a:ext>
            </a:extLst>
          </p:cNvPr>
          <p:cNvSpPr>
            <a:spLocks noGrp="1"/>
          </p:cNvSpPr>
          <p:nvPr>
            <p:ph type="title"/>
          </p:nvPr>
        </p:nvSpPr>
        <p:spPr>
          <a:xfrm>
            <a:off x="501652" y="317504"/>
            <a:ext cx="11188700" cy="368299"/>
          </a:xfrm>
        </p:spPr>
        <p:txBody>
          <a:bodyPr vert="horz"/>
          <a:lstStyle/>
          <a:p>
            <a:r>
              <a:rPr lang="en-US" sz="1800" b="0" i="0" dirty="0">
                <a:solidFill>
                  <a:schemeClr val="tx1"/>
                </a:solidFill>
              </a:rPr>
              <a:t>Scope of Work</a:t>
            </a:r>
            <a:br>
              <a:rPr lang="en-US" sz="1800" b="0" i="0" dirty="0">
                <a:solidFill>
                  <a:schemeClr val="tx1"/>
                </a:solidFill>
              </a:rPr>
            </a:br>
            <a:r>
              <a:rPr lang="en-US" sz="1800" b="0" i="0" dirty="0">
                <a:solidFill>
                  <a:srgbClr val="00B0F0"/>
                </a:solidFill>
              </a:rPr>
              <a:t>Phase-1: Module-2</a:t>
            </a:r>
            <a:endParaRPr lang="en-US" sz="1800" b="0" i="0" dirty="0">
              <a:solidFill>
                <a:schemeClr val="tx1"/>
              </a:solidFill>
            </a:endParaRPr>
          </a:p>
        </p:txBody>
      </p:sp>
      <p:sp>
        <p:nvSpPr>
          <p:cNvPr id="14" name="Rectangle 13">
            <a:extLst>
              <a:ext uri="{FF2B5EF4-FFF2-40B4-BE49-F238E27FC236}">
                <a16:creationId xmlns:a16="http://schemas.microsoft.com/office/drawing/2014/main" id="{09D86C93-05F0-4A94-BA3D-737A29519567}"/>
              </a:ext>
            </a:extLst>
          </p:cNvPr>
          <p:cNvSpPr/>
          <p:nvPr/>
        </p:nvSpPr>
        <p:spPr bwMode="gray">
          <a:xfrm>
            <a:off x="3875469" y="3808383"/>
            <a:ext cx="7135777" cy="1652210"/>
          </a:xfrm>
          <a:prstGeom prst="rect">
            <a:avLst/>
          </a:prstGeom>
          <a:noFill/>
          <a:ln w="19050" algn="ctr">
            <a:solidFill>
              <a:schemeClr val="bg1">
                <a:lumMod val="85000"/>
              </a:schemeClr>
            </a:solidFill>
            <a:miter lim="800000"/>
            <a:headEnd/>
            <a:tailEnd/>
          </a:ln>
          <a:effectLst/>
        </p:spPr>
        <p:txBody>
          <a:bodyPr wrap="square" lIns="88900" tIns="88900" rIns="88900" bIns="88900" rtlCol="0" anchor="t"/>
          <a:lstStyle/>
          <a:p>
            <a:pPr marL="171450" indent="-171450">
              <a:lnSpc>
                <a:spcPct val="106000"/>
              </a:lnSpc>
              <a:spcAft>
                <a:spcPts val="600"/>
              </a:spcAft>
              <a:buFont typeface="Arial" panose="020B0604020202020204" pitchFamily="34" charset="0"/>
              <a:buChar char="•"/>
            </a:pPr>
            <a:r>
              <a:rPr lang="en-US" sz="1100" dirty="0"/>
              <a:t>Prepare a roadmap for implementation of each initiative that would result in financial and operational improvement with definite timelines and responsibilities.</a:t>
            </a:r>
          </a:p>
          <a:p>
            <a:pPr marL="171450" indent="-171450">
              <a:lnSpc>
                <a:spcPct val="106000"/>
              </a:lnSpc>
              <a:spcAft>
                <a:spcPts val="600"/>
              </a:spcAft>
              <a:buFont typeface="Arial" panose="020B0604020202020204" pitchFamily="34" charset="0"/>
              <a:buChar char="•"/>
            </a:pPr>
            <a:r>
              <a:rPr lang="en-US" sz="1100" dirty="0"/>
              <a:t>Identification of activities with measurable and target oriented Key Performance</a:t>
            </a:r>
          </a:p>
          <a:p>
            <a:pPr marL="171450" indent="-171450">
              <a:lnSpc>
                <a:spcPct val="106000"/>
              </a:lnSpc>
              <a:spcAft>
                <a:spcPts val="600"/>
              </a:spcAft>
              <a:buFont typeface="Arial" panose="020B0604020202020204" pitchFamily="34" charset="0"/>
              <a:buChar char="•"/>
            </a:pPr>
            <a:r>
              <a:rPr lang="en-US" sz="1100" dirty="0"/>
              <a:t>Indicators (KPI) to demonstrate the effectiveness of the action plan</a:t>
            </a:r>
          </a:p>
          <a:p>
            <a:pPr marL="171450" indent="-171450">
              <a:lnSpc>
                <a:spcPct val="106000"/>
              </a:lnSpc>
              <a:spcAft>
                <a:spcPts val="600"/>
              </a:spcAft>
              <a:buFont typeface="Arial" panose="020B0604020202020204" pitchFamily="34" charset="0"/>
              <a:buChar char="•"/>
            </a:pPr>
            <a:r>
              <a:rPr lang="en-US" sz="1100" dirty="0"/>
              <a:t>Development of business case and implementation roadmap for each initiative</a:t>
            </a:r>
          </a:p>
          <a:p>
            <a:pPr marL="171450" indent="-171450">
              <a:lnSpc>
                <a:spcPct val="106000"/>
              </a:lnSpc>
              <a:spcAft>
                <a:spcPts val="600"/>
              </a:spcAft>
              <a:buFont typeface="Arial" panose="020B0604020202020204" pitchFamily="34" charset="0"/>
              <a:buChar char="•"/>
            </a:pPr>
            <a:r>
              <a:rPr lang="en-US" sz="1100" dirty="0"/>
              <a:t>Development of effective monitoring and evaluation framework with adequate governance mechanism.</a:t>
            </a:r>
          </a:p>
        </p:txBody>
      </p:sp>
      <p:sp>
        <p:nvSpPr>
          <p:cNvPr id="15" name="Flowchart: Alternate Process 14">
            <a:extLst>
              <a:ext uri="{FF2B5EF4-FFF2-40B4-BE49-F238E27FC236}">
                <a16:creationId xmlns:a16="http://schemas.microsoft.com/office/drawing/2014/main" id="{8538FA59-5458-4009-BC3C-E4DC65BD02CB}"/>
              </a:ext>
            </a:extLst>
          </p:cNvPr>
          <p:cNvSpPr/>
          <p:nvPr/>
        </p:nvSpPr>
        <p:spPr>
          <a:xfrm>
            <a:off x="2008231" y="3817480"/>
            <a:ext cx="1700072" cy="1635220"/>
          </a:xfrm>
          <a:prstGeom prst="flowChartAlternateProcess">
            <a:avLst/>
          </a:prstGeom>
          <a:solidFill>
            <a:schemeClr val="accent1">
              <a:lumMod val="40000"/>
              <a:lumOff val="60000"/>
            </a:schemeClr>
          </a:solidFill>
          <a:ln w="12700" algn="ctr">
            <a:solidFill>
              <a:srgbClr val="FFFFFF"/>
            </a:solidFill>
            <a:miter lim="800000"/>
            <a:headEnd type="none" w="sm" len="sm"/>
            <a:tailEnd type="none" w="sm" len="sm"/>
          </a:ln>
        </p:spPr>
        <p:txBody>
          <a:bodyPr wrap="square" lIns="0" tIns="24545" rIns="0" bIns="24545" anchor="ctr">
            <a:noAutofit/>
          </a:bodyPr>
          <a:lstStyle/>
          <a:p>
            <a:pPr algn="ctr" defTabSz="837848">
              <a:lnSpc>
                <a:spcPct val="115000"/>
              </a:lnSpc>
            </a:pPr>
            <a:r>
              <a:rPr lang="en-US" sz="1100" b="1" dirty="0">
                <a:ea typeface="MS PGothic" panose="020B0600070205080204" pitchFamily="34" charset="-128"/>
                <a:cs typeface="Times New Roman" panose="02020603050405020304" pitchFamily="18" charset="0"/>
              </a:rPr>
              <a:t>Sub-component 3: Development of detailed action plan identifying roles and responsibilities of key stakeholders</a:t>
            </a:r>
          </a:p>
        </p:txBody>
      </p:sp>
      <p:cxnSp>
        <p:nvCxnSpPr>
          <p:cNvPr id="17" name="Straight Arrow Connector 16">
            <a:extLst>
              <a:ext uri="{FF2B5EF4-FFF2-40B4-BE49-F238E27FC236}">
                <a16:creationId xmlns:a16="http://schemas.microsoft.com/office/drawing/2014/main" id="{71FC96D4-28BB-4B20-9E60-C939B45EFA95}"/>
              </a:ext>
            </a:extLst>
          </p:cNvPr>
          <p:cNvCxnSpPr>
            <a:cxnSpLocks/>
          </p:cNvCxnSpPr>
          <p:nvPr/>
        </p:nvCxnSpPr>
        <p:spPr>
          <a:xfrm>
            <a:off x="11145754" y="1501118"/>
            <a:ext cx="0" cy="3945058"/>
          </a:xfrm>
          <a:prstGeom prst="straightConnector1">
            <a:avLst/>
          </a:prstGeom>
          <a:ln>
            <a:solidFill>
              <a:schemeClr val="tx2"/>
            </a:solidFill>
            <a:headEnd type="none"/>
            <a:tailEnd type="triangle"/>
          </a:ln>
        </p:spPr>
        <p:style>
          <a:lnRef idx="1">
            <a:schemeClr val="accent1"/>
          </a:lnRef>
          <a:fillRef idx="0">
            <a:schemeClr val="accent1"/>
          </a:fillRef>
          <a:effectRef idx="0">
            <a:schemeClr val="accent1"/>
          </a:effectRef>
          <a:fontRef idx="minor">
            <a:schemeClr val="tx1"/>
          </a:fontRef>
        </p:style>
      </p:cxnSp>
      <p:graphicFrame>
        <p:nvGraphicFramePr>
          <p:cNvPr id="19" name="Table 4">
            <a:extLst>
              <a:ext uri="{FF2B5EF4-FFF2-40B4-BE49-F238E27FC236}">
                <a16:creationId xmlns:a16="http://schemas.microsoft.com/office/drawing/2014/main" id="{9200614F-F79C-4694-81AA-47E7FA8080B0}"/>
              </a:ext>
            </a:extLst>
          </p:cNvPr>
          <p:cNvGraphicFramePr>
            <a:graphicFrameLocks noGrp="1"/>
          </p:cNvGraphicFramePr>
          <p:nvPr/>
        </p:nvGraphicFramePr>
        <p:xfrm>
          <a:off x="11210436" y="5468804"/>
          <a:ext cx="844930" cy="252845"/>
        </p:xfrm>
        <a:graphic>
          <a:graphicData uri="http://schemas.openxmlformats.org/drawingml/2006/table">
            <a:tbl>
              <a:tblPr firstRow="1" bandRow="1">
                <a:tableStyleId>{5C22544A-7EE6-4342-B048-85BDC9FD1C3A}</a:tableStyleId>
              </a:tblPr>
              <a:tblGrid>
                <a:gridCol w="844930">
                  <a:extLst>
                    <a:ext uri="{9D8B030D-6E8A-4147-A177-3AD203B41FA5}">
                      <a16:colId xmlns:a16="http://schemas.microsoft.com/office/drawing/2014/main" val="2538893304"/>
                    </a:ext>
                  </a:extLst>
                </a:gridCol>
              </a:tblGrid>
              <a:tr h="252845">
                <a:tc>
                  <a:txBody>
                    <a:bodyPr/>
                    <a:lstStyle/>
                    <a:p>
                      <a:r>
                        <a:rPr lang="en-US" sz="1000" b="0" dirty="0">
                          <a:solidFill>
                            <a:schemeClr val="tx1"/>
                          </a:solidFill>
                        </a:rPr>
                        <a:t>Week 24</a:t>
                      </a:r>
                      <a:endParaRPr lang="en-IN" sz="1000" b="0" dirty="0">
                        <a:solidFill>
                          <a:schemeClr val="tx1"/>
                        </a:solidFill>
                      </a:endParaRPr>
                    </a:p>
                  </a:txBody>
                  <a:tcPr marL="62345" marR="62345" marT="31173" marB="31173">
                    <a:noFill/>
                  </a:tcPr>
                </a:tc>
                <a:extLst>
                  <a:ext uri="{0D108BD9-81ED-4DB2-BD59-A6C34878D82A}">
                    <a16:rowId xmlns:a16="http://schemas.microsoft.com/office/drawing/2014/main" val="3320836214"/>
                  </a:ext>
                </a:extLst>
              </a:tr>
            </a:tbl>
          </a:graphicData>
        </a:graphic>
      </p:graphicFrame>
      <p:graphicFrame>
        <p:nvGraphicFramePr>
          <p:cNvPr id="18" name="Table 4">
            <a:extLst>
              <a:ext uri="{FF2B5EF4-FFF2-40B4-BE49-F238E27FC236}">
                <a16:creationId xmlns:a16="http://schemas.microsoft.com/office/drawing/2014/main" id="{88E1CB25-222D-4295-91B8-6B3D3FA4BADF}"/>
              </a:ext>
            </a:extLst>
          </p:cNvPr>
          <p:cNvGraphicFramePr>
            <a:graphicFrameLocks noGrp="1"/>
          </p:cNvGraphicFramePr>
          <p:nvPr/>
        </p:nvGraphicFramePr>
        <p:xfrm>
          <a:off x="11164825" y="1359749"/>
          <a:ext cx="890541" cy="671946"/>
        </p:xfrm>
        <a:graphic>
          <a:graphicData uri="http://schemas.openxmlformats.org/drawingml/2006/table">
            <a:tbl>
              <a:tblPr firstRow="1" bandRow="1">
                <a:tableStyleId>{5C22544A-7EE6-4342-B048-85BDC9FD1C3A}</a:tableStyleId>
              </a:tblPr>
              <a:tblGrid>
                <a:gridCol w="890541">
                  <a:extLst>
                    <a:ext uri="{9D8B030D-6E8A-4147-A177-3AD203B41FA5}">
                      <a16:colId xmlns:a16="http://schemas.microsoft.com/office/drawing/2014/main" val="2538893304"/>
                    </a:ext>
                  </a:extLst>
                </a:gridCol>
              </a:tblGrid>
              <a:tr h="252845">
                <a:tc>
                  <a:txBody>
                    <a:bodyPr/>
                    <a:lstStyle/>
                    <a:p>
                      <a:pPr algn="ctr"/>
                      <a:r>
                        <a:rPr lang="en-US" sz="1000" b="0" dirty="0">
                          <a:solidFill>
                            <a:schemeClr val="tx1"/>
                          </a:solidFill>
                        </a:rPr>
                        <a:t>…Continued from Previous Slide</a:t>
                      </a:r>
                      <a:endParaRPr lang="en-IN" sz="1000" b="0" dirty="0">
                        <a:solidFill>
                          <a:schemeClr val="tx1"/>
                        </a:solidFill>
                      </a:endParaRPr>
                    </a:p>
                  </a:txBody>
                  <a:tcPr marL="62345" marR="62345" marT="31173" marB="31173">
                    <a:noFill/>
                  </a:tcPr>
                </a:tc>
                <a:extLst>
                  <a:ext uri="{0D108BD9-81ED-4DB2-BD59-A6C34878D82A}">
                    <a16:rowId xmlns:a16="http://schemas.microsoft.com/office/drawing/2014/main" val="3320836214"/>
                  </a:ext>
                </a:extLst>
              </a:tr>
            </a:tbl>
          </a:graphicData>
        </a:graphic>
      </p:graphicFrame>
      <p:sp>
        <p:nvSpPr>
          <p:cNvPr id="22" name="AutoShape 6">
            <a:extLst>
              <a:ext uri="{FF2B5EF4-FFF2-40B4-BE49-F238E27FC236}">
                <a16:creationId xmlns:a16="http://schemas.microsoft.com/office/drawing/2014/main" id="{8A540519-8D3B-42B8-9717-40CB4CF63693}"/>
              </a:ext>
            </a:extLst>
          </p:cNvPr>
          <p:cNvSpPr>
            <a:spLocks noChangeArrowheads="1"/>
          </p:cNvSpPr>
          <p:nvPr/>
        </p:nvSpPr>
        <p:spPr bwMode="auto">
          <a:xfrm>
            <a:off x="493766" y="1516548"/>
            <a:ext cx="1385012" cy="3936152"/>
          </a:xfrm>
          <a:prstGeom prst="rect">
            <a:avLst/>
          </a:prstGeom>
          <a:solidFill>
            <a:schemeClr val="accent1"/>
          </a:solidFill>
          <a:ln w="12700" algn="ctr">
            <a:solidFill>
              <a:srgbClr val="FFFFFF"/>
            </a:solidFill>
            <a:miter lim="800000"/>
            <a:headEnd type="none" w="sm" len="sm"/>
            <a:tailEnd type="none" w="sm" len="sm"/>
          </a:ln>
        </p:spPr>
        <p:txBody>
          <a:bodyPr wrap="square" lIns="0" tIns="24545" rIns="0" bIns="24545" anchor="ctr">
            <a:noAutofit/>
          </a:bodyPr>
          <a:lstStyle/>
          <a:p>
            <a:pPr algn="ctr" defTabSz="837848">
              <a:lnSpc>
                <a:spcPct val="115000"/>
              </a:lnSpc>
            </a:pPr>
            <a:r>
              <a:rPr lang="en-US" sz="1150" b="1" dirty="0">
                <a:solidFill>
                  <a:srgbClr val="FFFFFF"/>
                </a:solidFill>
                <a:ea typeface="MS PGothic" panose="020B0600070205080204" pitchFamily="34" charset="-128"/>
                <a:cs typeface="Times New Roman" panose="02020603050405020304" pitchFamily="18" charset="0"/>
              </a:rPr>
              <a:t>Module-2 (Development of strategic vision 2030 and priorities)</a:t>
            </a:r>
          </a:p>
        </p:txBody>
      </p:sp>
      <p:sp>
        <p:nvSpPr>
          <p:cNvPr id="25" name="Rectangle 24">
            <a:extLst>
              <a:ext uri="{FF2B5EF4-FFF2-40B4-BE49-F238E27FC236}">
                <a16:creationId xmlns:a16="http://schemas.microsoft.com/office/drawing/2014/main" id="{B4F4812E-87E6-4B06-9C11-A3B94205D4C5}"/>
              </a:ext>
            </a:extLst>
          </p:cNvPr>
          <p:cNvSpPr/>
          <p:nvPr/>
        </p:nvSpPr>
        <p:spPr bwMode="gray">
          <a:xfrm>
            <a:off x="3875469" y="1501118"/>
            <a:ext cx="7126984" cy="843445"/>
          </a:xfrm>
          <a:prstGeom prst="rect">
            <a:avLst/>
          </a:prstGeom>
          <a:noFill/>
          <a:ln w="19050" algn="ctr">
            <a:solidFill>
              <a:schemeClr val="bg1">
                <a:lumMod val="85000"/>
              </a:schemeClr>
            </a:solidFill>
            <a:miter lim="800000"/>
            <a:headEnd/>
            <a:tailEnd/>
          </a:ln>
          <a:effectLst/>
        </p:spPr>
        <p:txBody>
          <a:bodyPr wrap="square" lIns="88900" tIns="88900" rIns="88900" bIns="88900" rtlCol="0" anchor="ctr"/>
          <a:lstStyle/>
          <a:p>
            <a:pPr marL="171450" indent="-171450">
              <a:lnSpc>
                <a:spcPct val="106000"/>
              </a:lnSpc>
              <a:spcAft>
                <a:spcPts val="600"/>
              </a:spcAft>
              <a:buFont typeface="Arial" panose="020B0604020202020204" pitchFamily="34" charset="0"/>
              <a:buChar char="•"/>
            </a:pPr>
            <a:r>
              <a:rPr lang="en-US" sz="1100" dirty="0"/>
              <a:t>Formulation of vision statement for West Bengal State Power Sector</a:t>
            </a:r>
          </a:p>
          <a:p>
            <a:pPr marL="171450" indent="-171450">
              <a:lnSpc>
                <a:spcPct val="106000"/>
              </a:lnSpc>
              <a:spcAft>
                <a:spcPts val="600"/>
              </a:spcAft>
              <a:buFont typeface="Arial" panose="020B0604020202020204" pitchFamily="34" charset="0"/>
              <a:buChar char="•"/>
            </a:pPr>
            <a:r>
              <a:rPr lang="en-US" sz="1100" dirty="0"/>
              <a:t>Identification of goals specific to the State necessary to fulfill the vision</a:t>
            </a:r>
          </a:p>
        </p:txBody>
      </p:sp>
      <p:sp>
        <p:nvSpPr>
          <p:cNvPr id="27" name="Flowchart: Alternate Process 26">
            <a:extLst>
              <a:ext uri="{FF2B5EF4-FFF2-40B4-BE49-F238E27FC236}">
                <a16:creationId xmlns:a16="http://schemas.microsoft.com/office/drawing/2014/main" id="{C61E8235-59A3-49DE-88F0-8F0950A7D2BA}"/>
              </a:ext>
            </a:extLst>
          </p:cNvPr>
          <p:cNvSpPr/>
          <p:nvPr/>
        </p:nvSpPr>
        <p:spPr>
          <a:xfrm>
            <a:off x="2008231" y="1501118"/>
            <a:ext cx="1700072" cy="835320"/>
          </a:xfrm>
          <a:prstGeom prst="flowChartAlternateProcess">
            <a:avLst/>
          </a:prstGeom>
          <a:solidFill>
            <a:schemeClr val="accent1">
              <a:lumMod val="40000"/>
              <a:lumOff val="60000"/>
            </a:schemeClr>
          </a:solidFill>
          <a:ln w="12700" algn="ctr">
            <a:solidFill>
              <a:srgbClr val="FFFFFF"/>
            </a:solidFill>
            <a:miter lim="800000"/>
            <a:headEnd type="none" w="sm" len="sm"/>
            <a:tailEnd type="none" w="sm" len="sm"/>
          </a:ln>
        </p:spPr>
        <p:txBody>
          <a:bodyPr wrap="square" lIns="0" tIns="24545" rIns="0" bIns="24545" anchor="ctr">
            <a:noAutofit/>
          </a:bodyPr>
          <a:lstStyle/>
          <a:p>
            <a:pPr algn="ctr" defTabSz="837848">
              <a:lnSpc>
                <a:spcPct val="115000"/>
              </a:lnSpc>
            </a:pPr>
            <a:r>
              <a:rPr lang="en-US" sz="1100" b="1" dirty="0">
                <a:ea typeface="MS PGothic" panose="020B0600070205080204" pitchFamily="34" charset="-128"/>
                <a:cs typeface="Times New Roman" panose="02020603050405020304" pitchFamily="18" charset="0"/>
              </a:rPr>
              <a:t>Sub-component 1: Power sector vision development for 2030</a:t>
            </a:r>
          </a:p>
        </p:txBody>
      </p:sp>
      <p:sp>
        <p:nvSpPr>
          <p:cNvPr id="28" name="Rectangle 27">
            <a:extLst>
              <a:ext uri="{FF2B5EF4-FFF2-40B4-BE49-F238E27FC236}">
                <a16:creationId xmlns:a16="http://schemas.microsoft.com/office/drawing/2014/main" id="{003AEB8F-9E64-4654-99A3-A3B5DA1DBEB0}"/>
              </a:ext>
            </a:extLst>
          </p:cNvPr>
          <p:cNvSpPr/>
          <p:nvPr/>
        </p:nvSpPr>
        <p:spPr bwMode="gray">
          <a:xfrm>
            <a:off x="3875469" y="2538301"/>
            <a:ext cx="7135777" cy="1079543"/>
          </a:xfrm>
          <a:prstGeom prst="rect">
            <a:avLst/>
          </a:prstGeom>
          <a:noFill/>
          <a:ln w="19050" algn="ctr">
            <a:solidFill>
              <a:schemeClr val="bg1">
                <a:lumMod val="85000"/>
              </a:schemeClr>
            </a:solidFill>
            <a:miter lim="800000"/>
            <a:headEnd/>
            <a:tailEnd/>
          </a:ln>
          <a:effectLst/>
        </p:spPr>
        <p:txBody>
          <a:bodyPr wrap="square" lIns="88900" tIns="88900" rIns="88900" bIns="88900" rtlCol="0" anchor="t"/>
          <a:lstStyle/>
          <a:p>
            <a:pPr marL="171450" indent="-171450">
              <a:lnSpc>
                <a:spcPct val="106000"/>
              </a:lnSpc>
              <a:spcAft>
                <a:spcPts val="600"/>
              </a:spcAft>
              <a:buFont typeface="Arial" panose="020B0604020202020204" pitchFamily="34" charset="0"/>
              <a:buChar char="•"/>
            </a:pPr>
            <a:r>
              <a:rPr lang="en-US" sz="1100" dirty="0"/>
              <a:t>Develop strategic initiatives under each goal to help achieve the overall vision and identify critical enablers including policy reforms for achieving goals set by the State</a:t>
            </a:r>
          </a:p>
          <a:p>
            <a:pPr marL="171450" indent="-171450">
              <a:lnSpc>
                <a:spcPct val="106000"/>
              </a:lnSpc>
              <a:spcAft>
                <a:spcPts val="600"/>
              </a:spcAft>
              <a:buFont typeface="Arial" panose="020B0604020202020204" pitchFamily="34" charset="0"/>
              <a:buChar char="•"/>
            </a:pPr>
            <a:r>
              <a:rPr lang="en-US" sz="1100" dirty="0"/>
              <a:t>Facilitate overall coordination with Utilities and assist in stakeholder interaction for development of Resources vision</a:t>
            </a:r>
          </a:p>
        </p:txBody>
      </p:sp>
      <p:sp>
        <p:nvSpPr>
          <p:cNvPr id="29" name="Flowchart: Alternate Process 28">
            <a:extLst>
              <a:ext uri="{FF2B5EF4-FFF2-40B4-BE49-F238E27FC236}">
                <a16:creationId xmlns:a16="http://schemas.microsoft.com/office/drawing/2014/main" id="{BC202E7D-B758-48D8-A50C-BF085600F7E8}"/>
              </a:ext>
            </a:extLst>
          </p:cNvPr>
          <p:cNvSpPr/>
          <p:nvPr/>
        </p:nvSpPr>
        <p:spPr>
          <a:xfrm>
            <a:off x="2008231" y="2550777"/>
            <a:ext cx="1700083" cy="1072921"/>
          </a:xfrm>
          <a:prstGeom prst="flowChartAlternateProcess">
            <a:avLst/>
          </a:prstGeom>
          <a:solidFill>
            <a:schemeClr val="accent1">
              <a:lumMod val="40000"/>
              <a:lumOff val="60000"/>
            </a:schemeClr>
          </a:solidFill>
          <a:ln w="12700" algn="ctr">
            <a:solidFill>
              <a:srgbClr val="FFFFFF"/>
            </a:solidFill>
            <a:miter lim="800000"/>
            <a:headEnd type="none" w="sm" len="sm"/>
            <a:tailEnd type="none" w="sm" len="sm"/>
          </a:ln>
        </p:spPr>
        <p:txBody>
          <a:bodyPr wrap="square" lIns="0" tIns="24545" rIns="0" bIns="24545" anchor="ctr">
            <a:noAutofit/>
          </a:bodyPr>
          <a:lstStyle/>
          <a:p>
            <a:pPr algn="ctr" defTabSz="837848">
              <a:lnSpc>
                <a:spcPct val="115000"/>
              </a:lnSpc>
            </a:pPr>
            <a:r>
              <a:rPr lang="en-US" sz="1100" b="1" dirty="0">
                <a:ea typeface="MS PGothic" panose="020B0600070205080204" pitchFamily="34" charset="-128"/>
                <a:cs typeface="Times New Roman" panose="02020603050405020304" pitchFamily="18" charset="0"/>
              </a:rPr>
              <a:t>Sub-component 2: Detailing of the vision into the key strategic priorities and actions</a:t>
            </a:r>
          </a:p>
        </p:txBody>
      </p:sp>
      <p:sp>
        <p:nvSpPr>
          <p:cNvPr id="33" name="TextBox 32">
            <a:hlinkClick r:id="rId6" action="ppaction://hlinksldjump"/>
            <a:extLst>
              <a:ext uri="{FF2B5EF4-FFF2-40B4-BE49-F238E27FC236}">
                <a16:creationId xmlns:a16="http://schemas.microsoft.com/office/drawing/2014/main" id="{4A2C7CD7-C526-4CFD-94E9-5AFBDF7096C2}"/>
              </a:ext>
            </a:extLst>
          </p:cNvPr>
          <p:cNvSpPr txBox="1"/>
          <p:nvPr/>
        </p:nvSpPr>
        <p:spPr>
          <a:xfrm>
            <a:off x="10081719" y="6259707"/>
            <a:ext cx="930195" cy="288147"/>
          </a:xfrm>
          <a:prstGeom prst="leftArrow">
            <a:avLst>
              <a:gd name="adj1" fmla="val 100000"/>
              <a:gd name="adj2" fmla="val 50000"/>
            </a:avLst>
          </a:prstGeom>
        </p:spPr>
        <p:style>
          <a:lnRef idx="0">
            <a:schemeClr val="accent1"/>
          </a:lnRef>
          <a:fillRef idx="3">
            <a:schemeClr val="accent1"/>
          </a:fillRef>
          <a:effectRef idx="3">
            <a:schemeClr val="accent1"/>
          </a:effectRef>
          <a:fontRef idx="minor">
            <a:schemeClr val="lt1"/>
          </a:fontRef>
        </p:style>
        <p:txBody>
          <a:bodyPr wrap="square" lIns="0" tIns="36000" rIns="0" bIns="36000" rtlCol="0" anchor="ctr">
            <a:spAutoFit/>
          </a:bodyPr>
          <a:lstStyle/>
          <a:p>
            <a:pPr algn="ctr">
              <a:spcBef>
                <a:spcPts val="600"/>
              </a:spcBef>
              <a:buSzPct val="100000"/>
            </a:pPr>
            <a:r>
              <a:rPr lang="en-US" sz="1400" b="1" dirty="0">
                <a:solidFill>
                  <a:srgbClr val="313131"/>
                </a:solidFill>
              </a:rPr>
              <a:t>BACK</a:t>
            </a:r>
          </a:p>
        </p:txBody>
      </p:sp>
    </p:spTree>
    <p:extLst>
      <p:ext uri="{BB962C8B-B14F-4D97-AF65-F5344CB8AC3E}">
        <p14:creationId xmlns:p14="http://schemas.microsoft.com/office/powerpoint/2010/main" val="37073438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66280"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itle 3">
            <a:extLst>
              <a:ext uri="{FF2B5EF4-FFF2-40B4-BE49-F238E27FC236}">
                <a16:creationId xmlns:a16="http://schemas.microsoft.com/office/drawing/2014/main" id="{433C055F-F616-4FF2-9BF4-73A5E3DBD7EA}"/>
              </a:ext>
            </a:extLst>
          </p:cNvPr>
          <p:cNvSpPr>
            <a:spLocks noGrp="1"/>
          </p:cNvSpPr>
          <p:nvPr>
            <p:ph type="title"/>
          </p:nvPr>
        </p:nvSpPr>
        <p:spPr>
          <a:xfrm>
            <a:off x="501652" y="317504"/>
            <a:ext cx="11188700" cy="368299"/>
          </a:xfrm>
        </p:spPr>
        <p:txBody>
          <a:bodyPr vert="horz"/>
          <a:lstStyle/>
          <a:p>
            <a:r>
              <a:rPr lang="en-US" sz="1800" b="0" i="0" dirty="0">
                <a:solidFill>
                  <a:schemeClr val="tx1"/>
                </a:solidFill>
              </a:rPr>
              <a:t>Scope of Work</a:t>
            </a:r>
            <a:br>
              <a:rPr lang="en-US" sz="1800" b="0" i="0" dirty="0">
                <a:solidFill>
                  <a:schemeClr val="tx1"/>
                </a:solidFill>
              </a:rPr>
            </a:br>
            <a:r>
              <a:rPr lang="en-US" sz="1800" b="0" i="0" dirty="0">
                <a:solidFill>
                  <a:srgbClr val="00B0F0"/>
                </a:solidFill>
              </a:rPr>
              <a:t>Phase-2</a:t>
            </a:r>
          </a:p>
        </p:txBody>
      </p:sp>
      <p:sp>
        <p:nvSpPr>
          <p:cNvPr id="31" name="AutoShape 6">
            <a:extLst>
              <a:ext uri="{FF2B5EF4-FFF2-40B4-BE49-F238E27FC236}">
                <a16:creationId xmlns:a16="http://schemas.microsoft.com/office/drawing/2014/main" id="{4697CB56-AF1D-4603-9AA6-C55F218505C0}"/>
              </a:ext>
            </a:extLst>
          </p:cNvPr>
          <p:cNvSpPr>
            <a:spLocks noChangeArrowheads="1"/>
          </p:cNvSpPr>
          <p:nvPr/>
        </p:nvSpPr>
        <p:spPr bwMode="auto">
          <a:xfrm>
            <a:off x="508577" y="2160037"/>
            <a:ext cx="1385012" cy="2382624"/>
          </a:xfrm>
          <a:prstGeom prst="rect">
            <a:avLst/>
          </a:prstGeom>
          <a:solidFill>
            <a:schemeClr val="accent5"/>
          </a:solidFill>
          <a:ln w="12700" algn="ctr">
            <a:solidFill>
              <a:srgbClr val="FFFFFF"/>
            </a:solidFill>
            <a:miter lim="800000"/>
            <a:headEnd type="none" w="sm" len="sm"/>
            <a:tailEnd type="none" w="sm" len="sm"/>
          </a:ln>
        </p:spPr>
        <p:txBody>
          <a:bodyPr wrap="square" lIns="0" tIns="24545" rIns="0" bIns="24545" anchor="ctr">
            <a:noAutofit/>
          </a:bodyPr>
          <a:lstStyle/>
          <a:p>
            <a:pPr algn="ctr" defTabSz="837848">
              <a:lnSpc>
                <a:spcPct val="115000"/>
              </a:lnSpc>
            </a:pPr>
            <a:r>
              <a:rPr lang="en-US" sz="1150" b="1" dirty="0">
                <a:solidFill>
                  <a:srgbClr val="FFFFFF"/>
                </a:solidFill>
                <a:ea typeface="MS PGothic" panose="020B0600070205080204" pitchFamily="34" charset="-128"/>
                <a:cs typeface="Times New Roman" panose="02020603050405020304" pitchFamily="18" charset="0"/>
              </a:rPr>
              <a:t>Implementation Support</a:t>
            </a:r>
            <a:endParaRPr lang="en-IN" sz="1150" b="1" dirty="0">
              <a:solidFill>
                <a:prstClr val="black"/>
              </a:solidFill>
              <a:latin typeface="Verdana"/>
              <a:ea typeface="Times New Roman" panose="02020603050405020304" pitchFamily="18" charset="0"/>
              <a:cs typeface="Times New Roman" panose="02020603050405020304" pitchFamily="18" charset="0"/>
            </a:endParaRPr>
          </a:p>
        </p:txBody>
      </p:sp>
      <p:sp>
        <p:nvSpPr>
          <p:cNvPr id="26" name="Rectangle 25">
            <a:extLst>
              <a:ext uri="{FF2B5EF4-FFF2-40B4-BE49-F238E27FC236}">
                <a16:creationId xmlns:a16="http://schemas.microsoft.com/office/drawing/2014/main" id="{5C7C70A2-D82D-4D0C-BA41-964013DD6EDB}"/>
              </a:ext>
            </a:extLst>
          </p:cNvPr>
          <p:cNvSpPr/>
          <p:nvPr/>
        </p:nvSpPr>
        <p:spPr bwMode="gray">
          <a:xfrm>
            <a:off x="3865777" y="2150097"/>
            <a:ext cx="7144572" cy="1767664"/>
          </a:xfrm>
          <a:prstGeom prst="rect">
            <a:avLst/>
          </a:prstGeom>
          <a:noFill/>
          <a:ln w="19050" algn="ctr">
            <a:solidFill>
              <a:schemeClr val="bg1">
                <a:lumMod val="85000"/>
              </a:schemeClr>
            </a:solidFill>
            <a:miter lim="800000"/>
            <a:headEnd/>
            <a:tailEnd/>
          </a:ln>
          <a:effectLst/>
        </p:spPr>
        <p:txBody>
          <a:bodyPr wrap="square" lIns="88900" tIns="88900" rIns="88900" bIns="88900" rtlCol="0" anchor="t"/>
          <a:lstStyle/>
          <a:p>
            <a:pPr>
              <a:lnSpc>
                <a:spcPct val="114000"/>
              </a:lnSpc>
              <a:spcAft>
                <a:spcPts val="600"/>
              </a:spcAft>
            </a:pPr>
            <a:r>
              <a:rPr lang="en-US" sz="1100" dirty="0"/>
              <a:t>Post finalization of Vision, roadmap and turnaround strategy, support to Department of Power, Government of West Bengal in implementation of the approved turnaround strategy and in monitoring the KPIs and timelines. </a:t>
            </a:r>
          </a:p>
          <a:p>
            <a:pPr>
              <a:lnSpc>
                <a:spcPct val="114000"/>
              </a:lnSpc>
              <a:spcAft>
                <a:spcPts val="600"/>
              </a:spcAft>
            </a:pPr>
            <a:r>
              <a:rPr lang="en-US" sz="1100" dirty="0"/>
              <a:t>The scope includes the following:</a:t>
            </a:r>
          </a:p>
          <a:p>
            <a:pPr>
              <a:lnSpc>
                <a:spcPct val="114000"/>
              </a:lnSpc>
              <a:spcAft>
                <a:spcPts val="600"/>
              </a:spcAft>
            </a:pPr>
            <a:r>
              <a:rPr lang="en-US" sz="1100" dirty="0" err="1"/>
              <a:t>i</a:t>
            </a:r>
            <a:r>
              <a:rPr lang="en-US" sz="1100" dirty="0"/>
              <a:t>. Support in implementation of the respective goals, specific initiatives and turnaround plans</a:t>
            </a:r>
          </a:p>
          <a:p>
            <a:pPr>
              <a:lnSpc>
                <a:spcPct val="114000"/>
              </a:lnSpc>
              <a:spcAft>
                <a:spcPts val="600"/>
              </a:spcAft>
            </a:pPr>
            <a:r>
              <a:rPr lang="en-US" sz="1100" dirty="0"/>
              <a:t>ii. Development of project management dashboards for project level monitoring</a:t>
            </a:r>
          </a:p>
          <a:p>
            <a:pPr>
              <a:lnSpc>
                <a:spcPct val="114000"/>
              </a:lnSpc>
              <a:spcAft>
                <a:spcPts val="600"/>
              </a:spcAft>
            </a:pPr>
            <a:r>
              <a:rPr lang="en-US" sz="1100" dirty="0"/>
              <a:t>iii. Providing periodic status and update to Department of Power</a:t>
            </a:r>
            <a:endParaRPr lang="en-IN" sz="1100" dirty="0"/>
          </a:p>
        </p:txBody>
      </p:sp>
      <p:sp>
        <p:nvSpPr>
          <p:cNvPr id="30" name="Flowchart: Alternate Process 29">
            <a:extLst>
              <a:ext uri="{FF2B5EF4-FFF2-40B4-BE49-F238E27FC236}">
                <a16:creationId xmlns:a16="http://schemas.microsoft.com/office/drawing/2014/main" id="{D77226F0-C51A-4207-BD59-C036C1F102FE}"/>
              </a:ext>
            </a:extLst>
          </p:cNvPr>
          <p:cNvSpPr/>
          <p:nvPr/>
        </p:nvSpPr>
        <p:spPr>
          <a:xfrm>
            <a:off x="2017174" y="2167087"/>
            <a:ext cx="1700073" cy="1745806"/>
          </a:xfrm>
          <a:prstGeom prst="flowChartAlternateProcess">
            <a:avLst/>
          </a:prstGeom>
          <a:solidFill>
            <a:schemeClr val="accent5">
              <a:alpha val="52000"/>
            </a:schemeClr>
          </a:solidFill>
          <a:ln w="12700" algn="ctr">
            <a:solidFill>
              <a:srgbClr val="FFFFFF"/>
            </a:solidFill>
            <a:miter lim="800000"/>
            <a:headEnd type="none" w="sm" len="sm"/>
            <a:tailEnd type="none" w="sm" len="sm"/>
          </a:ln>
        </p:spPr>
        <p:txBody>
          <a:bodyPr wrap="square" lIns="24545" tIns="24545" rIns="24545" bIns="24545" anchor="ctr">
            <a:noAutofit/>
          </a:bodyPr>
          <a:lstStyle/>
          <a:p>
            <a:pPr algn="ctr" defTabSz="837848">
              <a:lnSpc>
                <a:spcPct val="115000"/>
              </a:lnSpc>
            </a:pPr>
            <a:r>
              <a:rPr lang="en-US" sz="1100" b="1" dirty="0">
                <a:ea typeface="MS PGothic" panose="020B0600070205080204" pitchFamily="34" charset="-128"/>
                <a:cs typeface="Times New Roman" panose="02020603050405020304" pitchFamily="18" charset="0"/>
              </a:rPr>
              <a:t>Implementation and Monitoring support of Vision, Roadmap and the turnaround plan</a:t>
            </a:r>
            <a:endParaRPr lang="en-US" sz="1100" b="1" dirty="0">
              <a:latin typeface="Verdana"/>
              <a:ea typeface="MS PGothic" panose="020B0600070205080204" pitchFamily="34" charset="-128"/>
              <a:cs typeface="Times New Roman" panose="02020603050405020304" pitchFamily="18" charset="0"/>
            </a:endParaRPr>
          </a:p>
        </p:txBody>
      </p:sp>
      <p:sp>
        <p:nvSpPr>
          <p:cNvPr id="23" name="Flowchart: Alternate Process 22">
            <a:extLst>
              <a:ext uri="{FF2B5EF4-FFF2-40B4-BE49-F238E27FC236}">
                <a16:creationId xmlns:a16="http://schemas.microsoft.com/office/drawing/2014/main" id="{FC4E216A-91A2-4D84-B261-9C002A1CE238}"/>
              </a:ext>
            </a:extLst>
          </p:cNvPr>
          <p:cNvSpPr/>
          <p:nvPr/>
        </p:nvSpPr>
        <p:spPr>
          <a:xfrm>
            <a:off x="2017174" y="4054375"/>
            <a:ext cx="8993174" cy="488286"/>
          </a:xfrm>
          <a:prstGeom prst="flowChartAlternateProcess">
            <a:avLst/>
          </a:prstGeom>
          <a:solidFill>
            <a:schemeClr val="accent5">
              <a:alpha val="52000"/>
            </a:schemeClr>
          </a:solidFill>
          <a:ln w="12700" algn="ctr">
            <a:solidFill>
              <a:srgbClr val="FFFFFF"/>
            </a:solidFill>
            <a:miter lim="800000"/>
            <a:headEnd type="none" w="sm" len="sm"/>
            <a:tailEnd type="none" w="sm" len="sm"/>
          </a:ln>
        </p:spPr>
        <p:txBody>
          <a:bodyPr wrap="square" lIns="24545" tIns="24545" rIns="24545" bIns="24545" anchor="ctr">
            <a:noAutofit/>
          </a:bodyPr>
          <a:lstStyle/>
          <a:p>
            <a:pPr algn="ctr" defTabSz="837848">
              <a:lnSpc>
                <a:spcPct val="115000"/>
              </a:lnSpc>
            </a:pPr>
            <a:r>
              <a:rPr lang="en-US" sz="1100" b="1" dirty="0">
                <a:ea typeface="MS PGothic" panose="020B0600070205080204" pitchFamily="34" charset="-128"/>
                <a:cs typeface="Times New Roman" panose="02020603050405020304" pitchFamily="18" charset="0"/>
              </a:rPr>
              <a:t>Implementation support by coordinating with other Utilities</a:t>
            </a:r>
          </a:p>
        </p:txBody>
      </p:sp>
      <p:cxnSp>
        <p:nvCxnSpPr>
          <p:cNvPr id="17" name="Straight Arrow Connector 16">
            <a:extLst>
              <a:ext uri="{FF2B5EF4-FFF2-40B4-BE49-F238E27FC236}">
                <a16:creationId xmlns:a16="http://schemas.microsoft.com/office/drawing/2014/main" id="{71FC96D4-28BB-4B20-9E60-C939B45EFA95}"/>
              </a:ext>
            </a:extLst>
          </p:cNvPr>
          <p:cNvCxnSpPr>
            <a:cxnSpLocks/>
          </p:cNvCxnSpPr>
          <p:nvPr/>
        </p:nvCxnSpPr>
        <p:spPr>
          <a:xfrm flipH="1">
            <a:off x="11145754" y="2116984"/>
            <a:ext cx="19071" cy="2425677"/>
          </a:xfrm>
          <a:prstGeom prst="straightConnector1">
            <a:avLst/>
          </a:prstGeom>
          <a:ln>
            <a:solidFill>
              <a:schemeClr val="tx2"/>
            </a:solidFill>
            <a:headEnd type="none"/>
            <a:tailEnd type="triangle"/>
          </a:ln>
        </p:spPr>
        <p:style>
          <a:lnRef idx="1">
            <a:schemeClr val="accent1"/>
          </a:lnRef>
          <a:fillRef idx="0">
            <a:schemeClr val="accent1"/>
          </a:fillRef>
          <a:effectRef idx="0">
            <a:schemeClr val="accent1"/>
          </a:effectRef>
          <a:fontRef idx="minor">
            <a:schemeClr val="tx1"/>
          </a:fontRef>
        </p:style>
      </p:cxnSp>
      <p:graphicFrame>
        <p:nvGraphicFramePr>
          <p:cNvPr id="20" name="Table 4">
            <a:extLst>
              <a:ext uri="{FF2B5EF4-FFF2-40B4-BE49-F238E27FC236}">
                <a16:creationId xmlns:a16="http://schemas.microsoft.com/office/drawing/2014/main" id="{3A3EF119-39AD-4E92-9509-ABAC04156FB5}"/>
              </a:ext>
            </a:extLst>
          </p:cNvPr>
          <p:cNvGraphicFramePr>
            <a:graphicFrameLocks noGrp="1"/>
          </p:cNvGraphicFramePr>
          <p:nvPr/>
        </p:nvGraphicFramePr>
        <p:xfrm>
          <a:off x="11281160" y="4374198"/>
          <a:ext cx="844929" cy="252845"/>
        </p:xfrm>
        <a:graphic>
          <a:graphicData uri="http://schemas.openxmlformats.org/drawingml/2006/table">
            <a:tbl>
              <a:tblPr firstRow="1" bandRow="1">
                <a:tableStyleId>{5C22544A-7EE6-4342-B048-85BDC9FD1C3A}</a:tableStyleId>
              </a:tblPr>
              <a:tblGrid>
                <a:gridCol w="844929">
                  <a:extLst>
                    <a:ext uri="{9D8B030D-6E8A-4147-A177-3AD203B41FA5}">
                      <a16:colId xmlns:a16="http://schemas.microsoft.com/office/drawing/2014/main" val="2538893304"/>
                    </a:ext>
                  </a:extLst>
                </a:gridCol>
              </a:tblGrid>
              <a:tr h="252845">
                <a:tc>
                  <a:txBody>
                    <a:bodyPr/>
                    <a:lstStyle/>
                    <a:p>
                      <a:r>
                        <a:rPr lang="en-US" sz="1000" b="0" dirty="0">
                          <a:solidFill>
                            <a:schemeClr val="tx1"/>
                          </a:solidFill>
                        </a:rPr>
                        <a:t>Week 96</a:t>
                      </a:r>
                      <a:endParaRPr lang="en-IN" sz="1000" b="0" dirty="0">
                        <a:solidFill>
                          <a:schemeClr val="tx1"/>
                        </a:solidFill>
                      </a:endParaRPr>
                    </a:p>
                  </a:txBody>
                  <a:tcPr marL="62345" marR="62345" marT="31173" marB="31173">
                    <a:noFill/>
                  </a:tcPr>
                </a:tc>
                <a:extLst>
                  <a:ext uri="{0D108BD9-81ED-4DB2-BD59-A6C34878D82A}">
                    <a16:rowId xmlns:a16="http://schemas.microsoft.com/office/drawing/2014/main" val="3320836214"/>
                  </a:ext>
                </a:extLst>
              </a:tr>
            </a:tbl>
          </a:graphicData>
        </a:graphic>
      </p:graphicFrame>
      <p:graphicFrame>
        <p:nvGraphicFramePr>
          <p:cNvPr id="18" name="Table 4">
            <a:extLst>
              <a:ext uri="{FF2B5EF4-FFF2-40B4-BE49-F238E27FC236}">
                <a16:creationId xmlns:a16="http://schemas.microsoft.com/office/drawing/2014/main" id="{88E1CB25-222D-4295-91B8-6B3D3FA4BADF}"/>
              </a:ext>
            </a:extLst>
          </p:cNvPr>
          <p:cNvGraphicFramePr>
            <a:graphicFrameLocks noGrp="1"/>
          </p:cNvGraphicFramePr>
          <p:nvPr/>
        </p:nvGraphicFramePr>
        <p:xfrm>
          <a:off x="11197483" y="2056432"/>
          <a:ext cx="890541" cy="671946"/>
        </p:xfrm>
        <a:graphic>
          <a:graphicData uri="http://schemas.openxmlformats.org/drawingml/2006/table">
            <a:tbl>
              <a:tblPr firstRow="1" bandRow="1">
                <a:tableStyleId>{5C22544A-7EE6-4342-B048-85BDC9FD1C3A}</a:tableStyleId>
              </a:tblPr>
              <a:tblGrid>
                <a:gridCol w="890541">
                  <a:extLst>
                    <a:ext uri="{9D8B030D-6E8A-4147-A177-3AD203B41FA5}">
                      <a16:colId xmlns:a16="http://schemas.microsoft.com/office/drawing/2014/main" val="2538893304"/>
                    </a:ext>
                  </a:extLst>
                </a:gridCol>
              </a:tblGrid>
              <a:tr h="252845">
                <a:tc>
                  <a:txBody>
                    <a:bodyPr/>
                    <a:lstStyle/>
                    <a:p>
                      <a:pPr algn="ctr"/>
                      <a:r>
                        <a:rPr lang="en-US" sz="1000" b="0" dirty="0">
                          <a:solidFill>
                            <a:schemeClr val="tx1"/>
                          </a:solidFill>
                        </a:rPr>
                        <a:t>…Continued from Previous Slide</a:t>
                      </a:r>
                      <a:endParaRPr lang="en-IN" sz="1000" b="0" dirty="0">
                        <a:solidFill>
                          <a:schemeClr val="tx1"/>
                        </a:solidFill>
                      </a:endParaRPr>
                    </a:p>
                  </a:txBody>
                  <a:tcPr marL="62345" marR="62345" marT="31173" marB="31173">
                    <a:noFill/>
                  </a:tcPr>
                </a:tc>
                <a:extLst>
                  <a:ext uri="{0D108BD9-81ED-4DB2-BD59-A6C34878D82A}">
                    <a16:rowId xmlns:a16="http://schemas.microsoft.com/office/drawing/2014/main" val="3320836214"/>
                  </a:ext>
                </a:extLst>
              </a:tr>
            </a:tbl>
          </a:graphicData>
        </a:graphic>
      </p:graphicFrame>
      <p:sp>
        <p:nvSpPr>
          <p:cNvPr id="22" name="TextBox 21">
            <a:hlinkClick r:id="rId6" action="ppaction://hlinksldjump"/>
            <a:extLst>
              <a:ext uri="{FF2B5EF4-FFF2-40B4-BE49-F238E27FC236}">
                <a16:creationId xmlns:a16="http://schemas.microsoft.com/office/drawing/2014/main" id="{6FF1357C-DDB8-48A4-B4C7-9F32D69BB58B}"/>
              </a:ext>
            </a:extLst>
          </p:cNvPr>
          <p:cNvSpPr txBox="1"/>
          <p:nvPr/>
        </p:nvSpPr>
        <p:spPr>
          <a:xfrm>
            <a:off x="10081719" y="6259707"/>
            <a:ext cx="930195" cy="288147"/>
          </a:xfrm>
          <a:prstGeom prst="leftArrow">
            <a:avLst>
              <a:gd name="adj1" fmla="val 100000"/>
              <a:gd name="adj2" fmla="val 50000"/>
            </a:avLst>
          </a:prstGeom>
        </p:spPr>
        <p:style>
          <a:lnRef idx="0">
            <a:schemeClr val="accent1"/>
          </a:lnRef>
          <a:fillRef idx="3">
            <a:schemeClr val="accent1"/>
          </a:fillRef>
          <a:effectRef idx="3">
            <a:schemeClr val="accent1"/>
          </a:effectRef>
          <a:fontRef idx="minor">
            <a:schemeClr val="lt1"/>
          </a:fontRef>
        </p:style>
        <p:txBody>
          <a:bodyPr wrap="square" lIns="0" tIns="36000" rIns="0" bIns="36000" rtlCol="0" anchor="ctr">
            <a:spAutoFit/>
          </a:bodyPr>
          <a:lstStyle/>
          <a:p>
            <a:pPr algn="ctr">
              <a:spcBef>
                <a:spcPts val="600"/>
              </a:spcBef>
              <a:buSzPct val="100000"/>
            </a:pPr>
            <a:r>
              <a:rPr lang="en-US" sz="1400" b="1" dirty="0">
                <a:solidFill>
                  <a:srgbClr val="313131"/>
                </a:solidFill>
              </a:rPr>
              <a:t>BACK</a:t>
            </a:r>
          </a:p>
        </p:txBody>
      </p:sp>
    </p:spTree>
    <p:extLst>
      <p:ext uri="{BB962C8B-B14F-4D97-AF65-F5344CB8AC3E}">
        <p14:creationId xmlns:p14="http://schemas.microsoft.com/office/powerpoint/2010/main" val="29167495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6B18D076-3AAA-400C-859D-44926E74F6A1}"/>
              </a:ext>
            </a:extLst>
          </p:cNvPr>
          <p:cNvGraphicFramePr>
            <a:graphicFrameLocks noChangeAspect="1"/>
          </p:cNvGraphicFramePr>
          <p:nvPr>
            <p:custDataLst>
              <p:tags r:id="rId2"/>
            </p:custDataLst>
            <p:extLst>
              <p:ext uri="{D42A27DB-BD31-4B8C-83A1-F6EECF244321}">
                <p14:modId xmlns:p14="http://schemas.microsoft.com/office/powerpoint/2010/main" val="6903832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58129" name="think-cell Slide" r:id="rId4" imgW="498" imgH="499" progId="TCLayout.ActiveDocument.1">
                  <p:embed/>
                </p:oleObj>
              </mc:Choice>
              <mc:Fallback>
                <p:oleObj name="think-cell Slide" r:id="rId4" imgW="498" imgH="499"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Title 2">
            <a:extLst>
              <a:ext uri="{FF2B5EF4-FFF2-40B4-BE49-F238E27FC236}">
                <a16:creationId xmlns:a16="http://schemas.microsoft.com/office/drawing/2014/main" id="{6F21C42A-5506-4338-B2F0-FBE820C7A1AF}"/>
              </a:ext>
            </a:extLst>
          </p:cNvPr>
          <p:cNvSpPr>
            <a:spLocks noGrp="1"/>
          </p:cNvSpPr>
          <p:nvPr>
            <p:ph type="title"/>
          </p:nvPr>
        </p:nvSpPr>
        <p:spPr>
          <a:xfrm>
            <a:off x="501652" y="317500"/>
            <a:ext cx="11188700" cy="334100"/>
          </a:xfrm>
        </p:spPr>
        <p:txBody>
          <a:bodyPr vert="horz"/>
          <a:lstStyle/>
          <a:p>
            <a:r>
              <a:rPr lang="en-US" sz="1800" dirty="0"/>
              <a:t>Our Understanding of Project Objective and Statement of Work</a:t>
            </a:r>
          </a:p>
        </p:txBody>
      </p:sp>
      <p:grpSp>
        <p:nvGrpSpPr>
          <p:cNvPr id="33" name="Group 32">
            <a:extLst>
              <a:ext uri="{FF2B5EF4-FFF2-40B4-BE49-F238E27FC236}">
                <a16:creationId xmlns:a16="http://schemas.microsoft.com/office/drawing/2014/main" id="{8F860725-66C0-4F63-A01A-3AE87A00F058}"/>
              </a:ext>
            </a:extLst>
          </p:cNvPr>
          <p:cNvGrpSpPr/>
          <p:nvPr/>
        </p:nvGrpSpPr>
        <p:grpSpPr>
          <a:xfrm>
            <a:off x="390822" y="950344"/>
            <a:ext cx="11188700" cy="5374256"/>
            <a:chOff x="390822" y="950344"/>
            <a:chExt cx="10050776" cy="5184293"/>
          </a:xfrm>
        </p:grpSpPr>
        <p:sp>
          <p:nvSpPr>
            <p:cNvPr id="7" name="Rectangle 6">
              <a:extLst>
                <a:ext uri="{FF2B5EF4-FFF2-40B4-BE49-F238E27FC236}">
                  <a16:creationId xmlns:a16="http://schemas.microsoft.com/office/drawing/2014/main" id="{16F8F58A-C883-4C5A-8B49-2AF1EBF5EB48}"/>
                </a:ext>
              </a:extLst>
            </p:cNvPr>
            <p:cNvSpPr/>
            <p:nvPr/>
          </p:nvSpPr>
          <p:spPr bwMode="gray">
            <a:xfrm>
              <a:off x="2672305" y="950344"/>
              <a:ext cx="7767432" cy="1909901"/>
            </a:xfrm>
            <a:prstGeom prst="rect">
              <a:avLst/>
            </a:prstGeom>
            <a:solidFill>
              <a:srgbClr val="86BC25">
                <a:alpha val="26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9" name="Rectangle 8">
              <a:extLst>
                <a:ext uri="{FF2B5EF4-FFF2-40B4-BE49-F238E27FC236}">
                  <a16:creationId xmlns:a16="http://schemas.microsoft.com/office/drawing/2014/main" id="{59E520A5-E2E4-43ED-BD2F-6EC41CE85D25}"/>
                </a:ext>
              </a:extLst>
            </p:cNvPr>
            <p:cNvSpPr/>
            <p:nvPr/>
          </p:nvSpPr>
          <p:spPr bwMode="gray">
            <a:xfrm>
              <a:off x="2752660" y="1168262"/>
              <a:ext cx="7567764" cy="1450778"/>
            </a:xfrm>
            <a:prstGeom prst="rect">
              <a:avLst/>
            </a:prstGeom>
            <a:noFill/>
            <a:ln w="19050" algn="ctr">
              <a:noFill/>
              <a:miter lim="800000"/>
              <a:headEnd/>
              <a:tailEnd/>
            </a:ln>
          </p:spPr>
          <p:txBody>
            <a:bodyPr wrap="square" lIns="0" tIns="88900" rIns="88900" bIns="88900" rtlCol="0" anchor="ctr"/>
            <a:lstStyle/>
            <a:p>
              <a:pPr marL="360000" indent="-285750">
                <a:lnSpc>
                  <a:spcPct val="114000"/>
                </a:lnSpc>
                <a:spcAft>
                  <a:spcPts val="600"/>
                </a:spcAft>
                <a:buFont typeface="Arial" panose="020B0604020202020204" pitchFamily="34" charset="0"/>
                <a:buChar char="•"/>
              </a:pPr>
              <a:r>
                <a:rPr lang="en-US" sz="1100" i="1" dirty="0">
                  <a:solidFill>
                    <a:prstClr val="black"/>
                  </a:solidFill>
                </a:rPr>
                <a:t>To </a:t>
              </a:r>
              <a:r>
                <a:rPr lang="en-US" sz="1100" b="1" i="1" dirty="0">
                  <a:solidFill>
                    <a:prstClr val="black"/>
                  </a:solidFill>
                </a:rPr>
                <a:t>assess the key cost-drivers and factors influencing the financial, operational and regulatory performances</a:t>
              </a:r>
              <a:r>
                <a:rPr lang="en-US" sz="1100" i="1" dirty="0">
                  <a:solidFill>
                    <a:prstClr val="black"/>
                  </a:solidFill>
                </a:rPr>
                <a:t> of West Bengal power utilities</a:t>
              </a:r>
              <a:endParaRPr lang="en-US" sz="1100" b="1" i="1" dirty="0">
                <a:solidFill>
                  <a:prstClr val="black"/>
                </a:solidFill>
              </a:endParaRPr>
            </a:p>
            <a:p>
              <a:pPr marL="360000" indent="-285750">
                <a:lnSpc>
                  <a:spcPct val="114000"/>
                </a:lnSpc>
                <a:spcAft>
                  <a:spcPts val="600"/>
                </a:spcAft>
                <a:buFont typeface="Arial" panose="020B0604020202020204" pitchFamily="34" charset="0"/>
                <a:buChar char="•"/>
              </a:pPr>
              <a:r>
                <a:rPr lang="en-US" sz="1100" i="1" dirty="0">
                  <a:solidFill>
                    <a:prstClr val="black"/>
                  </a:solidFill>
                </a:rPr>
                <a:t>To evaluate </a:t>
              </a:r>
              <a:r>
                <a:rPr lang="en-US" sz="1100" b="1" i="1" dirty="0">
                  <a:solidFill>
                    <a:prstClr val="black"/>
                  </a:solidFill>
                </a:rPr>
                <a:t>potential impact of emerging sector trends and Govt. programs / schemes</a:t>
              </a:r>
              <a:r>
                <a:rPr lang="en-US" sz="1100" i="1" dirty="0">
                  <a:solidFill>
                    <a:prstClr val="black"/>
                  </a:solidFill>
                </a:rPr>
                <a:t> on performance of the state power utilities</a:t>
              </a:r>
            </a:p>
            <a:p>
              <a:pPr marL="360000" indent="-285750">
                <a:lnSpc>
                  <a:spcPct val="114000"/>
                </a:lnSpc>
                <a:spcAft>
                  <a:spcPts val="600"/>
                </a:spcAft>
                <a:buFont typeface="Arial" panose="020B0604020202020204" pitchFamily="34" charset="0"/>
                <a:buChar char="•"/>
              </a:pPr>
              <a:r>
                <a:rPr lang="en-US" sz="1100" i="1" dirty="0">
                  <a:solidFill>
                    <a:prstClr val="black"/>
                  </a:solidFill>
                </a:rPr>
                <a:t>To create a </a:t>
              </a:r>
              <a:r>
                <a:rPr lang="en-US" sz="1100" b="1" i="1" dirty="0">
                  <a:solidFill>
                    <a:prstClr val="black"/>
                  </a:solidFill>
                </a:rPr>
                <a:t>state sector vision, identify action items and formulate actionable roadmap</a:t>
              </a:r>
              <a:r>
                <a:rPr lang="en-US" sz="1100" i="1" dirty="0">
                  <a:solidFill>
                    <a:prstClr val="black"/>
                  </a:solidFill>
                </a:rPr>
                <a:t> for achieving </a:t>
              </a:r>
              <a:r>
                <a:rPr lang="en-US" sz="1100" b="1" i="1" dirty="0">
                  <a:solidFill>
                    <a:prstClr val="black"/>
                  </a:solidFill>
                </a:rPr>
                <a:t>financial sustainability</a:t>
              </a:r>
              <a:r>
                <a:rPr lang="en-US" sz="1100" i="1" dirty="0">
                  <a:solidFill>
                    <a:prstClr val="black"/>
                  </a:solidFill>
                </a:rPr>
                <a:t> of the utilities and </a:t>
              </a:r>
              <a:r>
                <a:rPr lang="en-US" sz="1100" b="1" i="1" dirty="0">
                  <a:solidFill>
                    <a:prstClr val="black"/>
                  </a:solidFill>
                </a:rPr>
                <a:t>seamless transitioning</a:t>
              </a:r>
              <a:r>
                <a:rPr lang="en-US" sz="1100" i="1" dirty="0">
                  <a:solidFill>
                    <a:prstClr val="black"/>
                  </a:solidFill>
                </a:rPr>
                <a:t> with the emerging sector trends</a:t>
              </a:r>
            </a:p>
          </p:txBody>
        </p:sp>
        <p:sp>
          <p:nvSpPr>
            <p:cNvPr id="10" name="Flowchart: Manual Operation 9">
              <a:extLst>
                <a:ext uri="{FF2B5EF4-FFF2-40B4-BE49-F238E27FC236}">
                  <a16:creationId xmlns:a16="http://schemas.microsoft.com/office/drawing/2014/main" id="{63FCE8D7-9BEF-4DED-B43D-BBD3F05B1929}"/>
                </a:ext>
              </a:extLst>
            </p:cNvPr>
            <p:cNvSpPr/>
            <p:nvPr/>
          </p:nvSpPr>
          <p:spPr bwMode="gray">
            <a:xfrm rot="5400000">
              <a:off x="1231424" y="1332454"/>
              <a:ext cx="1890012" cy="1125791"/>
            </a:xfrm>
            <a:prstGeom prst="flowChartManualOperation">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pSp>
          <p:nvGrpSpPr>
            <p:cNvPr id="11" name="Group 10">
              <a:extLst>
                <a:ext uri="{FF2B5EF4-FFF2-40B4-BE49-F238E27FC236}">
                  <a16:creationId xmlns:a16="http://schemas.microsoft.com/office/drawing/2014/main" id="{304BA66F-2418-42C1-89A9-97DFA8F42758}"/>
                </a:ext>
              </a:extLst>
            </p:cNvPr>
            <p:cNvGrpSpPr/>
            <p:nvPr/>
          </p:nvGrpSpPr>
          <p:grpSpPr>
            <a:xfrm>
              <a:off x="737377" y="1325691"/>
              <a:ext cx="1380025" cy="1137600"/>
              <a:chOff x="376238" y="1025743"/>
              <a:chExt cx="1196626" cy="1039540"/>
            </a:xfrm>
          </p:grpSpPr>
          <p:sp>
            <p:nvSpPr>
              <p:cNvPr id="12" name="Freeform 9">
                <a:extLst>
                  <a:ext uri="{FF2B5EF4-FFF2-40B4-BE49-F238E27FC236}">
                    <a16:creationId xmlns:a16="http://schemas.microsoft.com/office/drawing/2014/main" id="{6DAA4840-DE9B-4757-9866-7294AF658895}"/>
                  </a:ext>
                </a:extLst>
              </p:cNvPr>
              <p:cNvSpPr>
                <a:spLocks/>
              </p:cNvSpPr>
              <p:nvPr/>
            </p:nvSpPr>
            <p:spPr bwMode="auto">
              <a:xfrm>
                <a:off x="376238" y="1025743"/>
                <a:ext cx="1196626" cy="1039540"/>
              </a:xfrm>
              <a:custGeom>
                <a:avLst/>
                <a:gdLst>
                  <a:gd name="T0" fmla="*/ 259 w 1036"/>
                  <a:gd name="T1" fmla="*/ 900 h 900"/>
                  <a:gd name="T2" fmla="*/ 0 w 1036"/>
                  <a:gd name="T3" fmla="*/ 451 h 900"/>
                  <a:gd name="T4" fmla="*/ 259 w 1036"/>
                  <a:gd name="T5" fmla="*/ 0 h 900"/>
                  <a:gd name="T6" fmla="*/ 777 w 1036"/>
                  <a:gd name="T7" fmla="*/ 0 h 900"/>
                  <a:gd name="T8" fmla="*/ 1036 w 1036"/>
                  <a:gd name="T9" fmla="*/ 451 h 900"/>
                  <a:gd name="T10" fmla="*/ 777 w 1036"/>
                  <a:gd name="T11" fmla="*/ 900 h 900"/>
                  <a:gd name="T12" fmla="*/ 259 w 1036"/>
                  <a:gd name="T13" fmla="*/ 900 h 900"/>
                </a:gdLst>
                <a:ahLst/>
                <a:cxnLst>
                  <a:cxn ang="0">
                    <a:pos x="T0" y="T1"/>
                  </a:cxn>
                  <a:cxn ang="0">
                    <a:pos x="T2" y="T3"/>
                  </a:cxn>
                  <a:cxn ang="0">
                    <a:pos x="T4" y="T5"/>
                  </a:cxn>
                  <a:cxn ang="0">
                    <a:pos x="T6" y="T7"/>
                  </a:cxn>
                  <a:cxn ang="0">
                    <a:pos x="T8" y="T9"/>
                  </a:cxn>
                  <a:cxn ang="0">
                    <a:pos x="T10" y="T11"/>
                  </a:cxn>
                  <a:cxn ang="0">
                    <a:pos x="T12" y="T13"/>
                  </a:cxn>
                </a:cxnLst>
                <a:rect l="0" t="0" r="r" b="b"/>
                <a:pathLst>
                  <a:path w="1036" h="900">
                    <a:moveTo>
                      <a:pt x="259" y="900"/>
                    </a:moveTo>
                    <a:lnTo>
                      <a:pt x="0" y="451"/>
                    </a:lnTo>
                    <a:lnTo>
                      <a:pt x="259" y="0"/>
                    </a:lnTo>
                    <a:lnTo>
                      <a:pt x="777" y="0"/>
                    </a:lnTo>
                    <a:lnTo>
                      <a:pt x="1036" y="451"/>
                    </a:lnTo>
                    <a:lnTo>
                      <a:pt x="777" y="900"/>
                    </a:lnTo>
                    <a:lnTo>
                      <a:pt x="259" y="90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3" name="Freeform 10">
                <a:extLst>
                  <a:ext uri="{FF2B5EF4-FFF2-40B4-BE49-F238E27FC236}">
                    <a16:creationId xmlns:a16="http://schemas.microsoft.com/office/drawing/2014/main" id="{92E7A8B3-8514-4A8F-BC89-3BB664D3A53C}"/>
                  </a:ext>
                </a:extLst>
              </p:cNvPr>
              <p:cNvSpPr>
                <a:spLocks/>
              </p:cNvSpPr>
              <p:nvPr/>
            </p:nvSpPr>
            <p:spPr bwMode="auto">
              <a:xfrm>
                <a:off x="489432" y="1123922"/>
                <a:ext cx="971393" cy="844338"/>
              </a:xfrm>
              <a:custGeom>
                <a:avLst/>
                <a:gdLst>
                  <a:gd name="T0" fmla="*/ 210 w 841"/>
                  <a:gd name="T1" fmla="*/ 731 h 731"/>
                  <a:gd name="T2" fmla="*/ 0 w 841"/>
                  <a:gd name="T3" fmla="*/ 366 h 731"/>
                  <a:gd name="T4" fmla="*/ 210 w 841"/>
                  <a:gd name="T5" fmla="*/ 0 h 731"/>
                  <a:gd name="T6" fmla="*/ 631 w 841"/>
                  <a:gd name="T7" fmla="*/ 0 h 731"/>
                  <a:gd name="T8" fmla="*/ 841 w 841"/>
                  <a:gd name="T9" fmla="*/ 366 h 731"/>
                  <a:gd name="T10" fmla="*/ 631 w 841"/>
                  <a:gd name="T11" fmla="*/ 731 h 731"/>
                  <a:gd name="T12" fmla="*/ 210 w 841"/>
                  <a:gd name="T13" fmla="*/ 731 h 731"/>
                </a:gdLst>
                <a:ahLst/>
                <a:cxnLst>
                  <a:cxn ang="0">
                    <a:pos x="T0" y="T1"/>
                  </a:cxn>
                  <a:cxn ang="0">
                    <a:pos x="T2" y="T3"/>
                  </a:cxn>
                  <a:cxn ang="0">
                    <a:pos x="T4" y="T5"/>
                  </a:cxn>
                  <a:cxn ang="0">
                    <a:pos x="T6" y="T7"/>
                  </a:cxn>
                  <a:cxn ang="0">
                    <a:pos x="T8" y="T9"/>
                  </a:cxn>
                  <a:cxn ang="0">
                    <a:pos x="T10" y="T11"/>
                  </a:cxn>
                  <a:cxn ang="0">
                    <a:pos x="T12" y="T13"/>
                  </a:cxn>
                </a:cxnLst>
                <a:rect l="0" t="0" r="r" b="b"/>
                <a:pathLst>
                  <a:path w="841" h="731">
                    <a:moveTo>
                      <a:pt x="210" y="731"/>
                    </a:moveTo>
                    <a:lnTo>
                      <a:pt x="0" y="366"/>
                    </a:lnTo>
                    <a:lnTo>
                      <a:pt x="210" y="0"/>
                    </a:lnTo>
                    <a:lnTo>
                      <a:pt x="631" y="0"/>
                    </a:lnTo>
                    <a:lnTo>
                      <a:pt x="841" y="366"/>
                    </a:lnTo>
                    <a:lnTo>
                      <a:pt x="631" y="731"/>
                    </a:lnTo>
                    <a:lnTo>
                      <a:pt x="210" y="73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94">
                <a:extLst>
                  <a:ext uri="{FF2B5EF4-FFF2-40B4-BE49-F238E27FC236}">
                    <a16:creationId xmlns:a16="http://schemas.microsoft.com/office/drawing/2014/main" id="{7E2578D9-02B6-4CA4-8177-2520FA516913}"/>
                  </a:ext>
                </a:extLst>
              </p:cNvPr>
              <p:cNvSpPr>
                <a:spLocks noEditPoints="1"/>
              </p:cNvSpPr>
              <p:nvPr/>
            </p:nvSpPr>
            <p:spPr bwMode="auto">
              <a:xfrm>
                <a:off x="723902" y="1375959"/>
                <a:ext cx="492784" cy="364936"/>
              </a:xfrm>
              <a:custGeom>
                <a:avLst/>
                <a:gdLst>
                  <a:gd name="T0" fmla="*/ 309 w 320"/>
                  <a:gd name="T1" fmla="*/ 21 h 236"/>
                  <a:gd name="T2" fmla="*/ 309 w 320"/>
                  <a:gd name="T3" fmla="*/ 0 h 236"/>
                  <a:gd name="T4" fmla="*/ 288 w 320"/>
                  <a:gd name="T5" fmla="*/ 11 h 236"/>
                  <a:gd name="T6" fmla="*/ 247 w 320"/>
                  <a:gd name="T7" fmla="*/ 32 h 236"/>
                  <a:gd name="T8" fmla="*/ 165 w 320"/>
                  <a:gd name="T9" fmla="*/ 12 h 236"/>
                  <a:gd name="T10" fmla="*/ 128 w 320"/>
                  <a:gd name="T11" fmla="*/ 32 h 236"/>
                  <a:gd name="T12" fmla="*/ 32 w 320"/>
                  <a:gd name="T13" fmla="*/ 11 h 236"/>
                  <a:gd name="T14" fmla="*/ 10 w 320"/>
                  <a:gd name="T15" fmla="*/ 0 h 236"/>
                  <a:gd name="T16" fmla="*/ 10 w 320"/>
                  <a:gd name="T17" fmla="*/ 21 h 236"/>
                  <a:gd name="T18" fmla="*/ 0 w 320"/>
                  <a:gd name="T19" fmla="*/ 181 h 236"/>
                  <a:gd name="T20" fmla="*/ 21 w 320"/>
                  <a:gd name="T21" fmla="*/ 192 h 236"/>
                  <a:gd name="T22" fmla="*/ 32 w 320"/>
                  <a:gd name="T23" fmla="*/ 171 h 236"/>
                  <a:gd name="T24" fmla="*/ 76 w 320"/>
                  <a:gd name="T25" fmla="*/ 219 h 236"/>
                  <a:gd name="T26" fmla="*/ 121 w 320"/>
                  <a:gd name="T27" fmla="*/ 232 h 236"/>
                  <a:gd name="T28" fmla="*/ 154 w 320"/>
                  <a:gd name="T29" fmla="*/ 235 h 236"/>
                  <a:gd name="T30" fmla="*/ 181 w 320"/>
                  <a:gd name="T31" fmla="*/ 221 h 236"/>
                  <a:gd name="T32" fmla="*/ 222 w 320"/>
                  <a:gd name="T33" fmla="*/ 227 h 236"/>
                  <a:gd name="T34" fmla="*/ 242 w 320"/>
                  <a:gd name="T35" fmla="*/ 210 h 236"/>
                  <a:gd name="T36" fmla="*/ 275 w 320"/>
                  <a:gd name="T37" fmla="*/ 185 h 236"/>
                  <a:gd name="T38" fmla="*/ 288 w 320"/>
                  <a:gd name="T39" fmla="*/ 171 h 236"/>
                  <a:gd name="T40" fmla="*/ 298 w 320"/>
                  <a:gd name="T41" fmla="*/ 192 h 236"/>
                  <a:gd name="T42" fmla="*/ 320 w 320"/>
                  <a:gd name="T43" fmla="*/ 181 h 236"/>
                  <a:gd name="T44" fmla="*/ 254 w 320"/>
                  <a:gd name="T45" fmla="*/ 179 h 236"/>
                  <a:gd name="T46" fmla="*/ 239 w 320"/>
                  <a:gd name="T47" fmla="*/ 188 h 236"/>
                  <a:gd name="T48" fmla="*/ 232 w 320"/>
                  <a:gd name="T49" fmla="*/ 183 h 236"/>
                  <a:gd name="T50" fmla="*/ 198 w 320"/>
                  <a:gd name="T51" fmla="*/ 125 h 236"/>
                  <a:gd name="T52" fmla="*/ 179 w 320"/>
                  <a:gd name="T53" fmla="*/ 135 h 236"/>
                  <a:gd name="T54" fmla="*/ 214 w 320"/>
                  <a:gd name="T55" fmla="*/ 194 h 236"/>
                  <a:gd name="T56" fmla="*/ 194 w 320"/>
                  <a:gd name="T57" fmla="*/ 204 h 236"/>
                  <a:gd name="T58" fmla="*/ 147 w 320"/>
                  <a:gd name="T59" fmla="*/ 147 h 236"/>
                  <a:gd name="T60" fmla="*/ 164 w 320"/>
                  <a:gd name="T61" fmla="*/ 196 h 236"/>
                  <a:gd name="T62" fmla="*/ 160 w 320"/>
                  <a:gd name="T63" fmla="*/ 212 h 236"/>
                  <a:gd name="T64" fmla="*/ 143 w 320"/>
                  <a:gd name="T65" fmla="*/ 208 h 236"/>
                  <a:gd name="T66" fmla="*/ 132 w 320"/>
                  <a:gd name="T67" fmla="*/ 188 h 236"/>
                  <a:gd name="T68" fmla="*/ 124 w 320"/>
                  <a:gd name="T69" fmla="*/ 176 h 236"/>
                  <a:gd name="T70" fmla="*/ 106 w 320"/>
                  <a:gd name="T71" fmla="*/ 188 h 236"/>
                  <a:gd name="T72" fmla="*/ 111 w 320"/>
                  <a:gd name="T73" fmla="*/ 214 h 236"/>
                  <a:gd name="T74" fmla="*/ 62 w 320"/>
                  <a:gd name="T75" fmla="*/ 155 h 236"/>
                  <a:gd name="T76" fmla="*/ 32 w 320"/>
                  <a:gd name="T77" fmla="*/ 149 h 236"/>
                  <a:gd name="T78" fmla="*/ 88 w 320"/>
                  <a:gd name="T79" fmla="*/ 53 h 236"/>
                  <a:gd name="T80" fmla="*/ 64 w 320"/>
                  <a:gd name="T81" fmla="*/ 85 h 236"/>
                  <a:gd name="T82" fmla="*/ 97 w 320"/>
                  <a:gd name="T83" fmla="*/ 117 h 236"/>
                  <a:gd name="T84" fmla="*/ 253 w 320"/>
                  <a:gd name="T85" fmla="*/ 170 h 236"/>
                  <a:gd name="T86" fmla="*/ 288 w 320"/>
                  <a:gd name="T87" fmla="*/ 149 h 236"/>
                  <a:gd name="T88" fmla="*/ 265 w 320"/>
                  <a:gd name="T89" fmla="*/ 150 h 236"/>
                  <a:gd name="T90" fmla="*/ 215 w 320"/>
                  <a:gd name="T91" fmla="*/ 76 h 236"/>
                  <a:gd name="T92" fmla="*/ 88 w 320"/>
                  <a:gd name="T93" fmla="*/ 95 h 236"/>
                  <a:gd name="T94" fmla="*/ 90 w 320"/>
                  <a:gd name="T95" fmla="*/ 77 h 236"/>
                  <a:gd name="T96" fmla="*/ 242 w 320"/>
                  <a:gd name="T97" fmla="*/ 53 h 236"/>
                  <a:gd name="T98" fmla="*/ 288 w 320"/>
                  <a:gd name="T99" fmla="*/ 5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0" h="236">
                    <a:moveTo>
                      <a:pt x="309" y="171"/>
                    </a:moveTo>
                    <a:cubicBezTo>
                      <a:pt x="309" y="21"/>
                      <a:pt x="309" y="21"/>
                      <a:pt x="309" y="21"/>
                    </a:cubicBezTo>
                    <a:cubicBezTo>
                      <a:pt x="315" y="21"/>
                      <a:pt x="320" y="17"/>
                      <a:pt x="320" y="11"/>
                    </a:cubicBezTo>
                    <a:cubicBezTo>
                      <a:pt x="320" y="5"/>
                      <a:pt x="315" y="0"/>
                      <a:pt x="309" y="0"/>
                    </a:cubicBezTo>
                    <a:cubicBezTo>
                      <a:pt x="298" y="0"/>
                      <a:pt x="298" y="0"/>
                      <a:pt x="298" y="0"/>
                    </a:cubicBezTo>
                    <a:cubicBezTo>
                      <a:pt x="292" y="0"/>
                      <a:pt x="288" y="5"/>
                      <a:pt x="288" y="11"/>
                    </a:cubicBezTo>
                    <a:cubicBezTo>
                      <a:pt x="288" y="32"/>
                      <a:pt x="288" y="32"/>
                      <a:pt x="288" y="32"/>
                    </a:cubicBezTo>
                    <a:cubicBezTo>
                      <a:pt x="247" y="32"/>
                      <a:pt x="247" y="32"/>
                      <a:pt x="247" y="32"/>
                    </a:cubicBezTo>
                    <a:cubicBezTo>
                      <a:pt x="173" y="11"/>
                      <a:pt x="173" y="11"/>
                      <a:pt x="173" y="11"/>
                    </a:cubicBezTo>
                    <a:cubicBezTo>
                      <a:pt x="171" y="10"/>
                      <a:pt x="168" y="11"/>
                      <a:pt x="165" y="12"/>
                    </a:cubicBezTo>
                    <a:cubicBezTo>
                      <a:pt x="128" y="32"/>
                      <a:pt x="128" y="32"/>
                      <a:pt x="128" y="32"/>
                    </a:cubicBezTo>
                    <a:cubicBezTo>
                      <a:pt x="128" y="32"/>
                      <a:pt x="128" y="32"/>
                      <a:pt x="128" y="32"/>
                    </a:cubicBezTo>
                    <a:cubicBezTo>
                      <a:pt x="32" y="32"/>
                      <a:pt x="32" y="32"/>
                      <a:pt x="32" y="32"/>
                    </a:cubicBezTo>
                    <a:cubicBezTo>
                      <a:pt x="32" y="11"/>
                      <a:pt x="32" y="11"/>
                      <a:pt x="32" y="11"/>
                    </a:cubicBezTo>
                    <a:cubicBezTo>
                      <a:pt x="32" y="5"/>
                      <a:pt x="27" y="0"/>
                      <a:pt x="21" y="0"/>
                    </a:cubicBezTo>
                    <a:cubicBezTo>
                      <a:pt x="10" y="0"/>
                      <a:pt x="10" y="0"/>
                      <a:pt x="10" y="0"/>
                    </a:cubicBezTo>
                    <a:cubicBezTo>
                      <a:pt x="4" y="0"/>
                      <a:pt x="0" y="5"/>
                      <a:pt x="0" y="11"/>
                    </a:cubicBezTo>
                    <a:cubicBezTo>
                      <a:pt x="0" y="17"/>
                      <a:pt x="4" y="21"/>
                      <a:pt x="10" y="21"/>
                    </a:cubicBezTo>
                    <a:cubicBezTo>
                      <a:pt x="10" y="171"/>
                      <a:pt x="10" y="171"/>
                      <a:pt x="10" y="171"/>
                    </a:cubicBezTo>
                    <a:cubicBezTo>
                      <a:pt x="4" y="171"/>
                      <a:pt x="0" y="175"/>
                      <a:pt x="0" y="181"/>
                    </a:cubicBezTo>
                    <a:cubicBezTo>
                      <a:pt x="0" y="187"/>
                      <a:pt x="4" y="192"/>
                      <a:pt x="10" y="192"/>
                    </a:cubicBezTo>
                    <a:cubicBezTo>
                      <a:pt x="21" y="192"/>
                      <a:pt x="21" y="192"/>
                      <a:pt x="21" y="192"/>
                    </a:cubicBezTo>
                    <a:cubicBezTo>
                      <a:pt x="27" y="192"/>
                      <a:pt x="32" y="187"/>
                      <a:pt x="32" y="181"/>
                    </a:cubicBezTo>
                    <a:cubicBezTo>
                      <a:pt x="32" y="171"/>
                      <a:pt x="32" y="171"/>
                      <a:pt x="32" y="171"/>
                    </a:cubicBezTo>
                    <a:cubicBezTo>
                      <a:pt x="47" y="171"/>
                      <a:pt x="47" y="171"/>
                      <a:pt x="47" y="171"/>
                    </a:cubicBezTo>
                    <a:cubicBezTo>
                      <a:pt x="76" y="219"/>
                      <a:pt x="76" y="219"/>
                      <a:pt x="76" y="219"/>
                    </a:cubicBezTo>
                    <a:cubicBezTo>
                      <a:pt x="82" y="230"/>
                      <a:pt x="94" y="236"/>
                      <a:pt x="106" y="236"/>
                    </a:cubicBezTo>
                    <a:cubicBezTo>
                      <a:pt x="111" y="236"/>
                      <a:pt x="116" y="235"/>
                      <a:pt x="121" y="232"/>
                    </a:cubicBezTo>
                    <a:cubicBezTo>
                      <a:pt x="125" y="230"/>
                      <a:pt x="128" y="227"/>
                      <a:pt x="130" y="225"/>
                    </a:cubicBezTo>
                    <a:cubicBezTo>
                      <a:pt x="136" y="231"/>
                      <a:pt x="145" y="235"/>
                      <a:pt x="154" y="235"/>
                    </a:cubicBezTo>
                    <a:cubicBezTo>
                      <a:pt x="160" y="235"/>
                      <a:pt x="165" y="233"/>
                      <a:pt x="171" y="230"/>
                    </a:cubicBezTo>
                    <a:cubicBezTo>
                      <a:pt x="175" y="228"/>
                      <a:pt x="178" y="225"/>
                      <a:pt x="181" y="221"/>
                    </a:cubicBezTo>
                    <a:cubicBezTo>
                      <a:pt x="187" y="228"/>
                      <a:pt x="196" y="232"/>
                      <a:pt x="205" y="232"/>
                    </a:cubicBezTo>
                    <a:cubicBezTo>
                      <a:pt x="211" y="232"/>
                      <a:pt x="217" y="231"/>
                      <a:pt x="222" y="227"/>
                    </a:cubicBezTo>
                    <a:cubicBezTo>
                      <a:pt x="229" y="223"/>
                      <a:pt x="234" y="216"/>
                      <a:pt x="236" y="209"/>
                    </a:cubicBezTo>
                    <a:cubicBezTo>
                      <a:pt x="238" y="209"/>
                      <a:pt x="240" y="210"/>
                      <a:pt x="242" y="210"/>
                    </a:cubicBezTo>
                    <a:cubicBezTo>
                      <a:pt x="248" y="210"/>
                      <a:pt x="254" y="208"/>
                      <a:pt x="259" y="205"/>
                    </a:cubicBezTo>
                    <a:cubicBezTo>
                      <a:pt x="267" y="201"/>
                      <a:pt x="272" y="193"/>
                      <a:pt x="275" y="185"/>
                    </a:cubicBezTo>
                    <a:cubicBezTo>
                      <a:pt x="276" y="180"/>
                      <a:pt x="276" y="175"/>
                      <a:pt x="275" y="171"/>
                    </a:cubicBezTo>
                    <a:cubicBezTo>
                      <a:pt x="288" y="171"/>
                      <a:pt x="288" y="171"/>
                      <a:pt x="288" y="171"/>
                    </a:cubicBezTo>
                    <a:cubicBezTo>
                      <a:pt x="288" y="181"/>
                      <a:pt x="288" y="181"/>
                      <a:pt x="288" y="181"/>
                    </a:cubicBezTo>
                    <a:cubicBezTo>
                      <a:pt x="288" y="187"/>
                      <a:pt x="292" y="192"/>
                      <a:pt x="298" y="192"/>
                    </a:cubicBezTo>
                    <a:cubicBezTo>
                      <a:pt x="309" y="192"/>
                      <a:pt x="309" y="192"/>
                      <a:pt x="309" y="192"/>
                    </a:cubicBezTo>
                    <a:cubicBezTo>
                      <a:pt x="315" y="192"/>
                      <a:pt x="320" y="187"/>
                      <a:pt x="320" y="181"/>
                    </a:cubicBezTo>
                    <a:cubicBezTo>
                      <a:pt x="320" y="175"/>
                      <a:pt x="315" y="171"/>
                      <a:pt x="309" y="171"/>
                    </a:cubicBezTo>
                    <a:close/>
                    <a:moveTo>
                      <a:pt x="254" y="179"/>
                    </a:moveTo>
                    <a:cubicBezTo>
                      <a:pt x="253" y="183"/>
                      <a:pt x="251" y="185"/>
                      <a:pt x="248" y="187"/>
                    </a:cubicBezTo>
                    <a:cubicBezTo>
                      <a:pt x="246" y="188"/>
                      <a:pt x="242" y="189"/>
                      <a:pt x="239" y="188"/>
                    </a:cubicBezTo>
                    <a:cubicBezTo>
                      <a:pt x="236" y="187"/>
                      <a:pt x="234" y="185"/>
                      <a:pt x="232" y="183"/>
                    </a:cubicBezTo>
                    <a:cubicBezTo>
                      <a:pt x="232" y="183"/>
                      <a:pt x="232" y="183"/>
                      <a:pt x="232" y="183"/>
                    </a:cubicBezTo>
                    <a:cubicBezTo>
                      <a:pt x="232" y="183"/>
                      <a:pt x="232" y="183"/>
                      <a:pt x="232" y="182"/>
                    </a:cubicBezTo>
                    <a:cubicBezTo>
                      <a:pt x="198" y="125"/>
                      <a:pt x="198" y="125"/>
                      <a:pt x="198" y="125"/>
                    </a:cubicBezTo>
                    <a:cubicBezTo>
                      <a:pt x="195" y="119"/>
                      <a:pt x="188" y="118"/>
                      <a:pt x="183" y="121"/>
                    </a:cubicBezTo>
                    <a:cubicBezTo>
                      <a:pt x="178" y="124"/>
                      <a:pt x="176" y="130"/>
                      <a:pt x="179" y="135"/>
                    </a:cubicBezTo>
                    <a:cubicBezTo>
                      <a:pt x="214" y="194"/>
                      <a:pt x="214" y="194"/>
                      <a:pt x="214" y="194"/>
                    </a:cubicBezTo>
                    <a:cubicBezTo>
                      <a:pt x="214" y="194"/>
                      <a:pt x="214" y="194"/>
                      <a:pt x="214" y="194"/>
                    </a:cubicBezTo>
                    <a:cubicBezTo>
                      <a:pt x="217" y="199"/>
                      <a:pt x="217" y="206"/>
                      <a:pt x="211" y="209"/>
                    </a:cubicBezTo>
                    <a:cubicBezTo>
                      <a:pt x="205" y="212"/>
                      <a:pt x="198" y="210"/>
                      <a:pt x="194" y="204"/>
                    </a:cubicBezTo>
                    <a:cubicBezTo>
                      <a:pt x="162" y="151"/>
                      <a:pt x="162" y="151"/>
                      <a:pt x="162" y="151"/>
                    </a:cubicBezTo>
                    <a:cubicBezTo>
                      <a:pt x="159" y="146"/>
                      <a:pt x="153" y="144"/>
                      <a:pt x="147" y="147"/>
                    </a:cubicBezTo>
                    <a:cubicBezTo>
                      <a:pt x="142" y="150"/>
                      <a:pt x="141" y="157"/>
                      <a:pt x="144" y="162"/>
                    </a:cubicBezTo>
                    <a:cubicBezTo>
                      <a:pt x="164" y="196"/>
                      <a:pt x="164" y="196"/>
                      <a:pt x="164" y="196"/>
                    </a:cubicBezTo>
                    <a:cubicBezTo>
                      <a:pt x="166" y="198"/>
                      <a:pt x="166" y="201"/>
                      <a:pt x="165" y="204"/>
                    </a:cubicBezTo>
                    <a:cubicBezTo>
                      <a:pt x="165" y="207"/>
                      <a:pt x="163" y="210"/>
                      <a:pt x="160" y="212"/>
                    </a:cubicBezTo>
                    <a:cubicBezTo>
                      <a:pt x="154" y="215"/>
                      <a:pt x="147" y="213"/>
                      <a:pt x="143" y="208"/>
                    </a:cubicBezTo>
                    <a:cubicBezTo>
                      <a:pt x="143" y="208"/>
                      <a:pt x="143" y="208"/>
                      <a:pt x="143" y="208"/>
                    </a:cubicBezTo>
                    <a:cubicBezTo>
                      <a:pt x="132" y="188"/>
                      <a:pt x="132" y="188"/>
                      <a:pt x="132" y="188"/>
                    </a:cubicBezTo>
                    <a:cubicBezTo>
                      <a:pt x="132" y="188"/>
                      <a:pt x="132" y="188"/>
                      <a:pt x="132" y="188"/>
                    </a:cubicBezTo>
                    <a:cubicBezTo>
                      <a:pt x="132" y="188"/>
                      <a:pt x="132" y="188"/>
                      <a:pt x="132" y="188"/>
                    </a:cubicBezTo>
                    <a:cubicBezTo>
                      <a:pt x="124" y="176"/>
                      <a:pt x="124" y="176"/>
                      <a:pt x="124" y="176"/>
                    </a:cubicBezTo>
                    <a:cubicBezTo>
                      <a:pt x="121" y="171"/>
                      <a:pt x="114" y="170"/>
                      <a:pt x="110" y="173"/>
                    </a:cubicBezTo>
                    <a:cubicBezTo>
                      <a:pt x="105" y="176"/>
                      <a:pt x="103" y="183"/>
                      <a:pt x="106" y="188"/>
                    </a:cubicBezTo>
                    <a:cubicBezTo>
                      <a:pt x="114" y="199"/>
                      <a:pt x="114" y="199"/>
                      <a:pt x="114" y="199"/>
                    </a:cubicBezTo>
                    <a:cubicBezTo>
                      <a:pt x="115" y="201"/>
                      <a:pt x="118" y="209"/>
                      <a:pt x="111" y="214"/>
                    </a:cubicBezTo>
                    <a:cubicBezTo>
                      <a:pt x="105" y="217"/>
                      <a:pt x="97" y="213"/>
                      <a:pt x="94" y="208"/>
                    </a:cubicBezTo>
                    <a:cubicBezTo>
                      <a:pt x="62" y="155"/>
                      <a:pt x="62" y="155"/>
                      <a:pt x="62" y="155"/>
                    </a:cubicBezTo>
                    <a:cubicBezTo>
                      <a:pt x="60" y="151"/>
                      <a:pt x="57" y="149"/>
                      <a:pt x="53" y="149"/>
                    </a:cubicBezTo>
                    <a:cubicBezTo>
                      <a:pt x="32" y="149"/>
                      <a:pt x="32" y="149"/>
                      <a:pt x="32" y="149"/>
                    </a:cubicBezTo>
                    <a:cubicBezTo>
                      <a:pt x="32" y="53"/>
                      <a:pt x="32" y="53"/>
                      <a:pt x="32" y="53"/>
                    </a:cubicBezTo>
                    <a:cubicBezTo>
                      <a:pt x="88" y="53"/>
                      <a:pt x="88" y="53"/>
                      <a:pt x="88" y="53"/>
                    </a:cubicBezTo>
                    <a:cubicBezTo>
                      <a:pt x="80" y="58"/>
                      <a:pt x="80" y="58"/>
                      <a:pt x="80" y="58"/>
                    </a:cubicBezTo>
                    <a:cubicBezTo>
                      <a:pt x="70" y="64"/>
                      <a:pt x="64" y="74"/>
                      <a:pt x="64" y="85"/>
                    </a:cubicBezTo>
                    <a:cubicBezTo>
                      <a:pt x="64" y="95"/>
                      <a:pt x="68" y="105"/>
                      <a:pt x="74" y="111"/>
                    </a:cubicBezTo>
                    <a:cubicBezTo>
                      <a:pt x="81" y="116"/>
                      <a:pt x="89" y="118"/>
                      <a:pt x="97" y="117"/>
                    </a:cubicBezTo>
                    <a:cubicBezTo>
                      <a:pt x="211" y="98"/>
                      <a:pt x="211" y="98"/>
                      <a:pt x="211" y="98"/>
                    </a:cubicBezTo>
                    <a:cubicBezTo>
                      <a:pt x="253" y="170"/>
                      <a:pt x="253" y="170"/>
                      <a:pt x="253" y="170"/>
                    </a:cubicBezTo>
                    <a:cubicBezTo>
                      <a:pt x="254" y="173"/>
                      <a:pt x="255" y="176"/>
                      <a:pt x="254" y="179"/>
                    </a:cubicBezTo>
                    <a:close/>
                    <a:moveTo>
                      <a:pt x="288" y="149"/>
                    </a:moveTo>
                    <a:cubicBezTo>
                      <a:pt x="266" y="149"/>
                      <a:pt x="266" y="149"/>
                      <a:pt x="266" y="149"/>
                    </a:cubicBezTo>
                    <a:cubicBezTo>
                      <a:pt x="266" y="149"/>
                      <a:pt x="266" y="150"/>
                      <a:pt x="265" y="150"/>
                    </a:cubicBezTo>
                    <a:cubicBezTo>
                      <a:pt x="226" y="81"/>
                      <a:pt x="226" y="81"/>
                      <a:pt x="226" y="81"/>
                    </a:cubicBezTo>
                    <a:cubicBezTo>
                      <a:pt x="224" y="77"/>
                      <a:pt x="220" y="75"/>
                      <a:pt x="215" y="76"/>
                    </a:cubicBezTo>
                    <a:cubicBezTo>
                      <a:pt x="94" y="96"/>
                      <a:pt x="94" y="96"/>
                      <a:pt x="94" y="96"/>
                    </a:cubicBezTo>
                    <a:cubicBezTo>
                      <a:pt x="91" y="97"/>
                      <a:pt x="89" y="96"/>
                      <a:pt x="88" y="95"/>
                    </a:cubicBezTo>
                    <a:cubicBezTo>
                      <a:pt x="86" y="93"/>
                      <a:pt x="85" y="89"/>
                      <a:pt x="85" y="85"/>
                    </a:cubicBezTo>
                    <a:cubicBezTo>
                      <a:pt x="85" y="80"/>
                      <a:pt x="88" y="78"/>
                      <a:pt x="90" y="77"/>
                    </a:cubicBezTo>
                    <a:cubicBezTo>
                      <a:pt x="172" y="33"/>
                      <a:pt x="172" y="33"/>
                      <a:pt x="172" y="33"/>
                    </a:cubicBezTo>
                    <a:cubicBezTo>
                      <a:pt x="242" y="53"/>
                      <a:pt x="242" y="53"/>
                      <a:pt x="242" y="53"/>
                    </a:cubicBezTo>
                    <a:cubicBezTo>
                      <a:pt x="243" y="53"/>
                      <a:pt x="244" y="53"/>
                      <a:pt x="245" y="53"/>
                    </a:cubicBezTo>
                    <a:cubicBezTo>
                      <a:pt x="288" y="53"/>
                      <a:pt x="288" y="53"/>
                      <a:pt x="288" y="53"/>
                    </a:cubicBezTo>
                    <a:lnTo>
                      <a:pt x="288" y="149"/>
                    </a:lnTo>
                    <a:close/>
                  </a:path>
                </a:pathLst>
              </a:cu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GB" sz="800" kern="0" dirty="0">
                  <a:solidFill>
                    <a:prstClr val="black"/>
                  </a:solidFill>
                </a:endParaRPr>
              </a:p>
            </p:txBody>
          </p:sp>
        </p:grpSp>
        <p:sp>
          <p:nvSpPr>
            <p:cNvPr id="15" name="TextBox 14">
              <a:extLst>
                <a:ext uri="{FF2B5EF4-FFF2-40B4-BE49-F238E27FC236}">
                  <a16:creationId xmlns:a16="http://schemas.microsoft.com/office/drawing/2014/main" id="{03BBD4C8-48C3-4E46-86CC-456C20E40B96}"/>
                </a:ext>
              </a:extLst>
            </p:cNvPr>
            <p:cNvSpPr txBox="1"/>
            <p:nvPr/>
          </p:nvSpPr>
          <p:spPr>
            <a:xfrm>
              <a:off x="416101" y="2648239"/>
              <a:ext cx="2176256" cy="276999"/>
            </a:xfrm>
            <a:prstGeom prst="rect">
              <a:avLst/>
            </a:prstGeom>
            <a:noFill/>
          </p:spPr>
          <p:txBody>
            <a:bodyPr wrap="square" lIns="0" tIns="0" rIns="0" bIns="0" rtlCol="0">
              <a:spAutoFit/>
            </a:bodyPr>
            <a:lstStyle/>
            <a:p>
              <a:pPr algn="ctr">
                <a:spcBef>
                  <a:spcPts val="600"/>
                </a:spcBef>
                <a:buSzPct val="100000"/>
              </a:pPr>
              <a:r>
                <a:rPr lang="en-US" b="1" dirty="0">
                  <a:solidFill>
                    <a:srgbClr val="86BC25"/>
                  </a:solidFill>
                </a:rPr>
                <a:t>Objectives</a:t>
              </a:r>
              <a:endParaRPr lang="en-IN" b="1" dirty="0">
                <a:solidFill>
                  <a:srgbClr val="86BC25"/>
                </a:solidFill>
              </a:endParaRPr>
            </a:p>
          </p:txBody>
        </p:sp>
        <p:sp>
          <p:nvSpPr>
            <p:cNvPr id="16" name="Rectangle 15">
              <a:extLst>
                <a:ext uri="{FF2B5EF4-FFF2-40B4-BE49-F238E27FC236}">
                  <a16:creationId xmlns:a16="http://schemas.microsoft.com/office/drawing/2014/main" id="{322A90CF-13B6-403B-A6CA-1650C81ADD3A}"/>
                </a:ext>
              </a:extLst>
            </p:cNvPr>
            <p:cNvSpPr/>
            <p:nvPr/>
          </p:nvSpPr>
          <p:spPr bwMode="gray">
            <a:xfrm>
              <a:off x="2647019" y="3067873"/>
              <a:ext cx="7794579" cy="3066764"/>
            </a:xfrm>
            <a:prstGeom prst="rect">
              <a:avLst/>
            </a:prstGeom>
            <a:solidFill>
              <a:srgbClr val="A0DCFF">
                <a:alpha val="31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7" name="Rectangle 16">
              <a:extLst>
                <a:ext uri="{FF2B5EF4-FFF2-40B4-BE49-F238E27FC236}">
                  <a16:creationId xmlns:a16="http://schemas.microsoft.com/office/drawing/2014/main" id="{AA0D943A-D84F-4769-BF7C-35BC08DFEF8C}"/>
                </a:ext>
              </a:extLst>
            </p:cNvPr>
            <p:cNvSpPr/>
            <p:nvPr/>
          </p:nvSpPr>
          <p:spPr bwMode="gray">
            <a:xfrm>
              <a:off x="2760279" y="4288263"/>
              <a:ext cx="7567764" cy="318294"/>
            </a:xfrm>
            <a:prstGeom prst="rect">
              <a:avLst/>
            </a:prstGeom>
            <a:noFill/>
            <a:ln w="19050" algn="ctr">
              <a:noFill/>
              <a:miter lim="800000"/>
              <a:headEnd/>
              <a:tailEnd/>
            </a:ln>
          </p:spPr>
          <p:txBody>
            <a:bodyPr wrap="square" lIns="0" tIns="88900" rIns="88900" bIns="88900" rtlCol="0" anchor="t"/>
            <a:lstStyle/>
            <a:p>
              <a:pPr marL="74250">
                <a:spcAft>
                  <a:spcPts val="600"/>
                </a:spcAft>
              </a:pPr>
              <a:r>
                <a:rPr lang="en-US" sz="1200" b="1" i="1" dirty="0">
                  <a:solidFill>
                    <a:srgbClr val="012169"/>
                  </a:solidFill>
                </a:rPr>
                <a:t>External environment</a:t>
              </a:r>
              <a:endParaRPr lang="en-US" sz="1200" dirty="0">
                <a:solidFill>
                  <a:prstClr val="black"/>
                </a:solidFill>
              </a:endParaRPr>
            </a:p>
          </p:txBody>
        </p:sp>
        <p:sp>
          <p:nvSpPr>
            <p:cNvPr id="18" name="TextBox 17">
              <a:extLst>
                <a:ext uri="{FF2B5EF4-FFF2-40B4-BE49-F238E27FC236}">
                  <a16:creationId xmlns:a16="http://schemas.microsoft.com/office/drawing/2014/main" id="{19311D17-E967-4352-B2AE-0ED7E3BBB8A6}"/>
                </a:ext>
              </a:extLst>
            </p:cNvPr>
            <p:cNvSpPr txBox="1"/>
            <p:nvPr/>
          </p:nvSpPr>
          <p:spPr>
            <a:xfrm>
              <a:off x="2861430" y="4502495"/>
              <a:ext cx="7124302" cy="1019365"/>
            </a:xfrm>
            <a:prstGeom prst="rect">
              <a:avLst/>
            </a:prstGeom>
            <a:noFill/>
          </p:spPr>
          <p:txBody>
            <a:bodyPr vert="horz" wrap="square" lIns="0" tIns="0" rIns="0" bIns="0" rtlCol="0" anchor="ctr">
              <a:noAutofit/>
            </a:bodyPr>
            <a:lstStyle/>
            <a:p>
              <a:pPr marL="171450" indent="-171450">
                <a:spcAft>
                  <a:spcPts val="800"/>
                </a:spcAft>
                <a:buSzPct val="100000"/>
                <a:buFont typeface="Arial" panose="020B0604020202020204" pitchFamily="34" charset="0"/>
                <a:buChar char="•"/>
              </a:pPr>
              <a:r>
                <a:rPr lang="en-US" sz="1100" i="1" dirty="0"/>
                <a:t>How will the power demand-supply scenario of West Bengal change in the medium and long term?</a:t>
              </a:r>
            </a:p>
            <a:p>
              <a:pPr marL="171450" indent="-171450">
                <a:spcAft>
                  <a:spcPts val="800"/>
                </a:spcAft>
                <a:buSzPct val="100000"/>
                <a:buFont typeface="Arial" panose="020B0604020202020204" pitchFamily="34" charset="0"/>
                <a:buChar char="•"/>
              </a:pPr>
              <a:r>
                <a:rPr lang="en-US" sz="1100" i="1" dirty="0"/>
                <a:t>How are the state power utilities placed in embracing the emerging sector trends?</a:t>
              </a:r>
            </a:p>
            <a:p>
              <a:pPr marL="171450" indent="-171450">
                <a:spcAft>
                  <a:spcPts val="800"/>
                </a:spcAft>
                <a:buSzPct val="100000"/>
                <a:buFont typeface="Arial" panose="020B0604020202020204" pitchFamily="34" charset="0"/>
                <a:buChar char="•"/>
              </a:pPr>
              <a:r>
                <a:rPr lang="en-US" sz="1100" i="1" dirty="0"/>
                <a:t>What will be the potential impacts of various Govt. schemes on utility performances?</a:t>
              </a:r>
            </a:p>
          </p:txBody>
        </p:sp>
        <p:sp>
          <p:nvSpPr>
            <p:cNvPr id="19" name="TextBox 18">
              <a:extLst>
                <a:ext uri="{FF2B5EF4-FFF2-40B4-BE49-F238E27FC236}">
                  <a16:creationId xmlns:a16="http://schemas.microsoft.com/office/drawing/2014/main" id="{B70BAE41-61E0-4E5E-9A75-7251D6FAEB9D}"/>
                </a:ext>
              </a:extLst>
            </p:cNvPr>
            <p:cNvSpPr txBox="1"/>
            <p:nvPr/>
          </p:nvSpPr>
          <p:spPr>
            <a:xfrm>
              <a:off x="2860382" y="3411452"/>
              <a:ext cx="7125425" cy="753752"/>
            </a:xfrm>
            <a:prstGeom prst="rect">
              <a:avLst/>
            </a:prstGeom>
            <a:noFill/>
          </p:spPr>
          <p:txBody>
            <a:bodyPr vert="horz" wrap="square" lIns="0" tIns="0" rIns="0" bIns="0" rtlCol="0" anchor="ctr">
              <a:noAutofit/>
            </a:bodyPr>
            <a:lstStyle/>
            <a:p>
              <a:pPr marL="171450" indent="-171450">
                <a:spcAft>
                  <a:spcPts val="800"/>
                </a:spcAft>
                <a:buSzPct val="100000"/>
                <a:buFont typeface="Arial" panose="020B0604020202020204" pitchFamily="34" charset="0"/>
                <a:buChar char="•"/>
              </a:pPr>
              <a:r>
                <a:rPr lang="en-US" sz="1100" i="1" dirty="0"/>
                <a:t>What are the key drivers behind the current financial, operational and regulatory performance of state power utilities?</a:t>
              </a:r>
            </a:p>
            <a:p>
              <a:pPr marL="171450" indent="-171450">
                <a:spcAft>
                  <a:spcPts val="800"/>
                </a:spcAft>
                <a:buSzPct val="100000"/>
                <a:buFont typeface="Arial" panose="020B0604020202020204" pitchFamily="34" charset="0"/>
                <a:buChar char="•"/>
              </a:pPr>
              <a:r>
                <a:rPr lang="en-US" sz="1100" i="1" dirty="0"/>
                <a:t>What are the current performance challenges and potential measures to overcome those?</a:t>
              </a:r>
            </a:p>
          </p:txBody>
        </p:sp>
        <p:sp>
          <p:nvSpPr>
            <p:cNvPr id="20" name="Rectangle 19">
              <a:extLst>
                <a:ext uri="{FF2B5EF4-FFF2-40B4-BE49-F238E27FC236}">
                  <a16:creationId xmlns:a16="http://schemas.microsoft.com/office/drawing/2014/main" id="{BA4C9CDC-41C8-4779-A149-B4558A6AA9CB}"/>
                </a:ext>
              </a:extLst>
            </p:cNvPr>
            <p:cNvSpPr/>
            <p:nvPr/>
          </p:nvSpPr>
          <p:spPr bwMode="gray">
            <a:xfrm>
              <a:off x="2816484" y="3093159"/>
              <a:ext cx="7567764" cy="318294"/>
            </a:xfrm>
            <a:prstGeom prst="rect">
              <a:avLst/>
            </a:prstGeom>
            <a:noFill/>
            <a:ln w="19050" algn="ctr">
              <a:noFill/>
              <a:miter lim="800000"/>
              <a:headEnd/>
              <a:tailEnd/>
            </a:ln>
          </p:spPr>
          <p:txBody>
            <a:bodyPr wrap="square" lIns="0" tIns="88900" rIns="88900" bIns="88900" rtlCol="0" anchor="t"/>
            <a:lstStyle/>
            <a:p>
              <a:pPr marL="74250">
                <a:spcAft>
                  <a:spcPts val="600"/>
                </a:spcAft>
              </a:pPr>
              <a:r>
                <a:rPr lang="en-US" sz="1200" b="1" i="1" dirty="0">
                  <a:solidFill>
                    <a:srgbClr val="012169"/>
                  </a:solidFill>
                </a:rPr>
                <a:t>Internal challenges</a:t>
              </a:r>
              <a:endParaRPr lang="en-US" sz="1200" dirty="0">
                <a:solidFill>
                  <a:prstClr val="black"/>
                </a:solidFill>
              </a:endParaRPr>
            </a:p>
          </p:txBody>
        </p:sp>
        <p:sp>
          <p:nvSpPr>
            <p:cNvPr id="21" name="Flowchart: Manual Operation 5">
              <a:extLst>
                <a:ext uri="{FF2B5EF4-FFF2-40B4-BE49-F238E27FC236}">
                  <a16:creationId xmlns:a16="http://schemas.microsoft.com/office/drawing/2014/main" id="{CD86BAC1-4417-4B45-8E10-9EE0C4E92106}"/>
                </a:ext>
              </a:extLst>
            </p:cNvPr>
            <p:cNvSpPr/>
            <p:nvPr/>
          </p:nvSpPr>
          <p:spPr bwMode="gray">
            <a:xfrm rot="5400000">
              <a:off x="633428" y="4018680"/>
              <a:ext cx="3086004" cy="1125791"/>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000 w 10000"/>
                <a:gd name="connsiteY2" fmla="*/ 10000 h 10000"/>
                <a:gd name="connsiteX3" fmla="*/ 3088 w 10000"/>
                <a:gd name="connsiteY3" fmla="*/ 10000 h 10000"/>
                <a:gd name="connsiteX4" fmla="*/ 0 w 10000"/>
                <a:gd name="connsiteY4" fmla="*/ 0 h 10000"/>
                <a:gd name="connsiteX0" fmla="*/ 0 w 10000"/>
                <a:gd name="connsiteY0" fmla="*/ 0 h 10000"/>
                <a:gd name="connsiteX1" fmla="*/ 10000 w 10000"/>
                <a:gd name="connsiteY1" fmla="*/ 0 h 10000"/>
                <a:gd name="connsiteX2" fmla="*/ 6272 w 10000"/>
                <a:gd name="connsiteY2" fmla="*/ 10000 h 10000"/>
                <a:gd name="connsiteX3" fmla="*/ 3088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0"/>
                  </a:moveTo>
                  <a:lnTo>
                    <a:pt x="10000" y="0"/>
                  </a:lnTo>
                  <a:lnTo>
                    <a:pt x="6272" y="10000"/>
                  </a:lnTo>
                  <a:lnTo>
                    <a:pt x="3088" y="10000"/>
                  </a:lnTo>
                  <a:lnTo>
                    <a:pt x="0" y="0"/>
                  </a:lnTo>
                  <a:close/>
                </a:path>
              </a:pathLst>
            </a:custGeom>
            <a:gradFill>
              <a:gsLst>
                <a:gs pos="0">
                  <a:srgbClr val="00A3E0">
                    <a:alpha val="2000"/>
                  </a:srgbClr>
                </a:gs>
                <a:gs pos="74000">
                  <a:srgbClr val="00A3E0">
                    <a:alpha val="62000"/>
                  </a:srgbClr>
                </a:gs>
                <a:gs pos="83000">
                  <a:srgbClr val="00A3E0">
                    <a:alpha val="73000"/>
                  </a:srgbClr>
                </a:gs>
                <a:gs pos="100000">
                  <a:srgbClr val="00A3E0"/>
                </a:gs>
              </a:gsLst>
              <a:lin ang="5400000" scaled="1"/>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pSp>
          <p:nvGrpSpPr>
            <p:cNvPr id="22" name="Group 21">
              <a:extLst>
                <a:ext uri="{FF2B5EF4-FFF2-40B4-BE49-F238E27FC236}">
                  <a16:creationId xmlns:a16="http://schemas.microsoft.com/office/drawing/2014/main" id="{969DC7DF-6154-4561-9636-E30D0F03E928}"/>
                </a:ext>
              </a:extLst>
            </p:cNvPr>
            <p:cNvGrpSpPr/>
            <p:nvPr/>
          </p:nvGrpSpPr>
          <p:grpSpPr>
            <a:xfrm>
              <a:off x="737377" y="3939896"/>
              <a:ext cx="1380025" cy="1136386"/>
              <a:chOff x="376238" y="3677503"/>
              <a:chExt cx="1196626" cy="1039540"/>
            </a:xfrm>
          </p:grpSpPr>
          <p:sp>
            <p:nvSpPr>
              <p:cNvPr id="23" name="Freeform 9">
                <a:extLst>
                  <a:ext uri="{FF2B5EF4-FFF2-40B4-BE49-F238E27FC236}">
                    <a16:creationId xmlns:a16="http://schemas.microsoft.com/office/drawing/2014/main" id="{569FE0BC-281A-406D-AF71-C3306B40DEEA}"/>
                  </a:ext>
                </a:extLst>
              </p:cNvPr>
              <p:cNvSpPr>
                <a:spLocks/>
              </p:cNvSpPr>
              <p:nvPr/>
            </p:nvSpPr>
            <p:spPr bwMode="auto">
              <a:xfrm>
                <a:off x="376238" y="3677503"/>
                <a:ext cx="1196626" cy="1039540"/>
              </a:xfrm>
              <a:custGeom>
                <a:avLst/>
                <a:gdLst>
                  <a:gd name="T0" fmla="*/ 259 w 1036"/>
                  <a:gd name="T1" fmla="*/ 900 h 900"/>
                  <a:gd name="T2" fmla="*/ 0 w 1036"/>
                  <a:gd name="T3" fmla="*/ 451 h 900"/>
                  <a:gd name="T4" fmla="*/ 259 w 1036"/>
                  <a:gd name="T5" fmla="*/ 0 h 900"/>
                  <a:gd name="T6" fmla="*/ 777 w 1036"/>
                  <a:gd name="T7" fmla="*/ 0 h 900"/>
                  <a:gd name="T8" fmla="*/ 1036 w 1036"/>
                  <a:gd name="T9" fmla="*/ 451 h 900"/>
                  <a:gd name="T10" fmla="*/ 777 w 1036"/>
                  <a:gd name="T11" fmla="*/ 900 h 900"/>
                  <a:gd name="T12" fmla="*/ 259 w 1036"/>
                  <a:gd name="T13" fmla="*/ 900 h 900"/>
                </a:gdLst>
                <a:ahLst/>
                <a:cxnLst>
                  <a:cxn ang="0">
                    <a:pos x="T0" y="T1"/>
                  </a:cxn>
                  <a:cxn ang="0">
                    <a:pos x="T2" y="T3"/>
                  </a:cxn>
                  <a:cxn ang="0">
                    <a:pos x="T4" y="T5"/>
                  </a:cxn>
                  <a:cxn ang="0">
                    <a:pos x="T6" y="T7"/>
                  </a:cxn>
                  <a:cxn ang="0">
                    <a:pos x="T8" y="T9"/>
                  </a:cxn>
                  <a:cxn ang="0">
                    <a:pos x="T10" y="T11"/>
                  </a:cxn>
                  <a:cxn ang="0">
                    <a:pos x="T12" y="T13"/>
                  </a:cxn>
                </a:cxnLst>
                <a:rect l="0" t="0" r="r" b="b"/>
                <a:pathLst>
                  <a:path w="1036" h="900">
                    <a:moveTo>
                      <a:pt x="259" y="900"/>
                    </a:moveTo>
                    <a:lnTo>
                      <a:pt x="0" y="451"/>
                    </a:lnTo>
                    <a:lnTo>
                      <a:pt x="259" y="0"/>
                    </a:lnTo>
                    <a:lnTo>
                      <a:pt x="777" y="0"/>
                    </a:lnTo>
                    <a:lnTo>
                      <a:pt x="1036" y="451"/>
                    </a:lnTo>
                    <a:lnTo>
                      <a:pt x="777" y="900"/>
                    </a:lnTo>
                    <a:lnTo>
                      <a:pt x="259" y="900"/>
                    </a:lnTo>
                    <a:close/>
                  </a:path>
                </a:pathLst>
              </a:custGeom>
              <a:solidFill>
                <a:srgbClr val="00A3E0"/>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24" name="Freeform 10">
                <a:extLst>
                  <a:ext uri="{FF2B5EF4-FFF2-40B4-BE49-F238E27FC236}">
                    <a16:creationId xmlns:a16="http://schemas.microsoft.com/office/drawing/2014/main" id="{7A1BE634-1B88-4F32-BB37-B5729EF76828}"/>
                  </a:ext>
                </a:extLst>
              </p:cNvPr>
              <p:cNvSpPr>
                <a:spLocks/>
              </p:cNvSpPr>
              <p:nvPr/>
            </p:nvSpPr>
            <p:spPr bwMode="auto">
              <a:xfrm>
                <a:off x="489432" y="3775682"/>
                <a:ext cx="971393" cy="844338"/>
              </a:xfrm>
              <a:custGeom>
                <a:avLst/>
                <a:gdLst>
                  <a:gd name="T0" fmla="*/ 210 w 841"/>
                  <a:gd name="T1" fmla="*/ 731 h 731"/>
                  <a:gd name="T2" fmla="*/ 0 w 841"/>
                  <a:gd name="T3" fmla="*/ 366 h 731"/>
                  <a:gd name="T4" fmla="*/ 210 w 841"/>
                  <a:gd name="T5" fmla="*/ 0 h 731"/>
                  <a:gd name="T6" fmla="*/ 631 w 841"/>
                  <a:gd name="T7" fmla="*/ 0 h 731"/>
                  <a:gd name="T8" fmla="*/ 841 w 841"/>
                  <a:gd name="T9" fmla="*/ 366 h 731"/>
                  <a:gd name="T10" fmla="*/ 631 w 841"/>
                  <a:gd name="T11" fmla="*/ 731 h 731"/>
                  <a:gd name="T12" fmla="*/ 210 w 841"/>
                  <a:gd name="T13" fmla="*/ 731 h 731"/>
                </a:gdLst>
                <a:ahLst/>
                <a:cxnLst>
                  <a:cxn ang="0">
                    <a:pos x="T0" y="T1"/>
                  </a:cxn>
                  <a:cxn ang="0">
                    <a:pos x="T2" y="T3"/>
                  </a:cxn>
                  <a:cxn ang="0">
                    <a:pos x="T4" y="T5"/>
                  </a:cxn>
                  <a:cxn ang="0">
                    <a:pos x="T6" y="T7"/>
                  </a:cxn>
                  <a:cxn ang="0">
                    <a:pos x="T8" y="T9"/>
                  </a:cxn>
                  <a:cxn ang="0">
                    <a:pos x="T10" y="T11"/>
                  </a:cxn>
                  <a:cxn ang="0">
                    <a:pos x="T12" y="T13"/>
                  </a:cxn>
                </a:cxnLst>
                <a:rect l="0" t="0" r="r" b="b"/>
                <a:pathLst>
                  <a:path w="841" h="731">
                    <a:moveTo>
                      <a:pt x="210" y="731"/>
                    </a:moveTo>
                    <a:lnTo>
                      <a:pt x="0" y="366"/>
                    </a:lnTo>
                    <a:lnTo>
                      <a:pt x="210" y="0"/>
                    </a:lnTo>
                    <a:lnTo>
                      <a:pt x="631" y="0"/>
                    </a:lnTo>
                    <a:lnTo>
                      <a:pt x="841" y="366"/>
                    </a:lnTo>
                    <a:lnTo>
                      <a:pt x="631" y="731"/>
                    </a:lnTo>
                    <a:lnTo>
                      <a:pt x="210" y="73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25" name="Group 487">
                <a:extLst>
                  <a:ext uri="{FF2B5EF4-FFF2-40B4-BE49-F238E27FC236}">
                    <a16:creationId xmlns:a16="http://schemas.microsoft.com/office/drawing/2014/main" id="{D43EF925-3848-4DD2-BD03-5C73F262B4AA}"/>
                  </a:ext>
                </a:extLst>
              </p:cNvPr>
              <p:cNvGrpSpPr>
                <a:grpSpLocks noChangeAspect="1"/>
              </p:cNvGrpSpPr>
              <p:nvPr/>
            </p:nvGrpSpPr>
            <p:grpSpPr bwMode="auto">
              <a:xfrm>
                <a:off x="794765" y="3927193"/>
                <a:ext cx="316198" cy="530318"/>
                <a:chOff x="6673" y="2008"/>
                <a:chExt cx="127" cy="213"/>
              </a:xfrm>
              <a:solidFill>
                <a:schemeClr val="tx1"/>
              </a:solidFill>
            </p:grpSpPr>
            <p:sp>
              <p:nvSpPr>
                <p:cNvPr id="26" name="Freeform 489">
                  <a:extLst>
                    <a:ext uri="{FF2B5EF4-FFF2-40B4-BE49-F238E27FC236}">
                      <a16:creationId xmlns:a16="http://schemas.microsoft.com/office/drawing/2014/main" id="{FB6EE206-07C3-46F9-9572-7D2B77422B20}"/>
                    </a:ext>
                  </a:extLst>
                </p:cNvPr>
                <p:cNvSpPr>
                  <a:spLocks noEditPoints="1"/>
                </p:cNvSpPr>
                <p:nvPr/>
              </p:nvSpPr>
              <p:spPr bwMode="auto">
                <a:xfrm>
                  <a:off x="6715" y="2178"/>
                  <a:ext cx="43" cy="43"/>
                </a:xfrm>
                <a:custGeom>
                  <a:avLst/>
                  <a:gdLst>
                    <a:gd name="T0" fmla="*/ 32 w 64"/>
                    <a:gd name="T1" fmla="*/ 64 h 64"/>
                    <a:gd name="T2" fmla="*/ 0 w 64"/>
                    <a:gd name="T3" fmla="*/ 32 h 64"/>
                    <a:gd name="T4" fmla="*/ 32 w 64"/>
                    <a:gd name="T5" fmla="*/ 0 h 64"/>
                    <a:gd name="T6" fmla="*/ 64 w 64"/>
                    <a:gd name="T7" fmla="*/ 32 h 64"/>
                    <a:gd name="T8" fmla="*/ 32 w 64"/>
                    <a:gd name="T9" fmla="*/ 64 h 64"/>
                    <a:gd name="T10" fmla="*/ 32 w 64"/>
                    <a:gd name="T11" fmla="*/ 21 h 64"/>
                    <a:gd name="T12" fmla="*/ 21 w 64"/>
                    <a:gd name="T13" fmla="*/ 32 h 64"/>
                    <a:gd name="T14" fmla="*/ 32 w 64"/>
                    <a:gd name="T15" fmla="*/ 42 h 64"/>
                    <a:gd name="T16" fmla="*/ 42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14" y="64"/>
                        <a:pt x="0" y="49"/>
                        <a:pt x="0" y="32"/>
                      </a:cubicBezTo>
                      <a:cubicBezTo>
                        <a:pt x="0" y="14"/>
                        <a:pt x="14" y="0"/>
                        <a:pt x="32" y="0"/>
                      </a:cubicBezTo>
                      <a:cubicBezTo>
                        <a:pt x="49" y="0"/>
                        <a:pt x="64" y="14"/>
                        <a:pt x="64" y="32"/>
                      </a:cubicBezTo>
                      <a:cubicBezTo>
                        <a:pt x="64" y="49"/>
                        <a:pt x="49" y="64"/>
                        <a:pt x="32" y="64"/>
                      </a:cubicBezTo>
                      <a:close/>
                      <a:moveTo>
                        <a:pt x="32" y="21"/>
                      </a:moveTo>
                      <a:cubicBezTo>
                        <a:pt x="26" y="21"/>
                        <a:pt x="21" y="26"/>
                        <a:pt x="21" y="32"/>
                      </a:cubicBezTo>
                      <a:cubicBezTo>
                        <a:pt x="21" y="38"/>
                        <a:pt x="26" y="42"/>
                        <a:pt x="32" y="42"/>
                      </a:cubicBezTo>
                      <a:cubicBezTo>
                        <a:pt x="38" y="42"/>
                        <a:pt x="42" y="38"/>
                        <a:pt x="42" y="32"/>
                      </a:cubicBezTo>
                      <a:cubicBezTo>
                        <a:pt x="42" y="26"/>
                        <a:pt x="38" y="21"/>
                        <a:pt x="32" y="2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GB" sz="800" kern="0" dirty="0">
                    <a:solidFill>
                      <a:prstClr val="black"/>
                    </a:solidFill>
                  </a:endParaRPr>
                </a:p>
              </p:txBody>
            </p:sp>
            <p:sp>
              <p:nvSpPr>
                <p:cNvPr id="27" name="Freeform 490">
                  <a:extLst>
                    <a:ext uri="{FF2B5EF4-FFF2-40B4-BE49-F238E27FC236}">
                      <a16:creationId xmlns:a16="http://schemas.microsoft.com/office/drawing/2014/main" id="{D3CBB2D1-5247-4204-9461-66DEE0FBCEA6}"/>
                    </a:ext>
                  </a:extLst>
                </p:cNvPr>
                <p:cNvSpPr>
                  <a:spLocks noEditPoints="1"/>
                </p:cNvSpPr>
                <p:nvPr/>
              </p:nvSpPr>
              <p:spPr bwMode="auto">
                <a:xfrm>
                  <a:off x="6673" y="2008"/>
                  <a:ext cx="127" cy="156"/>
                </a:xfrm>
                <a:custGeom>
                  <a:avLst/>
                  <a:gdLst>
                    <a:gd name="T0" fmla="*/ 116 w 191"/>
                    <a:gd name="T1" fmla="*/ 234 h 234"/>
                    <a:gd name="T2" fmla="*/ 73 w 191"/>
                    <a:gd name="T3" fmla="*/ 234 h 234"/>
                    <a:gd name="T4" fmla="*/ 63 w 191"/>
                    <a:gd name="T5" fmla="*/ 224 h 234"/>
                    <a:gd name="T6" fmla="*/ 63 w 191"/>
                    <a:gd name="T7" fmla="*/ 138 h 234"/>
                    <a:gd name="T8" fmla="*/ 66 w 191"/>
                    <a:gd name="T9" fmla="*/ 131 h 234"/>
                    <a:gd name="T10" fmla="*/ 73 w 191"/>
                    <a:gd name="T11" fmla="*/ 128 h 234"/>
                    <a:gd name="T12" fmla="*/ 95 w 191"/>
                    <a:gd name="T13" fmla="*/ 128 h 234"/>
                    <a:gd name="T14" fmla="*/ 127 w 191"/>
                    <a:gd name="T15" fmla="*/ 96 h 234"/>
                    <a:gd name="T16" fmla="*/ 95 w 191"/>
                    <a:gd name="T17" fmla="*/ 64 h 234"/>
                    <a:gd name="T18" fmla="*/ 63 w 191"/>
                    <a:gd name="T19" fmla="*/ 90 h 234"/>
                    <a:gd name="T20" fmla="*/ 53 w 191"/>
                    <a:gd name="T21" fmla="*/ 99 h 234"/>
                    <a:gd name="T22" fmla="*/ 10 w 191"/>
                    <a:gd name="T23" fmla="*/ 96 h 234"/>
                    <a:gd name="T24" fmla="*/ 0 w 191"/>
                    <a:gd name="T25" fmla="*/ 85 h 234"/>
                    <a:gd name="T26" fmla="*/ 0 w 191"/>
                    <a:gd name="T27" fmla="*/ 80 h 234"/>
                    <a:gd name="T28" fmla="*/ 95 w 191"/>
                    <a:gd name="T29" fmla="*/ 0 h 234"/>
                    <a:gd name="T30" fmla="*/ 191 w 191"/>
                    <a:gd name="T31" fmla="*/ 96 h 234"/>
                    <a:gd name="T32" fmla="*/ 127 w 191"/>
                    <a:gd name="T33" fmla="*/ 186 h 234"/>
                    <a:gd name="T34" fmla="*/ 127 w 191"/>
                    <a:gd name="T35" fmla="*/ 224 h 234"/>
                    <a:gd name="T36" fmla="*/ 116 w 191"/>
                    <a:gd name="T37" fmla="*/ 234 h 234"/>
                    <a:gd name="T38" fmla="*/ 84 w 191"/>
                    <a:gd name="T39" fmla="*/ 213 h 234"/>
                    <a:gd name="T40" fmla="*/ 105 w 191"/>
                    <a:gd name="T41" fmla="*/ 213 h 234"/>
                    <a:gd name="T42" fmla="*/ 105 w 191"/>
                    <a:gd name="T43" fmla="*/ 178 h 234"/>
                    <a:gd name="T44" fmla="*/ 113 w 191"/>
                    <a:gd name="T45" fmla="*/ 168 h 234"/>
                    <a:gd name="T46" fmla="*/ 169 w 191"/>
                    <a:gd name="T47" fmla="*/ 96 h 234"/>
                    <a:gd name="T48" fmla="*/ 95 w 191"/>
                    <a:gd name="T49" fmla="*/ 21 h 234"/>
                    <a:gd name="T50" fmla="*/ 23 w 191"/>
                    <a:gd name="T51" fmla="*/ 75 h 234"/>
                    <a:gd name="T52" fmla="*/ 45 w 191"/>
                    <a:gd name="T53" fmla="*/ 77 h 234"/>
                    <a:gd name="T54" fmla="*/ 95 w 191"/>
                    <a:gd name="T55" fmla="*/ 42 h 234"/>
                    <a:gd name="T56" fmla="*/ 148 w 191"/>
                    <a:gd name="T57" fmla="*/ 96 h 234"/>
                    <a:gd name="T58" fmla="*/ 95 w 191"/>
                    <a:gd name="T59" fmla="*/ 149 h 234"/>
                    <a:gd name="T60" fmla="*/ 84 w 191"/>
                    <a:gd name="T61" fmla="*/ 149 h 234"/>
                    <a:gd name="T62" fmla="*/ 84 w 191"/>
                    <a:gd name="T63" fmla="*/ 213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91" h="234">
                      <a:moveTo>
                        <a:pt x="116" y="234"/>
                      </a:moveTo>
                      <a:cubicBezTo>
                        <a:pt x="73" y="234"/>
                        <a:pt x="73" y="234"/>
                        <a:pt x="73" y="234"/>
                      </a:cubicBezTo>
                      <a:cubicBezTo>
                        <a:pt x="67" y="234"/>
                        <a:pt x="63" y="230"/>
                        <a:pt x="63" y="224"/>
                      </a:cubicBezTo>
                      <a:cubicBezTo>
                        <a:pt x="63" y="138"/>
                        <a:pt x="63" y="138"/>
                        <a:pt x="63" y="138"/>
                      </a:cubicBezTo>
                      <a:cubicBezTo>
                        <a:pt x="63" y="136"/>
                        <a:pt x="64" y="133"/>
                        <a:pt x="66" y="131"/>
                      </a:cubicBezTo>
                      <a:cubicBezTo>
                        <a:pt x="68" y="129"/>
                        <a:pt x="70" y="128"/>
                        <a:pt x="73" y="128"/>
                      </a:cubicBezTo>
                      <a:cubicBezTo>
                        <a:pt x="95" y="128"/>
                        <a:pt x="95" y="128"/>
                        <a:pt x="95" y="128"/>
                      </a:cubicBezTo>
                      <a:cubicBezTo>
                        <a:pt x="111" y="128"/>
                        <a:pt x="127" y="112"/>
                        <a:pt x="127" y="96"/>
                      </a:cubicBezTo>
                      <a:cubicBezTo>
                        <a:pt x="127" y="78"/>
                        <a:pt x="112" y="64"/>
                        <a:pt x="95" y="64"/>
                      </a:cubicBezTo>
                      <a:cubicBezTo>
                        <a:pt x="79" y="64"/>
                        <a:pt x="66" y="75"/>
                        <a:pt x="63" y="90"/>
                      </a:cubicBezTo>
                      <a:cubicBezTo>
                        <a:pt x="62" y="95"/>
                        <a:pt x="58" y="99"/>
                        <a:pt x="53" y="99"/>
                      </a:cubicBezTo>
                      <a:cubicBezTo>
                        <a:pt x="10" y="96"/>
                        <a:pt x="10" y="96"/>
                        <a:pt x="10" y="96"/>
                      </a:cubicBezTo>
                      <a:cubicBezTo>
                        <a:pt x="4" y="95"/>
                        <a:pt x="0" y="91"/>
                        <a:pt x="0" y="85"/>
                      </a:cubicBezTo>
                      <a:cubicBezTo>
                        <a:pt x="0" y="85"/>
                        <a:pt x="0" y="82"/>
                        <a:pt x="0" y="80"/>
                      </a:cubicBezTo>
                      <a:cubicBezTo>
                        <a:pt x="8" y="33"/>
                        <a:pt x="47" y="0"/>
                        <a:pt x="95" y="0"/>
                      </a:cubicBezTo>
                      <a:cubicBezTo>
                        <a:pt x="148" y="0"/>
                        <a:pt x="191" y="43"/>
                        <a:pt x="191" y="96"/>
                      </a:cubicBezTo>
                      <a:cubicBezTo>
                        <a:pt x="191" y="137"/>
                        <a:pt x="165" y="173"/>
                        <a:pt x="127" y="186"/>
                      </a:cubicBezTo>
                      <a:cubicBezTo>
                        <a:pt x="127" y="224"/>
                        <a:pt x="127" y="224"/>
                        <a:pt x="127" y="224"/>
                      </a:cubicBezTo>
                      <a:cubicBezTo>
                        <a:pt x="127" y="230"/>
                        <a:pt x="122" y="234"/>
                        <a:pt x="116" y="234"/>
                      </a:cubicBezTo>
                      <a:close/>
                      <a:moveTo>
                        <a:pt x="84" y="213"/>
                      </a:moveTo>
                      <a:cubicBezTo>
                        <a:pt x="105" y="213"/>
                        <a:pt x="105" y="213"/>
                        <a:pt x="105" y="213"/>
                      </a:cubicBezTo>
                      <a:cubicBezTo>
                        <a:pt x="105" y="178"/>
                        <a:pt x="105" y="178"/>
                        <a:pt x="105" y="178"/>
                      </a:cubicBezTo>
                      <a:cubicBezTo>
                        <a:pt x="105" y="173"/>
                        <a:pt x="109" y="169"/>
                        <a:pt x="113" y="168"/>
                      </a:cubicBezTo>
                      <a:cubicBezTo>
                        <a:pt x="146" y="159"/>
                        <a:pt x="169" y="130"/>
                        <a:pt x="169" y="96"/>
                      </a:cubicBezTo>
                      <a:cubicBezTo>
                        <a:pt x="169" y="54"/>
                        <a:pt x="136" y="21"/>
                        <a:pt x="95" y="21"/>
                      </a:cubicBezTo>
                      <a:cubicBezTo>
                        <a:pt x="61" y="21"/>
                        <a:pt x="32" y="43"/>
                        <a:pt x="23" y="75"/>
                      </a:cubicBezTo>
                      <a:cubicBezTo>
                        <a:pt x="45" y="77"/>
                        <a:pt x="45" y="77"/>
                        <a:pt x="45" y="77"/>
                      </a:cubicBezTo>
                      <a:cubicBezTo>
                        <a:pt x="52" y="56"/>
                        <a:pt x="72" y="42"/>
                        <a:pt x="95" y="42"/>
                      </a:cubicBezTo>
                      <a:cubicBezTo>
                        <a:pt x="124" y="42"/>
                        <a:pt x="148" y="66"/>
                        <a:pt x="148" y="96"/>
                      </a:cubicBezTo>
                      <a:cubicBezTo>
                        <a:pt x="148" y="125"/>
                        <a:pt x="124" y="149"/>
                        <a:pt x="95" y="149"/>
                      </a:cubicBezTo>
                      <a:cubicBezTo>
                        <a:pt x="84" y="149"/>
                        <a:pt x="84" y="149"/>
                        <a:pt x="84" y="149"/>
                      </a:cubicBezTo>
                      <a:lnTo>
                        <a:pt x="84" y="21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GB" sz="800" kern="0" dirty="0">
                    <a:solidFill>
                      <a:prstClr val="black"/>
                    </a:solidFill>
                  </a:endParaRPr>
                </a:p>
              </p:txBody>
            </p:sp>
          </p:grpSp>
        </p:grpSp>
        <p:sp>
          <p:nvSpPr>
            <p:cNvPr id="28" name="TextBox 27">
              <a:extLst>
                <a:ext uri="{FF2B5EF4-FFF2-40B4-BE49-F238E27FC236}">
                  <a16:creationId xmlns:a16="http://schemas.microsoft.com/office/drawing/2014/main" id="{1CBC12E5-62AA-407F-A926-96096288F9E0}"/>
                </a:ext>
              </a:extLst>
            </p:cNvPr>
            <p:cNvSpPr txBox="1"/>
            <p:nvPr/>
          </p:nvSpPr>
          <p:spPr>
            <a:xfrm>
              <a:off x="390822" y="5190928"/>
              <a:ext cx="2176256" cy="553998"/>
            </a:xfrm>
            <a:prstGeom prst="rect">
              <a:avLst/>
            </a:prstGeom>
            <a:noFill/>
          </p:spPr>
          <p:txBody>
            <a:bodyPr wrap="square" lIns="0" tIns="0" rIns="0" bIns="0" rtlCol="0">
              <a:spAutoFit/>
            </a:bodyPr>
            <a:lstStyle/>
            <a:p>
              <a:pPr algn="ctr">
                <a:spcBef>
                  <a:spcPts val="600"/>
                </a:spcBef>
                <a:buSzPct val="100000"/>
              </a:pPr>
              <a:r>
                <a:rPr lang="en-US" b="1" dirty="0">
                  <a:solidFill>
                    <a:srgbClr val="00A3E0"/>
                  </a:solidFill>
                </a:rPr>
                <a:t>Key </a:t>
              </a:r>
              <a:br>
                <a:rPr lang="en-US" b="1" dirty="0">
                  <a:solidFill>
                    <a:srgbClr val="00A3E0"/>
                  </a:solidFill>
                </a:rPr>
              </a:br>
              <a:r>
                <a:rPr lang="en-US" b="1" dirty="0">
                  <a:solidFill>
                    <a:srgbClr val="00A3E0"/>
                  </a:solidFill>
                </a:rPr>
                <a:t>questions</a:t>
              </a:r>
              <a:endParaRPr lang="en-IN" b="1" dirty="0">
                <a:solidFill>
                  <a:srgbClr val="00A3E0"/>
                </a:solidFill>
              </a:endParaRPr>
            </a:p>
          </p:txBody>
        </p:sp>
        <p:sp>
          <p:nvSpPr>
            <p:cNvPr id="29" name="TextBox 28">
              <a:extLst>
                <a:ext uri="{FF2B5EF4-FFF2-40B4-BE49-F238E27FC236}">
                  <a16:creationId xmlns:a16="http://schemas.microsoft.com/office/drawing/2014/main" id="{9CF49EFB-3A9A-4FBD-BCBA-18DE995D3FF3}"/>
                </a:ext>
              </a:extLst>
            </p:cNvPr>
            <p:cNvSpPr txBox="1"/>
            <p:nvPr/>
          </p:nvSpPr>
          <p:spPr>
            <a:xfrm>
              <a:off x="2804177" y="5804279"/>
              <a:ext cx="7125425" cy="227518"/>
            </a:xfrm>
            <a:prstGeom prst="rect">
              <a:avLst/>
            </a:prstGeom>
            <a:noFill/>
          </p:spPr>
          <p:txBody>
            <a:bodyPr vert="horz" wrap="square" lIns="0" tIns="0" rIns="0" bIns="0" rtlCol="0" anchor="ctr">
              <a:noAutofit/>
            </a:bodyPr>
            <a:lstStyle/>
            <a:p>
              <a:pPr marL="171450" indent="-171450">
                <a:spcAft>
                  <a:spcPts val="800"/>
                </a:spcAft>
                <a:buSzPct val="100000"/>
                <a:buFont typeface="Arial" panose="020B0604020202020204" pitchFamily="34" charset="0"/>
                <a:buChar char="•"/>
              </a:pPr>
              <a:r>
                <a:rPr lang="en-US" sz="1100" i="1" dirty="0"/>
                <a:t>What will be the strategic priorities to ensure financial sustainability of state utilities ?</a:t>
              </a:r>
            </a:p>
          </p:txBody>
        </p:sp>
        <p:sp>
          <p:nvSpPr>
            <p:cNvPr id="30" name="Rectangle 29">
              <a:extLst>
                <a:ext uri="{FF2B5EF4-FFF2-40B4-BE49-F238E27FC236}">
                  <a16:creationId xmlns:a16="http://schemas.microsoft.com/office/drawing/2014/main" id="{343A6FE1-5F1A-4CCA-BB3B-02245CA8CCC6}"/>
                </a:ext>
              </a:extLst>
            </p:cNvPr>
            <p:cNvSpPr/>
            <p:nvPr/>
          </p:nvSpPr>
          <p:spPr bwMode="gray">
            <a:xfrm>
              <a:off x="2760279" y="5485986"/>
              <a:ext cx="7567764" cy="318294"/>
            </a:xfrm>
            <a:prstGeom prst="rect">
              <a:avLst/>
            </a:prstGeom>
            <a:noFill/>
            <a:ln w="19050" algn="ctr">
              <a:noFill/>
              <a:miter lim="800000"/>
              <a:headEnd/>
              <a:tailEnd/>
            </a:ln>
          </p:spPr>
          <p:txBody>
            <a:bodyPr wrap="square" lIns="0" tIns="88900" rIns="88900" bIns="88900" rtlCol="0" anchor="t"/>
            <a:lstStyle/>
            <a:p>
              <a:pPr marL="74250">
                <a:spcAft>
                  <a:spcPts val="600"/>
                </a:spcAft>
              </a:pPr>
              <a:r>
                <a:rPr lang="en-US" sz="1200" b="1" i="1" dirty="0">
                  <a:solidFill>
                    <a:srgbClr val="012169"/>
                  </a:solidFill>
                </a:rPr>
                <a:t>Roadmap</a:t>
              </a:r>
              <a:endParaRPr lang="en-US" sz="1200" dirty="0">
                <a:solidFill>
                  <a:prstClr val="black"/>
                </a:solidFill>
              </a:endParaRPr>
            </a:p>
          </p:txBody>
        </p:sp>
      </p:grpSp>
      <p:sp>
        <p:nvSpPr>
          <p:cNvPr id="32" name="Title 3">
            <a:extLst>
              <a:ext uri="{FF2B5EF4-FFF2-40B4-BE49-F238E27FC236}">
                <a16:creationId xmlns:a16="http://schemas.microsoft.com/office/drawing/2014/main" id="{5FFC5DEA-1384-44EE-9203-64A4E3751B73}"/>
              </a:ext>
            </a:extLst>
          </p:cNvPr>
          <p:cNvSpPr txBox="1">
            <a:spLocks/>
          </p:cNvSpPr>
          <p:nvPr/>
        </p:nvSpPr>
        <p:spPr bwMode="gray">
          <a:xfrm>
            <a:off x="501652" y="317504"/>
            <a:ext cx="11188700" cy="368299"/>
          </a:xfrm>
          <a:prstGeom prst="rect">
            <a:avLst/>
          </a:prstGeom>
        </p:spPr>
        <p:txBody>
          <a:bodyPr vert="horz" lIns="0" tIns="0" rIns="0" bIns="0" rtlCol="0" anchor="t" anchorCtr="0">
            <a:noAutofit/>
          </a:bodyPr>
          <a:lstStyle>
            <a:lvl1pPr algn="l" defTabSz="1219231" rtl="0" eaLnBrk="1" latinLnBrk="0" hangingPunct="1">
              <a:spcBef>
                <a:spcPct val="0"/>
              </a:spcBef>
              <a:buNone/>
              <a:defRPr sz="3200" b="1" i="1" kern="1200">
                <a:solidFill>
                  <a:schemeClr val="bg1"/>
                </a:solidFill>
                <a:latin typeface="Verdana"/>
                <a:ea typeface="+mj-ea"/>
                <a:cs typeface="Verdana"/>
              </a:defRPr>
            </a:lvl1pPr>
          </a:lstStyle>
          <a:p>
            <a:pPr algn="just"/>
            <a:r>
              <a:rPr lang="en-US" sz="1800" b="0" i="0" dirty="0">
                <a:solidFill>
                  <a:schemeClr val="tx1"/>
                </a:solidFill>
              </a:rPr>
              <a:t>Project Objectives and Key Questions to be Answered</a:t>
            </a:r>
          </a:p>
        </p:txBody>
      </p:sp>
      <p:sp>
        <p:nvSpPr>
          <p:cNvPr id="31" name="TextBox 30">
            <a:hlinkClick r:id="rId6" action="ppaction://hlinksldjump"/>
            <a:extLst>
              <a:ext uri="{FF2B5EF4-FFF2-40B4-BE49-F238E27FC236}">
                <a16:creationId xmlns:a16="http://schemas.microsoft.com/office/drawing/2014/main" id="{7A868E6B-8AEB-4E06-B679-62A74D611C04}"/>
              </a:ext>
            </a:extLst>
          </p:cNvPr>
          <p:cNvSpPr txBox="1"/>
          <p:nvPr/>
        </p:nvSpPr>
        <p:spPr>
          <a:xfrm>
            <a:off x="10081719" y="6259707"/>
            <a:ext cx="930195" cy="288147"/>
          </a:xfrm>
          <a:prstGeom prst="leftArrow">
            <a:avLst>
              <a:gd name="adj1" fmla="val 100000"/>
              <a:gd name="adj2" fmla="val 50000"/>
            </a:avLst>
          </a:prstGeom>
        </p:spPr>
        <p:style>
          <a:lnRef idx="0">
            <a:schemeClr val="accent1"/>
          </a:lnRef>
          <a:fillRef idx="3">
            <a:schemeClr val="accent1"/>
          </a:fillRef>
          <a:effectRef idx="3">
            <a:schemeClr val="accent1"/>
          </a:effectRef>
          <a:fontRef idx="minor">
            <a:schemeClr val="lt1"/>
          </a:fontRef>
        </p:style>
        <p:txBody>
          <a:bodyPr wrap="square" lIns="0" tIns="36000" rIns="0" bIns="36000" rtlCol="0" anchor="ctr">
            <a:spAutoFit/>
          </a:bodyPr>
          <a:lstStyle/>
          <a:p>
            <a:pPr algn="ctr">
              <a:spcBef>
                <a:spcPts val="600"/>
              </a:spcBef>
              <a:buSzPct val="100000"/>
            </a:pPr>
            <a:r>
              <a:rPr lang="en-US" sz="1400" b="1" dirty="0">
                <a:solidFill>
                  <a:srgbClr val="313131"/>
                </a:solidFill>
              </a:rPr>
              <a:t>BACK</a:t>
            </a:r>
          </a:p>
        </p:txBody>
      </p:sp>
    </p:spTree>
    <p:extLst>
      <p:ext uri="{BB962C8B-B14F-4D97-AF65-F5344CB8AC3E}">
        <p14:creationId xmlns:p14="http://schemas.microsoft.com/office/powerpoint/2010/main" val="470834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71370"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415473" y="2786565"/>
            <a:ext cx="11252200" cy="692151"/>
          </a:xfrm>
        </p:spPr>
        <p:txBody>
          <a:bodyPr/>
          <a:lstStyle/>
          <a:p>
            <a:r>
              <a:rPr lang="en-US" i="0" dirty="0">
                <a:solidFill>
                  <a:schemeClr val="tx1"/>
                </a:solidFill>
              </a:rPr>
              <a:t>Annexure – Work Plan</a:t>
            </a:r>
          </a:p>
        </p:txBody>
      </p:sp>
      <p:cxnSp>
        <p:nvCxnSpPr>
          <p:cNvPr id="8" name="Straight Connector 7">
            <a:extLst>
              <a:ext uri="{FF2B5EF4-FFF2-40B4-BE49-F238E27FC236}">
                <a16:creationId xmlns:a16="http://schemas.microsoft.com/office/drawing/2014/main" id="{784C1C03-CAB1-4AA6-8518-B87142FB9A78}"/>
              </a:ext>
            </a:extLst>
          </p:cNvPr>
          <p:cNvCxnSpPr/>
          <p:nvPr/>
        </p:nvCxnSpPr>
        <p:spPr>
          <a:xfrm>
            <a:off x="0" y="3429000"/>
            <a:ext cx="11691257" cy="0"/>
          </a:xfrm>
          <a:prstGeom prst="line">
            <a:avLst/>
          </a:prstGeom>
          <a:ln w="57150">
            <a:solidFill>
              <a:srgbClr val="44546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25000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01E95FE1-09BE-44CD-B73D-3A240FD5B4E6}"/>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69334"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01E95FE1-09BE-44CD-B73D-3A240FD5B4E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7" name="Table 4">
            <a:extLst>
              <a:ext uri="{FF2B5EF4-FFF2-40B4-BE49-F238E27FC236}">
                <a16:creationId xmlns:a16="http://schemas.microsoft.com/office/drawing/2014/main" id="{0FC2A8E3-BF97-472F-AA3B-6E54F3A3C713}"/>
              </a:ext>
            </a:extLst>
          </p:cNvPr>
          <p:cNvGraphicFramePr>
            <a:graphicFrameLocks noGrp="1"/>
          </p:cNvGraphicFramePr>
          <p:nvPr/>
        </p:nvGraphicFramePr>
        <p:xfrm>
          <a:off x="895845" y="1387271"/>
          <a:ext cx="8692008" cy="252845"/>
        </p:xfrm>
        <a:graphic>
          <a:graphicData uri="http://schemas.openxmlformats.org/drawingml/2006/table">
            <a:tbl>
              <a:tblPr firstRow="1" bandRow="1">
                <a:tableStyleId>{5C22544A-7EE6-4342-B048-85BDC9FD1C3A}</a:tableStyleId>
              </a:tblPr>
              <a:tblGrid>
                <a:gridCol w="362167">
                  <a:extLst>
                    <a:ext uri="{9D8B030D-6E8A-4147-A177-3AD203B41FA5}">
                      <a16:colId xmlns:a16="http://schemas.microsoft.com/office/drawing/2014/main" val="2538893304"/>
                    </a:ext>
                  </a:extLst>
                </a:gridCol>
                <a:gridCol w="362167">
                  <a:extLst>
                    <a:ext uri="{9D8B030D-6E8A-4147-A177-3AD203B41FA5}">
                      <a16:colId xmlns:a16="http://schemas.microsoft.com/office/drawing/2014/main" val="2122685663"/>
                    </a:ext>
                  </a:extLst>
                </a:gridCol>
                <a:gridCol w="362167">
                  <a:extLst>
                    <a:ext uri="{9D8B030D-6E8A-4147-A177-3AD203B41FA5}">
                      <a16:colId xmlns:a16="http://schemas.microsoft.com/office/drawing/2014/main" val="1876399344"/>
                    </a:ext>
                  </a:extLst>
                </a:gridCol>
                <a:gridCol w="362167">
                  <a:extLst>
                    <a:ext uri="{9D8B030D-6E8A-4147-A177-3AD203B41FA5}">
                      <a16:colId xmlns:a16="http://schemas.microsoft.com/office/drawing/2014/main" val="2697937950"/>
                    </a:ext>
                  </a:extLst>
                </a:gridCol>
                <a:gridCol w="362167">
                  <a:extLst>
                    <a:ext uri="{9D8B030D-6E8A-4147-A177-3AD203B41FA5}">
                      <a16:colId xmlns:a16="http://schemas.microsoft.com/office/drawing/2014/main" val="1021377417"/>
                    </a:ext>
                  </a:extLst>
                </a:gridCol>
                <a:gridCol w="362167">
                  <a:extLst>
                    <a:ext uri="{9D8B030D-6E8A-4147-A177-3AD203B41FA5}">
                      <a16:colId xmlns:a16="http://schemas.microsoft.com/office/drawing/2014/main" val="2357732160"/>
                    </a:ext>
                  </a:extLst>
                </a:gridCol>
                <a:gridCol w="362167">
                  <a:extLst>
                    <a:ext uri="{9D8B030D-6E8A-4147-A177-3AD203B41FA5}">
                      <a16:colId xmlns:a16="http://schemas.microsoft.com/office/drawing/2014/main" val="3853024836"/>
                    </a:ext>
                  </a:extLst>
                </a:gridCol>
                <a:gridCol w="362167">
                  <a:extLst>
                    <a:ext uri="{9D8B030D-6E8A-4147-A177-3AD203B41FA5}">
                      <a16:colId xmlns:a16="http://schemas.microsoft.com/office/drawing/2014/main" val="3216370937"/>
                    </a:ext>
                  </a:extLst>
                </a:gridCol>
                <a:gridCol w="362167">
                  <a:extLst>
                    <a:ext uri="{9D8B030D-6E8A-4147-A177-3AD203B41FA5}">
                      <a16:colId xmlns:a16="http://schemas.microsoft.com/office/drawing/2014/main" val="208778815"/>
                    </a:ext>
                  </a:extLst>
                </a:gridCol>
                <a:gridCol w="362167">
                  <a:extLst>
                    <a:ext uri="{9D8B030D-6E8A-4147-A177-3AD203B41FA5}">
                      <a16:colId xmlns:a16="http://schemas.microsoft.com/office/drawing/2014/main" val="4260710619"/>
                    </a:ext>
                  </a:extLst>
                </a:gridCol>
                <a:gridCol w="362167">
                  <a:extLst>
                    <a:ext uri="{9D8B030D-6E8A-4147-A177-3AD203B41FA5}">
                      <a16:colId xmlns:a16="http://schemas.microsoft.com/office/drawing/2014/main" val="2808849641"/>
                    </a:ext>
                  </a:extLst>
                </a:gridCol>
                <a:gridCol w="362167">
                  <a:extLst>
                    <a:ext uri="{9D8B030D-6E8A-4147-A177-3AD203B41FA5}">
                      <a16:colId xmlns:a16="http://schemas.microsoft.com/office/drawing/2014/main" val="421574869"/>
                    </a:ext>
                  </a:extLst>
                </a:gridCol>
                <a:gridCol w="362167">
                  <a:extLst>
                    <a:ext uri="{9D8B030D-6E8A-4147-A177-3AD203B41FA5}">
                      <a16:colId xmlns:a16="http://schemas.microsoft.com/office/drawing/2014/main" val="2909376018"/>
                    </a:ext>
                  </a:extLst>
                </a:gridCol>
                <a:gridCol w="362167">
                  <a:extLst>
                    <a:ext uri="{9D8B030D-6E8A-4147-A177-3AD203B41FA5}">
                      <a16:colId xmlns:a16="http://schemas.microsoft.com/office/drawing/2014/main" val="3646442979"/>
                    </a:ext>
                  </a:extLst>
                </a:gridCol>
                <a:gridCol w="362167">
                  <a:extLst>
                    <a:ext uri="{9D8B030D-6E8A-4147-A177-3AD203B41FA5}">
                      <a16:colId xmlns:a16="http://schemas.microsoft.com/office/drawing/2014/main" val="993335900"/>
                    </a:ext>
                  </a:extLst>
                </a:gridCol>
                <a:gridCol w="362167">
                  <a:extLst>
                    <a:ext uri="{9D8B030D-6E8A-4147-A177-3AD203B41FA5}">
                      <a16:colId xmlns:a16="http://schemas.microsoft.com/office/drawing/2014/main" val="92908602"/>
                    </a:ext>
                  </a:extLst>
                </a:gridCol>
                <a:gridCol w="362167">
                  <a:extLst>
                    <a:ext uri="{9D8B030D-6E8A-4147-A177-3AD203B41FA5}">
                      <a16:colId xmlns:a16="http://schemas.microsoft.com/office/drawing/2014/main" val="2642730210"/>
                    </a:ext>
                  </a:extLst>
                </a:gridCol>
                <a:gridCol w="362167">
                  <a:extLst>
                    <a:ext uri="{9D8B030D-6E8A-4147-A177-3AD203B41FA5}">
                      <a16:colId xmlns:a16="http://schemas.microsoft.com/office/drawing/2014/main" val="1283628999"/>
                    </a:ext>
                  </a:extLst>
                </a:gridCol>
                <a:gridCol w="362167">
                  <a:extLst>
                    <a:ext uri="{9D8B030D-6E8A-4147-A177-3AD203B41FA5}">
                      <a16:colId xmlns:a16="http://schemas.microsoft.com/office/drawing/2014/main" val="3187819188"/>
                    </a:ext>
                  </a:extLst>
                </a:gridCol>
                <a:gridCol w="362167">
                  <a:extLst>
                    <a:ext uri="{9D8B030D-6E8A-4147-A177-3AD203B41FA5}">
                      <a16:colId xmlns:a16="http://schemas.microsoft.com/office/drawing/2014/main" val="2532852377"/>
                    </a:ext>
                  </a:extLst>
                </a:gridCol>
                <a:gridCol w="362167">
                  <a:extLst>
                    <a:ext uri="{9D8B030D-6E8A-4147-A177-3AD203B41FA5}">
                      <a16:colId xmlns:a16="http://schemas.microsoft.com/office/drawing/2014/main" val="639673064"/>
                    </a:ext>
                  </a:extLst>
                </a:gridCol>
                <a:gridCol w="362167">
                  <a:extLst>
                    <a:ext uri="{9D8B030D-6E8A-4147-A177-3AD203B41FA5}">
                      <a16:colId xmlns:a16="http://schemas.microsoft.com/office/drawing/2014/main" val="4145526115"/>
                    </a:ext>
                  </a:extLst>
                </a:gridCol>
                <a:gridCol w="362167">
                  <a:extLst>
                    <a:ext uri="{9D8B030D-6E8A-4147-A177-3AD203B41FA5}">
                      <a16:colId xmlns:a16="http://schemas.microsoft.com/office/drawing/2014/main" val="2425272862"/>
                    </a:ext>
                  </a:extLst>
                </a:gridCol>
                <a:gridCol w="362167">
                  <a:extLst>
                    <a:ext uri="{9D8B030D-6E8A-4147-A177-3AD203B41FA5}">
                      <a16:colId xmlns:a16="http://schemas.microsoft.com/office/drawing/2014/main" val="1586018941"/>
                    </a:ext>
                  </a:extLst>
                </a:gridCol>
              </a:tblGrid>
              <a:tr h="252845">
                <a:tc>
                  <a:txBody>
                    <a:bodyPr/>
                    <a:lstStyle/>
                    <a:p>
                      <a:r>
                        <a:rPr lang="en-US" sz="700" b="0" dirty="0">
                          <a:solidFill>
                            <a:schemeClr val="tx1"/>
                          </a:solidFill>
                        </a:rPr>
                        <a:t>W1</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W2</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W3</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W4</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W5</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W6</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W7</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W8</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W9</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W10</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W11</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W12</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W13</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W14</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W15</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W16</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W17</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W18</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W19</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W20</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W21</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W22</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W23</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W24</a:t>
                      </a:r>
                      <a:endParaRPr lang="en-IN" sz="700" b="0" dirty="0">
                        <a:solidFill>
                          <a:schemeClr val="tx1"/>
                        </a:solidFill>
                      </a:endParaRPr>
                    </a:p>
                  </a:txBody>
                  <a:tcPr marL="62345" marR="62345" marT="31173" marB="31173">
                    <a:noFill/>
                  </a:tcPr>
                </a:tc>
                <a:extLst>
                  <a:ext uri="{0D108BD9-81ED-4DB2-BD59-A6C34878D82A}">
                    <a16:rowId xmlns:a16="http://schemas.microsoft.com/office/drawing/2014/main" val="3320836214"/>
                  </a:ext>
                </a:extLst>
              </a:tr>
            </a:tbl>
          </a:graphicData>
        </a:graphic>
      </p:graphicFrame>
      <p:cxnSp>
        <p:nvCxnSpPr>
          <p:cNvPr id="8" name="Straight Arrow Connector 7">
            <a:extLst>
              <a:ext uri="{FF2B5EF4-FFF2-40B4-BE49-F238E27FC236}">
                <a16:creationId xmlns:a16="http://schemas.microsoft.com/office/drawing/2014/main" id="{E9A8245D-F69A-430C-A578-31F1911FC00C}"/>
              </a:ext>
            </a:extLst>
          </p:cNvPr>
          <p:cNvCxnSpPr>
            <a:cxnSpLocks/>
          </p:cNvCxnSpPr>
          <p:nvPr/>
        </p:nvCxnSpPr>
        <p:spPr>
          <a:xfrm>
            <a:off x="770400" y="1292620"/>
            <a:ext cx="8692008" cy="7976"/>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C36BE46-61AA-4794-A505-D0A2CA416C59}"/>
              </a:ext>
            </a:extLst>
          </p:cNvPr>
          <p:cNvSpPr txBox="1"/>
          <p:nvPr/>
        </p:nvSpPr>
        <p:spPr>
          <a:xfrm>
            <a:off x="4702333" y="1208550"/>
            <a:ext cx="656366" cy="167866"/>
          </a:xfrm>
          <a:prstGeom prst="rect">
            <a:avLst/>
          </a:prstGeom>
          <a:solidFill>
            <a:schemeClr val="accent5">
              <a:lumMod val="20000"/>
              <a:lumOff val="80000"/>
            </a:schemeClr>
          </a:solidFill>
        </p:spPr>
        <p:txBody>
          <a:bodyPr wrap="square" lIns="0" tIns="0" rIns="0" bIns="0" rtlCol="0">
            <a:spAutoFit/>
          </a:bodyPr>
          <a:lstStyle/>
          <a:p>
            <a:pPr marL="0" marR="0" lvl="0" indent="0" algn="ctr" defTabSz="623438" rtl="0" eaLnBrk="1" fontAlgn="auto" latinLnBrk="0" hangingPunct="1">
              <a:lnSpc>
                <a:spcPct val="100000"/>
              </a:lnSpc>
              <a:spcBef>
                <a:spcPts val="409"/>
              </a:spcBef>
              <a:spcAft>
                <a:spcPts val="0"/>
              </a:spcAft>
              <a:buClrTx/>
              <a:buSzPct val="100000"/>
              <a:buFontTx/>
              <a:buNone/>
              <a:tabLst/>
              <a:defRPr/>
            </a:pPr>
            <a:r>
              <a:rPr kumimoji="0" lang="en-US" sz="1091" b="0" i="0" u="none" strike="noStrike" kern="1200" cap="none" spc="0" normalizeH="0" baseline="0" noProof="0" dirty="0">
                <a:ln>
                  <a:noFill/>
                </a:ln>
                <a:solidFill>
                  <a:prstClr val="black"/>
                </a:solidFill>
                <a:effectLst/>
                <a:uLnTx/>
                <a:uFillTx/>
                <a:latin typeface="Verdana"/>
                <a:ea typeface="+mn-ea"/>
                <a:cs typeface="+mn-cs"/>
              </a:rPr>
              <a:t>Phase-1</a:t>
            </a:r>
            <a:endParaRPr kumimoji="0" lang="en-IN" sz="1091" b="0" i="0" u="none" strike="noStrike" kern="1200" cap="none" spc="0" normalizeH="0" baseline="0" noProof="0" dirty="0">
              <a:ln>
                <a:noFill/>
              </a:ln>
              <a:solidFill>
                <a:prstClr val="black"/>
              </a:solidFill>
              <a:effectLst/>
              <a:uLnTx/>
              <a:uFillTx/>
              <a:latin typeface="Verdana"/>
              <a:ea typeface="+mn-ea"/>
              <a:cs typeface="+mn-cs"/>
            </a:endParaRPr>
          </a:p>
        </p:txBody>
      </p:sp>
      <p:grpSp>
        <p:nvGrpSpPr>
          <p:cNvPr id="10" name="Group 9">
            <a:extLst>
              <a:ext uri="{FF2B5EF4-FFF2-40B4-BE49-F238E27FC236}">
                <a16:creationId xmlns:a16="http://schemas.microsoft.com/office/drawing/2014/main" id="{9AEDE4A0-92F1-449C-BDE4-3D428A9C91E5}"/>
              </a:ext>
            </a:extLst>
          </p:cNvPr>
          <p:cNvGrpSpPr/>
          <p:nvPr/>
        </p:nvGrpSpPr>
        <p:grpSpPr>
          <a:xfrm>
            <a:off x="9668084" y="1211463"/>
            <a:ext cx="1853674" cy="349852"/>
            <a:chOff x="9757301" y="1521517"/>
            <a:chExt cx="1689004" cy="349852"/>
          </a:xfrm>
        </p:grpSpPr>
        <p:cxnSp>
          <p:nvCxnSpPr>
            <p:cNvPr id="11" name="Straight Arrow Connector 10">
              <a:extLst>
                <a:ext uri="{FF2B5EF4-FFF2-40B4-BE49-F238E27FC236}">
                  <a16:creationId xmlns:a16="http://schemas.microsoft.com/office/drawing/2014/main" id="{9F8C88C3-6F06-4598-AC4F-D7289F39251F}"/>
                </a:ext>
              </a:extLst>
            </p:cNvPr>
            <p:cNvCxnSpPr>
              <a:cxnSpLocks/>
            </p:cNvCxnSpPr>
            <p:nvPr/>
          </p:nvCxnSpPr>
          <p:spPr>
            <a:xfrm>
              <a:off x="9757301" y="1803248"/>
              <a:ext cx="1689002" cy="0"/>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CC141D8F-3306-4E01-A867-811DA0418B33}"/>
                </a:ext>
              </a:extLst>
            </p:cNvPr>
            <p:cNvCxnSpPr>
              <a:cxnSpLocks/>
            </p:cNvCxnSpPr>
            <p:nvPr/>
          </p:nvCxnSpPr>
          <p:spPr>
            <a:xfrm flipV="1">
              <a:off x="9764230" y="1610650"/>
              <a:ext cx="1682075" cy="5686"/>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8E66984A-DAE8-4573-819F-718034340B5F}"/>
                </a:ext>
              </a:extLst>
            </p:cNvPr>
            <p:cNvSpPr txBox="1"/>
            <p:nvPr/>
          </p:nvSpPr>
          <p:spPr>
            <a:xfrm>
              <a:off x="10335092" y="1521517"/>
              <a:ext cx="656366" cy="167866"/>
            </a:xfrm>
            <a:prstGeom prst="rect">
              <a:avLst/>
            </a:prstGeom>
            <a:solidFill>
              <a:schemeClr val="accent5">
                <a:lumMod val="20000"/>
                <a:lumOff val="80000"/>
              </a:schemeClr>
            </a:solidFill>
          </p:spPr>
          <p:txBody>
            <a:bodyPr wrap="square" lIns="0" tIns="0" rIns="0" bIns="0" rtlCol="0">
              <a:spAutoFit/>
            </a:bodyPr>
            <a:lstStyle/>
            <a:p>
              <a:pPr marL="0" marR="0" lvl="0" indent="0" algn="ctr" defTabSz="623438" rtl="0" eaLnBrk="1" fontAlgn="auto" latinLnBrk="0" hangingPunct="1">
                <a:lnSpc>
                  <a:spcPct val="100000"/>
                </a:lnSpc>
                <a:spcBef>
                  <a:spcPts val="409"/>
                </a:spcBef>
                <a:spcAft>
                  <a:spcPts val="0"/>
                </a:spcAft>
                <a:buClrTx/>
                <a:buSzPct val="100000"/>
                <a:buFontTx/>
                <a:buNone/>
                <a:tabLst/>
                <a:defRPr/>
              </a:pPr>
              <a:r>
                <a:rPr kumimoji="0" lang="en-US" sz="1091" b="0" i="0" u="none" strike="noStrike" kern="1200" cap="none" spc="0" normalizeH="0" baseline="0" noProof="0" dirty="0">
                  <a:ln>
                    <a:noFill/>
                  </a:ln>
                  <a:solidFill>
                    <a:prstClr val="black"/>
                  </a:solidFill>
                  <a:effectLst/>
                  <a:uLnTx/>
                  <a:uFillTx/>
                  <a:latin typeface="Verdana"/>
                  <a:ea typeface="+mn-ea"/>
                  <a:cs typeface="+mn-cs"/>
                </a:rPr>
                <a:t>Phase-2</a:t>
              </a:r>
              <a:endParaRPr kumimoji="0" lang="en-IN" sz="1091" b="0" i="0" u="none" strike="noStrike" kern="1200" cap="none" spc="0" normalizeH="0" baseline="0" noProof="0" dirty="0">
                <a:ln>
                  <a:noFill/>
                </a:ln>
                <a:solidFill>
                  <a:prstClr val="black"/>
                </a:solidFill>
                <a:effectLst/>
                <a:uLnTx/>
                <a:uFillTx/>
                <a:latin typeface="Verdana"/>
                <a:ea typeface="+mn-ea"/>
                <a:cs typeface="+mn-cs"/>
              </a:endParaRPr>
            </a:p>
          </p:txBody>
        </p:sp>
        <p:sp>
          <p:nvSpPr>
            <p:cNvPr id="14" name="TextBox 13">
              <a:extLst>
                <a:ext uri="{FF2B5EF4-FFF2-40B4-BE49-F238E27FC236}">
                  <a16:creationId xmlns:a16="http://schemas.microsoft.com/office/drawing/2014/main" id="{6083BF69-CBB2-4A73-B5A5-6EB3F86F557F}"/>
                </a:ext>
              </a:extLst>
            </p:cNvPr>
            <p:cNvSpPr txBox="1"/>
            <p:nvPr/>
          </p:nvSpPr>
          <p:spPr>
            <a:xfrm>
              <a:off x="10271444" y="1735050"/>
              <a:ext cx="656366" cy="136319"/>
            </a:xfrm>
            <a:prstGeom prst="rect">
              <a:avLst/>
            </a:prstGeom>
            <a:solidFill>
              <a:schemeClr val="bg1"/>
            </a:solidFill>
          </p:spPr>
          <p:txBody>
            <a:bodyPr wrap="square" lIns="0" tIns="0" rIns="0" bIns="0" rtlCol="0">
              <a:spAutoFit/>
            </a:bodyPr>
            <a:lstStyle/>
            <a:p>
              <a:pPr marL="0" marR="0" lvl="0" indent="0" algn="ctr" defTabSz="623438" rtl="0" eaLnBrk="1" fontAlgn="auto" latinLnBrk="0" hangingPunct="1">
                <a:lnSpc>
                  <a:spcPct val="100000"/>
                </a:lnSpc>
                <a:spcBef>
                  <a:spcPts val="409"/>
                </a:spcBef>
                <a:spcAft>
                  <a:spcPts val="0"/>
                </a:spcAft>
                <a:buClrTx/>
                <a:buSzPct val="100000"/>
                <a:buFontTx/>
                <a:buNone/>
                <a:tabLst/>
                <a:defRPr/>
              </a:pPr>
              <a:r>
                <a:rPr kumimoji="0" lang="en-US" sz="886" b="0" i="0" u="none" strike="noStrike" kern="1200" cap="none" spc="0" normalizeH="0" baseline="0" noProof="0" dirty="0">
                  <a:ln>
                    <a:noFill/>
                  </a:ln>
                  <a:solidFill>
                    <a:prstClr val="black"/>
                  </a:solidFill>
                  <a:effectLst/>
                  <a:uLnTx/>
                  <a:uFillTx/>
                  <a:latin typeface="Verdana"/>
                  <a:ea typeface="+mn-ea"/>
                  <a:cs typeface="+mn-cs"/>
                </a:rPr>
                <a:t>72 Weeks</a:t>
              </a:r>
              <a:endParaRPr kumimoji="0" lang="en-IN" sz="886" b="0" i="0" u="none" strike="noStrike" kern="1200" cap="none" spc="0" normalizeH="0" baseline="0" noProof="0" dirty="0">
                <a:ln>
                  <a:noFill/>
                </a:ln>
                <a:solidFill>
                  <a:prstClr val="black"/>
                </a:solidFill>
                <a:effectLst/>
                <a:uLnTx/>
                <a:uFillTx/>
                <a:latin typeface="Verdana"/>
                <a:ea typeface="+mn-ea"/>
                <a:cs typeface="+mn-cs"/>
              </a:endParaRPr>
            </a:p>
          </p:txBody>
        </p:sp>
      </p:grpSp>
      <p:sp>
        <p:nvSpPr>
          <p:cNvPr id="15" name="TextBox 14">
            <a:extLst>
              <a:ext uri="{FF2B5EF4-FFF2-40B4-BE49-F238E27FC236}">
                <a16:creationId xmlns:a16="http://schemas.microsoft.com/office/drawing/2014/main" id="{5DA76DAC-808A-4B89-A689-AF70E85A8D47}"/>
              </a:ext>
            </a:extLst>
          </p:cNvPr>
          <p:cNvSpPr txBox="1"/>
          <p:nvPr/>
        </p:nvSpPr>
        <p:spPr>
          <a:xfrm rot="16200000">
            <a:off x="256038" y="1259012"/>
            <a:ext cx="617097" cy="125868"/>
          </a:xfrm>
          <a:prstGeom prst="rect">
            <a:avLst/>
          </a:prstGeom>
          <a:solidFill>
            <a:schemeClr val="accent5"/>
          </a:solidFill>
          <a:ln w="6350">
            <a:noFill/>
          </a:ln>
        </p:spPr>
        <p:txBody>
          <a:bodyPr wrap="square" lIns="0" tIns="0" rIns="0" bIns="0" rtlCol="0">
            <a:spAutoFit/>
          </a:bodyPr>
          <a:lstStyle/>
          <a:p>
            <a:pPr marL="0" marR="0" lvl="0" indent="0" algn="ctr" defTabSz="837848" rtl="0" eaLnBrk="1" fontAlgn="auto" latinLnBrk="0" hangingPunct="1">
              <a:lnSpc>
                <a:spcPct val="100000"/>
              </a:lnSpc>
              <a:spcBef>
                <a:spcPts val="205"/>
              </a:spcBef>
              <a:spcAft>
                <a:spcPts val="205"/>
              </a:spcAft>
              <a:buClrTx/>
              <a:buSzPct val="100000"/>
              <a:buFontTx/>
              <a:buNone/>
              <a:tabLst/>
              <a:defRPr/>
            </a:pPr>
            <a:r>
              <a:rPr kumimoji="0" lang="en-US" sz="818" b="0" i="0" u="none" strike="noStrike" kern="1200" cap="none" spc="0" normalizeH="0" baseline="0" noProof="0" dirty="0">
                <a:ln>
                  <a:noFill/>
                </a:ln>
                <a:solidFill>
                  <a:prstClr val="white"/>
                </a:solidFill>
                <a:effectLst/>
                <a:uLnTx/>
                <a:uFillTx/>
                <a:latin typeface="Verdana"/>
                <a:ea typeface="+mn-ea"/>
                <a:cs typeface="Times New Roman" panose="02020603050405020304" pitchFamily="18" charset="0"/>
              </a:rPr>
              <a:t>Time line</a:t>
            </a:r>
            <a:endParaRPr kumimoji="0" lang="en-IN" sz="818" b="0" i="0" u="none" strike="noStrike" kern="1200" cap="none" spc="0" normalizeH="0" baseline="0" noProof="0" dirty="0">
              <a:ln>
                <a:noFill/>
              </a:ln>
              <a:solidFill>
                <a:prstClr val="white"/>
              </a:solidFill>
              <a:effectLst/>
              <a:uLnTx/>
              <a:uFillTx/>
              <a:latin typeface="Verdana"/>
              <a:ea typeface="+mn-ea"/>
              <a:cs typeface="Times New Roman" panose="02020603050405020304" pitchFamily="18" charset="0"/>
            </a:endParaRPr>
          </a:p>
        </p:txBody>
      </p:sp>
      <p:sp>
        <p:nvSpPr>
          <p:cNvPr id="16" name="Rounded Rectangle 136">
            <a:extLst>
              <a:ext uri="{FF2B5EF4-FFF2-40B4-BE49-F238E27FC236}">
                <a16:creationId xmlns:a16="http://schemas.microsoft.com/office/drawing/2014/main" id="{3D5F4563-3477-4C71-8CED-5C70503C714F}"/>
              </a:ext>
            </a:extLst>
          </p:cNvPr>
          <p:cNvSpPr/>
          <p:nvPr/>
        </p:nvSpPr>
        <p:spPr bwMode="gray">
          <a:xfrm>
            <a:off x="4682589" y="6172916"/>
            <a:ext cx="1743612" cy="231012"/>
          </a:xfrm>
          <a:prstGeom prst="roundRect">
            <a:avLst>
              <a:gd name="adj" fmla="val 50000"/>
            </a:avLst>
          </a:prstGeom>
          <a:noFill/>
          <a:ln w="3175" algn="ctr">
            <a:solidFill>
              <a:schemeClr val="accent6">
                <a:lumMod val="75000"/>
              </a:schemeClr>
            </a:solidFill>
            <a:miter lim="800000"/>
            <a:headEnd/>
            <a:tailEnd/>
          </a:ln>
        </p:spPr>
        <p:txBody>
          <a:bodyPr wrap="square" lIns="60614" tIns="60614" rIns="60614" bIns="60614" rtlCol="0" anchor="ctr"/>
          <a:lstStyle/>
          <a:p>
            <a:pPr marL="0" marR="0" lvl="0" indent="0" algn="ctr" defTabSz="623438" rtl="0" eaLnBrk="1" fontAlgn="auto" latinLnBrk="0" hangingPunct="1">
              <a:lnSpc>
                <a:spcPct val="106000"/>
              </a:lnSpc>
              <a:spcBef>
                <a:spcPts val="0"/>
              </a:spcBef>
              <a:spcAft>
                <a:spcPts val="0"/>
              </a:spcAft>
              <a:buClrTx/>
              <a:buSzTx/>
              <a:buFontTx/>
              <a:buNone/>
              <a:tabLst/>
              <a:defRPr/>
            </a:pPr>
            <a:endParaRPr kumimoji="0" lang="en-IN" sz="614" b="0" i="0" u="none" strike="noStrike" kern="1200" cap="none" spc="0" normalizeH="0" baseline="0" noProof="0" dirty="0">
              <a:ln>
                <a:noFill/>
              </a:ln>
              <a:solidFill>
                <a:prstClr val="white"/>
              </a:solidFill>
              <a:effectLst/>
              <a:uLnTx/>
              <a:uFillTx/>
              <a:latin typeface="Verdana"/>
              <a:ea typeface="+mn-ea"/>
              <a:cs typeface="+mn-cs"/>
            </a:endParaRPr>
          </a:p>
        </p:txBody>
      </p:sp>
      <p:sp>
        <p:nvSpPr>
          <p:cNvPr id="17" name="TextBox 16">
            <a:extLst>
              <a:ext uri="{FF2B5EF4-FFF2-40B4-BE49-F238E27FC236}">
                <a16:creationId xmlns:a16="http://schemas.microsoft.com/office/drawing/2014/main" id="{88CEAA8B-FB45-4718-8B95-747EC31ECF01}"/>
              </a:ext>
            </a:extLst>
          </p:cNvPr>
          <p:cNvSpPr txBox="1"/>
          <p:nvPr/>
        </p:nvSpPr>
        <p:spPr>
          <a:xfrm>
            <a:off x="4904709" y="6255644"/>
            <a:ext cx="534677" cy="94513"/>
          </a:xfrm>
          <a:prstGeom prst="rect">
            <a:avLst/>
          </a:prstGeom>
          <a:noFill/>
        </p:spPr>
        <p:txBody>
          <a:bodyPr wrap="square" lIns="0" tIns="0" rIns="0" bIns="0" rtlCol="0">
            <a:spAutoFit/>
          </a:bodyPr>
          <a:lstStyle/>
          <a:p>
            <a:pPr marL="0" marR="0" lvl="0" indent="0" algn="l" defTabSz="623438" rtl="0" eaLnBrk="1" fontAlgn="auto" latinLnBrk="0" hangingPunct="1">
              <a:lnSpc>
                <a:spcPct val="100000"/>
              </a:lnSpc>
              <a:spcBef>
                <a:spcPts val="409"/>
              </a:spcBef>
              <a:spcAft>
                <a:spcPts val="0"/>
              </a:spcAft>
              <a:buClrTx/>
              <a:buSzPct val="100000"/>
              <a:buFontTx/>
              <a:buNone/>
              <a:tabLst/>
              <a:defRPr/>
            </a:pPr>
            <a:r>
              <a:rPr kumimoji="0" lang="en-US" sz="614" b="0" i="0" u="none" strike="noStrike" kern="1200" cap="none" spc="0" normalizeH="0" baseline="0" noProof="0" dirty="0">
                <a:ln>
                  <a:noFill/>
                </a:ln>
                <a:solidFill>
                  <a:srgbClr val="313131"/>
                </a:solidFill>
                <a:effectLst/>
                <a:uLnTx/>
                <a:uFillTx/>
                <a:latin typeface="Verdana"/>
                <a:ea typeface="+mn-ea"/>
                <a:cs typeface="+mn-cs"/>
              </a:rPr>
              <a:t>Legend:</a:t>
            </a:r>
            <a:endParaRPr kumimoji="0" lang="en-IN" sz="614" b="0" i="0" u="none" strike="noStrike" kern="1200" cap="none" spc="0" normalizeH="0" baseline="0" noProof="0" dirty="0">
              <a:ln>
                <a:noFill/>
              </a:ln>
              <a:solidFill>
                <a:srgbClr val="313131"/>
              </a:solidFill>
              <a:effectLst/>
              <a:uLnTx/>
              <a:uFillTx/>
              <a:latin typeface="Verdana"/>
              <a:ea typeface="+mn-ea"/>
              <a:cs typeface="+mn-cs"/>
            </a:endParaRPr>
          </a:p>
        </p:txBody>
      </p:sp>
      <p:sp>
        <p:nvSpPr>
          <p:cNvPr id="20" name="5-Point Star 182">
            <a:extLst>
              <a:ext uri="{FF2B5EF4-FFF2-40B4-BE49-F238E27FC236}">
                <a16:creationId xmlns:a16="http://schemas.microsoft.com/office/drawing/2014/main" id="{32F8BD6B-A18C-4A13-8C91-F8389FE9D86E}"/>
              </a:ext>
            </a:extLst>
          </p:cNvPr>
          <p:cNvSpPr/>
          <p:nvPr/>
        </p:nvSpPr>
        <p:spPr bwMode="gray">
          <a:xfrm>
            <a:off x="5526301" y="6260658"/>
            <a:ext cx="108063" cy="93140"/>
          </a:xfrm>
          <a:prstGeom prst="star5">
            <a:avLst/>
          </a:prstGeom>
          <a:solidFill>
            <a:schemeClr val="accent1"/>
          </a:solidFill>
          <a:ln w="19050" algn="ctr">
            <a:noFill/>
            <a:miter lim="800000"/>
            <a:headEnd/>
            <a:tailEnd/>
          </a:ln>
        </p:spPr>
        <p:txBody>
          <a:bodyPr wrap="square" lIns="60614" tIns="60614" rIns="60614" bIns="60614" rtlCol="0" anchor="ctr"/>
          <a:lstStyle/>
          <a:p>
            <a:pPr marL="0" marR="0" lvl="0" indent="0" algn="ctr" defTabSz="623438" rtl="0" eaLnBrk="1" fontAlgn="auto" latinLnBrk="0" hangingPunct="1">
              <a:lnSpc>
                <a:spcPct val="106000"/>
              </a:lnSpc>
              <a:spcBef>
                <a:spcPts val="0"/>
              </a:spcBef>
              <a:spcAft>
                <a:spcPts val="0"/>
              </a:spcAft>
              <a:buClrTx/>
              <a:buSzTx/>
              <a:buFontTx/>
              <a:buNone/>
              <a:tabLst/>
              <a:defRPr/>
            </a:pPr>
            <a:endParaRPr kumimoji="0" lang="en-IN" sz="614" b="0" i="0" u="none" strike="noStrike" kern="1200" cap="none" spc="0" normalizeH="0" baseline="0" noProof="0" dirty="0">
              <a:ln>
                <a:noFill/>
              </a:ln>
              <a:solidFill>
                <a:prstClr val="white"/>
              </a:solidFill>
              <a:effectLst/>
              <a:uLnTx/>
              <a:uFillTx/>
              <a:latin typeface="Verdana"/>
              <a:ea typeface="+mn-ea"/>
              <a:cs typeface="+mn-cs"/>
            </a:endParaRPr>
          </a:p>
        </p:txBody>
      </p:sp>
      <p:sp>
        <p:nvSpPr>
          <p:cNvPr id="21" name="TextBox 20">
            <a:extLst>
              <a:ext uri="{FF2B5EF4-FFF2-40B4-BE49-F238E27FC236}">
                <a16:creationId xmlns:a16="http://schemas.microsoft.com/office/drawing/2014/main" id="{C6A2C2B2-F848-4674-941D-E64C80C853D9}"/>
              </a:ext>
            </a:extLst>
          </p:cNvPr>
          <p:cNvSpPr txBox="1"/>
          <p:nvPr/>
        </p:nvSpPr>
        <p:spPr>
          <a:xfrm>
            <a:off x="5634361" y="6266962"/>
            <a:ext cx="1164932" cy="94513"/>
          </a:xfrm>
          <a:prstGeom prst="rect">
            <a:avLst/>
          </a:prstGeom>
          <a:noFill/>
        </p:spPr>
        <p:txBody>
          <a:bodyPr wrap="square" lIns="49091" tIns="0" rIns="0" bIns="0" rtlCol="0">
            <a:spAutoFit/>
          </a:bodyPr>
          <a:lstStyle/>
          <a:p>
            <a:pPr marL="0" marR="0" lvl="0" indent="0" algn="l" defTabSz="623438" rtl="0" eaLnBrk="1" fontAlgn="auto" latinLnBrk="0" hangingPunct="1">
              <a:lnSpc>
                <a:spcPct val="100000"/>
              </a:lnSpc>
              <a:spcBef>
                <a:spcPts val="409"/>
              </a:spcBef>
              <a:spcAft>
                <a:spcPts val="0"/>
              </a:spcAft>
              <a:buClrTx/>
              <a:buSzPct val="100000"/>
              <a:buFontTx/>
              <a:buNone/>
              <a:tabLst/>
              <a:defRPr/>
            </a:pPr>
            <a:r>
              <a:rPr kumimoji="0" lang="en-US" sz="614" b="0" i="0" u="none" strike="noStrike" kern="1200" cap="none" spc="0" normalizeH="0" baseline="0" noProof="0" dirty="0">
                <a:ln>
                  <a:noFill/>
                </a:ln>
                <a:solidFill>
                  <a:srgbClr val="313131"/>
                </a:solidFill>
                <a:effectLst/>
                <a:uLnTx/>
                <a:uFillTx/>
                <a:latin typeface="Verdana"/>
                <a:ea typeface="+mn-ea"/>
                <a:cs typeface="+mn-cs"/>
              </a:rPr>
              <a:t>Deliverables</a:t>
            </a:r>
            <a:endParaRPr kumimoji="0" lang="en-IN" sz="614" b="0" i="0" u="none" strike="noStrike" kern="1200" cap="none" spc="0" normalizeH="0" baseline="0" noProof="0" dirty="0">
              <a:ln>
                <a:noFill/>
              </a:ln>
              <a:solidFill>
                <a:srgbClr val="313131"/>
              </a:solidFill>
              <a:effectLst/>
              <a:uLnTx/>
              <a:uFillTx/>
              <a:latin typeface="Verdana"/>
              <a:ea typeface="+mn-ea"/>
              <a:cs typeface="+mn-cs"/>
            </a:endParaRPr>
          </a:p>
        </p:txBody>
      </p:sp>
      <p:cxnSp>
        <p:nvCxnSpPr>
          <p:cNvPr id="22" name="Straight Connector 21">
            <a:extLst>
              <a:ext uri="{FF2B5EF4-FFF2-40B4-BE49-F238E27FC236}">
                <a16:creationId xmlns:a16="http://schemas.microsoft.com/office/drawing/2014/main" id="{E141748F-3849-47C6-A8CF-6627D2E1C2CE}"/>
              </a:ext>
            </a:extLst>
          </p:cNvPr>
          <p:cNvCxnSpPr>
            <a:cxnSpLocks/>
          </p:cNvCxnSpPr>
          <p:nvPr/>
        </p:nvCxnSpPr>
        <p:spPr>
          <a:xfrm>
            <a:off x="863776" y="6051166"/>
            <a:ext cx="1056798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57D928D-5A85-4697-8BB8-92A99DFB1B04}"/>
              </a:ext>
            </a:extLst>
          </p:cNvPr>
          <p:cNvCxnSpPr>
            <a:cxnSpLocks/>
          </p:cNvCxnSpPr>
          <p:nvPr/>
        </p:nvCxnSpPr>
        <p:spPr>
          <a:xfrm flipV="1">
            <a:off x="863776" y="4871468"/>
            <a:ext cx="10657980" cy="4146"/>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D3E55C3A-FA0F-4736-B6DC-7A09830FF57D}"/>
              </a:ext>
            </a:extLst>
          </p:cNvPr>
          <p:cNvSpPr/>
          <p:nvPr/>
        </p:nvSpPr>
        <p:spPr>
          <a:xfrm>
            <a:off x="907713" y="5009581"/>
            <a:ext cx="5396829" cy="1099275"/>
          </a:xfrm>
          <a:prstGeom prst="rect">
            <a:avLst/>
          </a:prstGeom>
          <a:ln>
            <a:noFill/>
          </a:ln>
        </p:spPr>
        <p:txBody>
          <a:bodyPr wrap="square">
            <a:spAutoFit/>
          </a:bodyPr>
          <a:lstStyle/>
          <a:p>
            <a:pPr marL="116895" marR="0" lvl="0" indent="-116895" algn="just" defTabSz="83784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818" b="0" i="0" u="none" strike="noStrike" kern="1200" cap="none" spc="0" normalizeH="0" baseline="0" noProof="0" dirty="0">
                <a:ln>
                  <a:noFill/>
                </a:ln>
                <a:solidFill>
                  <a:srgbClr val="0097A9"/>
                </a:solidFill>
                <a:effectLst/>
                <a:uLnTx/>
                <a:uFillTx/>
                <a:latin typeface="Verdana"/>
                <a:ea typeface="+mn-ea"/>
                <a:cs typeface="+mn-cs"/>
              </a:rPr>
              <a:t>Submission of Inception report</a:t>
            </a:r>
          </a:p>
          <a:p>
            <a:pPr marL="116895" marR="0" lvl="0" indent="-116895" algn="just" defTabSz="83784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18" b="0" i="0" u="none" strike="noStrike" kern="1200" cap="none" spc="0" normalizeH="0" baseline="0" noProof="0" dirty="0">
                <a:ln>
                  <a:noFill/>
                </a:ln>
                <a:solidFill>
                  <a:srgbClr val="0097A9"/>
                </a:solidFill>
                <a:effectLst/>
                <a:uLnTx/>
                <a:uFillTx/>
                <a:latin typeface="Verdana"/>
                <a:ea typeface="+mn-ea"/>
                <a:cs typeface="+mn-cs"/>
              </a:rPr>
              <a:t>Report &amp; Presentation on Operational &amp; </a:t>
            </a:r>
            <a:r>
              <a:rPr kumimoji="0" lang="en-IN" sz="818" b="0" i="0" u="none" strike="noStrike" kern="1200" cap="none" spc="0" normalizeH="0" baseline="0" noProof="0" dirty="0">
                <a:ln>
                  <a:noFill/>
                </a:ln>
                <a:solidFill>
                  <a:srgbClr val="0097A9"/>
                </a:solidFill>
                <a:effectLst/>
                <a:uLnTx/>
                <a:uFillTx/>
                <a:latin typeface="Verdana"/>
                <a:ea typeface="+mn-ea"/>
                <a:cs typeface="+mn-cs"/>
              </a:rPr>
              <a:t>Financial performance (As-Is)</a:t>
            </a:r>
          </a:p>
          <a:p>
            <a:pPr marL="116895" marR="0" lvl="0" indent="-116895" algn="just" defTabSz="83784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18" b="0" i="0" u="none" strike="noStrike" kern="1200" cap="none" spc="0" normalizeH="0" baseline="0" noProof="0" dirty="0">
                <a:ln>
                  <a:noFill/>
                </a:ln>
                <a:solidFill>
                  <a:srgbClr val="0097A9"/>
                </a:solidFill>
                <a:effectLst/>
                <a:uLnTx/>
                <a:uFillTx/>
                <a:latin typeface="Verdana"/>
                <a:ea typeface="+mn-ea"/>
                <a:cs typeface="+mn-cs"/>
              </a:rPr>
              <a:t>Report &amp; Presentation on Regulatory </a:t>
            </a:r>
            <a:r>
              <a:rPr kumimoji="0" lang="en-IN" sz="818" b="0" i="0" u="none" strike="noStrike" kern="1200" cap="none" spc="0" normalizeH="0" baseline="0" noProof="0" dirty="0">
                <a:ln>
                  <a:noFill/>
                </a:ln>
                <a:solidFill>
                  <a:srgbClr val="0097A9"/>
                </a:solidFill>
                <a:effectLst/>
                <a:uLnTx/>
                <a:uFillTx/>
                <a:latin typeface="Verdana"/>
                <a:ea typeface="+mn-ea"/>
                <a:cs typeface="+mn-cs"/>
              </a:rPr>
              <a:t>Performance (As-Is)</a:t>
            </a:r>
          </a:p>
          <a:p>
            <a:pPr marL="116895" marR="0" lvl="0" indent="-116895" algn="just" defTabSz="83784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18" b="0" i="0" u="none" strike="noStrike" kern="1200" cap="none" spc="0" normalizeH="0" baseline="0" noProof="0" dirty="0">
                <a:ln>
                  <a:noFill/>
                </a:ln>
                <a:solidFill>
                  <a:srgbClr val="0097A9"/>
                </a:solidFill>
                <a:effectLst/>
                <a:uLnTx/>
                <a:uFillTx/>
                <a:latin typeface="Verdana"/>
                <a:ea typeface="+mn-ea"/>
                <a:cs typeface="+mn-cs"/>
              </a:rPr>
              <a:t>Report &amp; Presentation on ongoing projects &amp; </a:t>
            </a:r>
            <a:r>
              <a:rPr kumimoji="0" lang="en-IN" sz="818" b="0" i="0" u="none" strike="noStrike" kern="1200" cap="none" spc="0" normalizeH="0" baseline="0" noProof="0" dirty="0">
                <a:ln>
                  <a:noFill/>
                </a:ln>
                <a:solidFill>
                  <a:srgbClr val="0097A9"/>
                </a:solidFill>
                <a:effectLst/>
                <a:uLnTx/>
                <a:uFillTx/>
                <a:latin typeface="Verdana"/>
                <a:ea typeface="+mn-ea"/>
                <a:cs typeface="+mn-cs"/>
              </a:rPr>
              <a:t>Proposed projects (As-Is)</a:t>
            </a:r>
          </a:p>
          <a:p>
            <a:pPr marL="116895" marR="0" lvl="0" indent="-116895" algn="just" defTabSz="83784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18" b="0" i="0" u="none" strike="noStrike" kern="1200" cap="none" spc="0" normalizeH="0" baseline="0" noProof="0" dirty="0">
                <a:ln>
                  <a:noFill/>
                </a:ln>
                <a:solidFill>
                  <a:srgbClr val="0097A9"/>
                </a:solidFill>
                <a:effectLst/>
                <a:uLnTx/>
                <a:uFillTx/>
                <a:latin typeface="Verdana"/>
                <a:ea typeface="+mn-ea"/>
                <a:cs typeface="+mn-cs"/>
              </a:rPr>
              <a:t>Report &amp; Presentation &amp; financial model on Power demand &amp; supply trends</a:t>
            </a:r>
          </a:p>
          <a:p>
            <a:pPr marL="116895" marR="0" lvl="0" indent="-116895" algn="just" defTabSz="83784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18" b="0" i="0" u="none" strike="noStrike" kern="1200" cap="none" spc="0" normalizeH="0" baseline="0" noProof="0" dirty="0">
                <a:ln>
                  <a:noFill/>
                </a:ln>
                <a:solidFill>
                  <a:srgbClr val="0097A9"/>
                </a:solidFill>
                <a:effectLst/>
                <a:uLnTx/>
                <a:uFillTx/>
                <a:latin typeface="Verdana"/>
                <a:ea typeface="+mn-ea"/>
                <a:cs typeface="+mn-cs"/>
              </a:rPr>
              <a:t>Report &amp; Presentation on Emerging sector trends &amp; their impact on power </a:t>
            </a:r>
            <a:r>
              <a:rPr kumimoji="0" lang="en-IN" sz="818" b="0" i="0" u="none" strike="noStrike" kern="1200" cap="none" spc="0" normalizeH="0" baseline="0" noProof="0" dirty="0">
                <a:ln>
                  <a:noFill/>
                </a:ln>
                <a:solidFill>
                  <a:srgbClr val="0097A9"/>
                </a:solidFill>
                <a:effectLst/>
                <a:uLnTx/>
                <a:uFillTx/>
                <a:latin typeface="Verdana"/>
                <a:ea typeface="+mn-ea"/>
                <a:cs typeface="+mn-cs"/>
              </a:rPr>
              <a:t>sector</a:t>
            </a:r>
          </a:p>
          <a:p>
            <a:pPr marL="116895" marR="0" lvl="0" indent="-116895" algn="just" defTabSz="83784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18" b="0" i="0" u="none" strike="noStrike" kern="1200" cap="none" spc="0" normalizeH="0" baseline="0" noProof="0" dirty="0">
                <a:ln>
                  <a:noFill/>
                </a:ln>
                <a:solidFill>
                  <a:srgbClr val="0097A9"/>
                </a:solidFill>
                <a:effectLst/>
                <a:uLnTx/>
                <a:uFillTx/>
                <a:latin typeface="Verdana"/>
                <a:ea typeface="+mn-ea"/>
                <a:cs typeface="+mn-cs"/>
              </a:rPr>
              <a:t>Report &amp; presentation on interactions with </a:t>
            </a:r>
            <a:r>
              <a:rPr kumimoji="0" lang="en-IN" sz="818" b="0" i="0" u="none" strike="noStrike" kern="1200" cap="none" spc="0" normalizeH="0" baseline="0" noProof="0" dirty="0">
                <a:ln>
                  <a:noFill/>
                </a:ln>
                <a:solidFill>
                  <a:srgbClr val="0097A9"/>
                </a:solidFill>
                <a:effectLst/>
                <a:uLnTx/>
                <a:uFillTx/>
                <a:latin typeface="Verdana"/>
                <a:ea typeface="+mn-ea"/>
                <a:cs typeface="+mn-cs"/>
              </a:rPr>
              <a:t>stakeholders</a:t>
            </a:r>
          </a:p>
          <a:p>
            <a:pPr marL="116895" marR="0" lvl="0" indent="-116895" algn="just" defTabSz="83784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18" b="0" i="0" u="none" strike="noStrike" kern="1200" cap="none" spc="0" normalizeH="0" baseline="0" noProof="0" dirty="0">
                <a:ln>
                  <a:noFill/>
                </a:ln>
                <a:solidFill>
                  <a:srgbClr val="0097A9"/>
                </a:solidFill>
                <a:effectLst/>
                <a:uLnTx/>
                <a:uFillTx/>
                <a:latin typeface="Verdana"/>
                <a:ea typeface="+mn-ea"/>
                <a:cs typeface="+mn-cs"/>
              </a:rPr>
              <a:t>Report &amp; Presentation on SWOT analysis</a:t>
            </a:r>
            <a:endParaRPr kumimoji="0" lang="en-IN" sz="818" b="0" i="0" u="none" strike="noStrike" kern="1200" cap="none" spc="0" normalizeH="0" baseline="0" noProof="0" dirty="0">
              <a:ln>
                <a:noFill/>
              </a:ln>
              <a:solidFill>
                <a:srgbClr val="0097A9"/>
              </a:solidFill>
              <a:effectLst/>
              <a:uLnTx/>
              <a:uFillTx/>
              <a:latin typeface="Verdana"/>
              <a:ea typeface="+mn-ea"/>
              <a:cs typeface="+mn-cs"/>
            </a:endParaRPr>
          </a:p>
        </p:txBody>
      </p:sp>
      <p:sp>
        <p:nvSpPr>
          <p:cNvPr id="25" name="Rectangle 24">
            <a:extLst>
              <a:ext uri="{FF2B5EF4-FFF2-40B4-BE49-F238E27FC236}">
                <a16:creationId xmlns:a16="http://schemas.microsoft.com/office/drawing/2014/main" id="{04E017A7-6CDF-4EBB-95F5-2B8C0FD8FD97}"/>
              </a:ext>
            </a:extLst>
          </p:cNvPr>
          <p:cNvSpPr/>
          <p:nvPr/>
        </p:nvSpPr>
        <p:spPr>
          <a:xfrm>
            <a:off x="7193869" y="5585640"/>
            <a:ext cx="1057692" cy="218201"/>
          </a:xfrm>
          <a:prstGeom prst="rect">
            <a:avLst/>
          </a:prstGeom>
        </p:spPr>
        <p:txBody>
          <a:bodyPr wrap="square">
            <a:spAutoFit/>
          </a:bodyPr>
          <a:lstStyle/>
          <a:p>
            <a:pPr marL="0" marR="0" lvl="0" indent="0" algn="l" defTabSz="837848" rtl="0" eaLnBrk="1" fontAlgn="auto" latinLnBrk="0" hangingPunct="1">
              <a:lnSpc>
                <a:spcPct val="100000"/>
              </a:lnSpc>
              <a:spcBef>
                <a:spcPts val="0"/>
              </a:spcBef>
              <a:spcAft>
                <a:spcPts val="0"/>
              </a:spcAft>
              <a:buClrTx/>
              <a:buSzTx/>
              <a:buFontTx/>
              <a:buNone/>
              <a:tabLst/>
              <a:defRPr/>
            </a:pPr>
            <a:endParaRPr kumimoji="0" lang="en-IN" sz="818" b="0" i="0" u="none" strike="noStrike" kern="1200" cap="none" spc="0" normalizeH="0" baseline="0" noProof="0" dirty="0">
              <a:ln>
                <a:noFill/>
              </a:ln>
              <a:solidFill>
                <a:srgbClr val="004F59"/>
              </a:solidFill>
              <a:effectLst/>
              <a:uLnTx/>
              <a:uFillTx/>
              <a:latin typeface="Verdana"/>
              <a:ea typeface="+mn-ea"/>
              <a:cs typeface="+mn-cs"/>
            </a:endParaRPr>
          </a:p>
        </p:txBody>
      </p:sp>
      <p:sp>
        <p:nvSpPr>
          <p:cNvPr id="26" name="Rectangle 25">
            <a:extLst>
              <a:ext uri="{FF2B5EF4-FFF2-40B4-BE49-F238E27FC236}">
                <a16:creationId xmlns:a16="http://schemas.microsoft.com/office/drawing/2014/main" id="{6F194845-5897-42E2-B035-D8ECB1044EFC}"/>
              </a:ext>
            </a:extLst>
          </p:cNvPr>
          <p:cNvSpPr/>
          <p:nvPr/>
        </p:nvSpPr>
        <p:spPr>
          <a:xfrm>
            <a:off x="8214550" y="5303379"/>
            <a:ext cx="886345" cy="218201"/>
          </a:xfrm>
          <a:prstGeom prst="rect">
            <a:avLst/>
          </a:prstGeom>
        </p:spPr>
        <p:txBody>
          <a:bodyPr wrap="square">
            <a:spAutoFit/>
          </a:bodyPr>
          <a:lstStyle/>
          <a:p>
            <a:pPr marL="0" marR="0" lvl="0" indent="0" algn="ctr" defTabSz="837848" rtl="0" eaLnBrk="1" fontAlgn="auto" latinLnBrk="0" hangingPunct="1">
              <a:lnSpc>
                <a:spcPct val="100000"/>
              </a:lnSpc>
              <a:spcBef>
                <a:spcPts val="0"/>
              </a:spcBef>
              <a:spcAft>
                <a:spcPts val="0"/>
              </a:spcAft>
              <a:buClrTx/>
              <a:buSzTx/>
              <a:buFontTx/>
              <a:buNone/>
              <a:tabLst/>
              <a:defRPr/>
            </a:pPr>
            <a:endParaRPr kumimoji="0" lang="en-IN" sz="818" b="0" i="0" u="none" strike="noStrike" kern="1200" cap="none" spc="0" normalizeH="0" baseline="0" noProof="0" dirty="0">
              <a:ln>
                <a:noFill/>
              </a:ln>
              <a:solidFill>
                <a:srgbClr val="004F59"/>
              </a:solidFill>
              <a:effectLst/>
              <a:uLnTx/>
              <a:uFillTx/>
              <a:latin typeface="Verdana"/>
              <a:ea typeface="+mn-ea"/>
              <a:cs typeface="+mn-cs"/>
            </a:endParaRPr>
          </a:p>
        </p:txBody>
      </p:sp>
      <p:sp>
        <p:nvSpPr>
          <p:cNvPr id="27" name="Rectangle 26">
            <a:extLst>
              <a:ext uri="{FF2B5EF4-FFF2-40B4-BE49-F238E27FC236}">
                <a16:creationId xmlns:a16="http://schemas.microsoft.com/office/drawing/2014/main" id="{9415D7B2-AAC1-41AE-B352-DC1856261A76}"/>
              </a:ext>
            </a:extLst>
          </p:cNvPr>
          <p:cNvSpPr/>
          <p:nvPr/>
        </p:nvSpPr>
        <p:spPr>
          <a:xfrm>
            <a:off x="9146118" y="5317611"/>
            <a:ext cx="730588" cy="218201"/>
          </a:xfrm>
          <a:prstGeom prst="rect">
            <a:avLst/>
          </a:prstGeom>
        </p:spPr>
        <p:txBody>
          <a:bodyPr wrap="square">
            <a:spAutoFit/>
          </a:bodyPr>
          <a:lstStyle/>
          <a:p>
            <a:pPr marL="0" marR="0" lvl="0" indent="0" algn="ctr" defTabSz="837848" rtl="0" eaLnBrk="1" fontAlgn="auto" latinLnBrk="0" hangingPunct="1">
              <a:lnSpc>
                <a:spcPct val="100000"/>
              </a:lnSpc>
              <a:spcBef>
                <a:spcPts val="0"/>
              </a:spcBef>
              <a:spcAft>
                <a:spcPts val="0"/>
              </a:spcAft>
              <a:buClrTx/>
              <a:buSzTx/>
              <a:buFontTx/>
              <a:buNone/>
              <a:tabLst/>
              <a:defRPr/>
            </a:pPr>
            <a:endParaRPr kumimoji="0" lang="en-IN" sz="818" b="0" i="0" u="none" strike="noStrike" kern="1200" cap="none" spc="0" normalizeH="0" baseline="0" noProof="0" dirty="0">
              <a:ln>
                <a:noFill/>
              </a:ln>
              <a:solidFill>
                <a:srgbClr val="004F59"/>
              </a:solidFill>
              <a:effectLst/>
              <a:uLnTx/>
              <a:uFillTx/>
              <a:latin typeface="Verdana"/>
              <a:ea typeface="+mn-ea"/>
              <a:cs typeface="+mn-cs"/>
            </a:endParaRPr>
          </a:p>
        </p:txBody>
      </p:sp>
      <p:sp>
        <p:nvSpPr>
          <p:cNvPr id="28" name="5-Point Star 182">
            <a:extLst>
              <a:ext uri="{FF2B5EF4-FFF2-40B4-BE49-F238E27FC236}">
                <a16:creationId xmlns:a16="http://schemas.microsoft.com/office/drawing/2014/main" id="{31DE9C87-074D-4C9F-9063-6EA7E27248F0}"/>
              </a:ext>
            </a:extLst>
          </p:cNvPr>
          <p:cNvSpPr/>
          <p:nvPr/>
        </p:nvSpPr>
        <p:spPr bwMode="gray">
          <a:xfrm>
            <a:off x="1478212" y="4839539"/>
            <a:ext cx="108063" cy="93140"/>
          </a:xfrm>
          <a:prstGeom prst="star5">
            <a:avLst/>
          </a:prstGeom>
          <a:solidFill>
            <a:schemeClr val="accent1"/>
          </a:solidFill>
          <a:ln w="19050" algn="ctr">
            <a:noFill/>
            <a:miter lim="800000"/>
            <a:headEnd/>
            <a:tailEnd/>
          </a:ln>
        </p:spPr>
        <p:txBody>
          <a:bodyPr wrap="square" lIns="60614" tIns="60614" rIns="60614" bIns="60614" rtlCol="0" anchor="ctr"/>
          <a:lstStyle/>
          <a:p>
            <a:pPr marL="0" marR="0" lvl="0" indent="0" algn="ctr" defTabSz="623438" rtl="0" eaLnBrk="1" fontAlgn="auto" latinLnBrk="0" hangingPunct="1">
              <a:lnSpc>
                <a:spcPct val="106000"/>
              </a:lnSpc>
              <a:spcBef>
                <a:spcPts val="0"/>
              </a:spcBef>
              <a:spcAft>
                <a:spcPts val="0"/>
              </a:spcAft>
              <a:buClrTx/>
              <a:buSzTx/>
              <a:buFontTx/>
              <a:buNone/>
              <a:tabLst/>
              <a:defRPr/>
            </a:pPr>
            <a:endParaRPr kumimoji="0" lang="en-IN" sz="818" b="0" i="0" u="none" strike="noStrike" kern="1200" cap="none" spc="0" normalizeH="0" baseline="0" noProof="0" dirty="0">
              <a:ln>
                <a:noFill/>
              </a:ln>
              <a:solidFill>
                <a:prstClr val="white"/>
              </a:solidFill>
              <a:effectLst/>
              <a:uLnTx/>
              <a:uFillTx/>
              <a:latin typeface="Verdana"/>
              <a:ea typeface="+mn-ea"/>
              <a:cs typeface="+mn-cs"/>
            </a:endParaRPr>
          </a:p>
        </p:txBody>
      </p:sp>
      <p:sp>
        <p:nvSpPr>
          <p:cNvPr id="30" name="5-Point Star 182">
            <a:extLst>
              <a:ext uri="{FF2B5EF4-FFF2-40B4-BE49-F238E27FC236}">
                <a16:creationId xmlns:a16="http://schemas.microsoft.com/office/drawing/2014/main" id="{849295CE-E486-48B9-9156-3AC68B29A5EC}"/>
              </a:ext>
            </a:extLst>
          </p:cNvPr>
          <p:cNvSpPr/>
          <p:nvPr/>
        </p:nvSpPr>
        <p:spPr bwMode="gray">
          <a:xfrm>
            <a:off x="3645738" y="4827030"/>
            <a:ext cx="108063" cy="93140"/>
          </a:xfrm>
          <a:prstGeom prst="star5">
            <a:avLst/>
          </a:prstGeom>
          <a:solidFill>
            <a:schemeClr val="accent1"/>
          </a:solidFill>
          <a:ln w="19050" algn="ctr">
            <a:noFill/>
            <a:miter lim="800000"/>
            <a:headEnd/>
            <a:tailEnd/>
          </a:ln>
        </p:spPr>
        <p:txBody>
          <a:bodyPr wrap="square" lIns="60614" tIns="60614" rIns="60614" bIns="60614" rtlCol="0" anchor="ctr"/>
          <a:lstStyle/>
          <a:p>
            <a:pPr marL="0" marR="0" lvl="0" indent="0" algn="ctr" defTabSz="623438" rtl="0" eaLnBrk="1" fontAlgn="auto" latinLnBrk="0" hangingPunct="1">
              <a:lnSpc>
                <a:spcPct val="106000"/>
              </a:lnSpc>
              <a:spcBef>
                <a:spcPts val="0"/>
              </a:spcBef>
              <a:spcAft>
                <a:spcPts val="0"/>
              </a:spcAft>
              <a:buClrTx/>
              <a:buSzTx/>
              <a:buFontTx/>
              <a:buNone/>
              <a:tabLst/>
              <a:defRPr/>
            </a:pPr>
            <a:endParaRPr kumimoji="0" lang="en-IN" sz="818" b="0" i="0" u="none" strike="noStrike" kern="1200" cap="none" spc="0" normalizeH="0" baseline="0" noProof="0" dirty="0">
              <a:ln>
                <a:noFill/>
              </a:ln>
              <a:solidFill>
                <a:prstClr val="white"/>
              </a:solidFill>
              <a:effectLst/>
              <a:uLnTx/>
              <a:uFillTx/>
              <a:latin typeface="Verdana"/>
              <a:ea typeface="+mn-ea"/>
              <a:cs typeface="+mn-cs"/>
            </a:endParaRPr>
          </a:p>
        </p:txBody>
      </p:sp>
      <p:sp>
        <p:nvSpPr>
          <p:cNvPr id="32" name="5-Point Star 182">
            <a:extLst>
              <a:ext uri="{FF2B5EF4-FFF2-40B4-BE49-F238E27FC236}">
                <a16:creationId xmlns:a16="http://schemas.microsoft.com/office/drawing/2014/main" id="{891DC363-E00D-4505-876B-02FC2A4ADFFD}"/>
              </a:ext>
            </a:extLst>
          </p:cNvPr>
          <p:cNvSpPr/>
          <p:nvPr/>
        </p:nvSpPr>
        <p:spPr bwMode="gray">
          <a:xfrm>
            <a:off x="5108772" y="4838754"/>
            <a:ext cx="108063" cy="93140"/>
          </a:xfrm>
          <a:prstGeom prst="star5">
            <a:avLst/>
          </a:prstGeom>
          <a:solidFill>
            <a:schemeClr val="accent1"/>
          </a:solidFill>
          <a:ln w="19050" algn="ctr">
            <a:noFill/>
            <a:miter lim="800000"/>
            <a:headEnd/>
            <a:tailEnd/>
          </a:ln>
        </p:spPr>
        <p:txBody>
          <a:bodyPr wrap="square" lIns="60614" tIns="60614" rIns="60614" bIns="60614" rtlCol="0" anchor="ctr"/>
          <a:lstStyle/>
          <a:p>
            <a:pPr marL="0" marR="0" lvl="0" indent="0" algn="ctr" defTabSz="623438" rtl="0" eaLnBrk="1" fontAlgn="auto" latinLnBrk="0" hangingPunct="1">
              <a:lnSpc>
                <a:spcPct val="106000"/>
              </a:lnSpc>
              <a:spcBef>
                <a:spcPts val="0"/>
              </a:spcBef>
              <a:spcAft>
                <a:spcPts val="0"/>
              </a:spcAft>
              <a:buClrTx/>
              <a:buSzTx/>
              <a:buFontTx/>
              <a:buNone/>
              <a:tabLst/>
              <a:defRPr/>
            </a:pPr>
            <a:endParaRPr kumimoji="0" lang="en-IN" sz="818" b="0" i="0" u="none" strike="noStrike" kern="1200" cap="none" spc="0" normalizeH="0" baseline="0" noProof="0" dirty="0">
              <a:ln>
                <a:noFill/>
              </a:ln>
              <a:solidFill>
                <a:prstClr val="white"/>
              </a:solidFill>
              <a:effectLst/>
              <a:uLnTx/>
              <a:uFillTx/>
              <a:latin typeface="Verdana"/>
              <a:ea typeface="+mn-ea"/>
              <a:cs typeface="+mn-cs"/>
            </a:endParaRPr>
          </a:p>
        </p:txBody>
      </p:sp>
      <p:sp>
        <p:nvSpPr>
          <p:cNvPr id="35" name="5-Point Star 182">
            <a:extLst>
              <a:ext uri="{FF2B5EF4-FFF2-40B4-BE49-F238E27FC236}">
                <a16:creationId xmlns:a16="http://schemas.microsoft.com/office/drawing/2014/main" id="{455358A1-1AD7-4BE0-BF4F-62FEDF760BFE}"/>
              </a:ext>
            </a:extLst>
          </p:cNvPr>
          <p:cNvSpPr/>
          <p:nvPr/>
        </p:nvSpPr>
        <p:spPr bwMode="gray">
          <a:xfrm>
            <a:off x="6601425" y="4837999"/>
            <a:ext cx="108063" cy="93140"/>
          </a:xfrm>
          <a:prstGeom prst="star5">
            <a:avLst/>
          </a:prstGeom>
          <a:solidFill>
            <a:schemeClr val="accent1"/>
          </a:solidFill>
          <a:ln w="19050" algn="ctr">
            <a:noFill/>
            <a:miter lim="800000"/>
            <a:headEnd/>
            <a:tailEnd/>
          </a:ln>
        </p:spPr>
        <p:txBody>
          <a:bodyPr wrap="square" lIns="60614" tIns="60614" rIns="60614" bIns="60614" rtlCol="0" anchor="ctr"/>
          <a:lstStyle/>
          <a:p>
            <a:pPr marL="0" marR="0" lvl="0" indent="0" algn="ctr" defTabSz="623438" rtl="0" eaLnBrk="1" fontAlgn="auto" latinLnBrk="0" hangingPunct="1">
              <a:lnSpc>
                <a:spcPct val="106000"/>
              </a:lnSpc>
              <a:spcBef>
                <a:spcPts val="0"/>
              </a:spcBef>
              <a:spcAft>
                <a:spcPts val="0"/>
              </a:spcAft>
              <a:buClrTx/>
              <a:buSzTx/>
              <a:buFontTx/>
              <a:buNone/>
              <a:tabLst/>
              <a:defRPr/>
            </a:pPr>
            <a:endParaRPr kumimoji="0" lang="en-IN" sz="818" b="0" i="0" u="none" strike="noStrike" kern="1200" cap="none" spc="0" normalizeH="0" baseline="0" noProof="0" dirty="0">
              <a:ln>
                <a:noFill/>
              </a:ln>
              <a:solidFill>
                <a:prstClr val="white"/>
              </a:solidFill>
              <a:effectLst/>
              <a:uLnTx/>
              <a:uFillTx/>
              <a:latin typeface="Verdana"/>
              <a:ea typeface="+mn-ea"/>
              <a:cs typeface="+mn-cs"/>
            </a:endParaRPr>
          </a:p>
        </p:txBody>
      </p:sp>
      <p:sp>
        <p:nvSpPr>
          <p:cNvPr id="36" name="5-Point Star 182">
            <a:extLst>
              <a:ext uri="{FF2B5EF4-FFF2-40B4-BE49-F238E27FC236}">
                <a16:creationId xmlns:a16="http://schemas.microsoft.com/office/drawing/2014/main" id="{2CC34333-C576-4BBE-AFBE-978D57F8D398}"/>
              </a:ext>
            </a:extLst>
          </p:cNvPr>
          <p:cNvSpPr/>
          <p:nvPr/>
        </p:nvSpPr>
        <p:spPr bwMode="gray">
          <a:xfrm>
            <a:off x="8224794" y="4828702"/>
            <a:ext cx="108063" cy="93140"/>
          </a:xfrm>
          <a:prstGeom prst="star5">
            <a:avLst/>
          </a:prstGeom>
          <a:solidFill>
            <a:schemeClr val="accent1"/>
          </a:solidFill>
          <a:ln w="19050" algn="ctr">
            <a:noFill/>
            <a:miter lim="800000"/>
            <a:headEnd/>
            <a:tailEnd/>
          </a:ln>
        </p:spPr>
        <p:txBody>
          <a:bodyPr wrap="square" lIns="60614" tIns="60614" rIns="60614" bIns="60614" rtlCol="0" anchor="ctr"/>
          <a:lstStyle/>
          <a:p>
            <a:pPr marL="0" marR="0" lvl="0" indent="0" algn="ctr" defTabSz="623438" rtl="0" eaLnBrk="1" fontAlgn="auto" latinLnBrk="0" hangingPunct="1">
              <a:lnSpc>
                <a:spcPct val="106000"/>
              </a:lnSpc>
              <a:spcBef>
                <a:spcPts val="0"/>
              </a:spcBef>
              <a:spcAft>
                <a:spcPts val="0"/>
              </a:spcAft>
              <a:buClrTx/>
              <a:buSzTx/>
              <a:buFontTx/>
              <a:buNone/>
              <a:tabLst/>
              <a:defRPr/>
            </a:pPr>
            <a:endParaRPr kumimoji="0" lang="en-IN" sz="818" b="0" i="0" u="none" strike="noStrike" kern="1200" cap="none" spc="0" normalizeH="0" baseline="0" noProof="0" dirty="0">
              <a:ln>
                <a:noFill/>
              </a:ln>
              <a:solidFill>
                <a:prstClr val="white"/>
              </a:solidFill>
              <a:effectLst/>
              <a:uLnTx/>
              <a:uFillTx/>
              <a:latin typeface="Verdana"/>
              <a:ea typeface="+mn-ea"/>
              <a:cs typeface="+mn-cs"/>
            </a:endParaRPr>
          </a:p>
        </p:txBody>
      </p:sp>
      <p:sp>
        <p:nvSpPr>
          <p:cNvPr id="37" name="5-Point Star 182">
            <a:extLst>
              <a:ext uri="{FF2B5EF4-FFF2-40B4-BE49-F238E27FC236}">
                <a16:creationId xmlns:a16="http://schemas.microsoft.com/office/drawing/2014/main" id="{F2BF01B7-59E5-4AFD-902A-1303BD7F39F8}"/>
              </a:ext>
            </a:extLst>
          </p:cNvPr>
          <p:cNvSpPr/>
          <p:nvPr/>
        </p:nvSpPr>
        <p:spPr bwMode="gray">
          <a:xfrm>
            <a:off x="8568856" y="4832754"/>
            <a:ext cx="108063" cy="93140"/>
          </a:xfrm>
          <a:prstGeom prst="star5">
            <a:avLst/>
          </a:prstGeom>
          <a:solidFill>
            <a:schemeClr val="accent1"/>
          </a:solidFill>
          <a:ln w="19050" algn="ctr">
            <a:noFill/>
            <a:miter lim="800000"/>
            <a:headEnd/>
            <a:tailEnd/>
          </a:ln>
        </p:spPr>
        <p:txBody>
          <a:bodyPr wrap="square" lIns="60614" tIns="60614" rIns="60614" bIns="60614" rtlCol="0" anchor="ctr"/>
          <a:lstStyle/>
          <a:p>
            <a:pPr marL="0" marR="0" lvl="0" indent="0" algn="ctr" defTabSz="623438" rtl="0" eaLnBrk="1" fontAlgn="auto" latinLnBrk="0" hangingPunct="1">
              <a:lnSpc>
                <a:spcPct val="106000"/>
              </a:lnSpc>
              <a:spcBef>
                <a:spcPts val="0"/>
              </a:spcBef>
              <a:spcAft>
                <a:spcPts val="0"/>
              </a:spcAft>
              <a:buClrTx/>
              <a:buSzTx/>
              <a:buFontTx/>
              <a:buNone/>
              <a:tabLst/>
              <a:defRPr/>
            </a:pPr>
            <a:endParaRPr kumimoji="0" lang="en-IN" sz="818" b="0" i="0" u="none" strike="noStrike" kern="1200" cap="none" spc="0" normalizeH="0" baseline="0" noProof="0" dirty="0">
              <a:ln>
                <a:noFill/>
              </a:ln>
              <a:solidFill>
                <a:prstClr val="white"/>
              </a:solidFill>
              <a:effectLst/>
              <a:uLnTx/>
              <a:uFillTx/>
              <a:latin typeface="Verdana"/>
              <a:ea typeface="+mn-ea"/>
              <a:cs typeface="+mn-cs"/>
            </a:endParaRPr>
          </a:p>
        </p:txBody>
      </p:sp>
      <p:sp>
        <p:nvSpPr>
          <p:cNvPr id="38" name="5-Point Star 182">
            <a:extLst>
              <a:ext uri="{FF2B5EF4-FFF2-40B4-BE49-F238E27FC236}">
                <a16:creationId xmlns:a16="http://schemas.microsoft.com/office/drawing/2014/main" id="{048B520C-A507-4C46-92B7-73E585DCB520}"/>
              </a:ext>
            </a:extLst>
          </p:cNvPr>
          <p:cNvSpPr/>
          <p:nvPr/>
        </p:nvSpPr>
        <p:spPr bwMode="gray">
          <a:xfrm>
            <a:off x="9482717" y="4828699"/>
            <a:ext cx="108063" cy="93140"/>
          </a:xfrm>
          <a:prstGeom prst="star5">
            <a:avLst/>
          </a:prstGeom>
          <a:solidFill>
            <a:schemeClr val="accent1"/>
          </a:solidFill>
          <a:ln w="19050" algn="ctr">
            <a:noFill/>
            <a:miter lim="800000"/>
            <a:headEnd/>
            <a:tailEnd/>
          </a:ln>
        </p:spPr>
        <p:txBody>
          <a:bodyPr wrap="square" lIns="60614" tIns="60614" rIns="60614" bIns="60614" rtlCol="0" anchor="ctr"/>
          <a:lstStyle/>
          <a:p>
            <a:pPr marL="0" marR="0" lvl="0" indent="0" algn="ctr" defTabSz="623438" rtl="0" eaLnBrk="1" fontAlgn="auto" latinLnBrk="0" hangingPunct="1">
              <a:lnSpc>
                <a:spcPct val="106000"/>
              </a:lnSpc>
              <a:spcBef>
                <a:spcPts val="0"/>
              </a:spcBef>
              <a:spcAft>
                <a:spcPts val="0"/>
              </a:spcAft>
              <a:buClrTx/>
              <a:buSzTx/>
              <a:buFontTx/>
              <a:buNone/>
              <a:tabLst/>
              <a:defRPr/>
            </a:pPr>
            <a:endParaRPr kumimoji="0" lang="en-IN" sz="818" b="0" i="0" u="none" strike="noStrike" kern="1200" cap="none" spc="0" normalizeH="0" baseline="0" noProof="0" dirty="0">
              <a:ln>
                <a:noFill/>
              </a:ln>
              <a:solidFill>
                <a:prstClr val="white"/>
              </a:solidFill>
              <a:effectLst/>
              <a:uLnTx/>
              <a:uFillTx/>
              <a:latin typeface="Verdana"/>
              <a:ea typeface="+mn-ea"/>
              <a:cs typeface="+mn-cs"/>
            </a:endParaRPr>
          </a:p>
        </p:txBody>
      </p:sp>
      <p:sp>
        <p:nvSpPr>
          <p:cNvPr id="39" name="Rectangle 38">
            <a:extLst>
              <a:ext uri="{FF2B5EF4-FFF2-40B4-BE49-F238E27FC236}">
                <a16:creationId xmlns:a16="http://schemas.microsoft.com/office/drawing/2014/main" id="{D82584E7-AEE3-434C-8B99-2336FB1A3766}"/>
              </a:ext>
            </a:extLst>
          </p:cNvPr>
          <p:cNvSpPr/>
          <p:nvPr/>
        </p:nvSpPr>
        <p:spPr>
          <a:xfrm>
            <a:off x="9759879" y="5026450"/>
            <a:ext cx="1672633" cy="344069"/>
          </a:xfrm>
          <a:prstGeom prst="rect">
            <a:avLst/>
          </a:prstGeom>
        </p:spPr>
        <p:txBody>
          <a:bodyPr wrap="square">
            <a:spAutoFit/>
          </a:bodyPr>
          <a:lstStyle/>
          <a:p>
            <a:pPr marL="116895" marR="0" lvl="0" indent="-116895" algn="l" defTabSz="83784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818" b="0" i="0" u="none" strike="noStrike" kern="1200" cap="none" spc="0" normalizeH="0" baseline="0" noProof="0" dirty="0">
                <a:ln>
                  <a:noFill/>
                </a:ln>
                <a:solidFill>
                  <a:prstClr val="black"/>
                </a:solidFill>
                <a:effectLst/>
                <a:uLnTx/>
                <a:uFillTx/>
                <a:latin typeface="Verdana"/>
                <a:ea typeface="+mn-ea"/>
                <a:cs typeface="+mn-cs"/>
              </a:rPr>
              <a:t>Quarterly report over 18 month’s Period</a:t>
            </a:r>
          </a:p>
        </p:txBody>
      </p:sp>
      <p:sp>
        <p:nvSpPr>
          <p:cNvPr id="40" name="5-Point Star 182">
            <a:extLst>
              <a:ext uri="{FF2B5EF4-FFF2-40B4-BE49-F238E27FC236}">
                <a16:creationId xmlns:a16="http://schemas.microsoft.com/office/drawing/2014/main" id="{1F57408E-5BB0-41C5-8304-988CD527A24E}"/>
              </a:ext>
            </a:extLst>
          </p:cNvPr>
          <p:cNvSpPr/>
          <p:nvPr/>
        </p:nvSpPr>
        <p:spPr bwMode="gray">
          <a:xfrm>
            <a:off x="10417197" y="4829548"/>
            <a:ext cx="108063" cy="93140"/>
          </a:xfrm>
          <a:prstGeom prst="star5">
            <a:avLst/>
          </a:prstGeom>
          <a:solidFill>
            <a:schemeClr val="accent1"/>
          </a:solidFill>
          <a:ln w="19050" algn="ctr">
            <a:noFill/>
            <a:miter lim="800000"/>
            <a:headEnd/>
            <a:tailEnd/>
          </a:ln>
        </p:spPr>
        <p:txBody>
          <a:bodyPr wrap="square" lIns="60614" tIns="60614" rIns="60614" bIns="60614" rtlCol="0" anchor="ctr"/>
          <a:lstStyle/>
          <a:p>
            <a:pPr marL="0" marR="0" lvl="0" indent="0" algn="ctr" defTabSz="623438" rtl="0" eaLnBrk="1" fontAlgn="auto" latinLnBrk="0" hangingPunct="1">
              <a:lnSpc>
                <a:spcPct val="106000"/>
              </a:lnSpc>
              <a:spcBef>
                <a:spcPts val="0"/>
              </a:spcBef>
              <a:spcAft>
                <a:spcPts val="0"/>
              </a:spcAft>
              <a:buClrTx/>
              <a:buSzTx/>
              <a:buFontTx/>
              <a:buNone/>
              <a:tabLst/>
              <a:defRPr/>
            </a:pPr>
            <a:endParaRPr kumimoji="0" lang="en-IN" sz="818" b="0" i="0" u="none" strike="noStrike" kern="1200" cap="none" spc="0" normalizeH="0" baseline="0" noProof="0" dirty="0">
              <a:ln>
                <a:noFill/>
              </a:ln>
              <a:solidFill>
                <a:prstClr val="white"/>
              </a:solidFill>
              <a:effectLst/>
              <a:uLnTx/>
              <a:uFillTx/>
              <a:latin typeface="Verdana"/>
              <a:ea typeface="+mn-ea"/>
              <a:cs typeface="+mn-cs"/>
            </a:endParaRPr>
          </a:p>
        </p:txBody>
      </p:sp>
      <p:sp>
        <p:nvSpPr>
          <p:cNvPr id="45" name="5-Point Star 182">
            <a:extLst>
              <a:ext uri="{FF2B5EF4-FFF2-40B4-BE49-F238E27FC236}">
                <a16:creationId xmlns:a16="http://schemas.microsoft.com/office/drawing/2014/main" id="{B4BFE2D7-DD42-4D69-AF5C-D9F6DBE70DB7}"/>
              </a:ext>
            </a:extLst>
          </p:cNvPr>
          <p:cNvSpPr/>
          <p:nvPr/>
        </p:nvSpPr>
        <p:spPr bwMode="gray">
          <a:xfrm>
            <a:off x="11169025" y="4829043"/>
            <a:ext cx="108063" cy="93140"/>
          </a:xfrm>
          <a:prstGeom prst="star5">
            <a:avLst/>
          </a:prstGeom>
          <a:solidFill>
            <a:schemeClr val="accent1"/>
          </a:solidFill>
          <a:ln w="19050" algn="ctr">
            <a:noFill/>
            <a:miter lim="800000"/>
            <a:headEnd/>
            <a:tailEnd/>
          </a:ln>
        </p:spPr>
        <p:txBody>
          <a:bodyPr wrap="square" lIns="60614" tIns="60614" rIns="60614" bIns="60614" rtlCol="0" anchor="ctr"/>
          <a:lstStyle/>
          <a:p>
            <a:pPr marL="0" marR="0" lvl="0" indent="0" algn="ctr" defTabSz="623438" rtl="0" eaLnBrk="1" fontAlgn="auto" latinLnBrk="0" hangingPunct="1">
              <a:lnSpc>
                <a:spcPct val="106000"/>
              </a:lnSpc>
              <a:spcBef>
                <a:spcPts val="0"/>
              </a:spcBef>
              <a:spcAft>
                <a:spcPts val="0"/>
              </a:spcAft>
              <a:buClrTx/>
              <a:buSzTx/>
              <a:buFontTx/>
              <a:buNone/>
              <a:tabLst/>
              <a:defRPr/>
            </a:pPr>
            <a:endParaRPr kumimoji="0" lang="en-IN" sz="818" b="0" i="0" u="none" strike="noStrike" kern="1200" cap="none" spc="0" normalizeH="0" baseline="0" noProof="0" dirty="0">
              <a:ln>
                <a:noFill/>
              </a:ln>
              <a:solidFill>
                <a:prstClr val="white"/>
              </a:solidFill>
              <a:effectLst/>
              <a:uLnTx/>
              <a:uFillTx/>
              <a:latin typeface="Verdana"/>
              <a:ea typeface="+mn-ea"/>
              <a:cs typeface="+mn-cs"/>
            </a:endParaRPr>
          </a:p>
        </p:txBody>
      </p:sp>
      <p:sp>
        <p:nvSpPr>
          <p:cNvPr id="46" name="TextBox 45">
            <a:extLst>
              <a:ext uri="{FF2B5EF4-FFF2-40B4-BE49-F238E27FC236}">
                <a16:creationId xmlns:a16="http://schemas.microsoft.com/office/drawing/2014/main" id="{DCC71989-AD44-4040-99DF-9A803091ABBE}"/>
              </a:ext>
            </a:extLst>
          </p:cNvPr>
          <p:cNvSpPr txBox="1"/>
          <p:nvPr/>
        </p:nvSpPr>
        <p:spPr>
          <a:xfrm rot="16200000">
            <a:off x="266515" y="5463328"/>
            <a:ext cx="769212" cy="125868"/>
          </a:xfrm>
          <a:prstGeom prst="rect">
            <a:avLst/>
          </a:prstGeom>
          <a:solidFill>
            <a:schemeClr val="accent5"/>
          </a:solidFill>
          <a:ln w="6350">
            <a:noFill/>
          </a:ln>
        </p:spPr>
        <p:txBody>
          <a:bodyPr wrap="square" lIns="0" tIns="0" rIns="0" bIns="0" rtlCol="0">
            <a:spAutoFit/>
          </a:bodyPr>
          <a:lstStyle/>
          <a:p>
            <a:pPr marL="0" marR="0" lvl="0" indent="0" algn="ctr" defTabSz="837848" rtl="0" eaLnBrk="1" fontAlgn="auto" latinLnBrk="0" hangingPunct="1">
              <a:lnSpc>
                <a:spcPct val="100000"/>
              </a:lnSpc>
              <a:spcBef>
                <a:spcPts val="205"/>
              </a:spcBef>
              <a:spcAft>
                <a:spcPts val="205"/>
              </a:spcAft>
              <a:buClrTx/>
              <a:buSzPct val="100000"/>
              <a:buFontTx/>
              <a:buNone/>
              <a:tabLst/>
              <a:defRPr/>
            </a:pPr>
            <a:r>
              <a:rPr kumimoji="0" lang="en-US" sz="818" b="0" i="0" u="none" strike="noStrike" kern="1200" cap="none" spc="0" normalizeH="0" baseline="0" noProof="0" dirty="0">
                <a:ln>
                  <a:noFill/>
                </a:ln>
                <a:solidFill>
                  <a:prstClr val="white"/>
                </a:solidFill>
                <a:effectLst/>
                <a:uLnTx/>
                <a:uFillTx/>
                <a:latin typeface="Verdana"/>
                <a:ea typeface="+mn-ea"/>
                <a:cs typeface="Times New Roman" panose="02020603050405020304" pitchFamily="18" charset="0"/>
              </a:rPr>
              <a:t>Deliverables</a:t>
            </a:r>
            <a:endParaRPr kumimoji="0" lang="en-IN" sz="818" b="0" i="0" u="none" strike="noStrike" kern="1200" cap="none" spc="0" normalizeH="0" baseline="0" noProof="0" dirty="0">
              <a:ln>
                <a:noFill/>
              </a:ln>
              <a:solidFill>
                <a:prstClr val="white"/>
              </a:solidFill>
              <a:effectLst/>
              <a:uLnTx/>
              <a:uFillTx/>
              <a:latin typeface="Verdana"/>
              <a:ea typeface="+mn-ea"/>
              <a:cs typeface="Times New Roman" panose="02020603050405020304" pitchFamily="18" charset="0"/>
            </a:endParaRPr>
          </a:p>
        </p:txBody>
      </p:sp>
      <p:sp>
        <p:nvSpPr>
          <p:cNvPr id="47" name="Rectangle 46">
            <a:extLst>
              <a:ext uri="{FF2B5EF4-FFF2-40B4-BE49-F238E27FC236}">
                <a16:creationId xmlns:a16="http://schemas.microsoft.com/office/drawing/2014/main" id="{0B68C523-2AF2-4037-AD91-9C61D4172263}"/>
              </a:ext>
            </a:extLst>
          </p:cNvPr>
          <p:cNvSpPr/>
          <p:nvPr/>
        </p:nvSpPr>
        <p:spPr>
          <a:xfrm>
            <a:off x="6692723" y="5034396"/>
            <a:ext cx="2678975" cy="721672"/>
          </a:xfrm>
          <a:prstGeom prst="rect">
            <a:avLst/>
          </a:prstGeom>
          <a:ln>
            <a:noFill/>
          </a:ln>
        </p:spPr>
        <p:txBody>
          <a:bodyPr wrap="square">
            <a:spAutoFit/>
          </a:bodyPr>
          <a:lstStyle/>
          <a:p>
            <a:pPr marL="116895" marR="0" lvl="0" indent="-116895" algn="l" defTabSz="83784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18" b="0" i="0" u="none" strike="noStrike" kern="1200" cap="none" spc="0" normalizeH="0" baseline="0" noProof="0" dirty="0">
                <a:ln>
                  <a:noFill/>
                </a:ln>
                <a:solidFill>
                  <a:srgbClr val="004F59"/>
                </a:solidFill>
                <a:effectLst/>
                <a:uLnTx/>
                <a:uFillTx/>
                <a:latin typeface="Verdana"/>
                <a:ea typeface="+mn-ea"/>
                <a:cs typeface="+mn-cs"/>
              </a:rPr>
              <a:t>Report &amp; Presentation on Power sector vision </a:t>
            </a:r>
            <a:r>
              <a:rPr kumimoji="0" lang="en-IN" sz="818" b="0" i="0" u="none" strike="noStrike" kern="1200" cap="none" spc="0" normalizeH="0" baseline="0" noProof="0" dirty="0">
                <a:ln>
                  <a:noFill/>
                </a:ln>
                <a:solidFill>
                  <a:srgbClr val="004F59"/>
                </a:solidFill>
                <a:effectLst/>
                <a:uLnTx/>
                <a:uFillTx/>
                <a:latin typeface="Verdana"/>
                <a:ea typeface="+mn-ea"/>
                <a:cs typeface="+mn-cs"/>
              </a:rPr>
              <a:t>development for 2030</a:t>
            </a:r>
          </a:p>
          <a:p>
            <a:pPr marL="116895" marR="0" lvl="0" indent="-116895" algn="l" defTabSz="83784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18" b="0" i="0" u="none" strike="noStrike" kern="1200" cap="none" spc="0" normalizeH="0" baseline="0" noProof="0" dirty="0">
                <a:ln>
                  <a:noFill/>
                </a:ln>
                <a:solidFill>
                  <a:srgbClr val="004F59"/>
                </a:solidFill>
                <a:effectLst/>
                <a:uLnTx/>
                <a:uFillTx/>
                <a:latin typeface="Verdana"/>
                <a:ea typeface="+mn-ea"/>
                <a:cs typeface="+mn-cs"/>
              </a:rPr>
              <a:t>Report &amp; Presentation on key strategic </a:t>
            </a:r>
            <a:r>
              <a:rPr kumimoji="0" lang="en-IN" sz="818" b="0" i="0" u="none" strike="noStrike" kern="1200" cap="none" spc="0" normalizeH="0" baseline="0" noProof="0" dirty="0">
                <a:ln>
                  <a:noFill/>
                </a:ln>
                <a:solidFill>
                  <a:srgbClr val="004F59"/>
                </a:solidFill>
                <a:effectLst/>
                <a:uLnTx/>
                <a:uFillTx/>
                <a:latin typeface="Verdana"/>
                <a:ea typeface="+mn-ea"/>
                <a:cs typeface="+mn-cs"/>
              </a:rPr>
              <a:t>priorities and actions</a:t>
            </a:r>
          </a:p>
          <a:p>
            <a:pPr marL="116895" marR="0" lvl="0" indent="-116895" algn="l" defTabSz="83784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18" b="0" i="0" u="none" strike="noStrike" kern="1200" cap="none" spc="0" normalizeH="0" baseline="0" noProof="0" dirty="0">
                <a:ln>
                  <a:noFill/>
                </a:ln>
                <a:solidFill>
                  <a:srgbClr val="004F59"/>
                </a:solidFill>
                <a:effectLst/>
                <a:uLnTx/>
                <a:uFillTx/>
                <a:latin typeface="Verdana"/>
                <a:ea typeface="+mn-ea"/>
                <a:cs typeface="+mn-cs"/>
              </a:rPr>
              <a:t>Report &amp; Presentation on detailed action plan</a:t>
            </a:r>
            <a:endParaRPr kumimoji="0" lang="en-IN" sz="818" b="0" i="0" u="none" strike="noStrike" kern="1200" cap="none" spc="0" normalizeH="0" baseline="0" noProof="0" dirty="0">
              <a:ln>
                <a:noFill/>
              </a:ln>
              <a:solidFill>
                <a:srgbClr val="004F59"/>
              </a:solidFill>
              <a:effectLst/>
              <a:uLnTx/>
              <a:uFillTx/>
              <a:latin typeface="Verdana"/>
              <a:ea typeface="+mn-ea"/>
              <a:cs typeface="+mn-cs"/>
            </a:endParaRPr>
          </a:p>
        </p:txBody>
      </p:sp>
      <p:grpSp>
        <p:nvGrpSpPr>
          <p:cNvPr id="48" name="Group 47">
            <a:extLst>
              <a:ext uri="{FF2B5EF4-FFF2-40B4-BE49-F238E27FC236}">
                <a16:creationId xmlns:a16="http://schemas.microsoft.com/office/drawing/2014/main" id="{0BA8B200-FF43-4F22-A64B-FFD865B792B6}"/>
              </a:ext>
            </a:extLst>
          </p:cNvPr>
          <p:cNvGrpSpPr/>
          <p:nvPr/>
        </p:nvGrpSpPr>
        <p:grpSpPr>
          <a:xfrm>
            <a:off x="571164" y="1692409"/>
            <a:ext cx="10940749" cy="3026531"/>
            <a:chOff x="660382" y="1926263"/>
            <a:chExt cx="9947722" cy="3026531"/>
          </a:xfrm>
        </p:grpSpPr>
        <p:sp>
          <p:nvSpPr>
            <p:cNvPr id="49" name="Rectangle 48">
              <a:extLst>
                <a:ext uri="{FF2B5EF4-FFF2-40B4-BE49-F238E27FC236}">
                  <a16:creationId xmlns:a16="http://schemas.microsoft.com/office/drawing/2014/main" id="{1552374C-731B-497C-A6D1-782167464766}"/>
                </a:ext>
              </a:extLst>
            </p:cNvPr>
            <p:cNvSpPr/>
            <p:nvPr/>
          </p:nvSpPr>
          <p:spPr bwMode="gray">
            <a:xfrm rot="16200000">
              <a:off x="-631861" y="3251566"/>
              <a:ext cx="2765726" cy="181239"/>
            </a:xfrm>
            <a:prstGeom prst="rect">
              <a:avLst/>
            </a:prstGeom>
            <a:noFill/>
            <a:ln w="19050" algn="ctr">
              <a:noFill/>
              <a:miter lim="800000"/>
              <a:headEnd/>
              <a:tailEnd/>
            </a:ln>
          </p:spPr>
          <p:txBody>
            <a:bodyPr wrap="square" lIns="60614" tIns="60614" rIns="60614" bIns="60614" rtlCol="0" anchor="ctr"/>
            <a:lstStyle/>
            <a:p>
              <a:pPr marL="0" marR="0" lvl="0" indent="0" algn="ctr" defTabSz="623438" rtl="0" eaLnBrk="1" fontAlgn="auto" latinLnBrk="0" hangingPunct="1">
                <a:lnSpc>
                  <a:spcPct val="106000"/>
                </a:lnSpc>
                <a:spcBef>
                  <a:spcPts val="0"/>
                </a:spcBef>
                <a:spcAft>
                  <a:spcPts val="0"/>
                </a:spcAft>
                <a:buClrTx/>
                <a:buSzTx/>
                <a:buFontTx/>
                <a:buNone/>
                <a:tabLst/>
                <a:defRPr/>
              </a:pPr>
              <a:r>
                <a:rPr kumimoji="0" lang="en-US" sz="886" b="0" i="0" u="none" strike="noStrike" kern="1200" cap="none" spc="0" normalizeH="0" baseline="0" noProof="0" dirty="0">
                  <a:ln>
                    <a:noFill/>
                  </a:ln>
                  <a:solidFill>
                    <a:prstClr val="black"/>
                  </a:solidFill>
                  <a:effectLst/>
                  <a:uLnTx/>
                  <a:uFillTx/>
                  <a:latin typeface="Verdana"/>
                  <a:ea typeface="+mn-ea"/>
                  <a:cs typeface="+mn-cs"/>
                </a:rPr>
                <a:t>Key Activities / Milestones</a:t>
              </a:r>
              <a:endParaRPr kumimoji="0" lang="en-IN" sz="886" b="0" i="0" u="none" strike="noStrike" kern="1200" cap="none" spc="0" normalizeH="0" baseline="0" noProof="0" dirty="0">
                <a:ln>
                  <a:noFill/>
                </a:ln>
                <a:solidFill>
                  <a:prstClr val="black"/>
                </a:solidFill>
                <a:effectLst/>
                <a:uLnTx/>
                <a:uFillTx/>
                <a:latin typeface="Verdana"/>
                <a:ea typeface="+mn-ea"/>
                <a:cs typeface="+mn-cs"/>
              </a:endParaRPr>
            </a:p>
          </p:txBody>
        </p:sp>
        <p:sp>
          <p:nvSpPr>
            <p:cNvPr id="50" name="Rectangle 49">
              <a:extLst>
                <a:ext uri="{FF2B5EF4-FFF2-40B4-BE49-F238E27FC236}">
                  <a16:creationId xmlns:a16="http://schemas.microsoft.com/office/drawing/2014/main" id="{ACC878E6-891D-47C9-A65A-1058837C041E}"/>
                </a:ext>
              </a:extLst>
            </p:cNvPr>
            <p:cNvSpPr/>
            <p:nvPr/>
          </p:nvSpPr>
          <p:spPr bwMode="gray">
            <a:xfrm>
              <a:off x="921408" y="2187067"/>
              <a:ext cx="5261042" cy="2765727"/>
            </a:xfrm>
            <a:prstGeom prst="rect">
              <a:avLst/>
            </a:prstGeom>
            <a:solidFill>
              <a:schemeClr val="accent1">
                <a:lumMod val="20000"/>
                <a:lumOff val="80000"/>
              </a:schemeClr>
            </a:solidFill>
            <a:ln w="19050" algn="ctr">
              <a:solidFill>
                <a:srgbClr val="009A44"/>
              </a:solidFill>
              <a:miter lim="800000"/>
              <a:headEnd/>
              <a:tailEnd/>
            </a:ln>
          </p:spPr>
          <p:txBody>
            <a:bodyPr wrap="square" lIns="60614" tIns="60614" rIns="60614" bIns="60614" rtlCol="0" anchor="ctr"/>
            <a:lstStyle/>
            <a:p>
              <a:pPr marL="0" marR="0" lvl="0" indent="0" algn="ctr" defTabSz="837848" rtl="0" eaLnBrk="1" fontAlgn="auto" latinLnBrk="0" hangingPunct="1">
                <a:lnSpc>
                  <a:spcPct val="106000"/>
                </a:lnSpc>
                <a:spcBef>
                  <a:spcPts val="0"/>
                </a:spcBef>
                <a:spcAft>
                  <a:spcPts val="0"/>
                </a:spcAft>
                <a:buClrTx/>
                <a:buSzTx/>
                <a:buFontTx/>
                <a:buNone/>
                <a:tabLst/>
                <a:defRPr/>
              </a:pPr>
              <a:endParaRPr kumimoji="0" lang="en-IN" sz="818" b="0" i="0" u="none" strike="noStrike" kern="1200" cap="none" spc="0" normalizeH="0" baseline="0" noProof="0" dirty="0">
                <a:ln>
                  <a:noFill/>
                </a:ln>
                <a:solidFill>
                  <a:prstClr val="white"/>
                </a:solidFill>
                <a:effectLst/>
                <a:uLnTx/>
                <a:uFillTx/>
                <a:latin typeface="Verdana"/>
                <a:ea typeface="+mn-ea"/>
                <a:cs typeface="+mn-cs"/>
              </a:endParaRPr>
            </a:p>
          </p:txBody>
        </p:sp>
        <p:sp>
          <p:nvSpPr>
            <p:cNvPr id="51" name="Rectangle 50">
              <a:extLst>
                <a:ext uri="{FF2B5EF4-FFF2-40B4-BE49-F238E27FC236}">
                  <a16:creationId xmlns:a16="http://schemas.microsoft.com/office/drawing/2014/main" id="{32E763C1-2BD1-4840-8658-4A0CFBE424C7}"/>
                </a:ext>
              </a:extLst>
            </p:cNvPr>
            <p:cNvSpPr/>
            <p:nvPr/>
          </p:nvSpPr>
          <p:spPr bwMode="gray">
            <a:xfrm>
              <a:off x="6235442" y="2183302"/>
              <a:ext cx="2623249" cy="2761987"/>
            </a:xfrm>
            <a:prstGeom prst="rect">
              <a:avLst/>
            </a:prstGeom>
            <a:solidFill>
              <a:schemeClr val="accent3">
                <a:lumMod val="20000"/>
                <a:lumOff val="80000"/>
              </a:schemeClr>
            </a:solidFill>
            <a:ln w="19050" algn="ctr">
              <a:solidFill>
                <a:srgbClr val="004F59"/>
              </a:solidFill>
              <a:miter lim="800000"/>
              <a:headEnd/>
              <a:tailEnd/>
            </a:ln>
          </p:spPr>
          <p:txBody>
            <a:bodyPr wrap="square" lIns="60614" tIns="60614" rIns="60614" bIns="60614" rtlCol="0" anchor="ctr"/>
            <a:lstStyle/>
            <a:p>
              <a:pPr marL="0" marR="0" lvl="0" indent="0" algn="ctr" defTabSz="837848" rtl="0" eaLnBrk="1" fontAlgn="auto" latinLnBrk="0" hangingPunct="1">
                <a:lnSpc>
                  <a:spcPct val="106000"/>
                </a:lnSpc>
                <a:spcBef>
                  <a:spcPts val="0"/>
                </a:spcBef>
                <a:spcAft>
                  <a:spcPts val="0"/>
                </a:spcAft>
                <a:buClrTx/>
                <a:buSzTx/>
                <a:buFontTx/>
                <a:buNone/>
                <a:tabLst/>
                <a:defRPr/>
              </a:pPr>
              <a:endParaRPr kumimoji="0" lang="en-IN" sz="818" b="0" i="0" u="none" strike="noStrike" kern="1200" cap="none" spc="0" normalizeH="0" baseline="0" noProof="0" dirty="0">
                <a:ln>
                  <a:noFill/>
                </a:ln>
                <a:solidFill>
                  <a:prstClr val="white"/>
                </a:solidFill>
                <a:effectLst/>
                <a:uLnTx/>
                <a:uFillTx/>
                <a:latin typeface="Verdana"/>
                <a:ea typeface="+mn-ea"/>
                <a:cs typeface="+mn-cs"/>
              </a:endParaRPr>
            </a:p>
          </p:txBody>
        </p:sp>
        <p:sp>
          <p:nvSpPr>
            <p:cNvPr id="52" name="Rectangle 51">
              <a:extLst>
                <a:ext uri="{FF2B5EF4-FFF2-40B4-BE49-F238E27FC236}">
                  <a16:creationId xmlns:a16="http://schemas.microsoft.com/office/drawing/2014/main" id="{9F1B0F44-093E-4D0C-AE3B-E17D6B152CBC}"/>
                </a:ext>
              </a:extLst>
            </p:cNvPr>
            <p:cNvSpPr/>
            <p:nvPr/>
          </p:nvSpPr>
          <p:spPr bwMode="gray">
            <a:xfrm>
              <a:off x="921408" y="1930726"/>
              <a:ext cx="5261042" cy="242545"/>
            </a:xfrm>
            <a:prstGeom prst="rect">
              <a:avLst/>
            </a:prstGeom>
            <a:solidFill>
              <a:srgbClr val="009A44"/>
            </a:solidFill>
            <a:ln w="19050" algn="ctr">
              <a:solidFill>
                <a:srgbClr val="009A44"/>
              </a:solidFill>
              <a:miter lim="800000"/>
              <a:headEnd/>
              <a:tailEnd/>
            </a:ln>
          </p:spPr>
          <p:txBody>
            <a:bodyPr wrap="square" lIns="60614" tIns="60614" rIns="60614" bIns="60614" rtlCol="0" anchor="ctr"/>
            <a:lstStyle/>
            <a:p>
              <a:pPr marL="0" marR="0" lvl="0" indent="0" algn="ctr" defTabSz="837848" rtl="0" eaLnBrk="1" fontAlgn="auto" latinLnBrk="0" hangingPunct="1">
                <a:lnSpc>
                  <a:spcPct val="106000"/>
                </a:lnSpc>
                <a:spcBef>
                  <a:spcPts val="0"/>
                </a:spcBef>
                <a:spcAft>
                  <a:spcPts val="0"/>
                </a:spcAft>
                <a:buClrTx/>
                <a:buSzTx/>
                <a:buFontTx/>
                <a:buNone/>
                <a:tabLst/>
                <a:defRPr/>
              </a:pPr>
              <a:r>
                <a:rPr kumimoji="0" lang="en-US" sz="818" b="0" i="0" u="none" strike="noStrike" kern="1200" cap="none" spc="0" normalizeH="0" baseline="0" noProof="0" dirty="0">
                  <a:ln>
                    <a:noFill/>
                  </a:ln>
                  <a:solidFill>
                    <a:prstClr val="white"/>
                  </a:solidFill>
                  <a:effectLst/>
                  <a:uLnTx/>
                  <a:uFillTx/>
                  <a:latin typeface="Verdana"/>
                  <a:ea typeface="+mn-ea"/>
                  <a:cs typeface="+mn-cs"/>
                </a:rPr>
                <a:t>MODULE-1: Diagnostic Review &amp; Causal Analysis</a:t>
              </a:r>
              <a:endParaRPr kumimoji="0" lang="en-IN" sz="818" b="0" i="0" u="none" strike="noStrike" kern="1200" cap="none" spc="0" normalizeH="0" baseline="0" noProof="0" dirty="0">
                <a:ln>
                  <a:noFill/>
                </a:ln>
                <a:solidFill>
                  <a:prstClr val="white"/>
                </a:solidFill>
                <a:effectLst/>
                <a:uLnTx/>
                <a:uFillTx/>
                <a:latin typeface="Verdana"/>
                <a:ea typeface="+mn-ea"/>
                <a:cs typeface="+mn-cs"/>
              </a:endParaRPr>
            </a:p>
          </p:txBody>
        </p:sp>
        <p:sp>
          <p:nvSpPr>
            <p:cNvPr id="53" name="Rectangle 52">
              <a:extLst>
                <a:ext uri="{FF2B5EF4-FFF2-40B4-BE49-F238E27FC236}">
                  <a16:creationId xmlns:a16="http://schemas.microsoft.com/office/drawing/2014/main" id="{B34E423F-16FF-46CA-AE5D-1324C57D1E6A}"/>
                </a:ext>
              </a:extLst>
            </p:cNvPr>
            <p:cNvSpPr/>
            <p:nvPr/>
          </p:nvSpPr>
          <p:spPr bwMode="gray">
            <a:xfrm>
              <a:off x="6224011" y="1943849"/>
              <a:ext cx="2634679" cy="221809"/>
            </a:xfrm>
            <a:prstGeom prst="rect">
              <a:avLst/>
            </a:prstGeom>
            <a:solidFill>
              <a:srgbClr val="004F59"/>
            </a:solidFill>
            <a:ln w="19050" algn="ctr">
              <a:solidFill>
                <a:srgbClr val="004F59"/>
              </a:solidFill>
              <a:miter lim="800000"/>
              <a:headEnd/>
              <a:tailEnd/>
            </a:ln>
          </p:spPr>
          <p:txBody>
            <a:bodyPr wrap="square" lIns="60614" tIns="60614" rIns="60614" bIns="60614" rtlCol="0" anchor="ctr"/>
            <a:lstStyle/>
            <a:p>
              <a:pPr marL="0" marR="0" lvl="0" indent="0" algn="ctr" defTabSz="837848" rtl="0" eaLnBrk="1" fontAlgn="auto" latinLnBrk="0" hangingPunct="1">
                <a:lnSpc>
                  <a:spcPct val="106000"/>
                </a:lnSpc>
                <a:spcBef>
                  <a:spcPts val="0"/>
                </a:spcBef>
                <a:spcAft>
                  <a:spcPts val="0"/>
                </a:spcAft>
                <a:buClrTx/>
                <a:buSzTx/>
                <a:buFontTx/>
                <a:buNone/>
                <a:tabLst/>
                <a:defRPr/>
              </a:pPr>
              <a:r>
                <a:rPr kumimoji="0" lang="en-US" sz="818" b="0" i="0" u="none" strike="noStrike" kern="1200" cap="none" spc="0" normalizeH="0" baseline="0" noProof="0" dirty="0">
                  <a:ln>
                    <a:noFill/>
                  </a:ln>
                  <a:solidFill>
                    <a:prstClr val="white"/>
                  </a:solidFill>
                  <a:effectLst/>
                  <a:uLnTx/>
                  <a:uFillTx/>
                  <a:latin typeface="Verdana"/>
                  <a:ea typeface="+mn-ea"/>
                  <a:cs typeface="+mn-cs"/>
                </a:rPr>
                <a:t>MODULE-2: strategic vision  development</a:t>
              </a:r>
              <a:endParaRPr kumimoji="0" lang="en-IN" sz="818" b="0" i="0" u="none" strike="noStrike" kern="1200" cap="none" spc="0" normalizeH="0" baseline="0" noProof="0" dirty="0">
                <a:ln>
                  <a:noFill/>
                </a:ln>
                <a:solidFill>
                  <a:prstClr val="white"/>
                </a:solidFill>
                <a:effectLst/>
                <a:uLnTx/>
                <a:uFillTx/>
                <a:latin typeface="Verdana"/>
                <a:ea typeface="+mn-ea"/>
                <a:cs typeface="+mn-cs"/>
              </a:endParaRPr>
            </a:p>
          </p:txBody>
        </p:sp>
        <p:sp>
          <p:nvSpPr>
            <p:cNvPr id="54" name="Rectangle 53">
              <a:extLst>
                <a:ext uri="{FF2B5EF4-FFF2-40B4-BE49-F238E27FC236}">
                  <a16:creationId xmlns:a16="http://schemas.microsoft.com/office/drawing/2014/main" id="{25A27C46-102F-4645-A7F9-752C37414F5D}"/>
                </a:ext>
              </a:extLst>
            </p:cNvPr>
            <p:cNvSpPr/>
            <p:nvPr/>
          </p:nvSpPr>
          <p:spPr bwMode="gray">
            <a:xfrm>
              <a:off x="8926029" y="1926263"/>
              <a:ext cx="1682075" cy="3019023"/>
            </a:xfrm>
            <a:prstGeom prst="rect">
              <a:avLst/>
            </a:prstGeom>
            <a:solidFill>
              <a:srgbClr val="DDEFE8"/>
            </a:solidFill>
            <a:ln w="19050" algn="ctr">
              <a:solidFill>
                <a:srgbClr val="0097A9"/>
              </a:solidFill>
              <a:miter lim="800000"/>
              <a:headEnd/>
              <a:tailEnd/>
            </a:ln>
          </p:spPr>
          <p:txBody>
            <a:bodyPr wrap="square" lIns="60614" tIns="60614" rIns="60614" bIns="60614" rtlCol="0" anchor="b" anchorCtr="0"/>
            <a:lstStyle/>
            <a:p>
              <a:pPr marL="180753" marR="0" lvl="0" indent="-116895" algn="l" defTabSz="837848" rtl="0" eaLnBrk="1" fontAlgn="auto" latinLnBrk="0" hangingPunct="1">
                <a:lnSpc>
                  <a:spcPct val="115000"/>
                </a:lnSpc>
                <a:spcBef>
                  <a:spcPts val="205"/>
                </a:spcBef>
                <a:spcAft>
                  <a:spcPts val="0"/>
                </a:spcAft>
                <a:buClrTx/>
                <a:buSzTx/>
                <a:buFont typeface="Arial" panose="020B0604020202020204" pitchFamily="34" charset="0"/>
                <a:buChar char="•"/>
                <a:tabLst>
                  <a:tab pos="311711" algn="l"/>
                </a:tabLst>
                <a:defRPr/>
              </a:pPr>
              <a:endParaRPr kumimoji="0" lang="en-US" sz="818" b="1" i="0" u="none" strike="noStrike" kern="1200" cap="none" spc="0" normalizeH="0" baseline="0" noProof="0" dirty="0">
                <a:ln>
                  <a:noFill/>
                </a:ln>
                <a:solidFill>
                  <a:srgbClr val="313131"/>
                </a:solidFill>
                <a:effectLst/>
                <a:uLnTx/>
                <a:uFillTx/>
                <a:latin typeface="Verdana"/>
                <a:ea typeface="MS PGothic" panose="020B0600070205080204" pitchFamily="34" charset="-128"/>
                <a:cs typeface="Times New Roman" panose="02020603050405020304" pitchFamily="18" charset="0"/>
              </a:endParaRPr>
            </a:p>
            <a:p>
              <a:pPr marL="180753" marR="0" lvl="0" indent="-116895" algn="l" defTabSz="837848" rtl="0" eaLnBrk="1" fontAlgn="auto" latinLnBrk="0" hangingPunct="1">
                <a:lnSpc>
                  <a:spcPct val="115000"/>
                </a:lnSpc>
                <a:spcBef>
                  <a:spcPts val="205"/>
                </a:spcBef>
                <a:spcAft>
                  <a:spcPts val="0"/>
                </a:spcAft>
                <a:buClrTx/>
                <a:buSzTx/>
                <a:buFont typeface="Arial" panose="020B0604020202020204" pitchFamily="34" charset="0"/>
                <a:buChar char="•"/>
                <a:tabLst>
                  <a:tab pos="311711" algn="l"/>
                </a:tabLst>
                <a:defRPr/>
              </a:pPr>
              <a:endParaRPr kumimoji="0" lang="en-US" sz="818" b="1" i="0" u="none" strike="noStrike" kern="1200" cap="none" spc="0" normalizeH="0" baseline="0" noProof="0" dirty="0">
                <a:ln>
                  <a:noFill/>
                </a:ln>
                <a:solidFill>
                  <a:srgbClr val="313131"/>
                </a:solidFill>
                <a:effectLst/>
                <a:uLnTx/>
                <a:uFillTx/>
                <a:latin typeface="Verdana"/>
                <a:ea typeface="MS PGothic" panose="020B0600070205080204" pitchFamily="34" charset="-128"/>
                <a:cs typeface="Times New Roman" panose="02020603050405020304" pitchFamily="18" charset="0"/>
              </a:endParaRPr>
            </a:p>
          </p:txBody>
        </p:sp>
        <p:sp>
          <p:nvSpPr>
            <p:cNvPr id="55" name="Rectangle 54">
              <a:extLst>
                <a:ext uri="{FF2B5EF4-FFF2-40B4-BE49-F238E27FC236}">
                  <a16:creationId xmlns:a16="http://schemas.microsoft.com/office/drawing/2014/main" id="{24787847-2827-4C42-83ED-3F346DC2BF07}"/>
                </a:ext>
              </a:extLst>
            </p:cNvPr>
            <p:cNvSpPr/>
            <p:nvPr/>
          </p:nvSpPr>
          <p:spPr>
            <a:xfrm>
              <a:off x="962727" y="2766690"/>
              <a:ext cx="2348371" cy="344069"/>
            </a:xfrm>
            <a:prstGeom prst="rect">
              <a:avLst/>
            </a:prstGeom>
            <a:solidFill>
              <a:schemeClr val="bg1"/>
            </a:solidFill>
            <a:ln>
              <a:solidFill>
                <a:schemeClr val="tx1"/>
              </a:solidFill>
            </a:ln>
          </p:spPr>
          <p:txBody>
            <a:bodyPr wrap="square">
              <a:spAutoFit/>
            </a:bodyPr>
            <a:lstStyle/>
            <a:p>
              <a:pPr marL="0" marR="0" lvl="0" indent="0" algn="ctr" defTabSz="837848" rtl="0" eaLnBrk="1" fontAlgn="auto" latinLnBrk="0" hangingPunct="1">
                <a:lnSpc>
                  <a:spcPct val="100000"/>
                </a:lnSpc>
                <a:spcBef>
                  <a:spcPts val="0"/>
                </a:spcBef>
                <a:spcAft>
                  <a:spcPts val="0"/>
                </a:spcAft>
                <a:buClrTx/>
                <a:buSzTx/>
                <a:buFontTx/>
                <a:buNone/>
                <a:tabLst/>
                <a:defRPr/>
              </a:pPr>
              <a:r>
                <a:rPr kumimoji="0" lang="en-IN" sz="818" b="0" i="0" u="none" strike="noStrike" kern="1200" cap="none" spc="0" normalizeH="0" baseline="0" noProof="0" dirty="0">
                  <a:ln>
                    <a:noFill/>
                  </a:ln>
                  <a:solidFill>
                    <a:prstClr val="black"/>
                  </a:solidFill>
                  <a:effectLst/>
                  <a:uLnTx/>
                  <a:uFillTx/>
                  <a:latin typeface="Verdana"/>
                  <a:ea typeface="+mn-ea"/>
                  <a:cs typeface="+mn-cs"/>
                </a:rPr>
                <a:t>Assessment of Financial and Operational Performance</a:t>
              </a:r>
            </a:p>
          </p:txBody>
        </p:sp>
        <p:sp>
          <p:nvSpPr>
            <p:cNvPr id="56" name="Rectangle 55">
              <a:extLst>
                <a:ext uri="{FF2B5EF4-FFF2-40B4-BE49-F238E27FC236}">
                  <a16:creationId xmlns:a16="http://schemas.microsoft.com/office/drawing/2014/main" id="{DCE75467-F055-4E26-B25B-5B4EFA87D7F3}"/>
                </a:ext>
              </a:extLst>
            </p:cNvPr>
            <p:cNvSpPr/>
            <p:nvPr/>
          </p:nvSpPr>
          <p:spPr>
            <a:xfrm>
              <a:off x="962727" y="2226405"/>
              <a:ext cx="529717" cy="538800"/>
            </a:xfrm>
            <a:prstGeom prst="rect">
              <a:avLst/>
            </a:prstGeom>
            <a:solidFill>
              <a:schemeClr val="bg1"/>
            </a:solidFill>
            <a:ln>
              <a:solidFill>
                <a:schemeClr val="tx1"/>
              </a:solidFill>
            </a:ln>
          </p:spPr>
          <p:txBody>
            <a:bodyPr wrap="square">
              <a:noAutofit/>
            </a:bodyPr>
            <a:lstStyle/>
            <a:p>
              <a:pPr marL="0" marR="0" lvl="0" indent="0" algn="l" defTabSz="837848" rtl="0" eaLnBrk="1" fontAlgn="auto" latinLnBrk="0" hangingPunct="1">
                <a:lnSpc>
                  <a:spcPct val="100000"/>
                </a:lnSpc>
                <a:spcBef>
                  <a:spcPts val="0"/>
                </a:spcBef>
                <a:spcAft>
                  <a:spcPts val="0"/>
                </a:spcAft>
                <a:buClrTx/>
                <a:buSzTx/>
                <a:buFontTx/>
                <a:buNone/>
                <a:tabLst/>
                <a:defRPr/>
              </a:pPr>
              <a:r>
                <a:rPr kumimoji="0" lang="en-IN" sz="886" b="0" i="0" u="none" strike="noStrike" kern="1200" cap="none" spc="0" normalizeH="0" baseline="0" noProof="0" dirty="0">
                  <a:ln>
                    <a:noFill/>
                  </a:ln>
                  <a:solidFill>
                    <a:prstClr val="black"/>
                  </a:solidFill>
                  <a:effectLst/>
                  <a:uLnTx/>
                  <a:uFillTx/>
                  <a:latin typeface="Verdana"/>
                  <a:ea typeface="+mn-ea"/>
                  <a:cs typeface="+mn-cs"/>
                </a:rPr>
                <a:t>Inception Report</a:t>
              </a:r>
            </a:p>
          </p:txBody>
        </p:sp>
        <p:sp>
          <p:nvSpPr>
            <p:cNvPr id="57" name="Rectangle 56">
              <a:extLst>
                <a:ext uri="{FF2B5EF4-FFF2-40B4-BE49-F238E27FC236}">
                  <a16:creationId xmlns:a16="http://schemas.microsoft.com/office/drawing/2014/main" id="{9D9D8BCC-A6D8-44BA-BB5F-BCC591477593}"/>
                </a:ext>
              </a:extLst>
            </p:cNvPr>
            <p:cNvSpPr/>
            <p:nvPr/>
          </p:nvSpPr>
          <p:spPr>
            <a:xfrm>
              <a:off x="962727" y="3112244"/>
              <a:ext cx="2348371" cy="218201"/>
            </a:xfrm>
            <a:prstGeom prst="rect">
              <a:avLst/>
            </a:prstGeom>
            <a:solidFill>
              <a:schemeClr val="bg1"/>
            </a:solidFill>
            <a:ln>
              <a:solidFill>
                <a:schemeClr val="tx1"/>
              </a:solidFill>
            </a:ln>
          </p:spPr>
          <p:txBody>
            <a:bodyPr wrap="square">
              <a:spAutoFit/>
            </a:bodyPr>
            <a:lstStyle/>
            <a:p>
              <a:pPr marL="0" marR="0" lvl="0" indent="0" algn="ctr" defTabSz="837848" rtl="0" eaLnBrk="1" fontAlgn="auto" latinLnBrk="0" hangingPunct="1">
                <a:lnSpc>
                  <a:spcPct val="100000"/>
                </a:lnSpc>
                <a:spcBef>
                  <a:spcPts val="0"/>
                </a:spcBef>
                <a:spcAft>
                  <a:spcPts val="0"/>
                </a:spcAft>
                <a:buClrTx/>
                <a:buSzTx/>
                <a:buFontTx/>
                <a:buNone/>
                <a:tabLst/>
                <a:defRPr/>
              </a:pPr>
              <a:r>
                <a:rPr kumimoji="0" lang="en-IN" sz="818" b="0" i="0" u="none" strike="noStrike" kern="1200" cap="none" spc="0" normalizeH="0" baseline="0" noProof="0" dirty="0">
                  <a:ln>
                    <a:noFill/>
                  </a:ln>
                  <a:solidFill>
                    <a:prstClr val="black"/>
                  </a:solidFill>
                  <a:effectLst/>
                  <a:uLnTx/>
                  <a:uFillTx/>
                  <a:latin typeface="Verdana"/>
                  <a:ea typeface="+mn-ea"/>
                  <a:cs typeface="+mn-cs"/>
                </a:rPr>
                <a:t>Assessment of Regulatory Performance</a:t>
              </a:r>
            </a:p>
          </p:txBody>
        </p:sp>
        <p:sp>
          <p:nvSpPr>
            <p:cNvPr id="58" name="Rectangle 57">
              <a:extLst>
                <a:ext uri="{FF2B5EF4-FFF2-40B4-BE49-F238E27FC236}">
                  <a16:creationId xmlns:a16="http://schemas.microsoft.com/office/drawing/2014/main" id="{AAC02807-4BC5-415C-BB89-1C316F10CA5C}"/>
                </a:ext>
              </a:extLst>
            </p:cNvPr>
            <p:cNvSpPr/>
            <p:nvPr/>
          </p:nvSpPr>
          <p:spPr>
            <a:xfrm>
              <a:off x="1362186" y="3341342"/>
              <a:ext cx="1948912" cy="218201"/>
            </a:xfrm>
            <a:prstGeom prst="rect">
              <a:avLst/>
            </a:prstGeom>
            <a:solidFill>
              <a:schemeClr val="bg1"/>
            </a:solidFill>
            <a:ln>
              <a:solidFill>
                <a:schemeClr val="tx1"/>
              </a:solidFill>
            </a:ln>
          </p:spPr>
          <p:txBody>
            <a:bodyPr wrap="square">
              <a:spAutoFit/>
            </a:bodyPr>
            <a:lstStyle/>
            <a:p>
              <a:pPr marL="0" marR="0" lvl="0" indent="0" algn="ctr" defTabSz="837848" rtl="0" eaLnBrk="1" fontAlgn="auto" latinLnBrk="0" hangingPunct="1">
                <a:lnSpc>
                  <a:spcPct val="100000"/>
                </a:lnSpc>
                <a:spcBef>
                  <a:spcPts val="0"/>
                </a:spcBef>
                <a:spcAft>
                  <a:spcPts val="0"/>
                </a:spcAft>
                <a:buClrTx/>
                <a:buSzTx/>
                <a:buFontTx/>
                <a:buNone/>
                <a:tabLst/>
                <a:defRPr/>
              </a:pPr>
              <a:r>
                <a:rPr kumimoji="0" lang="en-US" sz="818" b="0" i="0" u="none" strike="noStrike" kern="1200" cap="none" spc="0" normalizeH="0" baseline="0" noProof="0" dirty="0">
                  <a:ln>
                    <a:noFill/>
                  </a:ln>
                  <a:solidFill>
                    <a:prstClr val="black"/>
                  </a:solidFill>
                  <a:effectLst/>
                  <a:uLnTx/>
                  <a:uFillTx/>
                  <a:latin typeface="Verdana"/>
                  <a:ea typeface="+mn-ea"/>
                  <a:cs typeface="+mn-cs"/>
                </a:rPr>
                <a:t>On-going &amp; Proposed Project Review</a:t>
              </a:r>
              <a:endParaRPr kumimoji="0" lang="en-IN" sz="818" b="0" i="0" u="none" strike="noStrike" kern="1200" cap="none" spc="0" normalizeH="0" baseline="0" noProof="0" dirty="0">
                <a:ln>
                  <a:noFill/>
                </a:ln>
                <a:solidFill>
                  <a:prstClr val="black"/>
                </a:solidFill>
                <a:effectLst/>
                <a:uLnTx/>
                <a:uFillTx/>
                <a:latin typeface="Verdana"/>
                <a:ea typeface="+mn-ea"/>
                <a:cs typeface="+mn-cs"/>
              </a:endParaRPr>
            </a:p>
          </p:txBody>
        </p:sp>
        <p:sp>
          <p:nvSpPr>
            <p:cNvPr id="59" name="Rectangle 58">
              <a:extLst>
                <a:ext uri="{FF2B5EF4-FFF2-40B4-BE49-F238E27FC236}">
                  <a16:creationId xmlns:a16="http://schemas.microsoft.com/office/drawing/2014/main" id="{FE3ECB41-BD99-4A48-93A9-59C8C6E5558F}"/>
                </a:ext>
              </a:extLst>
            </p:cNvPr>
            <p:cNvSpPr/>
            <p:nvPr/>
          </p:nvSpPr>
          <p:spPr>
            <a:xfrm>
              <a:off x="2388684" y="3556079"/>
              <a:ext cx="2402869" cy="469937"/>
            </a:xfrm>
            <a:prstGeom prst="rect">
              <a:avLst/>
            </a:prstGeom>
            <a:solidFill>
              <a:schemeClr val="bg1"/>
            </a:solidFill>
            <a:ln>
              <a:solidFill>
                <a:schemeClr val="tx1"/>
              </a:solidFill>
            </a:ln>
          </p:spPr>
          <p:txBody>
            <a:bodyPr wrap="square">
              <a:spAutoFit/>
            </a:bodyPr>
            <a:lstStyle/>
            <a:p>
              <a:pPr marL="0" marR="0" lvl="0" indent="0" algn="ctr" defTabSz="837848" rtl="0" eaLnBrk="1" fontAlgn="auto" latinLnBrk="0" hangingPunct="1">
                <a:lnSpc>
                  <a:spcPct val="100000"/>
                </a:lnSpc>
                <a:spcBef>
                  <a:spcPts val="0"/>
                </a:spcBef>
                <a:spcAft>
                  <a:spcPts val="0"/>
                </a:spcAft>
                <a:buClrTx/>
                <a:buSzTx/>
                <a:buFontTx/>
                <a:buNone/>
                <a:tabLst/>
                <a:defRPr/>
              </a:pPr>
              <a:r>
                <a:rPr kumimoji="0" lang="en-US" sz="818" b="0" i="0" u="none" strike="noStrike" kern="1200" cap="none" spc="0" normalizeH="0" baseline="0" noProof="0" dirty="0">
                  <a:ln>
                    <a:noFill/>
                  </a:ln>
                  <a:solidFill>
                    <a:prstClr val="black"/>
                  </a:solidFill>
                  <a:effectLst/>
                  <a:uLnTx/>
                  <a:uFillTx/>
                  <a:latin typeface="Verdana"/>
                  <a:ea typeface="+mn-ea"/>
                  <a:cs typeface="+mn-cs"/>
                </a:rPr>
                <a:t>Power demand and supply trends–future outlook and key growth drivers for the state’s power sector and their sustenance</a:t>
              </a:r>
              <a:endParaRPr kumimoji="0" lang="en-IN" sz="818" b="0" i="0" u="none" strike="noStrike" kern="1200" cap="none" spc="0" normalizeH="0" baseline="0" noProof="0" dirty="0">
                <a:ln>
                  <a:noFill/>
                </a:ln>
                <a:solidFill>
                  <a:prstClr val="black"/>
                </a:solidFill>
                <a:effectLst/>
                <a:uLnTx/>
                <a:uFillTx/>
                <a:latin typeface="Verdana"/>
                <a:ea typeface="+mn-ea"/>
                <a:cs typeface="+mn-cs"/>
              </a:endParaRPr>
            </a:p>
          </p:txBody>
        </p:sp>
        <p:sp>
          <p:nvSpPr>
            <p:cNvPr id="60" name="Rectangle 59">
              <a:extLst>
                <a:ext uri="{FF2B5EF4-FFF2-40B4-BE49-F238E27FC236}">
                  <a16:creationId xmlns:a16="http://schemas.microsoft.com/office/drawing/2014/main" id="{FBA28272-05AF-491B-B64D-23013378300D}"/>
                </a:ext>
              </a:extLst>
            </p:cNvPr>
            <p:cNvSpPr/>
            <p:nvPr/>
          </p:nvSpPr>
          <p:spPr>
            <a:xfrm>
              <a:off x="2383766" y="4025373"/>
              <a:ext cx="2402869" cy="344069"/>
            </a:xfrm>
            <a:prstGeom prst="rect">
              <a:avLst/>
            </a:prstGeom>
            <a:solidFill>
              <a:schemeClr val="bg1"/>
            </a:solidFill>
            <a:ln>
              <a:solidFill>
                <a:schemeClr val="tx1"/>
              </a:solidFill>
            </a:ln>
          </p:spPr>
          <p:txBody>
            <a:bodyPr wrap="square">
              <a:spAutoFit/>
            </a:bodyPr>
            <a:lstStyle/>
            <a:p>
              <a:pPr marL="0" marR="0" lvl="0" indent="0" algn="ctr" defTabSz="837848" rtl="0" eaLnBrk="1" fontAlgn="auto" latinLnBrk="0" hangingPunct="1">
                <a:lnSpc>
                  <a:spcPct val="100000"/>
                </a:lnSpc>
                <a:spcBef>
                  <a:spcPts val="0"/>
                </a:spcBef>
                <a:spcAft>
                  <a:spcPts val="0"/>
                </a:spcAft>
                <a:buClrTx/>
                <a:buSzTx/>
                <a:buFontTx/>
                <a:buNone/>
                <a:tabLst/>
                <a:defRPr/>
              </a:pPr>
              <a:r>
                <a:rPr kumimoji="0" lang="en-US" sz="818" b="0" i="0" u="none" strike="noStrike" kern="1200" cap="none" spc="0" normalizeH="0" baseline="0" noProof="0" dirty="0">
                  <a:ln>
                    <a:noFill/>
                  </a:ln>
                  <a:solidFill>
                    <a:prstClr val="black"/>
                  </a:solidFill>
                  <a:effectLst/>
                  <a:uLnTx/>
                  <a:uFillTx/>
                  <a:latin typeface="Verdana"/>
                  <a:ea typeface="+mn-ea"/>
                  <a:cs typeface="+mn-cs"/>
                </a:rPr>
                <a:t>Emerging sector trends and their influence/implications on power sector</a:t>
              </a:r>
              <a:endParaRPr kumimoji="0" lang="en-IN" sz="818" b="0" i="0" u="none" strike="noStrike" kern="1200" cap="none" spc="0" normalizeH="0" baseline="0" noProof="0" dirty="0">
                <a:ln>
                  <a:noFill/>
                </a:ln>
                <a:solidFill>
                  <a:prstClr val="black"/>
                </a:solidFill>
                <a:effectLst/>
                <a:uLnTx/>
                <a:uFillTx/>
                <a:latin typeface="Verdana"/>
                <a:ea typeface="+mn-ea"/>
                <a:cs typeface="+mn-cs"/>
              </a:endParaRPr>
            </a:p>
          </p:txBody>
        </p:sp>
        <p:sp>
          <p:nvSpPr>
            <p:cNvPr id="61" name="Rectangle 60">
              <a:extLst>
                <a:ext uri="{FF2B5EF4-FFF2-40B4-BE49-F238E27FC236}">
                  <a16:creationId xmlns:a16="http://schemas.microsoft.com/office/drawing/2014/main" id="{531BB9CC-8A3D-4F0D-9587-692EFD34CA2C}"/>
                </a:ext>
              </a:extLst>
            </p:cNvPr>
            <p:cNvSpPr/>
            <p:nvPr/>
          </p:nvSpPr>
          <p:spPr>
            <a:xfrm>
              <a:off x="962727" y="4356448"/>
              <a:ext cx="5195404" cy="218201"/>
            </a:xfrm>
            <a:prstGeom prst="rect">
              <a:avLst/>
            </a:prstGeom>
            <a:solidFill>
              <a:schemeClr val="bg1"/>
            </a:solidFill>
            <a:ln>
              <a:solidFill>
                <a:schemeClr val="tx1"/>
              </a:solidFill>
            </a:ln>
          </p:spPr>
          <p:txBody>
            <a:bodyPr wrap="square">
              <a:spAutoFit/>
            </a:bodyPr>
            <a:lstStyle/>
            <a:p>
              <a:pPr marL="0" marR="0" lvl="0" indent="0" algn="ctr" defTabSz="837848" rtl="0" eaLnBrk="1" fontAlgn="auto" latinLnBrk="0" hangingPunct="1">
                <a:lnSpc>
                  <a:spcPct val="100000"/>
                </a:lnSpc>
                <a:spcBef>
                  <a:spcPts val="0"/>
                </a:spcBef>
                <a:spcAft>
                  <a:spcPts val="0"/>
                </a:spcAft>
                <a:buClrTx/>
                <a:buSzTx/>
                <a:buFontTx/>
                <a:buNone/>
                <a:tabLst/>
                <a:defRPr/>
              </a:pPr>
              <a:r>
                <a:rPr kumimoji="0" lang="en-US" sz="818" b="0" i="0" u="none" strike="noStrike" kern="1200" cap="none" spc="0" normalizeH="0" baseline="0" noProof="0" dirty="0">
                  <a:ln>
                    <a:noFill/>
                  </a:ln>
                  <a:solidFill>
                    <a:prstClr val="black"/>
                  </a:solidFill>
                  <a:effectLst/>
                  <a:uLnTx/>
                  <a:uFillTx/>
                  <a:latin typeface="Verdana"/>
                  <a:ea typeface="+mn-ea"/>
                  <a:cs typeface="+mn-cs"/>
                </a:rPr>
                <a:t>Continuous Stakeholder Interaction</a:t>
              </a:r>
              <a:endParaRPr kumimoji="0" lang="en-IN" sz="818" b="0" i="0" u="none" strike="noStrike" kern="1200" cap="none" spc="0" normalizeH="0" baseline="0" noProof="0" dirty="0">
                <a:ln>
                  <a:noFill/>
                </a:ln>
                <a:solidFill>
                  <a:prstClr val="black"/>
                </a:solidFill>
                <a:effectLst/>
                <a:uLnTx/>
                <a:uFillTx/>
                <a:latin typeface="Verdana"/>
                <a:ea typeface="+mn-ea"/>
                <a:cs typeface="+mn-cs"/>
              </a:endParaRPr>
            </a:p>
          </p:txBody>
        </p:sp>
        <p:sp>
          <p:nvSpPr>
            <p:cNvPr id="62" name="Rectangle 61">
              <a:extLst>
                <a:ext uri="{FF2B5EF4-FFF2-40B4-BE49-F238E27FC236}">
                  <a16:creationId xmlns:a16="http://schemas.microsoft.com/office/drawing/2014/main" id="{D0E01232-F27B-4914-9404-321FD55B7084}"/>
                </a:ext>
              </a:extLst>
            </p:cNvPr>
            <p:cNvSpPr/>
            <p:nvPr/>
          </p:nvSpPr>
          <p:spPr>
            <a:xfrm>
              <a:off x="4220142" y="4572771"/>
              <a:ext cx="1937989" cy="344069"/>
            </a:xfrm>
            <a:prstGeom prst="rect">
              <a:avLst/>
            </a:prstGeom>
            <a:solidFill>
              <a:schemeClr val="bg1"/>
            </a:solidFill>
            <a:ln>
              <a:solidFill>
                <a:schemeClr val="tx1"/>
              </a:solidFill>
            </a:ln>
          </p:spPr>
          <p:txBody>
            <a:bodyPr wrap="square">
              <a:spAutoFit/>
            </a:bodyPr>
            <a:lstStyle/>
            <a:p>
              <a:pPr marL="0" marR="0" lvl="0" indent="0" algn="ctr" defTabSz="837848" rtl="0" eaLnBrk="1" fontAlgn="auto" latinLnBrk="0" hangingPunct="1">
                <a:lnSpc>
                  <a:spcPct val="100000"/>
                </a:lnSpc>
                <a:spcBef>
                  <a:spcPts val="0"/>
                </a:spcBef>
                <a:spcAft>
                  <a:spcPts val="0"/>
                </a:spcAft>
                <a:buClrTx/>
                <a:buSzTx/>
                <a:buFontTx/>
                <a:buNone/>
                <a:tabLst/>
                <a:defRPr/>
              </a:pPr>
              <a:r>
                <a:rPr kumimoji="0" lang="en-US" sz="818" b="0" i="0" u="none" strike="noStrike" kern="1200" cap="none" spc="0" normalizeH="0" baseline="0" noProof="0" dirty="0">
                  <a:ln>
                    <a:noFill/>
                  </a:ln>
                  <a:solidFill>
                    <a:prstClr val="black"/>
                  </a:solidFill>
                  <a:effectLst/>
                  <a:uLnTx/>
                  <a:uFillTx/>
                  <a:latin typeface="Verdana"/>
                  <a:ea typeface="+mn-ea"/>
                  <a:cs typeface="+mn-cs"/>
                </a:rPr>
                <a:t>Comprehensive SWOT analysis of the sector</a:t>
              </a:r>
              <a:endParaRPr kumimoji="0" lang="en-IN" sz="818" b="0" i="0" u="none" strike="noStrike" kern="1200" cap="none" spc="0" normalizeH="0" baseline="0" noProof="0" dirty="0">
                <a:ln>
                  <a:noFill/>
                </a:ln>
                <a:solidFill>
                  <a:prstClr val="black"/>
                </a:solidFill>
                <a:effectLst/>
                <a:uLnTx/>
                <a:uFillTx/>
                <a:latin typeface="Verdana"/>
                <a:ea typeface="+mn-ea"/>
                <a:cs typeface="+mn-cs"/>
              </a:endParaRPr>
            </a:p>
          </p:txBody>
        </p:sp>
        <p:sp>
          <p:nvSpPr>
            <p:cNvPr id="63" name="Rectangle 62">
              <a:extLst>
                <a:ext uri="{FF2B5EF4-FFF2-40B4-BE49-F238E27FC236}">
                  <a16:creationId xmlns:a16="http://schemas.microsoft.com/office/drawing/2014/main" id="{4FEE9D8E-224A-401F-B095-40AF98B01E2F}"/>
                </a:ext>
              </a:extLst>
            </p:cNvPr>
            <p:cNvSpPr/>
            <p:nvPr/>
          </p:nvSpPr>
          <p:spPr>
            <a:xfrm>
              <a:off x="6262880" y="2226405"/>
              <a:ext cx="1366578" cy="344069"/>
            </a:xfrm>
            <a:prstGeom prst="rect">
              <a:avLst/>
            </a:prstGeom>
            <a:solidFill>
              <a:schemeClr val="bg1"/>
            </a:solidFill>
            <a:ln>
              <a:solidFill>
                <a:schemeClr val="tx1"/>
              </a:solidFill>
            </a:ln>
          </p:spPr>
          <p:txBody>
            <a:bodyPr wrap="square">
              <a:spAutoFit/>
            </a:bodyPr>
            <a:lstStyle/>
            <a:p>
              <a:pPr marL="0" marR="0" lvl="0" indent="0" algn="ctr" defTabSz="837848" rtl="0" eaLnBrk="1" fontAlgn="auto" latinLnBrk="0" hangingPunct="1">
                <a:lnSpc>
                  <a:spcPct val="100000"/>
                </a:lnSpc>
                <a:spcBef>
                  <a:spcPts val="0"/>
                </a:spcBef>
                <a:spcAft>
                  <a:spcPts val="0"/>
                </a:spcAft>
                <a:buClrTx/>
                <a:buSzTx/>
                <a:buFontTx/>
                <a:buNone/>
                <a:tabLst/>
                <a:defRPr/>
              </a:pPr>
              <a:r>
                <a:rPr kumimoji="0" lang="en-US" sz="818" b="0" i="0" u="none" strike="noStrike" kern="1200" cap="none" spc="0" normalizeH="0" baseline="0" noProof="0" dirty="0">
                  <a:ln>
                    <a:noFill/>
                  </a:ln>
                  <a:solidFill>
                    <a:prstClr val="black"/>
                  </a:solidFill>
                  <a:effectLst/>
                  <a:uLnTx/>
                  <a:uFillTx/>
                  <a:latin typeface="Verdana"/>
                  <a:ea typeface="+mn-ea"/>
                  <a:cs typeface="+mn-cs"/>
                </a:rPr>
                <a:t>Power sector vision development for 2030</a:t>
              </a:r>
              <a:endParaRPr kumimoji="0" lang="en-IN" sz="818" b="0" i="0" u="none" strike="noStrike" kern="1200" cap="none" spc="0" normalizeH="0" baseline="0" noProof="0" dirty="0">
                <a:ln>
                  <a:noFill/>
                </a:ln>
                <a:solidFill>
                  <a:prstClr val="black"/>
                </a:solidFill>
                <a:effectLst/>
                <a:uLnTx/>
                <a:uFillTx/>
                <a:latin typeface="Verdana"/>
                <a:ea typeface="+mn-ea"/>
                <a:cs typeface="+mn-cs"/>
              </a:endParaRPr>
            </a:p>
          </p:txBody>
        </p:sp>
        <p:sp>
          <p:nvSpPr>
            <p:cNvPr id="64" name="Rectangle 63">
              <a:extLst>
                <a:ext uri="{FF2B5EF4-FFF2-40B4-BE49-F238E27FC236}">
                  <a16:creationId xmlns:a16="http://schemas.microsoft.com/office/drawing/2014/main" id="{414A533A-E249-4AA2-8E5A-877A27FCA91A}"/>
                </a:ext>
              </a:extLst>
            </p:cNvPr>
            <p:cNvSpPr/>
            <p:nvPr/>
          </p:nvSpPr>
          <p:spPr>
            <a:xfrm>
              <a:off x="6658891" y="2594515"/>
              <a:ext cx="1366578" cy="469937"/>
            </a:xfrm>
            <a:prstGeom prst="rect">
              <a:avLst/>
            </a:prstGeom>
            <a:solidFill>
              <a:schemeClr val="bg1"/>
            </a:solidFill>
            <a:ln>
              <a:solidFill>
                <a:schemeClr val="tx1"/>
              </a:solidFill>
            </a:ln>
          </p:spPr>
          <p:txBody>
            <a:bodyPr wrap="square">
              <a:spAutoFit/>
            </a:bodyPr>
            <a:lstStyle/>
            <a:p>
              <a:pPr marL="0" marR="0" lvl="0" indent="0" algn="ctr" defTabSz="837848" rtl="0" eaLnBrk="1" fontAlgn="auto" latinLnBrk="0" hangingPunct="1">
                <a:lnSpc>
                  <a:spcPct val="100000"/>
                </a:lnSpc>
                <a:spcBef>
                  <a:spcPts val="0"/>
                </a:spcBef>
                <a:spcAft>
                  <a:spcPts val="0"/>
                </a:spcAft>
                <a:buClrTx/>
                <a:buSzTx/>
                <a:buFontTx/>
                <a:buNone/>
                <a:tabLst/>
                <a:defRPr/>
              </a:pPr>
              <a:r>
                <a:rPr kumimoji="0" lang="en-US" sz="818" b="0" i="0" u="none" strike="noStrike" kern="1200" cap="none" spc="0" normalizeH="0" baseline="0" noProof="0" dirty="0">
                  <a:ln>
                    <a:noFill/>
                  </a:ln>
                  <a:solidFill>
                    <a:prstClr val="black"/>
                  </a:solidFill>
                  <a:effectLst/>
                  <a:uLnTx/>
                  <a:uFillTx/>
                  <a:latin typeface="Verdana"/>
                  <a:ea typeface="+mn-ea"/>
                  <a:cs typeface="+mn-cs"/>
                </a:rPr>
                <a:t>Detailing of the vision into the key strategic priorities and actions</a:t>
              </a:r>
              <a:endParaRPr kumimoji="0" lang="en-IN" sz="818" b="0" i="0" u="none" strike="noStrike" kern="1200" cap="none" spc="0" normalizeH="0" baseline="0" noProof="0" dirty="0">
                <a:ln>
                  <a:noFill/>
                </a:ln>
                <a:solidFill>
                  <a:prstClr val="black"/>
                </a:solidFill>
                <a:effectLst/>
                <a:uLnTx/>
                <a:uFillTx/>
                <a:latin typeface="Verdana"/>
                <a:ea typeface="+mn-ea"/>
                <a:cs typeface="+mn-cs"/>
              </a:endParaRPr>
            </a:p>
          </p:txBody>
        </p:sp>
        <p:sp>
          <p:nvSpPr>
            <p:cNvPr id="65" name="Rectangle 64">
              <a:extLst>
                <a:ext uri="{FF2B5EF4-FFF2-40B4-BE49-F238E27FC236}">
                  <a16:creationId xmlns:a16="http://schemas.microsoft.com/office/drawing/2014/main" id="{CC73E8FA-87DF-4698-B9E5-891F0E8DE1CD}"/>
                </a:ext>
              </a:extLst>
            </p:cNvPr>
            <p:cNvSpPr/>
            <p:nvPr/>
          </p:nvSpPr>
          <p:spPr>
            <a:xfrm>
              <a:off x="7342180" y="3085315"/>
              <a:ext cx="1485445" cy="595804"/>
            </a:xfrm>
            <a:prstGeom prst="rect">
              <a:avLst/>
            </a:prstGeom>
            <a:solidFill>
              <a:schemeClr val="bg1"/>
            </a:solidFill>
            <a:ln>
              <a:solidFill>
                <a:schemeClr val="tx1"/>
              </a:solidFill>
            </a:ln>
          </p:spPr>
          <p:txBody>
            <a:bodyPr wrap="square">
              <a:spAutoFit/>
            </a:bodyPr>
            <a:lstStyle/>
            <a:p>
              <a:pPr marL="0" marR="0" lvl="0" indent="0" algn="ctr" defTabSz="837848" rtl="0" eaLnBrk="1" fontAlgn="auto" latinLnBrk="0" hangingPunct="1">
                <a:lnSpc>
                  <a:spcPct val="100000"/>
                </a:lnSpc>
                <a:spcBef>
                  <a:spcPts val="0"/>
                </a:spcBef>
                <a:spcAft>
                  <a:spcPts val="0"/>
                </a:spcAft>
                <a:buClrTx/>
                <a:buSzTx/>
                <a:buFontTx/>
                <a:buNone/>
                <a:tabLst/>
                <a:defRPr/>
              </a:pPr>
              <a:r>
                <a:rPr kumimoji="0" lang="en-US" sz="818" b="0" i="0" u="none" strike="noStrike" kern="1200" cap="none" spc="0" normalizeH="0" baseline="0" noProof="0" dirty="0">
                  <a:ln>
                    <a:noFill/>
                  </a:ln>
                  <a:solidFill>
                    <a:prstClr val="black"/>
                  </a:solidFill>
                  <a:effectLst/>
                  <a:uLnTx/>
                  <a:uFillTx/>
                  <a:latin typeface="Verdana"/>
                  <a:ea typeface="+mn-ea"/>
                  <a:cs typeface="+mn-cs"/>
                </a:rPr>
                <a:t>Development of detailed action plan identifying roles and responsibilities of key stakeholders</a:t>
              </a:r>
              <a:endParaRPr kumimoji="0" lang="en-IN" sz="818" b="0" i="0" u="none" strike="noStrike" kern="1200" cap="none" spc="0" normalizeH="0" baseline="0" noProof="0" dirty="0">
                <a:ln>
                  <a:noFill/>
                </a:ln>
                <a:solidFill>
                  <a:prstClr val="black"/>
                </a:solidFill>
                <a:effectLst/>
                <a:uLnTx/>
                <a:uFillTx/>
                <a:latin typeface="Verdana"/>
                <a:ea typeface="+mn-ea"/>
                <a:cs typeface="+mn-cs"/>
              </a:endParaRPr>
            </a:p>
          </p:txBody>
        </p:sp>
        <p:sp>
          <p:nvSpPr>
            <p:cNvPr id="66" name="Rectangle 65">
              <a:extLst>
                <a:ext uri="{FF2B5EF4-FFF2-40B4-BE49-F238E27FC236}">
                  <a16:creationId xmlns:a16="http://schemas.microsoft.com/office/drawing/2014/main" id="{41C54318-7E16-4AC8-9E6B-C6E05666D1A0}"/>
                </a:ext>
              </a:extLst>
            </p:cNvPr>
            <p:cNvSpPr/>
            <p:nvPr/>
          </p:nvSpPr>
          <p:spPr>
            <a:xfrm>
              <a:off x="9036081" y="2179007"/>
              <a:ext cx="1485445" cy="2007665"/>
            </a:xfrm>
            <a:prstGeom prst="rect">
              <a:avLst/>
            </a:prstGeom>
            <a:solidFill>
              <a:schemeClr val="bg1"/>
            </a:solidFill>
            <a:ln>
              <a:solidFill>
                <a:schemeClr val="tx1"/>
              </a:solidFill>
            </a:ln>
          </p:spPr>
          <p:txBody>
            <a:bodyPr wrap="square">
              <a:spAutoFit/>
            </a:bodyPr>
            <a:lstStyle/>
            <a:p>
              <a:pPr marL="0" marR="0" lvl="0" indent="0" algn="ctr" defTabSz="837848" rtl="0" eaLnBrk="1" fontAlgn="auto" latinLnBrk="0" hangingPunct="1">
                <a:lnSpc>
                  <a:spcPct val="100000"/>
                </a:lnSpc>
                <a:spcBef>
                  <a:spcPts val="0"/>
                </a:spcBef>
                <a:spcAft>
                  <a:spcPts val="0"/>
                </a:spcAft>
                <a:buClrTx/>
                <a:buSzTx/>
                <a:buFontTx/>
                <a:buNone/>
                <a:tabLst/>
                <a:defRPr/>
              </a:pPr>
              <a:r>
                <a:rPr kumimoji="0" lang="en-US" sz="818" b="0" i="0" u="none" strike="noStrike" kern="1200" cap="none" spc="0" normalizeH="0" baseline="0" noProof="0" dirty="0">
                  <a:ln>
                    <a:noFill/>
                  </a:ln>
                  <a:solidFill>
                    <a:prstClr val="black"/>
                  </a:solidFill>
                  <a:effectLst/>
                  <a:uLnTx/>
                  <a:uFillTx/>
                  <a:latin typeface="Verdana"/>
                  <a:ea typeface="+mn-ea"/>
                  <a:cs typeface="+mn-cs"/>
                </a:rPr>
                <a:t>Implementation and Monitoring support</a:t>
              </a:r>
            </a:p>
            <a:p>
              <a:pPr marL="0" marR="0" lvl="0" indent="0" algn="ctr" defTabSz="837848" rtl="0" eaLnBrk="1" fontAlgn="auto" latinLnBrk="0" hangingPunct="1">
                <a:lnSpc>
                  <a:spcPct val="100000"/>
                </a:lnSpc>
                <a:spcBef>
                  <a:spcPts val="0"/>
                </a:spcBef>
                <a:spcAft>
                  <a:spcPts val="0"/>
                </a:spcAft>
                <a:buClrTx/>
                <a:buSzTx/>
                <a:buFontTx/>
                <a:buNone/>
                <a:tabLst/>
                <a:defRPr/>
              </a:pPr>
              <a:r>
                <a:rPr kumimoji="0" lang="en-US" sz="818" b="0" i="0" u="none" strike="noStrike" kern="1200" cap="none" spc="0" normalizeH="0" baseline="0" noProof="0" dirty="0">
                  <a:ln>
                    <a:noFill/>
                  </a:ln>
                  <a:solidFill>
                    <a:prstClr val="black"/>
                  </a:solidFill>
                  <a:effectLst/>
                  <a:uLnTx/>
                  <a:uFillTx/>
                  <a:latin typeface="Verdana"/>
                  <a:ea typeface="+mn-ea"/>
                  <a:cs typeface="+mn-cs"/>
                </a:rPr>
                <a:t>of Vision, Roadmap and the turnaround plan</a:t>
              </a:r>
            </a:p>
            <a:p>
              <a:pPr marL="180753" marR="0" lvl="0" indent="-116895" algn="l" defTabSz="837848" rtl="0" eaLnBrk="1" fontAlgn="auto" latinLnBrk="0" hangingPunct="1">
                <a:lnSpc>
                  <a:spcPct val="115000"/>
                </a:lnSpc>
                <a:spcBef>
                  <a:spcPts val="205"/>
                </a:spcBef>
                <a:spcAft>
                  <a:spcPts val="0"/>
                </a:spcAft>
                <a:buClrTx/>
                <a:buSzTx/>
                <a:buFont typeface="Arial" panose="020B0604020202020204" pitchFamily="34" charset="0"/>
                <a:buChar char="•"/>
                <a:tabLst>
                  <a:tab pos="311711" algn="l"/>
                </a:tabLst>
                <a:defRPr/>
              </a:pPr>
              <a:endParaRPr kumimoji="0" lang="en-US" sz="818" b="0" i="0" u="none" strike="noStrike" kern="1200" cap="none" spc="0" normalizeH="0" baseline="0" noProof="0" dirty="0">
                <a:ln>
                  <a:noFill/>
                </a:ln>
                <a:solidFill>
                  <a:srgbClr val="313131"/>
                </a:solidFill>
                <a:effectLst/>
                <a:uLnTx/>
                <a:uFillTx/>
                <a:latin typeface="Verdana"/>
                <a:ea typeface="MS PGothic" panose="020B0600070205080204" pitchFamily="34" charset="-128"/>
                <a:cs typeface="Times New Roman" panose="02020603050405020304" pitchFamily="18" charset="0"/>
              </a:endParaRPr>
            </a:p>
            <a:p>
              <a:pPr marL="180753" marR="0" lvl="0" indent="-116895" algn="l" defTabSz="837848" rtl="0" eaLnBrk="1" fontAlgn="auto" latinLnBrk="0" hangingPunct="1">
                <a:lnSpc>
                  <a:spcPct val="115000"/>
                </a:lnSpc>
                <a:spcBef>
                  <a:spcPts val="205"/>
                </a:spcBef>
                <a:spcAft>
                  <a:spcPts val="0"/>
                </a:spcAft>
                <a:buClrTx/>
                <a:buSzTx/>
                <a:buFont typeface="Arial" panose="020B0604020202020204" pitchFamily="34" charset="0"/>
                <a:buChar char="•"/>
                <a:tabLst>
                  <a:tab pos="311711" algn="l"/>
                </a:tabLst>
                <a:defRPr/>
              </a:pPr>
              <a:endParaRPr kumimoji="0" lang="en-US" sz="818" b="0" i="0" u="none" strike="noStrike" kern="1200" cap="none" spc="0" normalizeH="0" baseline="0" noProof="0" dirty="0">
                <a:ln>
                  <a:noFill/>
                </a:ln>
                <a:solidFill>
                  <a:srgbClr val="313131"/>
                </a:solidFill>
                <a:effectLst/>
                <a:uLnTx/>
                <a:uFillTx/>
                <a:latin typeface="Verdana"/>
                <a:ea typeface="MS PGothic" panose="020B0600070205080204" pitchFamily="34" charset="-128"/>
                <a:cs typeface="Times New Roman" panose="02020603050405020304" pitchFamily="18" charset="0"/>
              </a:endParaRPr>
            </a:p>
            <a:p>
              <a:pPr marL="180753" marR="0" lvl="0" indent="-116895" algn="l" defTabSz="837848" rtl="0" eaLnBrk="1" fontAlgn="auto" latinLnBrk="0" hangingPunct="1">
                <a:lnSpc>
                  <a:spcPct val="115000"/>
                </a:lnSpc>
                <a:spcBef>
                  <a:spcPts val="205"/>
                </a:spcBef>
                <a:spcAft>
                  <a:spcPts val="0"/>
                </a:spcAft>
                <a:buClrTx/>
                <a:buSzTx/>
                <a:buFont typeface="Arial" panose="020B0604020202020204" pitchFamily="34" charset="0"/>
                <a:buChar char="•"/>
                <a:tabLst>
                  <a:tab pos="311711" algn="l"/>
                </a:tabLst>
                <a:defRPr/>
              </a:pPr>
              <a:r>
                <a:rPr kumimoji="0" lang="en-US" sz="818" b="0" i="0" u="none" strike="noStrike" kern="1200" cap="none" spc="0" normalizeH="0" baseline="0" noProof="0" dirty="0">
                  <a:ln>
                    <a:noFill/>
                  </a:ln>
                  <a:solidFill>
                    <a:srgbClr val="313131"/>
                  </a:solidFill>
                  <a:effectLst/>
                  <a:uLnTx/>
                  <a:uFillTx/>
                  <a:latin typeface="Verdana"/>
                  <a:ea typeface="MS PGothic" panose="020B0600070205080204" pitchFamily="34" charset="-128"/>
                  <a:cs typeface="Times New Roman" panose="02020603050405020304" pitchFamily="18" charset="0"/>
                </a:rPr>
                <a:t>Develop Monitoring framework</a:t>
              </a:r>
              <a:endParaRPr kumimoji="0" lang="en-US" sz="818" b="1" i="0" u="none" strike="noStrike" kern="1200" cap="none" spc="0" normalizeH="0" baseline="0" noProof="0" dirty="0">
                <a:ln>
                  <a:noFill/>
                </a:ln>
                <a:solidFill>
                  <a:srgbClr val="012169"/>
                </a:solidFill>
                <a:effectLst/>
                <a:uLnTx/>
                <a:uFillTx/>
                <a:latin typeface="Verdana"/>
                <a:ea typeface="MS PGothic" panose="020B0600070205080204" pitchFamily="34" charset="-128"/>
                <a:cs typeface="Times New Roman" panose="02020603050405020304" pitchFamily="18" charset="0"/>
              </a:endParaRPr>
            </a:p>
            <a:p>
              <a:pPr marL="180753" marR="0" lvl="0" indent="-116895" algn="l" defTabSz="837848" rtl="0" eaLnBrk="1" fontAlgn="auto" latinLnBrk="0" hangingPunct="1">
                <a:lnSpc>
                  <a:spcPct val="115000"/>
                </a:lnSpc>
                <a:spcBef>
                  <a:spcPts val="205"/>
                </a:spcBef>
                <a:spcAft>
                  <a:spcPts val="0"/>
                </a:spcAft>
                <a:buClrTx/>
                <a:buSzTx/>
                <a:buFont typeface="Arial" panose="020B0604020202020204" pitchFamily="34" charset="0"/>
                <a:buChar char="•"/>
                <a:tabLst>
                  <a:tab pos="311711" algn="l"/>
                </a:tabLst>
                <a:defRPr/>
              </a:pPr>
              <a:r>
                <a:rPr kumimoji="0" lang="en-US" sz="818" b="0" i="0" u="none" strike="noStrike" kern="1200" cap="none" spc="0" normalizeH="0" baseline="0" noProof="0" dirty="0">
                  <a:ln>
                    <a:noFill/>
                  </a:ln>
                  <a:solidFill>
                    <a:srgbClr val="313131"/>
                  </a:solidFill>
                  <a:effectLst/>
                  <a:uLnTx/>
                  <a:uFillTx/>
                  <a:latin typeface="Verdana"/>
                  <a:ea typeface="MS PGothic" panose="020B0600070205080204" pitchFamily="34" charset="-128"/>
                  <a:cs typeface="Times New Roman" panose="02020603050405020304" pitchFamily="18" charset="0"/>
                </a:rPr>
                <a:t>Implementation and monitoring support</a:t>
              </a:r>
            </a:p>
            <a:p>
              <a:pPr marL="180753" marR="0" lvl="0" indent="-116895" algn="l" defTabSz="837848" rtl="0" eaLnBrk="1" fontAlgn="auto" latinLnBrk="0" hangingPunct="1">
                <a:lnSpc>
                  <a:spcPct val="115000"/>
                </a:lnSpc>
                <a:spcBef>
                  <a:spcPts val="205"/>
                </a:spcBef>
                <a:spcAft>
                  <a:spcPts val="0"/>
                </a:spcAft>
                <a:buClrTx/>
                <a:buSzTx/>
                <a:buFont typeface="Arial" panose="020B0604020202020204" pitchFamily="34" charset="0"/>
                <a:buChar char="•"/>
                <a:tabLst>
                  <a:tab pos="311711" algn="l"/>
                </a:tabLst>
                <a:defRPr/>
              </a:pPr>
              <a:r>
                <a:rPr kumimoji="0" lang="en-US" sz="818" b="0" i="0" u="none" strike="noStrike" kern="1200" cap="none" spc="0" normalizeH="0" baseline="0" noProof="0" dirty="0">
                  <a:ln>
                    <a:noFill/>
                  </a:ln>
                  <a:solidFill>
                    <a:srgbClr val="313131"/>
                  </a:solidFill>
                  <a:effectLst/>
                  <a:uLnTx/>
                  <a:uFillTx/>
                  <a:latin typeface="Verdana"/>
                  <a:ea typeface="MS PGothic" panose="020B0600070205080204" pitchFamily="34" charset="-128"/>
                  <a:cs typeface="Times New Roman" panose="02020603050405020304" pitchFamily="18" charset="0"/>
                </a:rPr>
                <a:t>Stakeholder interaction</a:t>
              </a:r>
            </a:p>
            <a:p>
              <a:pPr marL="0" marR="0" lvl="0" indent="0" algn="ctr" defTabSz="837848" rtl="0" eaLnBrk="1" fontAlgn="auto" latinLnBrk="0" hangingPunct="1">
                <a:lnSpc>
                  <a:spcPct val="100000"/>
                </a:lnSpc>
                <a:spcBef>
                  <a:spcPts val="0"/>
                </a:spcBef>
                <a:spcAft>
                  <a:spcPts val="0"/>
                </a:spcAft>
                <a:buClrTx/>
                <a:buSzTx/>
                <a:buFontTx/>
                <a:buNone/>
                <a:tabLst/>
                <a:defRPr/>
              </a:pPr>
              <a:endParaRPr kumimoji="0" lang="en-US" sz="818" b="0" i="0" u="none" strike="noStrike" kern="1200" cap="none" spc="0" normalizeH="0" baseline="0" noProof="0" dirty="0">
                <a:ln>
                  <a:noFill/>
                </a:ln>
                <a:solidFill>
                  <a:prstClr val="black"/>
                </a:solidFill>
                <a:effectLst/>
                <a:uLnTx/>
                <a:uFillTx/>
                <a:latin typeface="Verdana"/>
                <a:ea typeface="+mn-ea"/>
                <a:cs typeface="+mn-cs"/>
              </a:endParaRPr>
            </a:p>
          </p:txBody>
        </p:sp>
      </p:grpSp>
      <p:sp>
        <p:nvSpPr>
          <p:cNvPr id="69" name="Title 3">
            <a:extLst>
              <a:ext uri="{FF2B5EF4-FFF2-40B4-BE49-F238E27FC236}">
                <a16:creationId xmlns:a16="http://schemas.microsoft.com/office/drawing/2014/main" id="{F7CDF5EA-2F1F-4EF8-B44B-8EF71B7D76F7}"/>
              </a:ext>
            </a:extLst>
          </p:cNvPr>
          <p:cNvSpPr>
            <a:spLocks noGrp="1"/>
          </p:cNvSpPr>
          <p:nvPr>
            <p:ph type="title"/>
          </p:nvPr>
        </p:nvSpPr>
        <p:spPr>
          <a:xfrm>
            <a:off x="501652" y="317504"/>
            <a:ext cx="11188700" cy="368299"/>
          </a:xfrm>
        </p:spPr>
        <p:txBody>
          <a:bodyPr vert="horz"/>
          <a:lstStyle/>
          <a:p>
            <a:pPr algn="just"/>
            <a:r>
              <a:rPr lang="en-US" sz="1800" b="0" i="0" dirty="0">
                <a:solidFill>
                  <a:schemeClr val="tx1"/>
                </a:solidFill>
              </a:rPr>
              <a:t>Our Integrated Work Plan for the Project</a:t>
            </a:r>
          </a:p>
        </p:txBody>
      </p:sp>
    </p:spTree>
    <p:extLst>
      <p:ext uri="{BB962C8B-B14F-4D97-AF65-F5344CB8AC3E}">
        <p14:creationId xmlns:p14="http://schemas.microsoft.com/office/powerpoint/2010/main" val="6357450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Placeholder 2"/>
          <p:cNvPicPr>
            <a:picLocks noGrp="1" noChangeAspect="1"/>
          </p:cNvPicPr>
          <p:nvPr>
            <p:ph type="pic" sz="quarter" idx="14"/>
          </p:nvPr>
        </p:nvPicPr>
        <p:blipFill>
          <a:blip r:embed="rId4" cstate="email">
            <a:extLst>
              <a:ext uri="{28A0092B-C50C-407E-A947-70E740481C1C}">
                <a14:useLocalDpi xmlns:a14="http://schemas.microsoft.com/office/drawing/2010/main"/>
              </a:ext>
            </a:extLst>
          </a:blip>
          <a:srcRect/>
          <a:stretch>
            <a:fillRect/>
          </a:stretch>
        </p:blipFill>
        <p:spPr>
          <a:xfrm>
            <a:off x="5583731" y="1504300"/>
            <a:ext cx="5537835" cy="4119522"/>
          </a:xfrm>
        </p:spPr>
      </p:pic>
      <p:sp>
        <p:nvSpPr>
          <p:cNvPr id="4" name="Rectangle 3"/>
          <p:cNvSpPr/>
          <p:nvPr/>
        </p:nvSpPr>
        <p:spPr>
          <a:xfrm>
            <a:off x="1132840" y="1432572"/>
            <a:ext cx="4654032" cy="4472763"/>
          </a:xfrm>
          <a:prstGeom prst="rect">
            <a:avLst/>
          </a:prstGeom>
        </p:spPr>
        <p:txBody>
          <a:bodyPr wrap="square">
            <a:spAutoFit/>
          </a:bodyPr>
          <a:lstStyle/>
          <a:p>
            <a:pPr defTabSz="885948">
              <a:spcAft>
                <a:spcPts val="522"/>
              </a:spcAft>
              <a:buClr>
                <a:srgbClr val="000000"/>
              </a:buClr>
              <a:buSzPct val="80000"/>
            </a:pPr>
            <a:r>
              <a:rPr lang="en-US" sz="957" noProof="1">
                <a:solidFill>
                  <a:srgbClr val="000000"/>
                </a:solidFill>
                <a:latin typeface="Verdana"/>
              </a:rPr>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defTabSz="885948">
              <a:spcAft>
                <a:spcPts val="522"/>
              </a:spcAft>
              <a:buClr>
                <a:srgbClr val="000000"/>
              </a:buClr>
              <a:buSzPct val="80000"/>
            </a:pPr>
            <a:r>
              <a:rPr lang="en-US" sz="957" noProof="1">
                <a:solidFill>
                  <a:srgbClr val="000000"/>
                </a:solidFill>
                <a:latin typeface="Verdana"/>
              </a:rPr>
              <a:t>This material has been prepared by Deloitte Touche Tohmatsu India LLP (“DTTILLP”), a member of Deloitte Touche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defTabSz="885948">
              <a:spcAft>
                <a:spcPts val="522"/>
              </a:spcAft>
              <a:buClr>
                <a:srgbClr val="000000"/>
              </a:buClr>
              <a:buSzPct val="80000"/>
            </a:pPr>
            <a:r>
              <a:rPr lang="en-US" sz="957" noProof="1">
                <a:solidFill>
                  <a:srgbClr val="000000"/>
                </a:solidFill>
                <a:latin typeface="Verdana"/>
              </a:rPr>
              <a:t>Nothing in this material creates any contractual relationship between DTTILLP and you. Any mutually binding legal obligationsorrights may only be created between you and DTTILLP upon execution of a legally binding contract. By using this material and any information contained in it, the user accepts this entire notice and terms of use.</a:t>
            </a:r>
          </a:p>
          <a:p>
            <a:pPr defTabSz="885948">
              <a:spcAft>
                <a:spcPts val="522"/>
              </a:spcAft>
              <a:buClr>
                <a:srgbClr val="000000"/>
              </a:buClr>
              <a:buSzPct val="80000"/>
            </a:pPr>
            <a:r>
              <a:rPr lang="en-US" sz="957" noProof="1">
                <a:solidFill>
                  <a:srgbClr val="000000"/>
                </a:solidFill>
                <a:latin typeface="Verdana"/>
              </a:rPr>
              <a:t>©2021 Deloitte Touche Tohmatsu India LLP. Member of Deloitte Touche Tohmatsu Limited</a:t>
            </a:r>
          </a:p>
          <a:p>
            <a:pPr defTabSz="885948">
              <a:spcAft>
                <a:spcPts val="522"/>
              </a:spcAft>
              <a:buClr>
                <a:srgbClr val="000000"/>
              </a:buClr>
              <a:buSzPct val="80000"/>
            </a:pPr>
            <a:r>
              <a:rPr lang="en-US" sz="957" noProof="1">
                <a:solidFill>
                  <a:srgbClr val="000000"/>
                </a:solidFill>
                <a:latin typeface="Verdana"/>
              </a:rPr>
              <a:t>Deloitte Touche Tohmatsu India Private Limited (U74140MH199 5PTC093339), a private company limited by shares, was converted into Deloitte Touche Tohmatsu India LLP, a limited liability partnership (LLP Identification No. AAE-8458),with effect from October 1, 2015.</a:t>
            </a:r>
          </a:p>
        </p:txBody>
      </p:sp>
    </p:spTree>
    <p:custDataLst>
      <p:tags r:id="rId1"/>
    </p:custDataLst>
    <p:extLst>
      <p:ext uri="{BB962C8B-B14F-4D97-AF65-F5344CB8AC3E}">
        <p14:creationId xmlns:p14="http://schemas.microsoft.com/office/powerpoint/2010/main" val="2378693763"/>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3045&quot;&gt;&lt;version val=&quot;25121&quot;/&gt;&lt;CPresentation id=&quot;1&quot;&gt;&lt;m_precDefaultNumber&gt;&lt;m_bNumberIsYear val=&quot;1&quot;/&gt;&lt;m_chMinusSymbol&gt;-&lt;/m_chMinusSymbol&gt;&lt;m_chDecimalSymbol17909&gt;.&lt;/m_chDecimalSymbol17909&gt;&lt;m_nGroupingDigits17909 val=&quot;2147483647&quot;/&gt;&lt;m_yearfmt&gt;&lt;begin val=&quot;0&quot;/&gt;&lt;end val=&quot;4&quot;/&gt;&lt;/m_yearfmt&gt;&lt;/m_precDefaultNumber&gt;&lt;m_precDefaultPercent&gt;&lt;m_bNumberIsYear val=&quot;1&quot;/&gt;&lt;m_chMinusSymbol&gt;-&lt;/m_chMinusSymbol&gt;&lt;m_nDecimalDigits17909 val=&quot;1&quot;/&gt;&lt;m_chDecimalSymbol17909&gt;.&lt;/m_chDecimalSymbol17909&gt;&lt;m_nGroupingDigits17909 val=&quot;2147483647&quot;/&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qRvZVlYlwYHyZ._nOrIlp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tphpARHdQbWot9j9ZjMvR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YCeo1uxhS2SIlrhC9JZAFA"/>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EMPLAFYSLIDEID" val="636090605918013724"/>
</p:tagLst>
</file>

<file path=ppt/theme/theme1.xml><?xml version="1.0" encoding="utf-8"?>
<a:theme xmlns:a="http://schemas.openxmlformats.org/drawingml/2006/main" name="1_Deloitte 16_9 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Onscreen.potx" id="{300F3ED9-9C4C-4838-B157-107BB206E623}" vid="{ABD9136E-862F-4680-B56C-E8832C898BE1}"/>
    </a:ext>
  </a:extLst>
</a:theme>
</file>

<file path=ppt/theme/theme2.xml><?xml version="1.0" encoding="utf-8"?>
<a:theme xmlns:a="http://schemas.openxmlformats.org/drawingml/2006/main" name="1_Deloitte_UK_Onscreen">
  <a:themeElements>
    <a:clrScheme name="Deloitte colors">
      <a:dk1>
        <a:srgbClr val="000000"/>
      </a:dk1>
      <a:lt1>
        <a:srgbClr val="FFFFFF"/>
      </a:lt1>
      <a:dk2>
        <a:srgbClr val="44546A"/>
      </a:dk2>
      <a:lt2>
        <a:srgbClr val="E7E6E6"/>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954F72"/>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solidFill>
            <a:schemeClr val="accent3"/>
          </a:solidFill>
          <a:miter lim="800000"/>
          <a:headEnd/>
          <a:tailEnd/>
        </a:ln>
      </a:spPr>
      <a:bodyPr wrap="square" lIns="88900" tIns="88900" rIns="88900" bIns="88900" rtlCol="0" anchor="ctr"/>
      <a:lstStyle>
        <a:defPPr algn="ctr">
          <a:lnSpc>
            <a:spcPct val="106000"/>
          </a:lnSpc>
          <a:buFont typeface="Wingdings 2" pitchFamily="18" charset="2"/>
          <a:buNone/>
          <a:defRPr sz="1600" b="1" noProof="0" dirty="0" err="1">
            <a:solidFill>
              <a:schemeClr val="bg1"/>
            </a:solidFill>
          </a:defRPr>
        </a:defPPr>
      </a:lstStyle>
    </a:spDef>
    <a:lnDef>
      <a:spPr>
        <a:ln>
          <a:solidFill>
            <a:srgbClr val="44546A"/>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34000" indent="-234000">
          <a:spcBef>
            <a:spcPts val="0"/>
          </a:spcBef>
          <a:spcAft>
            <a:spcPts val="1333"/>
          </a:spcAft>
          <a:buSzPct val="100000"/>
          <a:buFont typeface="Arial"/>
          <a:buChar char="•"/>
          <a:defRPr sz="1200" noProof="0" dirty="0" err="1">
            <a:solidFill>
              <a:schemeClr val="tx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 widescreen (16-9).potx" id="{D15CC715-B911-44C1-9E94-DDBA3AD356C4}" vid="{6A3836AB-5DCF-4D2F-8285-FE1EF7A8334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Props1.xml><?xml version="1.0" encoding="utf-8"?>
<ds:datastoreItem xmlns:ds="http://schemas.openxmlformats.org/officeDocument/2006/customXml" ds:itemID="{124D7DF5-2DEA-4939-A487-A40714D422A9}">
  <ds:schemaRefs>
    <ds:schemaRef ds:uri="http://schemas.microsoft.com/sharepoint/v3/contenttype/forms"/>
  </ds:schemaRefs>
</ds:datastoreItem>
</file>

<file path=customXml/itemProps2.xml><?xml version="1.0" encoding="utf-8"?>
<ds:datastoreItem xmlns:ds="http://schemas.openxmlformats.org/officeDocument/2006/customXml" ds:itemID="{6B5C2802-5F5E-49C5-ABB2-EEC814D2DDA5}"/>
</file>

<file path=customXml/itemProps3.xml><?xml version="1.0" encoding="utf-8"?>
<ds:datastoreItem xmlns:ds="http://schemas.openxmlformats.org/officeDocument/2006/customXml" ds:itemID="{B054D36E-9EF4-45FB-A110-F5062C6023D7}">
  <ds:schemaRefs>
    <ds:schemaRef ds:uri="56e355e2-a369-4830-a51e-04ce08b6bb22"/>
    <ds:schemaRef ds:uri="http://schemas.microsoft.com/office/infopath/2007/PartnerControls"/>
    <ds:schemaRef ds:uri="http://schemas.microsoft.com/office/2006/metadata/properties"/>
    <ds:schemaRef ds:uri="86e0598b-b165-4e10-9942-c445ed7b2dd4"/>
    <ds:schemaRef ds:uri="http://purl.org/dc/dcmitype/"/>
    <ds:schemaRef ds:uri="http://www.w3.org/XML/1998/namespace"/>
    <ds:schemaRef ds:uri="http://schemas.microsoft.com/office/2006/documentManagement/types"/>
    <ds:schemaRef ds:uri="http://purl.org/dc/elements/1.1/"/>
    <ds:schemaRef ds:uri="http://schemas.openxmlformats.org/package/2006/metadata/core-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emplate>4_3 Deloitte Consulting PPT Template</Template>
  <TotalTime>43535</TotalTime>
  <Words>1775</Words>
  <Application>Microsoft Office PowerPoint</Application>
  <PresentationFormat>Widescreen</PresentationFormat>
  <Paragraphs>206</Paragraphs>
  <Slides>14</Slides>
  <Notes>2</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14</vt:i4>
      </vt:variant>
    </vt:vector>
  </HeadingPairs>
  <TitlesOfParts>
    <vt:vector size="22" baseType="lpstr">
      <vt:lpstr>Arial</vt:lpstr>
      <vt:lpstr>Calibri Light</vt:lpstr>
      <vt:lpstr>Open Sans Light</vt:lpstr>
      <vt:lpstr>Verdana</vt:lpstr>
      <vt:lpstr>Wingdings 2</vt:lpstr>
      <vt:lpstr>1_Deloitte 16_9 onscreen</vt:lpstr>
      <vt:lpstr>1_Deloitte_UK_Onscreen</vt:lpstr>
      <vt:lpstr>think-cell Slide</vt:lpstr>
      <vt:lpstr>Headline Verdana Bold</vt:lpstr>
      <vt:lpstr>Agenda for the Day</vt:lpstr>
      <vt:lpstr>Engagement Phasing</vt:lpstr>
      <vt:lpstr>Our Understanding of Project Objective and Statement of Work</vt:lpstr>
      <vt:lpstr>Our Understanding of Project Objective and Statement of Work</vt:lpstr>
      <vt:lpstr>Thank You</vt:lpstr>
      <vt:lpstr>Annexure – Scope of Work</vt:lpstr>
      <vt:lpstr>Scope of Work Phase-1: Module-1</vt:lpstr>
      <vt:lpstr>Scope of Work Phase-1: Module-2</vt:lpstr>
      <vt:lpstr>Scope of Work Phase-2</vt:lpstr>
      <vt:lpstr>Our Understanding of Project Objective and Statement of Work</vt:lpstr>
      <vt:lpstr>Annexure – Work Plan</vt:lpstr>
      <vt:lpstr>Our Integrated Work Plan for the Project</vt:lpstr>
      <vt:lpstr>PowerPoint Presentation</vt:lpstr>
    </vt:vector>
  </TitlesOfParts>
  <Company>Deloitte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Headline Verdana Bold</dc:title>
  <dc:subject/>
  <dc:creator>Chirag Kadam</dc:creator>
  <cp:keywords/>
  <cp:lastModifiedBy>Bandyopadhyay, Anirban P</cp:lastModifiedBy>
  <cp:revision>1642</cp:revision>
  <cp:lastPrinted>2014-06-25T02:16:22Z</cp:lastPrinted>
  <dcterms:created xsi:type="dcterms:W3CDTF">2016-11-09T03:29:25Z</dcterms:created>
  <dcterms:modified xsi:type="dcterms:W3CDTF">2021-11-02T20:46:34Z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0x01010046EABACCD3B39C49923CC76F9A3899B0</vt:lpwstr>
  </property>
  <property fmtid="{D5CDD505-2E9C-101B-9397-08002B2CF9AE}" pid="3" name="Local Content Type">
    <vt:lpwstr/>
  </property>
  <property fmtid="{D5CDD505-2E9C-101B-9397-08002B2CF9AE}" pid="4" name="TaxKeyword">
    <vt:lpwstr/>
  </property>
  <property fmtid="{D5CDD505-2E9C-101B-9397-08002B2CF9AE}" pid="5" name="Global Client Services">
    <vt:lpwstr/>
  </property>
  <property fmtid="{D5CDD505-2E9C-101B-9397-08002B2CF9AE}" pid="6" name="Geography">
    <vt:lpwstr>19;#Global (2542)|163e196f-7511-4639-90b6-ed85c9d9c37c</vt:lpwstr>
  </property>
  <property fmtid="{D5CDD505-2E9C-101B-9397-08002B2CF9AE}" pid="7" name="Local Industry">
    <vt:lpwstr/>
  </property>
  <property fmtid="{D5CDD505-2E9C-101B-9397-08002B2CF9AE}" pid="8" name="Global Industry">
    <vt:lpwstr/>
  </property>
  <property fmtid="{D5CDD505-2E9C-101B-9397-08002B2CF9AE}" pid="9" name="Global Content Type">
    <vt:lpwstr/>
  </property>
  <property fmtid="{D5CDD505-2E9C-101B-9397-08002B2CF9AE}" pid="10" name="LanguageB">
    <vt:lpwstr>2;#English|b169a262-1aaa-4ccb-9acf-78a36c1d9bab</vt:lpwstr>
  </property>
  <property fmtid="{D5CDD505-2E9C-101B-9397-08002B2CF9AE}" pid="11" name="Local Client Services">
    <vt:lpwstr/>
  </property>
  <property fmtid="{D5CDD505-2E9C-101B-9397-08002B2CF9AE}" pid="12" name="MSIP_Label_ea60d57e-af5b-4752-ac57-3e4f28ca11dc_Enabled">
    <vt:lpwstr>true</vt:lpwstr>
  </property>
  <property fmtid="{D5CDD505-2E9C-101B-9397-08002B2CF9AE}" pid="13" name="MSIP_Label_ea60d57e-af5b-4752-ac57-3e4f28ca11dc_SetDate">
    <vt:lpwstr>2021-09-20T06:35:08Z</vt:lpwstr>
  </property>
  <property fmtid="{D5CDD505-2E9C-101B-9397-08002B2CF9AE}" pid="14" name="MSIP_Label_ea60d57e-af5b-4752-ac57-3e4f28ca11dc_Method">
    <vt:lpwstr>Standard</vt:lpwstr>
  </property>
  <property fmtid="{D5CDD505-2E9C-101B-9397-08002B2CF9AE}" pid="15" name="MSIP_Label_ea60d57e-af5b-4752-ac57-3e4f28ca11dc_Name">
    <vt:lpwstr>ea60d57e-af5b-4752-ac57-3e4f28ca11dc</vt:lpwstr>
  </property>
  <property fmtid="{D5CDD505-2E9C-101B-9397-08002B2CF9AE}" pid="16" name="MSIP_Label_ea60d57e-af5b-4752-ac57-3e4f28ca11dc_SiteId">
    <vt:lpwstr>36da45f1-dd2c-4d1f-af13-5abe46b99921</vt:lpwstr>
  </property>
  <property fmtid="{D5CDD505-2E9C-101B-9397-08002B2CF9AE}" pid="17" name="MSIP_Label_ea60d57e-af5b-4752-ac57-3e4f28ca11dc_ActionId">
    <vt:lpwstr>5720a868-5efd-4ec3-aaf1-a573081570eb</vt:lpwstr>
  </property>
  <property fmtid="{D5CDD505-2E9C-101B-9397-08002B2CF9AE}" pid="18" name="MSIP_Label_ea60d57e-af5b-4752-ac57-3e4f28ca11dc_ContentBits">
    <vt:lpwstr>0</vt:lpwstr>
  </property>
</Properties>
</file>