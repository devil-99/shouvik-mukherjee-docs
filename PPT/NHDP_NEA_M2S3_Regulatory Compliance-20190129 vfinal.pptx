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7.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9.xml" ContentType="application/vnd.openxmlformats-officedocument.presentationml.tags+xml"/>
  <Override PartName="/ppt/tags/tag10.xml" ContentType="application/vnd.openxmlformats-officedocument.presentationml.tag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3.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notesSlides/notesSlide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35.xml" ContentType="application/vnd.openxmlformats-officedocument.presentationml.tags+xml"/>
  <Override PartName="/ppt/tags/tag36.xml" ContentType="application/vnd.openxmlformats-officedocument.presentationml.tags+xml"/>
  <Override PartName="/ppt/notesSlides/notesSlide5.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5" r:id="rId4"/>
    <p:sldMasterId id="2147483722" r:id="rId5"/>
    <p:sldMasterId id="2147483738" r:id="rId6"/>
  </p:sldMasterIdLst>
  <p:notesMasterIdLst>
    <p:notesMasterId r:id="rId33"/>
  </p:notesMasterIdLst>
  <p:handoutMasterIdLst>
    <p:handoutMasterId r:id="rId34"/>
  </p:handoutMasterIdLst>
  <p:sldIdLst>
    <p:sldId id="265" r:id="rId7"/>
    <p:sldId id="270" r:id="rId8"/>
    <p:sldId id="271" r:id="rId9"/>
    <p:sldId id="352" r:id="rId10"/>
    <p:sldId id="428" r:id="rId11"/>
    <p:sldId id="429" r:id="rId12"/>
    <p:sldId id="430" r:id="rId13"/>
    <p:sldId id="457" r:id="rId14"/>
    <p:sldId id="442" r:id="rId15"/>
    <p:sldId id="460" r:id="rId16"/>
    <p:sldId id="458" r:id="rId17"/>
    <p:sldId id="443" r:id="rId18"/>
    <p:sldId id="445" r:id="rId19"/>
    <p:sldId id="446" r:id="rId20"/>
    <p:sldId id="447" r:id="rId21"/>
    <p:sldId id="448" r:id="rId22"/>
    <p:sldId id="455" r:id="rId23"/>
    <p:sldId id="450" r:id="rId24"/>
    <p:sldId id="431" r:id="rId25"/>
    <p:sldId id="451" r:id="rId26"/>
    <p:sldId id="452" r:id="rId27"/>
    <p:sldId id="454" r:id="rId28"/>
    <p:sldId id="419" r:id="rId29"/>
    <p:sldId id="420" r:id="rId30"/>
    <p:sldId id="264" r:id="rId31"/>
    <p:sldId id="456" r:id="rId32"/>
  </p:sldIdLst>
  <p:sldSz cx="9144000" cy="6858000" type="screen4x3"/>
  <p:notesSz cx="7010400" cy="9236075"/>
  <p:custDataLst>
    <p:tags r:id="rId3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09">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irk, Patrick" initials="PK" lastIdx="12" clrIdx="0"/>
  <p:cmAuthor id="1" name="David Thurow" initials="DT" lastIdx="1" clrIdx="1"/>
  <p:cmAuthor id="2" name="Erikka Gleckel" initials="EG" lastIdx="2" clrIdx="2"/>
  <p:cmAuthor id="3" name="Mani, Siddharth (IN - Kolkata)" initials="MS(-K" lastIdx="2" clrIdx="3">
    <p:extLst>
      <p:ext uri="{19B8F6BF-5375-455C-9EA6-DF929625EA0E}">
        <p15:presenceInfo xmlns:p15="http://schemas.microsoft.com/office/powerpoint/2012/main" userId="S-1-5-21-776561741-1482476501-682003330-60567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799"/>
    <a:srgbClr val="FF7C80"/>
    <a:srgbClr val="FFFFCC"/>
    <a:srgbClr val="FF99FF"/>
    <a:srgbClr val="FFCCFF"/>
    <a:srgbClr val="FFFF99"/>
    <a:srgbClr val="FF9999"/>
    <a:srgbClr val="FFCCCC"/>
    <a:srgbClr val="666666"/>
    <a:srgbClr val="97AE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132" autoAdjust="0"/>
    <p:restoredTop sz="92875" autoAdjust="0"/>
  </p:normalViewPr>
  <p:slideViewPr>
    <p:cSldViewPr>
      <p:cViewPr varScale="1">
        <p:scale>
          <a:sx n="75" d="100"/>
          <a:sy n="75" d="100"/>
        </p:scale>
        <p:origin x="1291" y="58"/>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70" d="100"/>
        <a:sy n="70" d="100"/>
      </p:scale>
      <p:origin x="0" y="0"/>
    </p:cViewPr>
  </p:sorterViewPr>
  <p:notesViewPr>
    <p:cSldViewPr>
      <p:cViewPr varScale="1">
        <p:scale>
          <a:sx n="56" d="100"/>
          <a:sy n="56" d="100"/>
        </p:scale>
        <p:origin x="-2454" y="-84"/>
      </p:cViewPr>
      <p:guideLst>
        <p:guide orient="horz" pos="2909"/>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heme" Target="theme/theme1.xml"/><Relationship Id="rId21" Type="http://schemas.openxmlformats.org/officeDocument/2006/relationships/slide" Target="slides/slide15.xml"/><Relationship Id="rId34" Type="http://schemas.openxmlformats.org/officeDocument/2006/relationships/handoutMaster" Target="handoutMasters/handout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notesMaster" Target="notesMasters/notesMaster1.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commentAuthors" Target="commentAuthor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tags" Target="tags/tag1.xml"/><Relationship Id="rId8" Type="http://schemas.openxmlformats.org/officeDocument/2006/relationships/slide" Target="slides/slide2.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9BA696-C5A3-4271-A0B6-F1624E0690E2}" type="doc">
      <dgm:prSet loTypeId="urn:microsoft.com/office/officeart/2005/8/layout/cycle6" loCatId="cycle" qsTypeId="urn:microsoft.com/office/officeart/2005/8/quickstyle/simple1" qsCatId="simple" csTypeId="urn:microsoft.com/office/officeart/2005/8/colors/accent1_2" csCatId="accent1" phldr="1"/>
      <dgm:spPr/>
      <dgm:t>
        <a:bodyPr/>
        <a:lstStyle/>
        <a:p>
          <a:endParaRPr lang="en-US"/>
        </a:p>
      </dgm:t>
    </dgm:pt>
    <dgm:pt modelId="{7DCC5563-F73C-4C7A-BEB7-F759B313192C}">
      <dgm:prSet phldrT="[Text]" custT="1"/>
      <dgm:spPr/>
      <dgm:t>
        <a:bodyPr/>
        <a:lstStyle/>
        <a:p>
          <a:r>
            <a:rPr lang="en-US" sz="1400" b="1" dirty="0"/>
            <a:t>Setting the Compliance Objectives</a:t>
          </a:r>
        </a:p>
      </dgm:t>
    </dgm:pt>
    <dgm:pt modelId="{1EEA9A64-1D83-4A47-A619-E0975C541DB9}" type="parTrans" cxnId="{601ED37F-FC27-4BB8-ACD6-9A599029965B}">
      <dgm:prSet/>
      <dgm:spPr/>
      <dgm:t>
        <a:bodyPr/>
        <a:lstStyle/>
        <a:p>
          <a:endParaRPr lang="en-US"/>
        </a:p>
      </dgm:t>
    </dgm:pt>
    <dgm:pt modelId="{5BD1906C-A016-4E16-8632-28C8816FE520}" type="sibTrans" cxnId="{601ED37F-FC27-4BB8-ACD6-9A599029965B}">
      <dgm:prSet/>
      <dgm:spPr/>
      <dgm:t>
        <a:bodyPr/>
        <a:lstStyle/>
        <a:p>
          <a:endParaRPr lang="en-US"/>
        </a:p>
      </dgm:t>
    </dgm:pt>
    <dgm:pt modelId="{880186B4-A48A-4EFB-8626-724C179CD3C1}">
      <dgm:prSet custT="1"/>
      <dgm:spPr/>
      <dgm:t>
        <a:bodyPr/>
        <a:lstStyle/>
        <a:p>
          <a:r>
            <a:rPr lang="en-US" sz="1400" b="1" dirty="0"/>
            <a:t>Identifying Compliance Obligations</a:t>
          </a:r>
        </a:p>
      </dgm:t>
    </dgm:pt>
    <dgm:pt modelId="{F5CDAF88-8B61-4907-AEDC-87168E03C886}" type="parTrans" cxnId="{BB8ACFA9-64ED-46A4-A826-038A7480C9F7}">
      <dgm:prSet/>
      <dgm:spPr/>
      <dgm:t>
        <a:bodyPr/>
        <a:lstStyle/>
        <a:p>
          <a:endParaRPr lang="en-US"/>
        </a:p>
      </dgm:t>
    </dgm:pt>
    <dgm:pt modelId="{DBFB9CD1-E6FF-48C3-94E5-6F223B127E57}" type="sibTrans" cxnId="{BB8ACFA9-64ED-46A4-A826-038A7480C9F7}">
      <dgm:prSet/>
      <dgm:spPr/>
      <dgm:t>
        <a:bodyPr/>
        <a:lstStyle/>
        <a:p>
          <a:endParaRPr lang="en-US"/>
        </a:p>
      </dgm:t>
    </dgm:pt>
    <dgm:pt modelId="{A9205697-ADD5-4988-A15C-D7A368A471F3}">
      <dgm:prSet custT="1"/>
      <dgm:spPr/>
      <dgm:t>
        <a:bodyPr/>
        <a:lstStyle/>
        <a:p>
          <a:r>
            <a:rPr lang="en-US" sz="1400" b="1" dirty="0"/>
            <a:t>Assessing Non-Compliance Risk</a:t>
          </a:r>
        </a:p>
      </dgm:t>
    </dgm:pt>
    <dgm:pt modelId="{F4782E3F-C38C-4564-B93A-F5F43186A26A}" type="parTrans" cxnId="{38DA0511-B5D9-4060-9616-7DE41B30E11D}">
      <dgm:prSet/>
      <dgm:spPr/>
      <dgm:t>
        <a:bodyPr/>
        <a:lstStyle/>
        <a:p>
          <a:endParaRPr lang="en-US"/>
        </a:p>
      </dgm:t>
    </dgm:pt>
    <dgm:pt modelId="{40306628-C23E-4E82-8798-FF918F43F7A8}" type="sibTrans" cxnId="{38DA0511-B5D9-4060-9616-7DE41B30E11D}">
      <dgm:prSet/>
      <dgm:spPr/>
      <dgm:t>
        <a:bodyPr/>
        <a:lstStyle/>
        <a:p>
          <a:endParaRPr lang="en-US"/>
        </a:p>
      </dgm:t>
    </dgm:pt>
    <dgm:pt modelId="{F8C10CC5-25EF-4968-A634-027D040AEFC6}">
      <dgm:prSet custT="1"/>
      <dgm:spPr/>
      <dgm:t>
        <a:bodyPr/>
        <a:lstStyle/>
        <a:p>
          <a:r>
            <a:rPr lang="en-US" sz="1400" b="1" dirty="0"/>
            <a:t>Performing Control Activities</a:t>
          </a:r>
        </a:p>
      </dgm:t>
    </dgm:pt>
    <dgm:pt modelId="{BE081F03-377F-45D7-ABD2-4B43B7FB11A9}" type="parTrans" cxnId="{74B7226D-6250-4714-B996-9F5E738203B5}">
      <dgm:prSet/>
      <dgm:spPr/>
      <dgm:t>
        <a:bodyPr/>
        <a:lstStyle/>
        <a:p>
          <a:endParaRPr lang="en-US"/>
        </a:p>
      </dgm:t>
    </dgm:pt>
    <dgm:pt modelId="{70C2AFDF-40A2-4DC6-B046-EC9D68A287D0}" type="sibTrans" cxnId="{74B7226D-6250-4714-B996-9F5E738203B5}">
      <dgm:prSet/>
      <dgm:spPr/>
      <dgm:t>
        <a:bodyPr/>
        <a:lstStyle/>
        <a:p>
          <a:endParaRPr lang="en-US"/>
        </a:p>
      </dgm:t>
    </dgm:pt>
    <dgm:pt modelId="{5561BA36-FB21-408B-B946-0A89CFF6F4E5}">
      <dgm:prSet custT="1"/>
      <dgm:spPr/>
      <dgm:t>
        <a:bodyPr/>
        <a:lstStyle/>
        <a:p>
          <a:r>
            <a:rPr lang="en-US" sz="1400" b="1" dirty="0"/>
            <a:t>Monitoring &amp; Improvement</a:t>
          </a:r>
        </a:p>
      </dgm:t>
    </dgm:pt>
    <dgm:pt modelId="{F1F0ADFC-19FF-434C-98A8-FF4E77E5908E}" type="parTrans" cxnId="{74302125-559E-4985-B946-03B49F51CBD8}">
      <dgm:prSet/>
      <dgm:spPr/>
      <dgm:t>
        <a:bodyPr/>
        <a:lstStyle/>
        <a:p>
          <a:endParaRPr lang="en-US"/>
        </a:p>
      </dgm:t>
    </dgm:pt>
    <dgm:pt modelId="{9ECBBD02-92E2-4766-87FC-F23F35BB2023}" type="sibTrans" cxnId="{74302125-559E-4985-B946-03B49F51CBD8}">
      <dgm:prSet/>
      <dgm:spPr/>
      <dgm:t>
        <a:bodyPr/>
        <a:lstStyle/>
        <a:p>
          <a:endParaRPr lang="en-US"/>
        </a:p>
      </dgm:t>
    </dgm:pt>
    <dgm:pt modelId="{759754B1-5F28-4BDA-8230-CC77FD41DC45}" type="pres">
      <dgm:prSet presAssocID="{979BA696-C5A3-4271-A0B6-F1624E0690E2}" presName="cycle" presStyleCnt="0">
        <dgm:presLayoutVars>
          <dgm:dir/>
          <dgm:resizeHandles val="exact"/>
        </dgm:presLayoutVars>
      </dgm:prSet>
      <dgm:spPr/>
    </dgm:pt>
    <dgm:pt modelId="{E13EA288-D10B-4B37-BFBE-04E2B48976BA}" type="pres">
      <dgm:prSet presAssocID="{7DCC5563-F73C-4C7A-BEB7-F759B313192C}" presName="node" presStyleLbl="node1" presStyleIdx="0" presStyleCnt="5">
        <dgm:presLayoutVars>
          <dgm:bulletEnabled val="1"/>
        </dgm:presLayoutVars>
      </dgm:prSet>
      <dgm:spPr/>
    </dgm:pt>
    <dgm:pt modelId="{2C745B75-82B1-4A9A-BB01-1BE3F01B002A}" type="pres">
      <dgm:prSet presAssocID="{7DCC5563-F73C-4C7A-BEB7-F759B313192C}" presName="spNode" presStyleCnt="0"/>
      <dgm:spPr/>
    </dgm:pt>
    <dgm:pt modelId="{7C966229-0813-4541-9798-8DAFD2A65855}" type="pres">
      <dgm:prSet presAssocID="{5BD1906C-A016-4E16-8632-28C8816FE520}" presName="sibTrans" presStyleLbl="sibTrans1D1" presStyleIdx="0" presStyleCnt="5"/>
      <dgm:spPr/>
    </dgm:pt>
    <dgm:pt modelId="{9856BF49-F111-4C3C-9DD7-7745E6E7B01D}" type="pres">
      <dgm:prSet presAssocID="{880186B4-A48A-4EFB-8626-724C179CD3C1}" presName="node" presStyleLbl="node1" presStyleIdx="1" presStyleCnt="5">
        <dgm:presLayoutVars>
          <dgm:bulletEnabled val="1"/>
        </dgm:presLayoutVars>
      </dgm:prSet>
      <dgm:spPr/>
    </dgm:pt>
    <dgm:pt modelId="{63343F9F-B0A0-4A82-BCFB-7ACB255D013E}" type="pres">
      <dgm:prSet presAssocID="{880186B4-A48A-4EFB-8626-724C179CD3C1}" presName="spNode" presStyleCnt="0"/>
      <dgm:spPr/>
    </dgm:pt>
    <dgm:pt modelId="{0F3B37F9-F2CE-4B4F-A16C-E8296626DC80}" type="pres">
      <dgm:prSet presAssocID="{DBFB9CD1-E6FF-48C3-94E5-6F223B127E57}" presName="sibTrans" presStyleLbl="sibTrans1D1" presStyleIdx="1" presStyleCnt="5"/>
      <dgm:spPr/>
    </dgm:pt>
    <dgm:pt modelId="{084B998B-E688-4536-A2A5-A34CF36E6592}" type="pres">
      <dgm:prSet presAssocID="{A9205697-ADD5-4988-A15C-D7A368A471F3}" presName="node" presStyleLbl="node1" presStyleIdx="2" presStyleCnt="5">
        <dgm:presLayoutVars>
          <dgm:bulletEnabled val="1"/>
        </dgm:presLayoutVars>
      </dgm:prSet>
      <dgm:spPr/>
    </dgm:pt>
    <dgm:pt modelId="{3380BEB7-A5BB-478D-9F5D-903E8A3FF8A0}" type="pres">
      <dgm:prSet presAssocID="{A9205697-ADD5-4988-A15C-D7A368A471F3}" presName="spNode" presStyleCnt="0"/>
      <dgm:spPr/>
    </dgm:pt>
    <dgm:pt modelId="{439B2930-8F37-40AD-9BF0-40BD9FAD10FB}" type="pres">
      <dgm:prSet presAssocID="{40306628-C23E-4E82-8798-FF918F43F7A8}" presName="sibTrans" presStyleLbl="sibTrans1D1" presStyleIdx="2" presStyleCnt="5"/>
      <dgm:spPr/>
    </dgm:pt>
    <dgm:pt modelId="{81334DD8-4A47-4D80-A3C1-A8C7653C3BCE}" type="pres">
      <dgm:prSet presAssocID="{F8C10CC5-25EF-4968-A634-027D040AEFC6}" presName="node" presStyleLbl="node1" presStyleIdx="3" presStyleCnt="5">
        <dgm:presLayoutVars>
          <dgm:bulletEnabled val="1"/>
        </dgm:presLayoutVars>
      </dgm:prSet>
      <dgm:spPr/>
    </dgm:pt>
    <dgm:pt modelId="{C8462E38-860B-40F1-8A1D-FD11047BF3C1}" type="pres">
      <dgm:prSet presAssocID="{F8C10CC5-25EF-4968-A634-027D040AEFC6}" presName="spNode" presStyleCnt="0"/>
      <dgm:spPr/>
    </dgm:pt>
    <dgm:pt modelId="{72446E4C-77E2-4A02-9424-384D9D0968D2}" type="pres">
      <dgm:prSet presAssocID="{70C2AFDF-40A2-4DC6-B046-EC9D68A287D0}" presName="sibTrans" presStyleLbl="sibTrans1D1" presStyleIdx="3" presStyleCnt="5"/>
      <dgm:spPr/>
    </dgm:pt>
    <dgm:pt modelId="{E5C6B6EC-BBAD-48EF-8018-B35CFDC5CF77}" type="pres">
      <dgm:prSet presAssocID="{5561BA36-FB21-408B-B946-0A89CFF6F4E5}" presName="node" presStyleLbl="node1" presStyleIdx="4" presStyleCnt="5">
        <dgm:presLayoutVars>
          <dgm:bulletEnabled val="1"/>
        </dgm:presLayoutVars>
      </dgm:prSet>
      <dgm:spPr/>
    </dgm:pt>
    <dgm:pt modelId="{12A86612-7267-4E17-8CC9-0D73230A9DF4}" type="pres">
      <dgm:prSet presAssocID="{5561BA36-FB21-408B-B946-0A89CFF6F4E5}" presName="spNode" presStyleCnt="0"/>
      <dgm:spPr/>
    </dgm:pt>
    <dgm:pt modelId="{C646DC14-B41E-42F7-A70D-07EEC88ACDC1}" type="pres">
      <dgm:prSet presAssocID="{9ECBBD02-92E2-4766-87FC-F23F35BB2023}" presName="sibTrans" presStyleLbl="sibTrans1D1" presStyleIdx="4" presStyleCnt="5"/>
      <dgm:spPr/>
    </dgm:pt>
  </dgm:ptLst>
  <dgm:cxnLst>
    <dgm:cxn modelId="{9F099A02-DC3C-485A-A4FC-99F86A5E54D0}" type="presOf" srcId="{DBFB9CD1-E6FF-48C3-94E5-6F223B127E57}" destId="{0F3B37F9-F2CE-4B4F-A16C-E8296626DC80}" srcOrd="0" destOrd="0" presId="urn:microsoft.com/office/officeart/2005/8/layout/cycle6"/>
    <dgm:cxn modelId="{38DA0511-B5D9-4060-9616-7DE41B30E11D}" srcId="{979BA696-C5A3-4271-A0B6-F1624E0690E2}" destId="{A9205697-ADD5-4988-A15C-D7A368A471F3}" srcOrd="2" destOrd="0" parTransId="{F4782E3F-C38C-4564-B93A-F5F43186A26A}" sibTransId="{40306628-C23E-4E82-8798-FF918F43F7A8}"/>
    <dgm:cxn modelId="{C430DF12-4AA8-413F-BF44-955B268DAF26}" type="presOf" srcId="{979BA696-C5A3-4271-A0B6-F1624E0690E2}" destId="{759754B1-5F28-4BDA-8230-CC77FD41DC45}" srcOrd="0" destOrd="0" presId="urn:microsoft.com/office/officeart/2005/8/layout/cycle6"/>
    <dgm:cxn modelId="{B4E70019-121C-486F-935A-E3013C501ED5}" type="presOf" srcId="{880186B4-A48A-4EFB-8626-724C179CD3C1}" destId="{9856BF49-F111-4C3C-9DD7-7745E6E7B01D}" srcOrd="0" destOrd="0" presId="urn:microsoft.com/office/officeart/2005/8/layout/cycle6"/>
    <dgm:cxn modelId="{74302125-559E-4985-B946-03B49F51CBD8}" srcId="{979BA696-C5A3-4271-A0B6-F1624E0690E2}" destId="{5561BA36-FB21-408B-B946-0A89CFF6F4E5}" srcOrd="4" destOrd="0" parTransId="{F1F0ADFC-19FF-434C-98A8-FF4E77E5908E}" sibTransId="{9ECBBD02-92E2-4766-87FC-F23F35BB2023}"/>
    <dgm:cxn modelId="{679F7A2C-1F1A-45E1-94C9-92FF8D4CFC09}" type="presOf" srcId="{A9205697-ADD5-4988-A15C-D7A368A471F3}" destId="{084B998B-E688-4536-A2A5-A34CF36E6592}" srcOrd="0" destOrd="0" presId="urn:microsoft.com/office/officeart/2005/8/layout/cycle6"/>
    <dgm:cxn modelId="{C1B8C44C-4BE4-426B-A1CF-D17ED9A56BFE}" type="presOf" srcId="{5561BA36-FB21-408B-B946-0A89CFF6F4E5}" destId="{E5C6B6EC-BBAD-48EF-8018-B35CFDC5CF77}" srcOrd="0" destOrd="0" presId="urn:microsoft.com/office/officeart/2005/8/layout/cycle6"/>
    <dgm:cxn modelId="{74B7226D-6250-4714-B996-9F5E738203B5}" srcId="{979BA696-C5A3-4271-A0B6-F1624E0690E2}" destId="{F8C10CC5-25EF-4968-A634-027D040AEFC6}" srcOrd="3" destOrd="0" parTransId="{BE081F03-377F-45D7-ABD2-4B43B7FB11A9}" sibTransId="{70C2AFDF-40A2-4DC6-B046-EC9D68A287D0}"/>
    <dgm:cxn modelId="{C43C4E7E-EC62-443F-A58F-E1F30CEB39B1}" type="presOf" srcId="{9ECBBD02-92E2-4766-87FC-F23F35BB2023}" destId="{C646DC14-B41E-42F7-A70D-07EEC88ACDC1}" srcOrd="0" destOrd="0" presId="urn:microsoft.com/office/officeart/2005/8/layout/cycle6"/>
    <dgm:cxn modelId="{601ED37F-FC27-4BB8-ACD6-9A599029965B}" srcId="{979BA696-C5A3-4271-A0B6-F1624E0690E2}" destId="{7DCC5563-F73C-4C7A-BEB7-F759B313192C}" srcOrd="0" destOrd="0" parTransId="{1EEA9A64-1D83-4A47-A619-E0975C541DB9}" sibTransId="{5BD1906C-A016-4E16-8632-28C8816FE520}"/>
    <dgm:cxn modelId="{4E6EF68C-DDC4-4596-A406-3DC2859BB073}" type="presOf" srcId="{5BD1906C-A016-4E16-8632-28C8816FE520}" destId="{7C966229-0813-4541-9798-8DAFD2A65855}" srcOrd="0" destOrd="0" presId="urn:microsoft.com/office/officeart/2005/8/layout/cycle6"/>
    <dgm:cxn modelId="{BB8ACFA9-64ED-46A4-A826-038A7480C9F7}" srcId="{979BA696-C5A3-4271-A0B6-F1624E0690E2}" destId="{880186B4-A48A-4EFB-8626-724C179CD3C1}" srcOrd="1" destOrd="0" parTransId="{F5CDAF88-8B61-4907-AEDC-87168E03C886}" sibTransId="{DBFB9CD1-E6FF-48C3-94E5-6F223B127E57}"/>
    <dgm:cxn modelId="{D9482CCD-19D4-4D21-8D49-BCE2924677EC}" type="presOf" srcId="{F8C10CC5-25EF-4968-A634-027D040AEFC6}" destId="{81334DD8-4A47-4D80-A3C1-A8C7653C3BCE}" srcOrd="0" destOrd="0" presId="urn:microsoft.com/office/officeart/2005/8/layout/cycle6"/>
    <dgm:cxn modelId="{A77299D7-0DEC-499B-A9ED-B7477EA4C79E}" type="presOf" srcId="{70C2AFDF-40A2-4DC6-B046-EC9D68A287D0}" destId="{72446E4C-77E2-4A02-9424-384D9D0968D2}" srcOrd="0" destOrd="0" presId="urn:microsoft.com/office/officeart/2005/8/layout/cycle6"/>
    <dgm:cxn modelId="{737BF6E6-7CEC-4215-834D-2D107FD6D1C8}" type="presOf" srcId="{7DCC5563-F73C-4C7A-BEB7-F759B313192C}" destId="{E13EA288-D10B-4B37-BFBE-04E2B48976BA}" srcOrd="0" destOrd="0" presId="urn:microsoft.com/office/officeart/2005/8/layout/cycle6"/>
    <dgm:cxn modelId="{4425A8EC-56BB-4CA3-A773-21084FFF600F}" type="presOf" srcId="{40306628-C23E-4E82-8798-FF918F43F7A8}" destId="{439B2930-8F37-40AD-9BF0-40BD9FAD10FB}" srcOrd="0" destOrd="0" presId="urn:microsoft.com/office/officeart/2005/8/layout/cycle6"/>
    <dgm:cxn modelId="{D29C02E2-9026-433A-8A52-658DB6E12DEE}" type="presParOf" srcId="{759754B1-5F28-4BDA-8230-CC77FD41DC45}" destId="{E13EA288-D10B-4B37-BFBE-04E2B48976BA}" srcOrd="0" destOrd="0" presId="urn:microsoft.com/office/officeart/2005/8/layout/cycle6"/>
    <dgm:cxn modelId="{078C2AB5-BFA9-44A0-A396-8C7C588DBD33}" type="presParOf" srcId="{759754B1-5F28-4BDA-8230-CC77FD41DC45}" destId="{2C745B75-82B1-4A9A-BB01-1BE3F01B002A}" srcOrd="1" destOrd="0" presId="urn:microsoft.com/office/officeart/2005/8/layout/cycle6"/>
    <dgm:cxn modelId="{56E166E5-73BF-44B6-9159-D2CF8D463A99}" type="presParOf" srcId="{759754B1-5F28-4BDA-8230-CC77FD41DC45}" destId="{7C966229-0813-4541-9798-8DAFD2A65855}" srcOrd="2" destOrd="0" presId="urn:microsoft.com/office/officeart/2005/8/layout/cycle6"/>
    <dgm:cxn modelId="{61A1A134-792B-44B4-8FB4-BDE1CA2C4DA9}" type="presParOf" srcId="{759754B1-5F28-4BDA-8230-CC77FD41DC45}" destId="{9856BF49-F111-4C3C-9DD7-7745E6E7B01D}" srcOrd="3" destOrd="0" presId="urn:microsoft.com/office/officeart/2005/8/layout/cycle6"/>
    <dgm:cxn modelId="{EE4B00FA-52F7-4292-99CA-2F96808B6ED3}" type="presParOf" srcId="{759754B1-5F28-4BDA-8230-CC77FD41DC45}" destId="{63343F9F-B0A0-4A82-BCFB-7ACB255D013E}" srcOrd="4" destOrd="0" presId="urn:microsoft.com/office/officeart/2005/8/layout/cycle6"/>
    <dgm:cxn modelId="{BA410F28-5E5A-4065-AD68-8EA4FA47AD27}" type="presParOf" srcId="{759754B1-5F28-4BDA-8230-CC77FD41DC45}" destId="{0F3B37F9-F2CE-4B4F-A16C-E8296626DC80}" srcOrd="5" destOrd="0" presId="urn:microsoft.com/office/officeart/2005/8/layout/cycle6"/>
    <dgm:cxn modelId="{A9F9E503-C283-4D9C-9E28-89457EEF17AF}" type="presParOf" srcId="{759754B1-5F28-4BDA-8230-CC77FD41DC45}" destId="{084B998B-E688-4536-A2A5-A34CF36E6592}" srcOrd="6" destOrd="0" presId="urn:microsoft.com/office/officeart/2005/8/layout/cycle6"/>
    <dgm:cxn modelId="{DA704AB5-E42C-483B-A730-FBD8EB259472}" type="presParOf" srcId="{759754B1-5F28-4BDA-8230-CC77FD41DC45}" destId="{3380BEB7-A5BB-478D-9F5D-903E8A3FF8A0}" srcOrd="7" destOrd="0" presId="urn:microsoft.com/office/officeart/2005/8/layout/cycle6"/>
    <dgm:cxn modelId="{9390B0A0-98B9-45DE-A827-22C445DECC88}" type="presParOf" srcId="{759754B1-5F28-4BDA-8230-CC77FD41DC45}" destId="{439B2930-8F37-40AD-9BF0-40BD9FAD10FB}" srcOrd="8" destOrd="0" presId="urn:microsoft.com/office/officeart/2005/8/layout/cycle6"/>
    <dgm:cxn modelId="{4EB1C571-C598-435B-882E-50D8887C7C06}" type="presParOf" srcId="{759754B1-5F28-4BDA-8230-CC77FD41DC45}" destId="{81334DD8-4A47-4D80-A3C1-A8C7653C3BCE}" srcOrd="9" destOrd="0" presId="urn:microsoft.com/office/officeart/2005/8/layout/cycle6"/>
    <dgm:cxn modelId="{B04B7BF9-74F6-43DF-A5D5-F22FF976C6FE}" type="presParOf" srcId="{759754B1-5F28-4BDA-8230-CC77FD41DC45}" destId="{C8462E38-860B-40F1-8A1D-FD11047BF3C1}" srcOrd="10" destOrd="0" presId="urn:microsoft.com/office/officeart/2005/8/layout/cycle6"/>
    <dgm:cxn modelId="{0203AE4F-CCC9-4294-A859-F94B12EDC460}" type="presParOf" srcId="{759754B1-5F28-4BDA-8230-CC77FD41DC45}" destId="{72446E4C-77E2-4A02-9424-384D9D0968D2}" srcOrd="11" destOrd="0" presId="urn:microsoft.com/office/officeart/2005/8/layout/cycle6"/>
    <dgm:cxn modelId="{57AA6CE8-BF2E-41D1-BCB8-84C882EB48D6}" type="presParOf" srcId="{759754B1-5F28-4BDA-8230-CC77FD41DC45}" destId="{E5C6B6EC-BBAD-48EF-8018-B35CFDC5CF77}" srcOrd="12" destOrd="0" presId="urn:microsoft.com/office/officeart/2005/8/layout/cycle6"/>
    <dgm:cxn modelId="{BF89682C-63C7-4CF2-A3DB-A322C4DF71B7}" type="presParOf" srcId="{759754B1-5F28-4BDA-8230-CC77FD41DC45}" destId="{12A86612-7267-4E17-8CC9-0D73230A9DF4}" srcOrd="13" destOrd="0" presId="urn:microsoft.com/office/officeart/2005/8/layout/cycle6"/>
    <dgm:cxn modelId="{F76E6E54-5078-4817-933E-C99B961BCF04}" type="presParOf" srcId="{759754B1-5F28-4BDA-8230-CC77FD41DC45}" destId="{C646DC14-B41E-42F7-A70D-07EEC88ACDC1}" srcOrd="14" destOrd="0" presId="urn:microsoft.com/office/officeart/2005/8/layout/cycle6"/>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79BA696-C5A3-4271-A0B6-F1624E0690E2}" type="doc">
      <dgm:prSet loTypeId="urn:microsoft.com/office/officeart/2005/8/layout/cycle6" loCatId="cycle" qsTypeId="urn:microsoft.com/office/officeart/2005/8/quickstyle/simple1" qsCatId="simple" csTypeId="urn:microsoft.com/office/officeart/2005/8/colors/accent1_2" csCatId="accent1" phldr="1"/>
      <dgm:spPr/>
      <dgm:t>
        <a:bodyPr/>
        <a:lstStyle/>
        <a:p>
          <a:endParaRPr lang="en-US"/>
        </a:p>
      </dgm:t>
    </dgm:pt>
    <dgm:pt modelId="{7DCC5563-F73C-4C7A-BEB7-F759B313192C}">
      <dgm:prSet phldrT="[Text]" custT="1"/>
      <dgm:spPr/>
      <dgm:t>
        <a:bodyPr/>
        <a:lstStyle/>
        <a:p>
          <a:r>
            <a:rPr lang="en-US" sz="1400" b="1" dirty="0"/>
            <a:t>Setting the Compliance Objectives</a:t>
          </a:r>
        </a:p>
      </dgm:t>
    </dgm:pt>
    <dgm:pt modelId="{1EEA9A64-1D83-4A47-A619-E0975C541DB9}" type="parTrans" cxnId="{601ED37F-FC27-4BB8-ACD6-9A599029965B}">
      <dgm:prSet/>
      <dgm:spPr/>
      <dgm:t>
        <a:bodyPr/>
        <a:lstStyle/>
        <a:p>
          <a:endParaRPr lang="en-US"/>
        </a:p>
      </dgm:t>
    </dgm:pt>
    <dgm:pt modelId="{5BD1906C-A016-4E16-8632-28C8816FE520}" type="sibTrans" cxnId="{601ED37F-FC27-4BB8-ACD6-9A599029965B}">
      <dgm:prSet/>
      <dgm:spPr/>
      <dgm:t>
        <a:bodyPr/>
        <a:lstStyle/>
        <a:p>
          <a:endParaRPr lang="en-US"/>
        </a:p>
      </dgm:t>
    </dgm:pt>
    <dgm:pt modelId="{880186B4-A48A-4EFB-8626-724C179CD3C1}">
      <dgm:prSet custT="1"/>
      <dgm:spPr/>
      <dgm:t>
        <a:bodyPr/>
        <a:lstStyle/>
        <a:p>
          <a:r>
            <a:rPr lang="en-US" sz="1400" b="1" dirty="0"/>
            <a:t>Identifying Compliance Obligations</a:t>
          </a:r>
        </a:p>
      </dgm:t>
    </dgm:pt>
    <dgm:pt modelId="{F5CDAF88-8B61-4907-AEDC-87168E03C886}" type="parTrans" cxnId="{BB8ACFA9-64ED-46A4-A826-038A7480C9F7}">
      <dgm:prSet/>
      <dgm:spPr/>
      <dgm:t>
        <a:bodyPr/>
        <a:lstStyle/>
        <a:p>
          <a:endParaRPr lang="en-US"/>
        </a:p>
      </dgm:t>
    </dgm:pt>
    <dgm:pt modelId="{DBFB9CD1-E6FF-48C3-94E5-6F223B127E57}" type="sibTrans" cxnId="{BB8ACFA9-64ED-46A4-A826-038A7480C9F7}">
      <dgm:prSet/>
      <dgm:spPr/>
      <dgm:t>
        <a:bodyPr/>
        <a:lstStyle/>
        <a:p>
          <a:endParaRPr lang="en-US"/>
        </a:p>
      </dgm:t>
    </dgm:pt>
    <dgm:pt modelId="{A9205697-ADD5-4988-A15C-D7A368A471F3}">
      <dgm:prSet custT="1"/>
      <dgm:spPr/>
      <dgm:t>
        <a:bodyPr/>
        <a:lstStyle/>
        <a:p>
          <a:r>
            <a:rPr lang="en-US" sz="1400" b="1" dirty="0"/>
            <a:t>Assessing Non-Compliance Risk</a:t>
          </a:r>
        </a:p>
      </dgm:t>
    </dgm:pt>
    <dgm:pt modelId="{F4782E3F-C38C-4564-B93A-F5F43186A26A}" type="parTrans" cxnId="{38DA0511-B5D9-4060-9616-7DE41B30E11D}">
      <dgm:prSet/>
      <dgm:spPr/>
      <dgm:t>
        <a:bodyPr/>
        <a:lstStyle/>
        <a:p>
          <a:endParaRPr lang="en-US"/>
        </a:p>
      </dgm:t>
    </dgm:pt>
    <dgm:pt modelId="{40306628-C23E-4E82-8798-FF918F43F7A8}" type="sibTrans" cxnId="{38DA0511-B5D9-4060-9616-7DE41B30E11D}">
      <dgm:prSet/>
      <dgm:spPr/>
      <dgm:t>
        <a:bodyPr/>
        <a:lstStyle/>
        <a:p>
          <a:endParaRPr lang="en-US"/>
        </a:p>
      </dgm:t>
    </dgm:pt>
    <dgm:pt modelId="{F8C10CC5-25EF-4968-A634-027D040AEFC6}">
      <dgm:prSet/>
      <dgm:spPr/>
      <dgm:t>
        <a:bodyPr/>
        <a:lstStyle/>
        <a:p>
          <a:r>
            <a:rPr lang="en-US" b="1" dirty="0"/>
            <a:t>Performing Control Activities</a:t>
          </a:r>
        </a:p>
      </dgm:t>
    </dgm:pt>
    <dgm:pt modelId="{BE081F03-377F-45D7-ABD2-4B43B7FB11A9}" type="parTrans" cxnId="{74B7226D-6250-4714-B996-9F5E738203B5}">
      <dgm:prSet/>
      <dgm:spPr/>
      <dgm:t>
        <a:bodyPr/>
        <a:lstStyle/>
        <a:p>
          <a:endParaRPr lang="en-US"/>
        </a:p>
      </dgm:t>
    </dgm:pt>
    <dgm:pt modelId="{70C2AFDF-40A2-4DC6-B046-EC9D68A287D0}" type="sibTrans" cxnId="{74B7226D-6250-4714-B996-9F5E738203B5}">
      <dgm:prSet/>
      <dgm:spPr/>
      <dgm:t>
        <a:bodyPr/>
        <a:lstStyle/>
        <a:p>
          <a:endParaRPr lang="en-US"/>
        </a:p>
      </dgm:t>
    </dgm:pt>
    <dgm:pt modelId="{5561BA36-FB21-408B-B946-0A89CFF6F4E5}">
      <dgm:prSet custT="1"/>
      <dgm:spPr/>
      <dgm:t>
        <a:bodyPr/>
        <a:lstStyle/>
        <a:p>
          <a:r>
            <a:rPr lang="en-US" sz="1400" b="1" dirty="0"/>
            <a:t>Monitoring &amp; Improvement</a:t>
          </a:r>
        </a:p>
      </dgm:t>
    </dgm:pt>
    <dgm:pt modelId="{F1F0ADFC-19FF-434C-98A8-FF4E77E5908E}" type="parTrans" cxnId="{74302125-559E-4985-B946-03B49F51CBD8}">
      <dgm:prSet/>
      <dgm:spPr/>
      <dgm:t>
        <a:bodyPr/>
        <a:lstStyle/>
        <a:p>
          <a:endParaRPr lang="en-US"/>
        </a:p>
      </dgm:t>
    </dgm:pt>
    <dgm:pt modelId="{9ECBBD02-92E2-4766-87FC-F23F35BB2023}" type="sibTrans" cxnId="{74302125-559E-4985-B946-03B49F51CBD8}">
      <dgm:prSet/>
      <dgm:spPr/>
      <dgm:t>
        <a:bodyPr/>
        <a:lstStyle/>
        <a:p>
          <a:endParaRPr lang="en-US"/>
        </a:p>
      </dgm:t>
    </dgm:pt>
    <dgm:pt modelId="{759754B1-5F28-4BDA-8230-CC77FD41DC45}" type="pres">
      <dgm:prSet presAssocID="{979BA696-C5A3-4271-A0B6-F1624E0690E2}" presName="cycle" presStyleCnt="0">
        <dgm:presLayoutVars>
          <dgm:dir/>
          <dgm:resizeHandles val="exact"/>
        </dgm:presLayoutVars>
      </dgm:prSet>
      <dgm:spPr/>
    </dgm:pt>
    <dgm:pt modelId="{E13EA288-D10B-4B37-BFBE-04E2B48976BA}" type="pres">
      <dgm:prSet presAssocID="{7DCC5563-F73C-4C7A-BEB7-F759B313192C}" presName="node" presStyleLbl="node1" presStyleIdx="0" presStyleCnt="5">
        <dgm:presLayoutVars>
          <dgm:bulletEnabled val="1"/>
        </dgm:presLayoutVars>
      </dgm:prSet>
      <dgm:spPr/>
    </dgm:pt>
    <dgm:pt modelId="{2C745B75-82B1-4A9A-BB01-1BE3F01B002A}" type="pres">
      <dgm:prSet presAssocID="{7DCC5563-F73C-4C7A-BEB7-F759B313192C}" presName="spNode" presStyleCnt="0"/>
      <dgm:spPr/>
    </dgm:pt>
    <dgm:pt modelId="{7C966229-0813-4541-9798-8DAFD2A65855}" type="pres">
      <dgm:prSet presAssocID="{5BD1906C-A016-4E16-8632-28C8816FE520}" presName="sibTrans" presStyleLbl="sibTrans1D1" presStyleIdx="0" presStyleCnt="5"/>
      <dgm:spPr/>
    </dgm:pt>
    <dgm:pt modelId="{9856BF49-F111-4C3C-9DD7-7745E6E7B01D}" type="pres">
      <dgm:prSet presAssocID="{880186B4-A48A-4EFB-8626-724C179CD3C1}" presName="node" presStyleLbl="node1" presStyleIdx="1" presStyleCnt="5">
        <dgm:presLayoutVars>
          <dgm:bulletEnabled val="1"/>
        </dgm:presLayoutVars>
      </dgm:prSet>
      <dgm:spPr/>
    </dgm:pt>
    <dgm:pt modelId="{63343F9F-B0A0-4A82-BCFB-7ACB255D013E}" type="pres">
      <dgm:prSet presAssocID="{880186B4-A48A-4EFB-8626-724C179CD3C1}" presName="spNode" presStyleCnt="0"/>
      <dgm:spPr/>
    </dgm:pt>
    <dgm:pt modelId="{0F3B37F9-F2CE-4B4F-A16C-E8296626DC80}" type="pres">
      <dgm:prSet presAssocID="{DBFB9CD1-E6FF-48C3-94E5-6F223B127E57}" presName="sibTrans" presStyleLbl="sibTrans1D1" presStyleIdx="1" presStyleCnt="5"/>
      <dgm:spPr/>
    </dgm:pt>
    <dgm:pt modelId="{084B998B-E688-4536-A2A5-A34CF36E6592}" type="pres">
      <dgm:prSet presAssocID="{A9205697-ADD5-4988-A15C-D7A368A471F3}" presName="node" presStyleLbl="node1" presStyleIdx="2" presStyleCnt="5">
        <dgm:presLayoutVars>
          <dgm:bulletEnabled val="1"/>
        </dgm:presLayoutVars>
      </dgm:prSet>
      <dgm:spPr/>
    </dgm:pt>
    <dgm:pt modelId="{3380BEB7-A5BB-478D-9F5D-903E8A3FF8A0}" type="pres">
      <dgm:prSet presAssocID="{A9205697-ADD5-4988-A15C-D7A368A471F3}" presName="spNode" presStyleCnt="0"/>
      <dgm:spPr/>
    </dgm:pt>
    <dgm:pt modelId="{439B2930-8F37-40AD-9BF0-40BD9FAD10FB}" type="pres">
      <dgm:prSet presAssocID="{40306628-C23E-4E82-8798-FF918F43F7A8}" presName="sibTrans" presStyleLbl="sibTrans1D1" presStyleIdx="2" presStyleCnt="5"/>
      <dgm:spPr/>
    </dgm:pt>
    <dgm:pt modelId="{81334DD8-4A47-4D80-A3C1-A8C7653C3BCE}" type="pres">
      <dgm:prSet presAssocID="{F8C10CC5-25EF-4968-A634-027D040AEFC6}" presName="node" presStyleLbl="node1" presStyleIdx="3" presStyleCnt="5">
        <dgm:presLayoutVars>
          <dgm:bulletEnabled val="1"/>
        </dgm:presLayoutVars>
      </dgm:prSet>
      <dgm:spPr/>
    </dgm:pt>
    <dgm:pt modelId="{C8462E38-860B-40F1-8A1D-FD11047BF3C1}" type="pres">
      <dgm:prSet presAssocID="{F8C10CC5-25EF-4968-A634-027D040AEFC6}" presName="spNode" presStyleCnt="0"/>
      <dgm:spPr/>
    </dgm:pt>
    <dgm:pt modelId="{72446E4C-77E2-4A02-9424-384D9D0968D2}" type="pres">
      <dgm:prSet presAssocID="{70C2AFDF-40A2-4DC6-B046-EC9D68A287D0}" presName="sibTrans" presStyleLbl="sibTrans1D1" presStyleIdx="3" presStyleCnt="5"/>
      <dgm:spPr/>
    </dgm:pt>
    <dgm:pt modelId="{E5C6B6EC-BBAD-48EF-8018-B35CFDC5CF77}" type="pres">
      <dgm:prSet presAssocID="{5561BA36-FB21-408B-B946-0A89CFF6F4E5}" presName="node" presStyleLbl="node1" presStyleIdx="4" presStyleCnt="5">
        <dgm:presLayoutVars>
          <dgm:bulletEnabled val="1"/>
        </dgm:presLayoutVars>
      </dgm:prSet>
      <dgm:spPr/>
    </dgm:pt>
    <dgm:pt modelId="{12A86612-7267-4E17-8CC9-0D73230A9DF4}" type="pres">
      <dgm:prSet presAssocID="{5561BA36-FB21-408B-B946-0A89CFF6F4E5}" presName="spNode" presStyleCnt="0"/>
      <dgm:spPr/>
    </dgm:pt>
    <dgm:pt modelId="{C646DC14-B41E-42F7-A70D-07EEC88ACDC1}" type="pres">
      <dgm:prSet presAssocID="{9ECBBD02-92E2-4766-87FC-F23F35BB2023}" presName="sibTrans" presStyleLbl="sibTrans1D1" presStyleIdx="4" presStyleCnt="5"/>
      <dgm:spPr/>
    </dgm:pt>
  </dgm:ptLst>
  <dgm:cxnLst>
    <dgm:cxn modelId="{9F099A02-DC3C-485A-A4FC-99F86A5E54D0}" type="presOf" srcId="{DBFB9CD1-E6FF-48C3-94E5-6F223B127E57}" destId="{0F3B37F9-F2CE-4B4F-A16C-E8296626DC80}" srcOrd="0" destOrd="0" presId="urn:microsoft.com/office/officeart/2005/8/layout/cycle6"/>
    <dgm:cxn modelId="{38DA0511-B5D9-4060-9616-7DE41B30E11D}" srcId="{979BA696-C5A3-4271-A0B6-F1624E0690E2}" destId="{A9205697-ADD5-4988-A15C-D7A368A471F3}" srcOrd="2" destOrd="0" parTransId="{F4782E3F-C38C-4564-B93A-F5F43186A26A}" sibTransId="{40306628-C23E-4E82-8798-FF918F43F7A8}"/>
    <dgm:cxn modelId="{C430DF12-4AA8-413F-BF44-955B268DAF26}" type="presOf" srcId="{979BA696-C5A3-4271-A0B6-F1624E0690E2}" destId="{759754B1-5F28-4BDA-8230-CC77FD41DC45}" srcOrd="0" destOrd="0" presId="urn:microsoft.com/office/officeart/2005/8/layout/cycle6"/>
    <dgm:cxn modelId="{B4E70019-121C-486F-935A-E3013C501ED5}" type="presOf" srcId="{880186B4-A48A-4EFB-8626-724C179CD3C1}" destId="{9856BF49-F111-4C3C-9DD7-7745E6E7B01D}" srcOrd="0" destOrd="0" presId="urn:microsoft.com/office/officeart/2005/8/layout/cycle6"/>
    <dgm:cxn modelId="{74302125-559E-4985-B946-03B49F51CBD8}" srcId="{979BA696-C5A3-4271-A0B6-F1624E0690E2}" destId="{5561BA36-FB21-408B-B946-0A89CFF6F4E5}" srcOrd="4" destOrd="0" parTransId="{F1F0ADFC-19FF-434C-98A8-FF4E77E5908E}" sibTransId="{9ECBBD02-92E2-4766-87FC-F23F35BB2023}"/>
    <dgm:cxn modelId="{679F7A2C-1F1A-45E1-94C9-92FF8D4CFC09}" type="presOf" srcId="{A9205697-ADD5-4988-A15C-D7A368A471F3}" destId="{084B998B-E688-4536-A2A5-A34CF36E6592}" srcOrd="0" destOrd="0" presId="urn:microsoft.com/office/officeart/2005/8/layout/cycle6"/>
    <dgm:cxn modelId="{C1B8C44C-4BE4-426B-A1CF-D17ED9A56BFE}" type="presOf" srcId="{5561BA36-FB21-408B-B946-0A89CFF6F4E5}" destId="{E5C6B6EC-BBAD-48EF-8018-B35CFDC5CF77}" srcOrd="0" destOrd="0" presId="urn:microsoft.com/office/officeart/2005/8/layout/cycle6"/>
    <dgm:cxn modelId="{74B7226D-6250-4714-B996-9F5E738203B5}" srcId="{979BA696-C5A3-4271-A0B6-F1624E0690E2}" destId="{F8C10CC5-25EF-4968-A634-027D040AEFC6}" srcOrd="3" destOrd="0" parTransId="{BE081F03-377F-45D7-ABD2-4B43B7FB11A9}" sibTransId="{70C2AFDF-40A2-4DC6-B046-EC9D68A287D0}"/>
    <dgm:cxn modelId="{C43C4E7E-EC62-443F-A58F-E1F30CEB39B1}" type="presOf" srcId="{9ECBBD02-92E2-4766-87FC-F23F35BB2023}" destId="{C646DC14-B41E-42F7-A70D-07EEC88ACDC1}" srcOrd="0" destOrd="0" presId="urn:microsoft.com/office/officeart/2005/8/layout/cycle6"/>
    <dgm:cxn modelId="{601ED37F-FC27-4BB8-ACD6-9A599029965B}" srcId="{979BA696-C5A3-4271-A0B6-F1624E0690E2}" destId="{7DCC5563-F73C-4C7A-BEB7-F759B313192C}" srcOrd="0" destOrd="0" parTransId="{1EEA9A64-1D83-4A47-A619-E0975C541DB9}" sibTransId="{5BD1906C-A016-4E16-8632-28C8816FE520}"/>
    <dgm:cxn modelId="{4E6EF68C-DDC4-4596-A406-3DC2859BB073}" type="presOf" srcId="{5BD1906C-A016-4E16-8632-28C8816FE520}" destId="{7C966229-0813-4541-9798-8DAFD2A65855}" srcOrd="0" destOrd="0" presId="urn:microsoft.com/office/officeart/2005/8/layout/cycle6"/>
    <dgm:cxn modelId="{BB8ACFA9-64ED-46A4-A826-038A7480C9F7}" srcId="{979BA696-C5A3-4271-A0B6-F1624E0690E2}" destId="{880186B4-A48A-4EFB-8626-724C179CD3C1}" srcOrd="1" destOrd="0" parTransId="{F5CDAF88-8B61-4907-AEDC-87168E03C886}" sibTransId="{DBFB9CD1-E6FF-48C3-94E5-6F223B127E57}"/>
    <dgm:cxn modelId="{D9482CCD-19D4-4D21-8D49-BCE2924677EC}" type="presOf" srcId="{F8C10CC5-25EF-4968-A634-027D040AEFC6}" destId="{81334DD8-4A47-4D80-A3C1-A8C7653C3BCE}" srcOrd="0" destOrd="0" presId="urn:microsoft.com/office/officeart/2005/8/layout/cycle6"/>
    <dgm:cxn modelId="{A77299D7-0DEC-499B-A9ED-B7477EA4C79E}" type="presOf" srcId="{70C2AFDF-40A2-4DC6-B046-EC9D68A287D0}" destId="{72446E4C-77E2-4A02-9424-384D9D0968D2}" srcOrd="0" destOrd="0" presId="urn:microsoft.com/office/officeart/2005/8/layout/cycle6"/>
    <dgm:cxn modelId="{737BF6E6-7CEC-4215-834D-2D107FD6D1C8}" type="presOf" srcId="{7DCC5563-F73C-4C7A-BEB7-F759B313192C}" destId="{E13EA288-D10B-4B37-BFBE-04E2B48976BA}" srcOrd="0" destOrd="0" presId="urn:microsoft.com/office/officeart/2005/8/layout/cycle6"/>
    <dgm:cxn modelId="{4425A8EC-56BB-4CA3-A773-21084FFF600F}" type="presOf" srcId="{40306628-C23E-4E82-8798-FF918F43F7A8}" destId="{439B2930-8F37-40AD-9BF0-40BD9FAD10FB}" srcOrd="0" destOrd="0" presId="urn:microsoft.com/office/officeart/2005/8/layout/cycle6"/>
    <dgm:cxn modelId="{D29C02E2-9026-433A-8A52-658DB6E12DEE}" type="presParOf" srcId="{759754B1-5F28-4BDA-8230-CC77FD41DC45}" destId="{E13EA288-D10B-4B37-BFBE-04E2B48976BA}" srcOrd="0" destOrd="0" presId="urn:microsoft.com/office/officeart/2005/8/layout/cycle6"/>
    <dgm:cxn modelId="{078C2AB5-BFA9-44A0-A396-8C7C588DBD33}" type="presParOf" srcId="{759754B1-5F28-4BDA-8230-CC77FD41DC45}" destId="{2C745B75-82B1-4A9A-BB01-1BE3F01B002A}" srcOrd="1" destOrd="0" presId="urn:microsoft.com/office/officeart/2005/8/layout/cycle6"/>
    <dgm:cxn modelId="{56E166E5-73BF-44B6-9159-D2CF8D463A99}" type="presParOf" srcId="{759754B1-5F28-4BDA-8230-CC77FD41DC45}" destId="{7C966229-0813-4541-9798-8DAFD2A65855}" srcOrd="2" destOrd="0" presId="urn:microsoft.com/office/officeart/2005/8/layout/cycle6"/>
    <dgm:cxn modelId="{61A1A134-792B-44B4-8FB4-BDE1CA2C4DA9}" type="presParOf" srcId="{759754B1-5F28-4BDA-8230-CC77FD41DC45}" destId="{9856BF49-F111-4C3C-9DD7-7745E6E7B01D}" srcOrd="3" destOrd="0" presId="urn:microsoft.com/office/officeart/2005/8/layout/cycle6"/>
    <dgm:cxn modelId="{EE4B00FA-52F7-4292-99CA-2F96808B6ED3}" type="presParOf" srcId="{759754B1-5F28-4BDA-8230-CC77FD41DC45}" destId="{63343F9F-B0A0-4A82-BCFB-7ACB255D013E}" srcOrd="4" destOrd="0" presId="urn:microsoft.com/office/officeart/2005/8/layout/cycle6"/>
    <dgm:cxn modelId="{BA410F28-5E5A-4065-AD68-8EA4FA47AD27}" type="presParOf" srcId="{759754B1-5F28-4BDA-8230-CC77FD41DC45}" destId="{0F3B37F9-F2CE-4B4F-A16C-E8296626DC80}" srcOrd="5" destOrd="0" presId="urn:microsoft.com/office/officeart/2005/8/layout/cycle6"/>
    <dgm:cxn modelId="{A9F9E503-C283-4D9C-9E28-89457EEF17AF}" type="presParOf" srcId="{759754B1-5F28-4BDA-8230-CC77FD41DC45}" destId="{084B998B-E688-4536-A2A5-A34CF36E6592}" srcOrd="6" destOrd="0" presId="urn:microsoft.com/office/officeart/2005/8/layout/cycle6"/>
    <dgm:cxn modelId="{DA704AB5-E42C-483B-A730-FBD8EB259472}" type="presParOf" srcId="{759754B1-5F28-4BDA-8230-CC77FD41DC45}" destId="{3380BEB7-A5BB-478D-9F5D-903E8A3FF8A0}" srcOrd="7" destOrd="0" presId="urn:microsoft.com/office/officeart/2005/8/layout/cycle6"/>
    <dgm:cxn modelId="{9390B0A0-98B9-45DE-A827-22C445DECC88}" type="presParOf" srcId="{759754B1-5F28-4BDA-8230-CC77FD41DC45}" destId="{439B2930-8F37-40AD-9BF0-40BD9FAD10FB}" srcOrd="8" destOrd="0" presId="urn:microsoft.com/office/officeart/2005/8/layout/cycle6"/>
    <dgm:cxn modelId="{4EB1C571-C598-435B-882E-50D8887C7C06}" type="presParOf" srcId="{759754B1-5F28-4BDA-8230-CC77FD41DC45}" destId="{81334DD8-4A47-4D80-A3C1-A8C7653C3BCE}" srcOrd="9" destOrd="0" presId="urn:microsoft.com/office/officeart/2005/8/layout/cycle6"/>
    <dgm:cxn modelId="{B04B7BF9-74F6-43DF-A5D5-F22FF976C6FE}" type="presParOf" srcId="{759754B1-5F28-4BDA-8230-CC77FD41DC45}" destId="{C8462E38-860B-40F1-8A1D-FD11047BF3C1}" srcOrd="10" destOrd="0" presId="urn:microsoft.com/office/officeart/2005/8/layout/cycle6"/>
    <dgm:cxn modelId="{0203AE4F-CCC9-4294-A859-F94B12EDC460}" type="presParOf" srcId="{759754B1-5F28-4BDA-8230-CC77FD41DC45}" destId="{72446E4C-77E2-4A02-9424-384D9D0968D2}" srcOrd="11" destOrd="0" presId="urn:microsoft.com/office/officeart/2005/8/layout/cycle6"/>
    <dgm:cxn modelId="{57AA6CE8-BF2E-41D1-BCB8-84C882EB48D6}" type="presParOf" srcId="{759754B1-5F28-4BDA-8230-CC77FD41DC45}" destId="{E5C6B6EC-BBAD-48EF-8018-B35CFDC5CF77}" srcOrd="12" destOrd="0" presId="urn:microsoft.com/office/officeart/2005/8/layout/cycle6"/>
    <dgm:cxn modelId="{BF89682C-63C7-4CF2-A3DB-A322C4DF71B7}" type="presParOf" srcId="{759754B1-5F28-4BDA-8230-CC77FD41DC45}" destId="{12A86612-7267-4E17-8CC9-0D73230A9DF4}" srcOrd="13" destOrd="0" presId="urn:microsoft.com/office/officeart/2005/8/layout/cycle6"/>
    <dgm:cxn modelId="{F76E6E54-5078-4817-933E-C99B961BCF04}" type="presParOf" srcId="{759754B1-5F28-4BDA-8230-CC77FD41DC45}" destId="{C646DC14-B41E-42F7-A70D-07EEC88ACDC1}" srcOrd="14" destOrd="0" presId="urn:microsoft.com/office/officeart/2005/8/layout/cycle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79BA696-C5A3-4271-A0B6-F1624E0690E2}" type="doc">
      <dgm:prSet loTypeId="urn:microsoft.com/office/officeart/2005/8/layout/cycle6" loCatId="cycle" qsTypeId="urn:microsoft.com/office/officeart/2005/8/quickstyle/simple1" qsCatId="simple" csTypeId="urn:microsoft.com/office/officeart/2005/8/colors/accent1_2" csCatId="accent1" phldr="1"/>
      <dgm:spPr/>
      <dgm:t>
        <a:bodyPr/>
        <a:lstStyle/>
        <a:p>
          <a:endParaRPr lang="en-US"/>
        </a:p>
      </dgm:t>
    </dgm:pt>
    <dgm:pt modelId="{7DCC5563-F73C-4C7A-BEB7-F759B313192C}">
      <dgm:prSet phldrT="[Text]" custT="1"/>
      <dgm:spPr/>
      <dgm:t>
        <a:bodyPr/>
        <a:lstStyle/>
        <a:p>
          <a:r>
            <a:rPr lang="en-US" sz="1400" b="1" dirty="0"/>
            <a:t>Setting the Compliance Objectives</a:t>
          </a:r>
        </a:p>
      </dgm:t>
    </dgm:pt>
    <dgm:pt modelId="{1EEA9A64-1D83-4A47-A619-E0975C541DB9}" type="parTrans" cxnId="{601ED37F-FC27-4BB8-ACD6-9A599029965B}">
      <dgm:prSet/>
      <dgm:spPr/>
      <dgm:t>
        <a:bodyPr/>
        <a:lstStyle/>
        <a:p>
          <a:endParaRPr lang="en-US"/>
        </a:p>
      </dgm:t>
    </dgm:pt>
    <dgm:pt modelId="{5BD1906C-A016-4E16-8632-28C8816FE520}" type="sibTrans" cxnId="{601ED37F-FC27-4BB8-ACD6-9A599029965B}">
      <dgm:prSet/>
      <dgm:spPr/>
      <dgm:t>
        <a:bodyPr/>
        <a:lstStyle/>
        <a:p>
          <a:endParaRPr lang="en-US"/>
        </a:p>
      </dgm:t>
    </dgm:pt>
    <dgm:pt modelId="{880186B4-A48A-4EFB-8626-724C179CD3C1}">
      <dgm:prSet custT="1"/>
      <dgm:spPr/>
      <dgm:t>
        <a:bodyPr/>
        <a:lstStyle/>
        <a:p>
          <a:r>
            <a:rPr lang="en-US" sz="1400" b="1" dirty="0"/>
            <a:t>Identifying Compliance Obligations</a:t>
          </a:r>
        </a:p>
      </dgm:t>
    </dgm:pt>
    <dgm:pt modelId="{F5CDAF88-8B61-4907-AEDC-87168E03C886}" type="parTrans" cxnId="{BB8ACFA9-64ED-46A4-A826-038A7480C9F7}">
      <dgm:prSet/>
      <dgm:spPr/>
      <dgm:t>
        <a:bodyPr/>
        <a:lstStyle/>
        <a:p>
          <a:endParaRPr lang="en-US"/>
        </a:p>
      </dgm:t>
    </dgm:pt>
    <dgm:pt modelId="{DBFB9CD1-E6FF-48C3-94E5-6F223B127E57}" type="sibTrans" cxnId="{BB8ACFA9-64ED-46A4-A826-038A7480C9F7}">
      <dgm:prSet/>
      <dgm:spPr/>
      <dgm:t>
        <a:bodyPr/>
        <a:lstStyle/>
        <a:p>
          <a:endParaRPr lang="en-US"/>
        </a:p>
      </dgm:t>
    </dgm:pt>
    <dgm:pt modelId="{A9205697-ADD5-4988-A15C-D7A368A471F3}">
      <dgm:prSet custT="1"/>
      <dgm:spPr/>
      <dgm:t>
        <a:bodyPr/>
        <a:lstStyle/>
        <a:p>
          <a:r>
            <a:rPr lang="en-US" sz="1400" b="1" dirty="0"/>
            <a:t>Assessing Non-Compliance Risk</a:t>
          </a:r>
        </a:p>
      </dgm:t>
    </dgm:pt>
    <dgm:pt modelId="{F4782E3F-C38C-4564-B93A-F5F43186A26A}" type="parTrans" cxnId="{38DA0511-B5D9-4060-9616-7DE41B30E11D}">
      <dgm:prSet/>
      <dgm:spPr/>
      <dgm:t>
        <a:bodyPr/>
        <a:lstStyle/>
        <a:p>
          <a:endParaRPr lang="en-US"/>
        </a:p>
      </dgm:t>
    </dgm:pt>
    <dgm:pt modelId="{40306628-C23E-4E82-8798-FF918F43F7A8}" type="sibTrans" cxnId="{38DA0511-B5D9-4060-9616-7DE41B30E11D}">
      <dgm:prSet/>
      <dgm:spPr/>
      <dgm:t>
        <a:bodyPr/>
        <a:lstStyle/>
        <a:p>
          <a:endParaRPr lang="en-US"/>
        </a:p>
      </dgm:t>
    </dgm:pt>
    <dgm:pt modelId="{F8C10CC5-25EF-4968-A634-027D040AEFC6}">
      <dgm:prSet custT="1"/>
      <dgm:spPr/>
      <dgm:t>
        <a:bodyPr/>
        <a:lstStyle/>
        <a:p>
          <a:r>
            <a:rPr lang="en-US" sz="1400" b="1" dirty="0"/>
            <a:t>Performing Control Activities</a:t>
          </a:r>
        </a:p>
      </dgm:t>
    </dgm:pt>
    <dgm:pt modelId="{BE081F03-377F-45D7-ABD2-4B43B7FB11A9}" type="parTrans" cxnId="{74B7226D-6250-4714-B996-9F5E738203B5}">
      <dgm:prSet/>
      <dgm:spPr/>
      <dgm:t>
        <a:bodyPr/>
        <a:lstStyle/>
        <a:p>
          <a:endParaRPr lang="en-US"/>
        </a:p>
      </dgm:t>
    </dgm:pt>
    <dgm:pt modelId="{70C2AFDF-40A2-4DC6-B046-EC9D68A287D0}" type="sibTrans" cxnId="{74B7226D-6250-4714-B996-9F5E738203B5}">
      <dgm:prSet/>
      <dgm:spPr/>
      <dgm:t>
        <a:bodyPr/>
        <a:lstStyle/>
        <a:p>
          <a:endParaRPr lang="en-US"/>
        </a:p>
      </dgm:t>
    </dgm:pt>
    <dgm:pt modelId="{5561BA36-FB21-408B-B946-0A89CFF6F4E5}">
      <dgm:prSet custT="1"/>
      <dgm:spPr/>
      <dgm:t>
        <a:bodyPr/>
        <a:lstStyle/>
        <a:p>
          <a:r>
            <a:rPr lang="en-US" sz="1400" b="1" dirty="0"/>
            <a:t>Monitoring &amp; Improvement</a:t>
          </a:r>
        </a:p>
      </dgm:t>
    </dgm:pt>
    <dgm:pt modelId="{F1F0ADFC-19FF-434C-98A8-FF4E77E5908E}" type="parTrans" cxnId="{74302125-559E-4985-B946-03B49F51CBD8}">
      <dgm:prSet/>
      <dgm:spPr/>
      <dgm:t>
        <a:bodyPr/>
        <a:lstStyle/>
        <a:p>
          <a:endParaRPr lang="en-US"/>
        </a:p>
      </dgm:t>
    </dgm:pt>
    <dgm:pt modelId="{9ECBBD02-92E2-4766-87FC-F23F35BB2023}" type="sibTrans" cxnId="{74302125-559E-4985-B946-03B49F51CBD8}">
      <dgm:prSet/>
      <dgm:spPr/>
      <dgm:t>
        <a:bodyPr/>
        <a:lstStyle/>
        <a:p>
          <a:endParaRPr lang="en-US"/>
        </a:p>
      </dgm:t>
    </dgm:pt>
    <dgm:pt modelId="{759754B1-5F28-4BDA-8230-CC77FD41DC45}" type="pres">
      <dgm:prSet presAssocID="{979BA696-C5A3-4271-A0B6-F1624E0690E2}" presName="cycle" presStyleCnt="0">
        <dgm:presLayoutVars>
          <dgm:dir/>
          <dgm:resizeHandles val="exact"/>
        </dgm:presLayoutVars>
      </dgm:prSet>
      <dgm:spPr/>
    </dgm:pt>
    <dgm:pt modelId="{E13EA288-D10B-4B37-BFBE-04E2B48976BA}" type="pres">
      <dgm:prSet presAssocID="{7DCC5563-F73C-4C7A-BEB7-F759B313192C}" presName="node" presStyleLbl="node1" presStyleIdx="0" presStyleCnt="5">
        <dgm:presLayoutVars>
          <dgm:bulletEnabled val="1"/>
        </dgm:presLayoutVars>
      </dgm:prSet>
      <dgm:spPr/>
    </dgm:pt>
    <dgm:pt modelId="{2C745B75-82B1-4A9A-BB01-1BE3F01B002A}" type="pres">
      <dgm:prSet presAssocID="{7DCC5563-F73C-4C7A-BEB7-F759B313192C}" presName="spNode" presStyleCnt="0"/>
      <dgm:spPr/>
    </dgm:pt>
    <dgm:pt modelId="{7C966229-0813-4541-9798-8DAFD2A65855}" type="pres">
      <dgm:prSet presAssocID="{5BD1906C-A016-4E16-8632-28C8816FE520}" presName="sibTrans" presStyleLbl="sibTrans1D1" presStyleIdx="0" presStyleCnt="5"/>
      <dgm:spPr/>
    </dgm:pt>
    <dgm:pt modelId="{9856BF49-F111-4C3C-9DD7-7745E6E7B01D}" type="pres">
      <dgm:prSet presAssocID="{880186B4-A48A-4EFB-8626-724C179CD3C1}" presName="node" presStyleLbl="node1" presStyleIdx="1" presStyleCnt="5">
        <dgm:presLayoutVars>
          <dgm:bulletEnabled val="1"/>
        </dgm:presLayoutVars>
      </dgm:prSet>
      <dgm:spPr/>
    </dgm:pt>
    <dgm:pt modelId="{63343F9F-B0A0-4A82-BCFB-7ACB255D013E}" type="pres">
      <dgm:prSet presAssocID="{880186B4-A48A-4EFB-8626-724C179CD3C1}" presName="spNode" presStyleCnt="0"/>
      <dgm:spPr/>
    </dgm:pt>
    <dgm:pt modelId="{0F3B37F9-F2CE-4B4F-A16C-E8296626DC80}" type="pres">
      <dgm:prSet presAssocID="{DBFB9CD1-E6FF-48C3-94E5-6F223B127E57}" presName="sibTrans" presStyleLbl="sibTrans1D1" presStyleIdx="1" presStyleCnt="5"/>
      <dgm:spPr/>
    </dgm:pt>
    <dgm:pt modelId="{084B998B-E688-4536-A2A5-A34CF36E6592}" type="pres">
      <dgm:prSet presAssocID="{A9205697-ADD5-4988-A15C-D7A368A471F3}" presName="node" presStyleLbl="node1" presStyleIdx="2" presStyleCnt="5">
        <dgm:presLayoutVars>
          <dgm:bulletEnabled val="1"/>
        </dgm:presLayoutVars>
      </dgm:prSet>
      <dgm:spPr/>
    </dgm:pt>
    <dgm:pt modelId="{3380BEB7-A5BB-478D-9F5D-903E8A3FF8A0}" type="pres">
      <dgm:prSet presAssocID="{A9205697-ADD5-4988-A15C-D7A368A471F3}" presName="spNode" presStyleCnt="0"/>
      <dgm:spPr/>
    </dgm:pt>
    <dgm:pt modelId="{439B2930-8F37-40AD-9BF0-40BD9FAD10FB}" type="pres">
      <dgm:prSet presAssocID="{40306628-C23E-4E82-8798-FF918F43F7A8}" presName="sibTrans" presStyleLbl="sibTrans1D1" presStyleIdx="2" presStyleCnt="5"/>
      <dgm:spPr/>
    </dgm:pt>
    <dgm:pt modelId="{81334DD8-4A47-4D80-A3C1-A8C7653C3BCE}" type="pres">
      <dgm:prSet presAssocID="{F8C10CC5-25EF-4968-A634-027D040AEFC6}" presName="node" presStyleLbl="node1" presStyleIdx="3" presStyleCnt="5">
        <dgm:presLayoutVars>
          <dgm:bulletEnabled val="1"/>
        </dgm:presLayoutVars>
      </dgm:prSet>
      <dgm:spPr/>
    </dgm:pt>
    <dgm:pt modelId="{C8462E38-860B-40F1-8A1D-FD11047BF3C1}" type="pres">
      <dgm:prSet presAssocID="{F8C10CC5-25EF-4968-A634-027D040AEFC6}" presName="spNode" presStyleCnt="0"/>
      <dgm:spPr/>
    </dgm:pt>
    <dgm:pt modelId="{72446E4C-77E2-4A02-9424-384D9D0968D2}" type="pres">
      <dgm:prSet presAssocID="{70C2AFDF-40A2-4DC6-B046-EC9D68A287D0}" presName="sibTrans" presStyleLbl="sibTrans1D1" presStyleIdx="3" presStyleCnt="5"/>
      <dgm:spPr/>
    </dgm:pt>
    <dgm:pt modelId="{E5C6B6EC-BBAD-48EF-8018-B35CFDC5CF77}" type="pres">
      <dgm:prSet presAssocID="{5561BA36-FB21-408B-B946-0A89CFF6F4E5}" presName="node" presStyleLbl="node1" presStyleIdx="4" presStyleCnt="5">
        <dgm:presLayoutVars>
          <dgm:bulletEnabled val="1"/>
        </dgm:presLayoutVars>
      </dgm:prSet>
      <dgm:spPr/>
    </dgm:pt>
    <dgm:pt modelId="{12A86612-7267-4E17-8CC9-0D73230A9DF4}" type="pres">
      <dgm:prSet presAssocID="{5561BA36-FB21-408B-B946-0A89CFF6F4E5}" presName="spNode" presStyleCnt="0"/>
      <dgm:spPr/>
    </dgm:pt>
    <dgm:pt modelId="{C646DC14-B41E-42F7-A70D-07EEC88ACDC1}" type="pres">
      <dgm:prSet presAssocID="{9ECBBD02-92E2-4766-87FC-F23F35BB2023}" presName="sibTrans" presStyleLbl="sibTrans1D1" presStyleIdx="4" presStyleCnt="5"/>
      <dgm:spPr/>
    </dgm:pt>
  </dgm:ptLst>
  <dgm:cxnLst>
    <dgm:cxn modelId="{9F099A02-DC3C-485A-A4FC-99F86A5E54D0}" type="presOf" srcId="{DBFB9CD1-E6FF-48C3-94E5-6F223B127E57}" destId="{0F3B37F9-F2CE-4B4F-A16C-E8296626DC80}" srcOrd="0" destOrd="0" presId="urn:microsoft.com/office/officeart/2005/8/layout/cycle6"/>
    <dgm:cxn modelId="{38DA0511-B5D9-4060-9616-7DE41B30E11D}" srcId="{979BA696-C5A3-4271-A0B6-F1624E0690E2}" destId="{A9205697-ADD5-4988-A15C-D7A368A471F3}" srcOrd="2" destOrd="0" parTransId="{F4782E3F-C38C-4564-B93A-F5F43186A26A}" sibTransId="{40306628-C23E-4E82-8798-FF918F43F7A8}"/>
    <dgm:cxn modelId="{C430DF12-4AA8-413F-BF44-955B268DAF26}" type="presOf" srcId="{979BA696-C5A3-4271-A0B6-F1624E0690E2}" destId="{759754B1-5F28-4BDA-8230-CC77FD41DC45}" srcOrd="0" destOrd="0" presId="urn:microsoft.com/office/officeart/2005/8/layout/cycle6"/>
    <dgm:cxn modelId="{B4E70019-121C-486F-935A-E3013C501ED5}" type="presOf" srcId="{880186B4-A48A-4EFB-8626-724C179CD3C1}" destId="{9856BF49-F111-4C3C-9DD7-7745E6E7B01D}" srcOrd="0" destOrd="0" presId="urn:microsoft.com/office/officeart/2005/8/layout/cycle6"/>
    <dgm:cxn modelId="{74302125-559E-4985-B946-03B49F51CBD8}" srcId="{979BA696-C5A3-4271-A0B6-F1624E0690E2}" destId="{5561BA36-FB21-408B-B946-0A89CFF6F4E5}" srcOrd="4" destOrd="0" parTransId="{F1F0ADFC-19FF-434C-98A8-FF4E77E5908E}" sibTransId="{9ECBBD02-92E2-4766-87FC-F23F35BB2023}"/>
    <dgm:cxn modelId="{679F7A2C-1F1A-45E1-94C9-92FF8D4CFC09}" type="presOf" srcId="{A9205697-ADD5-4988-A15C-D7A368A471F3}" destId="{084B998B-E688-4536-A2A5-A34CF36E6592}" srcOrd="0" destOrd="0" presId="urn:microsoft.com/office/officeart/2005/8/layout/cycle6"/>
    <dgm:cxn modelId="{C1B8C44C-4BE4-426B-A1CF-D17ED9A56BFE}" type="presOf" srcId="{5561BA36-FB21-408B-B946-0A89CFF6F4E5}" destId="{E5C6B6EC-BBAD-48EF-8018-B35CFDC5CF77}" srcOrd="0" destOrd="0" presId="urn:microsoft.com/office/officeart/2005/8/layout/cycle6"/>
    <dgm:cxn modelId="{74B7226D-6250-4714-B996-9F5E738203B5}" srcId="{979BA696-C5A3-4271-A0B6-F1624E0690E2}" destId="{F8C10CC5-25EF-4968-A634-027D040AEFC6}" srcOrd="3" destOrd="0" parTransId="{BE081F03-377F-45D7-ABD2-4B43B7FB11A9}" sibTransId="{70C2AFDF-40A2-4DC6-B046-EC9D68A287D0}"/>
    <dgm:cxn modelId="{C43C4E7E-EC62-443F-A58F-E1F30CEB39B1}" type="presOf" srcId="{9ECBBD02-92E2-4766-87FC-F23F35BB2023}" destId="{C646DC14-B41E-42F7-A70D-07EEC88ACDC1}" srcOrd="0" destOrd="0" presId="urn:microsoft.com/office/officeart/2005/8/layout/cycle6"/>
    <dgm:cxn modelId="{601ED37F-FC27-4BB8-ACD6-9A599029965B}" srcId="{979BA696-C5A3-4271-A0B6-F1624E0690E2}" destId="{7DCC5563-F73C-4C7A-BEB7-F759B313192C}" srcOrd="0" destOrd="0" parTransId="{1EEA9A64-1D83-4A47-A619-E0975C541DB9}" sibTransId="{5BD1906C-A016-4E16-8632-28C8816FE520}"/>
    <dgm:cxn modelId="{4E6EF68C-DDC4-4596-A406-3DC2859BB073}" type="presOf" srcId="{5BD1906C-A016-4E16-8632-28C8816FE520}" destId="{7C966229-0813-4541-9798-8DAFD2A65855}" srcOrd="0" destOrd="0" presId="urn:microsoft.com/office/officeart/2005/8/layout/cycle6"/>
    <dgm:cxn modelId="{BB8ACFA9-64ED-46A4-A826-038A7480C9F7}" srcId="{979BA696-C5A3-4271-A0B6-F1624E0690E2}" destId="{880186B4-A48A-4EFB-8626-724C179CD3C1}" srcOrd="1" destOrd="0" parTransId="{F5CDAF88-8B61-4907-AEDC-87168E03C886}" sibTransId="{DBFB9CD1-E6FF-48C3-94E5-6F223B127E57}"/>
    <dgm:cxn modelId="{D9482CCD-19D4-4D21-8D49-BCE2924677EC}" type="presOf" srcId="{F8C10CC5-25EF-4968-A634-027D040AEFC6}" destId="{81334DD8-4A47-4D80-A3C1-A8C7653C3BCE}" srcOrd="0" destOrd="0" presId="urn:microsoft.com/office/officeart/2005/8/layout/cycle6"/>
    <dgm:cxn modelId="{A77299D7-0DEC-499B-A9ED-B7477EA4C79E}" type="presOf" srcId="{70C2AFDF-40A2-4DC6-B046-EC9D68A287D0}" destId="{72446E4C-77E2-4A02-9424-384D9D0968D2}" srcOrd="0" destOrd="0" presId="urn:microsoft.com/office/officeart/2005/8/layout/cycle6"/>
    <dgm:cxn modelId="{737BF6E6-7CEC-4215-834D-2D107FD6D1C8}" type="presOf" srcId="{7DCC5563-F73C-4C7A-BEB7-F759B313192C}" destId="{E13EA288-D10B-4B37-BFBE-04E2B48976BA}" srcOrd="0" destOrd="0" presId="urn:microsoft.com/office/officeart/2005/8/layout/cycle6"/>
    <dgm:cxn modelId="{4425A8EC-56BB-4CA3-A773-21084FFF600F}" type="presOf" srcId="{40306628-C23E-4E82-8798-FF918F43F7A8}" destId="{439B2930-8F37-40AD-9BF0-40BD9FAD10FB}" srcOrd="0" destOrd="0" presId="urn:microsoft.com/office/officeart/2005/8/layout/cycle6"/>
    <dgm:cxn modelId="{D29C02E2-9026-433A-8A52-658DB6E12DEE}" type="presParOf" srcId="{759754B1-5F28-4BDA-8230-CC77FD41DC45}" destId="{E13EA288-D10B-4B37-BFBE-04E2B48976BA}" srcOrd="0" destOrd="0" presId="urn:microsoft.com/office/officeart/2005/8/layout/cycle6"/>
    <dgm:cxn modelId="{078C2AB5-BFA9-44A0-A396-8C7C588DBD33}" type="presParOf" srcId="{759754B1-5F28-4BDA-8230-CC77FD41DC45}" destId="{2C745B75-82B1-4A9A-BB01-1BE3F01B002A}" srcOrd="1" destOrd="0" presId="urn:microsoft.com/office/officeart/2005/8/layout/cycle6"/>
    <dgm:cxn modelId="{56E166E5-73BF-44B6-9159-D2CF8D463A99}" type="presParOf" srcId="{759754B1-5F28-4BDA-8230-CC77FD41DC45}" destId="{7C966229-0813-4541-9798-8DAFD2A65855}" srcOrd="2" destOrd="0" presId="urn:microsoft.com/office/officeart/2005/8/layout/cycle6"/>
    <dgm:cxn modelId="{61A1A134-792B-44B4-8FB4-BDE1CA2C4DA9}" type="presParOf" srcId="{759754B1-5F28-4BDA-8230-CC77FD41DC45}" destId="{9856BF49-F111-4C3C-9DD7-7745E6E7B01D}" srcOrd="3" destOrd="0" presId="urn:microsoft.com/office/officeart/2005/8/layout/cycle6"/>
    <dgm:cxn modelId="{EE4B00FA-52F7-4292-99CA-2F96808B6ED3}" type="presParOf" srcId="{759754B1-5F28-4BDA-8230-CC77FD41DC45}" destId="{63343F9F-B0A0-4A82-BCFB-7ACB255D013E}" srcOrd="4" destOrd="0" presId="urn:microsoft.com/office/officeart/2005/8/layout/cycle6"/>
    <dgm:cxn modelId="{BA410F28-5E5A-4065-AD68-8EA4FA47AD27}" type="presParOf" srcId="{759754B1-5F28-4BDA-8230-CC77FD41DC45}" destId="{0F3B37F9-F2CE-4B4F-A16C-E8296626DC80}" srcOrd="5" destOrd="0" presId="urn:microsoft.com/office/officeart/2005/8/layout/cycle6"/>
    <dgm:cxn modelId="{A9F9E503-C283-4D9C-9E28-89457EEF17AF}" type="presParOf" srcId="{759754B1-5F28-4BDA-8230-CC77FD41DC45}" destId="{084B998B-E688-4536-A2A5-A34CF36E6592}" srcOrd="6" destOrd="0" presId="urn:microsoft.com/office/officeart/2005/8/layout/cycle6"/>
    <dgm:cxn modelId="{DA704AB5-E42C-483B-A730-FBD8EB259472}" type="presParOf" srcId="{759754B1-5F28-4BDA-8230-CC77FD41DC45}" destId="{3380BEB7-A5BB-478D-9F5D-903E8A3FF8A0}" srcOrd="7" destOrd="0" presId="urn:microsoft.com/office/officeart/2005/8/layout/cycle6"/>
    <dgm:cxn modelId="{9390B0A0-98B9-45DE-A827-22C445DECC88}" type="presParOf" srcId="{759754B1-5F28-4BDA-8230-CC77FD41DC45}" destId="{439B2930-8F37-40AD-9BF0-40BD9FAD10FB}" srcOrd="8" destOrd="0" presId="urn:microsoft.com/office/officeart/2005/8/layout/cycle6"/>
    <dgm:cxn modelId="{4EB1C571-C598-435B-882E-50D8887C7C06}" type="presParOf" srcId="{759754B1-5F28-4BDA-8230-CC77FD41DC45}" destId="{81334DD8-4A47-4D80-A3C1-A8C7653C3BCE}" srcOrd="9" destOrd="0" presId="urn:microsoft.com/office/officeart/2005/8/layout/cycle6"/>
    <dgm:cxn modelId="{B04B7BF9-74F6-43DF-A5D5-F22FF976C6FE}" type="presParOf" srcId="{759754B1-5F28-4BDA-8230-CC77FD41DC45}" destId="{C8462E38-860B-40F1-8A1D-FD11047BF3C1}" srcOrd="10" destOrd="0" presId="urn:microsoft.com/office/officeart/2005/8/layout/cycle6"/>
    <dgm:cxn modelId="{0203AE4F-CCC9-4294-A859-F94B12EDC460}" type="presParOf" srcId="{759754B1-5F28-4BDA-8230-CC77FD41DC45}" destId="{72446E4C-77E2-4A02-9424-384D9D0968D2}" srcOrd="11" destOrd="0" presId="urn:microsoft.com/office/officeart/2005/8/layout/cycle6"/>
    <dgm:cxn modelId="{57AA6CE8-BF2E-41D1-BCB8-84C882EB48D6}" type="presParOf" srcId="{759754B1-5F28-4BDA-8230-CC77FD41DC45}" destId="{E5C6B6EC-BBAD-48EF-8018-B35CFDC5CF77}" srcOrd="12" destOrd="0" presId="urn:microsoft.com/office/officeart/2005/8/layout/cycle6"/>
    <dgm:cxn modelId="{BF89682C-63C7-4CF2-A3DB-A322C4DF71B7}" type="presParOf" srcId="{759754B1-5F28-4BDA-8230-CC77FD41DC45}" destId="{12A86612-7267-4E17-8CC9-0D73230A9DF4}" srcOrd="13" destOrd="0" presId="urn:microsoft.com/office/officeart/2005/8/layout/cycle6"/>
    <dgm:cxn modelId="{F76E6E54-5078-4817-933E-C99B961BCF04}" type="presParOf" srcId="{759754B1-5F28-4BDA-8230-CC77FD41DC45}" destId="{C646DC14-B41E-42F7-A70D-07EEC88ACDC1}" srcOrd="14" destOrd="0" presId="urn:microsoft.com/office/officeart/2005/8/layout/cycle6"/>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79BA696-C5A3-4271-A0B6-F1624E0690E2}" type="doc">
      <dgm:prSet loTypeId="urn:microsoft.com/office/officeart/2005/8/layout/cycle6" loCatId="cycle" qsTypeId="urn:microsoft.com/office/officeart/2005/8/quickstyle/simple1" qsCatId="simple" csTypeId="urn:microsoft.com/office/officeart/2005/8/colors/accent1_2" csCatId="accent1" phldr="1"/>
      <dgm:spPr/>
      <dgm:t>
        <a:bodyPr/>
        <a:lstStyle/>
        <a:p>
          <a:endParaRPr lang="en-US"/>
        </a:p>
      </dgm:t>
    </dgm:pt>
    <dgm:pt modelId="{7DCC5563-F73C-4C7A-BEB7-F759B313192C}">
      <dgm:prSet phldrT="[Text]" custT="1"/>
      <dgm:spPr/>
      <dgm:t>
        <a:bodyPr/>
        <a:lstStyle/>
        <a:p>
          <a:r>
            <a:rPr lang="en-US" sz="1400" b="1" dirty="0"/>
            <a:t>Setting the Compliance Objectives</a:t>
          </a:r>
        </a:p>
      </dgm:t>
    </dgm:pt>
    <dgm:pt modelId="{1EEA9A64-1D83-4A47-A619-E0975C541DB9}" type="parTrans" cxnId="{601ED37F-FC27-4BB8-ACD6-9A599029965B}">
      <dgm:prSet/>
      <dgm:spPr/>
      <dgm:t>
        <a:bodyPr/>
        <a:lstStyle/>
        <a:p>
          <a:endParaRPr lang="en-US"/>
        </a:p>
      </dgm:t>
    </dgm:pt>
    <dgm:pt modelId="{5BD1906C-A016-4E16-8632-28C8816FE520}" type="sibTrans" cxnId="{601ED37F-FC27-4BB8-ACD6-9A599029965B}">
      <dgm:prSet/>
      <dgm:spPr/>
      <dgm:t>
        <a:bodyPr/>
        <a:lstStyle/>
        <a:p>
          <a:endParaRPr lang="en-US"/>
        </a:p>
      </dgm:t>
    </dgm:pt>
    <dgm:pt modelId="{880186B4-A48A-4EFB-8626-724C179CD3C1}">
      <dgm:prSet custT="1"/>
      <dgm:spPr/>
      <dgm:t>
        <a:bodyPr/>
        <a:lstStyle/>
        <a:p>
          <a:r>
            <a:rPr lang="en-US" sz="1400" b="1" dirty="0"/>
            <a:t>Identifying Compliance Obligations</a:t>
          </a:r>
        </a:p>
      </dgm:t>
    </dgm:pt>
    <dgm:pt modelId="{F5CDAF88-8B61-4907-AEDC-87168E03C886}" type="parTrans" cxnId="{BB8ACFA9-64ED-46A4-A826-038A7480C9F7}">
      <dgm:prSet/>
      <dgm:spPr/>
      <dgm:t>
        <a:bodyPr/>
        <a:lstStyle/>
        <a:p>
          <a:endParaRPr lang="en-US"/>
        </a:p>
      </dgm:t>
    </dgm:pt>
    <dgm:pt modelId="{DBFB9CD1-E6FF-48C3-94E5-6F223B127E57}" type="sibTrans" cxnId="{BB8ACFA9-64ED-46A4-A826-038A7480C9F7}">
      <dgm:prSet/>
      <dgm:spPr/>
      <dgm:t>
        <a:bodyPr/>
        <a:lstStyle/>
        <a:p>
          <a:endParaRPr lang="en-US"/>
        </a:p>
      </dgm:t>
    </dgm:pt>
    <dgm:pt modelId="{A9205697-ADD5-4988-A15C-D7A368A471F3}">
      <dgm:prSet custT="1"/>
      <dgm:spPr/>
      <dgm:t>
        <a:bodyPr/>
        <a:lstStyle/>
        <a:p>
          <a:r>
            <a:rPr lang="en-US" sz="1400" b="1" dirty="0"/>
            <a:t>Assessing Non-Compliance Risk</a:t>
          </a:r>
        </a:p>
      </dgm:t>
    </dgm:pt>
    <dgm:pt modelId="{F4782E3F-C38C-4564-B93A-F5F43186A26A}" type="parTrans" cxnId="{38DA0511-B5D9-4060-9616-7DE41B30E11D}">
      <dgm:prSet/>
      <dgm:spPr/>
      <dgm:t>
        <a:bodyPr/>
        <a:lstStyle/>
        <a:p>
          <a:endParaRPr lang="en-US"/>
        </a:p>
      </dgm:t>
    </dgm:pt>
    <dgm:pt modelId="{40306628-C23E-4E82-8798-FF918F43F7A8}" type="sibTrans" cxnId="{38DA0511-B5D9-4060-9616-7DE41B30E11D}">
      <dgm:prSet/>
      <dgm:spPr/>
      <dgm:t>
        <a:bodyPr/>
        <a:lstStyle/>
        <a:p>
          <a:endParaRPr lang="en-US"/>
        </a:p>
      </dgm:t>
    </dgm:pt>
    <dgm:pt modelId="{F8C10CC5-25EF-4968-A634-027D040AEFC6}">
      <dgm:prSet custT="1"/>
      <dgm:spPr/>
      <dgm:t>
        <a:bodyPr/>
        <a:lstStyle/>
        <a:p>
          <a:r>
            <a:rPr lang="en-US" sz="1400" b="1" dirty="0"/>
            <a:t>Performing Control Activities</a:t>
          </a:r>
        </a:p>
      </dgm:t>
    </dgm:pt>
    <dgm:pt modelId="{BE081F03-377F-45D7-ABD2-4B43B7FB11A9}" type="parTrans" cxnId="{74B7226D-6250-4714-B996-9F5E738203B5}">
      <dgm:prSet/>
      <dgm:spPr/>
      <dgm:t>
        <a:bodyPr/>
        <a:lstStyle/>
        <a:p>
          <a:endParaRPr lang="en-US"/>
        </a:p>
      </dgm:t>
    </dgm:pt>
    <dgm:pt modelId="{70C2AFDF-40A2-4DC6-B046-EC9D68A287D0}" type="sibTrans" cxnId="{74B7226D-6250-4714-B996-9F5E738203B5}">
      <dgm:prSet/>
      <dgm:spPr/>
      <dgm:t>
        <a:bodyPr/>
        <a:lstStyle/>
        <a:p>
          <a:endParaRPr lang="en-US"/>
        </a:p>
      </dgm:t>
    </dgm:pt>
    <dgm:pt modelId="{5561BA36-FB21-408B-B946-0A89CFF6F4E5}">
      <dgm:prSet custT="1"/>
      <dgm:spPr/>
      <dgm:t>
        <a:bodyPr/>
        <a:lstStyle/>
        <a:p>
          <a:r>
            <a:rPr lang="en-US" sz="1400" b="1" dirty="0"/>
            <a:t>Monitoring &amp; Improvement</a:t>
          </a:r>
        </a:p>
      </dgm:t>
    </dgm:pt>
    <dgm:pt modelId="{F1F0ADFC-19FF-434C-98A8-FF4E77E5908E}" type="parTrans" cxnId="{74302125-559E-4985-B946-03B49F51CBD8}">
      <dgm:prSet/>
      <dgm:spPr/>
      <dgm:t>
        <a:bodyPr/>
        <a:lstStyle/>
        <a:p>
          <a:endParaRPr lang="en-US"/>
        </a:p>
      </dgm:t>
    </dgm:pt>
    <dgm:pt modelId="{9ECBBD02-92E2-4766-87FC-F23F35BB2023}" type="sibTrans" cxnId="{74302125-559E-4985-B946-03B49F51CBD8}">
      <dgm:prSet/>
      <dgm:spPr/>
      <dgm:t>
        <a:bodyPr/>
        <a:lstStyle/>
        <a:p>
          <a:endParaRPr lang="en-US"/>
        </a:p>
      </dgm:t>
    </dgm:pt>
    <dgm:pt modelId="{759754B1-5F28-4BDA-8230-CC77FD41DC45}" type="pres">
      <dgm:prSet presAssocID="{979BA696-C5A3-4271-A0B6-F1624E0690E2}" presName="cycle" presStyleCnt="0">
        <dgm:presLayoutVars>
          <dgm:dir/>
          <dgm:resizeHandles val="exact"/>
        </dgm:presLayoutVars>
      </dgm:prSet>
      <dgm:spPr/>
    </dgm:pt>
    <dgm:pt modelId="{E13EA288-D10B-4B37-BFBE-04E2B48976BA}" type="pres">
      <dgm:prSet presAssocID="{7DCC5563-F73C-4C7A-BEB7-F759B313192C}" presName="node" presStyleLbl="node1" presStyleIdx="0" presStyleCnt="5">
        <dgm:presLayoutVars>
          <dgm:bulletEnabled val="1"/>
        </dgm:presLayoutVars>
      </dgm:prSet>
      <dgm:spPr/>
    </dgm:pt>
    <dgm:pt modelId="{2C745B75-82B1-4A9A-BB01-1BE3F01B002A}" type="pres">
      <dgm:prSet presAssocID="{7DCC5563-F73C-4C7A-BEB7-F759B313192C}" presName="spNode" presStyleCnt="0"/>
      <dgm:spPr/>
    </dgm:pt>
    <dgm:pt modelId="{7C966229-0813-4541-9798-8DAFD2A65855}" type="pres">
      <dgm:prSet presAssocID="{5BD1906C-A016-4E16-8632-28C8816FE520}" presName="sibTrans" presStyleLbl="sibTrans1D1" presStyleIdx="0" presStyleCnt="5"/>
      <dgm:spPr/>
    </dgm:pt>
    <dgm:pt modelId="{9856BF49-F111-4C3C-9DD7-7745E6E7B01D}" type="pres">
      <dgm:prSet presAssocID="{880186B4-A48A-4EFB-8626-724C179CD3C1}" presName="node" presStyleLbl="node1" presStyleIdx="1" presStyleCnt="5">
        <dgm:presLayoutVars>
          <dgm:bulletEnabled val="1"/>
        </dgm:presLayoutVars>
      </dgm:prSet>
      <dgm:spPr/>
    </dgm:pt>
    <dgm:pt modelId="{63343F9F-B0A0-4A82-BCFB-7ACB255D013E}" type="pres">
      <dgm:prSet presAssocID="{880186B4-A48A-4EFB-8626-724C179CD3C1}" presName="spNode" presStyleCnt="0"/>
      <dgm:spPr/>
    </dgm:pt>
    <dgm:pt modelId="{0F3B37F9-F2CE-4B4F-A16C-E8296626DC80}" type="pres">
      <dgm:prSet presAssocID="{DBFB9CD1-E6FF-48C3-94E5-6F223B127E57}" presName="sibTrans" presStyleLbl="sibTrans1D1" presStyleIdx="1" presStyleCnt="5"/>
      <dgm:spPr/>
    </dgm:pt>
    <dgm:pt modelId="{084B998B-E688-4536-A2A5-A34CF36E6592}" type="pres">
      <dgm:prSet presAssocID="{A9205697-ADD5-4988-A15C-D7A368A471F3}" presName="node" presStyleLbl="node1" presStyleIdx="2" presStyleCnt="5">
        <dgm:presLayoutVars>
          <dgm:bulletEnabled val="1"/>
        </dgm:presLayoutVars>
      </dgm:prSet>
      <dgm:spPr/>
    </dgm:pt>
    <dgm:pt modelId="{3380BEB7-A5BB-478D-9F5D-903E8A3FF8A0}" type="pres">
      <dgm:prSet presAssocID="{A9205697-ADD5-4988-A15C-D7A368A471F3}" presName="spNode" presStyleCnt="0"/>
      <dgm:spPr/>
    </dgm:pt>
    <dgm:pt modelId="{439B2930-8F37-40AD-9BF0-40BD9FAD10FB}" type="pres">
      <dgm:prSet presAssocID="{40306628-C23E-4E82-8798-FF918F43F7A8}" presName="sibTrans" presStyleLbl="sibTrans1D1" presStyleIdx="2" presStyleCnt="5"/>
      <dgm:spPr/>
    </dgm:pt>
    <dgm:pt modelId="{81334DD8-4A47-4D80-A3C1-A8C7653C3BCE}" type="pres">
      <dgm:prSet presAssocID="{F8C10CC5-25EF-4968-A634-027D040AEFC6}" presName="node" presStyleLbl="node1" presStyleIdx="3" presStyleCnt="5">
        <dgm:presLayoutVars>
          <dgm:bulletEnabled val="1"/>
        </dgm:presLayoutVars>
      </dgm:prSet>
      <dgm:spPr/>
    </dgm:pt>
    <dgm:pt modelId="{C8462E38-860B-40F1-8A1D-FD11047BF3C1}" type="pres">
      <dgm:prSet presAssocID="{F8C10CC5-25EF-4968-A634-027D040AEFC6}" presName="spNode" presStyleCnt="0"/>
      <dgm:spPr/>
    </dgm:pt>
    <dgm:pt modelId="{72446E4C-77E2-4A02-9424-384D9D0968D2}" type="pres">
      <dgm:prSet presAssocID="{70C2AFDF-40A2-4DC6-B046-EC9D68A287D0}" presName="sibTrans" presStyleLbl="sibTrans1D1" presStyleIdx="3" presStyleCnt="5"/>
      <dgm:spPr/>
    </dgm:pt>
    <dgm:pt modelId="{E5C6B6EC-BBAD-48EF-8018-B35CFDC5CF77}" type="pres">
      <dgm:prSet presAssocID="{5561BA36-FB21-408B-B946-0A89CFF6F4E5}" presName="node" presStyleLbl="node1" presStyleIdx="4" presStyleCnt="5">
        <dgm:presLayoutVars>
          <dgm:bulletEnabled val="1"/>
        </dgm:presLayoutVars>
      </dgm:prSet>
      <dgm:spPr/>
    </dgm:pt>
    <dgm:pt modelId="{12A86612-7267-4E17-8CC9-0D73230A9DF4}" type="pres">
      <dgm:prSet presAssocID="{5561BA36-FB21-408B-B946-0A89CFF6F4E5}" presName="spNode" presStyleCnt="0"/>
      <dgm:spPr/>
    </dgm:pt>
    <dgm:pt modelId="{C646DC14-B41E-42F7-A70D-07EEC88ACDC1}" type="pres">
      <dgm:prSet presAssocID="{9ECBBD02-92E2-4766-87FC-F23F35BB2023}" presName="sibTrans" presStyleLbl="sibTrans1D1" presStyleIdx="4" presStyleCnt="5"/>
      <dgm:spPr/>
    </dgm:pt>
  </dgm:ptLst>
  <dgm:cxnLst>
    <dgm:cxn modelId="{9F099A02-DC3C-485A-A4FC-99F86A5E54D0}" type="presOf" srcId="{DBFB9CD1-E6FF-48C3-94E5-6F223B127E57}" destId="{0F3B37F9-F2CE-4B4F-A16C-E8296626DC80}" srcOrd="0" destOrd="0" presId="urn:microsoft.com/office/officeart/2005/8/layout/cycle6"/>
    <dgm:cxn modelId="{38DA0511-B5D9-4060-9616-7DE41B30E11D}" srcId="{979BA696-C5A3-4271-A0B6-F1624E0690E2}" destId="{A9205697-ADD5-4988-A15C-D7A368A471F3}" srcOrd="2" destOrd="0" parTransId="{F4782E3F-C38C-4564-B93A-F5F43186A26A}" sibTransId="{40306628-C23E-4E82-8798-FF918F43F7A8}"/>
    <dgm:cxn modelId="{C430DF12-4AA8-413F-BF44-955B268DAF26}" type="presOf" srcId="{979BA696-C5A3-4271-A0B6-F1624E0690E2}" destId="{759754B1-5F28-4BDA-8230-CC77FD41DC45}" srcOrd="0" destOrd="0" presId="urn:microsoft.com/office/officeart/2005/8/layout/cycle6"/>
    <dgm:cxn modelId="{B4E70019-121C-486F-935A-E3013C501ED5}" type="presOf" srcId="{880186B4-A48A-4EFB-8626-724C179CD3C1}" destId="{9856BF49-F111-4C3C-9DD7-7745E6E7B01D}" srcOrd="0" destOrd="0" presId="urn:microsoft.com/office/officeart/2005/8/layout/cycle6"/>
    <dgm:cxn modelId="{74302125-559E-4985-B946-03B49F51CBD8}" srcId="{979BA696-C5A3-4271-A0B6-F1624E0690E2}" destId="{5561BA36-FB21-408B-B946-0A89CFF6F4E5}" srcOrd="4" destOrd="0" parTransId="{F1F0ADFC-19FF-434C-98A8-FF4E77E5908E}" sibTransId="{9ECBBD02-92E2-4766-87FC-F23F35BB2023}"/>
    <dgm:cxn modelId="{679F7A2C-1F1A-45E1-94C9-92FF8D4CFC09}" type="presOf" srcId="{A9205697-ADD5-4988-A15C-D7A368A471F3}" destId="{084B998B-E688-4536-A2A5-A34CF36E6592}" srcOrd="0" destOrd="0" presId="urn:microsoft.com/office/officeart/2005/8/layout/cycle6"/>
    <dgm:cxn modelId="{C1B8C44C-4BE4-426B-A1CF-D17ED9A56BFE}" type="presOf" srcId="{5561BA36-FB21-408B-B946-0A89CFF6F4E5}" destId="{E5C6B6EC-BBAD-48EF-8018-B35CFDC5CF77}" srcOrd="0" destOrd="0" presId="urn:microsoft.com/office/officeart/2005/8/layout/cycle6"/>
    <dgm:cxn modelId="{74B7226D-6250-4714-B996-9F5E738203B5}" srcId="{979BA696-C5A3-4271-A0B6-F1624E0690E2}" destId="{F8C10CC5-25EF-4968-A634-027D040AEFC6}" srcOrd="3" destOrd="0" parTransId="{BE081F03-377F-45D7-ABD2-4B43B7FB11A9}" sibTransId="{70C2AFDF-40A2-4DC6-B046-EC9D68A287D0}"/>
    <dgm:cxn modelId="{C43C4E7E-EC62-443F-A58F-E1F30CEB39B1}" type="presOf" srcId="{9ECBBD02-92E2-4766-87FC-F23F35BB2023}" destId="{C646DC14-B41E-42F7-A70D-07EEC88ACDC1}" srcOrd="0" destOrd="0" presId="urn:microsoft.com/office/officeart/2005/8/layout/cycle6"/>
    <dgm:cxn modelId="{601ED37F-FC27-4BB8-ACD6-9A599029965B}" srcId="{979BA696-C5A3-4271-A0B6-F1624E0690E2}" destId="{7DCC5563-F73C-4C7A-BEB7-F759B313192C}" srcOrd="0" destOrd="0" parTransId="{1EEA9A64-1D83-4A47-A619-E0975C541DB9}" sibTransId="{5BD1906C-A016-4E16-8632-28C8816FE520}"/>
    <dgm:cxn modelId="{4E6EF68C-DDC4-4596-A406-3DC2859BB073}" type="presOf" srcId="{5BD1906C-A016-4E16-8632-28C8816FE520}" destId="{7C966229-0813-4541-9798-8DAFD2A65855}" srcOrd="0" destOrd="0" presId="urn:microsoft.com/office/officeart/2005/8/layout/cycle6"/>
    <dgm:cxn modelId="{BB8ACFA9-64ED-46A4-A826-038A7480C9F7}" srcId="{979BA696-C5A3-4271-A0B6-F1624E0690E2}" destId="{880186B4-A48A-4EFB-8626-724C179CD3C1}" srcOrd="1" destOrd="0" parTransId="{F5CDAF88-8B61-4907-AEDC-87168E03C886}" sibTransId="{DBFB9CD1-E6FF-48C3-94E5-6F223B127E57}"/>
    <dgm:cxn modelId="{D9482CCD-19D4-4D21-8D49-BCE2924677EC}" type="presOf" srcId="{F8C10CC5-25EF-4968-A634-027D040AEFC6}" destId="{81334DD8-4A47-4D80-A3C1-A8C7653C3BCE}" srcOrd="0" destOrd="0" presId="urn:microsoft.com/office/officeart/2005/8/layout/cycle6"/>
    <dgm:cxn modelId="{A77299D7-0DEC-499B-A9ED-B7477EA4C79E}" type="presOf" srcId="{70C2AFDF-40A2-4DC6-B046-EC9D68A287D0}" destId="{72446E4C-77E2-4A02-9424-384D9D0968D2}" srcOrd="0" destOrd="0" presId="urn:microsoft.com/office/officeart/2005/8/layout/cycle6"/>
    <dgm:cxn modelId="{737BF6E6-7CEC-4215-834D-2D107FD6D1C8}" type="presOf" srcId="{7DCC5563-F73C-4C7A-BEB7-F759B313192C}" destId="{E13EA288-D10B-4B37-BFBE-04E2B48976BA}" srcOrd="0" destOrd="0" presId="urn:microsoft.com/office/officeart/2005/8/layout/cycle6"/>
    <dgm:cxn modelId="{4425A8EC-56BB-4CA3-A773-21084FFF600F}" type="presOf" srcId="{40306628-C23E-4E82-8798-FF918F43F7A8}" destId="{439B2930-8F37-40AD-9BF0-40BD9FAD10FB}" srcOrd="0" destOrd="0" presId="urn:microsoft.com/office/officeart/2005/8/layout/cycle6"/>
    <dgm:cxn modelId="{D29C02E2-9026-433A-8A52-658DB6E12DEE}" type="presParOf" srcId="{759754B1-5F28-4BDA-8230-CC77FD41DC45}" destId="{E13EA288-D10B-4B37-BFBE-04E2B48976BA}" srcOrd="0" destOrd="0" presId="urn:microsoft.com/office/officeart/2005/8/layout/cycle6"/>
    <dgm:cxn modelId="{078C2AB5-BFA9-44A0-A396-8C7C588DBD33}" type="presParOf" srcId="{759754B1-5F28-4BDA-8230-CC77FD41DC45}" destId="{2C745B75-82B1-4A9A-BB01-1BE3F01B002A}" srcOrd="1" destOrd="0" presId="urn:microsoft.com/office/officeart/2005/8/layout/cycle6"/>
    <dgm:cxn modelId="{56E166E5-73BF-44B6-9159-D2CF8D463A99}" type="presParOf" srcId="{759754B1-5F28-4BDA-8230-CC77FD41DC45}" destId="{7C966229-0813-4541-9798-8DAFD2A65855}" srcOrd="2" destOrd="0" presId="urn:microsoft.com/office/officeart/2005/8/layout/cycle6"/>
    <dgm:cxn modelId="{61A1A134-792B-44B4-8FB4-BDE1CA2C4DA9}" type="presParOf" srcId="{759754B1-5F28-4BDA-8230-CC77FD41DC45}" destId="{9856BF49-F111-4C3C-9DD7-7745E6E7B01D}" srcOrd="3" destOrd="0" presId="urn:microsoft.com/office/officeart/2005/8/layout/cycle6"/>
    <dgm:cxn modelId="{EE4B00FA-52F7-4292-99CA-2F96808B6ED3}" type="presParOf" srcId="{759754B1-5F28-4BDA-8230-CC77FD41DC45}" destId="{63343F9F-B0A0-4A82-BCFB-7ACB255D013E}" srcOrd="4" destOrd="0" presId="urn:microsoft.com/office/officeart/2005/8/layout/cycle6"/>
    <dgm:cxn modelId="{BA410F28-5E5A-4065-AD68-8EA4FA47AD27}" type="presParOf" srcId="{759754B1-5F28-4BDA-8230-CC77FD41DC45}" destId="{0F3B37F9-F2CE-4B4F-A16C-E8296626DC80}" srcOrd="5" destOrd="0" presId="urn:microsoft.com/office/officeart/2005/8/layout/cycle6"/>
    <dgm:cxn modelId="{A9F9E503-C283-4D9C-9E28-89457EEF17AF}" type="presParOf" srcId="{759754B1-5F28-4BDA-8230-CC77FD41DC45}" destId="{084B998B-E688-4536-A2A5-A34CF36E6592}" srcOrd="6" destOrd="0" presId="urn:microsoft.com/office/officeart/2005/8/layout/cycle6"/>
    <dgm:cxn modelId="{DA704AB5-E42C-483B-A730-FBD8EB259472}" type="presParOf" srcId="{759754B1-5F28-4BDA-8230-CC77FD41DC45}" destId="{3380BEB7-A5BB-478D-9F5D-903E8A3FF8A0}" srcOrd="7" destOrd="0" presId="urn:microsoft.com/office/officeart/2005/8/layout/cycle6"/>
    <dgm:cxn modelId="{9390B0A0-98B9-45DE-A827-22C445DECC88}" type="presParOf" srcId="{759754B1-5F28-4BDA-8230-CC77FD41DC45}" destId="{439B2930-8F37-40AD-9BF0-40BD9FAD10FB}" srcOrd="8" destOrd="0" presId="urn:microsoft.com/office/officeart/2005/8/layout/cycle6"/>
    <dgm:cxn modelId="{4EB1C571-C598-435B-882E-50D8887C7C06}" type="presParOf" srcId="{759754B1-5F28-4BDA-8230-CC77FD41DC45}" destId="{81334DD8-4A47-4D80-A3C1-A8C7653C3BCE}" srcOrd="9" destOrd="0" presId="urn:microsoft.com/office/officeart/2005/8/layout/cycle6"/>
    <dgm:cxn modelId="{B04B7BF9-74F6-43DF-A5D5-F22FF976C6FE}" type="presParOf" srcId="{759754B1-5F28-4BDA-8230-CC77FD41DC45}" destId="{C8462E38-860B-40F1-8A1D-FD11047BF3C1}" srcOrd="10" destOrd="0" presId="urn:microsoft.com/office/officeart/2005/8/layout/cycle6"/>
    <dgm:cxn modelId="{0203AE4F-CCC9-4294-A859-F94B12EDC460}" type="presParOf" srcId="{759754B1-5F28-4BDA-8230-CC77FD41DC45}" destId="{72446E4C-77E2-4A02-9424-384D9D0968D2}" srcOrd="11" destOrd="0" presId="urn:microsoft.com/office/officeart/2005/8/layout/cycle6"/>
    <dgm:cxn modelId="{57AA6CE8-BF2E-41D1-BCB8-84C882EB48D6}" type="presParOf" srcId="{759754B1-5F28-4BDA-8230-CC77FD41DC45}" destId="{E5C6B6EC-BBAD-48EF-8018-B35CFDC5CF77}" srcOrd="12" destOrd="0" presId="urn:microsoft.com/office/officeart/2005/8/layout/cycle6"/>
    <dgm:cxn modelId="{BF89682C-63C7-4CF2-A3DB-A322C4DF71B7}" type="presParOf" srcId="{759754B1-5F28-4BDA-8230-CC77FD41DC45}" destId="{12A86612-7267-4E17-8CC9-0D73230A9DF4}" srcOrd="13" destOrd="0" presId="urn:microsoft.com/office/officeart/2005/8/layout/cycle6"/>
    <dgm:cxn modelId="{F76E6E54-5078-4817-933E-C99B961BCF04}" type="presParOf" srcId="{759754B1-5F28-4BDA-8230-CC77FD41DC45}" destId="{C646DC14-B41E-42F7-A70D-07EEC88ACDC1}" srcOrd="14" destOrd="0" presId="urn:microsoft.com/office/officeart/2005/8/layout/cycle6"/>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79BA696-C5A3-4271-A0B6-F1624E0690E2}" type="doc">
      <dgm:prSet loTypeId="urn:microsoft.com/office/officeart/2005/8/layout/cycle6" loCatId="cycle" qsTypeId="urn:microsoft.com/office/officeart/2005/8/quickstyle/simple1" qsCatId="simple" csTypeId="urn:microsoft.com/office/officeart/2005/8/colors/accent1_2" csCatId="accent1" phldr="1"/>
      <dgm:spPr/>
      <dgm:t>
        <a:bodyPr/>
        <a:lstStyle/>
        <a:p>
          <a:endParaRPr lang="en-US"/>
        </a:p>
      </dgm:t>
    </dgm:pt>
    <dgm:pt modelId="{7DCC5563-F73C-4C7A-BEB7-F759B313192C}">
      <dgm:prSet phldrT="[Text]" custT="1"/>
      <dgm:spPr/>
      <dgm:t>
        <a:bodyPr/>
        <a:lstStyle/>
        <a:p>
          <a:r>
            <a:rPr lang="en-US" sz="1400" b="1" dirty="0"/>
            <a:t>Setting the Compliance Objectives</a:t>
          </a:r>
        </a:p>
      </dgm:t>
    </dgm:pt>
    <dgm:pt modelId="{1EEA9A64-1D83-4A47-A619-E0975C541DB9}" type="parTrans" cxnId="{601ED37F-FC27-4BB8-ACD6-9A599029965B}">
      <dgm:prSet/>
      <dgm:spPr/>
      <dgm:t>
        <a:bodyPr/>
        <a:lstStyle/>
        <a:p>
          <a:endParaRPr lang="en-US"/>
        </a:p>
      </dgm:t>
    </dgm:pt>
    <dgm:pt modelId="{5BD1906C-A016-4E16-8632-28C8816FE520}" type="sibTrans" cxnId="{601ED37F-FC27-4BB8-ACD6-9A599029965B}">
      <dgm:prSet/>
      <dgm:spPr/>
      <dgm:t>
        <a:bodyPr/>
        <a:lstStyle/>
        <a:p>
          <a:endParaRPr lang="en-US"/>
        </a:p>
      </dgm:t>
    </dgm:pt>
    <dgm:pt modelId="{880186B4-A48A-4EFB-8626-724C179CD3C1}">
      <dgm:prSet custT="1"/>
      <dgm:spPr/>
      <dgm:t>
        <a:bodyPr/>
        <a:lstStyle/>
        <a:p>
          <a:r>
            <a:rPr lang="en-US" sz="1400" b="1" dirty="0"/>
            <a:t>Identifying Compliance Obligations</a:t>
          </a:r>
        </a:p>
      </dgm:t>
    </dgm:pt>
    <dgm:pt modelId="{F5CDAF88-8B61-4907-AEDC-87168E03C886}" type="parTrans" cxnId="{BB8ACFA9-64ED-46A4-A826-038A7480C9F7}">
      <dgm:prSet/>
      <dgm:spPr/>
      <dgm:t>
        <a:bodyPr/>
        <a:lstStyle/>
        <a:p>
          <a:endParaRPr lang="en-US"/>
        </a:p>
      </dgm:t>
    </dgm:pt>
    <dgm:pt modelId="{DBFB9CD1-E6FF-48C3-94E5-6F223B127E57}" type="sibTrans" cxnId="{BB8ACFA9-64ED-46A4-A826-038A7480C9F7}">
      <dgm:prSet/>
      <dgm:spPr/>
      <dgm:t>
        <a:bodyPr/>
        <a:lstStyle/>
        <a:p>
          <a:endParaRPr lang="en-US"/>
        </a:p>
      </dgm:t>
    </dgm:pt>
    <dgm:pt modelId="{A9205697-ADD5-4988-A15C-D7A368A471F3}">
      <dgm:prSet custT="1"/>
      <dgm:spPr/>
      <dgm:t>
        <a:bodyPr/>
        <a:lstStyle/>
        <a:p>
          <a:r>
            <a:rPr lang="en-US" sz="1400" b="1" dirty="0"/>
            <a:t>Assessing Non-Compliance Risk</a:t>
          </a:r>
        </a:p>
      </dgm:t>
    </dgm:pt>
    <dgm:pt modelId="{F4782E3F-C38C-4564-B93A-F5F43186A26A}" type="parTrans" cxnId="{38DA0511-B5D9-4060-9616-7DE41B30E11D}">
      <dgm:prSet/>
      <dgm:spPr/>
      <dgm:t>
        <a:bodyPr/>
        <a:lstStyle/>
        <a:p>
          <a:endParaRPr lang="en-US"/>
        </a:p>
      </dgm:t>
    </dgm:pt>
    <dgm:pt modelId="{40306628-C23E-4E82-8798-FF918F43F7A8}" type="sibTrans" cxnId="{38DA0511-B5D9-4060-9616-7DE41B30E11D}">
      <dgm:prSet/>
      <dgm:spPr/>
      <dgm:t>
        <a:bodyPr/>
        <a:lstStyle/>
        <a:p>
          <a:endParaRPr lang="en-US"/>
        </a:p>
      </dgm:t>
    </dgm:pt>
    <dgm:pt modelId="{F8C10CC5-25EF-4968-A634-027D040AEFC6}">
      <dgm:prSet custT="1"/>
      <dgm:spPr/>
      <dgm:t>
        <a:bodyPr/>
        <a:lstStyle/>
        <a:p>
          <a:r>
            <a:rPr lang="en-US" sz="1400" b="1" dirty="0"/>
            <a:t>Performing Control Activities</a:t>
          </a:r>
        </a:p>
      </dgm:t>
    </dgm:pt>
    <dgm:pt modelId="{BE081F03-377F-45D7-ABD2-4B43B7FB11A9}" type="parTrans" cxnId="{74B7226D-6250-4714-B996-9F5E738203B5}">
      <dgm:prSet/>
      <dgm:spPr/>
      <dgm:t>
        <a:bodyPr/>
        <a:lstStyle/>
        <a:p>
          <a:endParaRPr lang="en-US"/>
        </a:p>
      </dgm:t>
    </dgm:pt>
    <dgm:pt modelId="{70C2AFDF-40A2-4DC6-B046-EC9D68A287D0}" type="sibTrans" cxnId="{74B7226D-6250-4714-B996-9F5E738203B5}">
      <dgm:prSet/>
      <dgm:spPr/>
      <dgm:t>
        <a:bodyPr/>
        <a:lstStyle/>
        <a:p>
          <a:endParaRPr lang="en-US"/>
        </a:p>
      </dgm:t>
    </dgm:pt>
    <dgm:pt modelId="{5561BA36-FB21-408B-B946-0A89CFF6F4E5}">
      <dgm:prSet custT="1"/>
      <dgm:spPr/>
      <dgm:t>
        <a:bodyPr/>
        <a:lstStyle/>
        <a:p>
          <a:r>
            <a:rPr lang="en-US" sz="1400" b="1" dirty="0"/>
            <a:t>Monitoring &amp; Improvement</a:t>
          </a:r>
        </a:p>
      </dgm:t>
    </dgm:pt>
    <dgm:pt modelId="{F1F0ADFC-19FF-434C-98A8-FF4E77E5908E}" type="parTrans" cxnId="{74302125-559E-4985-B946-03B49F51CBD8}">
      <dgm:prSet/>
      <dgm:spPr/>
      <dgm:t>
        <a:bodyPr/>
        <a:lstStyle/>
        <a:p>
          <a:endParaRPr lang="en-US"/>
        </a:p>
      </dgm:t>
    </dgm:pt>
    <dgm:pt modelId="{9ECBBD02-92E2-4766-87FC-F23F35BB2023}" type="sibTrans" cxnId="{74302125-559E-4985-B946-03B49F51CBD8}">
      <dgm:prSet/>
      <dgm:spPr/>
      <dgm:t>
        <a:bodyPr/>
        <a:lstStyle/>
        <a:p>
          <a:endParaRPr lang="en-US"/>
        </a:p>
      </dgm:t>
    </dgm:pt>
    <dgm:pt modelId="{759754B1-5F28-4BDA-8230-CC77FD41DC45}" type="pres">
      <dgm:prSet presAssocID="{979BA696-C5A3-4271-A0B6-F1624E0690E2}" presName="cycle" presStyleCnt="0">
        <dgm:presLayoutVars>
          <dgm:dir/>
          <dgm:resizeHandles val="exact"/>
        </dgm:presLayoutVars>
      </dgm:prSet>
      <dgm:spPr/>
    </dgm:pt>
    <dgm:pt modelId="{E13EA288-D10B-4B37-BFBE-04E2B48976BA}" type="pres">
      <dgm:prSet presAssocID="{7DCC5563-F73C-4C7A-BEB7-F759B313192C}" presName="node" presStyleLbl="node1" presStyleIdx="0" presStyleCnt="5">
        <dgm:presLayoutVars>
          <dgm:bulletEnabled val="1"/>
        </dgm:presLayoutVars>
      </dgm:prSet>
      <dgm:spPr/>
    </dgm:pt>
    <dgm:pt modelId="{2C745B75-82B1-4A9A-BB01-1BE3F01B002A}" type="pres">
      <dgm:prSet presAssocID="{7DCC5563-F73C-4C7A-BEB7-F759B313192C}" presName="spNode" presStyleCnt="0"/>
      <dgm:spPr/>
    </dgm:pt>
    <dgm:pt modelId="{7C966229-0813-4541-9798-8DAFD2A65855}" type="pres">
      <dgm:prSet presAssocID="{5BD1906C-A016-4E16-8632-28C8816FE520}" presName="sibTrans" presStyleLbl="sibTrans1D1" presStyleIdx="0" presStyleCnt="5"/>
      <dgm:spPr/>
    </dgm:pt>
    <dgm:pt modelId="{9856BF49-F111-4C3C-9DD7-7745E6E7B01D}" type="pres">
      <dgm:prSet presAssocID="{880186B4-A48A-4EFB-8626-724C179CD3C1}" presName="node" presStyleLbl="node1" presStyleIdx="1" presStyleCnt="5">
        <dgm:presLayoutVars>
          <dgm:bulletEnabled val="1"/>
        </dgm:presLayoutVars>
      </dgm:prSet>
      <dgm:spPr/>
    </dgm:pt>
    <dgm:pt modelId="{63343F9F-B0A0-4A82-BCFB-7ACB255D013E}" type="pres">
      <dgm:prSet presAssocID="{880186B4-A48A-4EFB-8626-724C179CD3C1}" presName="spNode" presStyleCnt="0"/>
      <dgm:spPr/>
    </dgm:pt>
    <dgm:pt modelId="{0F3B37F9-F2CE-4B4F-A16C-E8296626DC80}" type="pres">
      <dgm:prSet presAssocID="{DBFB9CD1-E6FF-48C3-94E5-6F223B127E57}" presName="sibTrans" presStyleLbl="sibTrans1D1" presStyleIdx="1" presStyleCnt="5"/>
      <dgm:spPr/>
    </dgm:pt>
    <dgm:pt modelId="{084B998B-E688-4536-A2A5-A34CF36E6592}" type="pres">
      <dgm:prSet presAssocID="{A9205697-ADD5-4988-A15C-D7A368A471F3}" presName="node" presStyleLbl="node1" presStyleIdx="2" presStyleCnt="5">
        <dgm:presLayoutVars>
          <dgm:bulletEnabled val="1"/>
        </dgm:presLayoutVars>
      </dgm:prSet>
      <dgm:spPr/>
    </dgm:pt>
    <dgm:pt modelId="{3380BEB7-A5BB-478D-9F5D-903E8A3FF8A0}" type="pres">
      <dgm:prSet presAssocID="{A9205697-ADD5-4988-A15C-D7A368A471F3}" presName="spNode" presStyleCnt="0"/>
      <dgm:spPr/>
    </dgm:pt>
    <dgm:pt modelId="{439B2930-8F37-40AD-9BF0-40BD9FAD10FB}" type="pres">
      <dgm:prSet presAssocID="{40306628-C23E-4E82-8798-FF918F43F7A8}" presName="sibTrans" presStyleLbl="sibTrans1D1" presStyleIdx="2" presStyleCnt="5"/>
      <dgm:spPr/>
    </dgm:pt>
    <dgm:pt modelId="{81334DD8-4A47-4D80-A3C1-A8C7653C3BCE}" type="pres">
      <dgm:prSet presAssocID="{F8C10CC5-25EF-4968-A634-027D040AEFC6}" presName="node" presStyleLbl="node1" presStyleIdx="3" presStyleCnt="5">
        <dgm:presLayoutVars>
          <dgm:bulletEnabled val="1"/>
        </dgm:presLayoutVars>
      </dgm:prSet>
      <dgm:spPr/>
    </dgm:pt>
    <dgm:pt modelId="{C8462E38-860B-40F1-8A1D-FD11047BF3C1}" type="pres">
      <dgm:prSet presAssocID="{F8C10CC5-25EF-4968-A634-027D040AEFC6}" presName="spNode" presStyleCnt="0"/>
      <dgm:spPr/>
    </dgm:pt>
    <dgm:pt modelId="{72446E4C-77E2-4A02-9424-384D9D0968D2}" type="pres">
      <dgm:prSet presAssocID="{70C2AFDF-40A2-4DC6-B046-EC9D68A287D0}" presName="sibTrans" presStyleLbl="sibTrans1D1" presStyleIdx="3" presStyleCnt="5"/>
      <dgm:spPr/>
    </dgm:pt>
    <dgm:pt modelId="{E5C6B6EC-BBAD-48EF-8018-B35CFDC5CF77}" type="pres">
      <dgm:prSet presAssocID="{5561BA36-FB21-408B-B946-0A89CFF6F4E5}" presName="node" presStyleLbl="node1" presStyleIdx="4" presStyleCnt="5">
        <dgm:presLayoutVars>
          <dgm:bulletEnabled val="1"/>
        </dgm:presLayoutVars>
      </dgm:prSet>
      <dgm:spPr/>
    </dgm:pt>
    <dgm:pt modelId="{12A86612-7267-4E17-8CC9-0D73230A9DF4}" type="pres">
      <dgm:prSet presAssocID="{5561BA36-FB21-408B-B946-0A89CFF6F4E5}" presName="spNode" presStyleCnt="0"/>
      <dgm:spPr/>
    </dgm:pt>
    <dgm:pt modelId="{C646DC14-B41E-42F7-A70D-07EEC88ACDC1}" type="pres">
      <dgm:prSet presAssocID="{9ECBBD02-92E2-4766-87FC-F23F35BB2023}" presName="sibTrans" presStyleLbl="sibTrans1D1" presStyleIdx="4" presStyleCnt="5"/>
      <dgm:spPr/>
    </dgm:pt>
  </dgm:ptLst>
  <dgm:cxnLst>
    <dgm:cxn modelId="{9F099A02-DC3C-485A-A4FC-99F86A5E54D0}" type="presOf" srcId="{DBFB9CD1-E6FF-48C3-94E5-6F223B127E57}" destId="{0F3B37F9-F2CE-4B4F-A16C-E8296626DC80}" srcOrd="0" destOrd="0" presId="urn:microsoft.com/office/officeart/2005/8/layout/cycle6"/>
    <dgm:cxn modelId="{38DA0511-B5D9-4060-9616-7DE41B30E11D}" srcId="{979BA696-C5A3-4271-A0B6-F1624E0690E2}" destId="{A9205697-ADD5-4988-A15C-D7A368A471F3}" srcOrd="2" destOrd="0" parTransId="{F4782E3F-C38C-4564-B93A-F5F43186A26A}" sibTransId="{40306628-C23E-4E82-8798-FF918F43F7A8}"/>
    <dgm:cxn modelId="{C430DF12-4AA8-413F-BF44-955B268DAF26}" type="presOf" srcId="{979BA696-C5A3-4271-A0B6-F1624E0690E2}" destId="{759754B1-5F28-4BDA-8230-CC77FD41DC45}" srcOrd="0" destOrd="0" presId="urn:microsoft.com/office/officeart/2005/8/layout/cycle6"/>
    <dgm:cxn modelId="{B4E70019-121C-486F-935A-E3013C501ED5}" type="presOf" srcId="{880186B4-A48A-4EFB-8626-724C179CD3C1}" destId="{9856BF49-F111-4C3C-9DD7-7745E6E7B01D}" srcOrd="0" destOrd="0" presId="urn:microsoft.com/office/officeart/2005/8/layout/cycle6"/>
    <dgm:cxn modelId="{74302125-559E-4985-B946-03B49F51CBD8}" srcId="{979BA696-C5A3-4271-A0B6-F1624E0690E2}" destId="{5561BA36-FB21-408B-B946-0A89CFF6F4E5}" srcOrd="4" destOrd="0" parTransId="{F1F0ADFC-19FF-434C-98A8-FF4E77E5908E}" sibTransId="{9ECBBD02-92E2-4766-87FC-F23F35BB2023}"/>
    <dgm:cxn modelId="{679F7A2C-1F1A-45E1-94C9-92FF8D4CFC09}" type="presOf" srcId="{A9205697-ADD5-4988-A15C-D7A368A471F3}" destId="{084B998B-E688-4536-A2A5-A34CF36E6592}" srcOrd="0" destOrd="0" presId="urn:microsoft.com/office/officeart/2005/8/layout/cycle6"/>
    <dgm:cxn modelId="{C1B8C44C-4BE4-426B-A1CF-D17ED9A56BFE}" type="presOf" srcId="{5561BA36-FB21-408B-B946-0A89CFF6F4E5}" destId="{E5C6B6EC-BBAD-48EF-8018-B35CFDC5CF77}" srcOrd="0" destOrd="0" presId="urn:microsoft.com/office/officeart/2005/8/layout/cycle6"/>
    <dgm:cxn modelId="{74B7226D-6250-4714-B996-9F5E738203B5}" srcId="{979BA696-C5A3-4271-A0B6-F1624E0690E2}" destId="{F8C10CC5-25EF-4968-A634-027D040AEFC6}" srcOrd="3" destOrd="0" parTransId="{BE081F03-377F-45D7-ABD2-4B43B7FB11A9}" sibTransId="{70C2AFDF-40A2-4DC6-B046-EC9D68A287D0}"/>
    <dgm:cxn modelId="{C43C4E7E-EC62-443F-A58F-E1F30CEB39B1}" type="presOf" srcId="{9ECBBD02-92E2-4766-87FC-F23F35BB2023}" destId="{C646DC14-B41E-42F7-A70D-07EEC88ACDC1}" srcOrd="0" destOrd="0" presId="urn:microsoft.com/office/officeart/2005/8/layout/cycle6"/>
    <dgm:cxn modelId="{601ED37F-FC27-4BB8-ACD6-9A599029965B}" srcId="{979BA696-C5A3-4271-A0B6-F1624E0690E2}" destId="{7DCC5563-F73C-4C7A-BEB7-F759B313192C}" srcOrd="0" destOrd="0" parTransId="{1EEA9A64-1D83-4A47-A619-E0975C541DB9}" sibTransId="{5BD1906C-A016-4E16-8632-28C8816FE520}"/>
    <dgm:cxn modelId="{4E6EF68C-DDC4-4596-A406-3DC2859BB073}" type="presOf" srcId="{5BD1906C-A016-4E16-8632-28C8816FE520}" destId="{7C966229-0813-4541-9798-8DAFD2A65855}" srcOrd="0" destOrd="0" presId="urn:microsoft.com/office/officeart/2005/8/layout/cycle6"/>
    <dgm:cxn modelId="{BB8ACFA9-64ED-46A4-A826-038A7480C9F7}" srcId="{979BA696-C5A3-4271-A0B6-F1624E0690E2}" destId="{880186B4-A48A-4EFB-8626-724C179CD3C1}" srcOrd="1" destOrd="0" parTransId="{F5CDAF88-8B61-4907-AEDC-87168E03C886}" sibTransId="{DBFB9CD1-E6FF-48C3-94E5-6F223B127E57}"/>
    <dgm:cxn modelId="{D9482CCD-19D4-4D21-8D49-BCE2924677EC}" type="presOf" srcId="{F8C10CC5-25EF-4968-A634-027D040AEFC6}" destId="{81334DD8-4A47-4D80-A3C1-A8C7653C3BCE}" srcOrd="0" destOrd="0" presId="urn:microsoft.com/office/officeart/2005/8/layout/cycle6"/>
    <dgm:cxn modelId="{A77299D7-0DEC-499B-A9ED-B7477EA4C79E}" type="presOf" srcId="{70C2AFDF-40A2-4DC6-B046-EC9D68A287D0}" destId="{72446E4C-77E2-4A02-9424-384D9D0968D2}" srcOrd="0" destOrd="0" presId="urn:microsoft.com/office/officeart/2005/8/layout/cycle6"/>
    <dgm:cxn modelId="{737BF6E6-7CEC-4215-834D-2D107FD6D1C8}" type="presOf" srcId="{7DCC5563-F73C-4C7A-BEB7-F759B313192C}" destId="{E13EA288-D10B-4B37-BFBE-04E2B48976BA}" srcOrd="0" destOrd="0" presId="urn:microsoft.com/office/officeart/2005/8/layout/cycle6"/>
    <dgm:cxn modelId="{4425A8EC-56BB-4CA3-A773-21084FFF600F}" type="presOf" srcId="{40306628-C23E-4E82-8798-FF918F43F7A8}" destId="{439B2930-8F37-40AD-9BF0-40BD9FAD10FB}" srcOrd="0" destOrd="0" presId="urn:microsoft.com/office/officeart/2005/8/layout/cycle6"/>
    <dgm:cxn modelId="{D29C02E2-9026-433A-8A52-658DB6E12DEE}" type="presParOf" srcId="{759754B1-5F28-4BDA-8230-CC77FD41DC45}" destId="{E13EA288-D10B-4B37-BFBE-04E2B48976BA}" srcOrd="0" destOrd="0" presId="urn:microsoft.com/office/officeart/2005/8/layout/cycle6"/>
    <dgm:cxn modelId="{078C2AB5-BFA9-44A0-A396-8C7C588DBD33}" type="presParOf" srcId="{759754B1-5F28-4BDA-8230-CC77FD41DC45}" destId="{2C745B75-82B1-4A9A-BB01-1BE3F01B002A}" srcOrd="1" destOrd="0" presId="urn:microsoft.com/office/officeart/2005/8/layout/cycle6"/>
    <dgm:cxn modelId="{56E166E5-73BF-44B6-9159-D2CF8D463A99}" type="presParOf" srcId="{759754B1-5F28-4BDA-8230-CC77FD41DC45}" destId="{7C966229-0813-4541-9798-8DAFD2A65855}" srcOrd="2" destOrd="0" presId="urn:microsoft.com/office/officeart/2005/8/layout/cycle6"/>
    <dgm:cxn modelId="{61A1A134-792B-44B4-8FB4-BDE1CA2C4DA9}" type="presParOf" srcId="{759754B1-5F28-4BDA-8230-CC77FD41DC45}" destId="{9856BF49-F111-4C3C-9DD7-7745E6E7B01D}" srcOrd="3" destOrd="0" presId="urn:microsoft.com/office/officeart/2005/8/layout/cycle6"/>
    <dgm:cxn modelId="{EE4B00FA-52F7-4292-99CA-2F96808B6ED3}" type="presParOf" srcId="{759754B1-5F28-4BDA-8230-CC77FD41DC45}" destId="{63343F9F-B0A0-4A82-BCFB-7ACB255D013E}" srcOrd="4" destOrd="0" presId="urn:microsoft.com/office/officeart/2005/8/layout/cycle6"/>
    <dgm:cxn modelId="{BA410F28-5E5A-4065-AD68-8EA4FA47AD27}" type="presParOf" srcId="{759754B1-5F28-4BDA-8230-CC77FD41DC45}" destId="{0F3B37F9-F2CE-4B4F-A16C-E8296626DC80}" srcOrd="5" destOrd="0" presId="urn:microsoft.com/office/officeart/2005/8/layout/cycle6"/>
    <dgm:cxn modelId="{A9F9E503-C283-4D9C-9E28-89457EEF17AF}" type="presParOf" srcId="{759754B1-5F28-4BDA-8230-CC77FD41DC45}" destId="{084B998B-E688-4536-A2A5-A34CF36E6592}" srcOrd="6" destOrd="0" presId="urn:microsoft.com/office/officeart/2005/8/layout/cycle6"/>
    <dgm:cxn modelId="{DA704AB5-E42C-483B-A730-FBD8EB259472}" type="presParOf" srcId="{759754B1-5F28-4BDA-8230-CC77FD41DC45}" destId="{3380BEB7-A5BB-478D-9F5D-903E8A3FF8A0}" srcOrd="7" destOrd="0" presId="urn:microsoft.com/office/officeart/2005/8/layout/cycle6"/>
    <dgm:cxn modelId="{9390B0A0-98B9-45DE-A827-22C445DECC88}" type="presParOf" srcId="{759754B1-5F28-4BDA-8230-CC77FD41DC45}" destId="{439B2930-8F37-40AD-9BF0-40BD9FAD10FB}" srcOrd="8" destOrd="0" presId="urn:microsoft.com/office/officeart/2005/8/layout/cycle6"/>
    <dgm:cxn modelId="{4EB1C571-C598-435B-882E-50D8887C7C06}" type="presParOf" srcId="{759754B1-5F28-4BDA-8230-CC77FD41DC45}" destId="{81334DD8-4A47-4D80-A3C1-A8C7653C3BCE}" srcOrd="9" destOrd="0" presId="urn:microsoft.com/office/officeart/2005/8/layout/cycle6"/>
    <dgm:cxn modelId="{B04B7BF9-74F6-43DF-A5D5-F22FF976C6FE}" type="presParOf" srcId="{759754B1-5F28-4BDA-8230-CC77FD41DC45}" destId="{C8462E38-860B-40F1-8A1D-FD11047BF3C1}" srcOrd="10" destOrd="0" presId="urn:microsoft.com/office/officeart/2005/8/layout/cycle6"/>
    <dgm:cxn modelId="{0203AE4F-CCC9-4294-A859-F94B12EDC460}" type="presParOf" srcId="{759754B1-5F28-4BDA-8230-CC77FD41DC45}" destId="{72446E4C-77E2-4A02-9424-384D9D0968D2}" srcOrd="11" destOrd="0" presId="urn:microsoft.com/office/officeart/2005/8/layout/cycle6"/>
    <dgm:cxn modelId="{57AA6CE8-BF2E-41D1-BCB8-84C882EB48D6}" type="presParOf" srcId="{759754B1-5F28-4BDA-8230-CC77FD41DC45}" destId="{E5C6B6EC-BBAD-48EF-8018-B35CFDC5CF77}" srcOrd="12" destOrd="0" presId="urn:microsoft.com/office/officeart/2005/8/layout/cycle6"/>
    <dgm:cxn modelId="{BF89682C-63C7-4CF2-A3DB-A322C4DF71B7}" type="presParOf" srcId="{759754B1-5F28-4BDA-8230-CC77FD41DC45}" destId="{12A86612-7267-4E17-8CC9-0D73230A9DF4}" srcOrd="13" destOrd="0" presId="urn:microsoft.com/office/officeart/2005/8/layout/cycle6"/>
    <dgm:cxn modelId="{F76E6E54-5078-4817-933E-C99B961BCF04}" type="presParOf" srcId="{759754B1-5F28-4BDA-8230-CC77FD41DC45}" destId="{C646DC14-B41E-42F7-A70D-07EEC88ACDC1}" srcOrd="14" destOrd="0" presId="urn:microsoft.com/office/officeart/2005/8/layout/cycle6"/>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79BA696-C5A3-4271-A0B6-F1624E0690E2}" type="doc">
      <dgm:prSet loTypeId="urn:microsoft.com/office/officeart/2005/8/layout/cycle6" loCatId="cycle" qsTypeId="urn:microsoft.com/office/officeart/2005/8/quickstyle/simple1" qsCatId="simple" csTypeId="urn:microsoft.com/office/officeart/2005/8/colors/accent1_2" csCatId="accent1" phldr="1"/>
      <dgm:spPr/>
      <dgm:t>
        <a:bodyPr/>
        <a:lstStyle/>
        <a:p>
          <a:endParaRPr lang="en-US"/>
        </a:p>
      </dgm:t>
    </dgm:pt>
    <dgm:pt modelId="{7DCC5563-F73C-4C7A-BEB7-F759B313192C}">
      <dgm:prSet phldrT="[Text]" custT="1"/>
      <dgm:spPr/>
      <dgm:t>
        <a:bodyPr/>
        <a:lstStyle/>
        <a:p>
          <a:r>
            <a:rPr lang="en-US" sz="1400" b="1" dirty="0"/>
            <a:t>Setting the Compliance Objectives</a:t>
          </a:r>
        </a:p>
      </dgm:t>
    </dgm:pt>
    <dgm:pt modelId="{1EEA9A64-1D83-4A47-A619-E0975C541DB9}" type="parTrans" cxnId="{601ED37F-FC27-4BB8-ACD6-9A599029965B}">
      <dgm:prSet/>
      <dgm:spPr/>
      <dgm:t>
        <a:bodyPr/>
        <a:lstStyle/>
        <a:p>
          <a:endParaRPr lang="en-US"/>
        </a:p>
      </dgm:t>
    </dgm:pt>
    <dgm:pt modelId="{5BD1906C-A016-4E16-8632-28C8816FE520}" type="sibTrans" cxnId="{601ED37F-FC27-4BB8-ACD6-9A599029965B}">
      <dgm:prSet/>
      <dgm:spPr/>
      <dgm:t>
        <a:bodyPr/>
        <a:lstStyle/>
        <a:p>
          <a:endParaRPr lang="en-US"/>
        </a:p>
      </dgm:t>
    </dgm:pt>
    <dgm:pt modelId="{880186B4-A48A-4EFB-8626-724C179CD3C1}">
      <dgm:prSet custT="1"/>
      <dgm:spPr/>
      <dgm:t>
        <a:bodyPr/>
        <a:lstStyle/>
        <a:p>
          <a:r>
            <a:rPr lang="en-US" sz="1400" b="1" dirty="0"/>
            <a:t>Identifying Compliance Obligations</a:t>
          </a:r>
        </a:p>
      </dgm:t>
    </dgm:pt>
    <dgm:pt modelId="{F5CDAF88-8B61-4907-AEDC-87168E03C886}" type="parTrans" cxnId="{BB8ACFA9-64ED-46A4-A826-038A7480C9F7}">
      <dgm:prSet/>
      <dgm:spPr/>
      <dgm:t>
        <a:bodyPr/>
        <a:lstStyle/>
        <a:p>
          <a:endParaRPr lang="en-US"/>
        </a:p>
      </dgm:t>
    </dgm:pt>
    <dgm:pt modelId="{DBFB9CD1-E6FF-48C3-94E5-6F223B127E57}" type="sibTrans" cxnId="{BB8ACFA9-64ED-46A4-A826-038A7480C9F7}">
      <dgm:prSet/>
      <dgm:spPr/>
      <dgm:t>
        <a:bodyPr/>
        <a:lstStyle/>
        <a:p>
          <a:endParaRPr lang="en-US"/>
        </a:p>
      </dgm:t>
    </dgm:pt>
    <dgm:pt modelId="{A9205697-ADD5-4988-A15C-D7A368A471F3}">
      <dgm:prSet custT="1"/>
      <dgm:spPr/>
      <dgm:t>
        <a:bodyPr/>
        <a:lstStyle/>
        <a:p>
          <a:r>
            <a:rPr lang="en-US" sz="1400" b="1" dirty="0"/>
            <a:t>Assessing Non-Compliance Risk</a:t>
          </a:r>
        </a:p>
      </dgm:t>
    </dgm:pt>
    <dgm:pt modelId="{F4782E3F-C38C-4564-B93A-F5F43186A26A}" type="parTrans" cxnId="{38DA0511-B5D9-4060-9616-7DE41B30E11D}">
      <dgm:prSet/>
      <dgm:spPr/>
      <dgm:t>
        <a:bodyPr/>
        <a:lstStyle/>
        <a:p>
          <a:endParaRPr lang="en-US"/>
        </a:p>
      </dgm:t>
    </dgm:pt>
    <dgm:pt modelId="{40306628-C23E-4E82-8798-FF918F43F7A8}" type="sibTrans" cxnId="{38DA0511-B5D9-4060-9616-7DE41B30E11D}">
      <dgm:prSet/>
      <dgm:spPr/>
      <dgm:t>
        <a:bodyPr/>
        <a:lstStyle/>
        <a:p>
          <a:endParaRPr lang="en-US"/>
        </a:p>
      </dgm:t>
    </dgm:pt>
    <dgm:pt modelId="{F8C10CC5-25EF-4968-A634-027D040AEFC6}">
      <dgm:prSet custT="1"/>
      <dgm:spPr/>
      <dgm:t>
        <a:bodyPr/>
        <a:lstStyle/>
        <a:p>
          <a:r>
            <a:rPr lang="en-US" sz="1400" b="1" dirty="0"/>
            <a:t>Performing Control Activities</a:t>
          </a:r>
        </a:p>
      </dgm:t>
    </dgm:pt>
    <dgm:pt modelId="{BE081F03-377F-45D7-ABD2-4B43B7FB11A9}" type="parTrans" cxnId="{74B7226D-6250-4714-B996-9F5E738203B5}">
      <dgm:prSet/>
      <dgm:spPr/>
      <dgm:t>
        <a:bodyPr/>
        <a:lstStyle/>
        <a:p>
          <a:endParaRPr lang="en-US"/>
        </a:p>
      </dgm:t>
    </dgm:pt>
    <dgm:pt modelId="{70C2AFDF-40A2-4DC6-B046-EC9D68A287D0}" type="sibTrans" cxnId="{74B7226D-6250-4714-B996-9F5E738203B5}">
      <dgm:prSet/>
      <dgm:spPr/>
      <dgm:t>
        <a:bodyPr/>
        <a:lstStyle/>
        <a:p>
          <a:endParaRPr lang="en-US"/>
        </a:p>
      </dgm:t>
    </dgm:pt>
    <dgm:pt modelId="{5561BA36-FB21-408B-B946-0A89CFF6F4E5}">
      <dgm:prSet custT="1"/>
      <dgm:spPr/>
      <dgm:t>
        <a:bodyPr/>
        <a:lstStyle/>
        <a:p>
          <a:r>
            <a:rPr lang="en-US" sz="1400" b="1" dirty="0"/>
            <a:t>Monitoring &amp; Improvement</a:t>
          </a:r>
        </a:p>
      </dgm:t>
    </dgm:pt>
    <dgm:pt modelId="{F1F0ADFC-19FF-434C-98A8-FF4E77E5908E}" type="parTrans" cxnId="{74302125-559E-4985-B946-03B49F51CBD8}">
      <dgm:prSet/>
      <dgm:spPr/>
      <dgm:t>
        <a:bodyPr/>
        <a:lstStyle/>
        <a:p>
          <a:endParaRPr lang="en-US"/>
        </a:p>
      </dgm:t>
    </dgm:pt>
    <dgm:pt modelId="{9ECBBD02-92E2-4766-87FC-F23F35BB2023}" type="sibTrans" cxnId="{74302125-559E-4985-B946-03B49F51CBD8}">
      <dgm:prSet/>
      <dgm:spPr/>
      <dgm:t>
        <a:bodyPr/>
        <a:lstStyle/>
        <a:p>
          <a:endParaRPr lang="en-US"/>
        </a:p>
      </dgm:t>
    </dgm:pt>
    <dgm:pt modelId="{759754B1-5F28-4BDA-8230-CC77FD41DC45}" type="pres">
      <dgm:prSet presAssocID="{979BA696-C5A3-4271-A0B6-F1624E0690E2}" presName="cycle" presStyleCnt="0">
        <dgm:presLayoutVars>
          <dgm:dir/>
          <dgm:resizeHandles val="exact"/>
        </dgm:presLayoutVars>
      </dgm:prSet>
      <dgm:spPr/>
    </dgm:pt>
    <dgm:pt modelId="{E13EA288-D10B-4B37-BFBE-04E2B48976BA}" type="pres">
      <dgm:prSet presAssocID="{7DCC5563-F73C-4C7A-BEB7-F759B313192C}" presName="node" presStyleLbl="node1" presStyleIdx="0" presStyleCnt="5">
        <dgm:presLayoutVars>
          <dgm:bulletEnabled val="1"/>
        </dgm:presLayoutVars>
      </dgm:prSet>
      <dgm:spPr/>
    </dgm:pt>
    <dgm:pt modelId="{2C745B75-82B1-4A9A-BB01-1BE3F01B002A}" type="pres">
      <dgm:prSet presAssocID="{7DCC5563-F73C-4C7A-BEB7-F759B313192C}" presName="spNode" presStyleCnt="0"/>
      <dgm:spPr/>
    </dgm:pt>
    <dgm:pt modelId="{7C966229-0813-4541-9798-8DAFD2A65855}" type="pres">
      <dgm:prSet presAssocID="{5BD1906C-A016-4E16-8632-28C8816FE520}" presName="sibTrans" presStyleLbl="sibTrans1D1" presStyleIdx="0" presStyleCnt="5"/>
      <dgm:spPr/>
    </dgm:pt>
    <dgm:pt modelId="{9856BF49-F111-4C3C-9DD7-7745E6E7B01D}" type="pres">
      <dgm:prSet presAssocID="{880186B4-A48A-4EFB-8626-724C179CD3C1}" presName="node" presStyleLbl="node1" presStyleIdx="1" presStyleCnt="5">
        <dgm:presLayoutVars>
          <dgm:bulletEnabled val="1"/>
        </dgm:presLayoutVars>
      </dgm:prSet>
      <dgm:spPr/>
    </dgm:pt>
    <dgm:pt modelId="{63343F9F-B0A0-4A82-BCFB-7ACB255D013E}" type="pres">
      <dgm:prSet presAssocID="{880186B4-A48A-4EFB-8626-724C179CD3C1}" presName="spNode" presStyleCnt="0"/>
      <dgm:spPr/>
    </dgm:pt>
    <dgm:pt modelId="{0F3B37F9-F2CE-4B4F-A16C-E8296626DC80}" type="pres">
      <dgm:prSet presAssocID="{DBFB9CD1-E6FF-48C3-94E5-6F223B127E57}" presName="sibTrans" presStyleLbl="sibTrans1D1" presStyleIdx="1" presStyleCnt="5"/>
      <dgm:spPr/>
    </dgm:pt>
    <dgm:pt modelId="{084B998B-E688-4536-A2A5-A34CF36E6592}" type="pres">
      <dgm:prSet presAssocID="{A9205697-ADD5-4988-A15C-D7A368A471F3}" presName="node" presStyleLbl="node1" presStyleIdx="2" presStyleCnt="5">
        <dgm:presLayoutVars>
          <dgm:bulletEnabled val="1"/>
        </dgm:presLayoutVars>
      </dgm:prSet>
      <dgm:spPr/>
    </dgm:pt>
    <dgm:pt modelId="{3380BEB7-A5BB-478D-9F5D-903E8A3FF8A0}" type="pres">
      <dgm:prSet presAssocID="{A9205697-ADD5-4988-A15C-D7A368A471F3}" presName="spNode" presStyleCnt="0"/>
      <dgm:spPr/>
    </dgm:pt>
    <dgm:pt modelId="{439B2930-8F37-40AD-9BF0-40BD9FAD10FB}" type="pres">
      <dgm:prSet presAssocID="{40306628-C23E-4E82-8798-FF918F43F7A8}" presName="sibTrans" presStyleLbl="sibTrans1D1" presStyleIdx="2" presStyleCnt="5"/>
      <dgm:spPr/>
    </dgm:pt>
    <dgm:pt modelId="{81334DD8-4A47-4D80-A3C1-A8C7653C3BCE}" type="pres">
      <dgm:prSet presAssocID="{F8C10CC5-25EF-4968-A634-027D040AEFC6}" presName="node" presStyleLbl="node1" presStyleIdx="3" presStyleCnt="5">
        <dgm:presLayoutVars>
          <dgm:bulletEnabled val="1"/>
        </dgm:presLayoutVars>
      </dgm:prSet>
      <dgm:spPr/>
    </dgm:pt>
    <dgm:pt modelId="{C8462E38-860B-40F1-8A1D-FD11047BF3C1}" type="pres">
      <dgm:prSet presAssocID="{F8C10CC5-25EF-4968-A634-027D040AEFC6}" presName="spNode" presStyleCnt="0"/>
      <dgm:spPr/>
    </dgm:pt>
    <dgm:pt modelId="{72446E4C-77E2-4A02-9424-384D9D0968D2}" type="pres">
      <dgm:prSet presAssocID="{70C2AFDF-40A2-4DC6-B046-EC9D68A287D0}" presName="sibTrans" presStyleLbl="sibTrans1D1" presStyleIdx="3" presStyleCnt="5"/>
      <dgm:spPr/>
    </dgm:pt>
    <dgm:pt modelId="{E5C6B6EC-BBAD-48EF-8018-B35CFDC5CF77}" type="pres">
      <dgm:prSet presAssocID="{5561BA36-FB21-408B-B946-0A89CFF6F4E5}" presName="node" presStyleLbl="node1" presStyleIdx="4" presStyleCnt="5">
        <dgm:presLayoutVars>
          <dgm:bulletEnabled val="1"/>
        </dgm:presLayoutVars>
      </dgm:prSet>
      <dgm:spPr/>
    </dgm:pt>
    <dgm:pt modelId="{12A86612-7267-4E17-8CC9-0D73230A9DF4}" type="pres">
      <dgm:prSet presAssocID="{5561BA36-FB21-408B-B946-0A89CFF6F4E5}" presName="spNode" presStyleCnt="0"/>
      <dgm:spPr/>
    </dgm:pt>
    <dgm:pt modelId="{C646DC14-B41E-42F7-A70D-07EEC88ACDC1}" type="pres">
      <dgm:prSet presAssocID="{9ECBBD02-92E2-4766-87FC-F23F35BB2023}" presName="sibTrans" presStyleLbl="sibTrans1D1" presStyleIdx="4" presStyleCnt="5"/>
      <dgm:spPr/>
    </dgm:pt>
  </dgm:ptLst>
  <dgm:cxnLst>
    <dgm:cxn modelId="{9F099A02-DC3C-485A-A4FC-99F86A5E54D0}" type="presOf" srcId="{DBFB9CD1-E6FF-48C3-94E5-6F223B127E57}" destId="{0F3B37F9-F2CE-4B4F-A16C-E8296626DC80}" srcOrd="0" destOrd="0" presId="urn:microsoft.com/office/officeart/2005/8/layout/cycle6"/>
    <dgm:cxn modelId="{38DA0511-B5D9-4060-9616-7DE41B30E11D}" srcId="{979BA696-C5A3-4271-A0B6-F1624E0690E2}" destId="{A9205697-ADD5-4988-A15C-D7A368A471F3}" srcOrd="2" destOrd="0" parTransId="{F4782E3F-C38C-4564-B93A-F5F43186A26A}" sibTransId="{40306628-C23E-4E82-8798-FF918F43F7A8}"/>
    <dgm:cxn modelId="{C430DF12-4AA8-413F-BF44-955B268DAF26}" type="presOf" srcId="{979BA696-C5A3-4271-A0B6-F1624E0690E2}" destId="{759754B1-5F28-4BDA-8230-CC77FD41DC45}" srcOrd="0" destOrd="0" presId="urn:microsoft.com/office/officeart/2005/8/layout/cycle6"/>
    <dgm:cxn modelId="{B4E70019-121C-486F-935A-E3013C501ED5}" type="presOf" srcId="{880186B4-A48A-4EFB-8626-724C179CD3C1}" destId="{9856BF49-F111-4C3C-9DD7-7745E6E7B01D}" srcOrd="0" destOrd="0" presId="urn:microsoft.com/office/officeart/2005/8/layout/cycle6"/>
    <dgm:cxn modelId="{74302125-559E-4985-B946-03B49F51CBD8}" srcId="{979BA696-C5A3-4271-A0B6-F1624E0690E2}" destId="{5561BA36-FB21-408B-B946-0A89CFF6F4E5}" srcOrd="4" destOrd="0" parTransId="{F1F0ADFC-19FF-434C-98A8-FF4E77E5908E}" sibTransId="{9ECBBD02-92E2-4766-87FC-F23F35BB2023}"/>
    <dgm:cxn modelId="{679F7A2C-1F1A-45E1-94C9-92FF8D4CFC09}" type="presOf" srcId="{A9205697-ADD5-4988-A15C-D7A368A471F3}" destId="{084B998B-E688-4536-A2A5-A34CF36E6592}" srcOrd="0" destOrd="0" presId="urn:microsoft.com/office/officeart/2005/8/layout/cycle6"/>
    <dgm:cxn modelId="{C1B8C44C-4BE4-426B-A1CF-D17ED9A56BFE}" type="presOf" srcId="{5561BA36-FB21-408B-B946-0A89CFF6F4E5}" destId="{E5C6B6EC-BBAD-48EF-8018-B35CFDC5CF77}" srcOrd="0" destOrd="0" presId="urn:microsoft.com/office/officeart/2005/8/layout/cycle6"/>
    <dgm:cxn modelId="{74B7226D-6250-4714-B996-9F5E738203B5}" srcId="{979BA696-C5A3-4271-A0B6-F1624E0690E2}" destId="{F8C10CC5-25EF-4968-A634-027D040AEFC6}" srcOrd="3" destOrd="0" parTransId="{BE081F03-377F-45D7-ABD2-4B43B7FB11A9}" sibTransId="{70C2AFDF-40A2-4DC6-B046-EC9D68A287D0}"/>
    <dgm:cxn modelId="{C43C4E7E-EC62-443F-A58F-E1F30CEB39B1}" type="presOf" srcId="{9ECBBD02-92E2-4766-87FC-F23F35BB2023}" destId="{C646DC14-B41E-42F7-A70D-07EEC88ACDC1}" srcOrd="0" destOrd="0" presId="urn:microsoft.com/office/officeart/2005/8/layout/cycle6"/>
    <dgm:cxn modelId="{601ED37F-FC27-4BB8-ACD6-9A599029965B}" srcId="{979BA696-C5A3-4271-A0B6-F1624E0690E2}" destId="{7DCC5563-F73C-4C7A-BEB7-F759B313192C}" srcOrd="0" destOrd="0" parTransId="{1EEA9A64-1D83-4A47-A619-E0975C541DB9}" sibTransId="{5BD1906C-A016-4E16-8632-28C8816FE520}"/>
    <dgm:cxn modelId="{4E6EF68C-DDC4-4596-A406-3DC2859BB073}" type="presOf" srcId="{5BD1906C-A016-4E16-8632-28C8816FE520}" destId="{7C966229-0813-4541-9798-8DAFD2A65855}" srcOrd="0" destOrd="0" presId="urn:microsoft.com/office/officeart/2005/8/layout/cycle6"/>
    <dgm:cxn modelId="{BB8ACFA9-64ED-46A4-A826-038A7480C9F7}" srcId="{979BA696-C5A3-4271-A0B6-F1624E0690E2}" destId="{880186B4-A48A-4EFB-8626-724C179CD3C1}" srcOrd="1" destOrd="0" parTransId="{F5CDAF88-8B61-4907-AEDC-87168E03C886}" sibTransId="{DBFB9CD1-E6FF-48C3-94E5-6F223B127E57}"/>
    <dgm:cxn modelId="{D9482CCD-19D4-4D21-8D49-BCE2924677EC}" type="presOf" srcId="{F8C10CC5-25EF-4968-A634-027D040AEFC6}" destId="{81334DD8-4A47-4D80-A3C1-A8C7653C3BCE}" srcOrd="0" destOrd="0" presId="urn:microsoft.com/office/officeart/2005/8/layout/cycle6"/>
    <dgm:cxn modelId="{A77299D7-0DEC-499B-A9ED-B7477EA4C79E}" type="presOf" srcId="{70C2AFDF-40A2-4DC6-B046-EC9D68A287D0}" destId="{72446E4C-77E2-4A02-9424-384D9D0968D2}" srcOrd="0" destOrd="0" presId="urn:microsoft.com/office/officeart/2005/8/layout/cycle6"/>
    <dgm:cxn modelId="{737BF6E6-7CEC-4215-834D-2D107FD6D1C8}" type="presOf" srcId="{7DCC5563-F73C-4C7A-BEB7-F759B313192C}" destId="{E13EA288-D10B-4B37-BFBE-04E2B48976BA}" srcOrd="0" destOrd="0" presId="urn:microsoft.com/office/officeart/2005/8/layout/cycle6"/>
    <dgm:cxn modelId="{4425A8EC-56BB-4CA3-A773-21084FFF600F}" type="presOf" srcId="{40306628-C23E-4E82-8798-FF918F43F7A8}" destId="{439B2930-8F37-40AD-9BF0-40BD9FAD10FB}" srcOrd="0" destOrd="0" presId="urn:microsoft.com/office/officeart/2005/8/layout/cycle6"/>
    <dgm:cxn modelId="{D29C02E2-9026-433A-8A52-658DB6E12DEE}" type="presParOf" srcId="{759754B1-5F28-4BDA-8230-CC77FD41DC45}" destId="{E13EA288-D10B-4B37-BFBE-04E2B48976BA}" srcOrd="0" destOrd="0" presId="urn:microsoft.com/office/officeart/2005/8/layout/cycle6"/>
    <dgm:cxn modelId="{078C2AB5-BFA9-44A0-A396-8C7C588DBD33}" type="presParOf" srcId="{759754B1-5F28-4BDA-8230-CC77FD41DC45}" destId="{2C745B75-82B1-4A9A-BB01-1BE3F01B002A}" srcOrd="1" destOrd="0" presId="urn:microsoft.com/office/officeart/2005/8/layout/cycle6"/>
    <dgm:cxn modelId="{56E166E5-73BF-44B6-9159-D2CF8D463A99}" type="presParOf" srcId="{759754B1-5F28-4BDA-8230-CC77FD41DC45}" destId="{7C966229-0813-4541-9798-8DAFD2A65855}" srcOrd="2" destOrd="0" presId="urn:microsoft.com/office/officeart/2005/8/layout/cycle6"/>
    <dgm:cxn modelId="{61A1A134-792B-44B4-8FB4-BDE1CA2C4DA9}" type="presParOf" srcId="{759754B1-5F28-4BDA-8230-CC77FD41DC45}" destId="{9856BF49-F111-4C3C-9DD7-7745E6E7B01D}" srcOrd="3" destOrd="0" presId="urn:microsoft.com/office/officeart/2005/8/layout/cycle6"/>
    <dgm:cxn modelId="{EE4B00FA-52F7-4292-99CA-2F96808B6ED3}" type="presParOf" srcId="{759754B1-5F28-4BDA-8230-CC77FD41DC45}" destId="{63343F9F-B0A0-4A82-BCFB-7ACB255D013E}" srcOrd="4" destOrd="0" presId="urn:microsoft.com/office/officeart/2005/8/layout/cycle6"/>
    <dgm:cxn modelId="{BA410F28-5E5A-4065-AD68-8EA4FA47AD27}" type="presParOf" srcId="{759754B1-5F28-4BDA-8230-CC77FD41DC45}" destId="{0F3B37F9-F2CE-4B4F-A16C-E8296626DC80}" srcOrd="5" destOrd="0" presId="urn:microsoft.com/office/officeart/2005/8/layout/cycle6"/>
    <dgm:cxn modelId="{A9F9E503-C283-4D9C-9E28-89457EEF17AF}" type="presParOf" srcId="{759754B1-5F28-4BDA-8230-CC77FD41DC45}" destId="{084B998B-E688-4536-A2A5-A34CF36E6592}" srcOrd="6" destOrd="0" presId="urn:microsoft.com/office/officeart/2005/8/layout/cycle6"/>
    <dgm:cxn modelId="{DA704AB5-E42C-483B-A730-FBD8EB259472}" type="presParOf" srcId="{759754B1-5F28-4BDA-8230-CC77FD41DC45}" destId="{3380BEB7-A5BB-478D-9F5D-903E8A3FF8A0}" srcOrd="7" destOrd="0" presId="urn:microsoft.com/office/officeart/2005/8/layout/cycle6"/>
    <dgm:cxn modelId="{9390B0A0-98B9-45DE-A827-22C445DECC88}" type="presParOf" srcId="{759754B1-5F28-4BDA-8230-CC77FD41DC45}" destId="{439B2930-8F37-40AD-9BF0-40BD9FAD10FB}" srcOrd="8" destOrd="0" presId="urn:microsoft.com/office/officeart/2005/8/layout/cycle6"/>
    <dgm:cxn modelId="{4EB1C571-C598-435B-882E-50D8887C7C06}" type="presParOf" srcId="{759754B1-5F28-4BDA-8230-CC77FD41DC45}" destId="{81334DD8-4A47-4D80-A3C1-A8C7653C3BCE}" srcOrd="9" destOrd="0" presId="urn:microsoft.com/office/officeart/2005/8/layout/cycle6"/>
    <dgm:cxn modelId="{B04B7BF9-74F6-43DF-A5D5-F22FF976C6FE}" type="presParOf" srcId="{759754B1-5F28-4BDA-8230-CC77FD41DC45}" destId="{C8462E38-860B-40F1-8A1D-FD11047BF3C1}" srcOrd="10" destOrd="0" presId="urn:microsoft.com/office/officeart/2005/8/layout/cycle6"/>
    <dgm:cxn modelId="{0203AE4F-CCC9-4294-A859-F94B12EDC460}" type="presParOf" srcId="{759754B1-5F28-4BDA-8230-CC77FD41DC45}" destId="{72446E4C-77E2-4A02-9424-384D9D0968D2}" srcOrd="11" destOrd="0" presId="urn:microsoft.com/office/officeart/2005/8/layout/cycle6"/>
    <dgm:cxn modelId="{57AA6CE8-BF2E-41D1-BCB8-84C882EB48D6}" type="presParOf" srcId="{759754B1-5F28-4BDA-8230-CC77FD41DC45}" destId="{E5C6B6EC-BBAD-48EF-8018-B35CFDC5CF77}" srcOrd="12" destOrd="0" presId="urn:microsoft.com/office/officeart/2005/8/layout/cycle6"/>
    <dgm:cxn modelId="{BF89682C-63C7-4CF2-A3DB-A322C4DF71B7}" type="presParOf" srcId="{759754B1-5F28-4BDA-8230-CC77FD41DC45}" destId="{12A86612-7267-4E17-8CC9-0D73230A9DF4}" srcOrd="13" destOrd="0" presId="urn:microsoft.com/office/officeart/2005/8/layout/cycle6"/>
    <dgm:cxn modelId="{F76E6E54-5078-4817-933E-C99B961BCF04}" type="presParOf" srcId="{759754B1-5F28-4BDA-8230-CC77FD41DC45}" destId="{C646DC14-B41E-42F7-A70D-07EEC88ACDC1}" srcOrd="14" destOrd="0" presId="urn:microsoft.com/office/officeart/2005/8/layout/cycle6"/>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B0C2C0D-834C-489D-AF94-0F9D281189E7}"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B2849564-312F-49FC-A775-4A874D186602}">
      <dgm:prSet phldrT="[Text]" custT="1"/>
      <dgm:spPr/>
      <dgm:t>
        <a:bodyPr/>
        <a:lstStyle/>
        <a:p>
          <a:pPr algn="just"/>
          <a:r>
            <a:rPr lang="en-US" sz="1400" b="1" dirty="0">
              <a:latin typeface="Arial" panose="020B0604020202020204" pitchFamily="34" charset="0"/>
              <a:cs typeface="Arial" panose="020B0604020202020204" pitchFamily="34" charset="0"/>
            </a:rPr>
            <a:t>Assist management to identify regulatory risks and possible mitigation measures</a:t>
          </a:r>
        </a:p>
      </dgm:t>
    </dgm:pt>
    <dgm:pt modelId="{15E12ABA-D7B0-4C23-AB55-D91603466ED7}" type="parTrans" cxnId="{5EDCA7F7-F9AD-4247-A789-DCF0BF5807B7}">
      <dgm:prSet/>
      <dgm:spPr/>
      <dgm:t>
        <a:bodyPr/>
        <a:lstStyle/>
        <a:p>
          <a:endParaRPr lang="en-US" sz="1200">
            <a:latin typeface="Arial" panose="020B0604020202020204" pitchFamily="34" charset="0"/>
            <a:cs typeface="Arial" panose="020B0604020202020204" pitchFamily="34" charset="0"/>
          </a:endParaRPr>
        </a:p>
      </dgm:t>
    </dgm:pt>
    <dgm:pt modelId="{79D56623-B357-4BFB-9764-21C48CB0D35D}" type="sibTrans" cxnId="{5EDCA7F7-F9AD-4247-A789-DCF0BF5807B7}">
      <dgm:prSet custT="1"/>
      <dgm:spPr/>
      <dgm:t>
        <a:bodyPr/>
        <a:lstStyle/>
        <a:p>
          <a:endParaRPr lang="en-US" sz="1200">
            <a:latin typeface="Arial" panose="020B0604020202020204" pitchFamily="34" charset="0"/>
            <a:cs typeface="Arial" panose="020B0604020202020204" pitchFamily="34" charset="0"/>
          </a:endParaRPr>
        </a:p>
      </dgm:t>
    </dgm:pt>
    <dgm:pt modelId="{23D6195D-C29F-4D9E-945C-0AAEBDFD2841}">
      <dgm:prSet phldrT="[Text]" phldr="1"/>
      <dgm:spPr/>
      <dgm:t>
        <a:bodyPr/>
        <a:lstStyle/>
        <a:p>
          <a:endParaRPr lang="en-US" sz="1200" dirty="0">
            <a:latin typeface="Arial" panose="020B0604020202020204" pitchFamily="34" charset="0"/>
            <a:cs typeface="Arial" panose="020B0604020202020204" pitchFamily="34" charset="0"/>
          </a:endParaRPr>
        </a:p>
      </dgm:t>
    </dgm:pt>
    <dgm:pt modelId="{DAA9793D-02C1-4D20-A125-2ACF5522B18A}" type="parTrans" cxnId="{C6BFDBED-BB15-45D4-A7B1-229188AFA43F}">
      <dgm:prSet/>
      <dgm:spPr/>
      <dgm:t>
        <a:bodyPr/>
        <a:lstStyle/>
        <a:p>
          <a:endParaRPr lang="en-US" sz="1200">
            <a:latin typeface="Arial" panose="020B0604020202020204" pitchFamily="34" charset="0"/>
            <a:cs typeface="Arial" panose="020B0604020202020204" pitchFamily="34" charset="0"/>
          </a:endParaRPr>
        </a:p>
      </dgm:t>
    </dgm:pt>
    <dgm:pt modelId="{F6DB4CBB-57A5-4EF7-A7D3-108782636091}" type="sibTrans" cxnId="{C6BFDBED-BB15-45D4-A7B1-229188AFA43F}">
      <dgm:prSet/>
      <dgm:spPr/>
      <dgm:t>
        <a:bodyPr/>
        <a:lstStyle/>
        <a:p>
          <a:endParaRPr lang="en-US" sz="1200">
            <a:latin typeface="Arial" panose="020B0604020202020204" pitchFamily="34" charset="0"/>
            <a:cs typeface="Arial" panose="020B0604020202020204" pitchFamily="34" charset="0"/>
          </a:endParaRPr>
        </a:p>
      </dgm:t>
    </dgm:pt>
    <dgm:pt modelId="{74110BDB-B66F-41B7-BEC2-D08A976D13D0}">
      <dgm:prSet phldrT="[Text]" phldr="1"/>
      <dgm:spPr/>
      <dgm:t>
        <a:bodyPr/>
        <a:lstStyle/>
        <a:p>
          <a:endParaRPr lang="en-US" sz="1200" dirty="0">
            <a:latin typeface="Arial" panose="020B0604020202020204" pitchFamily="34" charset="0"/>
            <a:cs typeface="Arial" panose="020B0604020202020204" pitchFamily="34" charset="0"/>
          </a:endParaRPr>
        </a:p>
      </dgm:t>
    </dgm:pt>
    <dgm:pt modelId="{D1926F81-F5D3-4ED3-9B5E-2C04CA21F024}" type="parTrans" cxnId="{3FBF0F10-9473-43E3-9216-8C3AD97E26A4}">
      <dgm:prSet/>
      <dgm:spPr/>
      <dgm:t>
        <a:bodyPr/>
        <a:lstStyle/>
        <a:p>
          <a:endParaRPr lang="en-US" sz="1200">
            <a:latin typeface="Arial" panose="020B0604020202020204" pitchFamily="34" charset="0"/>
            <a:cs typeface="Arial" panose="020B0604020202020204" pitchFamily="34" charset="0"/>
          </a:endParaRPr>
        </a:p>
      </dgm:t>
    </dgm:pt>
    <dgm:pt modelId="{F34615FA-BCDD-4A4B-B8E8-0968DB6AA46A}" type="sibTrans" cxnId="{3FBF0F10-9473-43E3-9216-8C3AD97E26A4}">
      <dgm:prSet/>
      <dgm:spPr/>
      <dgm:t>
        <a:bodyPr/>
        <a:lstStyle/>
        <a:p>
          <a:endParaRPr lang="en-US" sz="1200">
            <a:latin typeface="Arial" panose="020B0604020202020204" pitchFamily="34" charset="0"/>
            <a:cs typeface="Arial" panose="020B0604020202020204" pitchFamily="34" charset="0"/>
          </a:endParaRPr>
        </a:p>
      </dgm:t>
    </dgm:pt>
    <dgm:pt modelId="{33478DF6-28C1-47A5-8265-AE4A2D651B27}">
      <dgm:prSet custT="1"/>
      <dgm:spPr/>
      <dgm:t>
        <a:bodyPr/>
        <a:lstStyle/>
        <a:p>
          <a:pPr algn="just"/>
          <a:r>
            <a:rPr lang="en-US" sz="1400" b="1" dirty="0">
              <a:solidFill>
                <a:schemeClr val="tx1"/>
              </a:solidFill>
              <a:latin typeface="Arial" panose="020B0604020202020204" pitchFamily="34" charset="0"/>
              <a:cs typeface="Arial" panose="020B0604020202020204" pitchFamily="34" charset="0"/>
            </a:rPr>
            <a:t>Assist management to define and implement a regulatory strategy</a:t>
          </a:r>
          <a:endParaRPr lang="en-IN" sz="1400" b="1" dirty="0">
            <a:solidFill>
              <a:schemeClr val="tx1"/>
            </a:solidFill>
            <a:latin typeface="Arial" panose="020B0604020202020204" pitchFamily="34" charset="0"/>
            <a:cs typeface="Arial" panose="020B0604020202020204" pitchFamily="34" charset="0"/>
          </a:endParaRPr>
        </a:p>
      </dgm:t>
    </dgm:pt>
    <dgm:pt modelId="{6091D63D-3DEF-4A3D-AF0D-8EED374F04A0}" type="parTrans" cxnId="{33A7C231-B746-4E2E-A83B-44F894970408}">
      <dgm:prSet/>
      <dgm:spPr/>
      <dgm:t>
        <a:bodyPr/>
        <a:lstStyle/>
        <a:p>
          <a:endParaRPr lang="en-US" sz="1200">
            <a:latin typeface="Arial" panose="020B0604020202020204" pitchFamily="34" charset="0"/>
            <a:cs typeface="Arial" panose="020B0604020202020204" pitchFamily="34" charset="0"/>
          </a:endParaRPr>
        </a:p>
      </dgm:t>
    </dgm:pt>
    <dgm:pt modelId="{9557E5DC-EC74-49E1-AA33-8CF2CBCD7AC2}" type="sibTrans" cxnId="{33A7C231-B746-4E2E-A83B-44F894970408}">
      <dgm:prSet custT="1"/>
      <dgm:spPr/>
      <dgm:t>
        <a:bodyPr/>
        <a:lstStyle/>
        <a:p>
          <a:endParaRPr lang="en-US" sz="1200">
            <a:latin typeface="Arial" panose="020B0604020202020204" pitchFamily="34" charset="0"/>
            <a:cs typeface="Arial" panose="020B0604020202020204" pitchFamily="34" charset="0"/>
          </a:endParaRPr>
        </a:p>
      </dgm:t>
    </dgm:pt>
    <dgm:pt modelId="{DAFAF340-12F0-4DBA-AF98-928DDBD240E2}">
      <dgm:prSet custT="1"/>
      <dgm:spPr/>
      <dgm:t>
        <a:bodyPr/>
        <a:lstStyle/>
        <a:p>
          <a:pPr algn="just"/>
          <a:r>
            <a:rPr lang="en-US" sz="1400" b="1" dirty="0">
              <a:latin typeface="Arial" panose="020B0604020202020204" pitchFamily="34" charset="0"/>
              <a:cs typeface="Arial" panose="020B0604020202020204" pitchFamily="34" charset="0"/>
            </a:rPr>
            <a:t>Monitor the orders issued by the Regulatory Commission and recommend actions on the part of the utility</a:t>
          </a:r>
          <a:endParaRPr lang="en-IN" sz="1400" b="1" dirty="0">
            <a:latin typeface="Arial" panose="020B0604020202020204" pitchFamily="34" charset="0"/>
            <a:cs typeface="Arial" panose="020B0604020202020204" pitchFamily="34" charset="0"/>
          </a:endParaRPr>
        </a:p>
      </dgm:t>
    </dgm:pt>
    <dgm:pt modelId="{CBCDB0F3-B64E-4D8A-AC42-153982172128}" type="parTrans" cxnId="{C12D2D18-DA41-48E3-8ABB-0A49D20B9B15}">
      <dgm:prSet/>
      <dgm:spPr/>
      <dgm:t>
        <a:bodyPr/>
        <a:lstStyle/>
        <a:p>
          <a:endParaRPr lang="en-US" sz="1200">
            <a:latin typeface="Arial" panose="020B0604020202020204" pitchFamily="34" charset="0"/>
            <a:cs typeface="Arial" panose="020B0604020202020204" pitchFamily="34" charset="0"/>
          </a:endParaRPr>
        </a:p>
      </dgm:t>
    </dgm:pt>
    <dgm:pt modelId="{800533FC-05D3-4439-A416-D4109CE1CCA8}" type="sibTrans" cxnId="{C12D2D18-DA41-48E3-8ABB-0A49D20B9B15}">
      <dgm:prSet custT="1"/>
      <dgm:spPr/>
      <dgm:t>
        <a:bodyPr/>
        <a:lstStyle/>
        <a:p>
          <a:endParaRPr lang="en-US" sz="1200" dirty="0">
            <a:latin typeface="Arial" panose="020B0604020202020204" pitchFamily="34" charset="0"/>
            <a:cs typeface="Arial" panose="020B0604020202020204" pitchFamily="34" charset="0"/>
          </a:endParaRPr>
        </a:p>
      </dgm:t>
    </dgm:pt>
    <dgm:pt modelId="{BD3FB6C7-475C-4C08-A253-773534E41481}">
      <dgm:prSet custT="1"/>
      <dgm:spPr/>
      <dgm:t>
        <a:bodyPr/>
        <a:lstStyle/>
        <a:p>
          <a:pPr algn="just"/>
          <a:r>
            <a:rPr lang="en-US" sz="1400" b="1" dirty="0">
              <a:latin typeface="Arial" panose="020B0604020202020204" pitchFamily="34" charset="0"/>
              <a:cs typeface="Arial" panose="020B0604020202020204" pitchFamily="34" charset="0"/>
            </a:rPr>
            <a:t>Co-</a:t>
          </a:r>
          <a:r>
            <a:rPr lang="en-US" sz="1400" b="1" dirty="0" err="1">
              <a:latin typeface="Arial" panose="020B0604020202020204" pitchFamily="34" charset="0"/>
              <a:cs typeface="Arial" panose="020B0604020202020204" pitchFamily="34" charset="0"/>
            </a:rPr>
            <a:t>ordinating</a:t>
          </a:r>
          <a:r>
            <a:rPr lang="en-US" sz="1400" b="1" dirty="0">
              <a:latin typeface="Arial" panose="020B0604020202020204" pitchFamily="34" charset="0"/>
              <a:cs typeface="Arial" panose="020B0604020202020204" pitchFamily="34" charset="0"/>
            </a:rPr>
            <a:t> the compilation of submissions to the regulator, and the subsequent process of participation in regulatory proceedings</a:t>
          </a:r>
          <a:endParaRPr lang="en-IN" sz="1400" b="1" dirty="0">
            <a:latin typeface="Arial" panose="020B0604020202020204" pitchFamily="34" charset="0"/>
            <a:cs typeface="Arial" panose="020B0604020202020204" pitchFamily="34" charset="0"/>
          </a:endParaRPr>
        </a:p>
      </dgm:t>
    </dgm:pt>
    <dgm:pt modelId="{C25FDB13-0627-4911-9951-02DBB48C43E7}" type="parTrans" cxnId="{59E80118-BAF5-471E-941E-D39D67617DC6}">
      <dgm:prSet/>
      <dgm:spPr/>
      <dgm:t>
        <a:bodyPr/>
        <a:lstStyle/>
        <a:p>
          <a:endParaRPr lang="en-US" sz="1200">
            <a:latin typeface="Arial" panose="020B0604020202020204" pitchFamily="34" charset="0"/>
            <a:cs typeface="Arial" panose="020B0604020202020204" pitchFamily="34" charset="0"/>
          </a:endParaRPr>
        </a:p>
      </dgm:t>
    </dgm:pt>
    <dgm:pt modelId="{38ED6D1C-5577-4143-9DD4-7634C9A192A6}" type="sibTrans" cxnId="{59E80118-BAF5-471E-941E-D39D67617DC6}">
      <dgm:prSet custT="1"/>
      <dgm:spPr/>
      <dgm:t>
        <a:bodyPr/>
        <a:lstStyle/>
        <a:p>
          <a:endParaRPr lang="en-US" sz="1200">
            <a:latin typeface="Arial" panose="020B0604020202020204" pitchFamily="34" charset="0"/>
            <a:cs typeface="Arial" panose="020B0604020202020204" pitchFamily="34" charset="0"/>
          </a:endParaRPr>
        </a:p>
      </dgm:t>
    </dgm:pt>
    <dgm:pt modelId="{5418C0BF-6038-4BA2-87BD-C7EE522817EA}">
      <dgm:prSet custT="1"/>
      <dgm:spPr/>
      <dgm:t>
        <a:bodyPr/>
        <a:lstStyle/>
        <a:p>
          <a:pPr algn="just"/>
          <a:r>
            <a:rPr lang="en-US" sz="1400" b="1" dirty="0">
              <a:solidFill>
                <a:schemeClr val="tx1"/>
              </a:solidFill>
              <a:latin typeface="Arial" panose="020B0604020202020204" pitchFamily="34" charset="0"/>
              <a:cs typeface="Arial" panose="020B0604020202020204" pitchFamily="34" charset="0"/>
            </a:rPr>
            <a:t>Communicate to different parts of the company the information and actions required to fulfill regulatory requirements.</a:t>
          </a:r>
          <a:endParaRPr lang="en-IN" sz="1400" b="1" dirty="0">
            <a:solidFill>
              <a:schemeClr val="tx1"/>
            </a:solidFill>
            <a:latin typeface="Arial" panose="020B0604020202020204" pitchFamily="34" charset="0"/>
            <a:cs typeface="Arial" panose="020B0604020202020204" pitchFamily="34" charset="0"/>
          </a:endParaRPr>
        </a:p>
      </dgm:t>
    </dgm:pt>
    <dgm:pt modelId="{A4147F7B-A0D9-4C1F-AD35-E196EF7F2549}" type="parTrans" cxnId="{E5043D27-ECC3-4EAC-A79D-7BC209E823BD}">
      <dgm:prSet/>
      <dgm:spPr/>
      <dgm:t>
        <a:bodyPr/>
        <a:lstStyle/>
        <a:p>
          <a:endParaRPr lang="en-US" sz="1200">
            <a:latin typeface="Arial" panose="020B0604020202020204" pitchFamily="34" charset="0"/>
            <a:cs typeface="Arial" panose="020B0604020202020204" pitchFamily="34" charset="0"/>
          </a:endParaRPr>
        </a:p>
      </dgm:t>
    </dgm:pt>
    <dgm:pt modelId="{4219975A-F60F-42C9-AE29-9CC56D49B3D7}" type="sibTrans" cxnId="{E5043D27-ECC3-4EAC-A79D-7BC209E823BD}">
      <dgm:prSet/>
      <dgm:spPr/>
      <dgm:t>
        <a:bodyPr/>
        <a:lstStyle/>
        <a:p>
          <a:endParaRPr lang="en-US" sz="1200">
            <a:latin typeface="Arial" panose="020B0604020202020204" pitchFamily="34" charset="0"/>
            <a:cs typeface="Arial" panose="020B0604020202020204" pitchFamily="34" charset="0"/>
          </a:endParaRPr>
        </a:p>
      </dgm:t>
    </dgm:pt>
    <dgm:pt modelId="{FD1250BA-E4FA-4A2A-8222-FEED83D7EAE6}">
      <dgm:prSet/>
      <dgm:spPr/>
      <dgm:t>
        <a:bodyPr/>
        <a:lstStyle/>
        <a:p>
          <a:endParaRPr lang="en-US"/>
        </a:p>
      </dgm:t>
    </dgm:pt>
    <dgm:pt modelId="{DA814BFA-8968-435A-B79C-05866FC46675}" type="parTrans" cxnId="{B73EFFA3-2678-491E-B9FE-6098A58BAC9D}">
      <dgm:prSet/>
      <dgm:spPr/>
      <dgm:t>
        <a:bodyPr/>
        <a:lstStyle/>
        <a:p>
          <a:endParaRPr lang="en-US" sz="1200">
            <a:latin typeface="Arial" panose="020B0604020202020204" pitchFamily="34" charset="0"/>
            <a:cs typeface="Arial" panose="020B0604020202020204" pitchFamily="34" charset="0"/>
          </a:endParaRPr>
        </a:p>
      </dgm:t>
    </dgm:pt>
    <dgm:pt modelId="{475A6608-6DC7-4FE9-AB20-340C551D6DC1}" type="sibTrans" cxnId="{B73EFFA3-2678-491E-B9FE-6098A58BAC9D}">
      <dgm:prSet/>
      <dgm:spPr/>
      <dgm:t>
        <a:bodyPr/>
        <a:lstStyle/>
        <a:p>
          <a:endParaRPr lang="en-US" sz="1200">
            <a:latin typeface="Arial" panose="020B0604020202020204" pitchFamily="34" charset="0"/>
            <a:cs typeface="Arial" panose="020B0604020202020204" pitchFamily="34" charset="0"/>
          </a:endParaRPr>
        </a:p>
      </dgm:t>
    </dgm:pt>
    <dgm:pt modelId="{2B2DA2DD-6288-410C-9384-AA3F662C4B1A}" type="pres">
      <dgm:prSet presAssocID="{0B0C2C0D-834C-489D-AF94-0F9D281189E7}" presName="outerComposite" presStyleCnt="0">
        <dgm:presLayoutVars>
          <dgm:chMax val="5"/>
          <dgm:dir/>
          <dgm:resizeHandles val="exact"/>
        </dgm:presLayoutVars>
      </dgm:prSet>
      <dgm:spPr/>
    </dgm:pt>
    <dgm:pt modelId="{5C8DA36C-7FCE-47ED-9E12-4BA7CC670970}" type="pres">
      <dgm:prSet presAssocID="{0B0C2C0D-834C-489D-AF94-0F9D281189E7}" presName="dummyMaxCanvas" presStyleCnt="0">
        <dgm:presLayoutVars/>
      </dgm:prSet>
      <dgm:spPr/>
    </dgm:pt>
    <dgm:pt modelId="{B69B3D84-4A7C-4DCA-8BED-FC0FF6C21C82}" type="pres">
      <dgm:prSet presAssocID="{0B0C2C0D-834C-489D-AF94-0F9D281189E7}" presName="FiveNodes_1" presStyleLbl="node1" presStyleIdx="0" presStyleCnt="5" custScaleX="129870" custLinFactNeighborX="15041">
        <dgm:presLayoutVars>
          <dgm:bulletEnabled val="1"/>
        </dgm:presLayoutVars>
      </dgm:prSet>
      <dgm:spPr/>
    </dgm:pt>
    <dgm:pt modelId="{31501F3E-CAF7-4D76-9A7D-217D512D9907}" type="pres">
      <dgm:prSet presAssocID="{0B0C2C0D-834C-489D-AF94-0F9D281189E7}" presName="FiveNodes_2" presStyleLbl="node1" presStyleIdx="1" presStyleCnt="5" custScaleX="129870" custLinFactNeighborX="7627" custLinFactNeighborY="6124">
        <dgm:presLayoutVars>
          <dgm:bulletEnabled val="1"/>
        </dgm:presLayoutVars>
      </dgm:prSet>
      <dgm:spPr/>
    </dgm:pt>
    <dgm:pt modelId="{1FF8DA59-3AEF-4817-B61F-36EE17CB48E4}" type="pres">
      <dgm:prSet presAssocID="{0B0C2C0D-834C-489D-AF94-0F9D281189E7}" presName="FiveNodes_3" presStyleLbl="node1" presStyleIdx="2" presStyleCnt="5" custScaleX="129870" custLinFactNeighborX="-4420" custLinFactNeighborY="7746">
        <dgm:presLayoutVars>
          <dgm:bulletEnabled val="1"/>
        </dgm:presLayoutVars>
      </dgm:prSet>
      <dgm:spPr/>
    </dgm:pt>
    <dgm:pt modelId="{03CE000E-5EFC-4C85-AD91-017475F86085}" type="pres">
      <dgm:prSet presAssocID="{0B0C2C0D-834C-489D-AF94-0F9D281189E7}" presName="FiveNodes_4" presStyleLbl="node1" presStyleIdx="3" presStyleCnt="5" custScaleX="129870" custLinFactNeighborX="-11887" custLinFactNeighborY="3878">
        <dgm:presLayoutVars>
          <dgm:bulletEnabled val="1"/>
        </dgm:presLayoutVars>
      </dgm:prSet>
      <dgm:spPr/>
    </dgm:pt>
    <dgm:pt modelId="{2CF1BDAE-8E49-438A-8760-012F9535DB5F}" type="pres">
      <dgm:prSet presAssocID="{0B0C2C0D-834C-489D-AF94-0F9D281189E7}" presName="FiveNodes_5" presStyleLbl="node1" presStyleIdx="4" presStyleCnt="5" custScaleX="129870" custLinFactNeighborX="-18876" custLinFactNeighborY="3731">
        <dgm:presLayoutVars>
          <dgm:bulletEnabled val="1"/>
        </dgm:presLayoutVars>
      </dgm:prSet>
      <dgm:spPr/>
    </dgm:pt>
    <dgm:pt modelId="{E7FA3036-DBB6-4C93-B426-3009D0FA7BDA}" type="pres">
      <dgm:prSet presAssocID="{0B0C2C0D-834C-489D-AF94-0F9D281189E7}" presName="FiveConn_1-2" presStyleLbl="fgAccFollowNode1" presStyleIdx="0" presStyleCnt="4" custLinFactX="300000" custLinFactNeighborX="349288" custLinFactNeighborY="-17062">
        <dgm:presLayoutVars>
          <dgm:bulletEnabled val="1"/>
        </dgm:presLayoutVars>
      </dgm:prSet>
      <dgm:spPr/>
    </dgm:pt>
    <dgm:pt modelId="{82B9DC37-0C82-4A5F-B872-FB34F41AD1E0}" type="pres">
      <dgm:prSet presAssocID="{0B0C2C0D-834C-489D-AF94-0F9D281189E7}" presName="FiveConn_2-3" presStyleLbl="fgAccFollowNode1" presStyleIdx="1" presStyleCnt="4" custLinFactX="200000" custLinFactNeighborX="285326" custLinFactNeighborY="-1423">
        <dgm:presLayoutVars>
          <dgm:bulletEnabled val="1"/>
        </dgm:presLayoutVars>
      </dgm:prSet>
      <dgm:spPr/>
    </dgm:pt>
    <dgm:pt modelId="{41F89441-7E5B-4942-BB7C-52DD8C9AC11D}" type="pres">
      <dgm:prSet presAssocID="{0B0C2C0D-834C-489D-AF94-0F9D281189E7}" presName="FiveConn_3-4" presStyleLbl="fgAccFollowNode1" presStyleIdx="2" presStyleCnt="4" custLinFactX="123293" custLinFactNeighborX="200000" custLinFactNeighborY="3637">
        <dgm:presLayoutVars>
          <dgm:bulletEnabled val="1"/>
        </dgm:presLayoutVars>
      </dgm:prSet>
      <dgm:spPr/>
    </dgm:pt>
    <dgm:pt modelId="{CD09002D-321E-47D1-8A57-A7AAFB248F70}" type="pres">
      <dgm:prSet presAssocID="{0B0C2C0D-834C-489D-AF94-0F9D281189E7}" presName="FiveConn_4-5" presStyleLbl="fgAccFollowNode1" presStyleIdx="3" presStyleCnt="4" custLinFactX="66650" custLinFactNeighborX="100000" custLinFactNeighborY="-1727">
        <dgm:presLayoutVars>
          <dgm:bulletEnabled val="1"/>
        </dgm:presLayoutVars>
      </dgm:prSet>
      <dgm:spPr/>
    </dgm:pt>
    <dgm:pt modelId="{EF41C745-FF0A-4548-9AFE-ADDD0CB89B9E}" type="pres">
      <dgm:prSet presAssocID="{0B0C2C0D-834C-489D-AF94-0F9D281189E7}" presName="FiveNodes_1_text" presStyleLbl="node1" presStyleIdx="4" presStyleCnt="5">
        <dgm:presLayoutVars>
          <dgm:bulletEnabled val="1"/>
        </dgm:presLayoutVars>
      </dgm:prSet>
      <dgm:spPr/>
    </dgm:pt>
    <dgm:pt modelId="{49A6E22D-211B-498E-9C25-BD9C9376595D}" type="pres">
      <dgm:prSet presAssocID="{0B0C2C0D-834C-489D-AF94-0F9D281189E7}" presName="FiveNodes_2_text" presStyleLbl="node1" presStyleIdx="4" presStyleCnt="5">
        <dgm:presLayoutVars>
          <dgm:bulletEnabled val="1"/>
        </dgm:presLayoutVars>
      </dgm:prSet>
      <dgm:spPr/>
    </dgm:pt>
    <dgm:pt modelId="{02400F4E-410C-44B4-9842-44EB3D41E4E7}" type="pres">
      <dgm:prSet presAssocID="{0B0C2C0D-834C-489D-AF94-0F9D281189E7}" presName="FiveNodes_3_text" presStyleLbl="node1" presStyleIdx="4" presStyleCnt="5">
        <dgm:presLayoutVars>
          <dgm:bulletEnabled val="1"/>
        </dgm:presLayoutVars>
      </dgm:prSet>
      <dgm:spPr/>
    </dgm:pt>
    <dgm:pt modelId="{246F4D76-CF88-4E5D-A326-6140D9FE6669}" type="pres">
      <dgm:prSet presAssocID="{0B0C2C0D-834C-489D-AF94-0F9D281189E7}" presName="FiveNodes_4_text" presStyleLbl="node1" presStyleIdx="4" presStyleCnt="5">
        <dgm:presLayoutVars>
          <dgm:bulletEnabled val="1"/>
        </dgm:presLayoutVars>
      </dgm:prSet>
      <dgm:spPr/>
    </dgm:pt>
    <dgm:pt modelId="{9C197A47-F634-4494-984A-01AF33ECBBD9}" type="pres">
      <dgm:prSet presAssocID="{0B0C2C0D-834C-489D-AF94-0F9D281189E7}" presName="FiveNodes_5_text" presStyleLbl="node1" presStyleIdx="4" presStyleCnt="5">
        <dgm:presLayoutVars>
          <dgm:bulletEnabled val="1"/>
        </dgm:presLayoutVars>
      </dgm:prSet>
      <dgm:spPr/>
    </dgm:pt>
  </dgm:ptLst>
  <dgm:cxnLst>
    <dgm:cxn modelId="{8C108F0B-DBE1-4E9F-B486-6BF15765864B}" type="presOf" srcId="{9557E5DC-EC74-49E1-AA33-8CF2CBCD7AC2}" destId="{82B9DC37-0C82-4A5F-B872-FB34F41AD1E0}" srcOrd="0" destOrd="0" presId="urn:microsoft.com/office/officeart/2005/8/layout/vProcess5"/>
    <dgm:cxn modelId="{3FBF0F10-9473-43E3-9216-8C3AD97E26A4}" srcId="{0B0C2C0D-834C-489D-AF94-0F9D281189E7}" destId="{74110BDB-B66F-41B7-BEC2-D08A976D13D0}" srcOrd="7" destOrd="0" parTransId="{D1926F81-F5D3-4ED3-9B5E-2C04CA21F024}" sibTransId="{F34615FA-BCDD-4A4B-B8E8-0968DB6AA46A}"/>
    <dgm:cxn modelId="{E097E412-DC68-4472-AEC5-37CD12CCE8EA}" type="presOf" srcId="{B2849564-312F-49FC-A775-4A874D186602}" destId="{B69B3D84-4A7C-4DCA-8BED-FC0FF6C21C82}" srcOrd="0" destOrd="0" presId="urn:microsoft.com/office/officeart/2005/8/layout/vProcess5"/>
    <dgm:cxn modelId="{59E80118-BAF5-471E-941E-D39D67617DC6}" srcId="{0B0C2C0D-834C-489D-AF94-0F9D281189E7}" destId="{BD3FB6C7-475C-4C08-A253-773534E41481}" srcOrd="3" destOrd="0" parTransId="{C25FDB13-0627-4911-9951-02DBB48C43E7}" sibTransId="{38ED6D1C-5577-4143-9DD4-7634C9A192A6}"/>
    <dgm:cxn modelId="{C12D2D18-DA41-48E3-8ABB-0A49D20B9B15}" srcId="{0B0C2C0D-834C-489D-AF94-0F9D281189E7}" destId="{DAFAF340-12F0-4DBA-AF98-928DDBD240E2}" srcOrd="2" destOrd="0" parTransId="{CBCDB0F3-B64E-4D8A-AC42-153982172128}" sibTransId="{800533FC-05D3-4439-A416-D4109CE1CCA8}"/>
    <dgm:cxn modelId="{E5043D27-ECC3-4EAC-A79D-7BC209E823BD}" srcId="{0B0C2C0D-834C-489D-AF94-0F9D281189E7}" destId="{5418C0BF-6038-4BA2-87BD-C7EE522817EA}" srcOrd="4" destOrd="0" parTransId="{A4147F7B-A0D9-4C1F-AD35-E196EF7F2549}" sibTransId="{4219975A-F60F-42C9-AE29-9CC56D49B3D7}"/>
    <dgm:cxn modelId="{33A7C231-B746-4E2E-A83B-44F894970408}" srcId="{0B0C2C0D-834C-489D-AF94-0F9D281189E7}" destId="{33478DF6-28C1-47A5-8265-AE4A2D651B27}" srcOrd="1" destOrd="0" parTransId="{6091D63D-3DEF-4A3D-AF0D-8EED374F04A0}" sibTransId="{9557E5DC-EC74-49E1-AA33-8CF2CBCD7AC2}"/>
    <dgm:cxn modelId="{106B9439-06B4-4821-AFD5-43EF42D790DB}" type="presOf" srcId="{38ED6D1C-5577-4143-9DD4-7634C9A192A6}" destId="{CD09002D-321E-47D1-8A57-A7AAFB248F70}" srcOrd="0" destOrd="0" presId="urn:microsoft.com/office/officeart/2005/8/layout/vProcess5"/>
    <dgm:cxn modelId="{D025AC5B-C9C1-4401-AFC7-E7EA77FCCA4B}" type="presOf" srcId="{DAFAF340-12F0-4DBA-AF98-928DDBD240E2}" destId="{1FF8DA59-3AEF-4817-B61F-36EE17CB48E4}" srcOrd="0" destOrd="0" presId="urn:microsoft.com/office/officeart/2005/8/layout/vProcess5"/>
    <dgm:cxn modelId="{2F4B5762-F9BD-4EC1-87BF-08496FB397E5}" type="presOf" srcId="{800533FC-05D3-4439-A416-D4109CE1CCA8}" destId="{41F89441-7E5B-4942-BB7C-52DD8C9AC11D}" srcOrd="0" destOrd="0" presId="urn:microsoft.com/office/officeart/2005/8/layout/vProcess5"/>
    <dgm:cxn modelId="{13CE7569-5337-493E-AB0F-38D7F64C8E2E}" type="presOf" srcId="{BD3FB6C7-475C-4C08-A253-773534E41481}" destId="{246F4D76-CF88-4E5D-A326-6140D9FE6669}" srcOrd="1" destOrd="0" presId="urn:microsoft.com/office/officeart/2005/8/layout/vProcess5"/>
    <dgm:cxn modelId="{EE575D7D-4836-4FFB-A02E-046D61378B20}" type="presOf" srcId="{79D56623-B357-4BFB-9764-21C48CB0D35D}" destId="{E7FA3036-DBB6-4C93-B426-3009D0FA7BDA}" srcOrd="0" destOrd="0" presId="urn:microsoft.com/office/officeart/2005/8/layout/vProcess5"/>
    <dgm:cxn modelId="{5B2A479A-7163-4E15-B5BB-6C3B81ACE676}" type="presOf" srcId="{5418C0BF-6038-4BA2-87BD-C7EE522817EA}" destId="{2CF1BDAE-8E49-438A-8760-012F9535DB5F}" srcOrd="0" destOrd="0" presId="urn:microsoft.com/office/officeart/2005/8/layout/vProcess5"/>
    <dgm:cxn modelId="{B73EFFA3-2678-491E-B9FE-6098A58BAC9D}" srcId="{0B0C2C0D-834C-489D-AF94-0F9D281189E7}" destId="{FD1250BA-E4FA-4A2A-8222-FEED83D7EAE6}" srcOrd="5" destOrd="0" parTransId="{DA814BFA-8968-435A-B79C-05866FC46675}" sibTransId="{475A6608-6DC7-4FE9-AB20-340C551D6DC1}"/>
    <dgm:cxn modelId="{788AD1B3-3C43-4905-8EE5-C17369698176}" type="presOf" srcId="{33478DF6-28C1-47A5-8265-AE4A2D651B27}" destId="{49A6E22D-211B-498E-9C25-BD9C9376595D}" srcOrd="1" destOrd="0" presId="urn:microsoft.com/office/officeart/2005/8/layout/vProcess5"/>
    <dgm:cxn modelId="{4648A9CE-0E4F-40F6-B601-D244438E06FD}" type="presOf" srcId="{BD3FB6C7-475C-4C08-A253-773534E41481}" destId="{03CE000E-5EFC-4C85-AD91-017475F86085}" srcOrd="0" destOrd="0" presId="urn:microsoft.com/office/officeart/2005/8/layout/vProcess5"/>
    <dgm:cxn modelId="{5F10CED1-B6E9-4F6B-9745-3E0653176BE4}" type="presOf" srcId="{DAFAF340-12F0-4DBA-AF98-928DDBD240E2}" destId="{02400F4E-410C-44B4-9842-44EB3D41E4E7}" srcOrd="1" destOrd="0" presId="urn:microsoft.com/office/officeart/2005/8/layout/vProcess5"/>
    <dgm:cxn modelId="{B57F96E2-8A40-40D3-8532-FB403277D8B0}" type="presOf" srcId="{33478DF6-28C1-47A5-8265-AE4A2D651B27}" destId="{31501F3E-CAF7-4D76-9A7D-217D512D9907}" srcOrd="0" destOrd="0" presId="urn:microsoft.com/office/officeart/2005/8/layout/vProcess5"/>
    <dgm:cxn modelId="{5B2A59E9-2000-4763-9198-8278A629F9F2}" type="presOf" srcId="{5418C0BF-6038-4BA2-87BD-C7EE522817EA}" destId="{9C197A47-F634-4494-984A-01AF33ECBBD9}" srcOrd="1" destOrd="0" presId="urn:microsoft.com/office/officeart/2005/8/layout/vProcess5"/>
    <dgm:cxn modelId="{C6BFDBED-BB15-45D4-A7B1-229188AFA43F}" srcId="{0B0C2C0D-834C-489D-AF94-0F9D281189E7}" destId="{23D6195D-C29F-4D9E-945C-0AAEBDFD2841}" srcOrd="6" destOrd="0" parTransId="{DAA9793D-02C1-4D20-A125-2ACF5522B18A}" sibTransId="{F6DB4CBB-57A5-4EF7-A7D3-108782636091}"/>
    <dgm:cxn modelId="{AB0D45EE-2D41-4038-AA8F-850A670728B5}" type="presOf" srcId="{B2849564-312F-49FC-A775-4A874D186602}" destId="{EF41C745-FF0A-4548-9AFE-ADDD0CB89B9E}" srcOrd="1" destOrd="0" presId="urn:microsoft.com/office/officeart/2005/8/layout/vProcess5"/>
    <dgm:cxn modelId="{5EDCA7F7-F9AD-4247-A789-DCF0BF5807B7}" srcId="{0B0C2C0D-834C-489D-AF94-0F9D281189E7}" destId="{B2849564-312F-49FC-A775-4A874D186602}" srcOrd="0" destOrd="0" parTransId="{15E12ABA-D7B0-4C23-AB55-D91603466ED7}" sibTransId="{79D56623-B357-4BFB-9764-21C48CB0D35D}"/>
    <dgm:cxn modelId="{4F994EFD-46BD-4EF1-92F5-10567D26DAD6}" type="presOf" srcId="{0B0C2C0D-834C-489D-AF94-0F9D281189E7}" destId="{2B2DA2DD-6288-410C-9384-AA3F662C4B1A}" srcOrd="0" destOrd="0" presId="urn:microsoft.com/office/officeart/2005/8/layout/vProcess5"/>
    <dgm:cxn modelId="{6EE73F40-A19B-4745-A626-DB2FB8C558A1}" type="presParOf" srcId="{2B2DA2DD-6288-410C-9384-AA3F662C4B1A}" destId="{5C8DA36C-7FCE-47ED-9E12-4BA7CC670970}" srcOrd="0" destOrd="0" presId="urn:microsoft.com/office/officeart/2005/8/layout/vProcess5"/>
    <dgm:cxn modelId="{32D9545B-273D-457D-9F4B-4F616896E1CB}" type="presParOf" srcId="{2B2DA2DD-6288-410C-9384-AA3F662C4B1A}" destId="{B69B3D84-4A7C-4DCA-8BED-FC0FF6C21C82}" srcOrd="1" destOrd="0" presId="urn:microsoft.com/office/officeart/2005/8/layout/vProcess5"/>
    <dgm:cxn modelId="{8B26D588-35BD-4AA8-95D8-A0B986BBD4D0}" type="presParOf" srcId="{2B2DA2DD-6288-410C-9384-AA3F662C4B1A}" destId="{31501F3E-CAF7-4D76-9A7D-217D512D9907}" srcOrd="2" destOrd="0" presId="urn:microsoft.com/office/officeart/2005/8/layout/vProcess5"/>
    <dgm:cxn modelId="{2F2FB3FB-4CD0-4566-B70F-0A5AF9C3A7F7}" type="presParOf" srcId="{2B2DA2DD-6288-410C-9384-AA3F662C4B1A}" destId="{1FF8DA59-3AEF-4817-B61F-36EE17CB48E4}" srcOrd="3" destOrd="0" presId="urn:microsoft.com/office/officeart/2005/8/layout/vProcess5"/>
    <dgm:cxn modelId="{DA1A8327-1BDF-4236-AD93-D13A8D93DBD2}" type="presParOf" srcId="{2B2DA2DD-6288-410C-9384-AA3F662C4B1A}" destId="{03CE000E-5EFC-4C85-AD91-017475F86085}" srcOrd="4" destOrd="0" presId="urn:microsoft.com/office/officeart/2005/8/layout/vProcess5"/>
    <dgm:cxn modelId="{F20CE323-6841-4010-BD81-53C2EC57DCAE}" type="presParOf" srcId="{2B2DA2DD-6288-410C-9384-AA3F662C4B1A}" destId="{2CF1BDAE-8E49-438A-8760-012F9535DB5F}" srcOrd="5" destOrd="0" presId="urn:microsoft.com/office/officeart/2005/8/layout/vProcess5"/>
    <dgm:cxn modelId="{9DC9E054-32FE-4BB1-B794-295F1A5B2576}" type="presParOf" srcId="{2B2DA2DD-6288-410C-9384-AA3F662C4B1A}" destId="{E7FA3036-DBB6-4C93-B426-3009D0FA7BDA}" srcOrd="6" destOrd="0" presId="urn:microsoft.com/office/officeart/2005/8/layout/vProcess5"/>
    <dgm:cxn modelId="{1A40B8B5-43A4-45E5-8B6E-8D10D9C508AF}" type="presParOf" srcId="{2B2DA2DD-6288-410C-9384-AA3F662C4B1A}" destId="{82B9DC37-0C82-4A5F-B872-FB34F41AD1E0}" srcOrd="7" destOrd="0" presId="urn:microsoft.com/office/officeart/2005/8/layout/vProcess5"/>
    <dgm:cxn modelId="{6D372D79-4E98-45CA-A96F-599D68BDB211}" type="presParOf" srcId="{2B2DA2DD-6288-410C-9384-AA3F662C4B1A}" destId="{41F89441-7E5B-4942-BB7C-52DD8C9AC11D}" srcOrd="8" destOrd="0" presId="urn:microsoft.com/office/officeart/2005/8/layout/vProcess5"/>
    <dgm:cxn modelId="{6EF81ABC-161A-4404-9762-992792233CE4}" type="presParOf" srcId="{2B2DA2DD-6288-410C-9384-AA3F662C4B1A}" destId="{CD09002D-321E-47D1-8A57-A7AAFB248F70}" srcOrd="9" destOrd="0" presId="urn:microsoft.com/office/officeart/2005/8/layout/vProcess5"/>
    <dgm:cxn modelId="{9AF217EF-78D6-4B72-AFFD-B18530C19527}" type="presParOf" srcId="{2B2DA2DD-6288-410C-9384-AA3F662C4B1A}" destId="{EF41C745-FF0A-4548-9AFE-ADDD0CB89B9E}" srcOrd="10" destOrd="0" presId="urn:microsoft.com/office/officeart/2005/8/layout/vProcess5"/>
    <dgm:cxn modelId="{2A98C8C4-D7D9-4105-8FB5-35B2728D4F4A}" type="presParOf" srcId="{2B2DA2DD-6288-410C-9384-AA3F662C4B1A}" destId="{49A6E22D-211B-498E-9C25-BD9C9376595D}" srcOrd="11" destOrd="0" presId="urn:microsoft.com/office/officeart/2005/8/layout/vProcess5"/>
    <dgm:cxn modelId="{FF5ED236-6226-475F-99FC-0A0E193E44A6}" type="presParOf" srcId="{2B2DA2DD-6288-410C-9384-AA3F662C4B1A}" destId="{02400F4E-410C-44B4-9842-44EB3D41E4E7}" srcOrd="12" destOrd="0" presId="urn:microsoft.com/office/officeart/2005/8/layout/vProcess5"/>
    <dgm:cxn modelId="{C0E19F52-CE5C-4051-9AB3-278D57158790}" type="presParOf" srcId="{2B2DA2DD-6288-410C-9384-AA3F662C4B1A}" destId="{246F4D76-CF88-4E5D-A326-6140D9FE6669}" srcOrd="13" destOrd="0" presId="urn:microsoft.com/office/officeart/2005/8/layout/vProcess5"/>
    <dgm:cxn modelId="{5ED8606D-B91C-4CBF-B50F-9330FC6CFBA1}" type="presParOf" srcId="{2B2DA2DD-6288-410C-9384-AA3F662C4B1A}" destId="{9C197A47-F634-4494-984A-01AF33ECBBD9}" srcOrd="14" destOrd="0" presId="urn:microsoft.com/office/officeart/2005/8/layout/vProcess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3EA288-D10B-4B37-BFBE-04E2B48976BA}">
      <dsp:nvSpPr>
        <dsp:cNvPr id="0" name=""/>
        <dsp:cNvSpPr/>
      </dsp:nvSpPr>
      <dsp:spPr>
        <a:xfrm>
          <a:off x="2041746" y="693"/>
          <a:ext cx="1332953" cy="8664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Setting the Compliance Objectives</a:t>
          </a:r>
        </a:p>
      </dsp:txBody>
      <dsp:txXfrm>
        <a:off x="2084041" y="42988"/>
        <a:ext cx="1248363" cy="781829"/>
      </dsp:txXfrm>
    </dsp:sp>
    <dsp:sp modelId="{7C966229-0813-4541-9798-8DAFD2A65855}">
      <dsp:nvSpPr>
        <dsp:cNvPr id="0" name=""/>
        <dsp:cNvSpPr/>
      </dsp:nvSpPr>
      <dsp:spPr>
        <a:xfrm>
          <a:off x="975580" y="433903"/>
          <a:ext cx="3465284" cy="3465284"/>
        </a:xfrm>
        <a:custGeom>
          <a:avLst/>
          <a:gdLst/>
          <a:ahLst/>
          <a:cxnLst/>
          <a:rect l="0" t="0" r="0" b="0"/>
          <a:pathLst>
            <a:path>
              <a:moveTo>
                <a:pt x="2408296" y="137167"/>
              </a:moveTo>
              <a:arcTo wR="1732642" hR="1732642" stAng="17577105" swAng="196375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856BF49-F111-4C3C-9DD7-7745E6E7B01D}">
      <dsp:nvSpPr>
        <dsp:cNvPr id="0" name=""/>
        <dsp:cNvSpPr/>
      </dsp:nvSpPr>
      <dsp:spPr>
        <a:xfrm>
          <a:off x="3689586" y="1197919"/>
          <a:ext cx="1332953" cy="8664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Identifying Compliance Obligations</a:t>
          </a:r>
        </a:p>
      </dsp:txBody>
      <dsp:txXfrm>
        <a:off x="3731881" y="1240214"/>
        <a:ext cx="1248363" cy="781829"/>
      </dsp:txXfrm>
    </dsp:sp>
    <dsp:sp modelId="{0F3B37F9-F2CE-4B4F-A16C-E8296626DC80}">
      <dsp:nvSpPr>
        <dsp:cNvPr id="0" name=""/>
        <dsp:cNvSpPr/>
      </dsp:nvSpPr>
      <dsp:spPr>
        <a:xfrm>
          <a:off x="975580" y="433903"/>
          <a:ext cx="3465284" cy="3465284"/>
        </a:xfrm>
        <a:custGeom>
          <a:avLst/>
          <a:gdLst/>
          <a:ahLst/>
          <a:cxnLst/>
          <a:rect l="0" t="0" r="0" b="0"/>
          <a:pathLst>
            <a:path>
              <a:moveTo>
                <a:pt x="3462886" y="1641519"/>
              </a:moveTo>
              <a:arcTo wR="1732642" hR="1732642" stAng="21419120" swAng="219800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84B998B-E688-4536-A2A5-A34CF36E6592}">
      <dsp:nvSpPr>
        <dsp:cNvPr id="0" name=""/>
        <dsp:cNvSpPr/>
      </dsp:nvSpPr>
      <dsp:spPr>
        <a:xfrm>
          <a:off x="3060167" y="3135072"/>
          <a:ext cx="1332953" cy="8664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Assessing Non-Compliance Risk</a:t>
          </a:r>
        </a:p>
      </dsp:txBody>
      <dsp:txXfrm>
        <a:off x="3102462" y="3177367"/>
        <a:ext cx="1248363" cy="781829"/>
      </dsp:txXfrm>
    </dsp:sp>
    <dsp:sp modelId="{439B2930-8F37-40AD-9BF0-40BD9FAD10FB}">
      <dsp:nvSpPr>
        <dsp:cNvPr id="0" name=""/>
        <dsp:cNvSpPr/>
      </dsp:nvSpPr>
      <dsp:spPr>
        <a:xfrm>
          <a:off x="975580" y="433903"/>
          <a:ext cx="3465284" cy="3465284"/>
        </a:xfrm>
        <a:custGeom>
          <a:avLst/>
          <a:gdLst/>
          <a:ahLst/>
          <a:cxnLst/>
          <a:rect l="0" t="0" r="0" b="0"/>
          <a:pathLst>
            <a:path>
              <a:moveTo>
                <a:pt x="2077691" y="3430579"/>
              </a:moveTo>
              <a:arcTo wR="1732642" hR="1732642" stAng="4710777" swAng="137844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1334DD8-4A47-4D80-A3C1-A8C7653C3BCE}">
      <dsp:nvSpPr>
        <dsp:cNvPr id="0" name=""/>
        <dsp:cNvSpPr/>
      </dsp:nvSpPr>
      <dsp:spPr>
        <a:xfrm>
          <a:off x="1023324" y="3135072"/>
          <a:ext cx="1332953" cy="8664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Performing Control Activities</a:t>
          </a:r>
        </a:p>
      </dsp:txBody>
      <dsp:txXfrm>
        <a:off x="1065619" y="3177367"/>
        <a:ext cx="1248363" cy="781829"/>
      </dsp:txXfrm>
    </dsp:sp>
    <dsp:sp modelId="{72446E4C-77E2-4A02-9424-384D9D0968D2}">
      <dsp:nvSpPr>
        <dsp:cNvPr id="0" name=""/>
        <dsp:cNvSpPr/>
      </dsp:nvSpPr>
      <dsp:spPr>
        <a:xfrm>
          <a:off x="975580" y="433903"/>
          <a:ext cx="3465284" cy="3465284"/>
        </a:xfrm>
        <a:custGeom>
          <a:avLst/>
          <a:gdLst/>
          <a:ahLst/>
          <a:cxnLst/>
          <a:rect l="0" t="0" r="0" b="0"/>
          <a:pathLst>
            <a:path>
              <a:moveTo>
                <a:pt x="289802" y="2691944"/>
              </a:moveTo>
              <a:arcTo wR="1732642" hR="1732642" stAng="8782873" swAng="219800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5C6B6EC-BBAD-48EF-8018-B35CFDC5CF77}">
      <dsp:nvSpPr>
        <dsp:cNvPr id="0" name=""/>
        <dsp:cNvSpPr/>
      </dsp:nvSpPr>
      <dsp:spPr>
        <a:xfrm>
          <a:off x="393905" y="1197919"/>
          <a:ext cx="1332953" cy="8664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Monitoring &amp; Improvement</a:t>
          </a:r>
        </a:p>
      </dsp:txBody>
      <dsp:txXfrm>
        <a:off x="436200" y="1240214"/>
        <a:ext cx="1248363" cy="781829"/>
      </dsp:txXfrm>
    </dsp:sp>
    <dsp:sp modelId="{C646DC14-B41E-42F7-A70D-07EEC88ACDC1}">
      <dsp:nvSpPr>
        <dsp:cNvPr id="0" name=""/>
        <dsp:cNvSpPr/>
      </dsp:nvSpPr>
      <dsp:spPr>
        <a:xfrm>
          <a:off x="975580" y="433903"/>
          <a:ext cx="3465284" cy="3465284"/>
        </a:xfrm>
        <a:custGeom>
          <a:avLst/>
          <a:gdLst/>
          <a:ahLst/>
          <a:cxnLst/>
          <a:rect l="0" t="0" r="0" b="0"/>
          <a:pathLst>
            <a:path>
              <a:moveTo>
                <a:pt x="301633" y="755778"/>
              </a:moveTo>
              <a:arcTo wR="1732642" hR="1732642" stAng="12859139" swAng="196375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3EA288-D10B-4B37-BFBE-04E2B48976BA}">
      <dsp:nvSpPr>
        <dsp:cNvPr id="0" name=""/>
        <dsp:cNvSpPr/>
      </dsp:nvSpPr>
      <dsp:spPr>
        <a:xfrm>
          <a:off x="2038070" y="2402"/>
          <a:ext cx="1334058" cy="86713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Setting the Compliance Objectives</a:t>
          </a:r>
        </a:p>
      </dsp:txBody>
      <dsp:txXfrm>
        <a:off x="2080400" y="44732"/>
        <a:ext cx="1249398" cy="782477"/>
      </dsp:txXfrm>
    </dsp:sp>
    <dsp:sp modelId="{7C966229-0813-4541-9798-8DAFD2A65855}">
      <dsp:nvSpPr>
        <dsp:cNvPr id="0" name=""/>
        <dsp:cNvSpPr/>
      </dsp:nvSpPr>
      <dsp:spPr>
        <a:xfrm>
          <a:off x="972330" y="435971"/>
          <a:ext cx="3465538" cy="3465538"/>
        </a:xfrm>
        <a:custGeom>
          <a:avLst/>
          <a:gdLst/>
          <a:ahLst/>
          <a:cxnLst/>
          <a:rect l="0" t="0" r="0" b="0"/>
          <a:pathLst>
            <a:path>
              <a:moveTo>
                <a:pt x="2408966" y="137386"/>
              </a:moveTo>
              <a:arcTo wR="1732769" hR="1732769" stAng="17578170" swAng="196192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856BF49-F111-4C3C-9DD7-7745E6E7B01D}">
      <dsp:nvSpPr>
        <dsp:cNvPr id="0" name=""/>
        <dsp:cNvSpPr/>
      </dsp:nvSpPr>
      <dsp:spPr>
        <a:xfrm>
          <a:off x="3686032" y="1199716"/>
          <a:ext cx="1334058" cy="86713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Identifying Compliance Obligations</a:t>
          </a:r>
        </a:p>
      </dsp:txBody>
      <dsp:txXfrm>
        <a:off x="3728362" y="1242046"/>
        <a:ext cx="1249398" cy="782477"/>
      </dsp:txXfrm>
    </dsp:sp>
    <dsp:sp modelId="{0F3B37F9-F2CE-4B4F-A16C-E8296626DC80}">
      <dsp:nvSpPr>
        <dsp:cNvPr id="0" name=""/>
        <dsp:cNvSpPr/>
      </dsp:nvSpPr>
      <dsp:spPr>
        <a:xfrm>
          <a:off x="972330" y="435971"/>
          <a:ext cx="3465538" cy="3465538"/>
        </a:xfrm>
        <a:custGeom>
          <a:avLst/>
          <a:gdLst/>
          <a:ahLst/>
          <a:cxnLst/>
          <a:rect l="0" t="0" r="0" b="0"/>
          <a:pathLst>
            <a:path>
              <a:moveTo>
                <a:pt x="3463157" y="1641960"/>
              </a:moveTo>
              <a:arcTo wR="1732769" hR="1732769" stAng="21419757" swAng="2196601"/>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84B998B-E688-4536-A2A5-A34CF36E6592}">
      <dsp:nvSpPr>
        <dsp:cNvPr id="0" name=""/>
        <dsp:cNvSpPr/>
      </dsp:nvSpPr>
      <dsp:spPr>
        <a:xfrm>
          <a:off x="3056567" y="3137011"/>
          <a:ext cx="1334058" cy="86713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Assessing Non-Compliance Risk</a:t>
          </a:r>
        </a:p>
      </dsp:txBody>
      <dsp:txXfrm>
        <a:off x="3098897" y="3179341"/>
        <a:ext cx="1249398" cy="782477"/>
      </dsp:txXfrm>
    </dsp:sp>
    <dsp:sp modelId="{439B2930-8F37-40AD-9BF0-40BD9FAD10FB}">
      <dsp:nvSpPr>
        <dsp:cNvPr id="0" name=""/>
        <dsp:cNvSpPr/>
      </dsp:nvSpPr>
      <dsp:spPr>
        <a:xfrm>
          <a:off x="972330" y="435971"/>
          <a:ext cx="3465538" cy="3465538"/>
        </a:xfrm>
        <a:custGeom>
          <a:avLst/>
          <a:gdLst/>
          <a:ahLst/>
          <a:cxnLst/>
          <a:rect l="0" t="0" r="0" b="0"/>
          <a:pathLst>
            <a:path>
              <a:moveTo>
                <a:pt x="2077350" y="3430930"/>
              </a:moveTo>
              <a:arcTo wR="1732769" hR="1732769" stAng="4711777" swAng="137644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1334DD8-4A47-4D80-A3C1-A8C7653C3BCE}">
      <dsp:nvSpPr>
        <dsp:cNvPr id="0" name=""/>
        <dsp:cNvSpPr/>
      </dsp:nvSpPr>
      <dsp:spPr>
        <a:xfrm>
          <a:off x="1019574" y="3137011"/>
          <a:ext cx="1334058" cy="86713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Performing Control Activities</a:t>
          </a:r>
        </a:p>
      </dsp:txBody>
      <dsp:txXfrm>
        <a:off x="1061904" y="3179341"/>
        <a:ext cx="1249398" cy="782477"/>
      </dsp:txXfrm>
    </dsp:sp>
    <dsp:sp modelId="{72446E4C-77E2-4A02-9424-384D9D0968D2}">
      <dsp:nvSpPr>
        <dsp:cNvPr id="0" name=""/>
        <dsp:cNvSpPr/>
      </dsp:nvSpPr>
      <dsp:spPr>
        <a:xfrm>
          <a:off x="972330" y="435971"/>
          <a:ext cx="3465538" cy="3465538"/>
        </a:xfrm>
        <a:custGeom>
          <a:avLst/>
          <a:gdLst/>
          <a:ahLst/>
          <a:cxnLst/>
          <a:rect l="0" t="0" r="0" b="0"/>
          <a:pathLst>
            <a:path>
              <a:moveTo>
                <a:pt x="289608" y="2691819"/>
              </a:moveTo>
              <a:arcTo wR="1732769" hR="1732769" stAng="8783642" swAng="2196601"/>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5C6B6EC-BBAD-48EF-8018-B35CFDC5CF77}">
      <dsp:nvSpPr>
        <dsp:cNvPr id="0" name=""/>
        <dsp:cNvSpPr/>
      </dsp:nvSpPr>
      <dsp:spPr>
        <a:xfrm>
          <a:off x="390109" y="1199716"/>
          <a:ext cx="1334058" cy="86713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Monitoring &amp; Improvement</a:t>
          </a:r>
        </a:p>
      </dsp:txBody>
      <dsp:txXfrm>
        <a:off x="432439" y="1242046"/>
        <a:ext cx="1249398" cy="782477"/>
      </dsp:txXfrm>
    </dsp:sp>
    <dsp:sp modelId="{C646DC14-B41E-42F7-A70D-07EEC88ACDC1}">
      <dsp:nvSpPr>
        <dsp:cNvPr id="0" name=""/>
        <dsp:cNvSpPr/>
      </dsp:nvSpPr>
      <dsp:spPr>
        <a:xfrm>
          <a:off x="972330" y="435971"/>
          <a:ext cx="3465538" cy="3465538"/>
        </a:xfrm>
        <a:custGeom>
          <a:avLst/>
          <a:gdLst/>
          <a:ahLst/>
          <a:cxnLst/>
          <a:rect l="0" t="0" r="0" b="0"/>
          <a:pathLst>
            <a:path>
              <a:moveTo>
                <a:pt x="301872" y="755515"/>
              </a:moveTo>
              <a:arcTo wR="1732769" hR="1732769" stAng="12859904" swAng="196192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3EA288-D10B-4B37-BFBE-04E2B48976BA}">
      <dsp:nvSpPr>
        <dsp:cNvPr id="0" name=""/>
        <dsp:cNvSpPr/>
      </dsp:nvSpPr>
      <dsp:spPr>
        <a:xfrm>
          <a:off x="2038070" y="2402"/>
          <a:ext cx="1334058" cy="86713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Setting the Compliance Objectives</a:t>
          </a:r>
        </a:p>
      </dsp:txBody>
      <dsp:txXfrm>
        <a:off x="2080400" y="44732"/>
        <a:ext cx="1249398" cy="782477"/>
      </dsp:txXfrm>
    </dsp:sp>
    <dsp:sp modelId="{7C966229-0813-4541-9798-8DAFD2A65855}">
      <dsp:nvSpPr>
        <dsp:cNvPr id="0" name=""/>
        <dsp:cNvSpPr/>
      </dsp:nvSpPr>
      <dsp:spPr>
        <a:xfrm>
          <a:off x="972330" y="435971"/>
          <a:ext cx="3465538" cy="3465538"/>
        </a:xfrm>
        <a:custGeom>
          <a:avLst/>
          <a:gdLst/>
          <a:ahLst/>
          <a:cxnLst/>
          <a:rect l="0" t="0" r="0" b="0"/>
          <a:pathLst>
            <a:path>
              <a:moveTo>
                <a:pt x="2408966" y="137386"/>
              </a:moveTo>
              <a:arcTo wR="1732769" hR="1732769" stAng="17578170" swAng="196192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856BF49-F111-4C3C-9DD7-7745E6E7B01D}">
      <dsp:nvSpPr>
        <dsp:cNvPr id="0" name=""/>
        <dsp:cNvSpPr/>
      </dsp:nvSpPr>
      <dsp:spPr>
        <a:xfrm>
          <a:off x="3686032" y="1199716"/>
          <a:ext cx="1334058" cy="86713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Identifying Compliance Obligations</a:t>
          </a:r>
        </a:p>
      </dsp:txBody>
      <dsp:txXfrm>
        <a:off x="3728362" y="1242046"/>
        <a:ext cx="1249398" cy="782477"/>
      </dsp:txXfrm>
    </dsp:sp>
    <dsp:sp modelId="{0F3B37F9-F2CE-4B4F-A16C-E8296626DC80}">
      <dsp:nvSpPr>
        <dsp:cNvPr id="0" name=""/>
        <dsp:cNvSpPr/>
      </dsp:nvSpPr>
      <dsp:spPr>
        <a:xfrm>
          <a:off x="972330" y="435971"/>
          <a:ext cx="3465538" cy="3465538"/>
        </a:xfrm>
        <a:custGeom>
          <a:avLst/>
          <a:gdLst/>
          <a:ahLst/>
          <a:cxnLst/>
          <a:rect l="0" t="0" r="0" b="0"/>
          <a:pathLst>
            <a:path>
              <a:moveTo>
                <a:pt x="3463157" y="1641960"/>
              </a:moveTo>
              <a:arcTo wR="1732769" hR="1732769" stAng="21419757" swAng="2196601"/>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84B998B-E688-4536-A2A5-A34CF36E6592}">
      <dsp:nvSpPr>
        <dsp:cNvPr id="0" name=""/>
        <dsp:cNvSpPr/>
      </dsp:nvSpPr>
      <dsp:spPr>
        <a:xfrm>
          <a:off x="3056567" y="3137011"/>
          <a:ext cx="1334058" cy="86713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Assessing Non-Compliance Risk</a:t>
          </a:r>
        </a:p>
      </dsp:txBody>
      <dsp:txXfrm>
        <a:off x="3098897" y="3179341"/>
        <a:ext cx="1249398" cy="782477"/>
      </dsp:txXfrm>
    </dsp:sp>
    <dsp:sp modelId="{439B2930-8F37-40AD-9BF0-40BD9FAD10FB}">
      <dsp:nvSpPr>
        <dsp:cNvPr id="0" name=""/>
        <dsp:cNvSpPr/>
      </dsp:nvSpPr>
      <dsp:spPr>
        <a:xfrm>
          <a:off x="972330" y="435971"/>
          <a:ext cx="3465538" cy="3465538"/>
        </a:xfrm>
        <a:custGeom>
          <a:avLst/>
          <a:gdLst/>
          <a:ahLst/>
          <a:cxnLst/>
          <a:rect l="0" t="0" r="0" b="0"/>
          <a:pathLst>
            <a:path>
              <a:moveTo>
                <a:pt x="2077350" y="3430930"/>
              </a:moveTo>
              <a:arcTo wR="1732769" hR="1732769" stAng="4711777" swAng="137644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1334DD8-4A47-4D80-A3C1-A8C7653C3BCE}">
      <dsp:nvSpPr>
        <dsp:cNvPr id="0" name=""/>
        <dsp:cNvSpPr/>
      </dsp:nvSpPr>
      <dsp:spPr>
        <a:xfrm>
          <a:off x="1019574" y="3137011"/>
          <a:ext cx="1334058" cy="86713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Performing Control Activities</a:t>
          </a:r>
        </a:p>
      </dsp:txBody>
      <dsp:txXfrm>
        <a:off x="1061904" y="3179341"/>
        <a:ext cx="1249398" cy="782477"/>
      </dsp:txXfrm>
    </dsp:sp>
    <dsp:sp modelId="{72446E4C-77E2-4A02-9424-384D9D0968D2}">
      <dsp:nvSpPr>
        <dsp:cNvPr id="0" name=""/>
        <dsp:cNvSpPr/>
      </dsp:nvSpPr>
      <dsp:spPr>
        <a:xfrm>
          <a:off x="972330" y="435971"/>
          <a:ext cx="3465538" cy="3465538"/>
        </a:xfrm>
        <a:custGeom>
          <a:avLst/>
          <a:gdLst/>
          <a:ahLst/>
          <a:cxnLst/>
          <a:rect l="0" t="0" r="0" b="0"/>
          <a:pathLst>
            <a:path>
              <a:moveTo>
                <a:pt x="289608" y="2691819"/>
              </a:moveTo>
              <a:arcTo wR="1732769" hR="1732769" stAng="8783642" swAng="2196601"/>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5C6B6EC-BBAD-48EF-8018-B35CFDC5CF77}">
      <dsp:nvSpPr>
        <dsp:cNvPr id="0" name=""/>
        <dsp:cNvSpPr/>
      </dsp:nvSpPr>
      <dsp:spPr>
        <a:xfrm>
          <a:off x="390109" y="1199716"/>
          <a:ext cx="1334058" cy="86713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Monitoring &amp; Improvement</a:t>
          </a:r>
        </a:p>
      </dsp:txBody>
      <dsp:txXfrm>
        <a:off x="432439" y="1242046"/>
        <a:ext cx="1249398" cy="782477"/>
      </dsp:txXfrm>
    </dsp:sp>
    <dsp:sp modelId="{C646DC14-B41E-42F7-A70D-07EEC88ACDC1}">
      <dsp:nvSpPr>
        <dsp:cNvPr id="0" name=""/>
        <dsp:cNvSpPr/>
      </dsp:nvSpPr>
      <dsp:spPr>
        <a:xfrm>
          <a:off x="972330" y="435971"/>
          <a:ext cx="3465538" cy="3465538"/>
        </a:xfrm>
        <a:custGeom>
          <a:avLst/>
          <a:gdLst/>
          <a:ahLst/>
          <a:cxnLst/>
          <a:rect l="0" t="0" r="0" b="0"/>
          <a:pathLst>
            <a:path>
              <a:moveTo>
                <a:pt x="301872" y="755515"/>
              </a:moveTo>
              <a:arcTo wR="1732769" hR="1732769" stAng="12859904" swAng="196192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3EA288-D10B-4B37-BFBE-04E2B48976BA}">
      <dsp:nvSpPr>
        <dsp:cNvPr id="0" name=""/>
        <dsp:cNvSpPr/>
      </dsp:nvSpPr>
      <dsp:spPr>
        <a:xfrm>
          <a:off x="2038070" y="2402"/>
          <a:ext cx="1334058" cy="86713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Setting the Compliance Objectives</a:t>
          </a:r>
        </a:p>
      </dsp:txBody>
      <dsp:txXfrm>
        <a:off x="2080400" y="44732"/>
        <a:ext cx="1249398" cy="782477"/>
      </dsp:txXfrm>
    </dsp:sp>
    <dsp:sp modelId="{7C966229-0813-4541-9798-8DAFD2A65855}">
      <dsp:nvSpPr>
        <dsp:cNvPr id="0" name=""/>
        <dsp:cNvSpPr/>
      </dsp:nvSpPr>
      <dsp:spPr>
        <a:xfrm>
          <a:off x="972330" y="435971"/>
          <a:ext cx="3465538" cy="3465538"/>
        </a:xfrm>
        <a:custGeom>
          <a:avLst/>
          <a:gdLst/>
          <a:ahLst/>
          <a:cxnLst/>
          <a:rect l="0" t="0" r="0" b="0"/>
          <a:pathLst>
            <a:path>
              <a:moveTo>
                <a:pt x="2408966" y="137386"/>
              </a:moveTo>
              <a:arcTo wR="1732769" hR="1732769" stAng="17578170" swAng="196192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856BF49-F111-4C3C-9DD7-7745E6E7B01D}">
      <dsp:nvSpPr>
        <dsp:cNvPr id="0" name=""/>
        <dsp:cNvSpPr/>
      </dsp:nvSpPr>
      <dsp:spPr>
        <a:xfrm>
          <a:off x="3686032" y="1199716"/>
          <a:ext cx="1334058" cy="86713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Identifying Compliance Obligations</a:t>
          </a:r>
        </a:p>
      </dsp:txBody>
      <dsp:txXfrm>
        <a:off x="3728362" y="1242046"/>
        <a:ext cx="1249398" cy="782477"/>
      </dsp:txXfrm>
    </dsp:sp>
    <dsp:sp modelId="{0F3B37F9-F2CE-4B4F-A16C-E8296626DC80}">
      <dsp:nvSpPr>
        <dsp:cNvPr id="0" name=""/>
        <dsp:cNvSpPr/>
      </dsp:nvSpPr>
      <dsp:spPr>
        <a:xfrm>
          <a:off x="972330" y="435971"/>
          <a:ext cx="3465538" cy="3465538"/>
        </a:xfrm>
        <a:custGeom>
          <a:avLst/>
          <a:gdLst/>
          <a:ahLst/>
          <a:cxnLst/>
          <a:rect l="0" t="0" r="0" b="0"/>
          <a:pathLst>
            <a:path>
              <a:moveTo>
                <a:pt x="3463157" y="1641960"/>
              </a:moveTo>
              <a:arcTo wR="1732769" hR="1732769" stAng="21419757" swAng="2196601"/>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84B998B-E688-4536-A2A5-A34CF36E6592}">
      <dsp:nvSpPr>
        <dsp:cNvPr id="0" name=""/>
        <dsp:cNvSpPr/>
      </dsp:nvSpPr>
      <dsp:spPr>
        <a:xfrm>
          <a:off x="3056567" y="3137011"/>
          <a:ext cx="1334058" cy="86713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Assessing Non-Compliance Risk</a:t>
          </a:r>
        </a:p>
      </dsp:txBody>
      <dsp:txXfrm>
        <a:off x="3098897" y="3179341"/>
        <a:ext cx="1249398" cy="782477"/>
      </dsp:txXfrm>
    </dsp:sp>
    <dsp:sp modelId="{439B2930-8F37-40AD-9BF0-40BD9FAD10FB}">
      <dsp:nvSpPr>
        <dsp:cNvPr id="0" name=""/>
        <dsp:cNvSpPr/>
      </dsp:nvSpPr>
      <dsp:spPr>
        <a:xfrm>
          <a:off x="972330" y="435971"/>
          <a:ext cx="3465538" cy="3465538"/>
        </a:xfrm>
        <a:custGeom>
          <a:avLst/>
          <a:gdLst/>
          <a:ahLst/>
          <a:cxnLst/>
          <a:rect l="0" t="0" r="0" b="0"/>
          <a:pathLst>
            <a:path>
              <a:moveTo>
                <a:pt x="2077350" y="3430930"/>
              </a:moveTo>
              <a:arcTo wR="1732769" hR="1732769" stAng="4711777" swAng="137644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1334DD8-4A47-4D80-A3C1-A8C7653C3BCE}">
      <dsp:nvSpPr>
        <dsp:cNvPr id="0" name=""/>
        <dsp:cNvSpPr/>
      </dsp:nvSpPr>
      <dsp:spPr>
        <a:xfrm>
          <a:off x="1019574" y="3137011"/>
          <a:ext cx="1334058" cy="86713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Performing Control Activities</a:t>
          </a:r>
        </a:p>
      </dsp:txBody>
      <dsp:txXfrm>
        <a:off x="1061904" y="3179341"/>
        <a:ext cx="1249398" cy="782477"/>
      </dsp:txXfrm>
    </dsp:sp>
    <dsp:sp modelId="{72446E4C-77E2-4A02-9424-384D9D0968D2}">
      <dsp:nvSpPr>
        <dsp:cNvPr id="0" name=""/>
        <dsp:cNvSpPr/>
      </dsp:nvSpPr>
      <dsp:spPr>
        <a:xfrm>
          <a:off x="972330" y="435971"/>
          <a:ext cx="3465538" cy="3465538"/>
        </a:xfrm>
        <a:custGeom>
          <a:avLst/>
          <a:gdLst/>
          <a:ahLst/>
          <a:cxnLst/>
          <a:rect l="0" t="0" r="0" b="0"/>
          <a:pathLst>
            <a:path>
              <a:moveTo>
                <a:pt x="289608" y="2691819"/>
              </a:moveTo>
              <a:arcTo wR="1732769" hR="1732769" stAng="8783642" swAng="2196601"/>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5C6B6EC-BBAD-48EF-8018-B35CFDC5CF77}">
      <dsp:nvSpPr>
        <dsp:cNvPr id="0" name=""/>
        <dsp:cNvSpPr/>
      </dsp:nvSpPr>
      <dsp:spPr>
        <a:xfrm>
          <a:off x="390109" y="1199716"/>
          <a:ext cx="1334058" cy="86713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Monitoring &amp; Improvement</a:t>
          </a:r>
        </a:p>
      </dsp:txBody>
      <dsp:txXfrm>
        <a:off x="432439" y="1242046"/>
        <a:ext cx="1249398" cy="782477"/>
      </dsp:txXfrm>
    </dsp:sp>
    <dsp:sp modelId="{C646DC14-B41E-42F7-A70D-07EEC88ACDC1}">
      <dsp:nvSpPr>
        <dsp:cNvPr id="0" name=""/>
        <dsp:cNvSpPr/>
      </dsp:nvSpPr>
      <dsp:spPr>
        <a:xfrm>
          <a:off x="972330" y="435971"/>
          <a:ext cx="3465538" cy="3465538"/>
        </a:xfrm>
        <a:custGeom>
          <a:avLst/>
          <a:gdLst/>
          <a:ahLst/>
          <a:cxnLst/>
          <a:rect l="0" t="0" r="0" b="0"/>
          <a:pathLst>
            <a:path>
              <a:moveTo>
                <a:pt x="301872" y="755515"/>
              </a:moveTo>
              <a:arcTo wR="1732769" hR="1732769" stAng="12859904" swAng="196192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3EA288-D10B-4B37-BFBE-04E2B48976BA}">
      <dsp:nvSpPr>
        <dsp:cNvPr id="0" name=""/>
        <dsp:cNvSpPr/>
      </dsp:nvSpPr>
      <dsp:spPr>
        <a:xfrm>
          <a:off x="2038070" y="2402"/>
          <a:ext cx="1334058" cy="86713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Setting the Compliance Objectives</a:t>
          </a:r>
        </a:p>
      </dsp:txBody>
      <dsp:txXfrm>
        <a:off x="2080400" y="44732"/>
        <a:ext cx="1249398" cy="782477"/>
      </dsp:txXfrm>
    </dsp:sp>
    <dsp:sp modelId="{7C966229-0813-4541-9798-8DAFD2A65855}">
      <dsp:nvSpPr>
        <dsp:cNvPr id="0" name=""/>
        <dsp:cNvSpPr/>
      </dsp:nvSpPr>
      <dsp:spPr>
        <a:xfrm>
          <a:off x="972330" y="435971"/>
          <a:ext cx="3465538" cy="3465538"/>
        </a:xfrm>
        <a:custGeom>
          <a:avLst/>
          <a:gdLst/>
          <a:ahLst/>
          <a:cxnLst/>
          <a:rect l="0" t="0" r="0" b="0"/>
          <a:pathLst>
            <a:path>
              <a:moveTo>
                <a:pt x="2408966" y="137386"/>
              </a:moveTo>
              <a:arcTo wR="1732769" hR="1732769" stAng="17578170" swAng="196192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856BF49-F111-4C3C-9DD7-7745E6E7B01D}">
      <dsp:nvSpPr>
        <dsp:cNvPr id="0" name=""/>
        <dsp:cNvSpPr/>
      </dsp:nvSpPr>
      <dsp:spPr>
        <a:xfrm>
          <a:off x="3686032" y="1199716"/>
          <a:ext cx="1334058" cy="86713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Identifying Compliance Obligations</a:t>
          </a:r>
        </a:p>
      </dsp:txBody>
      <dsp:txXfrm>
        <a:off x="3728362" y="1242046"/>
        <a:ext cx="1249398" cy="782477"/>
      </dsp:txXfrm>
    </dsp:sp>
    <dsp:sp modelId="{0F3B37F9-F2CE-4B4F-A16C-E8296626DC80}">
      <dsp:nvSpPr>
        <dsp:cNvPr id="0" name=""/>
        <dsp:cNvSpPr/>
      </dsp:nvSpPr>
      <dsp:spPr>
        <a:xfrm>
          <a:off x="972330" y="435971"/>
          <a:ext cx="3465538" cy="3465538"/>
        </a:xfrm>
        <a:custGeom>
          <a:avLst/>
          <a:gdLst/>
          <a:ahLst/>
          <a:cxnLst/>
          <a:rect l="0" t="0" r="0" b="0"/>
          <a:pathLst>
            <a:path>
              <a:moveTo>
                <a:pt x="3463157" y="1641960"/>
              </a:moveTo>
              <a:arcTo wR="1732769" hR="1732769" stAng="21419757" swAng="2196601"/>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84B998B-E688-4536-A2A5-A34CF36E6592}">
      <dsp:nvSpPr>
        <dsp:cNvPr id="0" name=""/>
        <dsp:cNvSpPr/>
      </dsp:nvSpPr>
      <dsp:spPr>
        <a:xfrm>
          <a:off x="3056567" y="3137011"/>
          <a:ext cx="1334058" cy="86713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Assessing Non-Compliance Risk</a:t>
          </a:r>
        </a:p>
      </dsp:txBody>
      <dsp:txXfrm>
        <a:off x="3098897" y="3179341"/>
        <a:ext cx="1249398" cy="782477"/>
      </dsp:txXfrm>
    </dsp:sp>
    <dsp:sp modelId="{439B2930-8F37-40AD-9BF0-40BD9FAD10FB}">
      <dsp:nvSpPr>
        <dsp:cNvPr id="0" name=""/>
        <dsp:cNvSpPr/>
      </dsp:nvSpPr>
      <dsp:spPr>
        <a:xfrm>
          <a:off x="972330" y="435971"/>
          <a:ext cx="3465538" cy="3465538"/>
        </a:xfrm>
        <a:custGeom>
          <a:avLst/>
          <a:gdLst/>
          <a:ahLst/>
          <a:cxnLst/>
          <a:rect l="0" t="0" r="0" b="0"/>
          <a:pathLst>
            <a:path>
              <a:moveTo>
                <a:pt x="2077350" y="3430930"/>
              </a:moveTo>
              <a:arcTo wR="1732769" hR="1732769" stAng="4711777" swAng="137644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1334DD8-4A47-4D80-A3C1-A8C7653C3BCE}">
      <dsp:nvSpPr>
        <dsp:cNvPr id="0" name=""/>
        <dsp:cNvSpPr/>
      </dsp:nvSpPr>
      <dsp:spPr>
        <a:xfrm>
          <a:off x="1019574" y="3137011"/>
          <a:ext cx="1334058" cy="86713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Performing Control Activities</a:t>
          </a:r>
        </a:p>
      </dsp:txBody>
      <dsp:txXfrm>
        <a:off x="1061904" y="3179341"/>
        <a:ext cx="1249398" cy="782477"/>
      </dsp:txXfrm>
    </dsp:sp>
    <dsp:sp modelId="{72446E4C-77E2-4A02-9424-384D9D0968D2}">
      <dsp:nvSpPr>
        <dsp:cNvPr id="0" name=""/>
        <dsp:cNvSpPr/>
      </dsp:nvSpPr>
      <dsp:spPr>
        <a:xfrm>
          <a:off x="972330" y="435971"/>
          <a:ext cx="3465538" cy="3465538"/>
        </a:xfrm>
        <a:custGeom>
          <a:avLst/>
          <a:gdLst/>
          <a:ahLst/>
          <a:cxnLst/>
          <a:rect l="0" t="0" r="0" b="0"/>
          <a:pathLst>
            <a:path>
              <a:moveTo>
                <a:pt x="289608" y="2691819"/>
              </a:moveTo>
              <a:arcTo wR="1732769" hR="1732769" stAng="8783642" swAng="2196601"/>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5C6B6EC-BBAD-48EF-8018-B35CFDC5CF77}">
      <dsp:nvSpPr>
        <dsp:cNvPr id="0" name=""/>
        <dsp:cNvSpPr/>
      </dsp:nvSpPr>
      <dsp:spPr>
        <a:xfrm>
          <a:off x="390109" y="1199716"/>
          <a:ext cx="1334058" cy="86713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Monitoring &amp; Improvement</a:t>
          </a:r>
        </a:p>
      </dsp:txBody>
      <dsp:txXfrm>
        <a:off x="432439" y="1242046"/>
        <a:ext cx="1249398" cy="782477"/>
      </dsp:txXfrm>
    </dsp:sp>
    <dsp:sp modelId="{C646DC14-B41E-42F7-A70D-07EEC88ACDC1}">
      <dsp:nvSpPr>
        <dsp:cNvPr id="0" name=""/>
        <dsp:cNvSpPr/>
      </dsp:nvSpPr>
      <dsp:spPr>
        <a:xfrm>
          <a:off x="972330" y="435971"/>
          <a:ext cx="3465538" cy="3465538"/>
        </a:xfrm>
        <a:custGeom>
          <a:avLst/>
          <a:gdLst/>
          <a:ahLst/>
          <a:cxnLst/>
          <a:rect l="0" t="0" r="0" b="0"/>
          <a:pathLst>
            <a:path>
              <a:moveTo>
                <a:pt x="301872" y="755515"/>
              </a:moveTo>
              <a:arcTo wR="1732769" hR="1732769" stAng="12859904" swAng="196192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3EA288-D10B-4B37-BFBE-04E2B48976BA}">
      <dsp:nvSpPr>
        <dsp:cNvPr id="0" name=""/>
        <dsp:cNvSpPr/>
      </dsp:nvSpPr>
      <dsp:spPr>
        <a:xfrm>
          <a:off x="2038070" y="2402"/>
          <a:ext cx="1334058" cy="86713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Setting the Compliance Objectives</a:t>
          </a:r>
        </a:p>
      </dsp:txBody>
      <dsp:txXfrm>
        <a:off x="2080400" y="44732"/>
        <a:ext cx="1249398" cy="782477"/>
      </dsp:txXfrm>
    </dsp:sp>
    <dsp:sp modelId="{7C966229-0813-4541-9798-8DAFD2A65855}">
      <dsp:nvSpPr>
        <dsp:cNvPr id="0" name=""/>
        <dsp:cNvSpPr/>
      </dsp:nvSpPr>
      <dsp:spPr>
        <a:xfrm>
          <a:off x="972330" y="435971"/>
          <a:ext cx="3465538" cy="3465538"/>
        </a:xfrm>
        <a:custGeom>
          <a:avLst/>
          <a:gdLst/>
          <a:ahLst/>
          <a:cxnLst/>
          <a:rect l="0" t="0" r="0" b="0"/>
          <a:pathLst>
            <a:path>
              <a:moveTo>
                <a:pt x="2408966" y="137386"/>
              </a:moveTo>
              <a:arcTo wR="1732769" hR="1732769" stAng="17578170" swAng="196192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856BF49-F111-4C3C-9DD7-7745E6E7B01D}">
      <dsp:nvSpPr>
        <dsp:cNvPr id="0" name=""/>
        <dsp:cNvSpPr/>
      </dsp:nvSpPr>
      <dsp:spPr>
        <a:xfrm>
          <a:off x="3686032" y="1199716"/>
          <a:ext cx="1334058" cy="86713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Identifying Compliance Obligations</a:t>
          </a:r>
        </a:p>
      </dsp:txBody>
      <dsp:txXfrm>
        <a:off x="3728362" y="1242046"/>
        <a:ext cx="1249398" cy="782477"/>
      </dsp:txXfrm>
    </dsp:sp>
    <dsp:sp modelId="{0F3B37F9-F2CE-4B4F-A16C-E8296626DC80}">
      <dsp:nvSpPr>
        <dsp:cNvPr id="0" name=""/>
        <dsp:cNvSpPr/>
      </dsp:nvSpPr>
      <dsp:spPr>
        <a:xfrm>
          <a:off x="972330" y="435971"/>
          <a:ext cx="3465538" cy="3465538"/>
        </a:xfrm>
        <a:custGeom>
          <a:avLst/>
          <a:gdLst/>
          <a:ahLst/>
          <a:cxnLst/>
          <a:rect l="0" t="0" r="0" b="0"/>
          <a:pathLst>
            <a:path>
              <a:moveTo>
                <a:pt x="3463157" y="1641960"/>
              </a:moveTo>
              <a:arcTo wR="1732769" hR="1732769" stAng="21419757" swAng="2196601"/>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84B998B-E688-4536-A2A5-A34CF36E6592}">
      <dsp:nvSpPr>
        <dsp:cNvPr id="0" name=""/>
        <dsp:cNvSpPr/>
      </dsp:nvSpPr>
      <dsp:spPr>
        <a:xfrm>
          <a:off x="3056567" y="3137011"/>
          <a:ext cx="1334058" cy="86713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Assessing Non-Compliance Risk</a:t>
          </a:r>
        </a:p>
      </dsp:txBody>
      <dsp:txXfrm>
        <a:off x="3098897" y="3179341"/>
        <a:ext cx="1249398" cy="782477"/>
      </dsp:txXfrm>
    </dsp:sp>
    <dsp:sp modelId="{439B2930-8F37-40AD-9BF0-40BD9FAD10FB}">
      <dsp:nvSpPr>
        <dsp:cNvPr id="0" name=""/>
        <dsp:cNvSpPr/>
      </dsp:nvSpPr>
      <dsp:spPr>
        <a:xfrm>
          <a:off x="972330" y="435971"/>
          <a:ext cx="3465538" cy="3465538"/>
        </a:xfrm>
        <a:custGeom>
          <a:avLst/>
          <a:gdLst/>
          <a:ahLst/>
          <a:cxnLst/>
          <a:rect l="0" t="0" r="0" b="0"/>
          <a:pathLst>
            <a:path>
              <a:moveTo>
                <a:pt x="2077350" y="3430930"/>
              </a:moveTo>
              <a:arcTo wR="1732769" hR="1732769" stAng="4711777" swAng="137644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1334DD8-4A47-4D80-A3C1-A8C7653C3BCE}">
      <dsp:nvSpPr>
        <dsp:cNvPr id="0" name=""/>
        <dsp:cNvSpPr/>
      </dsp:nvSpPr>
      <dsp:spPr>
        <a:xfrm>
          <a:off x="1019574" y="3137011"/>
          <a:ext cx="1334058" cy="86713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Performing Control Activities</a:t>
          </a:r>
        </a:p>
      </dsp:txBody>
      <dsp:txXfrm>
        <a:off x="1061904" y="3179341"/>
        <a:ext cx="1249398" cy="782477"/>
      </dsp:txXfrm>
    </dsp:sp>
    <dsp:sp modelId="{72446E4C-77E2-4A02-9424-384D9D0968D2}">
      <dsp:nvSpPr>
        <dsp:cNvPr id="0" name=""/>
        <dsp:cNvSpPr/>
      </dsp:nvSpPr>
      <dsp:spPr>
        <a:xfrm>
          <a:off x="972330" y="435971"/>
          <a:ext cx="3465538" cy="3465538"/>
        </a:xfrm>
        <a:custGeom>
          <a:avLst/>
          <a:gdLst/>
          <a:ahLst/>
          <a:cxnLst/>
          <a:rect l="0" t="0" r="0" b="0"/>
          <a:pathLst>
            <a:path>
              <a:moveTo>
                <a:pt x="289608" y="2691819"/>
              </a:moveTo>
              <a:arcTo wR="1732769" hR="1732769" stAng="8783642" swAng="2196601"/>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5C6B6EC-BBAD-48EF-8018-B35CFDC5CF77}">
      <dsp:nvSpPr>
        <dsp:cNvPr id="0" name=""/>
        <dsp:cNvSpPr/>
      </dsp:nvSpPr>
      <dsp:spPr>
        <a:xfrm>
          <a:off x="390109" y="1199716"/>
          <a:ext cx="1334058" cy="86713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Monitoring &amp; Improvement</a:t>
          </a:r>
        </a:p>
      </dsp:txBody>
      <dsp:txXfrm>
        <a:off x="432439" y="1242046"/>
        <a:ext cx="1249398" cy="782477"/>
      </dsp:txXfrm>
    </dsp:sp>
    <dsp:sp modelId="{C646DC14-B41E-42F7-A70D-07EEC88ACDC1}">
      <dsp:nvSpPr>
        <dsp:cNvPr id="0" name=""/>
        <dsp:cNvSpPr/>
      </dsp:nvSpPr>
      <dsp:spPr>
        <a:xfrm>
          <a:off x="972330" y="435971"/>
          <a:ext cx="3465538" cy="3465538"/>
        </a:xfrm>
        <a:custGeom>
          <a:avLst/>
          <a:gdLst/>
          <a:ahLst/>
          <a:cxnLst/>
          <a:rect l="0" t="0" r="0" b="0"/>
          <a:pathLst>
            <a:path>
              <a:moveTo>
                <a:pt x="301872" y="755515"/>
              </a:moveTo>
              <a:arcTo wR="1732769" hR="1732769" stAng="12859904" swAng="196192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9B3D84-4A7C-4DCA-8BED-FC0FF6C21C82}">
      <dsp:nvSpPr>
        <dsp:cNvPr id="0" name=""/>
        <dsp:cNvSpPr/>
      </dsp:nvSpPr>
      <dsp:spPr>
        <a:xfrm>
          <a:off x="8" y="0"/>
          <a:ext cx="8458191" cy="46177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just" defTabSz="622300">
            <a:lnSpc>
              <a:spcPct val="90000"/>
            </a:lnSpc>
            <a:spcBef>
              <a:spcPct val="0"/>
            </a:spcBef>
            <a:spcAft>
              <a:spcPct val="35000"/>
            </a:spcAft>
            <a:buNone/>
          </a:pPr>
          <a:r>
            <a:rPr lang="en-US" sz="1400" b="1" kern="1200" dirty="0">
              <a:latin typeface="Arial" panose="020B0604020202020204" pitchFamily="34" charset="0"/>
              <a:cs typeface="Arial" panose="020B0604020202020204" pitchFamily="34" charset="0"/>
            </a:rPr>
            <a:t>Assist management to identify regulatory risks and possible mitigation measures</a:t>
          </a:r>
        </a:p>
      </dsp:txBody>
      <dsp:txXfrm>
        <a:off x="13533" y="13525"/>
        <a:ext cx="7748979" cy="434722"/>
      </dsp:txXfrm>
    </dsp:sp>
    <dsp:sp modelId="{31501F3E-CAF7-4D76-9A7D-217D512D9907}">
      <dsp:nvSpPr>
        <dsp:cNvPr id="0" name=""/>
        <dsp:cNvSpPr/>
      </dsp:nvSpPr>
      <dsp:spPr>
        <a:xfrm>
          <a:off x="8" y="554185"/>
          <a:ext cx="8458191" cy="461772"/>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just" defTabSz="622300">
            <a:lnSpc>
              <a:spcPct val="90000"/>
            </a:lnSpc>
            <a:spcBef>
              <a:spcPct val="0"/>
            </a:spcBef>
            <a:spcAft>
              <a:spcPct val="35000"/>
            </a:spcAft>
            <a:buNone/>
          </a:pPr>
          <a:r>
            <a:rPr lang="en-US" sz="1400" b="1" kern="1200" dirty="0">
              <a:solidFill>
                <a:schemeClr val="tx1"/>
              </a:solidFill>
              <a:latin typeface="Arial" panose="020B0604020202020204" pitchFamily="34" charset="0"/>
              <a:cs typeface="Arial" panose="020B0604020202020204" pitchFamily="34" charset="0"/>
            </a:rPr>
            <a:t>Assist management to define and implement a regulatory strategy</a:t>
          </a:r>
          <a:endParaRPr lang="en-IN" sz="1400" b="1" kern="1200" dirty="0">
            <a:solidFill>
              <a:schemeClr val="tx1"/>
            </a:solidFill>
            <a:latin typeface="Arial" panose="020B0604020202020204" pitchFamily="34" charset="0"/>
            <a:cs typeface="Arial" panose="020B0604020202020204" pitchFamily="34" charset="0"/>
          </a:endParaRPr>
        </a:p>
      </dsp:txBody>
      <dsp:txXfrm>
        <a:off x="13533" y="567710"/>
        <a:ext cx="7409716" cy="434721"/>
      </dsp:txXfrm>
    </dsp:sp>
    <dsp:sp modelId="{1FF8DA59-3AEF-4817-B61F-36EE17CB48E4}">
      <dsp:nvSpPr>
        <dsp:cNvPr id="0" name=""/>
        <dsp:cNvSpPr/>
      </dsp:nvSpPr>
      <dsp:spPr>
        <a:xfrm>
          <a:off x="0" y="1087582"/>
          <a:ext cx="8458191" cy="461772"/>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just" defTabSz="622300">
            <a:lnSpc>
              <a:spcPct val="90000"/>
            </a:lnSpc>
            <a:spcBef>
              <a:spcPct val="0"/>
            </a:spcBef>
            <a:spcAft>
              <a:spcPct val="35000"/>
            </a:spcAft>
            <a:buNone/>
          </a:pPr>
          <a:r>
            <a:rPr lang="en-US" sz="1400" b="1" kern="1200" dirty="0">
              <a:latin typeface="Arial" panose="020B0604020202020204" pitchFamily="34" charset="0"/>
              <a:cs typeface="Arial" panose="020B0604020202020204" pitchFamily="34" charset="0"/>
            </a:rPr>
            <a:t>Monitor the orders issued by the Regulatory Commission and recommend actions on the part of the utility</a:t>
          </a:r>
          <a:endParaRPr lang="en-IN" sz="1400" b="1" kern="1200" dirty="0">
            <a:latin typeface="Arial" panose="020B0604020202020204" pitchFamily="34" charset="0"/>
            <a:cs typeface="Arial" panose="020B0604020202020204" pitchFamily="34" charset="0"/>
          </a:endParaRPr>
        </a:p>
      </dsp:txBody>
      <dsp:txXfrm>
        <a:off x="13525" y="1101107"/>
        <a:ext cx="7409716" cy="434721"/>
      </dsp:txXfrm>
    </dsp:sp>
    <dsp:sp modelId="{03CE000E-5EFC-4C85-AD91-017475F86085}">
      <dsp:nvSpPr>
        <dsp:cNvPr id="0" name=""/>
        <dsp:cNvSpPr/>
      </dsp:nvSpPr>
      <dsp:spPr>
        <a:xfrm>
          <a:off x="0" y="1595628"/>
          <a:ext cx="8458191" cy="461772"/>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just" defTabSz="622300">
            <a:lnSpc>
              <a:spcPct val="90000"/>
            </a:lnSpc>
            <a:spcBef>
              <a:spcPct val="0"/>
            </a:spcBef>
            <a:spcAft>
              <a:spcPct val="35000"/>
            </a:spcAft>
            <a:buNone/>
          </a:pPr>
          <a:r>
            <a:rPr lang="en-US" sz="1400" b="1" kern="1200" dirty="0">
              <a:latin typeface="Arial" panose="020B0604020202020204" pitchFamily="34" charset="0"/>
              <a:cs typeface="Arial" panose="020B0604020202020204" pitchFamily="34" charset="0"/>
            </a:rPr>
            <a:t>Co-</a:t>
          </a:r>
          <a:r>
            <a:rPr lang="en-US" sz="1400" b="1" kern="1200" dirty="0" err="1">
              <a:latin typeface="Arial" panose="020B0604020202020204" pitchFamily="34" charset="0"/>
              <a:cs typeface="Arial" panose="020B0604020202020204" pitchFamily="34" charset="0"/>
            </a:rPr>
            <a:t>ordinating</a:t>
          </a:r>
          <a:r>
            <a:rPr lang="en-US" sz="1400" b="1" kern="1200" dirty="0">
              <a:latin typeface="Arial" panose="020B0604020202020204" pitchFamily="34" charset="0"/>
              <a:cs typeface="Arial" panose="020B0604020202020204" pitchFamily="34" charset="0"/>
            </a:rPr>
            <a:t> the compilation of submissions to the regulator, and the subsequent process of participation in regulatory proceedings</a:t>
          </a:r>
          <a:endParaRPr lang="en-IN" sz="1400" b="1" kern="1200" dirty="0">
            <a:latin typeface="Arial" panose="020B0604020202020204" pitchFamily="34" charset="0"/>
            <a:cs typeface="Arial" panose="020B0604020202020204" pitchFamily="34" charset="0"/>
          </a:endParaRPr>
        </a:p>
      </dsp:txBody>
      <dsp:txXfrm>
        <a:off x="13525" y="1609153"/>
        <a:ext cx="7409716" cy="434721"/>
      </dsp:txXfrm>
    </dsp:sp>
    <dsp:sp modelId="{2CF1BDAE-8E49-438A-8760-012F9535DB5F}">
      <dsp:nvSpPr>
        <dsp:cNvPr id="0" name=""/>
        <dsp:cNvSpPr/>
      </dsp:nvSpPr>
      <dsp:spPr>
        <a:xfrm>
          <a:off x="0" y="2103628"/>
          <a:ext cx="8458191" cy="461772"/>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just" defTabSz="622300">
            <a:lnSpc>
              <a:spcPct val="90000"/>
            </a:lnSpc>
            <a:spcBef>
              <a:spcPct val="0"/>
            </a:spcBef>
            <a:spcAft>
              <a:spcPct val="35000"/>
            </a:spcAft>
            <a:buNone/>
          </a:pPr>
          <a:r>
            <a:rPr lang="en-US" sz="1400" b="1" kern="1200" dirty="0">
              <a:solidFill>
                <a:schemeClr val="tx1"/>
              </a:solidFill>
              <a:latin typeface="Arial" panose="020B0604020202020204" pitchFamily="34" charset="0"/>
              <a:cs typeface="Arial" panose="020B0604020202020204" pitchFamily="34" charset="0"/>
            </a:rPr>
            <a:t>Communicate to different parts of the company the information and actions required to fulfill regulatory requirements.</a:t>
          </a:r>
          <a:endParaRPr lang="en-IN" sz="1400" b="1" kern="1200" dirty="0">
            <a:solidFill>
              <a:schemeClr val="tx1"/>
            </a:solidFill>
            <a:latin typeface="Arial" panose="020B0604020202020204" pitchFamily="34" charset="0"/>
            <a:cs typeface="Arial" panose="020B0604020202020204" pitchFamily="34" charset="0"/>
          </a:endParaRPr>
        </a:p>
      </dsp:txBody>
      <dsp:txXfrm>
        <a:off x="13525" y="2117153"/>
        <a:ext cx="7409716" cy="434721"/>
      </dsp:txXfrm>
    </dsp:sp>
    <dsp:sp modelId="{E7FA3036-DBB6-4C93-B426-3009D0FA7BDA}">
      <dsp:nvSpPr>
        <dsp:cNvPr id="0" name=""/>
        <dsp:cNvSpPr/>
      </dsp:nvSpPr>
      <dsp:spPr>
        <a:xfrm>
          <a:off x="8158048" y="286138"/>
          <a:ext cx="300151" cy="300151"/>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en-US" sz="1200" kern="1200">
            <a:latin typeface="Arial" panose="020B0604020202020204" pitchFamily="34" charset="0"/>
            <a:cs typeface="Arial" panose="020B0604020202020204" pitchFamily="34" charset="0"/>
          </a:endParaRPr>
        </a:p>
      </dsp:txBody>
      <dsp:txXfrm>
        <a:off x="8225582" y="286138"/>
        <a:ext cx="165083" cy="225864"/>
      </dsp:txXfrm>
    </dsp:sp>
    <dsp:sp modelId="{82B9DC37-0C82-4A5F-B872-FB34F41AD1E0}">
      <dsp:nvSpPr>
        <dsp:cNvPr id="0" name=""/>
        <dsp:cNvSpPr/>
      </dsp:nvSpPr>
      <dsp:spPr>
        <a:xfrm>
          <a:off x="8155723" y="858985"/>
          <a:ext cx="300151" cy="300151"/>
        </a:xfrm>
        <a:prstGeom prst="downArrow">
          <a:avLst>
            <a:gd name="adj1" fmla="val 55000"/>
            <a:gd name="adj2" fmla="val 45000"/>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en-US" sz="1200" kern="1200">
            <a:latin typeface="Arial" panose="020B0604020202020204" pitchFamily="34" charset="0"/>
            <a:cs typeface="Arial" panose="020B0604020202020204" pitchFamily="34" charset="0"/>
          </a:endParaRPr>
        </a:p>
      </dsp:txBody>
      <dsp:txXfrm>
        <a:off x="8223257" y="858985"/>
        <a:ext cx="165083" cy="225864"/>
      </dsp:txXfrm>
    </dsp:sp>
    <dsp:sp modelId="{41F89441-7E5B-4942-BB7C-52DD8C9AC11D}">
      <dsp:nvSpPr>
        <dsp:cNvPr id="0" name=""/>
        <dsp:cNvSpPr/>
      </dsp:nvSpPr>
      <dsp:spPr>
        <a:xfrm>
          <a:off x="8155724" y="1392384"/>
          <a:ext cx="300151" cy="300151"/>
        </a:xfrm>
        <a:prstGeom prst="downArrow">
          <a:avLst>
            <a:gd name="adj1" fmla="val 55000"/>
            <a:gd name="adj2" fmla="val 45000"/>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en-US" sz="1200" kern="1200" dirty="0">
            <a:latin typeface="Arial" panose="020B0604020202020204" pitchFamily="34" charset="0"/>
            <a:cs typeface="Arial" panose="020B0604020202020204" pitchFamily="34" charset="0"/>
          </a:endParaRPr>
        </a:p>
      </dsp:txBody>
      <dsp:txXfrm>
        <a:off x="8223258" y="1392384"/>
        <a:ext cx="165083" cy="225864"/>
      </dsp:txXfrm>
    </dsp:sp>
    <dsp:sp modelId="{CD09002D-321E-47D1-8A57-A7AAFB248F70}">
      <dsp:nvSpPr>
        <dsp:cNvPr id="0" name=""/>
        <dsp:cNvSpPr/>
      </dsp:nvSpPr>
      <dsp:spPr>
        <a:xfrm>
          <a:off x="8158048" y="1907322"/>
          <a:ext cx="300151" cy="300151"/>
        </a:xfrm>
        <a:prstGeom prst="downArrow">
          <a:avLst>
            <a:gd name="adj1" fmla="val 55000"/>
            <a:gd name="adj2" fmla="val 45000"/>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en-US" sz="1200" kern="1200">
            <a:latin typeface="Arial" panose="020B0604020202020204" pitchFamily="34" charset="0"/>
            <a:cs typeface="Arial" panose="020B0604020202020204" pitchFamily="34" charset="0"/>
          </a:endParaRPr>
        </a:p>
      </dsp:txBody>
      <dsp:txXfrm>
        <a:off x="8225582" y="1907322"/>
        <a:ext cx="165083" cy="225864"/>
      </dsp:txXfrm>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4"/>
            <a:ext cx="3037840" cy="461804"/>
          </a:xfrm>
          <a:prstGeom prst="rect">
            <a:avLst/>
          </a:prstGeom>
        </p:spPr>
        <p:txBody>
          <a:bodyPr vert="horz" lIns="92829" tIns="46414" rIns="92829" bIns="46414" rtlCol="0"/>
          <a:lstStyle>
            <a:lvl1pPr algn="l">
              <a:defRPr sz="1200"/>
            </a:lvl1pPr>
          </a:lstStyle>
          <a:p>
            <a:endParaRPr lang="en-US" dirty="0"/>
          </a:p>
        </p:txBody>
      </p:sp>
      <p:sp>
        <p:nvSpPr>
          <p:cNvPr id="3" name="Date Placeholder 2"/>
          <p:cNvSpPr>
            <a:spLocks noGrp="1"/>
          </p:cNvSpPr>
          <p:nvPr>
            <p:ph type="dt" sz="quarter" idx="1"/>
          </p:nvPr>
        </p:nvSpPr>
        <p:spPr>
          <a:xfrm>
            <a:off x="3970938" y="4"/>
            <a:ext cx="3037840" cy="461804"/>
          </a:xfrm>
          <a:prstGeom prst="rect">
            <a:avLst/>
          </a:prstGeom>
        </p:spPr>
        <p:txBody>
          <a:bodyPr vert="horz" lIns="92829" tIns="46414" rIns="92829" bIns="46414" rtlCol="0"/>
          <a:lstStyle>
            <a:lvl1pPr algn="r">
              <a:defRPr sz="1200"/>
            </a:lvl1pPr>
          </a:lstStyle>
          <a:p>
            <a:endParaRPr lang="en-US" dirty="0"/>
          </a:p>
        </p:txBody>
      </p:sp>
      <p:sp>
        <p:nvSpPr>
          <p:cNvPr id="4" name="Footer Placeholder 3"/>
          <p:cNvSpPr>
            <a:spLocks noGrp="1"/>
          </p:cNvSpPr>
          <p:nvPr>
            <p:ph type="ftr" sz="quarter" idx="2"/>
          </p:nvPr>
        </p:nvSpPr>
        <p:spPr>
          <a:xfrm>
            <a:off x="0" y="8772675"/>
            <a:ext cx="3037840" cy="461804"/>
          </a:xfrm>
          <a:prstGeom prst="rect">
            <a:avLst/>
          </a:prstGeom>
        </p:spPr>
        <p:txBody>
          <a:bodyPr vert="horz" lIns="92829" tIns="46414" rIns="92829" bIns="46414"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772675"/>
            <a:ext cx="3037840" cy="461804"/>
          </a:xfrm>
          <a:prstGeom prst="rect">
            <a:avLst/>
          </a:prstGeom>
        </p:spPr>
        <p:txBody>
          <a:bodyPr vert="horz" lIns="92829" tIns="46414" rIns="92829" bIns="46414" rtlCol="0" anchor="b"/>
          <a:lstStyle>
            <a:lvl1pPr algn="r">
              <a:defRPr sz="1200"/>
            </a:lvl1pPr>
          </a:lstStyle>
          <a:p>
            <a:fld id="{FEF3FDE4-3C53-47BB-BBC5-A1CE1B00E902}" type="slidenum">
              <a:rPr lang="en-US" smtClean="0"/>
              <a:pPr/>
              <a:t>‹#›</a:t>
            </a:fld>
            <a:endParaRPr lang="en-US" dirty="0"/>
          </a:p>
        </p:txBody>
      </p:sp>
    </p:spTree>
    <p:extLst>
      <p:ext uri="{BB962C8B-B14F-4D97-AF65-F5344CB8AC3E}">
        <p14:creationId xmlns:p14="http://schemas.microsoft.com/office/powerpoint/2010/main" val="362590723"/>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4"/>
            <a:ext cx="3037840" cy="461804"/>
          </a:xfrm>
          <a:prstGeom prst="rect">
            <a:avLst/>
          </a:prstGeom>
        </p:spPr>
        <p:txBody>
          <a:bodyPr vert="horz" lIns="92829" tIns="46414" rIns="92829" bIns="46414" rtlCol="0"/>
          <a:lstStyle>
            <a:lvl1pPr algn="l">
              <a:defRPr sz="1200"/>
            </a:lvl1pPr>
          </a:lstStyle>
          <a:p>
            <a:endParaRPr lang="en-US" dirty="0"/>
          </a:p>
        </p:txBody>
      </p:sp>
      <p:sp>
        <p:nvSpPr>
          <p:cNvPr id="3" name="Date Placeholder 2"/>
          <p:cNvSpPr>
            <a:spLocks noGrp="1"/>
          </p:cNvSpPr>
          <p:nvPr>
            <p:ph type="dt" idx="1"/>
          </p:nvPr>
        </p:nvSpPr>
        <p:spPr>
          <a:xfrm>
            <a:off x="3970938" y="4"/>
            <a:ext cx="3037840" cy="461804"/>
          </a:xfrm>
          <a:prstGeom prst="rect">
            <a:avLst/>
          </a:prstGeom>
        </p:spPr>
        <p:txBody>
          <a:bodyPr vert="horz" lIns="92829" tIns="46414" rIns="92829" bIns="46414" rtlCol="0"/>
          <a:lstStyle>
            <a:lvl1pPr algn="r">
              <a:defRPr sz="1200"/>
            </a:lvl1pPr>
          </a:lstStyle>
          <a:p>
            <a:endParaRPr lang="en-US" dirty="0"/>
          </a:p>
        </p:txBody>
      </p:sp>
      <p:sp>
        <p:nvSpPr>
          <p:cNvPr id="4" name="Slide Image Placeholder 3"/>
          <p:cNvSpPr>
            <a:spLocks noGrp="1" noRot="1" noChangeAspect="1"/>
          </p:cNvSpPr>
          <p:nvPr>
            <p:ph type="sldImg" idx="2"/>
          </p:nvPr>
        </p:nvSpPr>
        <p:spPr>
          <a:xfrm>
            <a:off x="325438" y="57150"/>
            <a:ext cx="6283325" cy="4711700"/>
          </a:xfrm>
          <a:prstGeom prst="rect">
            <a:avLst/>
          </a:prstGeom>
          <a:noFill/>
          <a:ln w="12700">
            <a:solidFill>
              <a:prstClr val="black"/>
            </a:solidFill>
          </a:ln>
        </p:spPr>
        <p:txBody>
          <a:bodyPr vert="horz" lIns="92829" tIns="46414" rIns="92829" bIns="46414" rtlCol="0" anchor="ctr"/>
          <a:lstStyle/>
          <a:p>
            <a:endParaRPr lang="en-US" dirty="0"/>
          </a:p>
        </p:txBody>
      </p:sp>
      <p:sp>
        <p:nvSpPr>
          <p:cNvPr id="5" name="Notes Placeholder 4"/>
          <p:cNvSpPr>
            <a:spLocks noGrp="1"/>
          </p:cNvSpPr>
          <p:nvPr>
            <p:ph type="body" sz="quarter" idx="3"/>
          </p:nvPr>
        </p:nvSpPr>
        <p:spPr>
          <a:xfrm>
            <a:off x="186945" y="4845155"/>
            <a:ext cx="6543040" cy="4239509"/>
          </a:xfrm>
          <a:prstGeom prst="rect">
            <a:avLst/>
          </a:prstGeom>
        </p:spPr>
        <p:txBody>
          <a:bodyPr vert="horz" lIns="92829" tIns="46414" rIns="92829" bIns="46414"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772675"/>
            <a:ext cx="3037840" cy="461804"/>
          </a:xfrm>
          <a:prstGeom prst="rect">
            <a:avLst/>
          </a:prstGeom>
        </p:spPr>
        <p:txBody>
          <a:bodyPr vert="horz" lIns="92829" tIns="46414" rIns="92829" bIns="46414"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772675"/>
            <a:ext cx="3037840" cy="461804"/>
          </a:xfrm>
          <a:prstGeom prst="rect">
            <a:avLst/>
          </a:prstGeom>
        </p:spPr>
        <p:txBody>
          <a:bodyPr vert="horz" lIns="92829" tIns="46414" rIns="92829" bIns="46414" rtlCol="0" anchor="b"/>
          <a:lstStyle>
            <a:lvl1pPr algn="r">
              <a:defRPr sz="1200"/>
            </a:lvl1pPr>
          </a:lstStyle>
          <a:p>
            <a:fld id="{54A0F15A-3160-469E-8A29-BAC4C8824D8D}" type="slidenum">
              <a:rPr lang="en-US" smtClean="0"/>
              <a:pPr/>
              <a:t>‹#›</a:t>
            </a:fld>
            <a:endParaRPr lang="en-US" dirty="0"/>
          </a:p>
        </p:txBody>
      </p:sp>
    </p:spTree>
    <p:extLst>
      <p:ext uri="{BB962C8B-B14F-4D97-AF65-F5344CB8AC3E}">
        <p14:creationId xmlns:p14="http://schemas.microsoft.com/office/powerpoint/2010/main" val="1086972502"/>
      </p:ext>
    </p:extLst>
  </p:cSld>
  <p:clrMap bg1="lt1" tx1="dk1" bg2="lt2" tx2="dk2" accent1="accent1" accent2="accent2" accent3="accent3" accent4="accent4" accent5="accent5" accent6="accent6" hlink="hlink" folHlink="folHlink"/>
  <p:hf hdr="0" ftr="0"/>
  <p:notesStyle>
    <a:lvl1pPr marL="112713" indent="-112713" algn="l" defTabSz="914400" rtl="0" eaLnBrk="1" latinLnBrk="0" hangingPunct="1">
      <a:spcBef>
        <a:spcPts val="600"/>
      </a:spcBef>
      <a:spcAft>
        <a:spcPts val="300"/>
      </a:spcAft>
      <a:buFont typeface="Arial" pitchFamily="34" charset="0"/>
      <a:buChar char="•"/>
      <a:defRPr sz="1200" kern="1200">
        <a:solidFill>
          <a:schemeClr val="tx1"/>
        </a:solidFill>
        <a:latin typeface="+mn-lt"/>
        <a:ea typeface="+mn-ea"/>
        <a:cs typeface="+mn-cs"/>
      </a:defRPr>
    </a:lvl1pPr>
    <a:lvl2pPr marL="231775" indent="-117475" algn="l" defTabSz="914400" rtl="0" eaLnBrk="1" latinLnBrk="0" hangingPunct="1">
      <a:spcBef>
        <a:spcPts val="0"/>
      </a:spcBef>
      <a:buFont typeface="Arial" pitchFamily="34" charset="0"/>
      <a:buChar char="•"/>
      <a:tabLst/>
      <a:defRPr sz="1200" kern="1200">
        <a:solidFill>
          <a:schemeClr val="tx1"/>
        </a:solidFill>
        <a:latin typeface="+mn-lt"/>
        <a:ea typeface="+mn-ea"/>
        <a:cs typeface="+mn-cs"/>
      </a:defRPr>
    </a:lvl2pPr>
    <a:lvl3pPr marL="457200" indent="-171450" algn="l" defTabSz="914400" rtl="0" eaLnBrk="1" latinLnBrk="0" hangingPunct="1">
      <a:buFont typeface="Arial" pitchFamily="34" charset="0"/>
      <a:buChar char="•"/>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54A0F15A-3160-469E-8A29-BAC4C8824D8D}" type="slidenum">
              <a:rPr lang="en-US" smtClean="0"/>
              <a:pPr/>
              <a:t>1</a:t>
            </a:fld>
            <a:endParaRPr lang="en-US" dirty="0"/>
          </a:p>
        </p:txBody>
      </p:sp>
      <p:sp>
        <p:nvSpPr>
          <p:cNvPr id="5" name="Date Placeholder 4"/>
          <p:cNvSpPr>
            <a:spLocks noGrp="1"/>
          </p:cNvSpPr>
          <p:nvPr>
            <p:ph type="dt" idx="11"/>
          </p:nvPr>
        </p:nvSpPr>
        <p:spPr/>
        <p:txBody>
          <a:bodyPr/>
          <a:lstStyle/>
          <a:p>
            <a:endParaRPr lang="en-US" dirty="0"/>
          </a:p>
        </p:txBody>
      </p:sp>
    </p:spTree>
    <p:extLst>
      <p:ext uri="{BB962C8B-B14F-4D97-AF65-F5344CB8AC3E}">
        <p14:creationId xmlns:p14="http://schemas.microsoft.com/office/powerpoint/2010/main" val="11838552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Date Placeholder 3"/>
          <p:cNvSpPr>
            <a:spLocks noGrp="1"/>
          </p:cNvSpPr>
          <p:nvPr>
            <p:ph type="dt" idx="10"/>
          </p:nvPr>
        </p:nvSpPr>
        <p:spPr/>
        <p:txBody>
          <a:bodyPr/>
          <a:lstStyle/>
          <a:p>
            <a:endParaRPr lang="en-US" dirty="0"/>
          </a:p>
        </p:txBody>
      </p:sp>
      <p:sp>
        <p:nvSpPr>
          <p:cNvPr id="5" name="Slide Number Placeholder 4"/>
          <p:cNvSpPr>
            <a:spLocks noGrp="1"/>
          </p:cNvSpPr>
          <p:nvPr>
            <p:ph type="sldNum" sz="quarter" idx="11"/>
          </p:nvPr>
        </p:nvSpPr>
        <p:spPr/>
        <p:txBody>
          <a:bodyPr/>
          <a:lstStyle/>
          <a:p>
            <a:fld id="{54A0F15A-3160-469E-8A29-BAC4C8824D8D}" type="slidenum">
              <a:rPr lang="en-US" smtClean="0"/>
              <a:pPr/>
              <a:t>8</a:t>
            </a:fld>
            <a:endParaRPr lang="en-US" dirty="0"/>
          </a:p>
        </p:txBody>
      </p:sp>
    </p:spTree>
    <p:extLst>
      <p:ext uri="{BB962C8B-B14F-4D97-AF65-F5344CB8AC3E}">
        <p14:creationId xmlns:p14="http://schemas.microsoft.com/office/powerpoint/2010/main" val="9876038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A0F15A-3160-469E-8A29-BAC4C8824D8D}" type="slidenum">
              <a:rPr lang="en-US" smtClean="0"/>
              <a:pPr/>
              <a:t>20</a:t>
            </a:fld>
            <a:endParaRPr lang="en-US" dirty="0"/>
          </a:p>
        </p:txBody>
      </p:sp>
      <p:sp>
        <p:nvSpPr>
          <p:cNvPr id="5" name="Date Placeholder 4"/>
          <p:cNvSpPr>
            <a:spLocks noGrp="1"/>
          </p:cNvSpPr>
          <p:nvPr>
            <p:ph type="dt" idx="11"/>
          </p:nvPr>
        </p:nvSpPr>
        <p:spPr/>
        <p:txBody>
          <a:bodyPr/>
          <a:lstStyle/>
          <a:p>
            <a:endParaRPr lang="en-US" dirty="0"/>
          </a:p>
        </p:txBody>
      </p:sp>
    </p:spTree>
    <p:extLst>
      <p:ext uri="{BB962C8B-B14F-4D97-AF65-F5344CB8AC3E}">
        <p14:creationId xmlns:p14="http://schemas.microsoft.com/office/powerpoint/2010/main" val="32306393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A0F15A-3160-469E-8A29-BAC4C8824D8D}" type="slidenum">
              <a:rPr lang="en-US" smtClean="0"/>
              <a:pPr/>
              <a:t>21</a:t>
            </a:fld>
            <a:endParaRPr lang="en-US" dirty="0"/>
          </a:p>
        </p:txBody>
      </p:sp>
      <p:sp>
        <p:nvSpPr>
          <p:cNvPr id="5" name="Date Placeholder 4"/>
          <p:cNvSpPr>
            <a:spLocks noGrp="1"/>
          </p:cNvSpPr>
          <p:nvPr>
            <p:ph type="dt" idx="11"/>
          </p:nvPr>
        </p:nvSpPr>
        <p:spPr/>
        <p:txBody>
          <a:bodyPr/>
          <a:lstStyle/>
          <a:p>
            <a:endParaRPr lang="en-US" dirty="0"/>
          </a:p>
        </p:txBody>
      </p:sp>
    </p:spTree>
    <p:extLst>
      <p:ext uri="{BB962C8B-B14F-4D97-AF65-F5344CB8AC3E}">
        <p14:creationId xmlns:p14="http://schemas.microsoft.com/office/powerpoint/2010/main" val="10472670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A0F15A-3160-469E-8A29-BAC4C8824D8D}" type="slidenum">
              <a:rPr lang="en-US" smtClean="0"/>
              <a:pPr/>
              <a:t>22</a:t>
            </a:fld>
            <a:endParaRPr lang="en-US" dirty="0"/>
          </a:p>
        </p:txBody>
      </p:sp>
      <p:sp>
        <p:nvSpPr>
          <p:cNvPr id="5" name="Date Placeholder 4"/>
          <p:cNvSpPr>
            <a:spLocks noGrp="1"/>
          </p:cNvSpPr>
          <p:nvPr>
            <p:ph type="dt" idx="11"/>
          </p:nvPr>
        </p:nvSpPr>
        <p:spPr/>
        <p:txBody>
          <a:bodyPr/>
          <a:lstStyle/>
          <a:p>
            <a:endParaRPr lang="en-US" dirty="0"/>
          </a:p>
        </p:txBody>
      </p:sp>
    </p:spTree>
    <p:extLst>
      <p:ext uri="{BB962C8B-B14F-4D97-AF65-F5344CB8AC3E}">
        <p14:creationId xmlns:p14="http://schemas.microsoft.com/office/powerpoint/2010/main" val="28477233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Text Box 4"/>
          <p:cNvSpPr txBox="1">
            <a:spLocks noChangeArrowheads="1"/>
          </p:cNvSpPr>
          <p:nvPr userDrawn="1"/>
        </p:nvSpPr>
        <p:spPr bwMode="auto">
          <a:xfrm>
            <a:off x="0" y="1357312"/>
            <a:ext cx="9144000" cy="2676525"/>
          </a:xfrm>
          <a:prstGeom prst="rect">
            <a:avLst/>
          </a:prstGeom>
          <a:solidFill>
            <a:srgbClr val="002A6C"/>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0" rIns="91440" bIns="45720" anchor="t" anchorCtr="0" upright="1">
            <a:noAutofit/>
          </a:bodyPr>
          <a:lstStyle/>
          <a:p>
            <a:pPr marL="403225" marR="914400">
              <a:spcBef>
                <a:spcPts val="0"/>
              </a:spcBef>
              <a:spcAft>
                <a:spcPts val="0"/>
              </a:spcAft>
            </a:pPr>
            <a:endParaRPr lang="en-US" sz="1500"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5" name="Text Box 5"/>
          <p:cNvSpPr txBox="1">
            <a:spLocks noChangeArrowheads="1"/>
          </p:cNvSpPr>
          <p:nvPr userDrawn="1"/>
        </p:nvSpPr>
        <p:spPr bwMode="auto">
          <a:xfrm>
            <a:off x="0" y="4027412"/>
            <a:ext cx="9144000" cy="2821623"/>
          </a:xfrm>
          <a:prstGeom prst="rect">
            <a:avLst/>
          </a:prstGeom>
          <a:solidFill>
            <a:srgbClr val="666666"/>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114800" rIns="91440" bIns="45720" anchor="t" anchorCtr="0" upright="1">
            <a:noAutofit/>
          </a:bodyPr>
          <a:lstStyle/>
          <a:p>
            <a:pPr marL="914400" marR="914400">
              <a:spcBef>
                <a:spcPts val="0"/>
              </a:spcBef>
              <a:spcAft>
                <a:spcPts val="600"/>
              </a:spcAft>
            </a:pPr>
            <a:endParaRPr lang="en-US" sz="1100"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endParaRPr>
          </a:p>
        </p:txBody>
      </p:sp>
      <p:pic>
        <p:nvPicPr>
          <p:cNvPr id="6" name="Picture 5" descr="Horizontal_RGB_600"/>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57200" y="280550"/>
            <a:ext cx="2743200" cy="81978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ext Box 16"/>
          <p:cNvSpPr txBox="1">
            <a:spLocks noChangeArrowheads="1"/>
          </p:cNvSpPr>
          <p:nvPr userDrawn="1"/>
        </p:nvSpPr>
        <p:spPr bwMode="auto">
          <a:xfrm>
            <a:off x="0" y="1"/>
            <a:ext cx="9144000" cy="685800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114800" rIns="91440" bIns="45720" anchor="t" anchorCtr="0" upright="1">
            <a:noAutofit/>
          </a:bodyPr>
          <a:lstStyle/>
          <a:p>
            <a:pPr marL="914400" marR="914400">
              <a:spcBef>
                <a:spcPts val="0"/>
              </a:spcBef>
              <a:spcAft>
                <a:spcPts val="600"/>
              </a:spcAft>
            </a:pPr>
            <a:r>
              <a:rPr lang="en-US" sz="1100"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 </a:t>
            </a:r>
          </a:p>
        </p:txBody>
      </p:sp>
      <p:sp>
        <p:nvSpPr>
          <p:cNvPr id="4" name="Text Box 15"/>
          <p:cNvSpPr txBox="1">
            <a:spLocks noChangeArrowheads="1"/>
          </p:cNvSpPr>
          <p:nvPr userDrawn="1"/>
        </p:nvSpPr>
        <p:spPr bwMode="auto">
          <a:xfrm>
            <a:off x="0" y="4643270"/>
            <a:ext cx="9144000" cy="2232660"/>
          </a:xfrm>
          <a:prstGeom prst="rect">
            <a:avLst/>
          </a:prstGeom>
          <a:solidFill>
            <a:srgbClr val="C2113A"/>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640080" rIns="91440" bIns="0" anchor="t" anchorCtr="0" upright="1">
            <a:noAutofit/>
          </a:bodyPr>
          <a:lstStyle/>
          <a:p>
            <a:pPr marL="0" marR="0" algn="ctr">
              <a:spcBef>
                <a:spcPts val="0"/>
              </a:spcBef>
              <a:spcAft>
                <a:spcPts val="0"/>
              </a:spcAft>
            </a:pPr>
            <a:endParaRPr lang="en-US" sz="1500"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5088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 y="152400"/>
            <a:ext cx="8686800" cy="533400"/>
          </a:xfrm>
          <a:prstGeom prst="rect">
            <a:avLst/>
          </a:prstGeom>
        </p:spPr>
        <p:txBody>
          <a:bodyPr/>
          <a:lstStyle>
            <a:lvl1pPr>
              <a:defRPr sz="2400" b="1">
                <a:latin typeface="Arial" panose="020B0604020202020204" pitchFamily="34" charset="0"/>
              </a:defRPr>
            </a:lvl1pPr>
          </a:lstStyle>
          <a:p>
            <a:r>
              <a:rPr lang="en-US" dirty="0"/>
              <a:t>Click to edit Master title style</a:t>
            </a:r>
            <a:endParaRPr lang="en-GB" dirty="0"/>
          </a:p>
        </p:txBody>
      </p:sp>
      <p:sp>
        <p:nvSpPr>
          <p:cNvPr id="3" name="Content Placeholder 2"/>
          <p:cNvSpPr>
            <a:spLocks noGrp="1"/>
          </p:cNvSpPr>
          <p:nvPr>
            <p:ph idx="1"/>
          </p:nvPr>
        </p:nvSpPr>
        <p:spPr>
          <a:xfrm>
            <a:off x="76200" y="838200"/>
            <a:ext cx="9067800" cy="5334000"/>
          </a:xfrm>
        </p:spPr>
        <p:txBody>
          <a:bodyPr/>
          <a:lstStyle>
            <a:lvl1pPr>
              <a:defRPr sz="1800" b="1"/>
            </a:lvl1pPr>
            <a:lvl2pPr>
              <a:defRPr sz="1600"/>
            </a:lvl2pPr>
            <a:lvl3pPr>
              <a:defRPr sz="16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690653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Text Box 4"/>
          <p:cNvSpPr txBox="1">
            <a:spLocks noChangeArrowheads="1"/>
          </p:cNvSpPr>
          <p:nvPr userDrawn="1"/>
        </p:nvSpPr>
        <p:spPr bwMode="auto">
          <a:xfrm>
            <a:off x="0" y="1357312"/>
            <a:ext cx="9144000" cy="2676525"/>
          </a:xfrm>
          <a:prstGeom prst="rect">
            <a:avLst/>
          </a:prstGeom>
          <a:solidFill>
            <a:srgbClr val="002A6C"/>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0" rIns="91440" bIns="45720" anchor="t" anchorCtr="0" upright="1">
            <a:noAutofit/>
          </a:bodyPr>
          <a:lstStyle/>
          <a:p>
            <a:pPr marL="403225" marR="914400"/>
            <a:endParaRPr lang="en-US" sz="1500" dirty="0">
              <a:solidFill>
                <a:srgbClr val="FFFFFF"/>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5" name="Text Box 5"/>
          <p:cNvSpPr txBox="1">
            <a:spLocks noChangeArrowheads="1"/>
          </p:cNvSpPr>
          <p:nvPr userDrawn="1"/>
        </p:nvSpPr>
        <p:spPr bwMode="auto">
          <a:xfrm>
            <a:off x="0" y="4027412"/>
            <a:ext cx="9144000" cy="2821623"/>
          </a:xfrm>
          <a:prstGeom prst="rect">
            <a:avLst/>
          </a:prstGeom>
          <a:solidFill>
            <a:srgbClr val="666666"/>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114800" rIns="91440" bIns="45720" anchor="t" anchorCtr="0" upright="1">
            <a:noAutofit/>
          </a:bodyPr>
          <a:lstStyle/>
          <a:p>
            <a:pPr marL="914400" marR="914400">
              <a:spcAft>
                <a:spcPts val="600"/>
              </a:spcAft>
            </a:pPr>
            <a:endParaRPr lang="en-US" sz="1100" dirty="0">
              <a:solidFill>
                <a:srgbClr val="FFFFFF"/>
              </a:solidFill>
              <a:latin typeface="Arial" panose="020B0604020202020204" pitchFamily="34" charset="0"/>
              <a:ea typeface="Times New Roman" panose="02020603050405020304" pitchFamily="18" charset="0"/>
              <a:cs typeface="Times New Roman" panose="02020603050405020304" pitchFamily="18" charset="0"/>
            </a:endParaRPr>
          </a:p>
        </p:txBody>
      </p:sp>
      <p:pic>
        <p:nvPicPr>
          <p:cNvPr id="6" name="Picture 5" descr="Horizontal_RGB_600"/>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57200" y="280550"/>
            <a:ext cx="2743200" cy="819785"/>
          </a:xfrm>
          <a:prstGeom prst="rect">
            <a:avLst/>
          </a:prstGeom>
          <a:noFill/>
          <a:ln>
            <a:noFill/>
          </a:ln>
        </p:spPr>
      </p:pic>
    </p:spTree>
    <p:extLst>
      <p:ext uri="{BB962C8B-B14F-4D97-AF65-F5344CB8AC3E}">
        <p14:creationId xmlns:p14="http://schemas.microsoft.com/office/powerpoint/2010/main" val="1565859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ext Box 16"/>
          <p:cNvSpPr txBox="1">
            <a:spLocks noChangeArrowheads="1"/>
          </p:cNvSpPr>
          <p:nvPr userDrawn="1"/>
        </p:nvSpPr>
        <p:spPr bwMode="auto">
          <a:xfrm>
            <a:off x="0" y="1"/>
            <a:ext cx="9144000" cy="685800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114800" rIns="91440" bIns="45720" anchor="t" anchorCtr="0" upright="1">
            <a:noAutofit/>
          </a:bodyPr>
          <a:lstStyle/>
          <a:p>
            <a:pPr marL="914400" marR="914400">
              <a:spcAft>
                <a:spcPts val="600"/>
              </a:spcAft>
            </a:pPr>
            <a:r>
              <a:rPr lang="en-US" sz="1100" dirty="0">
                <a:solidFill>
                  <a:srgbClr val="FFFFFF"/>
                </a:solidFill>
                <a:latin typeface="Arial" panose="020B0604020202020204" pitchFamily="34" charset="0"/>
                <a:ea typeface="Times New Roman" panose="02020603050405020304" pitchFamily="18" charset="0"/>
                <a:cs typeface="Times New Roman" panose="02020603050405020304" pitchFamily="18" charset="0"/>
              </a:rPr>
              <a:t> </a:t>
            </a:r>
          </a:p>
        </p:txBody>
      </p:sp>
      <p:sp>
        <p:nvSpPr>
          <p:cNvPr id="4" name="Text Box 15"/>
          <p:cNvSpPr txBox="1">
            <a:spLocks noChangeArrowheads="1"/>
          </p:cNvSpPr>
          <p:nvPr userDrawn="1"/>
        </p:nvSpPr>
        <p:spPr bwMode="auto">
          <a:xfrm>
            <a:off x="0" y="4643270"/>
            <a:ext cx="9144000" cy="2232660"/>
          </a:xfrm>
          <a:prstGeom prst="rect">
            <a:avLst/>
          </a:prstGeom>
          <a:solidFill>
            <a:srgbClr val="C2113A"/>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640080" rIns="91440" bIns="0" anchor="t" anchorCtr="0" upright="1">
            <a:noAutofit/>
          </a:bodyPr>
          <a:lstStyle/>
          <a:p>
            <a:pPr algn="ctr"/>
            <a:endParaRPr lang="en-US" sz="1500" dirty="0">
              <a:solidFill>
                <a:srgbClr val="FFFFFF"/>
              </a:solidFill>
              <a:latin typeface="Arial" panose="020B06040202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9560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 y="152400"/>
            <a:ext cx="8686800" cy="533400"/>
          </a:xfrm>
          <a:prstGeom prst="rect">
            <a:avLst/>
          </a:prstGeom>
        </p:spPr>
        <p:txBody>
          <a:bodyPr/>
          <a:lstStyle>
            <a:lvl1pPr>
              <a:defRPr sz="2400" b="1"/>
            </a:lvl1pPr>
          </a:lstStyle>
          <a:p>
            <a:r>
              <a:rPr lang="en-US" dirty="0"/>
              <a:t>Click to edit Master title style</a:t>
            </a:r>
            <a:endParaRPr lang="en-GB" dirty="0"/>
          </a:p>
        </p:txBody>
      </p:sp>
      <p:sp>
        <p:nvSpPr>
          <p:cNvPr id="3" name="Content Placeholder 2"/>
          <p:cNvSpPr>
            <a:spLocks noGrp="1"/>
          </p:cNvSpPr>
          <p:nvPr>
            <p:ph idx="1"/>
          </p:nvPr>
        </p:nvSpPr>
        <p:spPr>
          <a:xfrm>
            <a:off x="76200" y="838200"/>
            <a:ext cx="9067800" cy="5334000"/>
          </a:xfrm>
        </p:spPr>
        <p:txBody>
          <a:bodyPr/>
          <a:lstStyle>
            <a:lvl1pPr>
              <a:defRPr sz="1800" b="1"/>
            </a:lvl1pPr>
            <a:lvl2pPr>
              <a:defRPr sz="1600"/>
            </a:lvl2pPr>
            <a:lvl3pPr>
              <a:defRPr sz="16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566412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610600" cy="533400"/>
          </a:xfrm>
          <a:prstGeom prst="rect">
            <a:avLst/>
          </a:prstGeom>
        </p:spPr>
        <p:txBody>
          <a:bodyPr/>
          <a:lstStyle>
            <a:lvl1pPr>
              <a:defRPr sz="2400" b="1">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Content Placeholder 2"/>
          <p:cNvSpPr>
            <a:spLocks noGrp="1"/>
          </p:cNvSpPr>
          <p:nvPr>
            <p:ph idx="1"/>
          </p:nvPr>
        </p:nvSpPr>
        <p:spPr>
          <a:xfrm>
            <a:off x="152400" y="914400"/>
            <a:ext cx="8610600" cy="5298107"/>
          </a:xfrm>
        </p:spPr>
        <p:txBody>
          <a:bodyPr/>
          <a:lstStyle>
            <a:lvl1pPr>
              <a:defRPr sz="1800" b="1"/>
            </a:lvl1pPr>
            <a:lvl2pPr>
              <a:defRPr sz="1600"/>
            </a:lvl2pPr>
            <a:lvl3pPr>
              <a:defRPr sz="16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p:txBody>
      </p:sp>
      <p:sp>
        <p:nvSpPr>
          <p:cNvPr id="6" name="Slide Number Placeholder 5"/>
          <p:cNvSpPr>
            <a:spLocks noGrp="1"/>
          </p:cNvSpPr>
          <p:nvPr>
            <p:ph type="sldNum" sz="quarter" idx="12"/>
          </p:nvPr>
        </p:nvSpPr>
        <p:spPr>
          <a:xfrm>
            <a:off x="360000" y="6570000"/>
            <a:ext cx="360000" cy="123111"/>
          </a:xfrm>
          <a:prstGeom prst="rect">
            <a:avLst/>
          </a:prstGeom>
        </p:spPr>
        <p:txBody>
          <a:bodyPr/>
          <a:lstStyle>
            <a:lvl1pPr>
              <a:defRPr sz="1000"/>
            </a:lvl1pPr>
          </a:lstStyle>
          <a:p>
            <a:fld id="{313880FF-B11A-4FA9-B5CC-7226C1B8517C}" type="slidenum">
              <a:rPr lang="en-GB" smtClean="0">
                <a:solidFill>
                  <a:srgbClr val="000000"/>
                </a:solidFill>
              </a:rPr>
              <a:pPr/>
              <a:t>‹#›</a:t>
            </a:fld>
            <a:endParaRPr lang="en-GB" dirty="0">
              <a:solidFill>
                <a:srgbClr val="000000"/>
              </a:solidFill>
            </a:endParaRPr>
          </a:p>
        </p:txBody>
      </p:sp>
    </p:spTree>
    <p:extLst>
      <p:ext uri="{BB962C8B-B14F-4D97-AF65-F5344CB8AC3E}">
        <p14:creationId xmlns:p14="http://schemas.microsoft.com/office/powerpoint/2010/main" val="1142512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 y="152400"/>
            <a:ext cx="8424000" cy="533400"/>
          </a:xfrm>
          <a:prstGeom prst="rect">
            <a:avLst/>
          </a:prstGeom>
        </p:spPr>
        <p:txBody>
          <a:bodyPr/>
          <a:lstStyle>
            <a:lvl1pPr>
              <a:defRPr sz="2400" b="1">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6" name="Slide Number Placeholder 5"/>
          <p:cNvSpPr>
            <a:spLocks noGrp="1"/>
          </p:cNvSpPr>
          <p:nvPr>
            <p:ph type="sldNum" sz="quarter" idx="12"/>
          </p:nvPr>
        </p:nvSpPr>
        <p:spPr>
          <a:xfrm>
            <a:off x="360000" y="6570000"/>
            <a:ext cx="360000" cy="123111"/>
          </a:xfrm>
          <a:prstGeom prst="rect">
            <a:avLst/>
          </a:prstGeom>
        </p:spPr>
        <p:txBody>
          <a:bodyPr/>
          <a:lstStyle>
            <a:lvl1pPr>
              <a:defRPr sz="1050"/>
            </a:lvl1pPr>
          </a:lstStyle>
          <a:p>
            <a:fld id="{313880FF-B11A-4FA9-B5CC-7226C1B8517C}" type="slidenum">
              <a:rPr lang="en-GB" smtClean="0">
                <a:solidFill>
                  <a:srgbClr val="000000"/>
                </a:solidFill>
              </a:rPr>
              <a:pPr/>
              <a:t>‹#›</a:t>
            </a:fld>
            <a:endParaRPr lang="en-GB" dirty="0">
              <a:solidFill>
                <a:srgbClr val="000000"/>
              </a:solidFill>
            </a:endParaRPr>
          </a:p>
        </p:txBody>
      </p:sp>
    </p:spTree>
    <p:extLst>
      <p:ext uri="{BB962C8B-B14F-4D97-AF65-F5344CB8AC3E}">
        <p14:creationId xmlns:p14="http://schemas.microsoft.com/office/powerpoint/2010/main" val="4085895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3450" y="1306708"/>
            <a:ext cx="8692075" cy="609600"/>
          </a:xfrm>
          <a:prstGeom prst="rect">
            <a:avLst/>
          </a:prstGeo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6"/>
          <p:cNvSpPr>
            <a:spLocks noGrp="1" noChangeArrowheads="1"/>
          </p:cNvSpPr>
          <p:nvPr>
            <p:ph type="sldNum" sz="quarter" idx="12"/>
          </p:nvPr>
        </p:nvSpPr>
        <p:spPr>
          <a:xfrm>
            <a:off x="7010400" y="6477000"/>
            <a:ext cx="1905000" cy="219222"/>
          </a:xfrm>
          <a:prstGeom prst="rect">
            <a:avLst/>
          </a:prstGeom>
          <a:ln/>
        </p:spPr>
        <p:txBody>
          <a:bodyPr/>
          <a:lstStyle>
            <a:lvl1pPr>
              <a:defRPr/>
            </a:lvl1pPr>
          </a:lstStyle>
          <a:p>
            <a:fld id="{313880FF-B11A-4FA9-B5CC-7226C1B8517C}" type="slidenum">
              <a:rPr lang="en-GB" smtClean="0">
                <a:solidFill>
                  <a:srgbClr val="000000"/>
                </a:solidFill>
              </a:rPr>
              <a:pPr/>
              <a:t>‹#›</a:t>
            </a:fld>
            <a:endParaRPr lang="en-GB" dirty="0">
              <a:solidFill>
                <a:srgbClr val="000000"/>
              </a:solidFill>
            </a:endParaRPr>
          </a:p>
        </p:txBody>
      </p:sp>
    </p:spTree>
    <p:extLst>
      <p:ext uri="{BB962C8B-B14F-4D97-AF65-F5344CB8AC3E}">
        <p14:creationId xmlns:p14="http://schemas.microsoft.com/office/powerpoint/2010/main" val="2831375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160338" y="608013"/>
            <a:ext cx="8805862" cy="75565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160338" y="1752600"/>
            <a:ext cx="8821737" cy="2090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0338" y="3995738"/>
            <a:ext cx="8821737" cy="2092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6810375" y="6550025"/>
            <a:ext cx="2159000" cy="161925"/>
          </a:xfrm>
          <a:prstGeom prst="rect">
            <a:avLst/>
          </a:prstGeom>
        </p:spPr>
        <p:txBody>
          <a:bodyPr/>
          <a:lstStyle>
            <a:lvl1pPr>
              <a:defRPr/>
            </a:lvl1pPr>
          </a:lstStyle>
          <a:p>
            <a:r>
              <a:rPr lang="en-GB" altLang="en-US" dirty="0">
                <a:solidFill>
                  <a:srgbClr val="000000"/>
                </a:solidFill>
              </a:rPr>
              <a:t>Slide </a:t>
            </a:r>
            <a:fld id="{0E6355F1-865C-42C1-9406-A51D75F7FF0D}" type="slidenum">
              <a:rPr lang="en-GB" altLang="en-US">
                <a:solidFill>
                  <a:srgbClr val="000000"/>
                </a:solidFill>
              </a:rPr>
              <a:pPr/>
              <a:t>‹#›</a:t>
            </a:fld>
            <a:endParaRPr lang="en-GB" altLang="en-US" dirty="0">
              <a:solidFill>
                <a:srgbClr val="000000"/>
              </a:solidFill>
            </a:endParaRPr>
          </a:p>
        </p:txBody>
      </p:sp>
      <p:sp>
        <p:nvSpPr>
          <p:cNvPr id="6" name="Footer Placeholder 5"/>
          <p:cNvSpPr>
            <a:spLocks noGrp="1"/>
          </p:cNvSpPr>
          <p:nvPr>
            <p:ph type="ftr" sz="quarter" idx="11"/>
          </p:nvPr>
        </p:nvSpPr>
        <p:spPr>
          <a:xfrm>
            <a:off x="168275" y="6367463"/>
            <a:ext cx="5399088" cy="161925"/>
          </a:xfrm>
          <a:prstGeom prst="rect">
            <a:avLst/>
          </a:prstGeom>
        </p:spPr>
        <p:txBody>
          <a:bodyPr/>
          <a:lstStyle>
            <a:lvl1pPr>
              <a:defRPr/>
            </a:lvl1pPr>
          </a:lstStyle>
          <a:p>
            <a:endParaRPr lang="en-GB" altLang="en-US" dirty="0">
              <a:solidFill>
                <a:srgbClr val="000000"/>
              </a:solidFill>
            </a:endParaRPr>
          </a:p>
        </p:txBody>
      </p:sp>
    </p:spTree>
    <p:extLst>
      <p:ext uri="{BB962C8B-B14F-4D97-AF65-F5344CB8AC3E}">
        <p14:creationId xmlns:p14="http://schemas.microsoft.com/office/powerpoint/2010/main" val="1254988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0338" y="608013"/>
            <a:ext cx="8805862" cy="75565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160338" y="1752600"/>
            <a:ext cx="4333875" cy="4335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752600"/>
            <a:ext cx="4335462" cy="4335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6810375" y="6550025"/>
            <a:ext cx="2159000" cy="161925"/>
          </a:xfrm>
          <a:prstGeom prst="rect">
            <a:avLst/>
          </a:prstGeom>
        </p:spPr>
        <p:txBody>
          <a:bodyPr/>
          <a:lstStyle>
            <a:lvl1pPr>
              <a:defRPr/>
            </a:lvl1pPr>
          </a:lstStyle>
          <a:p>
            <a:r>
              <a:rPr lang="en-GB" altLang="en-US" dirty="0">
                <a:solidFill>
                  <a:srgbClr val="000000"/>
                </a:solidFill>
              </a:rPr>
              <a:t>Slide </a:t>
            </a:r>
            <a:fld id="{988358DC-0FBD-468E-8FBD-F4A64BDCF5D7}" type="slidenum">
              <a:rPr lang="en-GB" altLang="en-US">
                <a:solidFill>
                  <a:srgbClr val="000000"/>
                </a:solidFill>
              </a:rPr>
              <a:pPr/>
              <a:t>‹#›</a:t>
            </a:fld>
            <a:endParaRPr lang="en-GB" altLang="en-US" dirty="0">
              <a:solidFill>
                <a:srgbClr val="000000"/>
              </a:solidFill>
            </a:endParaRPr>
          </a:p>
        </p:txBody>
      </p:sp>
      <p:sp>
        <p:nvSpPr>
          <p:cNvPr id="6" name="Footer Placeholder 5"/>
          <p:cNvSpPr>
            <a:spLocks noGrp="1"/>
          </p:cNvSpPr>
          <p:nvPr>
            <p:ph type="ftr" sz="quarter" idx="11"/>
          </p:nvPr>
        </p:nvSpPr>
        <p:spPr>
          <a:xfrm>
            <a:off x="168275" y="6367463"/>
            <a:ext cx="5399088" cy="161925"/>
          </a:xfrm>
          <a:prstGeom prst="rect">
            <a:avLst/>
          </a:prstGeom>
        </p:spPr>
        <p:txBody>
          <a:bodyPr/>
          <a:lstStyle>
            <a:lvl1pPr>
              <a:defRPr/>
            </a:lvl1pPr>
          </a:lstStyle>
          <a:p>
            <a:endParaRPr lang="en-GB" altLang="en-US" dirty="0">
              <a:solidFill>
                <a:srgbClr val="000000"/>
              </a:solidFill>
            </a:endParaRPr>
          </a:p>
        </p:txBody>
      </p:sp>
    </p:spTree>
    <p:extLst>
      <p:ext uri="{BB962C8B-B14F-4D97-AF65-F5344CB8AC3E}">
        <p14:creationId xmlns:p14="http://schemas.microsoft.com/office/powerpoint/2010/main" val="2574244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Section Header">
    <p:bg>
      <p:bgPr>
        <a:solidFill>
          <a:schemeClr val="accent2"/>
        </a:solidFill>
        <a:effectLst/>
      </p:bgPr>
    </p:bg>
    <p:spTree>
      <p:nvGrpSpPr>
        <p:cNvPr id="1" name=""/>
        <p:cNvGrpSpPr/>
        <p:nvPr/>
      </p:nvGrpSpPr>
      <p:grpSpPr>
        <a:xfrm>
          <a:off x="0" y="0"/>
          <a:ext cx="0" cy="0"/>
          <a:chOff x="0" y="0"/>
          <a:chExt cx="0" cy="0"/>
        </a:xfrm>
      </p:grpSpPr>
      <p:sp>
        <p:nvSpPr>
          <p:cNvPr id="9" name="Title 8"/>
          <p:cNvSpPr>
            <a:spLocks noGrp="1"/>
          </p:cNvSpPr>
          <p:nvPr>
            <p:ph type="title"/>
          </p:nvPr>
        </p:nvSpPr>
        <p:spPr>
          <a:xfrm>
            <a:off x="360000" y="2160000"/>
            <a:ext cx="8424000" cy="800219"/>
          </a:xfrm>
          <a:prstGeom prst="rect">
            <a:avLst/>
          </a:prstGeom>
        </p:spPr>
        <p:txBody>
          <a:bodyPr vert="horz" wrap="square" lIns="0" tIns="0" rIns="0" bIns="0" rtlCol="0" anchor="t" anchorCtr="0">
            <a:spAutoFit/>
          </a:bodyPr>
          <a:lstStyle>
            <a:lvl1pPr algn="l" defTabSz="914400" rtl="0" eaLnBrk="1" latinLnBrk="0" hangingPunct="1">
              <a:spcBef>
                <a:spcPct val="0"/>
              </a:spcBef>
              <a:buNone/>
              <a:defRPr lang="en-GB" sz="5200" b="0" kern="1200" dirty="0" smtClean="0">
                <a:solidFill>
                  <a:schemeClr val="bg1"/>
                </a:solidFill>
                <a:latin typeface="+mj-lt"/>
                <a:ea typeface="+mj-ea"/>
                <a:cs typeface="+mj-cs"/>
              </a:defRPr>
            </a:lvl1pPr>
          </a:lstStyle>
          <a:p>
            <a:r>
              <a:rPr lang="en-US"/>
              <a:t>Click to edit Master title style</a:t>
            </a:r>
            <a:endParaRPr lang="en-GB" dirty="0"/>
          </a:p>
        </p:txBody>
      </p:sp>
      <p:sp>
        <p:nvSpPr>
          <p:cNvPr id="10" name="Slide Number Placeholder 9"/>
          <p:cNvSpPr>
            <a:spLocks noGrp="1"/>
          </p:cNvSpPr>
          <p:nvPr>
            <p:ph type="sldNum" sz="quarter" idx="10"/>
          </p:nvPr>
        </p:nvSpPr>
        <p:spPr>
          <a:xfrm>
            <a:off x="360000" y="6570000"/>
            <a:ext cx="360000" cy="123111"/>
          </a:xfrm>
          <a:prstGeom prst="rect">
            <a:avLst/>
          </a:prstGeom>
        </p:spPr>
        <p:txBody>
          <a:bodyPr/>
          <a:lstStyle>
            <a:lvl1pPr>
              <a:defRPr>
                <a:solidFill>
                  <a:schemeClr val="bg1"/>
                </a:solidFill>
              </a:defRPr>
            </a:lvl1pPr>
          </a:lstStyle>
          <a:p>
            <a:fld id="{313880FF-B11A-4FA9-B5CC-7226C1B8517C}" type="slidenum">
              <a:rPr lang="en-GB" smtClean="0">
                <a:solidFill>
                  <a:srgbClr val="FFFFFF"/>
                </a:solidFill>
              </a:rPr>
              <a:pPr/>
              <a:t>‹#›</a:t>
            </a:fld>
            <a:endParaRPr lang="en-GB" dirty="0">
              <a:solidFill>
                <a:srgbClr val="FFFFFF"/>
              </a:solidFill>
            </a:endParaRPr>
          </a:p>
        </p:txBody>
      </p:sp>
    </p:spTree>
    <p:extLst>
      <p:ext uri="{BB962C8B-B14F-4D97-AF65-F5344CB8AC3E}">
        <p14:creationId xmlns:p14="http://schemas.microsoft.com/office/powerpoint/2010/main" val="13680026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Tabl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65871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Text Box 4"/>
          <p:cNvSpPr txBox="1">
            <a:spLocks noChangeArrowheads="1"/>
          </p:cNvSpPr>
          <p:nvPr userDrawn="1"/>
        </p:nvSpPr>
        <p:spPr bwMode="auto">
          <a:xfrm>
            <a:off x="0" y="1357312"/>
            <a:ext cx="9144000" cy="2676525"/>
          </a:xfrm>
          <a:prstGeom prst="rect">
            <a:avLst/>
          </a:prstGeom>
          <a:solidFill>
            <a:srgbClr val="002A6C"/>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0" rIns="91440" bIns="45720" anchor="t" anchorCtr="0" upright="1">
            <a:noAutofit/>
          </a:bodyPr>
          <a:lstStyle/>
          <a:p>
            <a:pPr marL="403225" marR="914400"/>
            <a:endParaRPr lang="en-US" sz="1500" dirty="0">
              <a:solidFill>
                <a:srgbClr val="FFFFFF"/>
              </a:solidFill>
              <a:ea typeface="Times New Roman" panose="02020603050405020304" pitchFamily="18" charset="0"/>
              <a:cs typeface="Arial" panose="020B0604020202020204" pitchFamily="34" charset="0"/>
            </a:endParaRPr>
          </a:p>
        </p:txBody>
      </p:sp>
      <p:sp>
        <p:nvSpPr>
          <p:cNvPr id="5" name="Text Box 5"/>
          <p:cNvSpPr txBox="1">
            <a:spLocks noChangeArrowheads="1"/>
          </p:cNvSpPr>
          <p:nvPr userDrawn="1"/>
        </p:nvSpPr>
        <p:spPr bwMode="auto">
          <a:xfrm>
            <a:off x="0" y="4027412"/>
            <a:ext cx="9144000" cy="2821623"/>
          </a:xfrm>
          <a:prstGeom prst="rect">
            <a:avLst/>
          </a:prstGeom>
          <a:solidFill>
            <a:srgbClr val="666666"/>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114800" rIns="91440" bIns="45720" anchor="t" anchorCtr="0" upright="1">
            <a:noAutofit/>
          </a:bodyPr>
          <a:lstStyle/>
          <a:p>
            <a:pPr marL="914400" marR="914400">
              <a:spcAft>
                <a:spcPts val="600"/>
              </a:spcAft>
            </a:pPr>
            <a:endParaRPr lang="en-US" sz="1100" dirty="0">
              <a:solidFill>
                <a:srgbClr val="FFFFFF"/>
              </a:solidFill>
              <a:ea typeface="Times New Roman" panose="02020603050405020304" pitchFamily="18" charset="0"/>
              <a:cs typeface="Arial" panose="020B0604020202020204" pitchFamily="34" charset="0"/>
            </a:endParaRPr>
          </a:p>
        </p:txBody>
      </p:sp>
      <p:pic>
        <p:nvPicPr>
          <p:cNvPr id="6" name="Picture 5" descr="Horizontal_RGB_600"/>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57200" y="280550"/>
            <a:ext cx="2743200" cy="819785"/>
          </a:xfrm>
          <a:prstGeom prst="rect">
            <a:avLst/>
          </a:prstGeom>
          <a:noFill/>
          <a:ln>
            <a:noFill/>
          </a:ln>
        </p:spPr>
      </p:pic>
    </p:spTree>
    <p:extLst>
      <p:ext uri="{BB962C8B-B14F-4D97-AF65-F5344CB8AC3E}">
        <p14:creationId xmlns:p14="http://schemas.microsoft.com/office/powerpoint/2010/main" val="3825850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ext Box 16"/>
          <p:cNvSpPr txBox="1">
            <a:spLocks noChangeArrowheads="1"/>
          </p:cNvSpPr>
          <p:nvPr userDrawn="1"/>
        </p:nvSpPr>
        <p:spPr bwMode="auto">
          <a:xfrm>
            <a:off x="0" y="1"/>
            <a:ext cx="9144000" cy="685800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114800" rIns="91440" bIns="45720" anchor="t" anchorCtr="0" upright="1">
            <a:noAutofit/>
          </a:bodyPr>
          <a:lstStyle/>
          <a:p>
            <a:pPr marL="914400" marR="914400">
              <a:spcAft>
                <a:spcPts val="600"/>
              </a:spcAft>
            </a:pPr>
            <a:r>
              <a:rPr lang="en-US" sz="1100" dirty="0">
                <a:solidFill>
                  <a:srgbClr val="FFFFFF"/>
                </a:solidFill>
                <a:ea typeface="Times New Roman" panose="02020603050405020304" pitchFamily="18" charset="0"/>
                <a:cs typeface="Arial" panose="020B0604020202020204" pitchFamily="34" charset="0"/>
              </a:rPr>
              <a:t> </a:t>
            </a:r>
          </a:p>
        </p:txBody>
      </p:sp>
      <p:sp>
        <p:nvSpPr>
          <p:cNvPr id="4" name="Text Box 15"/>
          <p:cNvSpPr txBox="1">
            <a:spLocks noChangeArrowheads="1"/>
          </p:cNvSpPr>
          <p:nvPr userDrawn="1"/>
        </p:nvSpPr>
        <p:spPr bwMode="auto">
          <a:xfrm>
            <a:off x="0" y="4643270"/>
            <a:ext cx="9144000" cy="2232660"/>
          </a:xfrm>
          <a:prstGeom prst="rect">
            <a:avLst/>
          </a:prstGeom>
          <a:solidFill>
            <a:srgbClr val="C2113A"/>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640080" rIns="91440" bIns="0" anchor="t" anchorCtr="0" upright="1">
            <a:noAutofit/>
          </a:bodyPr>
          <a:lstStyle/>
          <a:p>
            <a:pPr algn="ctr"/>
            <a:endParaRPr lang="en-US" sz="1500" dirty="0">
              <a:solidFill>
                <a:srgbClr val="FFFFFF"/>
              </a:solidFill>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5284713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Table">
    <p:spTree>
      <p:nvGrpSpPr>
        <p:cNvPr id="1" name=""/>
        <p:cNvGrpSpPr/>
        <p:nvPr/>
      </p:nvGrpSpPr>
      <p:grpSpPr>
        <a:xfrm>
          <a:off x="0" y="0"/>
          <a:ext cx="0" cy="0"/>
          <a:chOff x="0" y="0"/>
          <a:chExt cx="0" cy="0"/>
        </a:xfrm>
      </p:grpSpPr>
    </p:spTree>
    <p:extLst>
      <p:ext uri="{BB962C8B-B14F-4D97-AF65-F5344CB8AC3E}">
        <p14:creationId xmlns:p14="http://schemas.microsoft.com/office/powerpoint/2010/main" val="6906140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 y="152400"/>
            <a:ext cx="8686800" cy="533400"/>
          </a:xfrm>
          <a:prstGeom prst="rect">
            <a:avLst/>
          </a:prstGeom>
        </p:spPr>
        <p:txBody>
          <a:bodyPr/>
          <a:lstStyle>
            <a:lvl1pPr>
              <a:defRPr sz="2400" b="1"/>
            </a:lvl1pPr>
          </a:lstStyle>
          <a:p>
            <a:r>
              <a:rPr lang="en-US" dirty="0"/>
              <a:t>Click to edit Master title style</a:t>
            </a:r>
            <a:endParaRPr lang="en-GB" dirty="0"/>
          </a:p>
        </p:txBody>
      </p:sp>
      <p:sp>
        <p:nvSpPr>
          <p:cNvPr id="3" name="Content Placeholder 2"/>
          <p:cNvSpPr>
            <a:spLocks noGrp="1"/>
          </p:cNvSpPr>
          <p:nvPr>
            <p:ph idx="1"/>
          </p:nvPr>
        </p:nvSpPr>
        <p:spPr>
          <a:xfrm>
            <a:off x="76200" y="838200"/>
            <a:ext cx="9067800" cy="5334000"/>
          </a:xfrm>
        </p:spPr>
        <p:txBody>
          <a:bodyPr/>
          <a:lstStyle>
            <a:lvl1pPr>
              <a:defRPr sz="1800" b="1"/>
            </a:lvl1pPr>
            <a:lvl2pPr>
              <a:defRPr sz="1600"/>
            </a:lvl2pPr>
            <a:lvl3pPr>
              <a:defRPr sz="16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3857893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AD75A240-0912-46DA-9B3C-D82111859559}" type="slidenum">
              <a:rPr lang="en-US" smtClean="0">
                <a:solidFill>
                  <a:srgbClr val="000000">
                    <a:tint val="75000"/>
                  </a:srgbClr>
                </a:solidFill>
              </a:rPr>
              <a:pPr/>
              <a:t>‹#›</a:t>
            </a:fld>
            <a:endParaRPr lang="en-US" dirty="0">
              <a:solidFill>
                <a:srgbClr val="000000">
                  <a:tint val="75000"/>
                </a:srgbClr>
              </a:solidFill>
            </a:endParaRPr>
          </a:p>
        </p:txBody>
      </p:sp>
    </p:spTree>
    <p:extLst>
      <p:ext uri="{BB962C8B-B14F-4D97-AF65-F5344CB8AC3E}">
        <p14:creationId xmlns:p14="http://schemas.microsoft.com/office/powerpoint/2010/main" val="4650202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AD75A240-0912-46DA-9B3C-D82111859559}" type="slidenum">
              <a:rPr lang="en-US" smtClean="0">
                <a:solidFill>
                  <a:srgbClr val="000000">
                    <a:tint val="75000"/>
                  </a:srgbClr>
                </a:solidFill>
              </a:rPr>
              <a:pPr/>
              <a:t>‹#›</a:t>
            </a:fld>
            <a:endParaRPr lang="en-US" dirty="0">
              <a:solidFill>
                <a:srgbClr val="000000">
                  <a:tint val="75000"/>
                </a:srgbClr>
              </a:solidFill>
            </a:endParaRPr>
          </a:p>
        </p:txBody>
      </p:sp>
    </p:spTree>
    <p:extLst>
      <p:ext uri="{BB962C8B-B14F-4D97-AF65-F5344CB8AC3E}">
        <p14:creationId xmlns:p14="http://schemas.microsoft.com/office/powerpoint/2010/main" val="3312966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48969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124200" y="228600"/>
            <a:ext cx="5791200" cy="609600"/>
          </a:xfrm>
        </p:spPr>
        <p:txBody>
          <a:bodyPr/>
          <a:lstStyle>
            <a:lvl1pPr>
              <a:defRPr sz="3600">
                <a:latin typeface="Arial" panose="020B0604020202020204" pitchFamily="34" charset="0"/>
              </a:defRPr>
            </a:lvl1pPr>
          </a:lstStyle>
          <a:p>
            <a:r>
              <a:rPr lang="en-US" dirty="0"/>
              <a:t>Click to edit Master title style</a:t>
            </a:r>
          </a:p>
        </p:txBody>
      </p:sp>
      <p:sp>
        <p:nvSpPr>
          <p:cNvPr id="3" name="Content Placeholder 2"/>
          <p:cNvSpPr>
            <a:spLocks noGrp="1"/>
          </p:cNvSpPr>
          <p:nvPr>
            <p:ph sz="half" idx="1"/>
          </p:nvPr>
        </p:nvSpPr>
        <p:spPr>
          <a:xfrm>
            <a:off x="685800" y="2209800"/>
            <a:ext cx="3810000" cy="3886200"/>
          </a:xfrm>
        </p:spPr>
        <p:txBody>
          <a:bodyPr/>
          <a:lstStyle>
            <a:lvl1pPr>
              <a:defRPr sz="2800">
                <a:latin typeface="Arial" panose="020B0604020202020204" pitchFamily="34" charset="0"/>
              </a:defRPr>
            </a:lvl1pPr>
            <a:lvl2pPr>
              <a:defRPr sz="2400">
                <a:latin typeface="Arial" panose="020B0604020202020204" pitchFamily="34" charset="0"/>
              </a:defRPr>
            </a:lvl2pPr>
            <a:lvl3pPr>
              <a:defRPr sz="2000">
                <a:latin typeface="Arial" panose="020B0604020202020204" pitchFamily="34" charset="0"/>
              </a:defRPr>
            </a:lvl3pPr>
            <a:lvl4pPr>
              <a:defRPr sz="1800">
                <a:latin typeface="Arial" panose="020B0604020202020204" pitchFamily="34" charset="0"/>
              </a:defRPr>
            </a:lvl4pPr>
            <a:lvl5pPr>
              <a:defRPr sz="1800">
                <a:latin typeface="Arial" panose="020B0604020202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2209800"/>
            <a:ext cx="3810000" cy="3886200"/>
          </a:xfrm>
        </p:spPr>
        <p:txBody>
          <a:bodyPr/>
          <a:lstStyle>
            <a:lvl1pPr>
              <a:defRPr sz="2800">
                <a:latin typeface="Arial" panose="020B0604020202020204" pitchFamily="34" charset="0"/>
              </a:defRPr>
            </a:lvl1pPr>
            <a:lvl2pPr>
              <a:defRPr sz="2400">
                <a:latin typeface="Arial" panose="020B0604020202020204" pitchFamily="34" charset="0"/>
              </a:defRPr>
            </a:lvl2pPr>
            <a:lvl3pPr>
              <a:defRPr sz="2000">
                <a:latin typeface="Arial" panose="020B0604020202020204" pitchFamily="34" charset="0"/>
              </a:defRPr>
            </a:lvl3pPr>
            <a:lvl4pPr>
              <a:defRPr sz="1800">
                <a:latin typeface="Arial" panose="020B0604020202020204" pitchFamily="34" charset="0"/>
              </a:defRPr>
            </a:lvl4pPr>
            <a:lvl5pPr>
              <a:defRPr sz="1800">
                <a:latin typeface="Arial" panose="020B0604020202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82543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352800" y="274638"/>
            <a:ext cx="5334000" cy="563562"/>
          </a:xfrm>
        </p:spPr>
        <p:txBody>
          <a:bodyPr/>
          <a:lstStyle>
            <a:lvl1pPr>
              <a:defRPr sz="3200">
                <a:latin typeface="Arial" panose="020B0604020202020204" pitchFamily="34" charset="0"/>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Arial" panose="020B0604020202020204" pitchFamily="34" charset="0"/>
              </a:defRPr>
            </a:lvl1pPr>
            <a:lvl2pPr>
              <a:defRPr sz="2000">
                <a:latin typeface="Arial" panose="020B0604020202020204" pitchFamily="34" charset="0"/>
              </a:defRPr>
            </a:lvl2pPr>
            <a:lvl3pPr>
              <a:defRPr sz="1800">
                <a:latin typeface="Arial" panose="020B0604020202020204" pitchFamily="34" charset="0"/>
              </a:defRPr>
            </a:lvl3pPr>
            <a:lvl4pPr>
              <a:defRPr sz="1600">
                <a:latin typeface="Arial" panose="020B0604020202020204" pitchFamily="34" charset="0"/>
              </a:defRPr>
            </a:lvl4pPr>
            <a:lvl5pPr>
              <a:defRPr sz="1600">
                <a:latin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atin typeface="Arial" panose="020B0604020202020204" pitchFamily="34" charset="0"/>
              </a:defRPr>
            </a:lvl1pPr>
            <a:lvl2pPr>
              <a:defRPr sz="2000">
                <a:latin typeface="Arial" panose="020B0604020202020204" pitchFamily="34" charset="0"/>
              </a:defRPr>
            </a:lvl2pPr>
            <a:lvl3pPr>
              <a:defRPr sz="1800">
                <a:latin typeface="Arial" panose="020B0604020202020204" pitchFamily="34" charset="0"/>
              </a:defRPr>
            </a:lvl3pPr>
            <a:lvl4pPr>
              <a:defRPr sz="1600">
                <a:latin typeface="Arial" panose="020B0604020202020204" pitchFamily="34" charset="0"/>
              </a:defRPr>
            </a:lvl4pPr>
            <a:lvl5pPr>
              <a:defRPr sz="1600">
                <a:latin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271968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835502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p>
            <a:pPr>
              <a:defRPr/>
            </a:pPr>
            <a:fld id="{6E1920B4-5186-475E-A695-8178AA2E603D}" type="slidenum">
              <a:rPr lang="en-US" smtClean="0">
                <a:solidFill>
                  <a:srgbClr val="000000">
                    <a:tint val="75000"/>
                  </a:srgbClr>
                </a:solidFill>
              </a:rPr>
              <a:pPr>
                <a:defRPr/>
              </a:pPr>
              <a:t>‹#›</a:t>
            </a:fld>
            <a:endParaRPr lang="en-US" dirty="0">
              <a:solidFill>
                <a:srgbClr val="000000">
                  <a:tint val="75000"/>
                </a:srgbClr>
              </a:solidFill>
            </a:endParaRPr>
          </a:p>
        </p:txBody>
      </p:sp>
    </p:spTree>
    <p:extLst>
      <p:ext uri="{BB962C8B-B14F-4D97-AF65-F5344CB8AC3E}">
        <p14:creationId xmlns:p14="http://schemas.microsoft.com/office/powerpoint/2010/main" val="24594915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06816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p>
            <a:pPr>
              <a:defRPr/>
            </a:pPr>
            <a:fld id="{6E1920B4-5186-475E-A695-8178AA2E603D}" type="slidenum">
              <a:rPr lang="en-US" smtClean="0">
                <a:solidFill>
                  <a:srgbClr val="000000">
                    <a:tint val="75000"/>
                  </a:srgbClr>
                </a:solidFill>
              </a:rPr>
              <a:pPr>
                <a:defRPr/>
              </a:pPr>
              <a:t>‹#›</a:t>
            </a:fld>
            <a:endParaRPr lang="en-US" dirty="0">
              <a:solidFill>
                <a:srgbClr val="000000">
                  <a:tint val="75000"/>
                </a:srgbClr>
              </a:solidFill>
            </a:endParaRPr>
          </a:p>
        </p:txBody>
      </p:sp>
    </p:spTree>
    <p:extLst>
      <p:ext uri="{BB962C8B-B14F-4D97-AF65-F5344CB8AC3E}">
        <p14:creationId xmlns:p14="http://schemas.microsoft.com/office/powerpoint/2010/main" val="40323582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77387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p>
            <a:pPr>
              <a:defRPr/>
            </a:pPr>
            <a:fld id="{6E1920B4-5186-475E-A695-8178AA2E603D}" type="slidenum">
              <a:rPr lang="en-US" smtClean="0">
                <a:solidFill>
                  <a:srgbClr val="000000">
                    <a:tint val="75000"/>
                  </a:srgbClr>
                </a:solidFill>
              </a:rPr>
              <a:pPr>
                <a:defRPr/>
              </a:pPr>
              <a:t>‹#›</a:t>
            </a:fld>
            <a:endParaRPr lang="en-US" dirty="0">
              <a:solidFill>
                <a:srgbClr val="000000">
                  <a:tint val="75000"/>
                </a:srgbClr>
              </a:solidFill>
            </a:endParaRPr>
          </a:p>
        </p:txBody>
      </p:sp>
    </p:spTree>
    <p:extLst>
      <p:ext uri="{BB962C8B-B14F-4D97-AF65-F5344CB8AC3E}">
        <p14:creationId xmlns:p14="http://schemas.microsoft.com/office/powerpoint/2010/main" val="22884227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p>
            <a:pPr>
              <a:defRPr/>
            </a:pPr>
            <a:fld id="{6E1920B4-5186-475E-A695-8178AA2E603D}" type="slidenum">
              <a:rPr lang="en-US" smtClean="0">
                <a:solidFill>
                  <a:srgbClr val="000000">
                    <a:tint val="75000"/>
                  </a:srgbClr>
                </a:solidFill>
              </a:rPr>
              <a:pPr>
                <a:defRPr/>
              </a:pPr>
              <a:t>‹#›</a:t>
            </a:fld>
            <a:endParaRPr lang="en-US" dirty="0">
              <a:solidFill>
                <a:srgbClr val="000000">
                  <a:tint val="75000"/>
                </a:srgbClr>
              </a:solidFill>
            </a:endParaRPr>
          </a:p>
        </p:txBody>
      </p:sp>
    </p:spTree>
    <p:extLst>
      <p:ext uri="{BB962C8B-B14F-4D97-AF65-F5344CB8AC3E}">
        <p14:creationId xmlns:p14="http://schemas.microsoft.com/office/powerpoint/2010/main" val="5575859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p>
            <a:pPr>
              <a:defRPr/>
            </a:pPr>
            <a:fld id="{6E1920B4-5186-475E-A695-8178AA2E603D}" type="slidenum">
              <a:rPr lang="en-US" smtClean="0">
                <a:solidFill>
                  <a:srgbClr val="000000">
                    <a:tint val="75000"/>
                  </a:srgbClr>
                </a:solidFill>
              </a:rPr>
              <a:pPr>
                <a:defRPr/>
              </a:pPr>
              <a:t>‹#›</a:t>
            </a:fld>
            <a:endParaRPr lang="en-US" dirty="0">
              <a:solidFill>
                <a:srgbClr val="000000">
                  <a:tint val="75000"/>
                </a:srgbClr>
              </a:solidFill>
            </a:endParaRPr>
          </a:p>
        </p:txBody>
      </p:sp>
    </p:spTree>
    <p:extLst>
      <p:ext uri="{BB962C8B-B14F-4D97-AF65-F5344CB8AC3E}">
        <p14:creationId xmlns:p14="http://schemas.microsoft.com/office/powerpoint/2010/main" val="277883154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p>
            <a:pPr>
              <a:defRPr/>
            </a:pPr>
            <a:fld id="{6E1920B4-5186-475E-A695-8178AA2E603D}" type="slidenum">
              <a:rPr lang="en-US" smtClean="0">
                <a:solidFill>
                  <a:srgbClr val="000000">
                    <a:tint val="75000"/>
                  </a:srgbClr>
                </a:solidFill>
              </a:rPr>
              <a:pPr>
                <a:defRPr/>
              </a:pPr>
              <a:t>‹#›</a:t>
            </a:fld>
            <a:endParaRPr lang="en-US" dirty="0">
              <a:solidFill>
                <a:srgbClr val="000000">
                  <a:tint val="75000"/>
                </a:srgbClr>
              </a:solidFill>
            </a:endParaRPr>
          </a:p>
        </p:txBody>
      </p:sp>
    </p:spTree>
    <p:extLst>
      <p:ext uri="{BB962C8B-B14F-4D97-AF65-F5344CB8AC3E}">
        <p14:creationId xmlns:p14="http://schemas.microsoft.com/office/powerpoint/2010/main" val="17784492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p>
            <a:pPr>
              <a:defRPr/>
            </a:pPr>
            <a:fld id="{6E1920B4-5186-475E-A695-8178AA2E603D}" type="slidenum">
              <a:rPr lang="en-US" smtClean="0">
                <a:solidFill>
                  <a:srgbClr val="000000">
                    <a:tint val="75000"/>
                  </a:srgbClr>
                </a:solidFill>
              </a:rPr>
              <a:pPr>
                <a:defRPr/>
              </a:pPr>
              <a:t>‹#›</a:t>
            </a:fld>
            <a:endParaRPr lang="en-US" dirty="0">
              <a:solidFill>
                <a:srgbClr val="000000">
                  <a:tint val="75000"/>
                </a:srgbClr>
              </a:solidFill>
            </a:endParaRPr>
          </a:p>
        </p:txBody>
      </p:sp>
    </p:spTree>
    <p:extLst>
      <p:ext uri="{BB962C8B-B14F-4D97-AF65-F5344CB8AC3E}">
        <p14:creationId xmlns:p14="http://schemas.microsoft.com/office/powerpoint/2010/main" val="42788639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p>
            <a:pPr>
              <a:defRPr/>
            </a:pPr>
            <a:fld id="{6E1920B4-5186-475E-A695-8178AA2E603D}" type="slidenum">
              <a:rPr lang="en-US" smtClean="0">
                <a:solidFill>
                  <a:srgbClr val="000000">
                    <a:tint val="75000"/>
                  </a:srgbClr>
                </a:solidFill>
              </a:rPr>
              <a:pPr>
                <a:defRPr/>
              </a:pPr>
              <a:t>‹#›</a:t>
            </a:fld>
            <a:endParaRPr lang="en-US" dirty="0">
              <a:solidFill>
                <a:srgbClr val="000000">
                  <a:tint val="75000"/>
                </a:srgbClr>
              </a:solidFill>
            </a:endParaRPr>
          </a:p>
        </p:txBody>
      </p:sp>
    </p:spTree>
    <p:extLst>
      <p:ext uri="{BB962C8B-B14F-4D97-AF65-F5344CB8AC3E}">
        <p14:creationId xmlns:p14="http://schemas.microsoft.com/office/powerpoint/2010/main" val="23773355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p>
            <a:pPr>
              <a:defRPr/>
            </a:pPr>
            <a:fld id="{6E1920B4-5186-475E-A695-8178AA2E603D}" type="slidenum">
              <a:rPr lang="en-US" smtClean="0">
                <a:solidFill>
                  <a:srgbClr val="000000">
                    <a:tint val="75000"/>
                  </a:srgbClr>
                </a:solidFill>
              </a:rPr>
              <a:pPr>
                <a:defRPr/>
              </a:pPr>
              <a:t>‹#›</a:t>
            </a:fld>
            <a:endParaRPr lang="en-US" dirty="0">
              <a:solidFill>
                <a:srgbClr val="000000">
                  <a:tint val="75000"/>
                </a:srgbClr>
              </a:solidFill>
            </a:endParaRPr>
          </a:p>
        </p:txBody>
      </p:sp>
    </p:spTree>
    <p:extLst>
      <p:ext uri="{BB962C8B-B14F-4D97-AF65-F5344CB8AC3E}">
        <p14:creationId xmlns:p14="http://schemas.microsoft.com/office/powerpoint/2010/main" val="246941273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0537" y="1435100"/>
            <a:ext cx="3008313" cy="1109663"/>
          </a:xfrm>
        </p:spPr>
        <p:txBody>
          <a:bodyPr anchor="b"/>
          <a:lstStyle>
            <a:lvl1pPr algn="l">
              <a:defRPr sz="2800" b="1"/>
            </a:lvl1pPr>
          </a:lstStyle>
          <a:p>
            <a:r>
              <a:rPr lang="en-US" dirty="0"/>
              <a:t>Click to edit Master title style</a:t>
            </a:r>
          </a:p>
        </p:txBody>
      </p:sp>
      <p:sp>
        <p:nvSpPr>
          <p:cNvPr id="3" name="Content Placeholder 2"/>
          <p:cNvSpPr>
            <a:spLocks noGrp="1"/>
          </p:cNvSpPr>
          <p:nvPr>
            <p:ph idx="1"/>
          </p:nvPr>
        </p:nvSpPr>
        <p:spPr>
          <a:xfrm>
            <a:off x="3575050" y="1435100"/>
            <a:ext cx="5111750" cy="4691063"/>
          </a:xfrm>
        </p:spPr>
        <p:txBody>
          <a:bodyPr/>
          <a:lstStyle>
            <a:lvl1pPr>
              <a:defRPr sz="2800"/>
            </a:lvl1pPr>
            <a:lvl2pPr>
              <a:defRPr sz="24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2667000"/>
            <a:ext cx="3008313" cy="34591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74FF449F-2FD4-4259-AB8A-01FCAAD3C6E0}" type="datetime1">
              <a:rPr lang="en-US" smtClean="0">
                <a:solidFill>
                  <a:srgbClr val="000000"/>
                </a:solidFill>
              </a:rPr>
              <a:pPr>
                <a:defRPr/>
              </a:pPr>
              <a:t>11/15/2024</a:t>
            </a:fld>
            <a:endParaRPr lang="en-US" dirty="0">
              <a:solidFill>
                <a:srgbClr val="000000"/>
              </a:solidFill>
            </a:endParaRPr>
          </a:p>
        </p:txBody>
      </p:sp>
      <p:sp>
        <p:nvSpPr>
          <p:cNvPr id="6" name="Footer Placeholder 5"/>
          <p:cNvSpPr>
            <a:spLocks noGrp="1" noChangeArrowheads="1"/>
          </p:cNvSpPr>
          <p:nvPr>
            <p:ph type="ftr" sz="quarter" idx="11"/>
          </p:nvPr>
        </p:nvSpPr>
        <p:spPr>
          <a:xfrm>
            <a:off x="2362200" y="6248400"/>
            <a:ext cx="4343400" cy="457200"/>
          </a:xfrm>
          <a:prstGeom prst="rect">
            <a:avLst/>
          </a:prstGeom>
          <a:ln/>
        </p:spPr>
        <p:txBody>
          <a:bodyPr/>
          <a:lstStyle>
            <a:lvl1pPr>
              <a:defRPr/>
            </a:lvl1pPr>
          </a:lstStyle>
          <a:p>
            <a:pPr>
              <a:defRPr/>
            </a:pPr>
            <a:r>
              <a:rPr lang="en-US" dirty="0">
                <a:solidFill>
                  <a:srgbClr val="000000"/>
                </a:solidFill>
              </a:rPr>
              <a:t>Nepal Hydropower Development Project (NHDP)</a:t>
            </a:r>
          </a:p>
        </p:txBody>
      </p:sp>
      <p:sp>
        <p:nvSpPr>
          <p:cNvPr id="7" name="Rectangle 6"/>
          <p:cNvSpPr>
            <a:spLocks noGrp="1" noChangeArrowheads="1"/>
          </p:cNvSpPr>
          <p:nvPr>
            <p:ph type="sldNum" sz="quarter" idx="12"/>
          </p:nvPr>
        </p:nvSpPr>
        <p:spPr>
          <a:ln/>
        </p:spPr>
        <p:txBody>
          <a:bodyPr/>
          <a:lstStyle>
            <a:lvl1pPr>
              <a:defRPr/>
            </a:lvl1pPr>
          </a:lstStyle>
          <a:p>
            <a:fld id="{7AA130C4-D13E-4ED2-93BA-FD72F2D76DB5}" type="slidenum">
              <a:rPr lang="en-US">
                <a:solidFill>
                  <a:srgbClr val="000000">
                    <a:tint val="75000"/>
                  </a:srgbClr>
                </a:solidFill>
              </a:rPr>
              <a:pPr/>
              <a:t>‹#›</a:t>
            </a:fld>
            <a:endParaRPr lang="en-US" dirty="0">
              <a:solidFill>
                <a:srgbClr val="000000">
                  <a:tint val="75000"/>
                </a:srgbClr>
              </a:solidFill>
            </a:endParaRPr>
          </a:p>
        </p:txBody>
      </p:sp>
    </p:spTree>
    <p:extLst>
      <p:ext uri="{BB962C8B-B14F-4D97-AF65-F5344CB8AC3E}">
        <p14:creationId xmlns:p14="http://schemas.microsoft.com/office/powerpoint/2010/main" val="327373148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400" b="1"/>
            </a:lvl1pPr>
          </a:lstStyle>
          <a:p>
            <a:r>
              <a:rPr lang="en-US" dirty="0"/>
              <a:t>Click to edit Master title style</a:t>
            </a:r>
          </a:p>
        </p:txBody>
      </p:sp>
      <p:sp>
        <p:nvSpPr>
          <p:cNvPr id="3" name="Picture Placeholder 2"/>
          <p:cNvSpPr>
            <a:spLocks noGrp="1"/>
          </p:cNvSpPr>
          <p:nvPr>
            <p:ph type="pic" idx="1"/>
          </p:nvPr>
        </p:nvSpPr>
        <p:spPr>
          <a:xfrm>
            <a:off x="1792288" y="1295399"/>
            <a:ext cx="5486400" cy="34321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4CCC5FCF-18ED-4076-A7BD-8361C5AAACE3}" type="datetime1">
              <a:rPr lang="en-US" smtClean="0">
                <a:solidFill>
                  <a:srgbClr val="000000"/>
                </a:solidFill>
              </a:rPr>
              <a:pPr>
                <a:defRPr/>
              </a:pPr>
              <a:t>11/15/2024</a:t>
            </a:fld>
            <a:endParaRPr lang="en-US" dirty="0">
              <a:solidFill>
                <a:srgbClr val="000000"/>
              </a:solidFill>
            </a:endParaRPr>
          </a:p>
        </p:txBody>
      </p:sp>
      <p:sp>
        <p:nvSpPr>
          <p:cNvPr id="6" name="Footer Placeholder 5"/>
          <p:cNvSpPr>
            <a:spLocks noGrp="1" noChangeArrowheads="1"/>
          </p:cNvSpPr>
          <p:nvPr>
            <p:ph type="ftr" sz="quarter" idx="11"/>
          </p:nvPr>
        </p:nvSpPr>
        <p:spPr>
          <a:xfrm>
            <a:off x="2362200" y="6248400"/>
            <a:ext cx="4343400" cy="457200"/>
          </a:xfrm>
          <a:prstGeom prst="rect">
            <a:avLst/>
          </a:prstGeom>
          <a:ln/>
        </p:spPr>
        <p:txBody>
          <a:bodyPr/>
          <a:lstStyle>
            <a:lvl1pPr>
              <a:defRPr/>
            </a:lvl1pPr>
          </a:lstStyle>
          <a:p>
            <a:pPr>
              <a:defRPr/>
            </a:pPr>
            <a:r>
              <a:rPr lang="en-US" dirty="0">
                <a:solidFill>
                  <a:srgbClr val="000000"/>
                </a:solidFill>
              </a:rPr>
              <a:t>Nepal Hydropower Development Project (NHDP)</a:t>
            </a:r>
          </a:p>
        </p:txBody>
      </p:sp>
      <p:sp>
        <p:nvSpPr>
          <p:cNvPr id="7" name="Rectangle 6"/>
          <p:cNvSpPr>
            <a:spLocks noGrp="1" noChangeArrowheads="1"/>
          </p:cNvSpPr>
          <p:nvPr>
            <p:ph type="sldNum" sz="quarter" idx="12"/>
          </p:nvPr>
        </p:nvSpPr>
        <p:spPr>
          <a:ln/>
        </p:spPr>
        <p:txBody>
          <a:bodyPr/>
          <a:lstStyle>
            <a:lvl1pPr>
              <a:defRPr/>
            </a:lvl1pPr>
          </a:lstStyle>
          <a:p>
            <a:fld id="{DDDCDE26-0ED3-47BB-82BE-F87405D64DC3}" type="slidenum">
              <a:rPr lang="en-US">
                <a:solidFill>
                  <a:srgbClr val="000000">
                    <a:tint val="75000"/>
                  </a:srgbClr>
                </a:solidFill>
              </a:rPr>
              <a:pPr/>
              <a:t>‹#›</a:t>
            </a:fld>
            <a:endParaRPr lang="en-US" dirty="0">
              <a:solidFill>
                <a:srgbClr val="000000">
                  <a:tint val="75000"/>
                </a:srgbClr>
              </a:solidFill>
            </a:endParaRPr>
          </a:p>
        </p:txBody>
      </p:sp>
    </p:spTree>
    <p:extLst>
      <p:ext uri="{BB962C8B-B14F-4D97-AF65-F5344CB8AC3E}">
        <p14:creationId xmlns:p14="http://schemas.microsoft.com/office/powerpoint/2010/main" val="112526635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image" Target="../media/image1.png"/><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theme" Target="../theme/theme2.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3" Type="http://schemas.openxmlformats.org/officeDocument/2006/relationships/slideLayout" Target="../slideLayouts/slideLayout16.xml"/><Relationship Id="rId21" Type="http://schemas.openxmlformats.org/officeDocument/2006/relationships/slideLayout" Target="../slideLayouts/slideLayout34.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image" Target="../media/image3.png"/><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theme" Target="../theme/theme3.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681039" y="1317625"/>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100" name="Line 4"/>
          <p:cNvSpPr>
            <a:spLocks noChangeShapeType="1"/>
          </p:cNvSpPr>
          <p:nvPr/>
        </p:nvSpPr>
        <p:spPr bwMode="auto">
          <a:xfrm>
            <a:off x="0" y="797892"/>
            <a:ext cx="6172200" cy="0"/>
          </a:xfrm>
          <a:prstGeom prst="line">
            <a:avLst/>
          </a:prstGeom>
          <a:noFill/>
          <a:ln w="28575">
            <a:solidFill>
              <a:srgbClr val="C2113A"/>
            </a:solidFill>
            <a:round/>
            <a:headEnd/>
            <a:tailEnd/>
          </a:ln>
          <a:effectLst/>
        </p:spPr>
        <p:txBody>
          <a:bodyPr/>
          <a:lstStyle/>
          <a:p>
            <a:pPr>
              <a:defRPr/>
            </a:pPr>
            <a:endParaRPr lang="en-US" dirty="0">
              <a:solidFill>
                <a:srgbClr val="000000"/>
              </a:solidFill>
              <a:cs typeface="Arial" pitchFamily="34" charset="0"/>
            </a:endParaRPr>
          </a:p>
        </p:txBody>
      </p:sp>
      <p:sp>
        <p:nvSpPr>
          <p:cNvPr id="4102" name="Line 6"/>
          <p:cNvSpPr>
            <a:spLocks noChangeShapeType="1"/>
          </p:cNvSpPr>
          <p:nvPr userDrawn="1"/>
        </p:nvSpPr>
        <p:spPr bwMode="auto">
          <a:xfrm>
            <a:off x="7620000" y="797892"/>
            <a:ext cx="1524000" cy="0"/>
          </a:xfrm>
          <a:prstGeom prst="line">
            <a:avLst/>
          </a:prstGeom>
          <a:noFill/>
          <a:ln w="28575">
            <a:solidFill>
              <a:srgbClr val="002A6C"/>
            </a:solidFill>
            <a:round/>
            <a:headEnd/>
            <a:tailEnd/>
          </a:ln>
          <a:effectLst/>
        </p:spPr>
        <p:txBody>
          <a:bodyPr/>
          <a:lstStyle/>
          <a:p>
            <a:pPr>
              <a:defRPr/>
            </a:pPr>
            <a:endParaRPr lang="en-US" dirty="0">
              <a:solidFill>
                <a:srgbClr val="000000"/>
              </a:solidFill>
              <a:cs typeface="Arial" pitchFamily="34" charset="0"/>
            </a:endParaRPr>
          </a:p>
        </p:txBody>
      </p:sp>
      <p:sp>
        <p:nvSpPr>
          <p:cNvPr id="10" name="Rectangle 8"/>
          <p:cNvSpPr>
            <a:spLocks noChangeArrowheads="1"/>
          </p:cNvSpPr>
          <p:nvPr userDrawn="1"/>
        </p:nvSpPr>
        <p:spPr bwMode="auto">
          <a:xfrm>
            <a:off x="4038600" y="6599240"/>
            <a:ext cx="609600" cy="300037"/>
          </a:xfrm>
          <a:prstGeom prst="rect">
            <a:avLst/>
          </a:prstGeom>
          <a:noFill/>
          <a:ln w="9525">
            <a:noFill/>
            <a:miter lim="800000"/>
            <a:headEnd/>
            <a:tailEnd/>
          </a:ln>
          <a:effectLst/>
        </p:spPr>
        <p:txBody>
          <a:bodyPr/>
          <a:lstStyle/>
          <a:p>
            <a:pPr algn="r">
              <a:defRPr/>
            </a:pPr>
            <a:fld id="{8BFB9335-0EBF-4E97-ABD3-69EB32AB5EBD}" type="slidenum">
              <a:rPr lang="en-US" sz="1050">
                <a:solidFill>
                  <a:srgbClr val="000000"/>
                </a:solidFill>
                <a:cs typeface="Arial" pitchFamily="34" charset="0"/>
              </a:rPr>
              <a:pPr algn="r">
                <a:defRPr/>
              </a:pPr>
              <a:t>‹#›</a:t>
            </a:fld>
            <a:endParaRPr lang="en-US" sz="1050" dirty="0">
              <a:solidFill>
                <a:srgbClr val="000000"/>
              </a:solidFill>
              <a:cs typeface="Arial" pitchFamily="34" charset="0"/>
            </a:endParaRPr>
          </a:p>
        </p:txBody>
      </p:sp>
      <p:pic>
        <p:nvPicPr>
          <p:cNvPr id="8" name="Picture 7"/>
          <p:cNvPicPr>
            <a:picLocks noChangeAspect="1"/>
          </p:cNvPicPr>
          <p:nvPr userDrawn="1"/>
        </p:nvPicPr>
        <p:blipFill rotWithShape="1">
          <a:blip r:embed="rId5"/>
          <a:srcRect l="10966" t="14570" r="9251" b="16539"/>
          <a:stretch/>
        </p:blipFill>
        <p:spPr>
          <a:xfrm>
            <a:off x="7467600" y="6248400"/>
            <a:ext cx="1600200" cy="533400"/>
          </a:xfrm>
          <a:prstGeom prst="rect">
            <a:avLst/>
          </a:prstGeom>
        </p:spPr>
      </p:pic>
      <p:sp>
        <p:nvSpPr>
          <p:cNvPr id="9" name="Line 6"/>
          <p:cNvSpPr>
            <a:spLocks noChangeShapeType="1"/>
          </p:cNvSpPr>
          <p:nvPr userDrawn="1"/>
        </p:nvSpPr>
        <p:spPr bwMode="auto">
          <a:xfrm>
            <a:off x="6172200" y="797892"/>
            <a:ext cx="1447800" cy="0"/>
          </a:xfrm>
          <a:prstGeom prst="line">
            <a:avLst/>
          </a:prstGeom>
          <a:noFill/>
          <a:ln w="28575">
            <a:solidFill>
              <a:srgbClr val="666666"/>
            </a:solidFill>
            <a:round/>
            <a:headEnd/>
            <a:tailEnd/>
          </a:ln>
          <a:effectLst/>
        </p:spPr>
        <p:txBody>
          <a:bodyPr/>
          <a:lstStyle/>
          <a:p>
            <a:pPr>
              <a:defRPr/>
            </a:pPr>
            <a:endParaRPr lang="en-US" dirty="0">
              <a:solidFill>
                <a:srgbClr val="000000"/>
              </a:solidFill>
              <a:cs typeface="Arial" pitchFamily="34" charset="0"/>
            </a:endParaRPr>
          </a:p>
        </p:txBody>
      </p:sp>
    </p:spTree>
  </p:cSld>
  <p:clrMap bg1="lt1" tx1="dk1" bg2="lt2" tx2="dk2" accent1="accent1" accent2="accent2" accent3="accent3" accent4="accent4" accent5="accent5" accent6="accent6" hlink="hlink" folHlink="folHlink"/>
  <p:sldLayoutIdLst>
    <p:sldLayoutId id="2147483706" r:id="rId1"/>
    <p:sldLayoutId id="2147483721" r:id="rId2"/>
    <p:sldLayoutId id="2147483763" r:id="rId3"/>
  </p:sldLayoutIdLst>
  <p:hf hdr="0" ftr="0" dt="0"/>
  <p:txStyles>
    <p:titleStyle>
      <a:lvl1pPr algn="l" rtl="0" eaLnBrk="0" fontAlgn="base" hangingPunct="0">
        <a:spcBef>
          <a:spcPct val="0"/>
        </a:spcBef>
        <a:spcAft>
          <a:spcPct val="0"/>
        </a:spcAft>
        <a:defRPr sz="3200">
          <a:solidFill>
            <a:schemeClr val="tx1"/>
          </a:solidFill>
          <a:latin typeface="+mj-lt"/>
          <a:ea typeface="+mj-ea"/>
          <a:cs typeface="+mj-cs"/>
        </a:defRPr>
      </a:lvl1pPr>
      <a:lvl2pPr algn="l" rtl="0" eaLnBrk="0" fontAlgn="base" hangingPunct="0">
        <a:spcBef>
          <a:spcPct val="0"/>
        </a:spcBef>
        <a:spcAft>
          <a:spcPct val="0"/>
        </a:spcAft>
        <a:defRPr sz="3200">
          <a:solidFill>
            <a:schemeClr val="tx1"/>
          </a:solidFill>
          <a:latin typeface="Arial Rounded MT Bold" pitchFamily="34" charset="0"/>
        </a:defRPr>
      </a:lvl2pPr>
      <a:lvl3pPr algn="l" rtl="0" eaLnBrk="0" fontAlgn="base" hangingPunct="0">
        <a:spcBef>
          <a:spcPct val="0"/>
        </a:spcBef>
        <a:spcAft>
          <a:spcPct val="0"/>
        </a:spcAft>
        <a:defRPr sz="3200">
          <a:solidFill>
            <a:schemeClr val="tx1"/>
          </a:solidFill>
          <a:latin typeface="Arial Rounded MT Bold" pitchFamily="34" charset="0"/>
        </a:defRPr>
      </a:lvl3pPr>
      <a:lvl4pPr algn="l" rtl="0" eaLnBrk="0" fontAlgn="base" hangingPunct="0">
        <a:spcBef>
          <a:spcPct val="0"/>
        </a:spcBef>
        <a:spcAft>
          <a:spcPct val="0"/>
        </a:spcAft>
        <a:defRPr sz="3200">
          <a:solidFill>
            <a:schemeClr val="tx1"/>
          </a:solidFill>
          <a:latin typeface="Arial Rounded MT Bold" pitchFamily="34" charset="0"/>
        </a:defRPr>
      </a:lvl4pPr>
      <a:lvl5pPr algn="l" rtl="0" eaLnBrk="0" fontAlgn="base" hangingPunct="0">
        <a:spcBef>
          <a:spcPct val="0"/>
        </a:spcBef>
        <a:spcAft>
          <a:spcPct val="0"/>
        </a:spcAft>
        <a:defRPr sz="3200">
          <a:solidFill>
            <a:schemeClr val="tx1"/>
          </a:solidFill>
          <a:latin typeface="Arial Rounded MT Bold" pitchFamily="34" charset="0"/>
        </a:defRPr>
      </a:lvl5pPr>
      <a:lvl6pPr marL="457200" algn="l" rtl="0" eaLnBrk="1" fontAlgn="base" hangingPunct="1">
        <a:spcBef>
          <a:spcPct val="0"/>
        </a:spcBef>
        <a:spcAft>
          <a:spcPct val="0"/>
        </a:spcAft>
        <a:defRPr sz="3200">
          <a:solidFill>
            <a:schemeClr val="tx1"/>
          </a:solidFill>
          <a:latin typeface="Arial Rounded MT Bold" pitchFamily="34" charset="0"/>
        </a:defRPr>
      </a:lvl6pPr>
      <a:lvl7pPr marL="914400" algn="l" rtl="0" eaLnBrk="1" fontAlgn="base" hangingPunct="1">
        <a:spcBef>
          <a:spcPct val="0"/>
        </a:spcBef>
        <a:spcAft>
          <a:spcPct val="0"/>
        </a:spcAft>
        <a:defRPr sz="3200">
          <a:solidFill>
            <a:schemeClr val="tx1"/>
          </a:solidFill>
          <a:latin typeface="Arial Rounded MT Bold" pitchFamily="34" charset="0"/>
        </a:defRPr>
      </a:lvl7pPr>
      <a:lvl8pPr marL="1371600" algn="l" rtl="0" eaLnBrk="1" fontAlgn="base" hangingPunct="1">
        <a:spcBef>
          <a:spcPct val="0"/>
        </a:spcBef>
        <a:spcAft>
          <a:spcPct val="0"/>
        </a:spcAft>
        <a:defRPr sz="3200">
          <a:solidFill>
            <a:schemeClr val="tx1"/>
          </a:solidFill>
          <a:latin typeface="Arial Rounded MT Bold" pitchFamily="34" charset="0"/>
        </a:defRPr>
      </a:lvl8pPr>
      <a:lvl9pPr marL="1828800" algn="l" rtl="0" eaLnBrk="1" fontAlgn="base" hangingPunct="1">
        <a:spcBef>
          <a:spcPct val="0"/>
        </a:spcBef>
        <a:spcAft>
          <a:spcPct val="0"/>
        </a:spcAft>
        <a:defRPr sz="3200">
          <a:solidFill>
            <a:schemeClr val="tx1"/>
          </a:solidFill>
          <a:latin typeface="Arial Rounded MT Bold" pitchFamily="34" charset="0"/>
        </a:defRPr>
      </a:lvl9pPr>
    </p:titleStyle>
    <p:bodyStyle>
      <a:lvl1pPr marL="233363" indent="-233363" algn="l" rtl="0" eaLnBrk="0" fontAlgn="base" hangingPunct="0">
        <a:spcBef>
          <a:spcPct val="20000"/>
        </a:spcBef>
        <a:spcAft>
          <a:spcPct val="0"/>
        </a:spcAft>
        <a:buChar char="•"/>
        <a:defRPr sz="2800">
          <a:solidFill>
            <a:schemeClr val="tx1"/>
          </a:solidFill>
          <a:latin typeface="Arial" panose="020B0604020202020204" pitchFamily="34" charset="0"/>
          <a:ea typeface="+mn-ea"/>
          <a:cs typeface="Arial" panose="020B0604020202020204" pitchFamily="34" charset="0"/>
        </a:defRPr>
      </a:lvl1pPr>
      <a:lvl2pPr marL="573088" indent="-225425" algn="l" rtl="0" eaLnBrk="0" fontAlgn="base" hangingPunct="0">
        <a:spcBef>
          <a:spcPct val="20000"/>
        </a:spcBef>
        <a:spcAft>
          <a:spcPct val="0"/>
        </a:spcAft>
        <a:buChar char="–"/>
        <a:defRPr sz="2800">
          <a:solidFill>
            <a:schemeClr val="tx1"/>
          </a:solidFill>
          <a:latin typeface="Arial" panose="020B0604020202020204" pitchFamily="34" charset="0"/>
          <a:cs typeface="Arial" panose="020B0604020202020204" pitchFamily="34" charset="0"/>
        </a:defRPr>
      </a:lvl2pPr>
      <a:lvl3pPr marL="914400" indent="-223838" algn="l" rtl="0" eaLnBrk="0" fontAlgn="base" hangingPunct="0">
        <a:spcBef>
          <a:spcPct val="20000"/>
        </a:spcBef>
        <a:spcAft>
          <a:spcPct val="0"/>
        </a:spcAft>
        <a:buFont typeface="Wingdings" pitchFamily="2" charset="2"/>
        <a:buChar char="§"/>
        <a:defRPr sz="2800">
          <a:solidFill>
            <a:schemeClr val="tx1"/>
          </a:solidFill>
          <a:latin typeface="Arial" panose="020B0604020202020204" pitchFamily="34" charset="0"/>
          <a:cs typeface="Arial" panose="020B0604020202020204" pitchFamily="34" charset="0"/>
        </a:defRPr>
      </a:lvl3pPr>
      <a:lvl4pPr marL="1255713" indent="-225425" algn="l" rtl="0" eaLnBrk="0" fontAlgn="base" hangingPunct="0">
        <a:spcBef>
          <a:spcPct val="20000"/>
        </a:spcBef>
        <a:spcAft>
          <a:spcPct val="0"/>
        </a:spcAft>
        <a:buChar char="•"/>
        <a:defRPr sz="2800">
          <a:solidFill>
            <a:schemeClr val="tx1"/>
          </a:solidFill>
          <a:latin typeface="Arial" panose="020B0604020202020204" pitchFamily="34" charset="0"/>
          <a:cs typeface="Arial" panose="020B0604020202020204" pitchFamily="34" charset="0"/>
        </a:defRPr>
      </a:lvl4pPr>
      <a:lvl5pPr marL="1604963" indent="-233363" algn="l" rtl="0" eaLnBrk="0" fontAlgn="base" hangingPunct="0">
        <a:spcBef>
          <a:spcPct val="20000"/>
        </a:spcBef>
        <a:spcAft>
          <a:spcPct val="0"/>
        </a:spcAft>
        <a:buFont typeface="Arial" pitchFamily="34" charset="0"/>
        <a:buChar char="–"/>
        <a:defRPr sz="2800">
          <a:solidFill>
            <a:schemeClr val="tx1"/>
          </a:solidFill>
          <a:latin typeface="Arial" panose="020B0604020202020204" pitchFamily="34" charset="0"/>
          <a:cs typeface="Arial" panose="020B0604020202020204" pitchFamily="34" charset="0"/>
        </a:defRPr>
      </a:lvl5pPr>
      <a:lvl6pPr marL="2062163" indent="-233363" algn="l" rtl="0" eaLnBrk="1" fontAlgn="base" hangingPunct="1">
        <a:spcBef>
          <a:spcPct val="20000"/>
        </a:spcBef>
        <a:spcAft>
          <a:spcPct val="0"/>
        </a:spcAft>
        <a:buFont typeface="Arial" charset="0"/>
        <a:buChar char="–"/>
        <a:defRPr sz="2800">
          <a:solidFill>
            <a:schemeClr val="tx1"/>
          </a:solidFill>
          <a:latin typeface="+mn-lt"/>
        </a:defRPr>
      </a:lvl6pPr>
      <a:lvl7pPr marL="2519363" indent="-233363" algn="l" rtl="0" eaLnBrk="1" fontAlgn="base" hangingPunct="1">
        <a:spcBef>
          <a:spcPct val="20000"/>
        </a:spcBef>
        <a:spcAft>
          <a:spcPct val="0"/>
        </a:spcAft>
        <a:buFont typeface="Arial" charset="0"/>
        <a:buChar char="–"/>
        <a:defRPr sz="2800">
          <a:solidFill>
            <a:schemeClr val="tx1"/>
          </a:solidFill>
          <a:latin typeface="+mn-lt"/>
        </a:defRPr>
      </a:lvl7pPr>
      <a:lvl8pPr marL="2976563" indent="-233363" algn="l" rtl="0" eaLnBrk="1" fontAlgn="base" hangingPunct="1">
        <a:spcBef>
          <a:spcPct val="20000"/>
        </a:spcBef>
        <a:spcAft>
          <a:spcPct val="0"/>
        </a:spcAft>
        <a:buFont typeface="Arial" charset="0"/>
        <a:buChar char="–"/>
        <a:defRPr sz="2800">
          <a:solidFill>
            <a:schemeClr val="tx1"/>
          </a:solidFill>
          <a:latin typeface="+mn-lt"/>
        </a:defRPr>
      </a:lvl8pPr>
      <a:lvl9pPr marL="3433763" indent="-233363" algn="l" rtl="0" eaLnBrk="1" fontAlgn="base" hangingPunct="1">
        <a:spcBef>
          <a:spcPct val="20000"/>
        </a:spcBef>
        <a:spcAft>
          <a:spcPct val="0"/>
        </a:spcAft>
        <a:buFont typeface="Arial" charset="0"/>
        <a:buChar char="–"/>
        <a:defRPr sz="28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228600" y="1676399"/>
            <a:ext cx="8610600" cy="445990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100" name="Line 4"/>
          <p:cNvSpPr>
            <a:spLocks noChangeShapeType="1"/>
          </p:cNvSpPr>
          <p:nvPr/>
        </p:nvSpPr>
        <p:spPr bwMode="auto">
          <a:xfrm>
            <a:off x="0" y="797892"/>
            <a:ext cx="6172200" cy="0"/>
          </a:xfrm>
          <a:prstGeom prst="line">
            <a:avLst/>
          </a:prstGeom>
          <a:noFill/>
          <a:ln w="28575">
            <a:solidFill>
              <a:srgbClr val="C2113A"/>
            </a:solidFill>
            <a:round/>
            <a:headEnd/>
            <a:tailEnd/>
          </a:ln>
          <a:effectLst/>
        </p:spPr>
        <p:txBody>
          <a:bodyPr/>
          <a:lstStyle/>
          <a:p>
            <a:pPr>
              <a:defRPr/>
            </a:pPr>
            <a:endParaRPr lang="en-US" dirty="0">
              <a:solidFill>
                <a:srgbClr val="000000"/>
              </a:solidFill>
              <a:cs typeface="Arial" pitchFamily="34" charset="0"/>
            </a:endParaRPr>
          </a:p>
        </p:txBody>
      </p:sp>
      <p:sp>
        <p:nvSpPr>
          <p:cNvPr id="4102" name="Line 6"/>
          <p:cNvSpPr>
            <a:spLocks noChangeShapeType="1"/>
          </p:cNvSpPr>
          <p:nvPr userDrawn="1"/>
        </p:nvSpPr>
        <p:spPr bwMode="auto">
          <a:xfrm>
            <a:off x="7620000" y="797892"/>
            <a:ext cx="1524000" cy="0"/>
          </a:xfrm>
          <a:prstGeom prst="line">
            <a:avLst/>
          </a:prstGeom>
          <a:noFill/>
          <a:ln w="28575">
            <a:solidFill>
              <a:srgbClr val="002A6C"/>
            </a:solidFill>
            <a:round/>
            <a:headEnd/>
            <a:tailEnd/>
          </a:ln>
          <a:effectLst/>
        </p:spPr>
        <p:txBody>
          <a:bodyPr/>
          <a:lstStyle/>
          <a:p>
            <a:pPr>
              <a:defRPr/>
            </a:pPr>
            <a:endParaRPr lang="en-US" dirty="0">
              <a:solidFill>
                <a:srgbClr val="000000"/>
              </a:solidFill>
              <a:cs typeface="Arial" pitchFamily="34" charset="0"/>
            </a:endParaRPr>
          </a:p>
        </p:txBody>
      </p:sp>
      <p:pic>
        <p:nvPicPr>
          <p:cNvPr id="8" name="Picture 7"/>
          <p:cNvPicPr>
            <a:picLocks noChangeAspect="1"/>
          </p:cNvPicPr>
          <p:nvPr userDrawn="1"/>
        </p:nvPicPr>
        <p:blipFill rotWithShape="1">
          <a:blip r:embed="rId12"/>
          <a:srcRect l="10966" t="14570" r="9251" b="16539"/>
          <a:stretch/>
        </p:blipFill>
        <p:spPr>
          <a:xfrm>
            <a:off x="7467600" y="6248400"/>
            <a:ext cx="1600200" cy="533400"/>
          </a:xfrm>
          <a:prstGeom prst="rect">
            <a:avLst/>
          </a:prstGeom>
        </p:spPr>
      </p:pic>
      <p:sp>
        <p:nvSpPr>
          <p:cNvPr id="9" name="Line 6"/>
          <p:cNvSpPr>
            <a:spLocks noChangeShapeType="1"/>
          </p:cNvSpPr>
          <p:nvPr userDrawn="1"/>
        </p:nvSpPr>
        <p:spPr bwMode="auto">
          <a:xfrm>
            <a:off x="6172200" y="797892"/>
            <a:ext cx="1447800" cy="0"/>
          </a:xfrm>
          <a:prstGeom prst="line">
            <a:avLst/>
          </a:prstGeom>
          <a:noFill/>
          <a:ln w="28575">
            <a:solidFill>
              <a:srgbClr val="666666"/>
            </a:solidFill>
            <a:round/>
            <a:headEnd/>
            <a:tailEnd/>
          </a:ln>
          <a:effectLst/>
        </p:spPr>
        <p:txBody>
          <a:bodyPr/>
          <a:lstStyle/>
          <a:p>
            <a:pPr>
              <a:defRPr/>
            </a:pPr>
            <a:endParaRPr lang="en-US" dirty="0">
              <a:solidFill>
                <a:srgbClr val="000000"/>
              </a:solidFill>
              <a:cs typeface="Arial" pitchFamily="34" charset="0"/>
            </a:endParaRPr>
          </a:p>
        </p:txBody>
      </p:sp>
    </p:spTree>
    <p:extLst>
      <p:ext uri="{BB962C8B-B14F-4D97-AF65-F5344CB8AC3E}">
        <p14:creationId xmlns:p14="http://schemas.microsoft.com/office/powerpoint/2010/main" val="4050187900"/>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9" r:id="rId6"/>
    <p:sldLayoutId id="2147483730" r:id="rId7"/>
    <p:sldLayoutId id="2147483732" r:id="rId8"/>
    <p:sldLayoutId id="2147483733" r:id="rId9"/>
    <p:sldLayoutId id="2147483736" r:id="rId10"/>
  </p:sldLayoutIdLst>
  <p:hf hdr="0" ftr="0" dt="0"/>
  <p:txStyles>
    <p:titleStyle>
      <a:lvl1pPr algn="l" rtl="0" eaLnBrk="0" fontAlgn="base" hangingPunct="0">
        <a:spcBef>
          <a:spcPct val="0"/>
        </a:spcBef>
        <a:spcAft>
          <a:spcPct val="0"/>
        </a:spcAft>
        <a:defRPr sz="3200">
          <a:solidFill>
            <a:schemeClr val="tx1"/>
          </a:solidFill>
          <a:latin typeface="+mj-lt"/>
          <a:ea typeface="+mj-ea"/>
          <a:cs typeface="+mj-cs"/>
        </a:defRPr>
      </a:lvl1pPr>
      <a:lvl2pPr algn="l" rtl="0" eaLnBrk="0" fontAlgn="base" hangingPunct="0">
        <a:spcBef>
          <a:spcPct val="0"/>
        </a:spcBef>
        <a:spcAft>
          <a:spcPct val="0"/>
        </a:spcAft>
        <a:defRPr sz="3200">
          <a:solidFill>
            <a:schemeClr val="tx1"/>
          </a:solidFill>
          <a:latin typeface="Arial Rounded MT Bold" pitchFamily="34" charset="0"/>
        </a:defRPr>
      </a:lvl2pPr>
      <a:lvl3pPr algn="l" rtl="0" eaLnBrk="0" fontAlgn="base" hangingPunct="0">
        <a:spcBef>
          <a:spcPct val="0"/>
        </a:spcBef>
        <a:spcAft>
          <a:spcPct val="0"/>
        </a:spcAft>
        <a:defRPr sz="3200">
          <a:solidFill>
            <a:schemeClr val="tx1"/>
          </a:solidFill>
          <a:latin typeface="Arial Rounded MT Bold" pitchFamily="34" charset="0"/>
        </a:defRPr>
      </a:lvl3pPr>
      <a:lvl4pPr algn="l" rtl="0" eaLnBrk="0" fontAlgn="base" hangingPunct="0">
        <a:spcBef>
          <a:spcPct val="0"/>
        </a:spcBef>
        <a:spcAft>
          <a:spcPct val="0"/>
        </a:spcAft>
        <a:defRPr sz="3200">
          <a:solidFill>
            <a:schemeClr val="tx1"/>
          </a:solidFill>
          <a:latin typeface="Arial Rounded MT Bold" pitchFamily="34" charset="0"/>
        </a:defRPr>
      </a:lvl4pPr>
      <a:lvl5pPr algn="l" rtl="0" eaLnBrk="0" fontAlgn="base" hangingPunct="0">
        <a:spcBef>
          <a:spcPct val="0"/>
        </a:spcBef>
        <a:spcAft>
          <a:spcPct val="0"/>
        </a:spcAft>
        <a:defRPr sz="3200">
          <a:solidFill>
            <a:schemeClr val="tx1"/>
          </a:solidFill>
          <a:latin typeface="Arial Rounded MT Bold" pitchFamily="34" charset="0"/>
        </a:defRPr>
      </a:lvl5pPr>
      <a:lvl6pPr marL="457200" algn="l" rtl="0" eaLnBrk="1" fontAlgn="base" hangingPunct="1">
        <a:spcBef>
          <a:spcPct val="0"/>
        </a:spcBef>
        <a:spcAft>
          <a:spcPct val="0"/>
        </a:spcAft>
        <a:defRPr sz="3200">
          <a:solidFill>
            <a:schemeClr val="tx1"/>
          </a:solidFill>
          <a:latin typeface="Arial Rounded MT Bold" pitchFamily="34" charset="0"/>
        </a:defRPr>
      </a:lvl6pPr>
      <a:lvl7pPr marL="914400" algn="l" rtl="0" eaLnBrk="1" fontAlgn="base" hangingPunct="1">
        <a:spcBef>
          <a:spcPct val="0"/>
        </a:spcBef>
        <a:spcAft>
          <a:spcPct val="0"/>
        </a:spcAft>
        <a:defRPr sz="3200">
          <a:solidFill>
            <a:schemeClr val="tx1"/>
          </a:solidFill>
          <a:latin typeface="Arial Rounded MT Bold" pitchFamily="34" charset="0"/>
        </a:defRPr>
      </a:lvl7pPr>
      <a:lvl8pPr marL="1371600" algn="l" rtl="0" eaLnBrk="1" fontAlgn="base" hangingPunct="1">
        <a:spcBef>
          <a:spcPct val="0"/>
        </a:spcBef>
        <a:spcAft>
          <a:spcPct val="0"/>
        </a:spcAft>
        <a:defRPr sz="3200">
          <a:solidFill>
            <a:schemeClr val="tx1"/>
          </a:solidFill>
          <a:latin typeface="Arial Rounded MT Bold" pitchFamily="34" charset="0"/>
        </a:defRPr>
      </a:lvl8pPr>
      <a:lvl9pPr marL="1828800" algn="l" rtl="0" eaLnBrk="1" fontAlgn="base" hangingPunct="1">
        <a:spcBef>
          <a:spcPct val="0"/>
        </a:spcBef>
        <a:spcAft>
          <a:spcPct val="0"/>
        </a:spcAft>
        <a:defRPr sz="3200">
          <a:solidFill>
            <a:schemeClr val="tx1"/>
          </a:solidFill>
          <a:latin typeface="Arial Rounded MT Bold" pitchFamily="34" charset="0"/>
        </a:defRPr>
      </a:lvl9pPr>
    </p:titleStyle>
    <p:bodyStyle>
      <a:lvl1pPr marL="233363" indent="-233363" algn="l" rtl="0" eaLnBrk="0" fontAlgn="base" hangingPunct="0">
        <a:spcBef>
          <a:spcPct val="20000"/>
        </a:spcBef>
        <a:spcAft>
          <a:spcPct val="0"/>
        </a:spcAft>
        <a:buChar char="•"/>
        <a:defRPr sz="2000" b="1">
          <a:solidFill>
            <a:schemeClr val="tx1"/>
          </a:solidFill>
          <a:latin typeface="Arial" panose="020B0604020202020204" pitchFamily="34" charset="0"/>
          <a:ea typeface="+mn-ea"/>
          <a:cs typeface="Arial" panose="020B0604020202020204" pitchFamily="34" charset="0"/>
        </a:defRPr>
      </a:lvl1pPr>
      <a:lvl2pPr marL="573088" indent="-225425"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2pPr>
      <a:lvl3pPr marL="914400" indent="-223838" algn="l" rtl="0" eaLnBrk="0" fontAlgn="base" hangingPunct="0">
        <a:spcBef>
          <a:spcPct val="20000"/>
        </a:spcBef>
        <a:spcAft>
          <a:spcPct val="0"/>
        </a:spcAft>
        <a:buFont typeface="Wingdings" pitchFamily="2" charset="2"/>
        <a:buChar char="§"/>
        <a:defRPr sz="1800">
          <a:solidFill>
            <a:schemeClr val="tx1"/>
          </a:solidFill>
          <a:latin typeface="Arial" panose="020B0604020202020204" pitchFamily="34" charset="0"/>
          <a:cs typeface="Arial" panose="020B0604020202020204" pitchFamily="34" charset="0"/>
        </a:defRPr>
      </a:lvl3pPr>
      <a:lvl4pPr marL="1255713" indent="-225425"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4pPr>
      <a:lvl5pPr marL="1604963" indent="-233363" algn="l" rtl="0" eaLnBrk="0" fontAlgn="base" hangingPunct="0">
        <a:spcBef>
          <a:spcPct val="20000"/>
        </a:spcBef>
        <a:spcAft>
          <a:spcPct val="0"/>
        </a:spcAft>
        <a:buFont typeface="Arial" pitchFamily="34" charset="0"/>
        <a:buChar char="–"/>
        <a:defRPr sz="1800">
          <a:solidFill>
            <a:schemeClr val="tx1"/>
          </a:solidFill>
          <a:latin typeface="Arial" panose="020B0604020202020204" pitchFamily="34" charset="0"/>
          <a:cs typeface="Arial" panose="020B0604020202020204" pitchFamily="34" charset="0"/>
        </a:defRPr>
      </a:lvl5pPr>
      <a:lvl6pPr marL="2062163" indent="-233363" algn="l" rtl="0" eaLnBrk="1" fontAlgn="base" hangingPunct="1">
        <a:spcBef>
          <a:spcPct val="20000"/>
        </a:spcBef>
        <a:spcAft>
          <a:spcPct val="0"/>
        </a:spcAft>
        <a:buFont typeface="Arial" charset="0"/>
        <a:buChar char="–"/>
        <a:defRPr sz="2800">
          <a:solidFill>
            <a:schemeClr val="tx1"/>
          </a:solidFill>
          <a:latin typeface="+mn-lt"/>
        </a:defRPr>
      </a:lvl6pPr>
      <a:lvl7pPr marL="2519363" indent="-233363" algn="l" rtl="0" eaLnBrk="1" fontAlgn="base" hangingPunct="1">
        <a:spcBef>
          <a:spcPct val="20000"/>
        </a:spcBef>
        <a:spcAft>
          <a:spcPct val="0"/>
        </a:spcAft>
        <a:buFont typeface="Arial" charset="0"/>
        <a:buChar char="–"/>
        <a:defRPr sz="2800">
          <a:solidFill>
            <a:schemeClr val="tx1"/>
          </a:solidFill>
          <a:latin typeface="+mn-lt"/>
        </a:defRPr>
      </a:lvl7pPr>
      <a:lvl8pPr marL="2976563" indent="-233363" algn="l" rtl="0" eaLnBrk="1" fontAlgn="base" hangingPunct="1">
        <a:spcBef>
          <a:spcPct val="20000"/>
        </a:spcBef>
        <a:spcAft>
          <a:spcPct val="0"/>
        </a:spcAft>
        <a:buFont typeface="Arial" charset="0"/>
        <a:buChar char="–"/>
        <a:defRPr sz="2800">
          <a:solidFill>
            <a:schemeClr val="tx1"/>
          </a:solidFill>
          <a:latin typeface="+mn-lt"/>
        </a:defRPr>
      </a:lvl8pPr>
      <a:lvl9pPr marL="3433763" indent="-233363" algn="l" rtl="0" eaLnBrk="1" fontAlgn="base" hangingPunct="1">
        <a:spcBef>
          <a:spcPct val="20000"/>
        </a:spcBef>
        <a:spcAft>
          <a:spcPct val="0"/>
        </a:spcAft>
        <a:buFont typeface="Arial" charset="0"/>
        <a:buChar char="–"/>
        <a:defRPr sz="28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376237" y="990600"/>
            <a:ext cx="8462963" cy="506950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100" name="Line 4"/>
          <p:cNvSpPr>
            <a:spLocks noChangeShapeType="1"/>
          </p:cNvSpPr>
          <p:nvPr/>
        </p:nvSpPr>
        <p:spPr bwMode="auto">
          <a:xfrm>
            <a:off x="0" y="797892"/>
            <a:ext cx="6172200" cy="0"/>
          </a:xfrm>
          <a:prstGeom prst="line">
            <a:avLst/>
          </a:prstGeom>
          <a:noFill/>
          <a:ln w="28575">
            <a:solidFill>
              <a:srgbClr val="C2113A"/>
            </a:solidFill>
            <a:round/>
            <a:headEnd/>
            <a:tailEnd/>
          </a:ln>
          <a:effectLst/>
        </p:spPr>
        <p:txBody>
          <a:bodyPr/>
          <a:lstStyle/>
          <a:p>
            <a:pPr>
              <a:defRPr/>
            </a:pPr>
            <a:endParaRPr lang="en-US" dirty="0">
              <a:solidFill>
                <a:srgbClr val="000000"/>
              </a:solidFill>
              <a:cs typeface="Arial" pitchFamily="34" charset="0"/>
            </a:endParaRPr>
          </a:p>
        </p:txBody>
      </p:sp>
      <p:sp>
        <p:nvSpPr>
          <p:cNvPr id="4102" name="Line 6"/>
          <p:cNvSpPr>
            <a:spLocks noChangeShapeType="1"/>
          </p:cNvSpPr>
          <p:nvPr userDrawn="1"/>
        </p:nvSpPr>
        <p:spPr bwMode="auto">
          <a:xfrm>
            <a:off x="7620000" y="797892"/>
            <a:ext cx="1524000" cy="0"/>
          </a:xfrm>
          <a:prstGeom prst="line">
            <a:avLst/>
          </a:prstGeom>
          <a:noFill/>
          <a:ln w="28575">
            <a:solidFill>
              <a:srgbClr val="002A6C"/>
            </a:solidFill>
            <a:round/>
            <a:headEnd/>
            <a:tailEnd/>
          </a:ln>
          <a:effectLst/>
        </p:spPr>
        <p:txBody>
          <a:bodyPr/>
          <a:lstStyle/>
          <a:p>
            <a:pPr>
              <a:defRPr/>
            </a:pPr>
            <a:endParaRPr lang="en-US" dirty="0">
              <a:solidFill>
                <a:srgbClr val="000000"/>
              </a:solidFill>
              <a:cs typeface="Arial" pitchFamily="34" charset="0"/>
            </a:endParaRPr>
          </a:p>
        </p:txBody>
      </p:sp>
      <p:pic>
        <p:nvPicPr>
          <p:cNvPr id="8" name="Picture 7"/>
          <p:cNvPicPr>
            <a:picLocks noChangeAspect="1"/>
          </p:cNvPicPr>
          <p:nvPr userDrawn="1"/>
        </p:nvPicPr>
        <p:blipFill rotWithShape="1">
          <a:blip r:embed="rId25" cstate="print"/>
          <a:srcRect l="10966" t="14570" r="9251" b="16539"/>
          <a:stretch/>
        </p:blipFill>
        <p:spPr>
          <a:xfrm>
            <a:off x="7467600" y="6248400"/>
            <a:ext cx="1600200" cy="533400"/>
          </a:xfrm>
          <a:prstGeom prst="rect">
            <a:avLst/>
          </a:prstGeom>
        </p:spPr>
      </p:pic>
      <p:sp>
        <p:nvSpPr>
          <p:cNvPr id="9" name="Line 6"/>
          <p:cNvSpPr>
            <a:spLocks noChangeShapeType="1"/>
          </p:cNvSpPr>
          <p:nvPr userDrawn="1"/>
        </p:nvSpPr>
        <p:spPr bwMode="auto">
          <a:xfrm>
            <a:off x="6172200" y="797892"/>
            <a:ext cx="1447800" cy="0"/>
          </a:xfrm>
          <a:prstGeom prst="line">
            <a:avLst/>
          </a:prstGeom>
          <a:noFill/>
          <a:ln w="28575">
            <a:solidFill>
              <a:srgbClr val="666666"/>
            </a:solidFill>
            <a:round/>
            <a:headEnd/>
            <a:tailEnd/>
          </a:ln>
          <a:effectLst/>
        </p:spPr>
        <p:txBody>
          <a:bodyPr/>
          <a:lstStyle/>
          <a:p>
            <a:pPr>
              <a:defRPr/>
            </a:pPr>
            <a:endParaRPr lang="en-US" dirty="0">
              <a:solidFill>
                <a:srgbClr val="000000"/>
              </a:solidFill>
              <a:cs typeface="Arial" pitchFamily="34" charset="0"/>
            </a:endParaRPr>
          </a:p>
        </p:txBody>
      </p:sp>
      <p:sp>
        <p:nvSpPr>
          <p:cNvPr id="2" name="Title Placeholder 1"/>
          <p:cNvSpPr>
            <a:spLocks noGrp="1"/>
          </p:cNvSpPr>
          <p:nvPr>
            <p:ph type="title"/>
          </p:nvPr>
        </p:nvSpPr>
        <p:spPr>
          <a:xfrm>
            <a:off x="364514" y="95558"/>
            <a:ext cx="8474686" cy="509627"/>
          </a:xfrm>
          <a:prstGeom prst="rect">
            <a:avLst/>
          </a:prstGeom>
        </p:spPr>
        <p:txBody>
          <a:bodyPr vert="horz" lIns="91440" tIns="45720" rIns="91440" bIns="45720" rtlCol="0" anchor="ctr">
            <a:noAutofit/>
          </a:bodyPr>
          <a:lstStyle/>
          <a:p>
            <a:r>
              <a:rPr lang="en-US"/>
              <a:t>Click to edit Master title style</a:t>
            </a:r>
          </a:p>
        </p:txBody>
      </p:sp>
      <p:sp>
        <p:nvSpPr>
          <p:cNvPr id="10" name="Slide Number Placeholder 9"/>
          <p:cNvSpPr>
            <a:spLocks noGrp="1"/>
          </p:cNvSpPr>
          <p:nvPr>
            <p:ph type="sldNum" sz="quarter" idx="4"/>
          </p:nvPr>
        </p:nvSpPr>
        <p:spPr>
          <a:xfrm>
            <a:off x="381000" y="624840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75A240-0912-46DA-9B3C-D82111859559}" type="slidenum">
              <a:rPr lang="en-US" smtClean="0">
                <a:solidFill>
                  <a:srgbClr val="000000">
                    <a:tint val="75000"/>
                  </a:srgbClr>
                </a:solidFill>
              </a:rPr>
              <a:pPr/>
              <a:t>‹#›</a:t>
            </a:fld>
            <a:endParaRPr lang="en-US" dirty="0">
              <a:solidFill>
                <a:srgbClr val="000000">
                  <a:tint val="75000"/>
                </a:srgbClr>
              </a:solidFill>
            </a:endParaRPr>
          </a:p>
        </p:txBody>
      </p:sp>
    </p:spTree>
    <p:extLst>
      <p:ext uri="{BB962C8B-B14F-4D97-AF65-F5344CB8AC3E}">
        <p14:creationId xmlns:p14="http://schemas.microsoft.com/office/powerpoint/2010/main" val="990631314"/>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7" r:id="rId8"/>
    <p:sldLayoutId id="2147483748" r:id="rId9"/>
    <p:sldLayoutId id="2147483749" r:id="rId10"/>
    <p:sldLayoutId id="2147483750" r:id="rId11"/>
    <p:sldLayoutId id="2147483751" r:id="rId12"/>
    <p:sldLayoutId id="2147483752" r:id="rId13"/>
    <p:sldLayoutId id="2147483753" r:id="rId14"/>
    <p:sldLayoutId id="2147483754" r:id="rId15"/>
    <p:sldLayoutId id="2147483755" r:id="rId16"/>
    <p:sldLayoutId id="2147483756" r:id="rId17"/>
    <p:sldLayoutId id="2147483757" r:id="rId18"/>
    <p:sldLayoutId id="2147483758" r:id="rId19"/>
    <p:sldLayoutId id="2147483759" r:id="rId20"/>
    <p:sldLayoutId id="2147483760" r:id="rId21"/>
    <p:sldLayoutId id="2147483761" r:id="rId22"/>
    <p:sldLayoutId id="2147483762" r:id="rId23"/>
  </p:sldLayoutIdLst>
  <p:hf hdr="0" ftr="0"/>
  <p:txStyles>
    <p:titleStyle>
      <a:lvl1pPr algn="l" rtl="0" eaLnBrk="0" fontAlgn="base" hangingPunct="0">
        <a:spcBef>
          <a:spcPct val="0"/>
        </a:spcBef>
        <a:spcAft>
          <a:spcPct val="0"/>
        </a:spcAft>
        <a:defRPr sz="2400">
          <a:solidFill>
            <a:schemeClr val="tx1"/>
          </a:solidFill>
          <a:latin typeface="Arial" panose="020B0604020202020204" pitchFamily="34" charset="0"/>
          <a:ea typeface="+mj-ea"/>
          <a:cs typeface="Arial" panose="020B0604020202020204" pitchFamily="34" charset="0"/>
        </a:defRPr>
      </a:lvl1pPr>
      <a:lvl2pPr algn="l" rtl="0" eaLnBrk="0" fontAlgn="base" hangingPunct="0">
        <a:spcBef>
          <a:spcPct val="0"/>
        </a:spcBef>
        <a:spcAft>
          <a:spcPct val="0"/>
        </a:spcAft>
        <a:defRPr sz="3200">
          <a:solidFill>
            <a:schemeClr val="tx1"/>
          </a:solidFill>
          <a:latin typeface="Arial Rounded MT Bold" pitchFamily="34" charset="0"/>
        </a:defRPr>
      </a:lvl2pPr>
      <a:lvl3pPr algn="l" rtl="0" eaLnBrk="0" fontAlgn="base" hangingPunct="0">
        <a:spcBef>
          <a:spcPct val="0"/>
        </a:spcBef>
        <a:spcAft>
          <a:spcPct val="0"/>
        </a:spcAft>
        <a:defRPr sz="3200">
          <a:solidFill>
            <a:schemeClr val="tx1"/>
          </a:solidFill>
          <a:latin typeface="Arial Rounded MT Bold" pitchFamily="34" charset="0"/>
        </a:defRPr>
      </a:lvl3pPr>
      <a:lvl4pPr algn="l" rtl="0" eaLnBrk="0" fontAlgn="base" hangingPunct="0">
        <a:spcBef>
          <a:spcPct val="0"/>
        </a:spcBef>
        <a:spcAft>
          <a:spcPct val="0"/>
        </a:spcAft>
        <a:defRPr sz="3200">
          <a:solidFill>
            <a:schemeClr val="tx1"/>
          </a:solidFill>
          <a:latin typeface="Arial Rounded MT Bold" pitchFamily="34" charset="0"/>
        </a:defRPr>
      </a:lvl4pPr>
      <a:lvl5pPr algn="l" rtl="0" eaLnBrk="0" fontAlgn="base" hangingPunct="0">
        <a:spcBef>
          <a:spcPct val="0"/>
        </a:spcBef>
        <a:spcAft>
          <a:spcPct val="0"/>
        </a:spcAft>
        <a:defRPr sz="3200">
          <a:solidFill>
            <a:schemeClr val="tx1"/>
          </a:solidFill>
          <a:latin typeface="Arial Rounded MT Bold" pitchFamily="34" charset="0"/>
        </a:defRPr>
      </a:lvl5pPr>
      <a:lvl6pPr marL="457200" algn="l" rtl="0" eaLnBrk="1" fontAlgn="base" hangingPunct="1">
        <a:spcBef>
          <a:spcPct val="0"/>
        </a:spcBef>
        <a:spcAft>
          <a:spcPct val="0"/>
        </a:spcAft>
        <a:defRPr sz="3200">
          <a:solidFill>
            <a:schemeClr val="tx1"/>
          </a:solidFill>
          <a:latin typeface="Arial Rounded MT Bold" pitchFamily="34" charset="0"/>
        </a:defRPr>
      </a:lvl6pPr>
      <a:lvl7pPr marL="914400" algn="l" rtl="0" eaLnBrk="1" fontAlgn="base" hangingPunct="1">
        <a:spcBef>
          <a:spcPct val="0"/>
        </a:spcBef>
        <a:spcAft>
          <a:spcPct val="0"/>
        </a:spcAft>
        <a:defRPr sz="3200">
          <a:solidFill>
            <a:schemeClr val="tx1"/>
          </a:solidFill>
          <a:latin typeface="Arial Rounded MT Bold" pitchFamily="34" charset="0"/>
        </a:defRPr>
      </a:lvl7pPr>
      <a:lvl8pPr marL="1371600" algn="l" rtl="0" eaLnBrk="1" fontAlgn="base" hangingPunct="1">
        <a:spcBef>
          <a:spcPct val="0"/>
        </a:spcBef>
        <a:spcAft>
          <a:spcPct val="0"/>
        </a:spcAft>
        <a:defRPr sz="3200">
          <a:solidFill>
            <a:schemeClr val="tx1"/>
          </a:solidFill>
          <a:latin typeface="Arial Rounded MT Bold" pitchFamily="34" charset="0"/>
        </a:defRPr>
      </a:lvl8pPr>
      <a:lvl9pPr marL="1828800" algn="l" rtl="0" eaLnBrk="1" fontAlgn="base" hangingPunct="1">
        <a:spcBef>
          <a:spcPct val="0"/>
        </a:spcBef>
        <a:spcAft>
          <a:spcPct val="0"/>
        </a:spcAft>
        <a:defRPr sz="3200">
          <a:solidFill>
            <a:schemeClr val="tx1"/>
          </a:solidFill>
          <a:latin typeface="Arial Rounded MT Bold" pitchFamily="34" charset="0"/>
        </a:defRPr>
      </a:lvl9pPr>
    </p:titleStyle>
    <p:bodyStyle>
      <a:lvl1pPr marL="233363" indent="-233363" algn="l" rtl="0" eaLnBrk="0" fontAlgn="base" hangingPunct="0">
        <a:spcBef>
          <a:spcPct val="20000"/>
        </a:spcBef>
        <a:spcAft>
          <a:spcPct val="0"/>
        </a:spcAft>
        <a:buChar char="•"/>
        <a:defRPr sz="1800" b="1">
          <a:solidFill>
            <a:schemeClr val="tx1"/>
          </a:solidFill>
          <a:latin typeface="Arial" panose="020B0604020202020204" pitchFamily="34" charset="0"/>
          <a:ea typeface="+mn-ea"/>
          <a:cs typeface="Arial" panose="020B0604020202020204" pitchFamily="34" charset="0"/>
        </a:defRPr>
      </a:lvl1pPr>
      <a:lvl2pPr marL="573088" indent="-225425" algn="l" rtl="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2pPr>
      <a:lvl3pPr marL="914400" indent="-223838" algn="l" rtl="0" eaLnBrk="0" fontAlgn="base" hangingPunct="0">
        <a:spcBef>
          <a:spcPct val="20000"/>
        </a:spcBef>
        <a:spcAft>
          <a:spcPct val="0"/>
        </a:spcAft>
        <a:buFont typeface="Wingdings" pitchFamily="2" charset="2"/>
        <a:buChar char="§"/>
        <a:defRPr sz="1600">
          <a:solidFill>
            <a:schemeClr val="tx1"/>
          </a:solidFill>
          <a:latin typeface="Arial" panose="020B0604020202020204" pitchFamily="34" charset="0"/>
          <a:cs typeface="Arial" panose="020B0604020202020204" pitchFamily="34" charset="0"/>
        </a:defRPr>
      </a:lvl3pPr>
      <a:lvl4pPr marL="1255713" indent="-225425" algn="l" rtl="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4pPr>
      <a:lvl5pPr marL="1604963" indent="-233363" algn="l" rtl="0" eaLnBrk="0" fontAlgn="base" hangingPunct="0">
        <a:spcBef>
          <a:spcPct val="20000"/>
        </a:spcBef>
        <a:spcAft>
          <a:spcPct val="0"/>
        </a:spcAft>
        <a:buFont typeface="Arial" pitchFamily="34" charset="0"/>
        <a:buChar char="–"/>
        <a:defRPr sz="1600">
          <a:solidFill>
            <a:schemeClr val="tx1"/>
          </a:solidFill>
          <a:latin typeface="Arial" panose="020B0604020202020204" pitchFamily="34" charset="0"/>
          <a:cs typeface="Arial" panose="020B0604020202020204" pitchFamily="34" charset="0"/>
        </a:defRPr>
      </a:lvl5pPr>
      <a:lvl6pPr marL="2062163" indent="-233363" algn="l" rtl="0" eaLnBrk="1" fontAlgn="base" hangingPunct="1">
        <a:spcBef>
          <a:spcPct val="20000"/>
        </a:spcBef>
        <a:spcAft>
          <a:spcPct val="0"/>
        </a:spcAft>
        <a:buFont typeface="Arial" charset="0"/>
        <a:buChar char="–"/>
        <a:defRPr sz="2800">
          <a:solidFill>
            <a:schemeClr val="tx1"/>
          </a:solidFill>
          <a:latin typeface="+mn-lt"/>
        </a:defRPr>
      </a:lvl6pPr>
      <a:lvl7pPr marL="2519363" indent="-233363" algn="l" rtl="0" eaLnBrk="1" fontAlgn="base" hangingPunct="1">
        <a:spcBef>
          <a:spcPct val="20000"/>
        </a:spcBef>
        <a:spcAft>
          <a:spcPct val="0"/>
        </a:spcAft>
        <a:buFont typeface="Arial" charset="0"/>
        <a:buChar char="–"/>
        <a:defRPr sz="2800">
          <a:solidFill>
            <a:schemeClr val="tx1"/>
          </a:solidFill>
          <a:latin typeface="+mn-lt"/>
        </a:defRPr>
      </a:lvl7pPr>
      <a:lvl8pPr marL="2976563" indent="-233363" algn="l" rtl="0" eaLnBrk="1" fontAlgn="base" hangingPunct="1">
        <a:spcBef>
          <a:spcPct val="20000"/>
        </a:spcBef>
        <a:spcAft>
          <a:spcPct val="0"/>
        </a:spcAft>
        <a:buFont typeface="Arial" charset="0"/>
        <a:buChar char="–"/>
        <a:defRPr sz="2800">
          <a:solidFill>
            <a:schemeClr val="tx1"/>
          </a:solidFill>
          <a:latin typeface="+mn-lt"/>
        </a:defRPr>
      </a:lvl8pPr>
      <a:lvl9pPr marL="3433763" indent="-233363" algn="l" rtl="0" eaLnBrk="1" fontAlgn="base" hangingPunct="1">
        <a:spcBef>
          <a:spcPct val="20000"/>
        </a:spcBef>
        <a:spcAft>
          <a:spcPct val="0"/>
        </a:spcAft>
        <a:buFont typeface="Arial" charset="0"/>
        <a:buChar char="–"/>
        <a:defRPr sz="28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tags" Target="../tags/tag2.xml"/><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4.emf"/><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slideLayout" Target="../slideLayouts/slideLayout6.xml"/><Relationship Id="rId7" Type="http://schemas.openxmlformats.org/officeDocument/2006/relationships/diagramLayout" Target="../diagrams/layout1.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diagramData" Target="../diagrams/data1.xml"/><Relationship Id="rId5" Type="http://schemas.openxmlformats.org/officeDocument/2006/relationships/image" Target="../media/image4.emf"/><Relationship Id="rId10" Type="http://schemas.microsoft.com/office/2007/relationships/diagramDrawing" Target="../diagrams/drawing1.xml"/><Relationship Id="rId4" Type="http://schemas.openxmlformats.org/officeDocument/2006/relationships/oleObject" Target="../embeddings/oleObject3.bin"/><Relationship Id="rId9" Type="http://schemas.openxmlformats.org/officeDocument/2006/relationships/diagramColors" Target="../diagrams/colors1.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slideLayout" Target="../slideLayouts/slideLayout6.xml"/><Relationship Id="rId7" Type="http://schemas.openxmlformats.org/officeDocument/2006/relationships/diagramData" Target="../diagrams/data2.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4.emf"/><Relationship Id="rId11" Type="http://schemas.microsoft.com/office/2007/relationships/diagramDrawing" Target="../diagrams/drawing2.xml"/><Relationship Id="rId5" Type="http://schemas.openxmlformats.org/officeDocument/2006/relationships/oleObject" Target="../embeddings/oleObject4.bin"/><Relationship Id="rId10" Type="http://schemas.openxmlformats.org/officeDocument/2006/relationships/diagramColors" Target="../diagrams/colors2.xml"/><Relationship Id="rId4" Type="http://schemas.openxmlformats.org/officeDocument/2006/relationships/notesSlide" Target="../notesSlides/notesSlide2.xml"/><Relationship Id="rId9"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8" Type="http://schemas.openxmlformats.org/officeDocument/2006/relationships/diagramQuickStyle" Target="../diagrams/quickStyle3.xml"/><Relationship Id="rId3" Type="http://schemas.openxmlformats.org/officeDocument/2006/relationships/slideLayout" Target="../slideLayouts/slideLayout6.xml"/><Relationship Id="rId7" Type="http://schemas.openxmlformats.org/officeDocument/2006/relationships/diagramLayout" Target="../diagrams/layout3.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diagramData" Target="../diagrams/data3.xml"/><Relationship Id="rId5" Type="http://schemas.openxmlformats.org/officeDocument/2006/relationships/image" Target="../media/image4.emf"/><Relationship Id="rId10" Type="http://schemas.microsoft.com/office/2007/relationships/diagramDrawing" Target="../diagrams/drawing3.xml"/><Relationship Id="rId4" Type="http://schemas.openxmlformats.org/officeDocument/2006/relationships/oleObject" Target="../embeddings/oleObject5.bin"/><Relationship Id="rId9" Type="http://schemas.openxmlformats.org/officeDocument/2006/relationships/diagramColors" Target="../diagrams/colors3.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4.emf"/><Relationship Id="rId4" Type="http://schemas.openxmlformats.org/officeDocument/2006/relationships/oleObject" Target="../embeddings/oleObject6.bin"/></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7.bin"/></Relationships>
</file>

<file path=ppt/slides/_rels/slide12.xml.rels><?xml version="1.0" encoding="UTF-8" standalone="yes"?>
<Relationships xmlns="http://schemas.openxmlformats.org/package/2006/relationships"><Relationship Id="rId8" Type="http://schemas.openxmlformats.org/officeDocument/2006/relationships/diagramQuickStyle" Target="../diagrams/quickStyle4.xml"/><Relationship Id="rId3" Type="http://schemas.openxmlformats.org/officeDocument/2006/relationships/slideLayout" Target="../slideLayouts/slideLayout6.xml"/><Relationship Id="rId7" Type="http://schemas.openxmlformats.org/officeDocument/2006/relationships/diagramLayout" Target="../diagrams/layout4.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diagramData" Target="../diagrams/data4.xml"/><Relationship Id="rId5" Type="http://schemas.openxmlformats.org/officeDocument/2006/relationships/image" Target="../media/image4.emf"/><Relationship Id="rId10" Type="http://schemas.microsoft.com/office/2007/relationships/diagramDrawing" Target="../diagrams/drawing4.xml"/><Relationship Id="rId4" Type="http://schemas.openxmlformats.org/officeDocument/2006/relationships/oleObject" Target="../embeddings/oleObject8.bin"/><Relationship Id="rId9" Type="http://schemas.openxmlformats.org/officeDocument/2006/relationships/diagramColors" Target="../diagrams/colors4.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4.emf"/><Relationship Id="rId4" Type="http://schemas.openxmlformats.org/officeDocument/2006/relationships/oleObject" Target="../embeddings/oleObject9.bin"/></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7.pn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6.png"/><Relationship Id="rId5" Type="http://schemas.openxmlformats.org/officeDocument/2006/relationships/image" Target="../media/image4.emf"/><Relationship Id="rId4" Type="http://schemas.openxmlformats.org/officeDocument/2006/relationships/oleObject" Target="../embeddings/oleObject10.bin"/></Relationships>
</file>

<file path=ppt/slides/_rels/slide15.xml.rels><?xml version="1.0" encoding="UTF-8" standalone="yes"?>
<Relationships xmlns="http://schemas.openxmlformats.org/package/2006/relationships"><Relationship Id="rId8" Type="http://schemas.openxmlformats.org/officeDocument/2006/relationships/diagramQuickStyle" Target="../diagrams/quickStyle5.xml"/><Relationship Id="rId3" Type="http://schemas.openxmlformats.org/officeDocument/2006/relationships/slideLayout" Target="../slideLayouts/slideLayout6.xml"/><Relationship Id="rId7" Type="http://schemas.openxmlformats.org/officeDocument/2006/relationships/diagramLayout" Target="../diagrams/layout5.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diagramData" Target="../diagrams/data5.xml"/><Relationship Id="rId5" Type="http://schemas.openxmlformats.org/officeDocument/2006/relationships/image" Target="../media/image4.emf"/><Relationship Id="rId10" Type="http://schemas.microsoft.com/office/2007/relationships/diagramDrawing" Target="../diagrams/drawing5.xml"/><Relationship Id="rId4" Type="http://schemas.openxmlformats.org/officeDocument/2006/relationships/oleObject" Target="../embeddings/oleObject11.bin"/><Relationship Id="rId9" Type="http://schemas.openxmlformats.org/officeDocument/2006/relationships/diagramColors" Target="../diagrams/colors5.xml"/></Relationships>
</file>

<file path=ppt/slides/_rels/slide16.xml.rels><?xml version="1.0" encoding="UTF-8" standalone="yes"?>
<Relationships xmlns="http://schemas.openxmlformats.org/package/2006/relationships"><Relationship Id="rId8" Type="http://schemas.openxmlformats.org/officeDocument/2006/relationships/hyperlink" Target="http://jserc.org/pdf/regulations/Thermal%20Generation-MYT%20Formats.xls" TargetMode="External"/><Relationship Id="rId3" Type="http://schemas.openxmlformats.org/officeDocument/2006/relationships/slideLayout" Target="../slideLayouts/slideLayout6.xml"/><Relationship Id="rId7" Type="http://schemas.openxmlformats.org/officeDocument/2006/relationships/image" Target="../media/image8.emf"/><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oleObject" Target="../embeddings/oleObject13.bin"/><Relationship Id="rId5" Type="http://schemas.openxmlformats.org/officeDocument/2006/relationships/image" Target="../media/image4.emf"/><Relationship Id="rId4" Type="http://schemas.openxmlformats.org/officeDocument/2006/relationships/oleObject" Target="../embeddings/oleObject12.bin"/></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10.pn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9.png"/><Relationship Id="rId5" Type="http://schemas.openxmlformats.org/officeDocument/2006/relationships/image" Target="../media/image4.emf"/><Relationship Id="rId4" Type="http://schemas.openxmlformats.org/officeDocument/2006/relationships/oleObject" Target="../embeddings/oleObject14.bin"/></Relationships>
</file>

<file path=ppt/slides/_rels/slide18.xml.rels><?xml version="1.0" encoding="UTF-8" standalone="yes"?>
<Relationships xmlns="http://schemas.openxmlformats.org/package/2006/relationships"><Relationship Id="rId8" Type="http://schemas.openxmlformats.org/officeDocument/2006/relationships/diagramQuickStyle" Target="../diagrams/quickStyle6.xml"/><Relationship Id="rId3" Type="http://schemas.openxmlformats.org/officeDocument/2006/relationships/slideLayout" Target="../slideLayouts/slideLayout6.xml"/><Relationship Id="rId7" Type="http://schemas.openxmlformats.org/officeDocument/2006/relationships/diagramLayout" Target="../diagrams/layout6.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diagramData" Target="../diagrams/data6.xml"/><Relationship Id="rId5" Type="http://schemas.openxmlformats.org/officeDocument/2006/relationships/image" Target="../media/image4.emf"/><Relationship Id="rId10" Type="http://schemas.microsoft.com/office/2007/relationships/diagramDrawing" Target="../diagrams/drawing6.xml"/><Relationship Id="rId4" Type="http://schemas.openxmlformats.org/officeDocument/2006/relationships/oleObject" Target="../embeddings/oleObject15.bin"/><Relationship Id="rId9" Type="http://schemas.openxmlformats.org/officeDocument/2006/relationships/diagramColors" Target="../diagrams/colors6.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30.xml"/><Relationship Id="rId1" Type="http://schemas.openxmlformats.org/officeDocument/2006/relationships/tags" Target="../tags/tag29.xml"/><Relationship Id="rId5" Type="http://schemas.openxmlformats.org/officeDocument/2006/relationships/image" Target="../media/image4.emf"/><Relationship Id="rId4" Type="http://schemas.openxmlformats.org/officeDocument/2006/relationships/oleObject" Target="../embeddings/oleObject16.bin"/></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4.emf"/><Relationship Id="rId5" Type="http://schemas.openxmlformats.org/officeDocument/2006/relationships/oleObject" Target="../embeddings/oleObject17.bin"/><Relationship Id="rId4" Type="http://schemas.openxmlformats.org/officeDocument/2006/relationships/notesSlide" Target="../notesSlides/notesSlide3.xml"/></Relationships>
</file>

<file path=ppt/slides/_rels/slide21.xml.rels><?xml version="1.0" encoding="UTF-8" standalone="yes"?>
<Relationships xmlns="http://schemas.openxmlformats.org/package/2006/relationships"><Relationship Id="rId8" Type="http://schemas.openxmlformats.org/officeDocument/2006/relationships/diagramLayout" Target="../diagrams/layout7.xml"/><Relationship Id="rId3" Type="http://schemas.openxmlformats.org/officeDocument/2006/relationships/slideLayout" Target="../slideLayouts/slideLayout6.xml"/><Relationship Id="rId7" Type="http://schemas.openxmlformats.org/officeDocument/2006/relationships/diagramData" Target="../diagrams/data7.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4.emf"/><Relationship Id="rId11" Type="http://schemas.microsoft.com/office/2007/relationships/diagramDrawing" Target="../diagrams/drawing7.xml"/><Relationship Id="rId5" Type="http://schemas.openxmlformats.org/officeDocument/2006/relationships/oleObject" Target="../embeddings/oleObject18.bin"/><Relationship Id="rId10" Type="http://schemas.openxmlformats.org/officeDocument/2006/relationships/diagramColors" Target="../diagrams/colors7.xml"/><Relationship Id="rId4" Type="http://schemas.openxmlformats.org/officeDocument/2006/relationships/notesSlide" Target="../notesSlides/notesSlide4.xml"/><Relationship Id="rId9" Type="http://schemas.openxmlformats.org/officeDocument/2006/relationships/diagramQuickStyle" Target="../diagrams/quickStyle7.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4.emf"/><Relationship Id="rId5" Type="http://schemas.openxmlformats.org/officeDocument/2006/relationships/oleObject" Target="../embeddings/oleObject19.bin"/><Relationship Id="rId4" Type="http://schemas.openxmlformats.org/officeDocument/2006/relationships/notesSlide" Target="../notesSlides/notesSlide5.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image" Target="../media/image4.emf"/><Relationship Id="rId4" Type="http://schemas.openxmlformats.org/officeDocument/2006/relationships/oleObject" Target="../embeddings/oleObject20.bin"/></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image" Target="../media/image4.emf"/><Relationship Id="rId4" Type="http://schemas.openxmlformats.org/officeDocument/2006/relationships/oleObject" Target="../embeddings/oleObject21.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447" y="1695280"/>
            <a:ext cx="9144000" cy="892552"/>
          </a:xfrm>
          <a:prstGeom prst="rect">
            <a:avLst/>
          </a:prstGeom>
        </p:spPr>
        <p:txBody>
          <a:bodyPr wrap="square">
            <a:spAutoFit/>
          </a:bodyPr>
          <a:lstStyle/>
          <a:p>
            <a:pPr marL="403225" marR="914400">
              <a:spcBef>
                <a:spcPts val="0"/>
              </a:spcBef>
              <a:spcAft>
                <a:spcPts val="0"/>
              </a:spcAft>
            </a:pPr>
            <a:r>
              <a:rPr lang="en-US" sz="2600" b="1" dirty="0">
                <a:solidFill>
                  <a:srgbClr val="FFFFFF"/>
                </a:solidFill>
                <a:latin typeface="Arial" panose="020B0604020202020204" pitchFamily="34" charset="0"/>
                <a:ea typeface="Times New Roman" panose="02020603050405020304" pitchFamily="18" charset="0"/>
                <a:cs typeface="Arial" panose="020B0604020202020204" pitchFamily="34" charset="0"/>
              </a:rPr>
              <a:t>USAID-Funded Nepal Hydropower Development Project (NHDP)</a:t>
            </a:r>
          </a:p>
        </p:txBody>
      </p:sp>
      <p:sp>
        <p:nvSpPr>
          <p:cNvPr id="3" name="Rectangle 2"/>
          <p:cNvSpPr/>
          <p:nvPr/>
        </p:nvSpPr>
        <p:spPr>
          <a:xfrm>
            <a:off x="58271" y="5715000"/>
            <a:ext cx="9067800" cy="846386"/>
          </a:xfrm>
          <a:prstGeom prst="rect">
            <a:avLst/>
          </a:prstGeom>
        </p:spPr>
        <p:txBody>
          <a:bodyPr wrap="square">
            <a:spAutoFit/>
          </a:bodyPr>
          <a:lstStyle/>
          <a:p>
            <a:pPr marL="282575" marR="914400">
              <a:spcBef>
                <a:spcPts val="0"/>
              </a:spcBef>
              <a:spcAft>
                <a:spcPts val="600"/>
              </a:spcAft>
            </a:pPr>
            <a:r>
              <a:rPr lang="en-US" sz="1100" dirty="0">
                <a:solidFill>
                  <a:schemeClr val="bg1"/>
                </a:solidFill>
                <a:latin typeface="Arial" panose="020B0604020202020204" pitchFamily="34" charset="0"/>
                <a:ea typeface="Times New Roman" panose="02020603050405020304" pitchFamily="18" charset="0"/>
                <a:cs typeface="Arial" panose="020B0604020202020204" pitchFamily="34" charset="0"/>
              </a:rPr>
              <a:t>31 January 2019</a:t>
            </a:r>
          </a:p>
          <a:p>
            <a:pPr marL="282575" marR="914400" algn="just">
              <a:spcBef>
                <a:spcPts val="0"/>
              </a:spcBef>
              <a:spcAft>
                <a:spcPts val="600"/>
              </a:spcAft>
            </a:pPr>
            <a:r>
              <a:rPr lang="en-US" sz="1100" dirty="0">
                <a:solidFill>
                  <a:srgbClr val="FFFFFF"/>
                </a:solidFill>
                <a:latin typeface="Arial" panose="020B0604020202020204" pitchFamily="34" charset="0"/>
                <a:ea typeface="Times New Roman" panose="02020603050405020304" pitchFamily="18" charset="0"/>
                <a:cs typeface="Arial" panose="020B0604020202020204" pitchFamily="34" charset="0"/>
              </a:rPr>
              <a:t>This document was prepared for the United States Agency for International Development Nepal (USAID/Nepal) by Deloitte Consulting LLP on Contract No. AID-367-TO-15-00003. The contents are not the responsibility of USAID, and do not necessarily reflect the views of the United States Government.	</a:t>
            </a:r>
          </a:p>
        </p:txBody>
      </p:sp>
      <p:sp>
        <p:nvSpPr>
          <p:cNvPr id="5" name="Rectangle 4"/>
          <p:cNvSpPr/>
          <p:nvPr/>
        </p:nvSpPr>
        <p:spPr>
          <a:xfrm>
            <a:off x="-13447" y="2948226"/>
            <a:ext cx="9157447" cy="861774"/>
          </a:xfrm>
          <a:prstGeom prst="rect">
            <a:avLst/>
          </a:prstGeom>
        </p:spPr>
        <p:txBody>
          <a:bodyPr wrap="square">
            <a:spAutoFit/>
          </a:bodyPr>
          <a:lstStyle/>
          <a:p>
            <a:pPr marL="403225" marR="914400"/>
            <a:r>
              <a:rPr lang="en-US" sz="2600" b="1" dirty="0">
                <a:solidFill>
                  <a:srgbClr val="FFFFFF"/>
                </a:solidFill>
                <a:latin typeface="Arial" panose="020B0604020202020204" pitchFamily="34" charset="0"/>
                <a:ea typeface="Times New Roman" panose="02020603050405020304" pitchFamily="18" charset="0"/>
                <a:cs typeface="Arial" panose="020B0604020202020204" pitchFamily="34" charset="0"/>
              </a:rPr>
              <a:t>REGULATORY COMPLIANCE</a:t>
            </a:r>
          </a:p>
          <a:p>
            <a:pPr marL="403225" marR="914400">
              <a:spcBef>
                <a:spcPts val="1200"/>
              </a:spcBef>
            </a:pPr>
            <a:r>
              <a:rPr lang="en-US" sz="1400" b="1" dirty="0">
                <a:solidFill>
                  <a:srgbClr val="FFFFFF"/>
                </a:solidFill>
                <a:latin typeface="Arial" panose="020B0604020202020204" pitchFamily="34" charset="0"/>
                <a:ea typeface="Times New Roman" panose="02020603050405020304" pitchFamily="18" charset="0"/>
                <a:cs typeface="Arial" panose="020B0604020202020204" pitchFamily="34" charset="0"/>
              </a:rPr>
              <a:t>Training session for NEA, on preparing for regulatory oversight : Module 02 | Session 03</a:t>
            </a:r>
          </a:p>
        </p:txBody>
      </p:sp>
      <p:sp>
        <p:nvSpPr>
          <p:cNvPr id="6" name="Rectangle 5"/>
          <p:cNvSpPr/>
          <p:nvPr/>
        </p:nvSpPr>
        <p:spPr>
          <a:xfrm>
            <a:off x="4800600" y="4269240"/>
            <a:ext cx="2514600" cy="830997"/>
          </a:xfrm>
          <a:prstGeom prst="rect">
            <a:avLst/>
          </a:prstGeom>
        </p:spPr>
        <p:txBody>
          <a:bodyPr wrap="square">
            <a:spAutoFit/>
          </a:bodyPr>
          <a:lstStyle/>
          <a:p>
            <a:pPr marR="914400">
              <a:lnSpc>
                <a:spcPct val="150000"/>
              </a:lnSpc>
              <a:spcBef>
                <a:spcPts val="0"/>
              </a:spcBef>
              <a:spcAft>
                <a:spcPts val="0"/>
              </a:spcAft>
            </a:pPr>
            <a:r>
              <a:rPr lang="en-US" sz="1600" b="1" dirty="0">
                <a:solidFill>
                  <a:srgbClr val="FFFFFF"/>
                </a:solidFill>
                <a:latin typeface="Arial" panose="020B0604020202020204" pitchFamily="34" charset="0"/>
                <a:ea typeface="Times New Roman" panose="02020603050405020304" pitchFamily="18" charset="0"/>
                <a:cs typeface="Arial" panose="020B0604020202020204" pitchFamily="34" charset="0"/>
              </a:rPr>
              <a:t>Rob Taylor</a:t>
            </a:r>
          </a:p>
          <a:p>
            <a:pPr marR="914400">
              <a:lnSpc>
                <a:spcPct val="150000"/>
              </a:lnSpc>
              <a:spcBef>
                <a:spcPts val="0"/>
              </a:spcBef>
              <a:spcAft>
                <a:spcPts val="0"/>
              </a:spcAft>
            </a:pPr>
            <a:r>
              <a:rPr lang="en-US" sz="1600" b="1" dirty="0">
                <a:solidFill>
                  <a:srgbClr val="FFFFFF"/>
                </a:solidFill>
                <a:latin typeface="Arial" panose="020B0604020202020204" pitchFamily="34" charset="0"/>
                <a:ea typeface="Times New Roman" panose="02020603050405020304" pitchFamily="18" charset="0"/>
                <a:cs typeface="Arial" panose="020B0604020202020204" pitchFamily="34" charset="0"/>
              </a:rPr>
              <a:t>Chief of Party</a:t>
            </a:r>
          </a:p>
        </p:txBody>
      </p:sp>
      <p:sp>
        <p:nvSpPr>
          <p:cNvPr id="7" name="Rectangle 6"/>
          <p:cNvSpPr/>
          <p:nvPr/>
        </p:nvSpPr>
        <p:spPr>
          <a:xfrm>
            <a:off x="6934200" y="4229604"/>
            <a:ext cx="3106271" cy="830997"/>
          </a:xfrm>
          <a:prstGeom prst="rect">
            <a:avLst/>
          </a:prstGeom>
        </p:spPr>
        <p:txBody>
          <a:bodyPr wrap="square">
            <a:spAutoFit/>
          </a:bodyPr>
          <a:lstStyle/>
          <a:p>
            <a:pPr marR="914400">
              <a:lnSpc>
                <a:spcPct val="150000"/>
              </a:lnSpc>
            </a:pPr>
            <a:r>
              <a:rPr lang="en-US" sz="1600" b="1" dirty="0">
                <a:solidFill>
                  <a:srgbClr val="FFFFFF"/>
                </a:solidFill>
                <a:latin typeface="Arial" panose="020B0604020202020204" pitchFamily="34" charset="0"/>
                <a:ea typeface="Times New Roman" panose="02020603050405020304" pitchFamily="18" charset="0"/>
                <a:cs typeface="Arial" panose="020B0604020202020204" pitchFamily="34" charset="0"/>
              </a:rPr>
              <a:t>Siddharth Mani</a:t>
            </a:r>
          </a:p>
          <a:p>
            <a:pPr marR="914400">
              <a:lnSpc>
                <a:spcPct val="150000"/>
              </a:lnSpc>
            </a:pPr>
            <a:r>
              <a:rPr lang="en-US" sz="1600" b="1" dirty="0">
                <a:solidFill>
                  <a:srgbClr val="FFFFFF"/>
                </a:solidFill>
                <a:latin typeface="Arial" panose="020B0604020202020204" pitchFamily="34" charset="0"/>
                <a:ea typeface="Times New Roman" panose="02020603050405020304" pitchFamily="18" charset="0"/>
                <a:cs typeface="Arial" panose="020B0604020202020204" pitchFamily="34" charset="0"/>
              </a:rPr>
              <a:t>Regulatory Advisor</a:t>
            </a:r>
          </a:p>
        </p:txBody>
      </p:sp>
    </p:spTree>
    <p:extLst>
      <p:ext uri="{BB962C8B-B14F-4D97-AF65-F5344CB8AC3E}">
        <p14:creationId xmlns:p14="http://schemas.microsoft.com/office/powerpoint/2010/main" val="42669184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1376"/>
            <a:ext cx="8686800" cy="533400"/>
          </a:xfrm>
        </p:spPr>
        <p:txBody>
          <a:bodyPr/>
          <a:lstStyle/>
          <a:p>
            <a:r>
              <a:rPr lang="en-US" dirty="0">
                <a:latin typeface="Arial" panose="020B0604020202020204" pitchFamily="34" charset="0"/>
                <a:cs typeface="Arial" panose="020B0604020202020204" pitchFamily="34" charset="0"/>
              </a:rPr>
              <a:t>Training Objectives</a:t>
            </a:r>
          </a:p>
        </p:txBody>
      </p:sp>
      <p:sp>
        <p:nvSpPr>
          <p:cNvPr id="3" name="Content Placeholder 2"/>
          <p:cNvSpPr>
            <a:spLocks noGrp="1"/>
          </p:cNvSpPr>
          <p:nvPr>
            <p:ph idx="1"/>
          </p:nvPr>
        </p:nvSpPr>
        <p:spPr/>
        <p:txBody>
          <a:bodyPr/>
          <a:lstStyle/>
          <a:p>
            <a:pPr marL="0" indent="0">
              <a:buNone/>
            </a:pPr>
            <a:r>
              <a:rPr lang="en-US" sz="2000" dirty="0">
                <a:solidFill>
                  <a:srgbClr val="000000"/>
                </a:solidFill>
              </a:rPr>
              <a:t>By the end of this session, participants should understand:</a:t>
            </a:r>
          </a:p>
          <a:p>
            <a:endParaRPr lang="en-US" sz="2000" b="0" dirty="0"/>
          </a:p>
          <a:p>
            <a:pPr>
              <a:lnSpc>
                <a:spcPct val="200000"/>
              </a:lnSpc>
            </a:pPr>
            <a:r>
              <a:rPr lang="en-US" sz="2000" b="0" dirty="0"/>
              <a:t>Regulatory Compliance Objectives</a:t>
            </a:r>
          </a:p>
          <a:p>
            <a:pPr>
              <a:lnSpc>
                <a:spcPct val="200000"/>
              </a:lnSpc>
            </a:pPr>
            <a:r>
              <a:rPr lang="en-US" sz="2000" b="0" dirty="0"/>
              <a:t>Compliance Obligations of the Regulated Entity</a:t>
            </a:r>
          </a:p>
          <a:p>
            <a:pPr>
              <a:lnSpc>
                <a:spcPct val="200000"/>
              </a:lnSpc>
            </a:pPr>
            <a:r>
              <a:rPr lang="en-US" sz="2000" b="0" dirty="0"/>
              <a:t>The Risks of Non-Compliance</a:t>
            </a:r>
          </a:p>
          <a:p>
            <a:pPr>
              <a:lnSpc>
                <a:spcPct val="200000"/>
              </a:lnSpc>
            </a:pPr>
            <a:r>
              <a:rPr lang="en-US" sz="2000" b="0" dirty="0"/>
              <a:t>The Importance of Information Management</a:t>
            </a:r>
          </a:p>
          <a:p>
            <a:pPr>
              <a:lnSpc>
                <a:spcPct val="200000"/>
              </a:lnSpc>
            </a:pPr>
            <a:r>
              <a:rPr lang="en-US" sz="2000" b="0" dirty="0"/>
              <a:t>Capacity Building Requirements – Regulatory Team</a:t>
            </a:r>
          </a:p>
        </p:txBody>
      </p:sp>
    </p:spTree>
    <p:extLst>
      <p:ext uri="{BB962C8B-B14F-4D97-AF65-F5344CB8AC3E}">
        <p14:creationId xmlns:p14="http://schemas.microsoft.com/office/powerpoint/2010/main" val="1518794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Contents</a:t>
            </a:r>
          </a:p>
        </p:txBody>
      </p:sp>
      <p:sp>
        <p:nvSpPr>
          <p:cNvPr id="5" name="Content Placeholder 2"/>
          <p:cNvSpPr>
            <a:spLocks noGrp="1"/>
          </p:cNvSpPr>
          <p:nvPr>
            <p:ph idx="1"/>
          </p:nvPr>
        </p:nvSpPr>
        <p:spPr>
          <a:xfrm>
            <a:off x="228600" y="762000"/>
            <a:ext cx="8686800" cy="5334000"/>
          </a:xfrm>
        </p:spPr>
        <p:txBody>
          <a:bodyPr/>
          <a:lstStyle/>
          <a:p>
            <a:pPr>
              <a:spcBef>
                <a:spcPts val="1200"/>
              </a:spcBef>
              <a:spcAft>
                <a:spcPts val="600"/>
              </a:spcAft>
              <a:buClr>
                <a:schemeClr val="accent2"/>
              </a:buClr>
              <a:buFont typeface="Arial" panose="020B0604020202020204" pitchFamily="34" charset="0"/>
              <a:buChar char="►"/>
            </a:pPr>
            <a:r>
              <a:rPr lang="en-US" sz="2000" dirty="0">
                <a:solidFill>
                  <a:schemeClr val="accent2"/>
                </a:solidFill>
              </a:rPr>
              <a:t>Introduction</a:t>
            </a:r>
            <a:endParaRPr lang="en-US" sz="2000" b="0" dirty="0">
              <a:latin typeface="Arial "/>
            </a:endParaRPr>
          </a:p>
          <a:p>
            <a:pPr>
              <a:spcBef>
                <a:spcPts val="1200"/>
              </a:spcBef>
              <a:spcAft>
                <a:spcPts val="600"/>
              </a:spcAft>
              <a:buClr>
                <a:schemeClr val="accent2"/>
              </a:buClr>
              <a:buFont typeface="Arial" panose="020B0604020202020204" pitchFamily="34" charset="0"/>
              <a:buChar char="►"/>
            </a:pPr>
            <a:r>
              <a:rPr lang="en-US" sz="2000" dirty="0">
                <a:solidFill>
                  <a:schemeClr val="accent2"/>
                </a:solidFill>
              </a:rPr>
              <a:t>The Regulatory Compliance Framework</a:t>
            </a:r>
          </a:p>
          <a:p>
            <a:pPr lvl="1">
              <a:spcBef>
                <a:spcPts val="300"/>
              </a:spcBef>
              <a:spcAft>
                <a:spcPts val="300"/>
              </a:spcAft>
              <a:buClr>
                <a:schemeClr val="accent1"/>
              </a:buClr>
            </a:pPr>
            <a:r>
              <a:rPr lang="en-US" sz="2000" dirty="0"/>
              <a:t>Setting the Compliance Objectives</a:t>
            </a:r>
          </a:p>
          <a:p>
            <a:pPr lvl="1">
              <a:spcBef>
                <a:spcPts val="300"/>
              </a:spcBef>
              <a:spcAft>
                <a:spcPts val="300"/>
              </a:spcAft>
              <a:buClr>
                <a:schemeClr val="accent1"/>
              </a:buClr>
            </a:pPr>
            <a:r>
              <a:rPr lang="en-US" sz="2000" dirty="0"/>
              <a:t>Identifying Compliance Obligations</a:t>
            </a:r>
          </a:p>
          <a:p>
            <a:pPr lvl="1">
              <a:spcBef>
                <a:spcPts val="300"/>
              </a:spcBef>
              <a:spcAft>
                <a:spcPts val="300"/>
              </a:spcAft>
              <a:buClr>
                <a:schemeClr val="accent1"/>
              </a:buClr>
            </a:pPr>
            <a:r>
              <a:rPr lang="en-US" sz="2000" dirty="0"/>
              <a:t>Assessing the Risks of Non-Compliance</a:t>
            </a:r>
          </a:p>
          <a:p>
            <a:pPr lvl="1">
              <a:spcBef>
                <a:spcPts val="300"/>
              </a:spcBef>
              <a:spcAft>
                <a:spcPts val="300"/>
              </a:spcAft>
              <a:buClr>
                <a:schemeClr val="accent1"/>
              </a:buClr>
            </a:pPr>
            <a:r>
              <a:rPr lang="en-US" sz="2000" dirty="0"/>
              <a:t>Performing Control Activities</a:t>
            </a:r>
          </a:p>
          <a:p>
            <a:pPr lvl="1">
              <a:spcBef>
                <a:spcPts val="300"/>
              </a:spcBef>
              <a:spcAft>
                <a:spcPts val="300"/>
              </a:spcAft>
              <a:buClr>
                <a:schemeClr val="accent1"/>
              </a:buClr>
            </a:pPr>
            <a:r>
              <a:rPr lang="en-US" sz="2000" dirty="0"/>
              <a:t>Monitoring &amp; Improvement</a:t>
            </a:r>
          </a:p>
          <a:p>
            <a:pPr marL="233363" lvl="1" indent="-233363">
              <a:spcBef>
                <a:spcPts val="1200"/>
              </a:spcBef>
              <a:spcAft>
                <a:spcPts val="600"/>
              </a:spcAft>
              <a:buClr>
                <a:schemeClr val="accent2"/>
              </a:buClr>
              <a:buFont typeface="Arial" panose="020B0604020202020204" pitchFamily="34" charset="0"/>
              <a:buChar char="►"/>
            </a:pPr>
            <a:r>
              <a:rPr lang="en-US" sz="2000" b="1" dirty="0">
                <a:solidFill>
                  <a:schemeClr val="accent2"/>
                </a:solidFill>
                <a:ea typeface="+mn-ea"/>
              </a:rPr>
              <a:t>Need for Regulatory Department within the Utility</a:t>
            </a:r>
          </a:p>
          <a:p>
            <a:pPr lvl="1">
              <a:spcBef>
                <a:spcPts val="300"/>
              </a:spcBef>
              <a:spcAft>
                <a:spcPts val="300"/>
              </a:spcAft>
              <a:buClr>
                <a:schemeClr val="accent1"/>
              </a:buClr>
            </a:pPr>
            <a:r>
              <a:rPr lang="en-US" sz="2000" dirty="0"/>
              <a:t>Why a Regulatory Department?</a:t>
            </a:r>
          </a:p>
          <a:p>
            <a:pPr lvl="1">
              <a:spcBef>
                <a:spcPts val="300"/>
              </a:spcBef>
              <a:spcAft>
                <a:spcPts val="300"/>
              </a:spcAft>
              <a:buClr>
                <a:schemeClr val="accent1"/>
              </a:buClr>
            </a:pPr>
            <a:r>
              <a:rPr lang="en-US" sz="2000" dirty="0"/>
              <a:t>Objectives for establishing a Regulatory Department</a:t>
            </a:r>
          </a:p>
          <a:p>
            <a:pPr lvl="1">
              <a:spcBef>
                <a:spcPts val="300"/>
              </a:spcBef>
              <a:spcAft>
                <a:spcPts val="300"/>
              </a:spcAft>
              <a:buClr>
                <a:schemeClr val="accent1"/>
              </a:buClr>
            </a:pPr>
            <a:r>
              <a:rPr lang="en-US" sz="2000" dirty="0"/>
              <a:t>Responsibilities of the Regulatory Department</a:t>
            </a:r>
          </a:p>
          <a:p>
            <a:pPr lvl="1">
              <a:spcBef>
                <a:spcPts val="300"/>
              </a:spcBef>
              <a:spcAft>
                <a:spcPts val="300"/>
              </a:spcAft>
              <a:buClr>
                <a:schemeClr val="accent1"/>
              </a:buClr>
            </a:pPr>
            <a:r>
              <a:rPr lang="en-US" sz="2000" dirty="0"/>
              <a:t>Skills and Function Requirements</a:t>
            </a:r>
          </a:p>
          <a:p>
            <a:pPr>
              <a:spcBef>
                <a:spcPts val="1200"/>
              </a:spcBef>
              <a:spcAft>
                <a:spcPts val="600"/>
              </a:spcAft>
              <a:buClr>
                <a:schemeClr val="accent2"/>
              </a:buClr>
              <a:buFont typeface="Arial" panose="020B0604020202020204" pitchFamily="34" charset="0"/>
              <a:buChar char="►"/>
            </a:pPr>
            <a:r>
              <a:rPr lang="en-US" sz="2000" dirty="0">
                <a:solidFill>
                  <a:schemeClr val="accent2"/>
                </a:solidFill>
              </a:rPr>
              <a:t>Case of WBSEDCL (India) </a:t>
            </a:r>
          </a:p>
          <a:p>
            <a:pPr lvl="1">
              <a:spcBef>
                <a:spcPts val="300"/>
              </a:spcBef>
              <a:spcAft>
                <a:spcPts val="300"/>
              </a:spcAft>
              <a:buClr>
                <a:schemeClr val="accent1"/>
              </a:buClr>
            </a:pPr>
            <a:r>
              <a:rPr lang="en-US" sz="2000" dirty="0"/>
              <a:t>Indicative Structure of the Regulatory Team </a:t>
            </a:r>
          </a:p>
        </p:txBody>
      </p:sp>
    </p:spTree>
    <p:extLst>
      <p:ext uri="{BB962C8B-B14F-4D97-AF65-F5344CB8AC3E}">
        <p14:creationId xmlns:p14="http://schemas.microsoft.com/office/powerpoint/2010/main" val="3734634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2819400"/>
            <a:ext cx="9144000" cy="400110"/>
          </a:xfrm>
        </p:spPr>
        <p:txBody>
          <a:bodyPr/>
          <a:lstStyle/>
          <a:p>
            <a:pPr algn="ctr"/>
            <a:r>
              <a:rPr lang="en-US" sz="2600" b="1" dirty="0">
                <a:latin typeface="Arial "/>
              </a:rPr>
              <a:t>Introduction</a:t>
            </a:r>
            <a:endParaRPr lang="en-US" sz="2600" b="1" dirty="0"/>
          </a:p>
        </p:txBody>
      </p:sp>
    </p:spTree>
    <p:extLst>
      <p:ext uri="{BB962C8B-B14F-4D97-AF65-F5344CB8AC3E}">
        <p14:creationId xmlns:p14="http://schemas.microsoft.com/office/powerpoint/2010/main" val="3931316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extLst>
              <p:ext uri="{D42A27DB-BD31-4B8C-83A1-F6EECF244321}">
                <p14:modId xmlns:p14="http://schemas.microsoft.com/office/powerpoint/2010/main" val="23890629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0" y="31376"/>
            <a:ext cx="8686800" cy="533400"/>
          </a:xfrm>
        </p:spPr>
        <p:txBody>
          <a:bodyPr/>
          <a:lstStyle/>
          <a:p>
            <a:r>
              <a:rPr lang="en-US" dirty="0">
                <a:latin typeface="Arial" panose="020B0604020202020204" pitchFamily="34" charset="0"/>
                <a:cs typeface="Arial" panose="020B0604020202020204" pitchFamily="34" charset="0"/>
              </a:rPr>
              <a:t>Introduction</a:t>
            </a:r>
          </a:p>
        </p:txBody>
      </p:sp>
      <p:sp>
        <p:nvSpPr>
          <p:cNvPr id="3" name="Content Placeholder 2"/>
          <p:cNvSpPr>
            <a:spLocks noGrp="1"/>
          </p:cNvSpPr>
          <p:nvPr>
            <p:ph idx="1"/>
          </p:nvPr>
        </p:nvSpPr>
        <p:spPr>
          <a:xfrm>
            <a:off x="76200" y="838200"/>
            <a:ext cx="8915400" cy="5105400"/>
          </a:xfrm>
        </p:spPr>
        <p:txBody>
          <a:bodyPr/>
          <a:lstStyle/>
          <a:p>
            <a:pPr>
              <a:lnSpc>
                <a:spcPct val="120000"/>
              </a:lnSpc>
              <a:spcBef>
                <a:spcPts val="800"/>
              </a:spcBef>
              <a:spcAft>
                <a:spcPts val="600"/>
              </a:spcAft>
            </a:pPr>
            <a:r>
              <a:rPr lang="en-US" sz="2000" b="0" dirty="0">
                <a:latin typeface="Arial "/>
              </a:rPr>
              <a:t>Throughout the world, a better understanding of Utility Risks brings new efforts to </a:t>
            </a:r>
            <a:r>
              <a:rPr lang="en-US" sz="2000" dirty="0">
                <a:solidFill>
                  <a:schemeClr val="accent2"/>
                </a:solidFill>
                <a:latin typeface="Arial "/>
              </a:rPr>
              <a:t>Standardize Compliance Obligations </a:t>
            </a:r>
            <a:r>
              <a:rPr lang="en-US" sz="2000" b="0" dirty="0">
                <a:latin typeface="Arial "/>
              </a:rPr>
              <a:t>of regulated entities. This is a good indication that regulatory activity is getting ready to pick up. </a:t>
            </a:r>
          </a:p>
          <a:p>
            <a:pPr>
              <a:lnSpc>
                <a:spcPct val="120000"/>
              </a:lnSpc>
              <a:spcBef>
                <a:spcPts val="800"/>
              </a:spcBef>
              <a:spcAft>
                <a:spcPts val="600"/>
              </a:spcAft>
            </a:pPr>
            <a:r>
              <a:rPr lang="en-US" sz="2000" b="0" dirty="0">
                <a:latin typeface="Arial "/>
              </a:rPr>
              <a:t>Today, most utilities under regulation are </a:t>
            </a:r>
            <a:r>
              <a:rPr lang="en-US" sz="2000" dirty="0">
                <a:solidFill>
                  <a:schemeClr val="accent2"/>
                </a:solidFill>
                <a:latin typeface="Arial "/>
              </a:rPr>
              <a:t>required to retrieve, compile and integrate data</a:t>
            </a:r>
            <a:r>
              <a:rPr lang="en-US" sz="2000" b="0" dirty="0">
                <a:latin typeface="Arial "/>
              </a:rPr>
              <a:t> from multiple sources with accurate, up-to-date information on the status of their business and day-to-day operations.</a:t>
            </a:r>
          </a:p>
          <a:p>
            <a:pPr>
              <a:lnSpc>
                <a:spcPct val="120000"/>
              </a:lnSpc>
              <a:spcBef>
                <a:spcPts val="800"/>
              </a:spcBef>
              <a:spcAft>
                <a:spcPts val="600"/>
              </a:spcAft>
            </a:pPr>
            <a:r>
              <a:rPr lang="en-US" sz="2000" b="0" dirty="0">
                <a:latin typeface="Arial "/>
              </a:rPr>
              <a:t>Regulated suppliers will have to be prepared to rapidly adapt to operate even more effectively in an environment of </a:t>
            </a:r>
            <a:r>
              <a:rPr lang="en-US" sz="2000" dirty="0">
                <a:solidFill>
                  <a:schemeClr val="accent2"/>
                </a:solidFill>
                <a:latin typeface="Arial "/>
              </a:rPr>
              <a:t>increased regulation and regulatory scrutiny</a:t>
            </a:r>
            <a:r>
              <a:rPr lang="en-US" sz="2000" b="0" dirty="0">
                <a:latin typeface="Arial "/>
              </a:rPr>
              <a:t>. </a:t>
            </a:r>
          </a:p>
          <a:p>
            <a:pPr>
              <a:lnSpc>
                <a:spcPct val="120000"/>
              </a:lnSpc>
              <a:spcBef>
                <a:spcPts val="800"/>
              </a:spcBef>
              <a:spcAft>
                <a:spcPts val="600"/>
              </a:spcAft>
            </a:pPr>
            <a:r>
              <a:rPr lang="en-US" sz="2000" b="0" dirty="0">
                <a:latin typeface="Arial "/>
              </a:rPr>
              <a:t>ERC is legally obligated to carry out compliance monitoring and to enforce mandatory reliability standards. In order to comply with ERC standards, utilities will need to establish a proactive </a:t>
            </a:r>
            <a:r>
              <a:rPr lang="en-US" sz="2000" dirty="0">
                <a:solidFill>
                  <a:schemeClr val="accent2"/>
                </a:solidFill>
                <a:latin typeface="Arial "/>
              </a:rPr>
              <a:t>compliance management process</a:t>
            </a:r>
            <a:r>
              <a:rPr lang="en-US" sz="2000" b="0" dirty="0">
                <a:latin typeface="Arial "/>
              </a:rPr>
              <a:t> and </a:t>
            </a:r>
            <a:r>
              <a:rPr lang="en-US" sz="2000" dirty="0">
                <a:solidFill>
                  <a:schemeClr val="accent2"/>
                </a:solidFill>
                <a:latin typeface="Arial "/>
              </a:rPr>
              <a:t>deploy required resources to manage compliance and handle </a:t>
            </a:r>
            <a:r>
              <a:rPr lang="en-US" sz="2000" b="0" dirty="0">
                <a:latin typeface="Arial "/>
              </a:rPr>
              <a:t>the Utility’s regulatory affairs. </a:t>
            </a:r>
          </a:p>
          <a:p>
            <a:pPr algn="just">
              <a:lnSpc>
                <a:spcPct val="120000"/>
              </a:lnSpc>
              <a:spcBef>
                <a:spcPts val="800"/>
              </a:spcBef>
              <a:spcAft>
                <a:spcPts val="600"/>
              </a:spcAft>
            </a:pPr>
            <a:endParaRPr lang="en-US" sz="1600" b="0" dirty="0"/>
          </a:p>
        </p:txBody>
      </p:sp>
    </p:spTree>
    <p:extLst>
      <p:ext uri="{BB962C8B-B14F-4D97-AF65-F5344CB8AC3E}">
        <p14:creationId xmlns:p14="http://schemas.microsoft.com/office/powerpoint/2010/main" val="48128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2880396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ct val="0"/>
              </a:spcBef>
              <a:spcAft>
                <a:spcPct val="0"/>
              </a:spcAft>
            </a:pPr>
            <a:endParaRPr lang="en-US" sz="2600" b="1" dirty="0">
              <a:latin typeface="Arial "/>
              <a:ea typeface="+mj-ea"/>
              <a:cs typeface="+mj-cs"/>
              <a:sym typeface="Arial "/>
            </a:endParaRPr>
          </a:p>
        </p:txBody>
      </p:sp>
      <p:sp>
        <p:nvSpPr>
          <p:cNvPr id="4" name="Title 3"/>
          <p:cNvSpPr>
            <a:spLocks noGrp="1"/>
          </p:cNvSpPr>
          <p:nvPr>
            <p:ph type="title"/>
          </p:nvPr>
        </p:nvSpPr>
        <p:spPr>
          <a:xfrm>
            <a:off x="0" y="2819400"/>
            <a:ext cx="9144000" cy="400110"/>
          </a:xfrm>
        </p:spPr>
        <p:txBody>
          <a:bodyPr/>
          <a:lstStyle/>
          <a:p>
            <a:pPr algn="ctr"/>
            <a:r>
              <a:rPr lang="en-US" sz="2600" b="1" dirty="0">
                <a:latin typeface="Arial "/>
              </a:rPr>
              <a:t>Regulatory Compliance Framework</a:t>
            </a:r>
            <a:endParaRPr lang="en-US" sz="2600" b="1" dirty="0"/>
          </a:p>
        </p:txBody>
      </p:sp>
    </p:spTree>
    <p:extLst>
      <p:ext uri="{BB962C8B-B14F-4D97-AF65-F5344CB8AC3E}">
        <p14:creationId xmlns:p14="http://schemas.microsoft.com/office/powerpoint/2010/main" val="1783234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extLst>
              <p:ext uri="{D42A27DB-BD31-4B8C-83A1-F6EECF244321}">
                <p14:modId xmlns:p14="http://schemas.microsoft.com/office/powerpoint/2010/main" val="15228839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ct val="0"/>
              </a:spcBef>
              <a:spcAft>
                <a:spcPct val="0"/>
              </a:spcAft>
            </a:pP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p:cNvSpPr>
            <a:spLocks noGrp="1"/>
          </p:cNvSpPr>
          <p:nvPr>
            <p:ph type="title"/>
          </p:nvPr>
        </p:nvSpPr>
        <p:spPr>
          <a:xfrm>
            <a:off x="0" y="31376"/>
            <a:ext cx="8686800" cy="533400"/>
          </a:xfrm>
        </p:spPr>
        <p:txBody>
          <a:bodyPr/>
          <a:lstStyle/>
          <a:p>
            <a:r>
              <a:rPr lang="en-US" dirty="0">
                <a:latin typeface="Arial" panose="020B0604020202020204" pitchFamily="34" charset="0"/>
                <a:cs typeface="Arial" panose="020B0604020202020204" pitchFamily="34" charset="0"/>
              </a:rPr>
              <a:t>Regulatory Compliance Framework</a:t>
            </a:r>
          </a:p>
        </p:txBody>
      </p:sp>
      <p:graphicFrame>
        <p:nvGraphicFramePr>
          <p:cNvPr id="7" name="Diagram 6"/>
          <p:cNvGraphicFramePr/>
          <p:nvPr>
            <p:extLst>
              <p:ext uri="{D42A27DB-BD31-4B8C-83A1-F6EECF244321}">
                <p14:modId xmlns:p14="http://schemas.microsoft.com/office/powerpoint/2010/main" val="3889675500"/>
              </p:ext>
            </p:extLst>
          </p:nvPr>
        </p:nvGraphicFramePr>
        <p:xfrm>
          <a:off x="-304800" y="1524000"/>
          <a:ext cx="5416446" cy="405983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9" name="Content Placeholder 2"/>
          <p:cNvSpPr>
            <a:spLocks noGrp="1"/>
          </p:cNvSpPr>
          <p:nvPr>
            <p:ph idx="1"/>
          </p:nvPr>
        </p:nvSpPr>
        <p:spPr>
          <a:xfrm>
            <a:off x="4953000" y="1219200"/>
            <a:ext cx="4038600" cy="4800600"/>
          </a:xfrm>
        </p:spPr>
        <p:txBody>
          <a:bodyPr/>
          <a:lstStyle/>
          <a:p>
            <a:pPr marL="342900" indent="-342900">
              <a:lnSpc>
                <a:spcPct val="120000"/>
              </a:lnSpc>
              <a:spcBef>
                <a:spcPts val="800"/>
              </a:spcBef>
              <a:spcAft>
                <a:spcPts val="600"/>
              </a:spcAft>
              <a:buFont typeface="+mj-lt"/>
              <a:buAutoNum type="arabicPeriod"/>
            </a:pPr>
            <a:r>
              <a:rPr lang="en-US" sz="1600" dirty="0">
                <a:solidFill>
                  <a:schemeClr val="accent2"/>
                </a:solidFill>
              </a:rPr>
              <a:t>Setting the Compliance Objectives</a:t>
            </a:r>
          </a:p>
          <a:p>
            <a:pPr marL="339725" lvl="1" indent="0">
              <a:lnSpc>
                <a:spcPct val="120000"/>
              </a:lnSpc>
              <a:spcBef>
                <a:spcPts val="800"/>
              </a:spcBef>
              <a:spcAft>
                <a:spcPts val="600"/>
              </a:spcAft>
              <a:buNone/>
            </a:pPr>
            <a:r>
              <a:rPr lang="en-US" sz="1400" b="1" i="1" dirty="0"/>
              <a:t>Defining appropriate compliance objectives</a:t>
            </a:r>
          </a:p>
          <a:p>
            <a:pPr marL="342900" indent="-342900">
              <a:lnSpc>
                <a:spcPct val="120000"/>
              </a:lnSpc>
              <a:spcBef>
                <a:spcPts val="800"/>
              </a:spcBef>
              <a:spcAft>
                <a:spcPts val="600"/>
              </a:spcAft>
              <a:buFont typeface="+mj-lt"/>
              <a:buAutoNum type="arabicPeriod"/>
            </a:pPr>
            <a:r>
              <a:rPr lang="en-US" sz="1600" dirty="0">
                <a:solidFill>
                  <a:schemeClr val="accent2"/>
                </a:solidFill>
              </a:rPr>
              <a:t>Identifying Compliance Obligations</a:t>
            </a:r>
          </a:p>
          <a:p>
            <a:pPr marL="339725" lvl="1" indent="0">
              <a:lnSpc>
                <a:spcPct val="120000"/>
              </a:lnSpc>
              <a:spcBef>
                <a:spcPts val="800"/>
              </a:spcBef>
              <a:spcAft>
                <a:spcPts val="600"/>
              </a:spcAft>
              <a:buNone/>
            </a:pPr>
            <a:r>
              <a:rPr lang="en-US" sz="1400" b="1" i="1" dirty="0"/>
              <a:t>Internal and external compliance events</a:t>
            </a:r>
          </a:p>
          <a:p>
            <a:pPr marL="342900" indent="-342900">
              <a:lnSpc>
                <a:spcPct val="120000"/>
              </a:lnSpc>
              <a:spcBef>
                <a:spcPts val="800"/>
              </a:spcBef>
              <a:spcAft>
                <a:spcPts val="600"/>
              </a:spcAft>
              <a:buFont typeface="+mj-lt"/>
              <a:buAutoNum type="arabicPeriod"/>
            </a:pPr>
            <a:r>
              <a:rPr lang="en-US" sz="1600" dirty="0">
                <a:solidFill>
                  <a:schemeClr val="accent2"/>
                </a:solidFill>
              </a:rPr>
              <a:t>Assessing Non-Compliance Risk</a:t>
            </a:r>
          </a:p>
          <a:p>
            <a:pPr marL="339725" lvl="1" indent="0">
              <a:lnSpc>
                <a:spcPct val="120000"/>
              </a:lnSpc>
              <a:spcBef>
                <a:spcPts val="800"/>
              </a:spcBef>
              <a:spcAft>
                <a:spcPts val="600"/>
              </a:spcAft>
              <a:buNone/>
            </a:pPr>
            <a:r>
              <a:rPr lang="en-US" sz="1400" b="1" i="1" dirty="0"/>
              <a:t>Inherent and residual risks</a:t>
            </a:r>
          </a:p>
          <a:p>
            <a:pPr marL="342900" indent="-342900">
              <a:lnSpc>
                <a:spcPct val="120000"/>
              </a:lnSpc>
              <a:spcBef>
                <a:spcPts val="800"/>
              </a:spcBef>
              <a:spcAft>
                <a:spcPts val="600"/>
              </a:spcAft>
              <a:buFont typeface="+mj-lt"/>
              <a:buAutoNum type="arabicPeriod"/>
            </a:pPr>
            <a:r>
              <a:rPr lang="en-US" sz="1600" dirty="0">
                <a:solidFill>
                  <a:schemeClr val="accent2"/>
                </a:solidFill>
              </a:rPr>
              <a:t>Performing Control Activities</a:t>
            </a:r>
          </a:p>
          <a:p>
            <a:pPr marL="339725" lvl="1" indent="0">
              <a:lnSpc>
                <a:spcPct val="120000"/>
              </a:lnSpc>
              <a:spcBef>
                <a:spcPts val="800"/>
              </a:spcBef>
              <a:spcAft>
                <a:spcPts val="600"/>
              </a:spcAft>
              <a:buNone/>
            </a:pPr>
            <a:r>
              <a:rPr lang="en-US" sz="1400" b="1" i="1" dirty="0"/>
              <a:t>Appropriate form and timeframe</a:t>
            </a:r>
          </a:p>
          <a:p>
            <a:pPr marL="342900" indent="-342900">
              <a:lnSpc>
                <a:spcPct val="120000"/>
              </a:lnSpc>
              <a:spcBef>
                <a:spcPts val="800"/>
              </a:spcBef>
              <a:spcAft>
                <a:spcPts val="600"/>
              </a:spcAft>
              <a:buFont typeface="+mj-lt"/>
              <a:buAutoNum type="arabicPeriod"/>
            </a:pPr>
            <a:r>
              <a:rPr lang="en-US" sz="1600" dirty="0">
                <a:solidFill>
                  <a:schemeClr val="accent2"/>
                </a:solidFill>
              </a:rPr>
              <a:t>Monitoring &amp; Improvement</a:t>
            </a:r>
          </a:p>
          <a:p>
            <a:pPr marL="339725" lvl="1" indent="0" algn="just">
              <a:lnSpc>
                <a:spcPct val="120000"/>
              </a:lnSpc>
              <a:spcBef>
                <a:spcPts val="800"/>
              </a:spcBef>
              <a:spcAft>
                <a:spcPts val="600"/>
              </a:spcAft>
              <a:buNone/>
            </a:pPr>
            <a:r>
              <a:rPr lang="en-US" sz="1400" i="1" dirty="0"/>
              <a:t>The c</a:t>
            </a:r>
            <a:r>
              <a:rPr lang="en-US" sz="1400" b="0" i="1" dirty="0"/>
              <a:t>ompliance management process is monitored and modifications made as necessary</a:t>
            </a:r>
          </a:p>
        </p:txBody>
      </p:sp>
      <p:sp>
        <p:nvSpPr>
          <p:cNvPr id="10" name="Oval 9"/>
          <p:cNvSpPr/>
          <p:nvPr/>
        </p:nvSpPr>
        <p:spPr>
          <a:xfrm>
            <a:off x="2247900" y="12192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1</a:t>
            </a:r>
          </a:p>
        </p:txBody>
      </p:sp>
      <p:sp>
        <p:nvSpPr>
          <p:cNvPr id="11" name="Oval 10"/>
          <p:cNvSpPr/>
          <p:nvPr/>
        </p:nvSpPr>
        <p:spPr>
          <a:xfrm>
            <a:off x="3886200" y="24384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p>
        </p:txBody>
      </p:sp>
      <p:sp>
        <p:nvSpPr>
          <p:cNvPr id="12" name="Oval 11"/>
          <p:cNvSpPr/>
          <p:nvPr/>
        </p:nvSpPr>
        <p:spPr>
          <a:xfrm>
            <a:off x="609600" y="24384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5</a:t>
            </a:r>
          </a:p>
        </p:txBody>
      </p:sp>
      <p:sp>
        <p:nvSpPr>
          <p:cNvPr id="13" name="Oval 12"/>
          <p:cNvSpPr/>
          <p:nvPr/>
        </p:nvSpPr>
        <p:spPr>
          <a:xfrm>
            <a:off x="3295650" y="43434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a:t>
            </a:r>
          </a:p>
        </p:txBody>
      </p:sp>
      <p:sp>
        <p:nvSpPr>
          <p:cNvPr id="14" name="Oval 13"/>
          <p:cNvSpPr/>
          <p:nvPr/>
        </p:nvSpPr>
        <p:spPr>
          <a:xfrm>
            <a:off x="1190625" y="43434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4</a:t>
            </a:r>
          </a:p>
        </p:txBody>
      </p:sp>
    </p:spTree>
    <p:extLst>
      <p:ext uri="{BB962C8B-B14F-4D97-AF65-F5344CB8AC3E}">
        <p14:creationId xmlns:p14="http://schemas.microsoft.com/office/powerpoint/2010/main" val="1235034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ct val="0"/>
              </a:spcBef>
              <a:spcAft>
                <a:spcPct val="0"/>
              </a:spcAft>
            </a:pP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p:cNvSpPr>
            <a:spLocks noGrp="1"/>
          </p:cNvSpPr>
          <p:nvPr>
            <p:ph type="title"/>
          </p:nvPr>
        </p:nvSpPr>
        <p:spPr>
          <a:xfrm>
            <a:off x="0" y="31376"/>
            <a:ext cx="8686800" cy="533400"/>
          </a:xfrm>
        </p:spPr>
        <p:txBody>
          <a:bodyPr/>
          <a:lstStyle/>
          <a:p>
            <a:r>
              <a:rPr lang="en-US" dirty="0">
                <a:latin typeface="Arial" panose="020B0604020202020204" pitchFamily="34" charset="0"/>
                <a:cs typeface="Arial" panose="020B0604020202020204" pitchFamily="34" charset="0"/>
              </a:rPr>
              <a:t>1. Setting the Regulatory Compliance Objective</a:t>
            </a:r>
          </a:p>
        </p:txBody>
      </p:sp>
      <p:sp>
        <p:nvSpPr>
          <p:cNvPr id="3" name="Content Placeholder 2"/>
          <p:cNvSpPr>
            <a:spLocks noGrp="1"/>
          </p:cNvSpPr>
          <p:nvPr>
            <p:ph idx="1"/>
          </p:nvPr>
        </p:nvSpPr>
        <p:spPr>
          <a:xfrm>
            <a:off x="5167746" y="1346200"/>
            <a:ext cx="3733800" cy="3454400"/>
          </a:xfrm>
          <a:solidFill>
            <a:schemeClr val="accent3">
              <a:lumMod val="20000"/>
              <a:lumOff val="80000"/>
            </a:schemeClr>
          </a:solidFill>
        </p:spPr>
        <p:txBody>
          <a:bodyPr/>
          <a:lstStyle/>
          <a:p>
            <a:pPr algn="just">
              <a:lnSpc>
                <a:spcPct val="120000"/>
              </a:lnSpc>
              <a:spcBef>
                <a:spcPts val="1200"/>
              </a:spcBef>
              <a:spcAft>
                <a:spcPts val="1200"/>
              </a:spcAft>
            </a:pPr>
            <a:r>
              <a:rPr lang="en-US" sz="1600" dirty="0">
                <a:solidFill>
                  <a:schemeClr val="accent2"/>
                </a:solidFill>
              </a:rPr>
              <a:t>Full Compliance </a:t>
            </a:r>
            <a:r>
              <a:rPr lang="en-US" sz="1600" dirty="0"/>
              <a:t>towards the reporting obligations </a:t>
            </a:r>
          </a:p>
          <a:p>
            <a:pPr algn="just">
              <a:lnSpc>
                <a:spcPct val="120000"/>
              </a:lnSpc>
              <a:spcBef>
                <a:spcPts val="1200"/>
              </a:spcBef>
              <a:spcAft>
                <a:spcPts val="1200"/>
              </a:spcAft>
            </a:pPr>
            <a:r>
              <a:rPr lang="en-US" sz="1600" dirty="0">
                <a:solidFill>
                  <a:schemeClr val="accent2"/>
                </a:solidFill>
              </a:rPr>
              <a:t>Timely Response</a:t>
            </a:r>
            <a:r>
              <a:rPr lang="en-US" sz="1600" dirty="0"/>
              <a:t> towards all of the regulatory requirements </a:t>
            </a:r>
          </a:p>
          <a:p>
            <a:pPr algn="just">
              <a:lnSpc>
                <a:spcPct val="120000"/>
              </a:lnSpc>
              <a:spcBef>
                <a:spcPts val="1200"/>
              </a:spcBef>
              <a:spcAft>
                <a:spcPts val="1200"/>
              </a:spcAft>
            </a:pPr>
            <a:r>
              <a:rPr lang="en-US" sz="1600" dirty="0">
                <a:solidFill>
                  <a:schemeClr val="accent2"/>
                </a:solidFill>
              </a:rPr>
              <a:t>Consistent </a:t>
            </a:r>
            <a:r>
              <a:rPr lang="en-US" sz="1600" dirty="0"/>
              <a:t>response each time</a:t>
            </a:r>
          </a:p>
          <a:p>
            <a:pPr algn="just">
              <a:lnSpc>
                <a:spcPct val="120000"/>
              </a:lnSpc>
              <a:spcBef>
                <a:spcPts val="1200"/>
              </a:spcBef>
              <a:spcAft>
                <a:spcPts val="1200"/>
              </a:spcAft>
            </a:pPr>
            <a:r>
              <a:rPr lang="en-US" sz="1600" dirty="0">
                <a:solidFill>
                  <a:schemeClr val="accent2"/>
                </a:solidFill>
              </a:rPr>
              <a:t>Commitment</a:t>
            </a:r>
            <a:r>
              <a:rPr lang="en-US" sz="1600" dirty="0"/>
              <a:t> to Regulatory compliance (in terms of systems, processes and infrastructure)</a:t>
            </a:r>
          </a:p>
        </p:txBody>
      </p:sp>
      <p:graphicFrame>
        <p:nvGraphicFramePr>
          <p:cNvPr id="6" name="Diagram 5"/>
          <p:cNvGraphicFramePr/>
          <p:nvPr/>
        </p:nvGraphicFramePr>
        <p:xfrm>
          <a:off x="-304800" y="1524000"/>
          <a:ext cx="5410200" cy="4064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7" name="Oval 6"/>
          <p:cNvSpPr/>
          <p:nvPr/>
        </p:nvSpPr>
        <p:spPr>
          <a:xfrm>
            <a:off x="2247900" y="12192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1</a:t>
            </a:r>
          </a:p>
        </p:txBody>
      </p:sp>
      <p:sp>
        <p:nvSpPr>
          <p:cNvPr id="8" name="Oval 7"/>
          <p:cNvSpPr/>
          <p:nvPr/>
        </p:nvSpPr>
        <p:spPr>
          <a:xfrm>
            <a:off x="3886200" y="24384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p>
        </p:txBody>
      </p:sp>
      <p:sp>
        <p:nvSpPr>
          <p:cNvPr id="9" name="Oval 8"/>
          <p:cNvSpPr/>
          <p:nvPr/>
        </p:nvSpPr>
        <p:spPr>
          <a:xfrm>
            <a:off x="609600" y="24384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5</a:t>
            </a:r>
          </a:p>
        </p:txBody>
      </p:sp>
      <p:sp>
        <p:nvSpPr>
          <p:cNvPr id="10" name="Oval 9"/>
          <p:cNvSpPr/>
          <p:nvPr/>
        </p:nvSpPr>
        <p:spPr>
          <a:xfrm>
            <a:off x="3295650" y="43434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a:t>
            </a:r>
          </a:p>
        </p:txBody>
      </p:sp>
      <p:sp>
        <p:nvSpPr>
          <p:cNvPr id="11" name="Oval 10"/>
          <p:cNvSpPr/>
          <p:nvPr/>
        </p:nvSpPr>
        <p:spPr>
          <a:xfrm>
            <a:off x="1190625" y="43434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4</a:t>
            </a:r>
          </a:p>
        </p:txBody>
      </p:sp>
      <p:sp>
        <p:nvSpPr>
          <p:cNvPr id="12" name="Right Arrow 11"/>
          <p:cNvSpPr/>
          <p:nvPr/>
        </p:nvSpPr>
        <p:spPr>
          <a:xfrm>
            <a:off x="3089564" y="1676400"/>
            <a:ext cx="2057400" cy="304800"/>
          </a:xfrm>
          <a:prstGeom prst="rightArrow">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p:cNvSpPr/>
          <p:nvPr/>
        </p:nvSpPr>
        <p:spPr>
          <a:xfrm>
            <a:off x="5257800" y="4953000"/>
            <a:ext cx="3643746" cy="121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i="1" dirty="0"/>
              <a:t>Commitment towards full compliance in a timely and consistent manner.</a:t>
            </a:r>
          </a:p>
        </p:txBody>
      </p:sp>
    </p:spTree>
    <p:extLst>
      <p:ext uri="{BB962C8B-B14F-4D97-AF65-F5344CB8AC3E}">
        <p14:creationId xmlns:p14="http://schemas.microsoft.com/office/powerpoint/2010/main" val="2951910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extLst>
              <p:ext uri="{D42A27DB-BD31-4B8C-83A1-F6EECF244321}">
                <p14:modId xmlns:p14="http://schemas.microsoft.com/office/powerpoint/2010/main" val="3451119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ct val="0"/>
              </a:spcBef>
              <a:spcAft>
                <a:spcPct val="0"/>
              </a:spcAft>
            </a:pP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p:cNvSpPr>
            <a:spLocks noGrp="1"/>
          </p:cNvSpPr>
          <p:nvPr>
            <p:ph type="title"/>
          </p:nvPr>
        </p:nvSpPr>
        <p:spPr>
          <a:xfrm>
            <a:off x="0" y="31376"/>
            <a:ext cx="8686800" cy="533400"/>
          </a:xfrm>
        </p:spPr>
        <p:txBody>
          <a:bodyPr/>
          <a:lstStyle/>
          <a:p>
            <a:r>
              <a:rPr lang="en-US" dirty="0">
                <a:latin typeface="Arial" panose="020B0604020202020204" pitchFamily="34" charset="0"/>
                <a:cs typeface="Arial" panose="020B0604020202020204" pitchFamily="34" charset="0"/>
              </a:rPr>
              <a:t>2. Identifying Compliance Obligations</a:t>
            </a:r>
          </a:p>
        </p:txBody>
      </p:sp>
      <p:sp>
        <p:nvSpPr>
          <p:cNvPr id="3" name="Content Placeholder 2"/>
          <p:cNvSpPr>
            <a:spLocks noGrp="1"/>
          </p:cNvSpPr>
          <p:nvPr>
            <p:ph idx="1"/>
          </p:nvPr>
        </p:nvSpPr>
        <p:spPr>
          <a:xfrm>
            <a:off x="5167746" y="1346200"/>
            <a:ext cx="3733800" cy="4419600"/>
          </a:xfrm>
          <a:solidFill>
            <a:schemeClr val="accent3">
              <a:lumMod val="20000"/>
              <a:lumOff val="80000"/>
            </a:schemeClr>
          </a:solidFill>
        </p:spPr>
        <p:txBody>
          <a:bodyPr/>
          <a:lstStyle/>
          <a:p>
            <a:pPr algn="just">
              <a:lnSpc>
                <a:spcPct val="120000"/>
              </a:lnSpc>
              <a:spcBef>
                <a:spcPts val="800"/>
              </a:spcBef>
              <a:spcAft>
                <a:spcPts val="600"/>
              </a:spcAft>
            </a:pPr>
            <a:r>
              <a:rPr lang="en-US" sz="1600" dirty="0"/>
              <a:t>Each compliance requirement set out in Nepali laws and ERC regulation are assessed</a:t>
            </a:r>
          </a:p>
          <a:p>
            <a:pPr algn="just">
              <a:lnSpc>
                <a:spcPct val="120000"/>
              </a:lnSpc>
              <a:spcBef>
                <a:spcPts val="800"/>
              </a:spcBef>
              <a:spcAft>
                <a:spcPts val="600"/>
              </a:spcAft>
            </a:pPr>
            <a:r>
              <a:rPr lang="en-US" sz="1600" dirty="0"/>
              <a:t>Their potential for the risk of non-compliance is also assessed</a:t>
            </a:r>
          </a:p>
          <a:p>
            <a:pPr algn="just">
              <a:lnSpc>
                <a:spcPct val="120000"/>
              </a:lnSpc>
              <a:spcBef>
                <a:spcPts val="800"/>
              </a:spcBef>
              <a:spcAft>
                <a:spcPts val="600"/>
              </a:spcAft>
            </a:pPr>
            <a:r>
              <a:rPr lang="en-US" sz="1600" dirty="0"/>
              <a:t>Regulators usually prescribe</a:t>
            </a:r>
          </a:p>
          <a:p>
            <a:pPr lvl="1" algn="just">
              <a:lnSpc>
                <a:spcPct val="120000"/>
              </a:lnSpc>
              <a:spcBef>
                <a:spcPts val="800"/>
              </a:spcBef>
              <a:spcAft>
                <a:spcPts val="600"/>
              </a:spcAft>
            </a:pPr>
            <a:r>
              <a:rPr lang="en-US" sz="1400" b="1" dirty="0"/>
              <a:t>Compliance requirements</a:t>
            </a:r>
          </a:p>
          <a:p>
            <a:pPr lvl="1" algn="just">
              <a:lnSpc>
                <a:spcPct val="120000"/>
              </a:lnSpc>
              <a:spcBef>
                <a:spcPts val="800"/>
              </a:spcBef>
              <a:spcAft>
                <a:spcPts val="600"/>
              </a:spcAft>
            </a:pPr>
            <a:r>
              <a:rPr lang="en-US" sz="1400" b="1" dirty="0"/>
              <a:t>Timelines</a:t>
            </a:r>
          </a:p>
          <a:p>
            <a:pPr lvl="1" algn="just">
              <a:lnSpc>
                <a:spcPct val="120000"/>
              </a:lnSpc>
              <a:spcBef>
                <a:spcPts val="800"/>
              </a:spcBef>
              <a:spcAft>
                <a:spcPts val="600"/>
              </a:spcAft>
            </a:pPr>
            <a:r>
              <a:rPr lang="en-US" sz="1400" b="1" dirty="0"/>
              <a:t>Penalties for non-compliance</a:t>
            </a:r>
          </a:p>
          <a:p>
            <a:pPr lvl="1" algn="just">
              <a:lnSpc>
                <a:spcPct val="120000"/>
              </a:lnSpc>
              <a:spcBef>
                <a:spcPts val="800"/>
              </a:spcBef>
              <a:spcAft>
                <a:spcPts val="600"/>
              </a:spcAft>
            </a:pPr>
            <a:r>
              <a:rPr lang="en-US" sz="1400" b="1" dirty="0"/>
              <a:t>Fees for applications</a:t>
            </a:r>
          </a:p>
          <a:p>
            <a:pPr algn="just">
              <a:lnSpc>
                <a:spcPct val="120000"/>
              </a:lnSpc>
              <a:spcBef>
                <a:spcPts val="800"/>
              </a:spcBef>
              <a:spcAft>
                <a:spcPts val="600"/>
              </a:spcAft>
            </a:pPr>
            <a:endParaRPr lang="en-US" sz="1600" b="0" dirty="0"/>
          </a:p>
          <a:p>
            <a:pPr algn="just">
              <a:lnSpc>
                <a:spcPct val="120000"/>
              </a:lnSpc>
              <a:spcBef>
                <a:spcPts val="800"/>
              </a:spcBef>
              <a:spcAft>
                <a:spcPts val="600"/>
              </a:spcAft>
            </a:pPr>
            <a:endParaRPr lang="en-US" sz="1600" b="0" dirty="0"/>
          </a:p>
          <a:p>
            <a:pPr algn="just">
              <a:lnSpc>
                <a:spcPct val="120000"/>
              </a:lnSpc>
              <a:spcBef>
                <a:spcPts val="800"/>
              </a:spcBef>
              <a:spcAft>
                <a:spcPts val="600"/>
              </a:spcAft>
            </a:pPr>
            <a:endParaRPr lang="en-US" sz="1600" b="0" dirty="0"/>
          </a:p>
        </p:txBody>
      </p:sp>
      <p:graphicFrame>
        <p:nvGraphicFramePr>
          <p:cNvPr id="6" name="Diagram 5"/>
          <p:cNvGraphicFramePr/>
          <p:nvPr>
            <p:extLst>
              <p:ext uri="{D42A27DB-BD31-4B8C-83A1-F6EECF244321}">
                <p14:modId xmlns:p14="http://schemas.microsoft.com/office/powerpoint/2010/main" val="2260158410"/>
              </p:ext>
            </p:extLst>
          </p:nvPr>
        </p:nvGraphicFramePr>
        <p:xfrm>
          <a:off x="-304800" y="1524000"/>
          <a:ext cx="5410200" cy="40640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7" name="Oval 6"/>
          <p:cNvSpPr/>
          <p:nvPr/>
        </p:nvSpPr>
        <p:spPr>
          <a:xfrm>
            <a:off x="2247900" y="12192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1</a:t>
            </a:r>
          </a:p>
        </p:txBody>
      </p:sp>
      <p:sp>
        <p:nvSpPr>
          <p:cNvPr id="8" name="Oval 7"/>
          <p:cNvSpPr/>
          <p:nvPr/>
        </p:nvSpPr>
        <p:spPr>
          <a:xfrm>
            <a:off x="3886200" y="24384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p>
        </p:txBody>
      </p:sp>
      <p:sp>
        <p:nvSpPr>
          <p:cNvPr id="9" name="Oval 8"/>
          <p:cNvSpPr/>
          <p:nvPr/>
        </p:nvSpPr>
        <p:spPr>
          <a:xfrm>
            <a:off x="609600" y="24384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5</a:t>
            </a:r>
          </a:p>
        </p:txBody>
      </p:sp>
      <p:sp>
        <p:nvSpPr>
          <p:cNvPr id="10" name="Oval 9"/>
          <p:cNvSpPr/>
          <p:nvPr/>
        </p:nvSpPr>
        <p:spPr>
          <a:xfrm>
            <a:off x="3295650" y="43434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a:t>
            </a:r>
          </a:p>
        </p:txBody>
      </p:sp>
      <p:sp>
        <p:nvSpPr>
          <p:cNvPr id="11" name="Oval 10"/>
          <p:cNvSpPr/>
          <p:nvPr/>
        </p:nvSpPr>
        <p:spPr>
          <a:xfrm>
            <a:off x="1190625" y="43434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4</a:t>
            </a:r>
          </a:p>
        </p:txBody>
      </p:sp>
      <p:sp>
        <p:nvSpPr>
          <p:cNvPr id="12" name="Right Arrow 11"/>
          <p:cNvSpPr/>
          <p:nvPr/>
        </p:nvSpPr>
        <p:spPr>
          <a:xfrm>
            <a:off x="4724400" y="2971800"/>
            <a:ext cx="444754" cy="304800"/>
          </a:xfrm>
          <a:prstGeom prst="rightArrow">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20133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extLst>
              <p:ext uri="{D42A27DB-BD31-4B8C-83A1-F6EECF244321}">
                <p14:modId xmlns:p14="http://schemas.microsoft.com/office/powerpoint/2010/main" val="22803471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ct val="0"/>
              </a:spcBef>
              <a:spcAft>
                <a:spcPct val="0"/>
              </a:spcAft>
            </a:pP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p:cNvSpPr>
            <a:spLocks noGrp="1"/>
          </p:cNvSpPr>
          <p:nvPr>
            <p:ph type="title"/>
          </p:nvPr>
        </p:nvSpPr>
        <p:spPr>
          <a:xfrm>
            <a:off x="0" y="31376"/>
            <a:ext cx="8686800" cy="533400"/>
          </a:xfrm>
        </p:spPr>
        <p:txBody>
          <a:bodyPr/>
          <a:lstStyle/>
          <a:p>
            <a:r>
              <a:rPr lang="en-US" dirty="0">
                <a:latin typeface="Arial" panose="020B0604020202020204" pitchFamily="34" charset="0"/>
                <a:cs typeface="Arial" panose="020B0604020202020204" pitchFamily="34" charset="0"/>
              </a:rPr>
              <a:t>2. Identifying Compliance Obligations (contd.)</a:t>
            </a:r>
          </a:p>
        </p:txBody>
      </p:sp>
      <p:sp>
        <p:nvSpPr>
          <p:cNvPr id="3" name="Content Placeholder 2"/>
          <p:cNvSpPr>
            <a:spLocks noGrp="1"/>
          </p:cNvSpPr>
          <p:nvPr>
            <p:ph idx="1"/>
          </p:nvPr>
        </p:nvSpPr>
        <p:spPr>
          <a:xfrm>
            <a:off x="76200" y="914400"/>
            <a:ext cx="9067800" cy="1143000"/>
          </a:xfrm>
        </p:spPr>
        <p:txBody>
          <a:bodyPr/>
          <a:lstStyle/>
          <a:p>
            <a:pPr marL="0" indent="0" algn="ctr">
              <a:lnSpc>
                <a:spcPct val="120000"/>
              </a:lnSpc>
              <a:spcBef>
                <a:spcPts val="800"/>
              </a:spcBef>
              <a:spcAft>
                <a:spcPts val="600"/>
              </a:spcAft>
              <a:buNone/>
            </a:pPr>
            <a:r>
              <a:rPr lang="en-US" sz="1500" dirty="0"/>
              <a:t>Compliance Requirements – Illustration of some of the Compliance Obligations for a Utility</a:t>
            </a:r>
          </a:p>
        </p:txBody>
      </p:sp>
      <p:sp>
        <p:nvSpPr>
          <p:cNvPr id="7" name="Content Placeholder 2"/>
          <p:cNvSpPr txBox="1">
            <a:spLocks/>
          </p:cNvSpPr>
          <p:nvPr/>
        </p:nvSpPr>
        <p:spPr bwMode="auto">
          <a:xfrm>
            <a:off x="301445" y="1912373"/>
            <a:ext cx="4478382" cy="4183626"/>
          </a:xfrm>
          <a:prstGeom prst="rect">
            <a:avLst/>
          </a:prstGeom>
          <a:solidFill>
            <a:schemeClr val="accent3">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har char="•"/>
              <a:defRPr sz="1800" b="1">
                <a:solidFill>
                  <a:schemeClr val="tx1"/>
                </a:solidFill>
                <a:latin typeface="Arial" panose="020B0604020202020204" pitchFamily="34" charset="0"/>
                <a:ea typeface="+mn-ea"/>
                <a:cs typeface="Arial" panose="020B0604020202020204" pitchFamily="34" charset="0"/>
              </a:defRPr>
            </a:lvl1pPr>
            <a:lvl2pPr marL="573088" indent="-225425" algn="l" rtl="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2pPr>
            <a:lvl3pPr marL="914400" indent="-223838" algn="l" rtl="0" eaLnBrk="0" fontAlgn="base" hangingPunct="0">
              <a:spcBef>
                <a:spcPct val="20000"/>
              </a:spcBef>
              <a:spcAft>
                <a:spcPct val="0"/>
              </a:spcAft>
              <a:buFont typeface="Wingdings" pitchFamily="2" charset="2"/>
              <a:buChar char="§"/>
              <a:defRPr sz="1600">
                <a:solidFill>
                  <a:schemeClr val="tx1"/>
                </a:solidFill>
                <a:latin typeface="Arial" panose="020B0604020202020204" pitchFamily="34" charset="0"/>
                <a:cs typeface="Arial" panose="020B0604020202020204" pitchFamily="34" charset="0"/>
              </a:defRPr>
            </a:lvl3pPr>
            <a:lvl4pPr marL="1255713" indent="-225425"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4pPr>
            <a:lvl5pPr marL="1604963" indent="-233363" algn="l" rtl="0" eaLnBrk="0" fontAlgn="base" hangingPunct="0">
              <a:spcBef>
                <a:spcPct val="20000"/>
              </a:spcBef>
              <a:spcAft>
                <a:spcPct val="0"/>
              </a:spcAft>
              <a:buFont typeface="Arial" pitchFamily="34" charset="0"/>
              <a:buChar char="–"/>
              <a:defRPr sz="1800">
                <a:solidFill>
                  <a:schemeClr val="tx1"/>
                </a:solidFill>
                <a:latin typeface="Arial" panose="020B0604020202020204" pitchFamily="34" charset="0"/>
                <a:cs typeface="Arial" panose="020B0604020202020204" pitchFamily="34" charset="0"/>
              </a:defRPr>
            </a:lvl5pPr>
            <a:lvl6pPr marL="2062163" indent="-233363" algn="l" rtl="0" eaLnBrk="1" fontAlgn="base" hangingPunct="1">
              <a:spcBef>
                <a:spcPct val="20000"/>
              </a:spcBef>
              <a:spcAft>
                <a:spcPct val="0"/>
              </a:spcAft>
              <a:buFont typeface="Arial" charset="0"/>
              <a:buChar char="–"/>
              <a:defRPr sz="2800">
                <a:solidFill>
                  <a:schemeClr val="tx1"/>
                </a:solidFill>
                <a:latin typeface="+mn-lt"/>
              </a:defRPr>
            </a:lvl6pPr>
            <a:lvl7pPr marL="2519363" indent="-233363" algn="l" rtl="0" eaLnBrk="1" fontAlgn="base" hangingPunct="1">
              <a:spcBef>
                <a:spcPct val="20000"/>
              </a:spcBef>
              <a:spcAft>
                <a:spcPct val="0"/>
              </a:spcAft>
              <a:buFont typeface="Arial" charset="0"/>
              <a:buChar char="–"/>
              <a:defRPr sz="2800">
                <a:solidFill>
                  <a:schemeClr val="tx1"/>
                </a:solidFill>
                <a:latin typeface="+mn-lt"/>
              </a:defRPr>
            </a:lvl7pPr>
            <a:lvl8pPr marL="2976563" indent="-233363" algn="l" rtl="0" eaLnBrk="1" fontAlgn="base" hangingPunct="1">
              <a:spcBef>
                <a:spcPct val="20000"/>
              </a:spcBef>
              <a:spcAft>
                <a:spcPct val="0"/>
              </a:spcAft>
              <a:buFont typeface="Arial" charset="0"/>
              <a:buChar char="–"/>
              <a:defRPr sz="2800">
                <a:solidFill>
                  <a:schemeClr val="tx1"/>
                </a:solidFill>
                <a:latin typeface="+mn-lt"/>
              </a:defRPr>
            </a:lvl8pPr>
            <a:lvl9pPr marL="3433763" indent="-233363" algn="l" rtl="0" eaLnBrk="1" fontAlgn="base" hangingPunct="1">
              <a:spcBef>
                <a:spcPct val="20000"/>
              </a:spcBef>
              <a:spcAft>
                <a:spcPct val="0"/>
              </a:spcAft>
              <a:buFont typeface="Arial" charset="0"/>
              <a:buChar char="–"/>
              <a:defRPr sz="2800">
                <a:solidFill>
                  <a:schemeClr val="tx1"/>
                </a:solidFill>
                <a:latin typeface="+mn-lt"/>
              </a:defRPr>
            </a:lvl9pPr>
          </a:lstStyle>
          <a:p>
            <a:pPr>
              <a:lnSpc>
                <a:spcPct val="120000"/>
              </a:lnSpc>
              <a:spcBef>
                <a:spcPts val="800"/>
              </a:spcBef>
              <a:spcAft>
                <a:spcPts val="600"/>
              </a:spcAft>
            </a:pPr>
            <a:r>
              <a:rPr lang="en-US" sz="1400" b="1" kern="0" dirty="0"/>
              <a:t>Yearly Tariff Petitions (Forward Looking)</a:t>
            </a:r>
          </a:p>
          <a:p>
            <a:pPr>
              <a:lnSpc>
                <a:spcPct val="120000"/>
              </a:lnSpc>
              <a:spcBef>
                <a:spcPts val="800"/>
              </a:spcBef>
              <a:spcAft>
                <a:spcPts val="600"/>
              </a:spcAft>
            </a:pPr>
            <a:r>
              <a:rPr lang="en-US" sz="1400" b="1" kern="0" dirty="0"/>
              <a:t>Annual Performance Review</a:t>
            </a:r>
          </a:p>
          <a:p>
            <a:pPr>
              <a:lnSpc>
                <a:spcPct val="120000"/>
              </a:lnSpc>
              <a:spcBef>
                <a:spcPts val="800"/>
              </a:spcBef>
              <a:spcAft>
                <a:spcPts val="600"/>
              </a:spcAft>
            </a:pPr>
            <a:r>
              <a:rPr lang="en-US" sz="1400" kern="0" dirty="0"/>
              <a:t>True-up Applications</a:t>
            </a:r>
            <a:endParaRPr lang="en-US" sz="1400" b="1" kern="0" dirty="0"/>
          </a:p>
          <a:p>
            <a:pPr>
              <a:lnSpc>
                <a:spcPct val="120000"/>
              </a:lnSpc>
              <a:spcBef>
                <a:spcPts val="800"/>
              </a:spcBef>
              <a:spcAft>
                <a:spcPts val="600"/>
              </a:spcAft>
            </a:pPr>
            <a:r>
              <a:rPr lang="en-US" sz="1400" b="1" kern="0" dirty="0"/>
              <a:t>Quarterly Performance Review</a:t>
            </a:r>
          </a:p>
          <a:p>
            <a:pPr>
              <a:lnSpc>
                <a:spcPct val="120000"/>
              </a:lnSpc>
              <a:spcBef>
                <a:spcPts val="800"/>
              </a:spcBef>
              <a:spcAft>
                <a:spcPts val="600"/>
              </a:spcAft>
            </a:pPr>
            <a:r>
              <a:rPr lang="en-US" sz="1400" kern="0" dirty="0"/>
              <a:t>Capital Expenditure Plan Approval</a:t>
            </a:r>
            <a:endParaRPr lang="en-US" sz="1600" b="0" kern="0" dirty="0"/>
          </a:p>
          <a:p>
            <a:pPr algn="just">
              <a:lnSpc>
                <a:spcPct val="120000"/>
              </a:lnSpc>
              <a:spcBef>
                <a:spcPts val="800"/>
              </a:spcBef>
              <a:spcAft>
                <a:spcPts val="600"/>
              </a:spcAft>
            </a:pPr>
            <a:endParaRPr lang="en-US" sz="1600" b="0" kern="0" dirty="0"/>
          </a:p>
        </p:txBody>
      </p:sp>
      <p:sp>
        <p:nvSpPr>
          <p:cNvPr id="8" name="Content Placeholder 2"/>
          <p:cNvSpPr txBox="1">
            <a:spLocks/>
          </p:cNvSpPr>
          <p:nvPr/>
        </p:nvSpPr>
        <p:spPr bwMode="auto">
          <a:xfrm>
            <a:off x="5048659" y="1905000"/>
            <a:ext cx="3520441" cy="1447800"/>
          </a:xfrm>
          <a:prstGeom prst="rect">
            <a:avLst/>
          </a:prstGeom>
          <a:solidFill>
            <a:schemeClr val="accent3">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har char="•"/>
              <a:defRPr sz="1800" b="1">
                <a:solidFill>
                  <a:schemeClr val="tx1"/>
                </a:solidFill>
                <a:latin typeface="Arial" panose="020B0604020202020204" pitchFamily="34" charset="0"/>
                <a:ea typeface="+mn-ea"/>
                <a:cs typeface="Arial" panose="020B0604020202020204" pitchFamily="34" charset="0"/>
              </a:defRPr>
            </a:lvl1pPr>
            <a:lvl2pPr marL="573088" indent="-225425" algn="l" rtl="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2pPr>
            <a:lvl3pPr marL="914400" indent="-223838" algn="l" rtl="0" eaLnBrk="0" fontAlgn="base" hangingPunct="0">
              <a:spcBef>
                <a:spcPct val="20000"/>
              </a:spcBef>
              <a:spcAft>
                <a:spcPct val="0"/>
              </a:spcAft>
              <a:buFont typeface="Wingdings" pitchFamily="2" charset="2"/>
              <a:buChar char="§"/>
              <a:defRPr sz="1600">
                <a:solidFill>
                  <a:schemeClr val="tx1"/>
                </a:solidFill>
                <a:latin typeface="Arial" panose="020B0604020202020204" pitchFamily="34" charset="0"/>
                <a:cs typeface="Arial" panose="020B0604020202020204" pitchFamily="34" charset="0"/>
              </a:defRPr>
            </a:lvl3pPr>
            <a:lvl4pPr marL="1255713" indent="-225425"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4pPr>
            <a:lvl5pPr marL="1604963" indent="-233363" algn="l" rtl="0" eaLnBrk="0" fontAlgn="base" hangingPunct="0">
              <a:spcBef>
                <a:spcPct val="20000"/>
              </a:spcBef>
              <a:spcAft>
                <a:spcPct val="0"/>
              </a:spcAft>
              <a:buFont typeface="Arial" pitchFamily="34" charset="0"/>
              <a:buChar char="–"/>
              <a:defRPr sz="1800">
                <a:solidFill>
                  <a:schemeClr val="tx1"/>
                </a:solidFill>
                <a:latin typeface="Arial" panose="020B0604020202020204" pitchFamily="34" charset="0"/>
                <a:cs typeface="Arial" panose="020B0604020202020204" pitchFamily="34" charset="0"/>
              </a:defRPr>
            </a:lvl5pPr>
            <a:lvl6pPr marL="2062163" indent="-233363" algn="l" rtl="0" eaLnBrk="1" fontAlgn="base" hangingPunct="1">
              <a:spcBef>
                <a:spcPct val="20000"/>
              </a:spcBef>
              <a:spcAft>
                <a:spcPct val="0"/>
              </a:spcAft>
              <a:buFont typeface="Arial" charset="0"/>
              <a:buChar char="–"/>
              <a:defRPr sz="2800">
                <a:solidFill>
                  <a:schemeClr val="tx1"/>
                </a:solidFill>
                <a:latin typeface="+mn-lt"/>
              </a:defRPr>
            </a:lvl6pPr>
            <a:lvl7pPr marL="2519363" indent="-233363" algn="l" rtl="0" eaLnBrk="1" fontAlgn="base" hangingPunct="1">
              <a:spcBef>
                <a:spcPct val="20000"/>
              </a:spcBef>
              <a:spcAft>
                <a:spcPct val="0"/>
              </a:spcAft>
              <a:buFont typeface="Arial" charset="0"/>
              <a:buChar char="–"/>
              <a:defRPr sz="2800">
                <a:solidFill>
                  <a:schemeClr val="tx1"/>
                </a:solidFill>
                <a:latin typeface="+mn-lt"/>
              </a:defRPr>
            </a:lvl7pPr>
            <a:lvl8pPr marL="2976563" indent="-233363" algn="l" rtl="0" eaLnBrk="1" fontAlgn="base" hangingPunct="1">
              <a:spcBef>
                <a:spcPct val="20000"/>
              </a:spcBef>
              <a:spcAft>
                <a:spcPct val="0"/>
              </a:spcAft>
              <a:buFont typeface="Arial" charset="0"/>
              <a:buChar char="–"/>
              <a:defRPr sz="2800">
                <a:solidFill>
                  <a:schemeClr val="tx1"/>
                </a:solidFill>
                <a:latin typeface="+mn-lt"/>
              </a:defRPr>
            </a:lvl8pPr>
            <a:lvl9pPr marL="3433763" indent="-233363" algn="l" rtl="0" eaLnBrk="1" fontAlgn="base" hangingPunct="1">
              <a:spcBef>
                <a:spcPct val="20000"/>
              </a:spcBef>
              <a:spcAft>
                <a:spcPct val="0"/>
              </a:spcAft>
              <a:buFont typeface="Arial" charset="0"/>
              <a:buChar char="–"/>
              <a:defRPr sz="2800">
                <a:solidFill>
                  <a:schemeClr val="tx1"/>
                </a:solidFill>
                <a:latin typeface="+mn-lt"/>
              </a:defRPr>
            </a:lvl9pPr>
          </a:lstStyle>
          <a:p>
            <a:pPr algn="just">
              <a:lnSpc>
                <a:spcPct val="120000"/>
              </a:lnSpc>
              <a:spcBef>
                <a:spcPts val="800"/>
              </a:spcBef>
              <a:spcAft>
                <a:spcPts val="600"/>
              </a:spcAft>
            </a:pPr>
            <a:r>
              <a:rPr lang="en-US" sz="1400" kern="0" dirty="0"/>
              <a:t>Grid Code Compliance</a:t>
            </a:r>
          </a:p>
          <a:p>
            <a:pPr algn="just">
              <a:lnSpc>
                <a:spcPct val="120000"/>
              </a:lnSpc>
              <a:spcBef>
                <a:spcPts val="800"/>
              </a:spcBef>
              <a:spcAft>
                <a:spcPts val="600"/>
              </a:spcAft>
            </a:pPr>
            <a:r>
              <a:rPr lang="en-US" sz="1400" kern="0" dirty="0"/>
              <a:t>Standards of Performance</a:t>
            </a:r>
          </a:p>
          <a:p>
            <a:pPr algn="just">
              <a:lnSpc>
                <a:spcPct val="120000"/>
              </a:lnSpc>
              <a:spcBef>
                <a:spcPts val="800"/>
              </a:spcBef>
              <a:spcAft>
                <a:spcPts val="600"/>
              </a:spcAft>
            </a:pPr>
            <a:endParaRPr lang="en-US" sz="1600" b="0" kern="0" dirty="0"/>
          </a:p>
          <a:p>
            <a:pPr algn="just">
              <a:lnSpc>
                <a:spcPct val="120000"/>
              </a:lnSpc>
              <a:spcBef>
                <a:spcPts val="800"/>
              </a:spcBef>
              <a:spcAft>
                <a:spcPts val="600"/>
              </a:spcAft>
            </a:pPr>
            <a:endParaRPr lang="en-US" sz="1600" b="0" kern="0" dirty="0"/>
          </a:p>
        </p:txBody>
      </p:sp>
      <p:sp>
        <p:nvSpPr>
          <p:cNvPr id="9" name="Content Placeholder 2"/>
          <p:cNvSpPr txBox="1">
            <a:spLocks/>
          </p:cNvSpPr>
          <p:nvPr/>
        </p:nvSpPr>
        <p:spPr bwMode="auto">
          <a:xfrm>
            <a:off x="5075738" y="4267200"/>
            <a:ext cx="3520441" cy="1828799"/>
          </a:xfrm>
          <a:prstGeom prst="rect">
            <a:avLst/>
          </a:prstGeom>
          <a:solidFill>
            <a:schemeClr val="accent3">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har char="•"/>
              <a:defRPr sz="1800" b="1">
                <a:solidFill>
                  <a:schemeClr val="tx1"/>
                </a:solidFill>
                <a:latin typeface="Arial" panose="020B0604020202020204" pitchFamily="34" charset="0"/>
                <a:ea typeface="+mn-ea"/>
                <a:cs typeface="Arial" panose="020B0604020202020204" pitchFamily="34" charset="0"/>
              </a:defRPr>
            </a:lvl1pPr>
            <a:lvl2pPr marL="573088" indent="-225425" algn="l" rtl="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2pPr>
            <a:lvl3pPr marL="914400" indent="-223838" algn="l" rtl="0" eaLnBrk="0" fontAlgn="base" hangingPunct="0">
              <a:spcBef>
                <a:spcPct val="20000"/>
              </a:spcBef>
              <a:spcAft>
                <a:spcPct val="0"/>
              </a:spcAft>
              <a:buFont typeface="Wingdings" pitchFamily="2" charset="2"/>
              <a:buChar char="§"/>
              <a:defRPr sz="1600">
                <a:solidFill>
                  <a:schemeClr val="tx1"/>
                </a:solidFill>
                <a:latin typeface="Arial" panose="020B0604020202020204" pitchFamily="34" charset="0"/>
                <a:cs typeface="Arial" panose="020B0604020202020204" pitchFamily="34" charset="0"/>
              </a:defRPr>
            </a:lvl3pPr>
            <a:lvl4pPr marL="1255713" indent="-225425"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4pPr>
            <a:lvl5pPr marL="1604963" indent="-233363" algn="l" rtl="0" eaLnBrk="0" fontAlgn="base" hangingPunct="0">
              <a:spcBef>
                <a:spcPct val="20000"/>
              </a:spcBef>
              <a:spcAft>
                <a:spcPct val="0"/>
              </a:spcAft>
              <a:buFont typeface="Arial" pitchFamily="34" charset="0"/>
              <a:buChar char="–"/>
              <a:defRPr sz="1800">
                <a:solidFill>
                  <a:schemeClr val="tx1"/>
                </a:solidFill>
                <a:latin typeface="Arial" panose="020B0604020202020204" pitchFamily="34" charset="0"/>
                <a:cs typeface="Arial" panose="020B0604020202020204" pitchFamily="34" charset="0"/>
              </a:defRPr>
            </a:lvl5pPr>
            <a:lvl6pPr marL="2062163" indent="-233363" algn="l" rtl="0" eaLnBrk="1" fontAlgn="base" hangingPunct="1">
              <a:spcBef>
                <a:spcPct val="20000"/>
              </a:spcBef>
              <a:spcAft>
                <a:spcPct val="0"/>
              </a:spcAft>
              <a:buFont typeface="Arial" charset="0"/>
              <a:buChar char="–"/>
              <a:defRPr sz="2800">
                <a:solidFill>
                  <a:schemeClr val="tx1"/>
                </a:solidFill>
                <a:latin typeface="+mn-lt"/>
              </a:defRPr>
            </a:lvl6pPr>
            <a:lvl7pPr marL="2519363" indent="-233363" algn="l" rtl="0" eaLnBrk="1" fontAlgn="base" hangingPunct="1">
              <a:spcBef>
                <a:spcPct val="20000"/>
              </a:spcBef>
              <a:spcAft>
                <a:spcPct val="0"/>
              </a:spcAft>
              <a:buFont typeface="Arial" charset="0"/>
              <a:buChar char="–"/>
              <a:defRPr sz="2800">
                <a:solidFill>
                  <a:schemeClr val="tx1"/>
                </a:solidFill>
                <a:latin typeface="+mn-lt"/>
              </a:defRPr>
            </a:lvl7pPr>
            <a:lvl8pPr marL="2976563" indent="-233363" algn="l" rtl="0" eaLnBrk="1" fontAlgn="base" hangingPunct="1">
              <a:spcBef>
                <a:spcPct val="20000"/>
              </a:spcBef>
              <a:spcAft>
                <a:spcPct val="0"/>
              </a:spcAft>
              <a:buFont typeface="Arial" charset="0"/>
              <a:buChar char="–"/>
              <a:defRPr sz="2800">
                <a:solidFill>
                  <a:schemeClr val="tx1"/>
                </a:solidFill>
                <a:latin typeface="+mn-lt"/>
              </a:defRPr>
            </a:lvl8pPr>
            <a:lvl9pPr marL="3433763" indent="-233363" algn="l" rtl="0" eaLnBrk="1" fontAlgn="base" hangingPunct="1">
              <a:spcBef>
                <a:spcPct val="20000"/>
              </a:spcBef>
              <a:spcAft>
                <a:spcPct val="0"/>
              </a:spcAft>
              <a:buFont typeface="Arial" charset="0"/>
              <a:buChar char="–"/>
              <a:defRPr sz="2800">
                <a:solidFill>
                  <a:schemeClr val="tx1"/>
                </a:solidFill>
                <a:latin typeface="+mn-lt"/>
              </a:defRPr>
            </a:lvl9pPr>
          </a:lstStyle>
          <a:p>
            <a:pPr>
              <a:lnSpc>
                <a:spcPct val="120000"/>
              </a:lnSpc>
              <a:spcBef>
                <a:spcPts val="800"/>
              </a:spcBef>
              <a:spcAft>
                <a:spcPts val="600"/>
              </a:spcAft>
            </a:pPr>
            <a:r>
              <a:rPr lang="en-US" sz="1400" kern="0" dirty="0"/>
              <a:t>Licensing Approval and Renewal</a:t>
            </a:r>
          </a:p>
          <a:p>
            <a:pPr>
              <a:lnSpc>
                <a:spcPct val="120000"/>
              </a:lnSpc>
              <a:spcBef>
                <a:spcPts val="800"/>
              </a:spcBef>
              <a:spcAft>
                <a:spcPts val="600"/>
              </a:spcAft>
            </a:pPr>
            <a:r>
              <a:rPr lang="en-US" sz="1400" kern="0" dirty="0"/>
              <a:t>Fees and Levies</a:t>
            </a:r>
          </a:p>
        </p:txBody>
      </p:sp>
      <p:sp>
        <p:nvSpPr>
          <p:cNvPr id="6" name="Rectangle 5"/>
          <p:cNvSpPr/>
          <p:nvPr/>
        </p:nvSpPr>
        <p:spPr>
          <a:xfrm>
            <a:off x="301445" y="1447799"/>
            <a:ext cx="4478382"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Tariff Related Compliance</a:t>
            </a:r>
          </a:p>
        </p:txBody>
      </p:sp>
      <p:sp>
        <p:nvSpPr>
          <p:cNvPr id="10" name="Rectangle 9"/>
          <p:cNvSpPr/>
          <p:nvPr/>
        </p:nvSpPr>
        <p:spPr>
          <a:xfrm>
            <a:off x="5057623" y="1447800"/>
            <a:ext cx="3448355"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Performance Related Compliance</a:t>
            </a:r>
          </a:p>
        </p:txBody>
      </p:sp>
      <p:sp>
        <p:nvSpPr>
          <p:cNvPr id="11" name="Rectangle 10"/>
          <p:cNvSpPr/>
          <p:nvPr/>
        </p:nvSpPr>
        <p:spPr>
          <a:xfrm>
            <a:off x="5098141" y="3813687"/>
            <a:ext cx="3448355"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Others</a:t>
            </a:r>
          </a:p>
        </p:txBody>
      </p:sp>
    </p:spTree>
    <p:extLst>
      <p:ext uri="{BB962C8B-B14F-4D97-AF65-F5344CB8AC3E}">
        <p14:creationId xmlns:p14="http://schemas.microsoft.com/office/powerpoint/2010/main" val="1252162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extLst>
              <p:ext uri="{D42A27DB-BD31-4B8C-83A1-F6EECF244321}">
                <p14:modId xmlns:p14="http://schemas.microsoft.com/office/powerpoint/2010/main" val="31747279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pic>
        <p:nvPicPr>
          <p:cNvPr id="8" name="Picture 7"/>
          <p:cNvPicPr>
            <a:picLocks noChangeAspect="1"/>
          </p:cNvPicPr>
          <p:nvPr/>
        </p:nvPicPr>
        <p:blipFill rotWithShape="1">
          <a:blip r:embed="rId6"/>
          <a:srcRect l="16447" t="18982" r="17790" b="9440"/>
          <a:stretch/>
        </p:blipFill>
        <p:spPr>
          <a:xfrm>
            <a:off x="472441" y="1508023"/>
            <a:ext cx="8214359" cy="5029199"/>
          </a:xfrm>
          <a:prstGeom prst="rect">
            <a:avLst/>
          </a:prstGeom>
        </p:spPr>
      </p:pic>
      <p:sp>
        <p:nvSpPr>
          <p:cNvPr id="2" name="Title 1"/>
          <p:cNvSpPr>
            <a:spLocks noGrp="1"/>
          </p:cNvSpPr>
          <p:nvPr>
            <p:ph type="title"/>
          </p:nvPr>
        </p:nvSpPr>
        <p:spPr>
          <a:xfrm>
            <a:off x="0" y="31376"/>
            <a:ext cx="8686800" cy="533400"/>
          </a:xfrm>
        </p:spPr>
        <p:txBody>
          <a:bodyPr/>
          <a:lstStyle/>
          <a:p>
            <a:r>
              <a:rPr lang="en-US" dirty="0">
                <a:latin typeface="Arial" panose="020B0604020202020204" pitchFamily="34" charset="0"/>
                <a:cs typeface="Arial" panose="020B0604020202020204" pitchFamily="34" charset="0"/>
              </a:rPr>
              <a:t>2. Identifying Compliance Obligations (contd.)</a:t>
            </a:r>
          </a:p>
        </p:txBody>
      </p:sp>
      <p:sp>
        <p:nvSpPr>
          <p:cNvPr id="3" name="Content Placeholder 2"/>
          <p:cNvSpPr>
            <a:spLocks noGrp="1"/>
          </p:cNvSpPr>
          <p:nvPr>
            <p:ph idx="1"/>
          </p:nvPr>
        </p:nvSpPr>
        <p:spPr>
          <a:xfrm>
            <a:off x="76200" y="914400"/>
            <a:ext cx="9067800" cy="1143000"/>
          </a:xfrm>
        </p:spPr>
        <p:txBody>
          <a:bodyPr/>
          <a:lstStyle/>
          <a:p>
            <a:pPr>
              <a:lnSpc>
                <a:spcPct val="120000"/>
              </a:lnSpc>
              <a:spcBef>
                <a:spcPts val="800"/>
              </a:spcBef>
              <a:spcAft>
                <a:spcPts val="600"/>
              </a:spcAft>
            </a:pPr>
            <a:r>
              <a:rPr lang="en-US" sz="1600" dirty="0"/>
              <a:t>Illustrative Timeline for Compliance Requirements – Illustrative example of a timeline compliance matrix (Tariff related) prescribed by a Regulatory Commission in India</a:t>
            </a:r>
          </a:p>
        </p:txBody>
      </p:sp>
    </p:spTree>
    <p:extLst>
      <p:ext uri="{BB962C8B-B14F-4D97-AF65-F5344CB8AC3E}">
        <p14:creationId xmlns:p14="http://schemas.microsoft.com/office/powerpoint/2010/main" val="37215888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extLst>
              <p:ext uri="{D42A27DB-BD31-4B8C-83A1-F6EECF244321}">
                <p14:modId xmlns:p14="http://schemas.microsoft.com/office/powerpoint/2010/main" val="19792346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ct val="0"/>
              </a:spcBef>
              <a:spcAft>
                <a:spcPct val="0"/>
              </a:spcAft>
            </a:pP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p:cNvSpPr>
            <a:spLocks noGrp="1"/>
          </p:cNvSpPr>
          <p:nvPr>
            <p:ph type="title"/>
          </p:nvPr>
        </p:nvSpPr>
        <p:spPr>
          <a:xfrm>
            <a:off x="0" y="31376"/>
            <a:ext cx="8686800" cy="533400"/>
          </a:xfrm>
        </p:spPr>
        <p:txBody>
          <a:bodyPr/>
          <a:lstStyle/>
          <a:p>
            <a:r>
              <a:rPr lang="en-US" dirty="0">
                <a:latin typeface="Arial" panose="020B0604020202020204" pitchFamily="34" charset="0"/>
                <a:cs typeface="Arial" panose="020B0604020202020204" pitchFamily="34" charset="0"/>
              </a:rPr>
              <a:t>3. Assessing Non-Compliance Risk</a:t>
            </a:r>
          </a:p>
        </p:txBody>
      </p:sp>
      <p:sp>
        <p:nvSpPr>
          <p:cNvPr id="3" name="Content Placeholder 2"/>
          <p:cNvSpPr>
            <a:spLocks noGrp="1"/>
          </p:cNvSpPr>
          <p:nvPr>
            <p:ph idx="1"/>
          </p:nvPr>
        </p:nvSpPr>
        <p:spPr>
          <a:xfrm>
            <a:off x="5105400" y="1981200"/>
            <a:ext cx="3810000" cy="3454400"/>
          </a:xfrm>
          <a:solidFill>
            <a:schemeClr val="accent3">
              <a:lumMod val="20000"/>
              <a:lumOff val="80000"/>
            </a:schemeClr>
          </a:solidFill>
        </p:spPr>
        <p:txBody>
          <a:bodyPr/>
          <a:lstStyle/>
          <a:p>
            <a:pPr>
              <a:lnSpc>
                <a:spcPct val="120000"/>
              </a:lnSpc>
              <a:spcBef>
                <a:spcPts val="800"/>
              </a:spcBef>
              <a:spcAft>
                <a:spcPts val="600"/>
              </a:spcAft>
            </a:pPr>
            <a:r>
              <a:rPr lang="en-US" sz="1600" dirty="0"/>
              <a:t>Assessing the impact of Inherent and residual risk violation</a:t>
            </a:r>
          </a:p>
          <a:p>
            <a:pPr>
              <a:lnSpc>
                <a:spcPct val="120000"/>
              </a:lnSpc>
              <a:spcBef>
                <a:spcPts val="800"/>
              </a:spcBef>
              <a:spcAft>
                <a:spcPts val="600"/>
              </a:spcAft>
            </a:pPr>
            <a:r>
              <a:rPr lang="en-US" sz="1600" dirty="0"/>
              <a:t>Most Regulatory Commissions prescribe non-compliance penalties in the form:</a:t>
            </a:r>
          </a:p>
          <a:p>
            <a:pPr lvl="1">
              <a:lnSpc>
                <a:spcPct val="120000"/>
              </a:lnSpc>
              <a:spcBef>
                <a:spcPts val="800"/>
              </a:spcBef>
              <a:spcAft>
                <a:spcPts val="600"/>
              </a:spcAft>
            </a:pPr>
            <a:r>
              <a:rPr lang="en-US" sz="1400" b="1" dirty="0"/>
              <a:t>Monetary penalties</a:t>
            </a:r>
          </a:p>
          <a:p>
            <a:pPr lvl="1">
              <a:lnSpc>
                <a:spcPct val="120000"/>
              </a:lnSpc>
              <a:spcBef>
                <a:spcPts val="800"/>
              </a:spcBef>
              <a:spcAft>
                <a:spcPts val="600"/>
              </a:spcAft>
            </a:pPr>
            <a:r>
              <a:rPr lang="en-US" sz="1400" b="1" dirty="0"/>
              <a:t>Suspending license</a:t>
            </a:r>
          </a:p>
          <a:p>
            <a:pPr lvl="1">
              <a:lnSpc>
                <a:spcPct val="120000"/>
              </a:lnSpc>
              <a:spcBef>
                <a:spcPts val="800"/>
              </a:spcBef>
              <a:spcAft>
                <a:spcPts val="600"/>
              </a:spcAft>
            </a:pPr>
            <a:r>
              <a:rPr lang="en-US" sz="1400" b="1" dirty="0"/>
              <a:t>Revocation </a:t>
            </a:r>
          </a:p>
        </p:txBody>
      </p:sp>
      <p:graphicFrame>
        <p:nvGraphicFramePr>
          <p:cNvPr id="6" name="Diagram 5"/>
          <p:cNvGraphicFramePr/>
          <p:nvPr>
            <p:extLst>
              <p:ext uri="{D42A27DB-BD31-4B8C-83A1-F6EECF244321}">
                <p14:modId xmlns:p14="http://schemas.microsoft.com/office/powerpoint/2010/main" val="272162520"/>
              </p:ext>
            </p:extLst>
          </p:nvPr>
        </p:nvGraphicFramePr>
        <p:xfrm>
          <a:off x="-304800" y="1524000"/>
          <a:ext cx="5410200" cy="40640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7" name="Oval 6"/>
          <p:cNvSpPr/>
          <p:nvPr/>
        </p:nvSpPr>
        <p:spPr>
          <a:xfrm>
            <a:off x="2247900" y="12192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1</a:t>
            </a:r>
          </a:p>
        </p:txBody>
      </p:sp>
      <p:sp>
        <p:nvSpPr>
          <p:cNvPr id="8" name="Oval 7"/>
          <p:cNvSpPr/>
          <p:nvPr/>
        </p:nvSpPr>
        <p:spPr>
          <a:xfrm>
            <a:off x="3886200" y="24384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p>
        </p:txBody>
      </p:sp>
      <p:sp>
        <p:nvSpPr>
          <p:cNvPr id="9" name="Oval 8"/>
          <p:cNvSpPr/>
          <p:nvPr/>
        </p:nvSpPr>
        <p:spPr>
          <a:xfrm>
            <a:off x="609600" y="24384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5</a:t>
            </a:r>
          </a:p>
        </p:txBody>
      </p:sp>
      <p:sp>
        <p:nvSpPr>
          <p:cNvPr id="10" name="Oval 9"/>
          <p:cNvSpPr/>
          <p:nvPr/>
        </p:nvSpPr>
        <p:spPr>
          <a:xfrm>
            <a:off x="3295650" y="43434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a:t>
            </a:r>
          </a:p>
        </p:txBody>
      </p:sp>
      <p:sp>
        <p:nvSpPr>
          <p:cNvPr id="11" name="Oval 10"/>
          <p:cNvSpPr/>
          <p:nvPr/>
        </p:nvSpPr>
        <p:spPr>
          <a:xfrm>
            <a:off x="1190625" y="43434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4</a:t>
            </a:r>
          </a:p>
        </p:txBody>
      </p:sp>
      <p:sp>
        <p:nvSpPr>
          <p:cNvPr id="12" name="Right Arrow 11"/>
          <p:cNvSpPr/>
          <p:nvPr/>
        </p:nvSpPr>
        <p:spPr>
          <a:xfrm>
            <a:off x="4114800" y="4953000"/>
            <a:ext cx="990600" cy="381000"/>
          </a:xfrm>
          <a:prstGeom prst="rightArrow">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5874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ct val="0"/>
              </a:spcBef>
              <a:spcAft>
                <a:spcPct val="0"/>
              </a:spcAft>
            </a:pP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p:cNvSpPr>
            <a:spLocks noGrp="1"/>
          </p:cNvSpPr>
          <p:nvPr>
            <p:ph type="title"/>
          </p:nvPr>
        </p:nvSpPr>
        <p:spPr>
          <a:xfrm>
            <a:off x="0" y="31376"/>
            <a:ext cx="8686800" cy="533400"/>
          </a:xfrm>
        </p:spPr>
        <p:txBody>
          <a:bodyPr/>
          <a:lstStyle/>
          <a:p>
            <a:r>
              <a:rPr lang="en-US" dirty="0">
                <a:latin typeface="Arial" panose="020B0604020202020204" pitchFamily="34" charset="0"/>
                <a:cs typeface="Arial" panose="020B0604020202020204" pitchFamily="34" charset="0"/>
              </a:rPr>
              <a:t>3. Assessing Non-Compliance Risk (contd.)</a:t>
            </a:r>
          </a:p>
        </p:txBody>
      </p:sp>
      <p:sp>
        <p:nvSpPr>
          <p:cNvPr id="3" name="Content Placeholder 2"/>
          <p:cNvSpPr>
            <a:spLocks noGrp="1"/>
          </p:cNvSpPr>
          <p:nvPr>
            <p:ph idx="1"/>
          </p:nvPr>
        </p:nvSpPr>
        <p:spPr>
          <a:xfrm>
            <a:off x="381000" y="1447800"/>
            <a:ext cx="8458200" cy="5257800"/>
          </a:xfrm>
          <a:solidFill>
            <a:schemeClr val="accent3">
              <a:lumMod val="20000"/>
              <a:lumOff val="80000"/>
            </a:schemeClr>
          </a:solidFill>
        </p:spPr>
        <p:txBody>
          <a:bodyPr/>
          <a:lstStyle/>
          <a:p>
            <a:pPr marL="0" indent="0" algn="ctr">
              <a:lnSpc>
                <a:spcPct val="120000"/>
              </a:lnSpc>
              <a:spcBef>
                <a:spcPts val="800"/>
              </a:spcBef>
              <a:spcAft>
                <a:spcPts val="600"/>
              </a:spcAft>
              <a:buNone/>
            </a:pPr>
            <a:r>
              <a:rPr lang="en-US" sz="2000" dirty="0"/>
              <a:t>Central Electricity Regulatory Commission, India</a:t>
            </a:r>
          </a:p>
          <a:p>
            <a:pPr marL="0" indent="0" algn="ctr">
              <a:lnSpc>
                <a:spcPct val="120000"/>
              </a:lnSpc>
              <a:spcBef>
                <a:spcPts val="800"/>
              </a:spcBef>
              <a:spcAft>
                <a:spcPts val="600"/>
              </a:spcAft>
              <a:buNone/>
            </a:pPr>
            <a:r>
              <a:rPr lang="en-US" sz="1400" i="1" dirty="0"/>
              <a:t>Penalties for non-compliance for Trading Licensees</a:t>
            </a:r>
          </a:p>
          <a:p>
            <a:pPr algn="just">
              <a:lnSpc>
                <a:spcPct val="120000"/>
              </a:lnSpc>
              <a:spcBef>
                <a:spcPts val="800"/>
              </a:spcBef>
              <a:spcAft>
                <a:spcPts val="600"/>
              </a:spcAft>
            </a:pPr>
            <a:r>
              <a:rPr lang="en-US" sz="1600" dirty="0"/>
              <a:t>Where the charge of serious contraventions is established against the licensee, the Commission may:</a:t>
            </a:r>
          </a:p>
          <a:p>
            <a:pPr lvl="1" algn="just">
              <a:lnSpc>
                <a:spcPct val="120000"/>
              </a:lnSpc>
              <a:spcBef>
                <a:spcPts val="400"/>
              </a:spcBef>
              <a:spcAft>
                <a:spcPts val="600"/>
              </a:spcAft>
            </a:pPr>
            <a:r>
              <a:rPr lang="en-US" b="1" dirty="0"/>
              <a:t>Direct that the licensee shall pay, by way of penalty, a sum which shall not exceed rupee one lakh for each contravention; and/or</a:t>
            </a:r>
          </a:p>
          <a:p>
            <a:pPr lvl="1" algn="just">
              <a:lnSpc>
                <a:spcPct val="120000"/>
              </a:lnSpc>
              <a:spcBef>
                <a:spcPts val="400"/>
              </a:spcBef>
              <a:spcAft>
                <a:spcPts val="600"/>
              </a:spcAft>
            </a:pPr>
            <a:r>
              <a:rPr lang="en-US" b="1" dirty="0"/>
              <a:t>Debar the licensee, from trading in short term market or medium term market or through power exchanges for a period not exceeding one year; or</a:t>
            </a:r>
          </a:p>
          <a:p>
            <a:pPr lvl="1" algn="just">
              <a:lnSpc>
                <a:spcPct val="120000"/>
              </a:lnSpc>
              <a:spcBef>
                <a:spcPts val="400"/>
              </a:spcBef>
              <a:spcAft>
                <a:spcPts val="600"/>
              </a:spcAft>
            </a:pPr>
            <a:r>
              <a:rPr lang="en-US" b="1" dirty="0"/>
              <a:t>Suspend the </a:t>
            </a:r>
            <a:r>
              <a:rPr lang="en-US" b="1" dirty="0" err="1"/>
              <a:t>licence</a:t>
            </a:r>
            <a:r>
              <a:rPr lang="en-US" b="1" dirty="0"/>
              <a:t> for trading in electricity for a period not exceeding one year;</a:t>
            </a:r>
          </a:p>
          <a:p>
            <a:pPr marL="347663" lvl="1" indent="0" algn="just">
              <a:lnSpc>
                <a:spcPct val="120000"/>
              </a:lnSpc>
              <a:spcBef>
                <a:spcPts val="400"/>
              </a:spcBef>
              <a:spcAft>
                <a:spcPts val="600"/>
              </a:spcAft>
              <a:buNone/>
            </a:pPr>
            <a:r>
              <a:rPr lang="en-US" b="1" dirty="0"/>
              <a:t>or</a:t>
            </a:r>
          </a:p>
          <a:p>
            <a:pPr lvl="1" algn="just">
              <a:lnSpc>
                <a:spcPct val="120000"/>
              </a:lnSpc>
              <a:spcBef>
                <a:spcPts val="400"/>
              </a:spcBef>
              <a:spcAft>
                <a:spcPts val="600"/>
              </a:spcAft>
            </a:pPr>
            <a:r>
              <a:rPr lang="en-US" b="1" dirty="0"/>
              <a:t>Revoke the </a:t>
            </a:r>
            <a:r>
              <a:rPr lang="en-US" b="1" dirty="0" err="1"/>
              <a:t>licence</a:t>
            </a:r>
            <a:r>
              <a:rPr lang="en-US" b="1" dirty="0"/>
              <a:t> of the licensee; or</a:t>
            </a:r>
          </a:p>
          <a:p>
            <a:pPr lvl="1" algn="just">
              <a:lnSpc>
                <a:spcPct val="120000"/>
              </a:lnSpc>
              <a:spcBef>
                <a:spcPts val="400"/>
              </a:spcBef>
              <a:spcAft>
                <a:spcPts val="600"/>
              </a:spcAft>
            </a:pPr>
            <a:r>
              <a:rPr lang="en-US" b="1" dirty="0"/>
              <a:t>Issue such other directions or impose such other condition as the Commission may deem appropriate</a:t>
            </a:r>
          </a:p>
        </p:txBody>
      </p:sp>
      <p:cxnSp>
        <p:nvCxnSpPr>
          <p:cNvPr id="14" name="Straight Connector 13"/>
          <p:cNvCxnSpPr/>
          <p:nvPr/>
        </p:nvCxnSpPr>
        <p:spPr>
          <a:xfrm>
            <a:off x="381000" y="1143000"/>
            <a:ext cx="838200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1838672" y="999876"/>
            <a:ext cx="5466657" cy="2862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t>Illustration – Penalty Clauses</a:t>
            </a:r>
          </a:p>
        </p:txBody>
      </p:sp>
    </p:spTree>
    <p:extLst>
      <p:ext uri="{BB962C8B-B14F-4D97-AF65-F5344CB8AC3E}">
        <p14:creationId xmlns:p14="http://schemas.microsoft.com/office/powerpoint/2010/main" val="3519038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ct val="0"/>
              </a:spcBef>
              <a:spcAft>
                <a:spcPct val="0"/>
              </a:spcAft>
            </a:pP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p:cNvSpPr>
            <a:spLocks noGrp="1"/>
          </p:cNvSpPr>
          <p:nvPr>
            <p:ph type="title"/>
          </p:nvPr>
        </p:nvSpPr>
        <p:spPr>
          <a:xfrm>
            <a:off x="0" y="31376"/>
            <a:ext cx="8686800" cy="533400"/>
          </a:xfrm>
        </p:spPr>
        <p:txBody>
          <a:bodyPr/>
          <a:lstStyle/>
          <a:p>
            <a:r>
              <a:rPr lang="en-US" dirty="0">
                <a:latin typeface="Arial" panose="020B0604020202020204" pitchFamily="34" charset="0"/>
                <a:cs typeface="Arial" panose="020B0604020202020204" pitchFamily="34" charset="0"/>
              </a:rPr>
              <a:t>3. Assessing Non-Compliance Risk (contd.)</a:t>
            </a:r>
          </a:p>
        </p:txBody>
      </p:sp>
      <p:sp>
        <p:nvSpPr>
          <p:cNvPr id="3" name="Content Placeholder 2"/>
          <p:cNvSpPr>
            <a:spLocks noGrp="1"/>
          </p:cNvSpPr>
          <p:nvPr>
            <p:ph idx="1"/>
          </p:nvPr>
        </p:nvSpPr>
        <p:spPr>
          <a:xfrm>
            <a:off x="381000" y="1447800"/>
            <a:ext cx="4114800" cy="1752600"/>
          </a:xfrm>
          <a:solidFill>
            <a:schemeClr val="accent3">
              <a:lumMod val="20000"/>
              <a:lumOff val="80000"/>
            </a:schemeClr>
          </a:solidFill>
        </p:spPr>
        <p:txBody>
          <a:bodyPr anchor="ctr"/>
          <a:lstStyle/>
          <a:p>
            <a:pPr marL="0" indent="0" algn="ctr">
              <a:lnSpc>
                <a:spcPct val="120000"/>
              </a:lnSpc>
              <a:spcBef>
                <a:spcPts val="800"/>
              </a:spcBef>
              <a:spcAft>
                <a:spcPts val="600"/>
              </a:spcAft>
              <a:buNone/>
            </a:pPr>
            <a:r>
              <a:rPr lang="en-US" sz="1600" dirty="0"/>
              <a:t>Madhya Pradesh (India) ERC penalized the State Owned Utility for non-compliance of Renewable Purchase Obligations</a:t>
            </a:r>
            <a:endParaRPr lang="en-US" sz="1400" i="1" dirty="0"/>
          </a:p>
        </p:txBody>
      </p:sp>
      <p:cxnSp>
        <p:nvCxnSpPr>
          <p:cNvPr id="14" name="Straight Connector 13"/>
          <p:cNvCxnSpPr/>
          <p:nvPr/>
        </p:nvCxnSpPr>
        <p:spPr>
          <a:xfrm>
            <a:off x="381000" y="1143000"/>
            <a:ext cx="838200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1838672" y="999876"/>
            <a:ext cx="5466657" cy="2862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t>Illustration – Imposing Penalties</a:t>
            </a:r>
          </a:p>
        </p:txBody>
      </p:sp>
      <p:pic>
        <p:nvPicPr>
          <p:cNvPr id="6" name="Picture 5"/>
          <p:cNvPicPr>
            <a:picLocks noChangeAspect="1"/>
          </p:cNvPicPr>
          <p:nvPr/>
        </p:nvPicPr>
        <p:blipFill rotWithShape="1">
          <a:blip r:embed="rId6"/>
          <a:srcRect l="17521" t="22573" r="39446" b="18243"/>
          <a:stretch/>
        </p:blipFill>
        <p:spPr>
          <a:xfrm>
            <a:off x="762000" y="3552572"/>
            <a:ext cx="3581400" cy="2770517"/>
          </a:xfrm>
          <a:prstGeom prst="rect">
            <a:avLst/>
          </a:prstGeom>
        </p:spPr>
      </p:pic>
      <p:pic>
        <p:nvPicPr>
          <p:cNvPr id="7" name="Picture 6"/>
          <p:cNvPicPr>
            <a:picLocks noChangeAspect="1"/>
          </p:cNvPicPr>
          <p:nvPr/>
        </p:nvPicPr>
        <p:blipFill rotWithShape="1">
          <a:blip r:embed="rId7"/>
          <a:srcRect l="16643" t="38138" r="39371" b="4800"/>
          <a:stretch/>
        </p:blipFill>
        <p:spPr>
          <a:xfrm>
            <a:off x="4922675" y="3475255"/>
            <a:ext cx="3551995" cy="2592000"/>
          </a:xfrm>
          <a:prstGeom prst="rect">
            <a:avLst/>
          </a:prstGeom>
        </p:spPr>
      </p:pic>
      <p:sp>
        <p:nvSpPr>
          <p:cNvPr id="9" name="Oval 8"/>
          <p:cNvSpPr/>
          <p:nvPr/>
        </p:nvSpPr>
        <p:spPr>
          <a:xfrm>
            <a:off x="529937" y="3323973"/>
            <a:ext cx="3962400" cy="127461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4568537" y="3323973"/>
            <a:ext cx="3962400" cy="127461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2"/>
          <p:cNvSpPr txBox="1">
            <a:spLocks/>
          </p:cNvSpPr>
          <p:nvPr/>
        </p:nvSpPr>
        <p:spPr bwMode="auto">
          <a:xfrm>
            <a:off x="4648200" y="1454727"/>
            <a:ext cx="4114800" cy="1752600"/>
          </a:xfrm>
          <a:prstGeom prst="rect">
            <a:avLst/>
          </a:prstGeom>
          <a:solidFill>
            <a:schemeClr val="accent3">
              <a:lumMod val="20000"/>
              <a:lumOff val="80000"/>
            </a:schemeClr>
          </a:solidFill>
          <a:ln w="9525">
            <a:noFill/>
            <a:miter lim="800000"/>
            <a:headEnd/>
            <a:tailEnd/>
          </a:ln>
        </p:spPr>
        <p:txBody>
          <a:bodyPr vert="horz" wrap="square" lIns="91440" tIns="45720" rIns="91440" bIns="45720" numCol="1" anchor="ctr" anchorCtr="0" compatLnSpc="1">
            <a:prstTxWarp prst="textNoShape">
              <a:avLst/>
            </a:prstTxWarp>
          </a:bodyPr>
          <a:lstStyle>
            <a:lvl1pPr marL="233363" indent="-233363" algn="l" rtl="0" eaLnBrk="0" fontAlgn="base" hangingPunct="0">
              <a:spcBef>
                <a:spcPct val="20000"/>
              </a:spcBef>
              <a:spcAft>
                <a:spcPct val="0"/>
              </a:spcAft>
              <a:buChar char="•"/>
              <a:defRPr sz="1800" b="1">
                <a:solidFill>
                  <a:schemeClr val="tx1"/>
                </a:solidFill>
                <a:latin typeface="Arial" panose="020B0604020202020204" pitchFamily="34" charset="0"/>
                <a:ea typeface="+mn-ea"/>
                <a:cs typeface="Arial" panose="020B0604020202020204" pitchFamily="34" charset="0"/>
              </a:defRPr>
            </a:lvl1pPr>
            <a:lvl2pPr marL="573088" indent="-225425" algn="l" rtl="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2pPr>
            <a:lvl3pPr marL="914400" indent="-223838" algn="l" rtl="0" eaLnBrk="0" fontAlgn="base" hangingPunct="0">
              <a:spcBef>
                <a:spcPct val="20000"/>
              </a:spcBef>
              <a:spcAft>
                <a:spcPct val="0"/>
              </a:spcAft>
              <a:buFont typeface="Wingdings" pitchFamily="2" charset="2"/>
              <a:buChar char="§"/>
              <a:defRPr sz="1600">
                <a:solidFill>
                  <a:schemeClr val="tx1"/>
                </a:solidFill>
                <a:latin typeface="Arial" panose="020B0604020202020204" pitchFamily="34" charset="0"/>
                <a:cs typeface="Arial" panose="020B0604020202020204" pitchFamily="34" charset="0"/>
              </a:defRPr>
            </a:lvl3pPr>
            <a:lvl4pPr marL="1255713" indent="-225425"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4pPr>
            <a:lvl5pPr marL="1604963" indent="-233363" algn="l" rtl="0" eaLnBrk="0" fontAlgn="base" hangingPunct="0">
              <a:spcBef>
                <a:spcPct val="20000"/>
              </a:spcBef>
              <a:spcAft>
                <a:spcPct val="0"/>
              </a:spcAft>
              <a:buFont typeface="Arial" pitchFamily="34" charset="0"/>
              <a:buChar char="–"/>
              <a:defRPr sz="1800">
                <a:solidFill>
                  <a:schemeClr val="tx1"/>
                </a:solidFill>
                <a:latin typeface="Arial" panose="020B0604020202020204" pitchFamily="34" charset="0"/>
                <a:cs typeface="Arial" panose="020B0604020202020204" pitchFamily="34" charset="0"/>
              </a:defRPr>
            </a:lvl5pPr>
            <a:lvl6pPr marL="2062163" indent="-233363" algn="l" rtl="0" eaLnBrk="1" fontAlgn="base" hangingPunct="1">
              <a:spcBef>
                <a:spcPct val="20000"/>
              </a:spcBef>
              <a:spcAft>
                <a:spcPct val="0"/>
              </a:spcAft>
              <a:buFont typeface="Arial" charset="0"/>
              <a:buChar char="–"/>
              <a:defRPr sz="2800">
                <a:solidFill>
                  <a:schemeClr val="tx1"/>
                </a:solidFill>
                <a:latin typeface="+mn-lt"/>
              </a:defRPr>
            </a:lvl6pPr>
            <a:lvl7pPr marL="2519363" indent="-233363" algn="l" rtl="0" eaLnBrk="1" fontAlgn="base" hangingPunct="1">
              <a:spcBef>
                <a:spcPct val="20000"/>
              </a:spcBef>
              <a:spcAft>
                <a:spcPct val="0"/>
              </a:spcAft>
              <a:buFont typeface="Arial" charset="0"/>
              <a:buChar char="–"/>
              <a:defRPr sz="2800">
                <a:solidFill>
                  <a:schemeClr val="tx1"/>
                </a:solidFill>
                <a:latin typeface="+mn-lt"/>
              </a:defRPr>
            </a:lvl7pPr>
            <a:lvl8pPr marL="2976563" indent="-233363" algn="l" rtl="0" eaLnBrk="1" fontAlgn="base" hangingPunct="1">
              <a:spcBef>
                <a:spcPct val="20000"/>
              </a:spcBef>
              <a:spcAft>
                <a:spcPct val="0"/>
              </a:spcAft>
              <a:buFont typeface="Arial" charset="0"/>
              <a:buChar char="–"/>
              <a:defRPr sz="2800">
                <a:solidFill>
                  <a:schemeClr val="tx1"/>
                </a:solidFill>
                <a:latin typeface="+mn-lt"/>
              </a:defRPr>
            </a:lvl8pPr>
            <a:lvl9pPr marL="3433763" indent="-233363" algn="l" rtl="0" eaLnBrk="1" fontAlgn="base" hangingPunct="1">
              <a:spcBef>
                <a:spcPct val="20000"/>
              </a:spcBef>
              <a:spcAft>
                <a:spcPct val="0"/>
              </a:spcAft>
              <a:buFont typeface="Arial" charset="0"/>
              <a:buChar char="–"/>
              <a:defRPr sz="2800">
                <a:solidFill>
                  <a:schemeClr val="tx1"/>
                </a:solidFill>
                <a:latin typeface="+mn-lt"/>
              </a:defRPr>
            </a:lvl9pPr>
          </a:lstStyle>
          <a:p>
            <a:pPr marL="0" indent="0" algn="ctr">
              <a:lnSpc>
                <a:spcPct val="120000"/>
              </a:lnSpc>
              <a:spcBef>
                <a:spcPts val="800"/>
              </a:spcBef>
              <a:spcAft>
                <a:spcPts val="600"/>
              </a:spcAft>
              <a:buFontTx/>
              <a:buNone/>
            </a:pPr>
            <a:r>
              <a:rPr lang="en-US" sz="1600" kern="0" dirty="0"/>
              <a:t>Uttarakhand (India) ERC penalized the Uttarakhand Power Corporation for non-compliance of Renewable Purchase Obligations</a:t>
            </a:r>
            <a:endParaRPr lang="en-US" sz="1400" i="1" kern="0" dirty="0"/>
          </a:p>
        </p:txBody>
      </p:sp>
    </p:spTree>
    <p:extLst>
      <p:ext uri="{BB962C8B-B14F-4D97-AF65-F5344CB8AC3E}">
        <p14:creationId xmlns:p14="http://schemas.microsoft.com/office/powerpoint/2010/main" val="16237816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extLst>
              <p:ext uri="{D42A27DB-BD31-4B8C-83A1-F6EECF244321}">
                <p14:modId xmlns:p14="http://schemas.microsoft.com/office/powerpoint/2010/main" val="890557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ct val="0"/>
              </a:spcBef>
              <a:spcAft>
                <a:spcPct val="0"/>
              </a:spcAft>
            </a:pP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12" name="Right Arrow 11"/>
          <p:cNvSpPr/>
          <p:nvPr/>
        </p:nvSpPr>
        <p:spPr>
          <a:xfrm>
            <a:off x="2133600" y="4953000"/>
            <a:ext cx="2971800" cy="381000"/>
          </a:xfrm>
          <a:prstGeom prst="rightArrow">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0" y="31376"/>
            <a:ext cx="8686800" cy="533400"/>
          </a:xfrm>
        </p:spPr>
        <p:txBody>
          <a:bodyPr/>
          <a:lstStyle/>
          <a:p>
            <a:r>
              <a:rPr lang="en-US" dirty="0">
                <a:latin typeface="Arial" panose="020B0604020202020204" pitchFamily="34" charset="0"/>
                <a:cs typeface="Arial" panose="020B0604020202020204" pitchFamily="34" charset="0"/>
              </a:rPr>
              <a:t>4. Performing Control Activities</a:t>
            </a:r>
          </a:p>
        </p:txBody>
      </p:sp>
      <p:sp>
        <p:nvSpPr>
          <p:cNvPr id="3" name="Content Placeholder 2"/>
          <p:cNvSpPr>
            <a:spLocks noGrp="1"/>
          </p:cNvSpPr>
          <p:nvPr>
            <p:ph idx="1"/>
          </p:nvPr>
        </p:nvSpPr>
        <p:spPr>
          <a:xfrm>
            <a:off x="5105400" y="1447800"/>
            <a:ext cx="3810000" cy="4419600"/>
          </a:xfrm>
          <a:solidFill>
            <a:schemeClr val="accent3">
              <a:lumMod val="20000"/>
              <a:lumOff val="80000"/>
            </a:schemeClr>
          </a:solidFill>
        </p:spPr>
        <p:txBody>
          <a:bodyPr/>
          <a:lstStyle/>
          <a:p>
            <a:pPr>
              <a:lnSpc>
                <a:spcPct val="120000"/>
              </a:lnSpc>
              <a:spcBef>
                <a:spcPts val="800"/>
              </a:spcBef>
              <a:spcAft>
                <a:spcPts val="600"/>
              </a:spcAft>
            </a:pPr>
            <a:r>
              <a:rPr lang="en-US" sz="1600" dirty="0"/>
              <a:t>Policies and procedures established and implemented to help ensure the risk responses are effectively carried out.</a:t>
            </a:r>
          </a:p>
          <a:p>
            <a:pPr>
              <a:lnSpc>
                <a:spcPct val="120000"/>
              </a:lnSpc>
              <a:spcBef>
                <a:spcPts val="800"/>
              </a:spcBef>
              <a:spcAft>
                <a:spcPts val="600"/>
              </a:spcAft>
            </a:pPr>
            <a:r>
              <a:rPr lang="en-US" sz="1600" dirty="0"/>
              <a:t>Utilities should implement a Information Management Tool for compilation and communication of regulatory information </a:t>
            </a:r>
            <a:r>
              <a:rPr lang="en-US" sz="1600" b="0" dirty="0">
                <a:solidFill>
                  <a:schemeClr val="accent2"/>
                </a:solidFill>
              </a:rPr>
              <a:t>(</a:t>
            </a:r>
            <a:r>
              <a:rPr lang="en-US" sz="1600" i="1" dirty="0">
                <a:solidFill>
                  <a:schemeClr val="accent2"/>
                </a:solidFill>
              </a:rPr>
              <a:t>Regulatory Information Management System</a:t>
            </a:r>
            <a:r>
              <a:rPr lang="en-US" sz="1600" b="0" dirty="0">
                <a:solidFill>
                  <a:schemeClr val="accent2"/>
                </a:solidFill>
              </a:rPr>
              <a:t>)</a:t>
            </a:r>
          </a:p>
          <a:p>
            <a:pPr>
              <a:lnSpc>
                <a:spcPct val="120000"/>
              </a:lnSpc>
              <a:spcBef>
                <a:spcPts val="800"/>
              </a:spcBef>
              <a:spcAft>
                <a:spcPts val="600"/>
              </a:spcAft>
            </a:pPr>
            <a:r>
              <a:rPr lang="en-US" sz="1600" dirty="0"/>
              <a:t>The Information Management Tool allows large volumes of compliance items to be assessed and managed</a:t>
            </a:r>
          </a:p>
        </p:txBody>
      </p:sp>
      <p:graphicFrame>
        <p:nvGraphicFramePr>
          <p:cNvPr id="6" name="Diagram 5"/>
          <p:cNvGraphicFramePr/>
          <p:nvPr>
            <p:extLst>
              <p:ext uri="{D42A27DB-BD31-4B8C-83A1-F6EECF244321}">
                <p14:modId xmlns:p14="http://schemas.microsoft.com/office/powerpoint/2010/main" val="4279840871"/>
              </p:ext>
            </p:extLst>
          </p:nvPr>
        </p:nvGraphicFramePr>
        <p:xfrm>
          <a:off x="-304800" y="1524000"/>
          <a:ext cx="5410200" cy="40640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7" name="Oval 6"/>
          <p:cNvSpPr/>
          <p:nvPr/>
        </p:nvSpPr>
        <p:spPr>
          <a:xfrm>
            <a:off x="2247900" y="12192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1</a:t>
            </a:r>
          </a:p>
        </p:txBody>
      </p:sp>
      <p:sp>
        <p:nvSpPr>
          <p:cNvPr id="8" name="Oval 7"/>
          <p:cNvSpPr/>
          <p:nvPr/>
        </p:nvSpPr>
        <p:spPr>
          <a:xfrm>
            <a:off x="3886200" y="24384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p>
        </p:txBody>
      </p:sp>
      <p:sp>
        <p:nvSpPr>
          <p:cNvPr id="9" name="Oval 8"/>
          <p:cNvSpPr/>
          <p:nvPr/>
        </p:nvSpPr>
        <p:spPr>
          <a:xfrm>
            <a:off x="609600" y="24384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5</a:t>
            </a:r>
          </a:p>
        </p:txBody>
      </p:sp>
      <p:sp>
        <p:nvSpPr>
          <p:cNvPr id="10" name="Oval 9"/>
          <p:cNvSpPr/>
          <p:nvPr/>
        </p:nvSpPr>
        <p:spPr>
          <a:xfrm>
            <a:off x="3295650" y="43434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a:t>
            </a:r>
          </a:p>
        </p:txBody>
      </p:sp>
      <p:sp>
        <p:nvSpPr>
          <p:cNvPr id="11" name="Oval 10"/>
          <p:cNvSpPr/>
          <p:nvPr/>
        </p:nvSpPr>
        <p:spPr>
          <a:xfrm>
            <a:off x="1190625" y="43434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4</a:t>
            </a:r>
          </a:p>
        </p:txBody>
      </p:sp>
    </p:spTree>
    <p:extLst>
      <p:ext uri="{BB962C8B-B14F-4D97-AF65-F5344CB8AC3E}">
        <p14:creationId xmlns:p14="http://schemas.microsoft.com/office/powerpoint/2010/main" val="35542970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extLst>
              <p:ext uri="{D42A27DB-BD31-4B8C-83A1-F6EECF244321}">
                <p14:modId xmlns:p14="http://schemas.microsoft.com/office/powerpoint/2010/main" val="35455883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ct val="0"/>
              </a:spcBef>
              <a:spcAft>
                <a:spcPct val="0"/>
              </a:spcAft>
            </a:pP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p:cNvSpPr>
            <a:spLocks noGrp="1"/>
          </p:cNvSpPr>
          <p:nvPr>
            <p:ph type="title"/>
          </p:nvPr>
        </p:nvSpPr>
        <p:spPr>
          <a:xfrm>
            <a:off x="0" y="31376"/>
            <a:ext cx="8686800" cy="533400"/>
          </a:xfrm>
        </p:spPr>
        <p:txBody>
          <a:bodyPr/>
          <a:lstStyle/>
          <a:p>
            <a:r>
              <a:rPr lang="en-US" dirty="0">
                <a:latin typeface="Arial" panose="020B0604020202020204" pitchFamily="34" charset="0"/>
                <a:cs typeface="Arial" panose="020B0604020202020204" pitchFamily="34" charset="0"/>
              </a:rPr>
              <a:t>4. Performing Control Activities (contd.)</a:t>
            </a:r>
          </a:p>
        </p:txBody>
      </p:sp>
      <p:cxnSp>
        <p:nvCxnSpPr>
          <p:cNvPr id="14" name="Straight Connector 13"/>
          <p:cNvCxnSpPr/>
          <p:nvPr/>
        </p:nvCxnSpPr>
        <p:spPr>
          <a:xfrm>
            <a:off x="381000" y="1143000"/>
            <a:ext cx="838200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1838672" y="999876"/>
            <a:ext cx="5466657" cy="2862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Drafting a Petition – Data requirements</a:t>
            </a:r>
          </a:p>
        </p:txBody>
      </p:sp>
      <p:graphicFrame>
        <p:nvGraphicFramePr>
          <p:cNvPr id="23" name="Content Placeholder 22"/>
          <p:cNvGraphicFramePr>
            <a:graphicFrameLocks noGrp="1" noChangeAspect="1"/>
          </p:cNvGraphicFramePr>
          <p:nvPr>
            <p:ph idx="1"/>
            <p:extLst>
              <p:ext uri="{D42A27DB-BD31-4B8C-83A1-F6EECF244321}">
                <p14:modId xmlns:p14="http://schemas.microsoft.com/office/powerpoint/2010/main" val="4123543206"/>
              </p:ext>
            </p:extLst>
          </p:nvPr>
        </p:nvGraphicFramePr>
        <p:xfrm>
          <a:off x="2883693" y="1524000"/>
          <a:ext cx="3376613" cy="3630613"/>
        </p:xfrm>
        <a:graphic>
          <a:graphicData uri="http://schemas.openxmlformats.org/presentationml/2006/ole">
            <mc:AlternateContent xmlns:mc="http://schemas.openxmlformats.org/markup-compatibility/2006">
              <mc:Choice xmlns:v="urn:schemas-microsoft-com:vml" Requires="v">
                <p:oleObj name="Worksheet" r:id="rId6" imgW="9990019" imgH="10744141" progId="Excel.Sheet.8">
                  <p:embed/>
                </p:oleObj>
              </mc:Choice>
              <mc:Fallback>
                <p:oleObj name="Worksheet" r:id="rId6" imgW="9990019" imgH="10744141" progId="Excel.Sheet.8">
                  <p:embed/>
                  <p:pic>
                    <p:nvPicPr>
                      <p:cNvPr id="0" name=""/>
                      <p:cNvPicPr/>
                      <p:nvPr/>
                    </p:nvPicPr>
                    <p:blipFill>
                      <a:blip r:embed="rId7"/>
                      <a:stretch>
                        <a:fillRect/>
                      </a:stretch>
                    </p:blipFill>
                    <p:spPr>
                      <a:xfrm>
                        <a:off x="2883693" y="1524000"/>
                        <a:ext cx="3376613" cy="3630613"/>
                      </a:xfrm>
                      <a:prstGeom prst="rect">
                        <a:avLst/>
                      </a:prstGeom>
                    </p:spPr>
                  </p:pic>
                </p:oleObj>
              </mc:Fallback>
            </mc:AlternateContent>
          </a:graphicData>
        </a:graphic>
      </p:graphicFrame>
      <p:sp>
        <p:nvSpPr>
          <p:cNvPr id="8" name="Content Placeholder 2"/>
          <p:cNvSpPr txBox="1">
            <a:spLocks/>
          </p:cNvSpPr>
          <p:nvPr/>
        </p:nvSpPr>
        <p:spPr bwMode="auto">
          <a:xfrm>
            <a:off x="381000" y="5715000"/>
            <a:ext cx="8458200" cy="457200"/>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har char="•"/>
              <a:defRPr sz="1800" b="1">
                <a:solidFill>
                  <a:schemeClr val="tx1"/>
                </a:solidFill>
                <a:latin typeface="Arial" panose="020B0604020202020204" pitchFamily="34" charset="0"/>
                <a:ea typeface="+mn-ea"/>
                <a:cs typeface="Arial" panose="020B0604020202020204" pitchFamily="34" charset="0"/>
              </a:defRPr>
            </a:lvl1pPr>
            <a:lvl2pPr marL="573088" indent="-225425" algn="l" rtl="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2pPr>
            <a:lvl3pPr marL="914400" indent="-223838" algn="l" rtl="0" eaLnBrk="0" fontAlgn="base" hangingPunct="0">
              <a:spcBef>
                <a:spcPct val="20000"/>
              </a:spcBef>
              <a:spcAft>
                <a:spcPct val="0"/>
              </a:spcAft>
              <a:buFont typeface="Wingdings" pitchFamily="2" charset="2"/>
              <a:buChar char="§"/>
              <a:defRPr sz="1600">
                <a:solidFill>
                  <a:schemeClr val="tx1"/>
                </a:solidFill>
                <a:latin typeface="Arial" panose="020B0604020202020204" pitchFamily="34" charset="0"/>
                <a:cs typeface="Arial" panose="020B0604020202020204" pitchFamily="34" charset="0"/>
              </a:defRPr>
            </a:lvl3pPr>
            <a:lvl4pPr marL="1255713" indent="-225425"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4pPr>
            <a:lvl5pPr marL="1604963" indent="-233363" algn="l" rtl="0" eaLnBrk="0" fontAlgn="base" hangingPunct="0">
              <a:spcBef>
                <a:spcPct val="20000"/>
              </a:spcBef>
              <a:spcAft>
                <a:spcPct val="0"/>
              </a:spcAft>
              <a:buFont typeface="Arial" pitchFamily="34" charset="0"/>
              <a:buChar char="–"/>
              <a:defRPr sz="1800">
                <a:solidFill>
                  <a:schemeClr val="tx1"/>
                </a:solidFill>
                <a:latin typeface="Arial" panose="020B0604020202020204" pitchFamily="34" charset="0"/>
                <a:cs typeface="Arial" panose="020B0604020202020204" pitchFamily="34" charset="0"/>
              </a:defRPr>
            </a:lvl5pPr>
            <a:lvl6pPr marL="2062163" indent="-233363" algn="l" rtl="0" eaLnBrk="1" fontAlgn="base" hangingPunct="1">
              <a:spcBef>
                <a:spcPct val="20000"/>
              </a:spcBef>
              <a:spcAft>
                <a:spcPct val="0"/>
              </a:spcAft>
              <a:buFont typeface="Arial" charset="0"/>
              <a:buChar char="–"/>
              <a:defRPr sz="2800">
                <a:solidFill>
                  <a:schemeClr val="tx1"/>
                </a:solidFill>
                <a:latin typeface="+mn-lt"/>
              </a:defRPr>
            </a:lvl6pPr>
            <a:lvl7pPr marL="2519363" indent="-233363" algn="l" rtl="0" eaLnBrk="1" fontAlgn="base" hangingPunct="1">
              <a:spcBef>
                <a:spcPct val="20000"/>
              </a:spcBef>
              <a:spcAft>
                <a:spcPct val="0"/>
              </a:spcAft>
              <a:buFont typeface="Arial" charset="0"/>
              <a:buChar char="–"/>
              <a:defRPr sz="2800">
                <a:solidFill>
                  <a:schemeClr val="tx1"/>
                </a:solidFill>
                <a:latin typeface="+mn-lt"/>
              </a:defRPr>
            </a:lvl7pPr>
            <a:lvl8pPr marL="2976563" indent="-233363" algn="l" rtl="0" eaLnBrk="1" fontAlgn="base" hangingPunct="1">
              <a:spcBef>
                <a:spcPct val="20000"/>
              </a:spcBef>
              <a:spcAft>
                <a:spcPct val="0"/>
              </a:spcAft>
              <a:buFont typeface="Arial" charset="0"/>
              <a:buChar char="–"/>
              <a:defRPr sz="2800">
                <a:solidFill>
                  <a:schemeClr val="tx1"/>
                </a:solidFill>
                <a:latin typeface="+mn-lt"/>
              </a:defRPr>
            </a:lvl8pPr>
            <a:lvl9pPr marL="3433763" indent="-233363" algn="l" rtl="0" eaLnBrk="1" fontAlgn="base" hangingPunct="1">
              <a:spcBef>
                <a:spcPct val="20000"/>
              </a:spcBef>
              <a:spcAft>
                <a:spcPct val="0"/>
              </a:spcAft>
              <a:buFont typeface="Arial" charset="0"/>
              <a:buChar char="–"/>
              <a:defRPr sz="2800">
                <a:solidFill>
                  <a:schemeClr val="tx1"/>
                </a:solidFill>
                <a:latin typeface="+mn-lt"/>
              </a:defRPr>
            </a:lvl9pPr>
          </a:lstStyle>
          <a:p>
            <a:pPr marL="0" indent="0" algn="ctr">
              <a:lnSpc>
                <a:spcPct val="120000"/>
              </a:lnSpc>
              <a:spcBef>
                <a:spcPts val="800"/>
              </a:spcBef>
              <a:spcAft>
                <a:spcPts val="600"/>
              </a:spcAft>
              <a:buFontTx/>
              <a:buNone/>
            </a:pPr>
            <a:r>
              <a:rPr lang="en-US" sz="1400" kern="0" dirty="0">
                <a:hlinkClick r:id="rId8"/>
              </a:rPr>
              <a:t>http://jserc.org/pdf/regulations/Thermal%20Generation-MYT%20Formats.xls</a:t>
            </a:r>
            <a:r>
              <a:rPr lang="en-US" sz="1400" kern="0" dirty="0"/>
              <a:t> </a:t>
            </a:r>
            <a:endParaRPr lang="en-US" sz="1050" kern="0" dirty="0"/>
          </a:p>
        </p:txBody>
      </p:sp>
    </p:spTree>
    <p:extLst>
      <p:ext uri="{BB962C8B-B14F-4D97-AF65-F5344CB8AC3E}">
        <p14:creationId xmlns:p14="http://schemas.microsoft.com/office/powerpoint/2010/main" val="4234323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ct val="0"/>
              </a:spcBef>
              <a:spcAft>
                <a:spcPct val="0"/>
              </a:spcAft>
            </a:pP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p:cNvSpPr>
            <a:spLocks noGrp="1"/>
          </p:cNvSpPr>
          <p:nvPr>
            <p:ph type="title"/>
          </p:nvPr>
        </p:nvSpPr>
        <p:spPr>
          <a:xfrm>
            <a:off x="0" y="31376"/>
            <a:ext cx="8686800" cy="533400"/>
          </a:xfrm>
        </p:spPr>
        <p:txBody>
          <a:bodyPr/>
          <a:lstStyle/>
          <a:p>
            <a:r>
              <a:rPr lang="en-US" dirty="0">
                <a:latin typeface="Arial" panose="020B0604020202020204" pitchFamily="34" charset="0"/>
                <a:cs typeface="Arial" panose="020B0604020202020204" pitchFamily="34" charset="0"/>
              </a:rPr>
              <a:t>4. Performing Control Activities (contd.)</a:t>
            </a:r>
          </a:p>
        </p:txBody>
      </p:sp>
      <p:cxnSp>
        <p:nvCxnSpPr>
          <p:cNvPr id="14" name="Straight Connector 13"/>
          <p:cNvCxnSpPr/>
          <p:nvPr/>
        </p:nvCxnSpPr>
        <p:spPr>
          <a:xfrm>
            <a:off x="381000" y="1143000"/>
            <a:ext cx="838200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1838672" y="999876"/>
            <a:ext cx="5466657" cy="2862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t>Regulatory Information Management System</a:t>
            </a:r>
          </a:p>
        </p:txBody>
      </p:sp>
      <p:sp>
        <p:nvSpPr>
          <p:cNvPr id="3" name="Content Placeholder 2"/>
          <p:cNvSpPr>
            <a:spLocks noGrp="1"/>
          </p:cNvSpPr>
          <p:nvPr>
            <p:ph idx="1"/>
          </p:nvPr>
        </p:nvSpPr>
        <p:spPr>
          <a:xfrm>
            <a:off x="76200" y="1295400"/>
            <a:ext cx="9067800" cy="1806957"/>
          </a:xfrm>
        </p:spPr>
        <p:txBody>
          <a:bodyPr/>
          <a:lstStyle/>
          <a:p>
            <a:r>
              <a:rPr lang="en-US" sz="1600" b="0" dirty="0"/>
              <a:t>A regulator might set up dedicated portals that allow regulated utilities to submit the information required by the regulator in a timely and uniform manner.</a:t>
            </a:r>
          </a:p>
          <a:p>
            <a:r>
              <a:rPr lang="en-US" sz="1600" b="0" dirty="0"/>
              <a:t>Some of the examples of online portals set up to meet the requirements of regulator include:</a:t>
            </a:r>
          </a:p>
          <a:p>
            <a:pPr lvl="1"/>
            <a:r>
              <a:rPr lang="en-US" sz="1400" dirty="0"/>
              <a:t>In India, CERC uses an e-filing portal called as </a:t>
            </a:r>
            <a:r>
              <a:rPr lang="en-US" sz="1400" i="1" dirty="0">
                <a:solidFill>
                  <a:schemeClr val="accent2"/>
                </a:solidFill>
              </a:rPr>
              <a:t>System for Adjudication Using Digital Access &amp; Management of Information through Network Integration</a:t>
            </a:r>
            <a:r>
              <a:rPr lang="en-US" sz="1400" i="1" dirty="0"/>
              <a:t>. </a:t>
            </a:r>
            <a:r>
              <a:rPr lang="en-US" sz="1400" dirty="0"/>
              <a:t>It allows online filing of petition, creation of diary number against the filed petition, and submission of rejoinders and replies to comments of respondents.</a:t>
            </a:r>
          </a:p>
        </p:txBody>
      </p:sp>
      <p:pic>
        <p:nvPicPr>
          <p:cNvPr id="6" name="Picture 5"/>
          <p:cNvPicPr>
            <a:picLocks noChangeAspect="1"/>
          </p:cNvPicPr>
          <p:nvPr/>
        </p:nvPicPr>
        <p:blipFill rotWithShape="1">
          <a:blip r:embed="rId6"/>
          <a:srcRect b="13938"/>
          <a:stretch/>
        </p:blipFill>
        <p:spPr>
          <a:xfrm>
            <a:off x="-2105" y="2983421"/>
            <a:ext cx="4612205" cy="3264979"/>
          </a:xfrm>
          <a:prstGeom prst="rect">
            <a:avLst/>
          </a:prstGeom>
        </p:spPr>
      </p:pic>
      <p:pic>
        <p:nvPicPr>
          <p:cNvPr id="7" name="Picture 6"/>
          <p:cNvPicPr>
            <a:picLocks noChangeAspect="1"/>
          </p:cNvPicPr>
          <p:nvPr/>
        </p:nvPicPr>
        <p:blipFill>
          <a:blip r:embed="rId7"/>
          <a:stretch>
            <a:fillRect/>
          </a:stretch>
        </p:blipFill>
        <p:spPr>
          <a:xfrm>
            <a:off x="4335424" y="2992694"/>
            <a:ext cx="4808576" cy="3255706"/>
          </a:xfrm>
          <a:prstGeom prst="rect">
            <a:avLst/>
          </a:prstGeom>
        </p:spPr>
      </p:pic>
    </p:spTree>
    <p:extLst>
      <p:ext uri="{BB962C8B-B14F-4D97-AF65-F5344CB8AC3E}">
        <p14:creationId xmlns:p14="http://schemas.microsoft.com/office/powerpoint/2010/main" val="1331782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extLst>
              <p:ext uri="{D42A27DB-BD31-4B8C-83A1-F6EECF244321}">
                <p14:modId xmlns:p14="http://schemas.microsoft.com/office/powerpoint/2010/main" val="389989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ct val="0"/>
              </a:spcBef>
              <a:spcAft>
                <a:spcPct val="0"/>
              </a:spcAft>
            </a:pP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12" name="Right Arrow 11"/>
          <p:cNvSpPr/>
          <p:nvPr/>
        </p:nvSpPr>
        <p:spPr>
          <a:xfrm>
            <a:off x="1447800" y="2967182"/>
            <a:ext cx="3672078" cy="381000"/>
          </a:xfrm>
          <a:prstGeom prst="rightArrow">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0" y="31376"/>
            <a:ext cx="8686800" cy="533400"/>
          </a:xfrm>
        </p:spPr>
        <p:txBody>
          <a:bodyPr/>
          <a:lstStyle/>
          <a:p>
            <a:r>
              <a:rPr lang="en-US" dirty="0">
                <a:latin typeface="Arial" panose="020B0604020202020204" pitchFamily="34" charset="0"/>
                <a:cs typeface="Arial" panose="020B0604020202020204" pitchFamily="34" charset="0"/>
              </a:rPr>
              <a:t>5. Monitoring and Improvement</a:t>
            </a:r>
          </a:p>
        </p:txBody>
      </p:sp>
      <p:sp>
        <p:nvSpPr>
          <p:cNvPr id="3" name="Content Placeholder 2"/>
          <p:cNvSpPr>
            <a:spLocks noGrp="1"/>
          </p:cNvSpPr>
          <p:nvPr>
            <p:ph idx="1"/>
          </p:nvPr>
        </p:nvSpPr>
        <p:spPr>
          <a:xfrm>
            <a:off x="5181600" y="2438400"/>
            <a:ext cx="3733800" cy="2590800"/>
          </a:xfrm>
          <a:solidFill>
            <a:schemeClr val="accent3">
              <a:lumMod val="20000"/>
              <a:lumOff val="80000"/>
            </a:schemeClr>
          </a:solidFill>
        </p:spPr>
        <p:txBody>
          <a:bodyPr/>
          <a:lstStyle/>
          <a:p>
            <a:pPr>
              <a:lnSpc>
                <a:spcPct val="120000"/>
              </a:lnSpc>
              <a:spcBef>
                <a:spcPts val="800"/>
              </a:spcBef>
              <a:spcAft>
                <a:spcPts val="600"/>
              </a:spcAft>
            </a:pPr>
            <a:r>
              <a:rPr lang="en-US" sz="1600" dirty="0"/>
              <a:t>Every aspect of the compliance management program is monitored and modifications made as necessary. </a:t>
            </a:r>
          </a:p>
          <a:p>
            <a:pPr>
              <a:lnSpc>
                <a:spcPct val="120000"/>
              </a:lnSpc>
              <a:spcBef>
                <a:spcPts val="800"/>
              </a:spcBef>
              <a:spcAft>
                <a:spcPts val="600"/>
              </a:spcAft>
            </a:pPr>
            <a:r>
              <a:rPr lang="en-US" sz="1600" dirty="0"/>
              <a:t>Monitoring is accomplished through ongoing management activities, separate evaluations, or both. </a:t>
            </a:r>
          </a:p>
        </p:txBody>
      </p:sp>
      <p:graphicFrame>
        <p:nvGraphicFramePr>
          <p:cNvPr id="6" name="Diagram 5"/>
          <p:cNvGraphicFramePr/>
          <p:nvPr>
            <p:extLst>
              <p:ext uri="{D42A27DB-BD31-4B8C-83A1-F6EECF244321}">
                <p14:modId xmlns:p14="http://schemas.microsoft.com/office/powerpoint/2010/main" val="1586518585"/>
              </p:ext>
            </p:extLst>
          </p:nvPr>
        </p:nvGraphicFramePr>
        <p:xfrm>
          <a:off x="-304800" y="1524000"/>
          <a:ext cx="5410200" cy="40640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7" name="Oval 6"/>
          <p:cNvSpPr/>
          <p:nvPr/>
        </p:nvSpPr>
        <p:spPr>
          <a:xfrm>
            <a:off x="2247900" y="12192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1</a:t>
            </a:r>
          </a:p>
        </p:txBody>
      </p:sp>
      <p:sp>
        <p:nvSpPr>
          <p:cNvPr id="8" name="Oval 7"/>
          <p:cNvSpPr/>
          <p:nvPr/>
        </p:nvSpPr>
        <p:spPr>
          <a:xfrm>
            <a:off x="3886200" y="24384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p>
        </p:txBody>
      </p:sp>
      <p:sp>
        <p:nvSpPr>
          <p:cNvPr id="9" name="Oval 8"/>
          <p:cNvSpPr/>
          <p:nvPr/>
        </p:nvSpPr>
        <p:spPr>
          <a:xfrm>
            <a:off x="609600" y="24384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5</a:t>
            </a:r>
          </a:p>
        </p:txBody>
      </p:sp>
      <p:sp>
        <p:nvSpPr>
          <p:cNvPr id="10" name="Oval 9"/>
          <p:cNvSpPr/>
          <p:nvPr/>
        </p:nvSpPr>
        <p:spPr>
          <a:xfrm>
            <a:off x="3295650" y="43434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a:t>
            </a:r>
          </a:p>
        </p:txBody>
      </p:sp>
      <p:sp>
        <p:nvSpPr>
          <p:cNvPr id="11" name="Oval 10"/>
          <p:cNvSpPr/>
          <p:nvPr/>
        </p:nvSpPr>
        <p:spPr>
          <a:xfrm>
            <a:off x="1190625" y="4343400"/>
            <a:ext cx="304800" cy="3048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4</a:t>
            </a:r>
          </a:p>
        </p:txBody>
      </p:sp>
    </p:spTree>
    <p:extLst>
      <p:ext uri="{BB962C8B-B14F-4D97-AF65-F5344CB8AC3E}">
        <p14:creationId xmlns:p14="http://schemas.microsoft.com/office/powerpoint/2010/main" val="2842048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22539323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ct val="0"/>
              </a:spcBef>
              <a:spcAft>
                <a:spcPct val="0"/>
              </a:spcAft>
            </a:pPr>
            <a:endParaRPr lang="en-US" sz="2600" b="1" dirty="0">
              <a:latin typeface="Arial "/>
              <a:ea typeface="+mj-ea"/>
              <a:cs typeface="+mj-cs"/>
              <a:sym typeface="Arial "/>
            </a:endParaRPr>
          </a:p>
        </p:txBody>
      </p:sp>
      <p:sp>
        <p:nvSpPr>
          <p:cNvPr id="4" name="Title 3"/>
          <p:cNvSpPr>
            <a:spLocks noGrp="1"/>
          </p:cNvSpPr>
          <p:nvPr>
            <p:ph type="title"/>
          </p:nvPr>
        </p:nvSpPr>
        <p:spPr>
          <a:xfrm>
            <a:off x="0" y="2819400"/>
            <a:ext cx="9144000" cy="400110"/>
          </a:xfrm>
        </p:spPr>
        <p:txBody>
          <a:bodyPr/>
          <a:lstStyle/>
          <a:p>
            <a:pPr algn="ctr"/>
            <a:r>
              <a:rPr lang="en-US" sz="2600" b="1" dirty="0">
                <a:latin typeface="Arial "/>
              </a:rPr>
              <a:t>Need for a Regulatory Department in the Utility</a:t>
            </a:r>
            <a:endParaRPr lang="en-US" sz="2600" b="1" dirty="0"/>
          </a:p>
        </p:txBody>
      </p:sp>
    </p:spTree>
    <p:extLst>
      <p:ext uri="{BB962C8B-B14F-4D97-AF65-F5344CB8AC3E}">
        <p14:creationId xmlns:p14="http://schemas.microsoft.com/office/powerpoint/2010/main" val="1488603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Object 23"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24" name="Object 23"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3" name="Rectangle 22"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ct val="0"/>
              </a:spcBef>
              <a:spcAft>
                <a:spcPct val="0"/>
              </a:spcAft>
            </a:pPr>
            <a:endParaRPr lang="en-US" sz="2400" b="1" dirty="0">
              <a:latin typeface="Arial "/>
              <a:ea typeface="+mj-ea"/>
              <a:cs typeface="+mj-cs"/>
              <a:sym typeface="Arial "/>
            </a:endParaRPr>
          </a:p>
        </p:txBody>
      </p:sp>
      <p:sp>
        <p:nvSpPr>
          <p:cNvPr id="2" name="Title 1"/>
          <p:cNvSpPr>
            <a:spLocks noGrp="1"/>
          </p:cNvSpPr>
          <p:nvPr>
            <p:ph type="title"/>
          </p:nvPr>
        </p:nvSpPr>
        <p:spPr>
          <a:xfrm>
            <a:off x="0" y="152400"/>
            <a:ext cx="9144000" cy="609600"/>
          </a:xfrm>
        </p:spPr>
        <p:txBody>
          <a:bodyPr/>
          <a:lstStyle/>
          <a:p>
            <a:r>
              <a:rPr lang="en-US" dirty="0">
                <a:latin typeface="Arial "/>
              </a:rPr>
              <a:t>Why do we need a Regulatory department?</a:t>
            </a:r>
            <a:endParaRPr lang="en-US" dirty="0">
              <a:latin typeface="Arial" panose="020B0604020202020204" pitchFamily="34" charset="0"/>
              <a:cs typeface="Arial" panose="020B0604020202020204" pitchFamily="34" charset="0"/>
            </a:endParaRPr>
          </a:p>
        </p:txBody>
      </p:sp>
      <p:sp>
        <p:nvSpPr>
          <p:cNvPr id="30" name="Content Placeholder 2"/>
          <p:cNvSpPr>
            <a:spLocks noGrp="1"/>
          </p:cNvSpPr>
          <p:nvPr>
            <p:ph idx="1"/>
          </p:nvPr>
        </p:nvSpPr>
        <p:spPr>
          <a:xfrm>
            <a:off x="381000" y="1456960"/>
            <a:ext cx="8458200" cy="829040"/>
          </a:xfrm>
          <a:solidFill>
            <a:schemeClr val="accent3">
              <a:lumMod val="20000"/>
              <a:lumOff val="80000"/>
            </a:schemeClr>
          </a:solidFill>
        </p:spPr>
        <p:txBody>
          <a:bodyPr anchor="ctr"/>
          <a:lstStyle/>
          <a:p>
            <a:pPr algn="just">
              <a:lnSpc>
                <a:spcPct val="120000"/>
              </a:lnSpc>
              <a:spcBef>
                <a:spcPts val="800"/>
              </a:spcBef>
              <a:spcAft>
                <a:spcPts val="600"/>
              </a:spcAft>
            </a:pPr>
            <a:r>
              <a:rPr lang="en-US" sz="1400" i="1" dirty="0">
                <a:solidFill>
                  <a:schemeClr val="accent2"/>
                </a:solidFill>
              </a:rPr>
              <a:t>Lack of adequate ability</a:t>
            </a:r>
            <a:r>
              <a:rPr lang="en-US" sz="1400" b="0" dirty="0">
                <a:solidFill>
                  <a:schemeClr val="accent2"/>
                </a:solidFill>
              </a:rPr>
              <a:t> </a:t>
            </a:r>
            <a:r>
              <a:rPr lang="en-US" sz="1400" dirty="0"/>
              <a:t>to convince the Government, Regulators and other stakeholders. This is often due to lack of adequate infrastructure, processes and systems to provide necessary and timely information. </a:t>
            </a:r>
          </a:p>
        </p:txBody>
      </p:sp>
      <p:cxnSp>
        <p:nvCxnSpPr>
          <p:cNvPr id="31" name="Straight Connector 30"/>
          <p:cNvCxnSpPr/>
          <p:nvPr/>
        </p:nvCxnSpPr>
        <p:spPr>
          <a:xfrm>
            <a:off x="381000" y="1143000"/>
            <a:ext cx="8382000" cy="0"/>
          </a:xfrm>
          <a:prstGeom prst="line">
            <a:avLst/>
          </a:prstGeom>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1264673" y="999876"/>
            <a:ext cx="6614655" cy="2862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t>Typical Regulatory Issues encountered in Reforming Utilities</a:t>
            </a:r>
          </a:p>
        </p:txBody>
      </p:sp>
      <p:sp>
        <p:nvSpPr>
          <p:cNvPr id="33" name="Content Placeholder 2"/>
          <p:cNvSpPr txBox="1">
            <a:spLocks/>
          </p:cNvSpPr>
          <p:nvPr/>
        </p:nvSpPr>
        <p:spPr bwMode="auto">
          <a:xfrm>
            <a:off x="381000" y="2424657"/>
            <a:ext cx="8458200" cy="1156743"/>
          </a:xfrm>
          <a:prstGeom prst="rect">
            <a:avLst/>
          </a:prstGeom>
          <a:solidFill>
            <a:schemeClr val="accent3">
              <a:lumMod val="20000"/>
              <a:lumOff val="80000"/>
            </a:schemeClr>
          </a:solidFill>
          <a:ln w="9525">
            <a:noFill/>
            <a:miter lim="800000"/>
            <a:headEnd/>
            <a:tailEnd/>
          </a:ln>
        </p:spPr>
        <p:txBody>
          <a:bodyPr vert="horz" wrap="square" lIns="91440" tIns="45720" rIns="91440" bIns="45720" numCol="1" anchor="ctr" anchorCtr="0" compatLnSpc="1">
            <a:prstTxWarp prst="textNoShape">
              <a:avLst/>
            </a:prstTxWarp>
          </a:bodyPr>
          <a:lstStyle>
            <a:lvl1pPr marL="233363" indent="-233363" algn="l" rtl="0" eaLnBrk="0" fontAlgn="base" hangingPunct="0">
              <a:spcBef>
                <a:spcPct val="20000"/>
              </a:spcBef>
              <a:spcAft>
                <a:spcPct val="0"/>
              </a:spcAft>
              <a:buChar char="•"/>
              <a:defRPr sz="1800" b="1">
                <a:solidFill>
                  <a:schemeClr val="tx1"/>
                </a:solidFill>
                <a:latin typeface="Arial" panose="020B0604020202020204" pitchFamily="34" charset="0"/>
                <a:ea typeface="+mn-ea"/>
                <a:cs typeface="Arial" panose="020B0604020202020204" pitchFamily="34" charset="0"/>
              </a:defRPr>
            </a:lvl1pPr>
            <a:lvl2pPr marL="573088" indent="-225425" algn="l" rtl="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2pPr>
            <a:lvl3pPr marL="914400" indent="-223838" algn="l" rtl="0" eaLnBrk="0" fontAlgn="base" hangingPunct="0">
              <a:spcBef>
                <a:spcPct val="20000"/>
              </a:spcBef>
              <a:spcAft>
                <a:spcPct val="0"/>
              </a:spcAft>
              <a:buFont typeface="Wingdings" pitchFamily="2" charset="2"/>
              <a:buChar char="§"/>
              <a:defRPr sz="1600">
                <a:solidFill>
                  <a:schemeClr val="tx1"/>
                </a:solidFill>
                <a:latin typeface="Arial" panose="020B0604020202020204" pitchFamily="34" charset="0"/>
                <a:cs typeface="Arial" panose="020B0604020202020204" pitchFamily="34" charset="0"/>
              </a:defRPr>
            </a:lvl3pPr>
            <a:lvl4pPr marL="1255713" indent="-225425"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4pPr>
            <a:lvl5pPr marL="1604963" indent="-233363" algn="l" rtl="0" eaLnBrk="0" fontAlgn="base" hangingPunct="0">
              <a:spcBef>
                <a:spcPct val="20000"/>
              </a:spcBef>
              <a:spcAft>
                <a:spcPct val="0"/>
              </a:spcAft>
              <a:buFont typeface="Arial" pitchFamily="34" charset="0"/>
              <a:buChar char="–"/>
              <a:defRPr sz="1800">
                <a:solidFill>
                  <a:schemeClr val="tx1"/>
                </a:solidFill>
                <a:latin typeface="Arial" panose="020B0604020202020204" pitchFamily="34" charset="0"/>
                <a:cs typeface="Arial" panose="020B0604020202020204" pitchFamily="34" charset="0"/>
              </a:defRPr>
            </a:lvl5pPr>
            <a:lvl6pPr marL="2062163" indent="-233363" algn="l" rtl="0" eaLnBrk="1" fontAlgn="base" hangingPunct="1">
              <a:spcBef>
                <a:spcPct val="20000"/>
              </a:spcBef>
              <a:spcAft>
                <a:spcPct val="0"/>
              </a:spcAft>
              <a:buFont typeface="Arial" charset="0"/>
              <a:buChar char="–"/>
              <a:defRPr sz="2800">
                <a:solidFill>
                  <a:schemeClr val="tx1"/>
                </a:solidFill>
                <a:latin typeface="+mn-lt"/>
              </a:defRPr>
            </a:lvl6pPr>
            <a:lvl7pPr marL="2519363" indent="-233363" algn="l" rtl="0" eaLnBrk="1" fontAlgn="base" hangingPunct="1">
              <a:spcBef>
                <a:spcPct val="20000"/>
              </a:spcBef>
              <a:spcAft>
                <a:spcPct val="0"/>
              </a:spcAft>
              <a:buFont typeface="Arial" charset="0"/>
              <a:buChar char="–"/>
              <a:defRPr sz="2800">
                <a:solidFill>
                  <a:schemeClr val="tx1"/>
                </a:solidFill>
                <a:latin typeface="+mn-lt"/>
              </a:defRPr>
            </a:lvl7pPr>
            <a:lvl8pPr marL="2976563" indent="-233363" algn="l" rtl="0" eaLnBrk="1" fontAlgn="base" hangingPunct="1">
              <a:spcBef>
                <a:spcPct val="20000"/>
              </a:spcBef>
              <a:spcAft>
                <a:spcPct val="0"/>
              </a:spcAft>
              <a:buFont typeface="Arial" charset="0"/>
              <a:buChar char="–"/>
              <a:defRPr sz="2800">
                <a:solidFill>
                  <a:schemeClr val="tx1"/>
                </a:solidFill>
                <a:latin typeface="+mn-lt"/>
              </a:defRPr>
            </a:lvl8pPr>
            <a:lvl9pPr marL="3433763" indent="-233363" algn="l" rtl="0" eaLnBrk="1" fontAlgn="base" hangingPunct="1">
              <a:spcBef>
                <a:spcPct val="20000"/>
              </a:spcBef>
              <a:spcAft>
                <a:spcPct val="0"/>
              </a:spcAft>
              <a:buFont typeface="Arial" charset="0"/>
              <a:buChar char="–"/>
              <a:defRPr sz="2800">
                <a:solidFill>
                  <a:schemeClr val="tx1"/>
                </a:solidFill>
                <a:latin typeface="+mn-lt"/>
              </a:defRPr>
            </a:lvl9pPr>
          </a:lstStyle>
          <a:p>
            <a:pPr algn="just">
              <a:lnSpc>
                <a:spcPct val="120000"/>
              </a:lnSpc>
              <a:spcBef>
                <a:spcPts val="800"/>
              </a:spcBef>
              <a:spcAft>
                <a:spcPts val="600"/>
              </a:spcAft>
            </a:pPr>
            <a:r>
              <a:rPr lang="en-US" sz="1400" i="1" kern="0" dirty="0">
                <a:solidFill>
                  <a:schemeClr val="accent2"/>
                </a:solidFill>
              </a:rPr>
              <a:t>Weak regulatory affairs function</a:t>
            </a:r>
            <a:r>
              <a:rPr lang="en-US" sz="1400" b="0" kern="0" dirty="0">
                <a:solidFill>
                  <a:schemeClr val="accent2"/>
                </a:solidFill>
              </a:rPr>
              <a:t>. </a:t>
            </a:r>
            <a:r>
              <a:rPr lang="en-US" sz="1400" kern="0" dirty="0"/>
              <a:t>Generally, the regulatory affairs function in any reforming utility is either non-existent or is extremely weak. In various cases, this function is not considered as one of the key areas of the organization and thus the employees assigned to it seldom possess the relevant skills, and are even changed frequently. </a:t>
            </a:r>
          </a:p>
        </p:txBody>
      </p:sp>
      <p:sp>
        <p:nvSpPr>
          <p:cNvPr id="34" name="Content Placeholder 2"/>
          <p:cNvSpPr txBox="1">
            <a:spLocks/>
          </p:cNvSpPr>
          <p:nvPr/>
        </p:nvSpPr>
        <p:spPr bwMode="auto">
          <a:xfrm>
            <a:off x="401782" y="3720057"/>
            <a:ext cx="8458200" cy="914288"/>
          </a:xfrm>
          <a:prstGeom prst="rect">
            <a:avLst/>
          </a:prstGeom>
          <a:solidFill>
            <a:schemeClr val="accent3">
              <a:lumMod val="20000"/>
              <a:lumOff val="80000"/>
            </a:schemeClr>
          </a:solidFill>
          <a:ln w="9525">
            <a:noFill/>
            <a:miter lim="800000"/>
            <a:headEnd/>
            <a:tailEnd/>
          </a:ln>
        </p:spPr>
        <p:txBody>
          <a:bodyPr vert="horz" wrap="square" lIns="91440" tIns="45720" rIns="91440" bIns="45720" numCol="1" anchor="ctr" anchorCtr="0" compatLnSpc="1">
            <a:prstTxWarp prst="textNoShape">
              <a:avLst/>
            </a:prstTxWarp>
          </a:bodyPr>
          <a:lstStyle>
            <a:lvl1pPr marL="233363" indent="-233363" algn="l" rtl="0" eaLnBrk="0" fontAlgn="base" hangingPunct="0">
              <a:spcBef>
                <a:spcPct val="20000"/>
              </a:spcBef>
              <a:spcAft>
                <a:spcPct val="0"/>
              </a:spcAft>
              <a:buChar char="•"/>
              <a:defRPr sz="1800" b="1">
                <a:solidFill>
                  <a:schemeClr val="tx1"/>
                </a:solidFill>
                <a:latin typeface="Arial" panose="020B0604020202020204" pitchFamily="34" charset="0"/>
                <a:ea typeface="+mn-ea"/>
                <a:cs typeface="Arial" panose="020B0604020202020204" pitchFamily="34" charset="0"/>
              </a:defRPr>
            </a:lvl1pPr>
            <a:lvl2pPr marL="573088" indent="-225425" algn="l" rtl="0" eaLnBrk="0" fontAlgn="base" hangingPunct="0">
              <a:spcBef>
                <a:spcPct val="20000"/>
              </a:spcBef>
              <a:spcAft>
                <a:spcPct val="0"/>
              </a:spcAft>
              <a:buChar char="–"/>
              <a:defRPr sz="1600">
                <a:solidFill>
                  <a:schemeClr val="tx1"/>
                </a:solidFill>
                <a:latin typeface="Arial" panose="020B0604020202020204" pitchFamily="34" charset="0"/>
                <a:cs typeface="Arial" panose="020B0604020202020204" pitchFamily="34" charset="0"/>
              </a:defRPr>
            </a:lvl2pPr>
            <a:lvl3pPr marL="914400" indent="-223838" algn="l" rtl="0" eaLnBrk="0" fontAlgn="base" hangingPunct="0">
              <a:spcBef>
                <a:spcPct val="20000"/>
              </a:spcBef>
              <a:spcAft>
                <a:spcPct val="0"/>
              </a:spcAft>
              <a:buFont typeface="Wingdings" pitchFamily="2" charset="2"/>
              <a:buChar char="§"/>
              <a:defRPr sz="1600">
                <a:solidFill>
                  <a:schemeClr val="tx1"/>
                </a:solidFill>
                <a:latin typeface="Arial" panose="020B0604020202020204" pitchFamily="34" charset="0"/>
                <a:cs typeface="Arial" panose="020B0604020202020204" pitchFamily="34" charset="0"/>
              </a:defRPr>
            </a:lvl3pPr>
            <a:lvl4pPr marL="1255713" indent="-225425"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4pPr>
            <a:lvl5pPr marL="1604963" indent="-233363" algn="l" rtl="0" eaLnBrk="0" fontAlgn="base" hangingPunct="0">
              <a:spcBef>
                <a:spcPct val="20000"/>
              </a:spcBef>
              <a:spcAft>
                <a:spcPct val="0"/>
              </a:spcAft>
              <a:buFont typeface="Arial" pitchFamily="34" charset="0"/>
              <a:buChar char="–"/>
              <a:defRPr sz="1800">
                <a:solidFill>
                  <a:schemeClr val="tx1"/>
                </a:solidFill>
                <a:latin typeface="Arial" panose="020B0604020202020204" pitchFamily="34" charset="0"/>
                <a:cs typeface="Arial" panose="020B0604020202020204" pitchFamily="34" charset="0"/>
              </a:defRPr>
            </a:lvl5pPr>
            <a:lvl6pPr marL="2062163" indent="-233363" algn="l" rtl="0" eaLnBrk="1" fontAlgn="base" hangingPunct="1">
              <a:spcBef>
                <a:spcPct val="20000"/>
              </a:spcBef>
              <a:spcAft>
                <a:spcPct val="0"/>
              </a:spcAft>
              <a:buFont typeface="Arial" charset="0"/>
              <a:buChar char="–"/>
              <a:defRPr sz="2800">
                <a:solidFill>
                  <a:schemeClr val="tx1"/>
                </a:solidFill>
                <a:latin typeface="+mn-lt"/>
              </a:defRPr>
            </a:lvl6pPr>
            <a:lvl7pPr marL="2519363" indent="-233363" algn="l" rtl="0" eaLnBrk="1" fontAlgn="base" hangingPunct="1">
              <a:spcBef>
                <a:spcPct val="20000"/>
              </a:spcBef>
              <a:spcAft>
                <a:spcPct val="0"/>
              </a:spcAft>
              <a:buFont typeface="Arial" charset="0"/>
              <a:buChar char="–"/>
              <a:defRPr sz="2800">
                <a:solidFill>
                  <a:schemeClr val="tx1"/>
                </a:solidFill>
                <a:latin typeface="+mn-lt"/>
              </a:defRPr>
            </a:lvl7pPr>
            <a:lvl8pPr marL="2976563" indent="-233363" algn="l" rtl="0" eaLnBrk="1" fontAlgn="base" hangingPunct="1">
              <a:spcBef>
                <a:spcPct val="20000"/>
              </a:spcBef>
              <a:spcAft>
                <a:spcPct val="0"/>
              </a:spcAft>
              <a:buFont typeface="Arial" charset="0"/>
              <a:buChar char="–"/>
              <a:defRPr sz="2800">
                <a:solidFill>
                  <a:schemeClr val="tx1"/>
                </a:solidFill>
                <a:latin typeface="+mn-lt"/>
              </a:defRPr>
            </a:lvl8pPr>
            <a:lvl9pPr marL="3433763" indent="-233363" algn="l" rtl="0" eaLnBrk="1" fontAlgn="base" hangingPunct="1">
              <a:spcBef>
                <a:spcPct val="20000"/>
              </a:spcBef>
              <a:spcAft>
                <a:spcPct val="0"/>
              </a:spcAft>
              <a:buFont typeface="Arial" charset="0"/>
              <a:buChar char="–"/>
              <a:defRPr sz="2800">
                <a:solidFill>
                  <a:schemeClr val="tx1"/>
                </a:solidFill>
                <a:latin typeface="+mn-lt"/>
              </a:defRPr>
            </a:lvl9pPr>
          </a:lstStyle>
          <a:p>
            <a:pPr algn="just">
              <a:lnSpc>
                <a:spcPct val="120000"/>
              </a:lnSpc>
              <a:spcBef>
                <a:spcPts val="800"/>
              </a:spcBef>
              <a:spcAft>
                <a:spcPts val="600"/>
              </a:spcAft>
            </a:pPr>
            <a:r>
              <a:rPr lang="en-US" sz="1400" i="1" kern="0" dirty="0">
                <a:solidFill>
                  <a:schemeClr val="accent2"/>
                </a:solidFill>
              </a:rPr>
              <a:t>Lack of ability and thrust on innovation and thought leadership</a:t>
            </a:r>
            <a:r>
              <a:rPr lang="en-US" sz="1400" b="0" kern="0" dirty="0">
                <a:solidFill>
                  <a:schemeClr val="accent2"/>
                </a:solidFill>
              </a:rPr>
              <a:t>. </a:t>
            </a:r>
            <a:r>
              <a:rPr lang="en-US" sz="1400" kern="0" dirty="0"/>
              <a:t>The utilities are often unable to think about new solutions to manage the problems in the sector.  Again, this is the result of inadequate skills and/or focus on the regulatory affairs function. </a:t>
            </a:r>
          </a:p>
        </p:txBody>
      </p:sp>
      <p:sp>
        <p:nvSpPr>
          <p:cNvPr id="35" name="Rectangle 34"/>
          <p:cNvSpPr/>
          <p:nvPr/>
        </p:nvSpPr>
        <p:spPr>
          <a:xfrm>
            <a:off x="398318" y="4773002"/>
            <a:ext cx="8423564" cy="1434057"/>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sz="1400" dirty="0"/>
              <a:t>Accordingly, managing regulatory requirements is complex, involving and a challenging task. Utilities cannot be passive followers of regulatory pronouncements but they have to play an increasingly active role in the evolution of regulation by actively communicating with the Regulator and other stakeholders. </a:t>
            </a:r>
          </a:p>
          <a:p>
            <a:pPr algn="ctr"/>
            <a:r>
              <a:rPr lang="en-US" sz="1400" b="1" i="1" dirty="0"/>
              <a:t>This can be achieved only if there is a vigilant and appropriately empowered Regulatory department</a:t>
            </a:r>
            <a:r>
              <a:rPr lang="en-US" dirty="0"/>
              <a:t> INSIDE THE UTILITY</a:t>
            </a:r>
            <a:endParaRPr lang="en-US" sz="1400" dirty="0"/>
          </a:p>
        </p:txBody>
      </p:sp>
    </p:spTree>
    <p:extLst>
      <p:ext uri="{BB962C8B-B14F-4D97-AF65-F5344CB8AC3E}">
        <p14:creationId xmlns:p14="http://schemas.microsoft.com/office/powerpoint/2010/main" val="2275665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Object 22" hidden="1"/>
          <p:cNvGraphicFramePr>
            <a:graphicFrameLocks noChangeAspect="1"/>
          </p:cNvGraphicFramePr>
          <p:nvPr>
            <p:custDataLst>
              <p:tags r:id="rId1"/>
            </p:custDataLst>
            <p:extLst>
              <p:ext uri="{D42A27DB-BD31-4B8C-83A1-F6EECF244321}">
                <p14:modId xmlns:p14="http://schemas.microsoft.com/office/powerpoint/2010/main" val="9652678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23" name="Object 2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4" name="Rectangle 23"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ct val="0"/>
              </a:spcBef>
              <a:spcAft>
                <a:spcPct val="0"/>
              </a:spcAft>
            </a:pPr>
            <a:endParaRPr lang="en-US" sz="2400" b="1" dirty="0">
              <a:latin typeface="Arial "/>
              <a:ea typeface="+mj-ea"/>
              <a:cs typeface="+mj-cs"/>
              <a:sym typeface="Arial "/>
            </a:endParaRPr>
          </a:p>
        </p:txBody>
      </p:sp>
      <p:sp>
        <p:nvSpPr>
          <p:cNvPr id="2" name="Title 1"/>
          <p:cNvSpPr>
            <a:spLocks noGrp="1"/>
          </p:cNvSpPr>
          <p:nvPr>
            <p:ph type="title"/>
          </p:nvPr>
        </p:nvSpPr>
        <p:spPr>
          <a:xfrm>
            <a:off x="0" y="52072"/>
            <a:ext cx="9144000" cy="609600"/>
          </a:xfrm>
        </p:spPr>
        <p:txBody>
          <a:bodyPr/>
          <a:lstStyle/>
          <a:p>
            <a:pPr algn="just"/>
            <a:r>
              <a:rPr lang="en-US" dirty="0">
                <a:latin typeface="Arial "/>
              </a:rPr>
              <a:t>Key Objectives and Responsibilities of a Utility Regulatory Department</a:t>
            </a:r>
            <a:endParaRPr lang="en-US" dirty="0">
              <a:latin typeface="Arial" panose="020B0604020202020204" pitchFamily="34" charset="0"/>
              <a:cs typeface="Arial" panose="020B0604020202020204" pitchFamily="34" charset="0"/>
            </a:endParaRPr>
          </a:p>
        </p:txBody>
      </p:sp>
      <p:sp>
        <p:nvSpPr>
          <p:cNvPr id="30" name="Content Placeholder 2"/>
          <p:cNvSpPr>
            <a:spLocks noGrp="1"/>
          </p:cNvSpPr>
          <p:nvPr>
            <p:ph idx="1"/>
          </p:nvPr>
        </p:nvSpPr>
        <p:spPr>
          <a:xfrm>
            <a:off x="381000" y="1356571"/>
            <a:ext cx="8458200" cy="1813885"/>
          </a:xfrm>
          <a:solidFill>
            <a:schemeClr val="accent3">
              <a:lumMod val="20000"/>
              <a:lumOff val="80000"/>
            </a:schemeClr>
          </a:solidFill>
        </p:spPr>
        <p:txBody>
          <a:bodyPr anchor="ctr"/>
          <a:lstStyle/>
          <a:p>
            <a:pPr algn="just">
              <a:lnSpc>
                <a:spcPct val="120000"/>
              </a:lnSpc>
              <a:spcBef>
                <a:spcPts val="800"/>
              </a:spcBef>
              <a:spcAft>
                <a:spcPts val="600"/>
              </a:spcAft>
            </a:pPr>
            <a:r>
              <a:rPr lang="en-US" sz="1400" i="1" dirty="0"/>
              <a:t>To have a </a:t>
            </a:r>
            <a:r>
              <a:rPr lang="en-US" sz="1400" i="1" dirty="0">
                <a:solidFill>
                  <a:schemeClr val="accent2"/>
                </a:solidFill>
              </a:rPr>
              <a:t>single channel </a:t>
            </a:r>
            <a:r>
              <a:rPr lang="en-US" sz="1400" i="1" dirty="0"/>
              <a:t>to ensure</a:t>
            </a:r>
            <a:r>
              <a:rPr lang="en-US" sz="1400" b="0" i="1" dirty="0"/>
              <a:t> </a:t>
            </a:r>
            <a:r>
              <a:rPr lang="en-US" sz="1400" i="1" dirty="0">
                <a:solidFill>
                  <a:schemeClr val="accent2"/>
                </a:solidFill>
              </a:rPr>
              <a:t>consistency</a:t>
            </a:r>
            <a:r>
              <a:rPr lang="en-US" sz="1400" b="0" i="1" dirty="0">
                <a:solidFill>
                  <a:schemeClr val="accent2"/>
                </a:solidFill>
              </a:rPr>
              <a:t> and </a:t>
            </a:r>
            <a:r>
              <a:rPr lang="en-US" sz="1400" i="1" dirty="0">
                <a:solidFill>
                  <a:schemeClr val="accent2"/>
                </a:solidFill>
              </a:rPr>
              <a:t>continuity</a:t>
            </a:r>
            <a:r>
              <a:rPr lang="en-US" sz="1400" b="0" i="1" dirty="0">
                <a:solidFill>
                  <a:schemeClr val="accent2"/>
                </a:solidFill>
              </a:rPr>
              <a:t> </a:t>
            </a:r>
            <a:r>
              <a:rPr lang="en-US" sz="1400" i="1" dirty="0"/>
              <a:t>in interactions with the Regulator and the GoN;</a:t>
            </a:r>
          </a:p>
          <a:p>
            <a:pPr algn="just">
              <a:lnSpc>
                <a:spcPct val="120000"/>
              </a:lnSpc>
              <a:spcBef>
                <a:spcPts val="800"/>
              </a:spcBef>
              <a:spcAft>
                <a:spcPts val="600"/>
              </a:spcAft>
            </a:pPr>
            <a:r>
              <a:rPr lang="en-US" sz="1400" i="1" dirty="0"/>
              <a:t>to establish a </a:t>
            </a:r>
            <a:r>
              <a:rPr lang="en-US" sz="1400" i="1" dirty="0">
                <a:solidFill>
                  <a:schemeClr val="accent2"/>
                </a:solidFill>
              </a:rPr>
              <a:t>specialist and dedicated team </a:t>
            </a:r>
            <a:r>
              <a:rPr lang="en-US" sz="1400" i="1" dirty="0"/>
              <a:t>to monitor and manage all </a:t>
            </a:r>
            <a:r>
              <a:rPr lang="en-US" sz="1400" i="1" dirty="0">
                <a:solidFill>
                  <a:schemeClr val="accent2"/>
                </a:solidFill>
              </a:rPr>
              <a:t>regulatory compliance</a:t>
            </a:r>
            <a:r>
              <a:rPr lang="en-US" sz="1400" b="0" i="1" dirty="0"/>
              <a:t> </a:t>
            </a:r>
            <a:r>
              <a:rPr lang="en-US" sz="1400" i="1" dirty="0"/>
              <a:t>and submissions; and</a:t>
            </a:r>
          </a:p>
          <a:p>
            <a:pPr algn="just">
              <a:lnSpc>
                <a:spcPct val="120000"/>
              </a:lnSpc>
              <a:spcBef>
                <a:spcPts val="800"/>
              </a:spcBef>
              <a:spcAft>
                <a:spcPts val="600"/>
              </a:spcAft>
            </a:pPr>
            <a:r>
              <a:rPr lang="en-US" sz="1400" i="1" dirty="0"/>
              <a:t>To </a:t>
            </a:r>
            <a:r>
              <a:rPr lang="en-US" sz="1400" i="1" dirty="0">
                <a:solidFill>
                  <a:schemeClr val="accent2"/>
                </a:solidFill>
              </a:rPr>
              <a:t>institutionalize</a:t>
            </a:r>
            <a:r>
              <a:rPr lang="en-US" sz="1400" b="0" i="1" dirty="0"/>
              <a:t> </a:t>
            </a:r>
            <a:r>
              <a:rPr lang="en-US" sz="1400" i="1" dirty="0"/>
              <a:t>the arrangements for meeting the regulatory requirements in a proactive manner, including the setting up of necessary </a:t>
            </a:r>
            <a:r>
              <a:rPr lang="en-US" sz="1400" i="1" dirty="0">
                <a:solidFill>
                  <a:schemeClr val="accent2"/>
                </a:solidFill>
              </a:rPr>
              <a:t>infrastructure, systems and processes</a:t>
            </a:r>
            <a:r>
              <a:rPr lang="en-US" sz="1400" b="0" i="1" dirty="0">
                <a:solidFill>
                  <a:schemeClr val="accent2"/>
                </a:solidFill>
              </a:rPr>
              <a:t>.</a:t>
            </a:r>
          </a:p>
        </p:txBody>
      </p:sp>
      <p:cxnSp>
        <p:nvCxnSpPr>
          <p:cNvPr id="31" name="Straight Connector 30"/>
          <p:cNvCxnSpPr/>
          <p:nvPr/>
        </p:nvCxnSpPr>
        <p:spPr>
          <a:xfrm>
            <a:off x="381000" y="1143000"/>
            <a:ext cx="8382000" cy="0"/>
          </a:xfrm>
          <a:prstGeom prst="line">
            <a:avLst/>
          </a:prstGeom>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1565339" y="999876"/>
            <a:ext cx="6013323" cy="2862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t>Key Objectives of a Regulatory Department</a:t>
            </a:r>
          </a:p>
        </p:txBody>
      </p:sp>
      <p:graphicFrame>
        <p:nvGraphicFramePr>
          <p:cNvPr id="34" name="Diagram 33"/>
          <p:cNvGraphicFramePr/>
          <p:nvPr>
            <p:extLst>
              <p:ext uri="{D42A27DB-BD31-4B8C-83A1-F6EECF244321}">
                <p14:modId xmlns:p14="http://schemas.microsoft.com/office/powerpoint/2010/main" val="578499971"/>
              </p:ext>
            </p:extLst>
          </p:nvPr>
        </p:nvGraphicFramePr>
        <p:xfrm>
          <a:off x="381000" y="3713015"/>
          <a:ext cx="8458200" cy="25654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cxnSp>
        <p:nvCxnSpPr>
          <p:cNvPr id="35" name="Straight Connector 34"/>
          <p:cNvCxnSpPr/>
          <p:nvPr/>
        </p:nvCxnSpPr>
        <p:spPr>
          <a:xfrm>
            <a:off x="304800" y="3456707"/>
            <a:ext cx="8382000" cy="0"/>
          </a:xfrm>
          <a:prstGeom prst="line">
            <a:avLst/>
          </a:prstGeom>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1489139" y="3313583"/>
            <a:ext cx="6013323" cy="2862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Responsibilities of the Regulatory Department</a:t>
            </a:r>
            <a:endParaRPr lang="en-GB" sz="1400" b="1" dirty="0"/>
          </a:p>
        </p:txBody>
      </p:sp>
    </p:spTree>
    <p:extLst>
      <p:ext uri="{BB962C8B-B14F-4D97-AF65-F5344CB8AC3E}">
        <p14:creationId xmlns:p14="http://schemas.microsoft.com/office/powerpoint/2010/main" val="655659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Object 22"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23" name="Object 2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4" name="Rectangle 23"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ct val="0"/>
              </a:spcBef>
              <a:spcAft>
                <a:spcPct val="0"/>
              </a:spcAft>
            </a:pPr>
            <a:endParaRPr lang="en-US" sz="2400" b="1" dirty="0">
              <a:latin typeface="Arial "/>
              <a:ea typeface="+mj-ea"/>
              <a:cs typeface="+mj-cs"/>
              <a:sym typeface="Arial "/>
            </a:endParaRPr>
          </a:p>
        </p:txBody>
      </p:sp>
      <p:sp>
        <p:nvSpPr>
          <p:cNvPr id="2" name="Title 1"/>
          <p:cNvSpPr>
            <a:spLocks noGrp="1"/>
          </p:cNvSpPr>
          <p:nvPr>
            <p:ph type="title"/>
          </p:nvPr>
        </p:nvSpPr>
        <p:spPr>
          <a:xfrm>
            <a:off x="0" y="152400"/>
            <a:ext cx="9144000" cy="609600"/>
          </a:xfrm>
        </p:spPr>
        <p:txBody>
          <a:bodyPr/>
          <a:lstStyle/>
          <a:p>
            <a:r>
              <a:rPr lang="en-US" dirty="0">
                <a:latin typeface="Arial "/>
              </a:rPr>
              <a:t>Skills and Function Requirement</a:t>
            </a:r>
            <a:endParaRPr lang="en-US" dirty="0">
              <a:latin typeface="Arial" panose="020B0604020202020204" pitchFamily="34" charset="0"/>
              <a:cs typeface="Arial" panose="020B06040202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4138115198"/>
              </p:ext>
            </p:extLst>
          </p:nvPr>
        </p:nvGraphicFramePr>
        <p:xfrm>
          <a:off x="152400" y="838200"/>
          <a:ext cx="8762998" cy="5334001"/>
        </p:xfrm>
        <a:graphic>
          <a:graphicData uri="http://schemas.openxmlformats.org/drawingml/2006/table">
            <a:tbl>
              <a:tblPr firstRow="1" bandRow="1">
                <a:tableStyleId>{72833802-FEF1-4C79-8D5D-14CF1EAF98D9}</a:tableStyleId>
              </a:tblPr>
              <a:tblGrid>
                <a:gridCol w="2105837">
                  <a:extLst>
                    <a:ext uri="{9D8B030D-6E8A-4147-A177-3AD203B41FA5}">
                      <a16:colId xmlns:a16="http://schemas.microsoft.com/office/drawing/2014/main" val="995936617"/>
                    </a:ext>
                  </a:extLst>
                </a:gridCol>
                <a:gridCol w="951023">
                  <a:extLst>
                    <a:ext uri="{9D8B030D-6E8A-4147-A177-3AD203B41FA5}">
                      <a16:colId xmlns:a16="http://schemas.microsoft.com/office/drawing/2014/main" val="2894779987"/>
                    </a:ext>
                  </a:extLst>
                </a:gridCol>
                <a:gridCol w="951023">
                  <a:extLst>
                    <a:ext uri="{9D8B030D-6E8A-4147-A177-3AD203B41FA5}">
                      <a16:colId xmlns:a16="http://schemas.microsoft.com/office/drawing/2014/main" val="4031929470"/>
                    </a:ext>
                  </a:extLst>
                </a:gridCol>
                <a:gridCol w="951023">
                  <a:extLst>
                    <a:ext uri="{9D8B030D-6E8A-4147-A177-3AD203B41FA5}">
                      <a16:colId xmlns:a16="http://schemas.microsoft.com/office/drawing/2014/main" val="2133331866"/>
                    </a:ext>
                  </a:extLst>
                </a:gridCol>
                <a:gridCol w="951023">
                  <a:extLst>
                    <a:ext uri="{9D8B030D-6E8A-4147-A177-3AD203B41FA5}">
                      <a16:colId xmlns:a16="http://schemas.microsoft.com/office/drawing/2014/main" val="460370038"/>
                    </a:ext>
                  </a:extLst>
                </a:gridCol>
                <a:gridCol w="951023">
                  <a:extLst>
                    <a:ext uri="{9D8B030D-6E8A-4147-A177-3AD203B41FA5}">
                      <a16:colId xmlns:a16="http://schemas.microsoft.com/office/drawing/2014/main" val="3083842255"/>
                    </a:ext>
                  </a:extLst>
                </a:gridCol>
                <a:gridCol w="951023">
                  <a:extLst>
                    <a:ext uri="{9D8B030D-6E8A-4147-A177-3AD203B41FA5}">
                      <a16:colId xmlns:a16="http://schemas.microsoft.com/office/drawing/2014/main" val="1097079180"/>
                    </a:ext>
                  </a:extLst>
                </a:gridCol>
                <a:gridCol w="951023">
                  <a:extLst>
                    <a:ext uri="{9D8B030D-6E8A-4147-A177-3AD203B41FA5}">
                      <a16:colId xmlns:a16="http://schemas.microsoft.com/office/drawing/2014/main" val="3163175436"/>
                    </a:ext>
                  </a:extLst>
                </a:gridCol>
              </a:tblGrid>
              <a:tr h="1120764">
                <a:tc>
                  <a:txBody>
                    <a:bodyPr/>
                    <a:lstStyle/>
                    <a:p>
                      <a:endParaRPr lang="en-GB" sz="1400" dirty="0">
                        <a:latin typeface="Arial" panose="020B0604020202020204" pitchFamily="34" charset="0"/>
                        <a:cs typeface="Arial" panose="020B0604020202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300" dirty="0">
                          <a:latin typeface="Arial" panose="020B0604020202020204" pitchFamily="34" charset="0"/>
                          <a:cs typeface="Arial" panose="020B0604020202020204" pitchFamily="34" charset="0"/>
                        </a:rPr>
                        <a:t>Industry Knowledge</a:t>
                      </a:r>
                    </a:p>
                  </a:txBody>
                  <a:tcPr vert="vert27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r>
                        <a:rPr lang="en-GB" sz="1300" dirty="0">
                          <a:latin typeface="Arial" panose="020B0604020202020204" pitchFamily="34" charset="0"/>
                          <a:cs typeface="Arial" panose="020B0604020202020204" pitchFamily="34" charset="0"/>
                        </a:rPr>
                        <a:t>Accounts / Commerce</a:t>
                      </a:r>
                    </a:p>
                  </a:txBody>
                  <a:tcPr vert="vert27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r>
                        <a:rPr lang="en-GB" sz="1300" dirty="0">
                          <a:latin typeface="Arial" panose="020B0604020202020204" pitchFamily="34" charset="0"/>
                          <a:cs typeface="Arial" panose="020B0604020202020204" pitchFamily="34" charset="0"/>
                        </a:rPr>
                        <a:t>Technical</a:t>
                      </a:r>
                      <a:r>
                        <a:rPr lang="en-GB" sz="1300" baseline="0" dirty="0">
                          <a:latin typeface="Arial" panose="020B0604020202020204" pitchFamily="34" charset="0"/>
                          <a:cs typeface="Arial" panose="020B0604020202020204" pitchFamily="34" charset="0"/>
                        </a:rPr>
                        <a:t> / Engineering</a:t>
                      </a:r>
                      <a:endParaRPr lang="en-GB" sz="1300" dirty="0">
                        <a:latin typeface="Arial" panose="020B0604020202020204" pitchFamily="34" charset="0"/>
                        <a:cs typeface="Arial" panose="020B0604020202020204" pitchFamily="34" charset="0"/>
                      </a:endParaRPr>
                    </a:p>
                  </a:txBody>
                  <a:tcPr vert="vert27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r>
                        <a:rPr lang="en-GB" sz="1300" dirty="0">
                          <a:latin typeface="Arial" panose="020B0604020202020204" pitchFamily="34" charset="0"/>
                          <a:cs typeface="Arial" panose="020B0604020202020204" pitchFamily="34" charset="0"/>
                        </a:rPr>
                        <a:t>Finance / Economics</a:t>
                      </a:r>
                    </a:p>
                  </a:txBody>
                  <a:tcPr vert="vert27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r>
                        <a:rPr lang="en-GB" sz="1300" dirty="0">
                          <a:latin typeface="Arial" panose="020B0604020202020204" pitchFamily="34" charset="0"/>
                          <a:cs typeface="Arial" panose="020B0604020202020204" pitchFamily="34" charset="0"/>
                        </a:rPr>
                        <a:t>Legal</a:t>
                      </a:r>
                    </a:p>
                  </a:txBody>
                  <a:tcPr vert="vert27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r>
                        <a:rPr lang="en-GB" sz="1300" dirty="0">
                          <a:latin typeface="Arial" panose="020B0604020202020204" pitchFamily="34" charset="0"/>
                          <a:cs typeface="Arial" panose="020B0604020202020204" pitchFamily="34" charset="0"/>
                        </a:rPr>
                        <a:t>Business Management</a:t>
                      </a:r>
                    </a:p>
                  </a:txBody>
                  <a:tcPr vert="vert27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r>
                        <a:rPr lang="en-GB" sz="1300" b="1" dirty="0">
                          <a:latin typeface="Arial" panose="020B0604020202020204" pitchFamily="34" charset="0"/>
                          <a:cs typeface="Arial" panose="020B0604020202020204" pitchFamily="34" charset="0"/>
                        </a:rPr>
                        <a:t>Statistics</a:t>
                      </a:r>
                    </a:p>
                  </a:txBody>
                  <a:tcPr vert="vert27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3324750441"/>
                  </a:ext>
                </a:extLst>
              </a:tr>
              <a:tr h="601891">
                <a:tc>
                  <a:txBody>
                    <a:bodyPr/>
                    <a:lstStyle/>
                    <a:p>
                      <a:r>
                        <a:rPr lang="en-GB" sz="1300" b="1" dirty="0">
                          <a:latin typeface="Arial" panose="020B0604020202020204" pitchFamily="34" charset="0"/>
                          <a:cs typeface="Arial" panose="020B0604020202020204" pitchFamily="34" charset="0"/>
                        </a:rPr>
                        <a:t>Licensing</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472953893"/>
                  </a:ext>
                </a:extLst>
              </a:tr>
              <a:tr h="601891">
                <a:tc>
                  <a:txBody>
                    <a:bodyPr/>
                    <a:lstStyle/>
                    <a:p>
                      <a:r>
                        <a:rPr lang="en-GB" sz="1300" b="1" dirty="0">
                          <a:latin typeface="Arial" panose="020B0604020202020204" pitchFamily="34" charset="0"/>
                          <a:cs typeface="Arial" panose="020B0604020202020204" pitchFamily="34" charset="0"/>
                        </a:rPr>
                        <a:t>Revenue Requirements</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879598312"/>
                  </a:ext>
                </a:extLst>
              </a:tr>
              <a:tr h="601891">
                <a:tc>
                  <a:txBody>
                    <a:bodyPr/>
                    <a:lstStyle/>
                    <a:p>
                      <a:r>
                        <a:rPr lang="en-GB" sz="1300" b="1" dirty="0">
                          <a:latin typeface="Arial" panose="020B0604020202020204" pitchFamily="34" charset="0"/>
                          <a:cs typeface="Arial" panose="020B0604020202020204" pitchFamily="34" charset="0"/>
                        </a:rPr>
                        <a:t>Tariffs</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3466946322"/>
                  </a:ext>
                </a:extLst>
              </a:tr>
              <a:tr h="601891">
                <a:tc>
                  <a:txBody>
                    <a:bodyPr/>
                    <a:lstStyle/>
                    <a:p>
                      <a:r>
                        <a:rPr lang="en-GB" sz="1300" b="1" dirty="0">
                          <a:latin typeface="Arial" panose="020B0604020202020204" pitchFamily="34" charset="0"/>
                          <a:cs typeface="Arial" panose="020B0604020202020204" pitchFamily="34" charset="0"/>
                        </a:rPr>
                        <a:t>Technical Standards</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539781068"/>
                  </a:ext>
                </a:extLst>
              </a:tr>
              <a:tr h="601891">
                <a:tc>
                  <a:txBody>
                    <a:bodyPr/>
                    <a:lstStyle/>
                    <a:p>
                      <a:r>
                        <a:rPr lang="en-GB" sz="1300" b="1" dirty="0">
                          <a:latin typeface="Arial" panose="020B0604020202020204" pitchFamily="34" charset="0"/>
                          <a:cs typeface="Arial" panose="020B0604020202020204" pitchFamily="34" charset="0"/>
                        </a:rPr>
                        <a:t>Commercial Agreements</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468326815"/>
                  </a:ext>
                </a:extLst>
              </a:tr>
              <a:tr h="601891">
                <a:tc>
                  <a:txBody>
                    <a:bodyPr/>
                    <a:lstStyle/>
                    <a:p>
                      <a:r>
                        <a:rPr lang="en-GB" sz="1300" b="1" dirty="0">
                          <a:latin typeface="Arial" panose="020B0604020202020204" pitchFamily="34" charset="0"/>
                          <a:cs typeface="Arial" panose="020B0604020202020204" pitchFamily="34" charset="0"/>
                        </a:rPr>
                        <a:t>Compliance</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061838014"/>
                  </a:ext>
                </a:extLst>
              </a:tr>
              <a:tr h="601891">
                <a:tc>
                  <a:txBody>
                    <a:bodyPr/>
                    <a:lstStyle/>
                    <a:p>
                      <a:r>
                        <a:rPr lang="en-GB" sz="1300" b="1" dirty="0">
                          <a:latin typeface="Arial" panose="020B0604020202020204" pitchFamily="34" charset="0"/>
                          <a:cs typeface="Arial" panose="020B0604020202020204" pitchFamily="34" charset="0"/>
                        </a:rPr>
                        <a:t>Strategy Development</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GB" sz="1400" dirty="0">
                        <a:latin typeface="Arial" panose="020B0604020202020204" pitchFamily="34" charset="0"/>
                        <a:cs typeface="Arial" panose="020B0604020202020204"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736276551"/>
                  </a:ext>
                </a:extLst>
              </a:tr>
            </a:tbl>
          </a:graphicData>
        </a:graphic>
      </p:graphicFrame>
      <p:sp>
        <p:nvSpPr>
          <p:cNvPr id="8" name="Oval 7"/>
          <p:cNvSpPr/>
          <p:nvPr/>
        </p:nvSpPr>
        <p:spPr>
          <a:xfrm>
            <a:off x="2544579" y="2059143"/>
            <a:ext cx="381000" cy="381000"/>
          </a:xfrm>
          <a:prstGeom prst="ellipse">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p:cNvGrpSpPr/>
          <p:nvPr/>
        </p:nvGrpSpPr>
        <p:grpSpPr>
          <a:xfrm>
            <a:off x="3550227" y="2059143"/>
            <a:ext cx="381000" cy="381600"/>
            <a:chOff x="2362200" y="1633474"/>
            <a:chExt cx="457200" cy="457200"/>
          </a:xfrm>
        </p:grpSpPr>
        <p:sp>
          <p:nvSpPr>
            <p:cNvPr id="9" name="Pie 8"/>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 name="Pie 9"/>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sp>
        <p:nvSpPr>
          <p:cNvPr id="15" name="Oval 14"/>
          <p:cNvSpPr/>
          <p:nvPr/>
        </p:nvSpPr>
        <p:spPr>
          <a:xfrm>
            <a:off x="2544579" y="2667423"/>
            <a:ext cx="381000" cy="381000"/>
          </a:xfrm>
          <a:prstGeom prst="ellipse">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p:cNvSpPr/>
          <p:nvPr/>
        </p:nvSpPr>
        <p:spPr>
          <a:xfrm>
            <a:off x="2544579" y="3275703"/>
            <a:ext cx="381000" cy="381000"/>
          </a:xfrm>
          <a:prstGeom prst="ellipse">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p:cNvSpPr/>
          <p:nvPr/>
        </p:nvSpPr>
        <p:spPr>
          <a:xfrm>
            <a:off x="2544579" y="3883983"/>
            <a:ext cx="381000" cy="381000"/>
          </a:xfrm>
          <a:prstGeom prst="ellipse">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p:cNvSpPr/>
          <p:nvPr/>
        </p:nvSpPr>
        <p:spPr>
          <a:xfrm>
            <a:off x="2544579" y="4492263"/>
            <a:ext cx="381000" cy="381000"/>
          </a:xfrm>
          <a:prstGeom prst="ellipse">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2544579" y="5100543"/>
            <a:ext cx="381000" cy="381000"/>
          </a:xfrm>
          <a:prstGeom prst="ellipse">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0" name="Group 19"/>
          <p:cNvGrpSpPr/>
          <p:nvPr/>
        </p:nvGrpSpPr>
        <p:grpSpPr>
          <a:xfrm>
            <a:off x="3550227" y="2666607"/>
            <a:ext cx="381000" cy="381600"/>
            <a:chOff x="2362200" y="1633474"/>
            <a:chExt cx="457200" cy="457200"/>
          </a:xfrm>
        </p:grpSpPr>
        <p:sp>
          <p:nvSpPr>
            <p:cNvPr id="21" name="Pie 20"/>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2" name="Pie 21"/>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25" name="Group 24"/>
          <p:cNvGrpSpPr/>
          <p:nvPr/>
        </p:nvGrpSpPr>
        <p:grpSpPr>
          <a:xfrm>
            <a:off x="3550227" y="3274071"/>
            <a:ext cx="381000" cy="381600"/>
            <a:chOff x="2362200" y="1633474"/>
            <a:chExt cx="457200" cy="457200"/>
          </a:xfrm>
        </p:grpSpPr>
        <p:sp>
          <p:nvSpPr>
            <p:cNvPr id="26" name="Pie 25"/>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7" name="Pie 26"/>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28" name="Group 27"/>
          <p:cNvGrpSpPr/>
          <p:nvPr/>
        </p:nvGrpSpPr>
        <p:grpSpPr>
          <a:xfrm>
            <a:off x="3550227" y="3881535"/>
            <a:ext cx="381000" cy="381600"/>
            <a:chOff x="2362200" y="1633474"/>
            <a:chExt cx="457200" cy="457200"/>
          </a:xfrm>
        </p:grpSpPr>
        <p:sp>
          <p:nvSpPr>
            <p:cNvPr id="29" name="Pie 28"/>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0" name="Pie 29"/>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31" name="Group 30"/>
          <p:cNvGrpSpPr/>
          <p:nvPr/>
        </p:nvGrpSpPr>
        <p:grpSpPr>
          <a:xfrm>
            <a:off x="3550227" y="4488999"/>
            <a:ext cx="381000" cy="381600"/>
            <a:chOff x="2362200" y="1633474"/>
            <a:chExt cx="457200" cy="457200"/>
          </a:xfrm>
        </p:grpSpPr>
        <p:sp>
          <p:nvSpPr>
            <p:cNvPr id="32" name="Pie 31"/>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3" name="Pie 32"/>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34" name="Group 33"/>
          <p:cNvGrpSpPr/>
          <p:nvPr/>
        </p:nvGrpSpPr>
        <p:grpSpPr>
          <a:xfrm>
            <a:off x="3550227" y="5096463"/>
            <a:ext cx="381000" cy="381600"/>
            <a:chOff x="2362200" y="1633474"/>
            <a:chExt cx="457200" cy="457200"/>
          </a:xfrm>
        </p:grpSpPr>
        <p:sp>
          <p:nvSpPr>
            <p:cNvPr id="35" name="Pie 34"/>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6" name="Pie 35"/>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37" name="Group 36"/>
          <p:cNvGrpSpPr/>
          <p:nvPr/>
        </p:nvGrpSpPr>
        <p:grpSpPr>
          <a:xfrm>
            <a:off x="4435706" y="2057422"/>
            <a:ext cx="381000" cy="381600"/>
            <a:chOff x="2362200" y="1633474"/>
            <a:chExt cx="457200" cy="457200"/>
          </a:xfrm>
        </p:grpSpPr>
        <p:sp>
          <p:nvSpPr>
            <p:cNvPr id="38" name="Pie 37"/>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9" name="Pie 38"/>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40" name="Group 39"/>
          <p:cNvGrpSpPr/>
          <p:nvPr/>
        </p:nvGrpSpPr>
        <p:grpSpPr>
          <a:xfrm>
            <a:off x="4417445" y="5102929"/>
            <a:ext cx="381000" cy="381600"/>
            <a:chOff x="2362200" y="1633474"/>
            <a:chExt cx="457200" cy="457200"/>
          </a:xfrm>
        </p:grpSpPr>
        <p:sp>
          <p:nvSpPr>
            <p:cNvPr id="41" name="Pie 40"/>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2" name="Pie 41"/>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43" name="Group 42"/>
          <p:cNvGrpSpPr/>
          <p:nvPr/>
        </p:nvGrpSpPr>
        <p:grpSpPr>
          <a:xfrm>
            <a:off x="4417445" y="5703928"/>
            <a:ext cx="381000" cy="381600"/>
            <a:chOff x="2362200" y="1633474"/>
            <a:chExt cx="457200" cy="457200"/>
          </a:xfrm>
        </p:grpSpPr>
        <p:sp>
          <p:nvSpPr>
            <p:cNvPr id="44" name="Pie 43"/>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5" name="Pie 44"/>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46" name="Group 45"/>
          <p:cNvGrpSpPr/>
          <p:nvPr/>
        </p:nvGrpSpPr>
        <p:grpSpPr>
          <a:xfrm>
            <a:off x="5420761" y="2057422"/>
            <a:ext cx="381000" cy="381600"/>
            <a:chOff x="2362200" y="1633474"/>
            <a:chExt cx="457200" cy="457200"/>
          </a:xfrm>
        </p:grpSpPr>
        <p:sp>
          <p:nvSpPr>
            <p:cNvPr id="47" name="Pie 46"/>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8" name="Pie 47"/>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49" name="Group 48"/>
          <p:cNvGrpSpPr/>
          <p:nvPr/>
        </p:nvGrpSpPr>
        <p:grpSpPr>
          <a:xfrm>
            <a:off x="5420761" y="2669493"/>
            <a:ext cx="381000" cy="381600"/>
            <a:chOff x="2362200" y="1633474"/>
            <a:chExt cx="457200" cy="457200"/>
          </a:xfrm>
        </p:grpSpPr>
        <p:sp>
          <p:nvSpPr>
            <p:cNvPr id="50" name="Pie 49"/>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1" name="Pie 50"/>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52" name="Group 51"/>
          <p:cNvGrpSpPr/>
          <p:nvPr/>
        </p:nvGrpSpPr>
        <p:grpSpPr>
          <a:xfrm>
            <a:off x="5425246" y="4488999"/>
            <a:ext cx="381000" cy="381600"/>
            <a:chOff x="2362200" y="1633474"/>
            <a:chExt cx="457200" cy="457200"/>
          </a:xfrm>
        </p:grpSpPr>
        <p:sp>
          <p:nvSpPr>
            <p:cNvPr id="53" name="Pie 52"/>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4" name="Pie 53"/>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55" name="Group 54"/>
          <p:cNvGrpSpPr/>
          <p:nvPr/>
        </p:nvGrpSpPr>
        <p:grpSpPr>
          <a:xfrm>
            <a:off x="5414893" y="5102929"/>
            <a:ext cx="381000" cy="381600"/>
            <a:chOff x="2362200" y="1633474"/>
            <a:chExt cx="457200" cy="457200"/>
          </a:xfrm>
        </p:grpSpPr>
        <p:sp>
          <p:nvSpPr>
            <p:cNvPr id="56" name="Pie 55"/>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7" name="Pie 56"/>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59" name="Group 58"/>
          <p:cNvGrpSpPr/>
          <p:nvPr/>
        </p:nvGrpSpPr>
        <p:grpSpPr>
          <a:xfrm>
            <a:off x="6403185" y="2057422"/>
            <a:ext cx="381000" cy="381600"/>
            <a:chOff x="2362200" y="1633474"/>
            <a:chExt cx="457200" cy="457200"/>
          </a:xfrm>
        </p:grpSpPr>
        <p:sp>
          <p:nvSpPr>
            <p:cNvPr id="60" name="Pie 59"/>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1" name="Pie 60"/>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62" name="Group 61"/>
          <p:cNvGrpSpPr/>
          <p:nvPr/>
        </p:nvGrpSpPr>
        <p:grpSpPr>
          <a:xfrm>
            <a:off x="6403185" y="2664018"/>
            <a:ext cx="381000" cy="381600"/>
            <a:chOff x="2362200" y="1633474"/>
            <a:chExt cx="457200" cy="457200"/>
          </a:xfrm>
        </p:grpSpPr>
        <p:sp>
          <p:nvSpPr>
            <p:cNvPr id="63" name="Pie 62"/>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4" name="Pie 63"/>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65" name="Group 64"/>
          <p:cNvGrpSpPr/>
          <p:nvPr/>
        </p:nvGrpSpPr>
        <p:grpSpPr>
          <a:xfrm>
            <a:off x="6403185" y="3270614"/>
            <a:ext cx="381000" cy="381600"/>
            <a:chOff x="2362200" y="1633474"/>
            <a:chExt cx="457200" cy="457200"/>
          </a:xfrm>
        </p:grpSpPr>
        <p:sp>
          <p:nvSpPr>
            <p:cNvPr id="66" name="Pie 65"/>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7" name="Pie 66"/>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68" name="Group 67"/>
          <p:cNvGrpSpPr/>
          <p:nvPr/>
        </p:nvGrpSpPr>
        <p:grpSpPr>
          <a:xfrm>
            <a:off x="6403185" y="3877210"/>
            <a:ext cx="381000" cy="381600"/>
            <a:chOff x="2362200" y="1633474"/>
            <a:chExt cx="457200" cy="457200"/>
          </a:xfrm>
        </p:grpSpPr>
        <p:sp>
          <p:nvSpPr>
            <p:cNvPr id="69" name="Pie 68"/>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0" name="Pie 69"/>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71" name="Group 70"/>
          <p:cNvGrpSpPr/>
          <p:nvPr/>
        </p:nvGrpSpPr>
        <p:grpSpPr>
          <a:xfrm>
            <a:off x="6403185" y="4483806"/>
            <a:ext cx="381000" cy="381600"/>
            <a:chOff x="2362200" y="1633474"/>
            <a:chExt cx="457200" cy="457200"/>
          </a:xfrm>
        </p:grpSpPr>
        <p:sp>
          <p:nvSpPr>
            <p:cNvPr id="72" name="Pie 71"/>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3" name="Pie 72"/>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74" name="Group 73"/>
          <p:cNvGrpSpPr/>
          <p:nvPr/>
        </p:nvGrpSpPr>
        <p:grpSpPr>
          <a:xfrm>
            <a:off x="6403185" y="5090402"/>
            <a:ext cx="381000" cy="381600"/>
            <a:chOff x="2362200" y="1633474"/>
            <a:chExt cx="457200" cy="457200"/>
          </a:xfrm>
        </p:grpSpPr>
        <p:sp>
          <p:nvSpPr>
            <p:cNvPr id="75" name="Pie 74"/>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6" name="Pie 75"/>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sp>
        <p:nvSpPr>
          <p:cNvPr id="77" name="Oval 76"/>
          <p:cNvSpPr/>
          <p:nvPr/>
        </p:nvSpPr>
        <p:spPr>
          <a:xfrm>
            <a:off x="8204044" y="3270614"/>
            <a:ext cx="381000" cy="381000"/>
          </a:xfrm>
          <a:prstGeom prst="ellipse">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Oval 77"/>
          <p:cNvSpPr/>
          <p:nvPr/>
        </p:nvSpPr>
        <p:spPr>
          <a:xfrm>
            <a:off x="8204044" y="2661014"/>
            <a:ext cx="381000" cy="381000"/>
          </a:xfrm>
          <a:prstGeom prst="ellipse">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Oval 78"/>
          <p:cNvSpPr/>
          <p:nvPr/>
        </p:nvSpPr>
        <p:spPr>
          <a:xfrm>
            <a:off x="4435706" y="2693646"/>
            <a:ext cx="381000" cy="381000"/>
          </a:xfrm>
          <a:prstGeom prst="ellipse">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Oval 79"/>
          <p:cNvSpPr/>
          <p:nvPr/>
        </p:nvSpPr>
        <p:spPr>
          <a:xfrm>
            <a:off x="4417445" y="3902133"/>
            <a:ext cx="381000" cy="381000"/>
          </a:xfrm>
          <a:prstGeom prst="ellipse">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Oval 80"/>
          <p:cNvSpPr/>
          <p:nvPr/>
        </p:nvSpPr>
        <p:spPr>
          <a:xfrm>
            <a:off x="4419598" y="4502531"/>
            <a:ext cx="381000" cy="381000"/>
          </a:xfrm>
          <a:prstGeom prst="ellipse">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Oval 81"/>
          <p:cNvSpPr/>
          <p:nvPr/>
        </p:nvSpPr>
        <p:spPr>
          <a:xfrm>
            <a:off x="5414893" y="3274071"/>
            <a:ext cx="381000" cy="381000"/>
          </a:xfrm>
          <a:prstGeom prst="ellipse">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Oval 82"/>
          <p:cNvSpPr/>
          <p:nvPr/>
        </p:nvSpPr>
        <p:spPr>
          <a:xfrm>
            <a:off x="5425246" y="5697001"/>
            <a:ext cx="381000" cy="381000"/>
          </a:xfrm>
          <a:prstGeom prst="ellipse">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Oval 83"/>
          <p:cNvSpPr/>
          <p:nvPr/>
        </p:nvSpPr>
        <p:spPr>
          <a:xfrm>
            <a:off x="2544579" y="5708823"/>
            <a:ext cx="381000" cy="381000"/>
          </a:xfrm>
          <a:prstGeom prst="ellipse">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5" name="Group 84"/>
          <p:cNvGrpSpPr/>
          <p:nvPr/>
        </p:nvGrpSpPr>
        <p:grpSpPr>
          <a:xfrm>
            <a:off x="3550227" y="6328064"/>
            <a:ext cx="381000" cy="381600"/>
            <a:chOff x="2362200" y="1633474"/>
            <a:chExt cx="457200" cy="457200"/>
          </a:xfrm>
        </p:grpSpPr>
        <p:sp>
          <p:nvSpPr>
            <p:cNvPr id="86" name="Pie 85"/>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7" name="Pie 86"/>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88" name="Group 87"/>
          <p:cNvGrpSpPr/>
          <p:nvPr/>
        </p:nvGrpSpPr>
        <p:grpSpPr>
          <a:xfrm>
            <a:off x="6403185" y="5697001"/>
            <a:ext cx="381000" cy="381600"/>
            <a:chOff x="2362200" y="1633474"/>
            <a:chExt cx="457200" cy="457200"/>
          </a:xfrm>
        </p:grpSpPr>
        <p:sp>
          <p:nvSpPr>
            <p:cNvPr id="89" name="Pie 88"/>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0" name="Pie 89"/>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91" name="Group 90"/>
          <p:cNvGrpSpPr/>
          <p:nvPr/>
        </p:nvGrpSpPr>
        <p:grpSpPr>
          <a:xfrm>
            <a:off x="7264419" y="2057422"/>
            <a:ext cx="381000" cy="381600"/>
            <a:chOff x="2362200" y="1633474"/>
            <a:chExt cx="457200" cy="457200"/>
          </a:xfrm>
        </p:grpSpPr>
        <p:sp>
          <p:nvSpPr>
            <p:cNvPr id="92" name="Pie 91"/>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3" name="Pie 92"/>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94" name="Group 93"/>
          <p:cNvGrpSpPr/>
          <p:nvPr/>
        </p:nvGrpSpPr>
        <p:grpSpPr>
          <a:xfrm>
            <a:off x="7264419" y="2664018"/>
            <a:ext cx="381000" cy="381600"/>
            <a:chOff x="2362200" y="1633474"/>
            <a:chExt cx="457200" cy="457200"/>
          </a:xfrm>
        </p:grpSpPr>
        <p:sp>
          <p:nvSpPr>
            <p:cNvPr id="95" name="Pie 94"/>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6" name="Pie 95"/>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97" name="Group 96"/>
          <p:cNvGrpSpPr/>
          <p:nvPr/>
        </p:nvGrpSpPr>
        <p:grpSpPr>
          <a:xfrm>
            <a:off x="7264419" y="3270614"/>
            <a:ext cx="381000" cy="381600"/>
            <a:chOff x="2362200" y="1633474"/>
            <a:chExt cx="457200" cy="457200"/>
          </a:xfrm>
        </p:grpSpPr>
        <p:sp>
          <p:nvSpPr>
            <p:cNvPr id="98" name="Pie 97"/>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9" name="Pie 98"/>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100" name="Group 99"/>
          <p:cNvGrpSpPr/>
          <p:nvPr/>
        </p:nvGrpSpPr>
        <p:grpSpPr>
          <a:xfrm>
            <a:off x="7264419" y="3877210"/>
            <a:ext cx="381000" cy="381600"/>
            <a:chOff x="2362200" y="1633474"/>
            <a:chExt cx="457200" cy="457200"/>
          </a:xfrm>
        </p:grpSpPr>
        <p:sp>
          <p:nvSpPr>
            <p:cNvPr id="101" name="Pie 100"/>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2" name="Pie 101"/>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103" name="Group 102"/>
          <p:cNvGrpSpPr/>
          <p:nvPr/>
        </p:nvGrpSpPr>
        <p:grpSpPr>
          <a:xfrm>
            <a:off x="7264419" y="4483806"/>
            <a:ext cx="381000" cy="381600"/>
            <a:chOff x="2362200" y="1633474"/>
            <a:chExt cx="457200" cy="457200"/>
          </a:xfrm>
        </p:grpSpPr>
        <p:sp>
          <p:nvSpPr>
            <p:cNvPr id="104" name="Pie 103"/>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5" name="Pie 104"/>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106" name="Group 105"/>
          <p:cNvGrpSpPr/>
          <p:nvPr/>
        </p:nvGrpSpPr>
        <p:grpSpPr>
          <a:xfrm>
            <a:off x="7264419" y="5090402"/>
            <a:ext cx="381000" cy="381600"/>
            <a:chOff x="2362200" y="1633474"/>
            <a:chExt cx="457200" cy="457200"/>
          </a:xfrm>
        </p:grpSpPr>
        <p:sp>
          <p:nvSpPr>
            <p:cNvPr id="107" name="Pie 106"/>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8" name="Pie 107"/>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109" name="Group 108"/>
          <p:cNvGrpSpPr/>
          <p:nvPr/>
        </p:nvGrpSpPr>
        <p:grpSpPr>
          <a:xfrm>
            <a:off x="7264419" y="5697001"/>
            <a:ext cx="381000" cy="381600"/>
            <a:chOff x="2362200" y="1633474"/>
            <a:chExt cx="457200" cy="457200"/>
          </a:xfrm>
        </p:grpSpPr>
        <p:sp>
          <p:nvSpPr>
            <p:cNvPr id="110" name="Pie 109"/>
            <p:cNvSpPr/>
            <p:nvPr/>
          </p:nvSpPr>
          <p:spPr>
            <a:xfrm>
              <a:off x="2362200" y="1633474"/>
              <a:ext cx="457200" cy="457200"/>
            </a:xfrm>
            <a:prstGeom prst="pie">
              <a:avLst>
                <a:gd name="adj1" fmla="val 5400000"/>
                <a:gd name="adj2" fmla="val 16200000"/>
              </a:avLst>
            </a:prstGeom>
            <a:solidFill>
              <a:srgbClr val="FFFFFF"/>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1" name="Pie 110"/>
            <p:cNvSpPr/>
            <p:nvPr/>
          </p:nvSpPr>
          <p:spPr>
            <a:xfrm>
              <a:off x="2362200" y="1633474"/>
              <a:ext cx="457200" cy="457200"/>
            </a:xfrm>
            <a:prstGeom prst="pie">
              <a:avLst>
                <a:gd name="adj1" fmla="val 16200000"/>
                <a:gd name="adj2" fmla="val 5400000"/>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sp>
        <p:nvSpPr>
          <p:cNvPr id="112" name="Oval 111"/>
          <p:cNvSpPr/>
          <p:nvPr/>
        </p:nvSpPr>
        <p:spPr>
          <a:xfrm>
            <a:off x="165061" y="6324600"/>
            <a:ext cx="381000" cy="381000"/>
          </a:xfrm>
          <a:prstGeom prst="ellipse">
            <a:avLst/>
          </a:prstGeom>
          <a:solidFill>
            <a:schemeClr val="accent2"/>
          </a:solidFill>
          <a:ln w="9525" cap="flat" cmpd="sng" algn="ctr">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p:cNvSpPr txBox="1"/>
          <p:nvPr/>
        </p:nvSpPr>
        <p:spPr>
          <a:xfrm>
            <a:off x="685800" y="6279004"/>
            <a:ext cx="2438400" cy="430887"/>
          </a:xfrm>
          <a:prstGeom prst="rect">
            <a:avLst/>
          </a:prstGeom>
          <a:noFill/>
        </p:spPr>
        <p:txBody>
          <a:bodyPr wrap="square" rtlCol="0">
            <a:spAutoFit/>
          </a:bodyPr>
          <a:lstStyle/>
          <a:p>
            <a:pPr algn="just"/>
            <a:r>
              <a:rPr lang="en-GB" sz="1100" b="1" dirty="0"/>
              <a:t>Indicates Primary Skill Requirement</a:t>
            </a:r>
          </a:p>
        </p:txBody>
      </p:sp>
      <p:sp>
        <p:nvSpPr>
          <p:cNvPr id="113" name="TextBox 112"/>
          <p:cNvSpPr txBox="1"/>
          <p:nvPr/>
        </p:nvSpPr>
        <p:spPr>
          <a:xfrm>
            <a:off x="4038600" y="6306747"/>
            <a:ext cx="2438400" cy="430887"/>
          </a:xfrm>
          <a:prstGeom prst="rect">
            <a:avLst/>
          </a:prstGeom>
          <a:noFill/>
        </p:spPr>
        <p:txBody>
          <a:bodyPr wrap="square" rtlCol="0">
            <a:spAutoFit/>
          </a:bodyPr>
          <a:lstStyle/>
          <a:p>
            <a:pPr algn="just"/>
            <a:r>
              <a:rPr lang="en-GB" sz="1100" b="1" dirty="0"/>
              <a:t>Indicates Secondary Skill Requirement</a:t>
            </a:r>
          </a:p>
        </p:txBody>
      </p:sp>
    </p:spTree>
    <p:extLst>
      <p:ext uri="{BB962C8B-B14F-4D97-AF65-F5344CB8AC3E}">
        <p14:creationId xmlns:p14="http://schemas.microsoft.com/office/powerpoint/2010/main" val="321316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17305631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en-US" sz="2600" b="1" dirty="0">
              <a:latin typeface="Arial" panose="020B0604020202020204" pitchFamily="34" charset="0"/>
              <a:ea typeface="+mj-ea"/>
              <a:cs typeface="+mj-cs"/>
              <a:sym typeface="Arial" panose="020B0604020202020204" pitchFamily="34" charset="0"/>
            </a:endParaRPr>
          </a:p>
        </p:txBody>
      </p:sp>
      <p:sp>
        <p:nvSpPr>
          <p:cNvPr id="4" name="Title 3"/>
          <p:cNvSpPr>
            <a:spLocks noGrp="1"/>
          </p:cNvSpPr>
          <p:nvPr>
            <p:ph type="title"/>
          </p:nvPr>
        </p:nvSpPr>
        <p:spPr>
          <a:xfrm>
            <a:off x="1600200" y="3048000"/>
            <a:ext cx="6324600" cy="800219"/>
          </a:xfrm>
        </p:spPr>
        <p:txBody>
          <a:bodyPr/>
          <a:lstStyle/>
          <a:p>
            <a:pPr algn="ctr"/>
            <a:r>
              <a:rPr lang="en-US" sz="2600" b="1" dirty="0">
                <a:latin typeface="Arial" panose="020B0604020202020204" pitchFamily="34" charset="0"/>
              </a:rPr>
              <a:t>Structure of a Regulatory Team – Case of West Bengal (India)</a:t>
            </a:r>
          </a:p>
        </p:txBody>
      </p:sp>
    </p:spTree>
    <p:extLst>
      <p:ext uri="{BB962C8B-B14F-4D97-AF65-F5344CB8AC3E}">
        <p14:creationId xmlns:p14="http://schemas.microsoft.com/office/powerpoint/2010/main" val="34552990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extLst>
              <p:ext uri="{D42A27DB-BD31-4B8C-83A1-F6EECF244321}">
                <p14:modId xmlns:p14="http://schemas.microsoft.com/office/powerpoint/2010/main" val="27863934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 name="Rectangle 8"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p:cNvSpPr>
            <a:spLocks noGrp="1"/>
          </p:cNvSpPr>
          <p:nvPr>
            <p:ph type="title"/>
          </p:nvPr>
        </p:nvSpPr>
        <p:spPr>
          <a:xfrm>
            <a:off x="6860" y="0"/>
            <a:ext cx="8832340" cy="533400"/>
          </a:xfrm>
        </p:spPr>
        <p:txBody>
          <a:bodyPr/>
          <a:lstStyle/>
          <a:p>
            <a:pPr algn="just"/>
            <a:r>
              <a:rPr lang="en-US" dirty="0">
                <a:latin typeface="Arial" panose="020B0604020202020204" pitchFamily="34" charset="0"/>
                <a:cs typeface="Arial" pitchFamily="34" charset="0"/>
              </a:rPr>
              <a:t>Structure of a Regulatory Team in West Bengal State Electricity Distribution Company Limited (India)</a:t>
            </a: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2627913940"/>
              </p:ext>
            </p:extLst>
          </p:nvPr>
        </p:nvGraphicFramePr>
        <p:xfrm>
          <a:off x="533400" y="2438401"/>
          <a:ext cx="8305800" cy="4123434"/>
        </p:xfrm>
        <a:graphic>
          <a:graphicData uri="http://schemas.openxmlformats.org/drawingml/2006/table">
            <a:tbl>
              <a:tblPr>
                <a:tableStyleId>{5DA37D80-6434-44D0-A028-1B22A696006F}</a:tableStyleId>
              </a:tblPr>
              <a:tblGrid>
                <a:gridCol w="1295400">
                  <a:extLst>
                    <a:ext uri="{9D8B030D-6E8A-4147-A177-3AD203B41FA5}">
                      <a16:colId xmlns:a16="http://schemas.microsoft.com/office/drawing/2014/main" val="2172224055"/>
                    </a:ext>
                  </a:extLst>
                </a:gridCol>
                <a:gridCol w="7010400">
                  <a:extLst>
                    <a:ext uri="{9D8B030D-6E8A-4147-A177-3AD203B41FA5}">
                      <a16:colId xmlns:a16="http://schemas.microsoft.com/office/drawing/2014/main" val="438627211"/>
                    </a:ext>
                  </a:extLst>
                </a:gridCol>
              </a:tblGrid>
              <a:tr h="1020744">
                <a:tc>
                  <a:txBody>
                    <a:bodyPr/>
                    <a:lstStyle/>
                    <a:p>
                      <a:pPr algn="just">
                        <a:spcAft>
                          <a:spcPts val="0"/>
                        </a:spcAft>
                      </a:pPr>
                      <a:r>
                        <a:rPr lang="en-US" sz="1300" b="1" dirty="0">
                          <a:solidFill>
                            <a:schemeClr val="bg1"/>
                          </a:solidFill>
                          <a:effectLst/>
                          <a:latin typeface="Arial" panose="020B0604020202020204" pitchFamily="34" charset="0"/>
                          <a:cs typeface="Arial" panose="020B0604020202020204" pitchFamily="34" charset="0"/>
                        </a:rPr>
                        <a:t>Functional Area</a:t>
                      </a:r>
                      <a:endParaRPr lang="en-IN" sz="1300" b="1" dirty="0">
                        <a:solidFill>
                          <a:schemeClr val="bg1"/>
                        </a:solidFill>
                        <a:effectLst/>
                        <a:latin typeface="Arial" panose="020B0604020202020204" pitchFamily="34" charset="0"/>
                        <a:ea typeface="MS Mincho"/>
                        <a:cs typeface="Arial" panose="020B0604020202020204" pitchFamily="34" charset="0"/>
                      </a:endParaRPr>
                    </a:p>
                  </a:txBody>
                  <a:tcPr marL="68580" marR="68580" marT="0" marB="0" anchor="ctr">
                    <a:solidFill>
                      <a:schemeClr val="accent2"/>
                    </a:solidFill>
                  </a:tcPr>
                </a:tc>
                <a:tc>
                  <a:txBody>
                    <a:bodyPr/>
                    <a:lstStyle/>
                    <a:p>
                      <a:pPr algn="just">
                        <a:spcAft>
                          <a:spcPts val="0"/>
                        </a:spcAft>
                      </a:pPr>
                      <a:r>
                        <a:rPr lang="en-US" sz="1300" b="1" dirty="0">
                          <a:solidFill>
                            <a:schemeClr val="bg1"/>
                          </a:solidFill>
                          <a:effectLst/>
                          <a:latin typeface="Arial" panose="020B0604020202020204" pitchFamily="34" charset="0"/>
                          <a:cs typeface="Arial" panose="020B0604020202020204" pitchFamily="34" charset="0"/>
                        </a:rPr>
                        <a:t>Key Responsibilities</a:t>
                      </a:r>
                      <a:endParaRPr lang="en-IN" sz="1300" b="1" dirty="0">
                        <a:solidFill>
                          <a:schemeClr val="bg1"/>
                        </a:solidFill>
                        <a:effectLst/>
                        <a:latin typeface="Arial" panose="020B0604020202020204" pitchFamily="34" charset="0"/>
                        <a:ea typeface="MS Mincho"/>
                        <a:cs typeface="Arial" panose="020B0604020202020204" pitchFamily="34" charset="0"/>
                      </a:endParaRPr>
                    </a:p>
                  </a:txBody>
                  <a:tcPr marL="68580" marR="68580" marT="0" marB="0" anchor="ctr">
                    <a:solidFill>
                      <a:schemeClr val="accent2"/>
                    </a:solidFill>
                  </a:tcPr>
                </a:tc>
                <a:extLst>
                  <a:ext uri="{0D108BD9-81ED-4DB2-BD59-A6C34878D82A}">
                    <a16:rowId xmlns:a16="http://schemas.microsoft.com/office/drawing/2014/main" val="2479996301"/>
                  </a:ext>
                </a:extLst>
              </a:tr>
              <a:tr h="219935">
                <a:tc rowSpan="3">
                  <a:txBody>
                    <a:bodyPr/>
                    <a:lstStyle/>
                    <a:p>
                      <a:pPr algn="l">
                        <a:spcAft>
                          <a:spcPts val="0"/>
                        </a:spcAft>
                      </a:pPr>
                      <a:r>
                        <a:rPr lang="en-US" sz="1300" b="1">
                          <a:effectLst/>
                          <a:latin typeface="Arial" panose="020B0604020202020204" pitchFamily="34" charset="0"/>
                          <a:cs typeface="Arial" panose="020B0604020202020204" pitchFamily="34" charset="0"/>
                        </a:rPr>
                        <a:t>Finance and Accounts</a:t>
                      </a:r>
                      <a:endParaRPr lang="en-IN" sz="1300" b="1">
                        <a:effectLst/>
                        <a:latin typeface="Arial" panose="020B0604020202020204" pitchFamily="34" charset="0"/>
                        <a:ea typeface="MS Mincho"/>
                        <a:cs typeface="Arial" panose="020B0604020202020204" pitchFamily="34" charset="0"/>
                      </a:endParaRPr>
                    </a:p>
                  </a:txBody>
                  <a:tcPr marL="68580" marR="68580" marT="0" marB="0" anchor="ctr">
                    <a:solidFill>
                      <a:schemeClr val="accent2">
                        <a:lumMod val="20000"/>
                        <a:lumOff val="80000"/>
                      </a:schemeClr>
                    </a:solidFill>
                  </a:tcPr>
                </a:tc>
                <a:tc>
                  <a:txBody>
                    <a:bodyPr/>
                    <a:lstStyle/>
                    <a:p>
                      <a:pPr algn="just">
                        <a:spcAft>
                          <a:spcPts val="0"/>
                        </a:spcAft>
                      </a:pPr>
                      <a:r>
                        <a:rPr lang="en-US" sz="1300" b="1">
                          <a:effectLst/>
                          <a:latin typeface="Arial" panose="020B0604020202020204" pitchFamily="34" charset="0"/>
                          <a:cs typeface="Arial" panose="020B0604020202020204" pitchFamily="34" charset="0"/>
                        </a:rPr>
                        <a:t>Various financial statements to be used for Revenue Requirements</a:t>
                      </a:r>
                      <a:endParaRPr lang="en-IN" sz="1300" b="1">
                        <a:effectLst/>
                        <a:latin typeface="Arial" panose="020B0604020202020204" pitchFamily="34" charset="0"/>
                        <a:ea typeface="MS Mincho"/>
                        <a:cs typeface="Arial" panose="020B0604020202020204" pitchFamily="34" charset="0"/>
                      </a:endParaRPr>
                    </a:p>
                  </a:txBody>
                  <a:tcPr marL="68580" marR="68580" marT="0" marB="0" anchor="ctr"/>
                </a:tc>
                <a:extLst>
                  <a:ext uri="{0D108BD9-81ED-4DB2-BD59-A6C34878D82A}">
                    <a16:rowId xmlns:a16="http://schemas.microsoft.com/office/drawing/2014/main" val="1353736476"/>
                  </a:ext>
                </a:extLst>
              </a:tr>
              <a:tr h="219935">
                <a:tc vMerge="1">
                  <a:txBody>
                    <a:bodyPr/>
                    <a:lstStyle/>
                    <a:p>
                      <a:endParaRPr lang="en-GB"/>
                    </a:p>
                  </a:txBody>
                  <a:tcPr/>
                </a:tc>
                <a:tc>
                  <a:txBody>
                    <a:bodyPr/>
                    <a:lstStyle/>
                    <a:p>
                      <a:pPr algn="just">
                        <a:spcAft>
                          <a:spcPts val="0"/>
                        </a:spcAft>
                      </a:pPr>
                      <a:r>
                        <a:rPr lang="en-US" sz="1300" b="1">
                          <a:effectLst/>
                          <a:latin typeface="Arial" panose="020B0604020202020204" pitchFamily="34" charset="0"/>
                          <a:cs typeface="Arial" panose="020B0604020202020204" pitchFamily="34" charset="0"/>
                        </a:rPr>
                        <a:t>Plans for the future provision of financial information in the required format where this is not currently available</a:t>
                      </a:r>
                      <a:endParaRPr lang="en-IN" sz="1300" b="1">
                        <a:effectLst/>
                        <a:latin typeface="Arial" panose="020B0604020202020204" pitchFamily="34" charset="0"/>
                        <a:ea typeface="MS Mincho"/>
                        <a:cs typeface="Arial" panose="020B0604020202020204" pitchFamily="34" charset="0"/>
                      </a:endParaRPr>
                    </a:p>
                  </a:txBody>
                  <a:tcPr marL="68580" marR="68580" marT="0" marB="0" anchor="ctr"/>
                </a:tc>
                <a:extLst>
                  <a:ext uri="{0D108BD9-81ED-4DB2-BD59-A6C34878D82A}">
                    <a16:rowId xmlns:a16="http://schemas.microsoft.com/office/drawing/2014/main" val="2446240291"/>
                  </a:ext>
                </a:extLst>
              </a:tr>
              <a:tr h="219935">
                <a:tc vMerge="1">
                  <a:txBody>
                    <a:bodyPr/>
                    <a:lstStyle/>
                    <a:p>
                      <a:endParaRPr lang="en-GB"/>
                    </a:p>
                  </a:txBody>
                  <a:tcPr/>
                </a:tc>
                <a:tc>
                  <a:txBody>
                    <a:bodyPr/>
                    <a:lstStyle/>
                    <a:p>
                      <a:pPr algn="just">
                        <a:spcAft>
                          <a:spcPts val="0"/>
                        </a:spcAft>
                      </a:pPr>
                      <a:r>
                        <a:rPr lang="en-US" sz="1300" b="1">
                          <a:effectLst/>
                          <a:latin typeface="Arial" panose="020B0604020202020204" pitchFamily="34" charset="0"/>
                          <a:cs typeface="Arial" panose="020B0604020202020204" pitchFamily="34" charset="0"/>
                        </a:rPr>
                        <a:t>Compliance (Payment of License Fees)</a:t>
                      </a:r>
                      <a:endParaRPr lang="en-IN" sz="1300" b="1">
                        <a:effectLst/>
                        <a:latin typeface="Arial" panose="020B0604020202020204" pitchFamily="34" charset="0"/>
                        <a:ea typeface="MS Mincho"/>
                        <a:cs typeface="Arial" panose="020B0604020202020204" pitchFamily="34" charset="0"/>
                      </a:endParaRPr>
                    </a:p>
                  </a:txBody>
                  <a:tcPr marL="68580" marR="68580" marT="0" marB="0" anchor="ctr"/>
                </a:tc>
                <a:extLst>
                  <a:ext uri="{0D108BD9-81ED-4DB2-BD59-A6C34878D82A}">
                    <a16:rowId xmlns:a16="http://schemas.microsoft.com/office/drawing/2014/main" val="91682884"/>
                  </a:ext>
                </a:extLst>
              </a:tr>
              <a:tr h="219935">
                <a:tc rowSpan="3">
                  <a:txBody>
                    <a:bodyPr/>
                    <a:lstStyle/>
                    <a:p>
                      <a:pPr algn="l">
                        <a:spcAft>
                          <a:spcPts val="0"/>
                        </a:spcAft>
                      </a:pPr>
                      <a:r>
                        <a:rPr lang="en-US" sz="1300" b="1">
                          <a:effectLst/>
                          <a:latin typeface="Arial" panose="020B0604020202020204" pitchFamily="34" charset="0"/>
                          <a:cs typeface="Arial" panose="020B0604020202020204" pitchFamily="34" charset="0"/>
                        </a:rPr>
                        <a:t>Commercial</a:t>
                      </a:r>
                      <a:endParaRPr lang="en-IN" sz="1300" b="1">
                        <a:effectLst/>
                        <a:latin typeface="Arial" panose="020B0604020202020204" pitchFamily="34" charset="0"/>
                        <a:ea typeface="MS Mincho"/>
                        <a:cs typeface="Arial" panose="020B0604020202020204" pitchFamily="34" charset="0"/>
                      </a:endParaRPr>
                    </a:p>
                  </a:txBody>
                  <a:tcPr marL="68580" marR="68580" marT="0" marB="0" anchor="ctr">
                    <a:solidFill>
                      <a:schemeClr val="accent2">
                        <a:lumMod val="20000"/>
                        <a:lumOff val="80000"/>
                      </a:schemeClr>
                    </a:solidFill>
                  </a:tcPr>
                </a:tc>
                <a:tc>
                  <a:txBody>
                    <a:bodyPr/>
                    <a:lstStyle/>
                    <a:p>
                      <a:pPr algn="just">
                        <a:spcAft>
                          <a:spcPts val="0"/>
                        </a:spcAft>
                      </a:pPr>
                      <a:r>
                        <a:rPr lang="en-US" sz="1300" b="1" dirty="0">
                          <a:effectLst/>
                          <a:latin typeface="Arial" panose="020B0604020202020204" pitchFamily="34" charset="0"/>
                          <a:cs typeface="Arial" panose="020B0604020202020204" pitchFamily="34" charset="0"/>
                        </a:rPr>
                        <a:t>Review the commercial information requirements of the Revenue Requirements and Tariff Filings</a:t>
                      </a:r>
                      <a:endParaRPr lang="en-IN" sz="1300" b="1" dirty="0">
                        <a:effectLst/>
                        <a:latin typeface="Arial" panose="020B0604020202020204" pitchFamily="34" charset="0"/>
                        <a:ea typeface="MS Mincho"/>
                        <a:cs typeface="Arial" panose="020B0604020202020204" pitchFamily="34" charset="0"/>
                      </a:endParaRPr>
                    </a:p>
                  </a:txBody>
                  <a:tcPr marL="68580" marR="68580" marT="0" marB="0" anchor="ctr"/>
                </a:tc>
                <a:extLst>
                  <a:ext uri="{0D108BD9-81ED-4DB2-BD59-A6C34878D82A}">
                    <a16:rowId xmlns:a16="http://schemas.microsoft.com/office/drawing/2014/main" val="2476924322"/>
                  </a:ext>
                </a:extLst>
              </a:tr>
              <a:tr h="195726">
                <a:tc vMerge="1">
                  <a:txBody>
                    <a:bodyPr/>
                    <a:lstStyle/>
                    <a:p>
                      <a:endParaRPr lang="en-GB"/>
                    </a:p>
                  </a:txBody>
                  <a:tcPr/>
                </a:tc>
                <a:tc>
                  <a:txBody>
                    <a:bodyPr/>
                    <a:lstStyle/>
                    <a:p>
                      <a:pPr algn="just">
                        <a:spcAft>
                          <a:spcPts val="0"/>
                        </a:spcAft>
                      </a:pPr>
                      <a:r>
                        <a:rPr lang="en-US" sz="1300" b="1" dirty="0">
                          <a:effectLst/>
                          <a:latin typeface="Arial" panose="020B0604020202020204" pitchFamily="34" charset="0"/>
                          <a:cs typeface="Arial" panose="020B0604020202020204" pitchFamily="34" charset="0"/>
                        </a:rPr>
                        <a:t>Power Purchase Agreements with Short/ Long Term Power Procurement plans</a:t>
                      </a:r>
                      <a:endParaRPr lang="en-IN" sz="1300" b="1" dirty="0">
                        <a:effectLst/>
                        <a:latin typeface="Arial" panose="020B0604020202020204" pitchFamily="34" charset="0"/>
                        <a:ea typeface="MS Mincho"/>
                        <a:cs typeface="Arial" panose="020B0604020202020204" pitchFamily="34" charset="0"/>
                      </a:endParaRPr>
                    </a:p>
                  </a:txBody>
                  <a:tcPr marL="68580" marR="68580" marT="0" marB="0" anchor="ctr"/>
                </a:tc>
                <a:extLst>
                  <a:ext uri="{0D108BD9-81ED-4DB2-BD59-A6C34878D82A}">
                    <a16:rowId xmlns:a16="http://schemas.microsoft.com/office/drawing/2014/main" val="3578137490"/>
                  </a:ext>
                </a:extLst>
              </a:tr>
              <a:tr h="146624">
                <a:tc vMerge="1">
                  <a:txBody>
                    <a:bodyPr/>
                    <a:lstStyle/>
                    <a:p>
                      <a:endParaRPr lang="en-GB"/>
                    </a:p>
                  </a:txBody>
                  <a:tcPr/>
                </a:tc>
                <a:tc>
                  <a:txBody>
                    <a:bodyPr/>
                    <a:lstStyle/>
                    <a:p>
                      <a:pPr algn="just">
                        <a:spcAft>
                          <a:spcPts val="0"/>
                        </a:spcAft>
                      </a:pPr>
                      <a:r>
                        <a:rPr lang="en-US" sz="1300" b="1">
                          <a:effectLst/>
                          <a:latin typeface="Arial" panose="020B0604020202020204" pitchFamily="34" charset="0"/>
                          <a:cs typeface="Arial" panose="020B0604020202020204" pitchFamily="34" charset="0"/>
                        </a:rPr>
                        <a:t>Bulk Supply Agreements</a:t>
                      </a:r>
                      <a:endParaRPr lang="en-IN" sz="1300" b="1">
                        <a:effectLst/>
                        <a:latin typeface="Arial" panose="020B0604020202020204" pitchFamily="34" charset="0"/>
                        <a:ea typeface="MS Mincho"/>
                        <a:cs typeface="Arial" panose="020B0604020202020204" pitchFamily="34" charset="0"/>
                      </a:endParaRPr>
                    </a:p>
                  </a:txBody>
                  <a:tcPr marL="68580" marR="68580" marT="0" marB="0" anchor="ctr"/>
                </a:tc>
                <a:extLst>
                  <a:ext uri="{0D108BD9-81ED-4DB2-BD59-A6C34878D82A}">
                    <a16:rowId xmlns:a16="http://schemas.microsoft.com/office/drawing/2014/main" val="1347842053"/>
                  </a:ext>
                </a:extLst>
              </a:tr>
              <a:tr h="219935">
                <a:tc rowSpan="4">
                  <a:txBody>
                    <a:bodyPr/>
                    <a:lstStyle/>
                    <a:p>
                      <a:pPr algn="l">
                        <a:spcAft>
                          <a:spcPts val="0"/>
                        </a:spcAft>
                      </a:pPr>
                      <a:r>
                        <a:rPr lang="en-US" sz="1300" b="1">
                          <a:effectLst/>
                          <a:latin typeface="Arial" panose="020B0604020202020204" pitchFamily="34" charset="0"/>
                          <a:cs typeface="Arial" panose="020B0604020202020204" pitchFamily="34" charset="0"/>
                        </a:rPr>
                        <a:t>Technical</a:t>
                      </a:r>
                      <a:endParaRPr lang="en-IN" sz="1300" b="1">
                        <a:effectLst/>
                        <a:latin typeface="Arial" panose="020B0604020202020204" pitchFamily="34" charset="0"/>
                        <a:ea typeface="MS Mincho"/>
                        <a:cs typeface="Arial" panose="020B0604020202020204" pitchFamily="34" charset="0"/>
                      </a:endParaRPr>
                    </a:p>
                  </a:txBody>
                  <a:tcPr marL="68580" marR="68580" marT="0" marB="0" anchor="ctr">
                    <a:solidFill>
                      <a:schemeClr val="accent2">
                        <a:lumMod val="20000"/>
                        <a:lumOff val="80000"/>
                      </a:schemeClr>
                    </a:solidFill>
                  </a:tcPr>
                </a:tc>
                <a:tc>
                  <a:txBody>
                    <a:bodyPr/>
                    <a:lstStyle/>
                    <a:p>
                      <a:pPr algn="just">
                        <a:spcAft>
                          <a:spcPts val="0"/>
                        </a:spcAft>
                      </a:pPr>
                      <a:r>
                        <a:rPr lang="en-US" sz="1300" b="1">
                          <a:effectLst/>
                          <a:latin typeface="Arial" panose="020B0604020202020204" pitchFamily="34" charset="0"/>
                          <a:cs typeface="Arial" panose="020B0604020202020204" pitchFamily="34" charset="0"/>
                        </a:rPr>
                        <a:t>Operational information requirements of the licenses including various codes and standards</a:t>
                      </a:r>
                      <a:endParaRPr lang="en-IN" sz="1300" b="1">
                        <a:effectLst/>
                        <a:latin typeface="Arial" panose="020B0604020202020204" pitchFamily="34" charset="0"/>
                        <a:ea typeface="MS Mincho"/>
                        <a:cs typeface="Arial" panose="020B0604020202020204" pitchFamily="34" charset="0"/>
                      </a:endParaRPr>
                    </a:p>
                  </a:txBody>
                  <a:tcPr marL="68580" marR="68580" marT="0" marB="0" anchor="ctr"/>
                </a:tc>
                <a:extLst>
                  <a:ext uri="{0D108BD9-81ED-4DB2-BD59-A6C34878D82A}">
                    <a16:rowId xmlns:a16="http://schemas.microsoft.com/office/drawing/2014/main" val="2185783528"/>
                  </a:ext>
                </a:extLst>
              </a:tr>
              <a:tr h="219935">
                <a:tc vMerge="1">
                  <a:txBody>
                    <a:bodyPr/>
                    <a:lstStyle/>
                    <a:p>
                      <a:endParaRPr lang="en-GB"/>
                    </a:p>
                  </a:txBody>
                  <a:tcPr/>
                </a:tc>
                <a:tc>
                  <a:txBody>
                    <a:bodyPr/>
                    <a:lstStyle/>
                    <a:p>
                      <a:pPr algn="just">
                        <a:spcAft>
                          <a:spcPts val="0"/>
                        </a:spcAft>
                      </a:pPr>
                      <a:r>
                        <a:rPr lang="en-US" sz="1300" b="1">
                          <a:effectLst/>
                          <a:latin typeface="Arial" panose="020B0604020202020204" pitchFamily="34" charset="0"/>
                          <a:cs typeface="Arial" panose="020B0604020202020204" pitchFamily="34" charset="0"/>
                        </a:rPr>
                        <a:t>Information requirements of the Revenue Requirements and Tariff Filings</a:t>
                      </a:r>
                      <a:endParaRPr lang="en-IN" sz="1300" b="1">
                        <a:effectLst/>
                        <a:latin typeface="Arial" panose="020B0604020202020204" pitchFamily="34" charset="0"/>
                        <a:ea typeface="MS Mincho"/>
                        <a:cs typeface="Arial" panose="020B0604020202020204" pitchFamily="34" charset="0"/>
                      </a:endParaRPr>
                    </a:p>
                  </a:txBody>
                  <a:tcPr marL="68580" marR="68580" marT="0" marB="0" anchor="ctr"/>
                </a:tc>
                <a:extLst>
                  <a:ext uri="{0D108BD9-81ED-4DB2-BD59-A6C34878D82A}">
                    <a16:rowId xmlns:a16="http://schemas.microsoft.com/office/drawing/2014/main" val="359000733"/>
                  </a:ext>
                </a:extLst>
              </a:tr>
              <a:tr h="219935">
                <a:tc vMerge="1">
                  <a:txBody>
                    <a:bodyPr/>
                    <a:lstStyle/>
                    <a:p>
                      <a:endParaRPr lang="en-GB"/>
                    </a:p>
                  </a:txBody>
                  <a:tcPr/>
                </a:tc>
                <a:tc>
                  <a:txBody>
                    <a:bodyPr/>
                    <a:lstStyle/>
                    <a:p>
                      <a:pPr algn="just">
                        <a:spcAft>
                          <a:spcPts val="0"/>
                        </a:spcAft>
                      </a:pPr>
                      <a:r>
                        <a:rPr lang="en-US" sz="1300" b="1">
                          <a:effectLst/>
                          <a:latin typeface="Arial" panose="020B0604020202020204" pitchFamily="34" charset="0"/>
                          <a:cs typeface="Arial" panose="020B0604020202020204" pitchFamily="34" charset="0"/>
                        </a:rPr>
                        <a:t>Load flow, Load research, systems Capacity, etc. </a:t>
                      </a:r>
                      <a:endParaRPr lang="en-IN" sz="1300" b="1">
                        <a:effectLst/>
                        <a:latin typeface="Arial" panose="020B0604020202020204" pitchFamily="34" charset="0"/>
                        <a:ea typeface="MS Mincho"/>
                        <a:cs typeface="Arial" panose="020B0604020202020204" pitchFamily="34" charset="0"/>
                      </a:endParaRPr>
                    </a:p>
                  </a:txBody>
                  <a:tcPr marL="68580" marR="68580" marT="0" marB="0" anchor="ctr"/>
                </a:tc>
                <a:extLst>
                  <a:ext uri="{0D108BD9-81ED-4DB2-BD59-A6C34878D82A}">
                    <a16:rowId xmlns:a16="http://schemas.microsoft.com/office/drawing/2014/main" val="4003118010"/>
                  </a:ext>
                </a:extLst>
              </a:tr>
              <a:tr h="146624">
                <a:tc vMerge="1">
                  <a:txBody>
                    <a:bodyPr/>
                    <a:lstStyle/>
                    <a:p>
                      <a:endParaRPr lang="en-GB"/>
                    </a:p>
                  </a:txBody>
                  <a:tcPr/>
                </a:tc>
                <a:tc>
                  <a:txBody>
                    <a:bodyPr/>
                    <a:lstStyle/>
                    <a:p>
                      <a:pPr algn="just">
                        <a:spcAft>
                          <a:spcPts val="0"/>
                        </a:spcAft>
                      </a:pPr>
                      <a:r>
                        <a:rPr lang="en-US" sz="1300" b="1">
                          <a:effectLst/>
                          <a:latin typeface="Arial" panose="020B0604020202020204" pitchFamily="34" charset="0"/>
                          <a:cs typeface="Arial" panose="020B0604020202020204" pitchFamily="34" charset="0"/>
                        </a:rPr>
                        <a:t>Various technical compliance issues </a:t>
                      </a:r>
                      <a:endParaRPr lang="en-IN" sz="1300" b="1">
                        <a:effectLst/>
                        <a:latin typeface="Arial" panose="020B0604020202020204" pitchFamily="34" charset="0"/>
                        <a:ea typeface="MS Mincho"/>
                        <a:cs typeface="Arial" panose="020B0604020202020204" pitchFamily="34" charset="0"/>
                      </a:endParaRPr>
                    </a:p>
                  </a:txBody>
                  <a:tcPr marL="68580" marR="68580" marT="0" marB="0" anchor="ctr"/>
                </a:tc>
                <a:extLst>
                  <a:ext uri="{0D108BD9-81ED-4DB2-BD59-A6C34878D82A}">
                    <a16:rowId xmlns:a16="http://schemas.microsoft.com/office/drawing/2014/main" val="3439850081"/>
                  </a:ext>
                </a:extLst>
              </a:tr>
              <a:tr h="219935">
                <a:tc rowSpan="2">
                  <a:txBody>
                    <a:bodyPr/>
                    <a:lstStyle/>
                    <a:p>
                      <a:pPr marL="217170" indent="-217170" algn="l">
                        <a:spcAft>
                          <a:spcPts val="0"/>
                        </a:spcAft>
                      </a:pPr>
                      <a:r>
                        <a:rPr lang="en-US" sz="1300" b="1" dirty="0">
                          <a:effectLst/>
                          <a:latin typeface="Arial" panose="020B0604020202020204" pitchFamily="34" charset="0"/>
                          <a:cs typeface="Arial" panose="020B0604020202020204" pitchFamily="34" charset="0"/>
                        </a:rPr>
                        <a:t>Legal Affairs</a:t>
                      </a:r>
                      <a:endParaRPr lang="en-IN" sz="1300" b="1" dirty="0">
                        <a:effectLst/>
                        <a:latin typeface="Arial" panose="020B0604020202020204" pitchFamily="34" charset="0"/>
                        <a:ea typeface="MS Mincho"/>
                        <a:cs typeface="Arial" panose="020B0604020202020204" pitchFamily="34" charset="0"/>
                      </a:endParaRPr>
                    </a:p>
                  </a:txBody>
                  <a:tcPr marL="68580" marR="68580" marT="0" marB="0" anchor="ctr">
                    <a:solidFill>
                      <a:schemeClr val="accent2">
                        <a:lumMod val="20000"/>
                        <a:lumOff val="80000"/>
                      </a:schemeClr>
                    </a:solidFill>
                  </a:tcPr>
                </a:tc>
                <a:tc>
                  <a:txBody>
                    <a:bodyPr/>
                    <a:lstStyle/>
                    <a:p>
                      <a:pPr algn="just">
                        <a:spcAft>
                          <a:spcPts val="0"/>
                        </a:spcAft>
                      </a:pPr>
                      <a:r>
                        <a:rPr lang="en-US" sz="1300" b="1" dirty="0">
                          <a:effectLst/>
                          <a:latin typeface="Arial" panose="020B0604020202020204" pitchFamily="34" charset="0"/>
                          <a:cs typeface="Arial" panose="020B0604020202020204" pitchFamily="34" charset="0"/>
                        </a:rPr>
                        <a:t>Critical assessment of Regulations / Policies etc. </a:t>
                      </a:r>
                      <a:endParaRPr lang="en-IN" sz="1300" b="1" dirty="0">
                        <a:effectLst/>
                        <a:latin typeface="Arial" panose="020B0604020202020204" pitchFamily="34" charset="0"/>
                        <a:ea typeface="MS Mincho"/>
                        <a:cs typeface="Arial" panose="020B0604020202020204" pitchFamily="34" charset="0"/>
                      </a:endParaRPr>
                    </a:p>
                  </a:txBody>
                  <a:tcPr marL="68580" marR="68580" marT="0" marB="0" anchor="ctr"/>
                </a:tc>
                <a:extLst>
                  <a:ext uri="{0D108BD9-81ED-4DB2-BD59-A6C34878D82A}">
                    <a16:rowId xmlns:a16="http://schemas.microsoft.com/office/drawing/2014/main" val="1098179421"/>
                  </a:ext>
                </a:extLst>
              </a:tr>
              <a:tr h="219935">
                <a:tc vMerge="1">
                  <a:txBody>
                    <a:bodyPr/>
                    <a:lstStyle/>
                    <a:p>
                      <a:endParaRPr lang="en-GB"/>
                    </a:p>
                  </a:txBody>
                  <a:tcPr/>
                </a:tc>
                <a:tc>
                  <a:txBody>
                    <a:bodyPr/>
                    <a:lstStyle/>
                    <a:p>
                      <a:pPr algn="just">
                        <a:spcAft>
                          <a:spcPts val="0"/>
                        </a:spcAft>
                      </a:pPr>
                      <a:r>
                        <a:rPr lang="en-US" sz="1300" b="1" dirty="0">
                          <a:effectLst/>
                          <a:latin typeface="Arial" panose="020B0604020202020204" pitchFamily="34" charset="0"/>
                          <a:cs typeface="Arial" panose="020B0604020202020204" pitchFamily="34" charset="0"/>
                        </a:rPr>
                        <a:t>Arbitration and filing cases with Appellate Tribunal</a:t>
                      </a:r>
                      <a:endParaRPr lang="en-IN" sz="1300" b="1" dirty="0">
                        <a:effectLst/>
                        <a:latin typeface="Arial" panose="020B0604020202020204" pitchFamily="34" charset="0"/>
                        <a:ea typeface="MS Mincho"/>
                        <a:cs typeface="Arial" panose="020B0604020202020204" pitchFamily="34" charset="0"/>
                      </a:endParaRPr>
                    </a:p>
                  </a:txBody>
                  <a:tcPr marL="68580" marR="68580" marT="0" marB="0" anchor="ctr"/>
                </a:tc>
                <a:extLst>
                  <a:ext uri="{0D108BD9-81ED-4DB2-BD59-A6C34878D82A}">
                    <a16:rowId xmlns:a16="http://schemas.microsoft.com/office/drawing/2014/main" val="1752563658"/>
                  </a:ext>
                </a:extLst>
              </a:tr>
            </a:tbl>
          </a:graphicData>
        </a:graphic>
      </p:graphicFrame>
      <p:sp>
        <p:nvSpPr>
          <p:cNvPr id="4" name="Rectangle 3"/>
          <p:cNvSpPr/>
          <p:nvPr/>
        </p:nvSpPr>
        <p:spPr>
          <a:xfrm>
            <a:off x="2819400" y="873518"/>
            <a:ext cx="33528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Director (Regulatory Affairs)</a:t>
            </a:r>
          </a:p>
        </p:txBody>
      </p:sp>
      <p:sp>
        <p:nvSpPr>
          <p:cNvPr id="6" name="Rectangle 5"/>
          <p:cNvSpPr/>
          <p:nvPr/>
        </p:nvSpPr>
        <p:spPr>
          <a:xfrm>
            <a:off x="1447800" y="1412871"/>
            <a:ext cx="1371600" cy="8008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Chief Engineer</a:t>
            </a:r>
          </a:p>
          <a:p>
            <a:pPr algn="ctr"/>
            <a:endParaRPr lang="en-GB" sz="1200" b="1" dirty="0"/>
          </a:p>
          <a:p>
            <a:pPr algn="ctr"/>
            <a:r>
              <a:rPr lang="en-GB" sz="1200" b="1" i="1" dirty="0"/>
              <a:t>Regulations</a:t>
            </a:r>
          </a:p>
        </p:txBody>
      </p:sp>
      <p:sp>
        <p:nvSpPr>
          <p:cNvPr id="10" name="Rectangle 9"/>
          <p:cNvSpPr/>
          <p:nvPr/>
        </p:nvSpPr>
        <p:spPr>
          <a:xfrm>
            <a:off x="3037348" y="1412871"/>
            <a:ext cx="1371600" cy="8008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AGM</a:t>
            </a:r>
          </a:p>
          <a:p>
            <a:pPr algn="ctr"/>
            <a:r>
              <a:rPr lang="en-GB" sz="1200" b="1" i="1" dirty="0"/>
              <a:t>Finance &amp; Accounts and Commercial</a:t>
            </a:r>
          </a:p>
        </p:txBody>
      </p:sp>
      <p:sp>
        <p:nvSpPr>
          <p:cNvPr id="11" name="Rectangle 10"/>
          <p:cNvSpPr/>
          <p:nvPr/>
        </p:nvSpPr>
        <p:spPr>
          <a:xfrm>
            <a:off x="6216445" y="1412871"/>
            <a:ext cx="1371600" cy="8008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Sr. Manager</a:t>
            </a:r>
          </a:p>
          <a:p>
            <a:pPr algn="ctr"/>
            <a:endParaRPr lang="en-GB" sz="1200" b="1" dirty="0"/>
          </a:p>
          <a:p>
            <a:pPr algn="ctr"/>
            <a:r>
              <a:rPr lang="en-GB" sz="1200" b="1" i="1" dirty="0"/>
              <a:t>Legal Affairs</a:t>
            </a:r>
          </a:p>
        </p:txBody>
      </p:sp>
      <p:sp>
        <p:nvSpPr>
          <p:cNvPr id="12" name="Rectangle 11"/>
          <p:cNvSpPr/>
          <p:nvPr/>
        </p:nvSpPr>
        <p:spPr>
          <a:xfrm>
            <a:off x="4626896" y="1412871"/>
            <a:ext cx="1371600" cy="8008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Sr. Engineer</a:t>
            </a:r>
          </a:p>
          <a:p>
            <a:pPr algn="ctr"/>
            <a:endParaRPr lang="en-GB" sz="1200" b="1" dirty="0"/>
          </a:p>
          <a:p>
            <a:pPr algn="ctr"/>
            <a:r>
              <a:rPr lang="en-GB" sz="1200" b="1" i="1" dirty="0"/>
              <a:t>Technical</a:t>
            </a:r>
          </a:p>
        </p:txBody>
      </p:sp>
    </p:spTree>
    <p:extLst>
      <p:ext uri="{BB962C8B-B14F-4D97-AF65-F5344CB8AC3E}">
        <p14:creationId xmlns:p14="http://schemas.microsoft.com/office/powerpoint/2010/main" val="6305122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6000" y="5234048"/>
            <a:ext cx="4572000" cy="553998"/>
          </a:xfrm>
          <a:prstGeom prst="rect">
            <a:avLst/>
          </a:prstGeom>
        </p:spPr>
        <p:txBody>
          <a:bodyPr>
            <a:spAutoFit/>
          </a:bodyPr>
          <a:lstStyle/>
          <a:p>
            <a:pPr marL="0" marR="0" algn="ctr">
              <a:spcBef>
                <a:spcPts val="0"/>
              </a:spcBef>
              <a:spcAft>
                <a:spcPts val="0"/>
              </a:spcAft>
            </a:pPr>
            <a:r>
              <a:rPr lang="en-US" sz="1500" dirty="0">
                <a:solidFill>
                  <a:srgbClr val="FFFFFF"/>
                </a:solidFill>
                <a:effectLst/>
                <a:latin typeface="Arial" panose="020B0604020202020204" pitchFamily="34" charset="0"/>
                <a:ea typeface="Times New Roman" panose="02020603050405020304" pitchFamily="18" charset="0"/>
                <a:cs typeface="Arial" panose="020B0604020202020204" pitchFamily="34" charset="0"/>
              </a:rPr>
              <a:t>USAID’s Nepa</a:t>
            </a:r>
            <a:r>
              <a:rPr lang="en-US" sz="1500" dirty="0">
                <a:solidFill>
                  <a:srgbClr val="FFFFFF"/>
                </a:solidFill>
                <a:latin typeface="Arial" panose="020B0604020202020204" pitchFamily="34" charset="0"/>
                <a:ea typeface="Times New Roman" panose="02020603050405020304" pitchFamily="18" charset="0"/>
                <a:cs typeface="Arial" panose="020B0604020202020204" pitchFamily="34" charset="0"/>
              </a:rPr>
              <a:t>l</a:t>
            </a:r>
            <a:r>
              <a:rPr lang="en-US" sz="1500" dirty="0">
                <a:solidFill>
                  <a:srgbClr val="FFFFFF"/>
                </a:solidFill>
                <a:effectLst/>
                <a:latin typeface="Arial" panose="020B0604020202020204" pitchFamily="34" charset="0"/>
                <a:ea typeface="Times New Roman" panose="02020603050405020304" pitchFamily="18" charset="0"/>
                <a:cs typeface="Arial" panose="020B0604020202020204" pitchFamily="34" charset="0"/>
              </a:rPr>
              <a:t> Hydropower Development Project</a:t>
            </a:r>
          </a:p>
          <a:p>
            <a:pPr marL="0" marR="0" algn="ctr">
              <a:spcBef>
                <a:spcPts val="0"/>
              </a:spcBef>
              <a:spcAft>
                <a:spcPts val="0"/>
              </a:spcAft>
            </a:pPr>
            <a:r>
              <a:rPr lang="en-US" sz="1500" dirty="0">
                <a:solidFill>
                  <a:srgbClr val="FFFFFF"/>
                </a:solidFill>
                <a:effectLst/>
                <a:latin typeface="Arial" panose="020B0604020202020204" pitchFamily="34" charset="0"/>
                <a:ea typeface="Times New Roman" panose="02020603050405020304" pitchFamily="18" charset="0"/>
                <a:cs typeface="Arial" panose="020B0604020202020204" pitchFamily="34" charset="0"/>
              </a:rPr>
              <a:t>Baluwatar</a:t>
            </a:r>
            <a:r>
              <a:rPr lang="en-US" sz="1500" dirty="0">
                <a:solidFill>
                  <a:srgbClr val="FFFFFF"/>
                </a:solidFill>
                <a:latin typeface="Arial" panose="020B0604020202020204" pitchFamily="34" charset="0"/>
                <a:ea typeface="Times New Roman" panose="02020603050405020304" pitchFamily="18" charset="0"/>
                <a:cs typeface="Arial" panose="020B0604020202020204" pitchFamily="34" charset="0"/>
              </a:rPr>
              <a:t>, </a:t>
            </a:r>
            <a:r>
              <a:rPr lang="en-US" sz="1500" dirty="0">
                <a:solidFill>
                  <a:srgbClr val="FFFFFF"/>
                </a:solidFill>
                <a:effectLst/>
                <a:latin typeface="Arial" panose="020B0604020202020204" pitchFamily="34" charset="0"/>
                <a:ea typeface="Times New Roman" panose="02020603050405020304" pitchFamily="18" charset="0"/>
                <a:cs typeface="Arial" panose="020B0604020202020204" pitchFamily="34" charset="0"/>
              </a:rPr>
              <a:t>Kathmandu, Nepal</a:t>
            </a:r>
          </a:p>
        </p:txBody>
      </p:sp>
      <p:sp>
        <p:nvSpPr>
          <p:cNvPr id="4" name="Title 4"/>
          <p:cNvSpPr txBox="1">
            <a:spLocks/>
          </p:cNvSpPr>
          <p:nvPr/>
        </p:nvSpPr>
        <p:spPr bwMode="auto">
          <a:xfrm>
            <a:off x="3086100" y="243840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ＭＳ Ｐゴシック" charset="-128"/>
                <a:cs typeface="ＭＳ Ｐゴシック" charset="-128"/>
              </a:defRPr>
            </a:lvl1pPr>
            <a:lvl2pPr algn="l" rtl="0" eaLnBrk="1" fontAlgn="base" hangingPunct="1">
              <a:spcBef>
                <a:spcPct val="0"/>
              </a:spcBef>
              <a:spcAft>
                <a:spcPct val="0"/>
              </a:spcAft>
              <a:defRPr sz="2400" b="1">
                <a:solidFill>
                  <a:schemeClr val="tx2"/>
                </a:solidFill>
                <a:latin typeface="Arial" charset="0"/>
                <a:ea typeface="ＭＳ Ｐゴシック" charset="-128"/>
                <a:cs typeface="ＭＳ Ｐゴシック" charset="-128"/>
              </a:defRPr>
            </a:lvl2pPr>
            <a:lvl3pPr algn="l" rtl="0" eaLnBrk="1" fontAlgn="base" hangingPunct="1">
              <a:spcBef>
                <a:spcPct val="0"/>
              </a:spcBef>
              <a:spcAft>
                <a:spcPct val="0"/>
              </a:spcAft>
              <a:defRPr sz="2400" b="1">
                <a:solidFill>
                  <a:schemeClr val="tx2"/>
                </a:solidFill>
                <a:latin typeface="Arial" charset="0"/>
                <a:ea typeface="ＭＳ Ｐゴシック" charset="-128"/>
                <a:cs typeface="ＭＳ Ｐゴシック" charset="-128"/>
              </a:defRPr>
            </a:lvl3pPr>
            <a:lvl4pPr algn="l" rtl="0" eaLnBrk="1" fontAlgn="base" hangingPunct="1">
              <a:spcBef>
                <a:spcPct val="0"/>
              </a:spcBef>
              <a:spcAft>
                <a:spcPct val="0"/>
              </a:spcAft>
              <a:defRPr sz="2400" b="1">
                <a:solidFill>
                  <a:schemeClr val="tx2"/>
                </a:solidFill>
                <a:latin typeface="Arial" charset="0"/>
                <a:ea typeface="ＭＳ Ｐゴシック" charset="-128"/>
                <a:cs typeface="ＭＳ Ｐゴシック" charset="-128"/>
              </a:defRPr>
            </a:lvl4pPr>
            <a:lvl5pPr algn="l" rtl="0" eaLnBrk="1" fontAlgn="base" hangingPunct="1">
              <a:spcBef>
                <a:spcPct val="0"/>
              </a:spcBef>
              <a:spcAft>
                <a:spcPct val="0"/>
              </a:spcAft>
              <a:defRPr sz="2400" b="1">
                <a:solidFill>
                  <a:schemeClr val="tx2"/>
                </a:solidFill>
                <a:latin typeface="Arial" charset="0"/>
                <a:ea typeface="ＭＳ Ｐゴシック" charset="-128"/>
                <a:cs typeface="ＭＳ Ｐゴシック" charset="-128"/>
              </a:defRPr>
            </a:lvl5pPr>
            <a:lvl6pPr marL="457200" algn="l" rtl="0" eaLnBrk="1" fontAlgn="base" hangingPunct="1">
              <a:spcBef>
                <a:spcPct val="0"/>
              </a:spcBef>
              <a:spcAft>
                <a:spcPct val="0"/>
              </a:spcAft>
              <a:defRPr sz="2400" b="1">
                <a:solidFill>
                  <a:schemeClr val="tx2"/>
                </a:solidFill>
                <a:latin typeface="Arial" charset="0"/>
              </a:defRPr>
            </a:lvl6pPr>
            <a:lvl7pPr marL="914400" algn="l" rtl="0" eaLnBrk="1" fontAlgn="base" hangingPunct="1">
              <a:spcBef>
                <a:spcPct val="0"/>
              </a:spcBef>
              <a:spcAft>
                <a:spcPct val="0"/>
              </a:spcAft>
              <a:defRPr sz="2400" b="1">
                <a:solidFill>
                  <a:schemeClr val="tx2"/>
                </a:solidFill>
                <a:latin typeface="Arial" charset="0"/>
              </a:defRPr>
            </a:lvl7pPr>
            <a:lvl8pPr marL="1371600" algn="l" rtl="0" eaLnBrk="1" fontAlgn="base" hangingPunct="1">
              <a:spcBef>
                <a:spcPct val="0"/>
              </a:spcBef>
              <a:spcAft>
                <a:spcPct val="0"/>
              </a:spcAft>
              <a:defRPr sz="2400" b="1">
                <a:solidFill>
                  <a:schemeClr val="tx2"/>
                </a:solidFill>
                <a:latin typeface="Arial" charset="0"/>
              </a:defRPr>
            </a:lvl8pPr>
            <a:lvl9pPr marL="1828800" algn="l" rtl="0" eaLnBrk="1" fontAlgn="base" hangingPunct="1">
              <a:spcBef>
                <a:spcPct val="0"/>
              </a:spcBef>
              <a:spcAft>
                <a:spcPct val="0"/>
              </a:spcAft>
              <a:defRPr sz="2400" b="1">
                <a:solidFill>
                  <a:schemeClr val="tx2"/>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rial"/>
                <a:ea typeface="ＭＳ Ｐゴシック" charset="-128"/>
              </a:rPr>
              <a:t>Thank You !</a:t>
            </a:r>
            <a:br>
              <a:rPr kumimoji="0" lang="en-US" sz="2400" b="1" i="0" u="none" strike="noStrike" kern="0" cap="none" spc="0" normalizeH="0" baseline="0" noProof="0" dirty="0">
                <a:ln>
                  <a:noFill/>
                </a:ln>
                <a:solidFill>
                  <a:srgbClr val="000000"/>
                </a:solidFill>
                <a:effectLst/>
                <a:uLnTx/>
                <a:uFillTx/>
                <a:latin typeface="Arial"/>
                <a:ea typeface="ＭＳ Ｐゴシック" charset="-128"/>
              </a:rPr>
            </a:br>
            <a:br>
              <a:rPr kumimoji="0" lang="en-US" sz="2400" b="1" i="0" u="none" strike="noStrike" kern="0" cap="none" spc="0" normalizeH="0" baseline="0" noProof="0" dirty="0">
                <a:ln>
                  <a:noFill/>
                </a:ln>
                <a:solidFill>
                  <a:srgbClr val="000000"/>
                </a:solidFill>
                <a:effectLst/>
                <a:uLnTx/>
                <a:uFillTx/>
                <a:latin typeface="Arial"/>
                <a:ea typeface="ＭＳ Ｐゴシック" charset="-128"/>
              </a:rPr>
            </a:br>
            <a:br>
              <a:rPr kumimoji="0" lang="en-US" sz="2400" b="1" i="0" u="none" strike="noStrike" kern="0" cap="none" spc="0" normalizeH="0" baseline="0" noProof="0" dirty="0">
                <a:ln>
                  <a:noFill/>
                </a:ln>
                <a:solidFill>
                  <a:srgbClr val="000000"/>
                </a:solidFill>
                <a:effectLst/>
                <a:uLnTx/>
                <a:uFillTx/>
                <a:latin typeface="Arial"/>
                <a:ea typeface="ＭＳ Ｐゴシック" charset="-128"/>
              </a:rPr>
            </a:br>
            <a:endParaRPr kumimoji="0" lang="en-US" sz="2400" b="1" i="0" u="none" strike="noStrike" kern="0" cap="none" spc="0" normalizeH="0" baseline="0" noProof="0" dirty="0">
              <a:ln>
                <a:noFill/>
              </a:ln>
              <a:solidFill>
                <a:srgbClr val="000000"/>
              </a:solidFill>
              <a:effectLst/>
              <a:uLnTx/>
              <a:uFillTx/>
              <a:latin typeface="Arial"/>
              <a:ea typeface="ＭＳ Ｐゴシック" charset="-128"/>
            </a:endParaRPr>
          </a:p>
        </p:txBody>
      </p:sp>
    </p:spTree>
    <p:extLst>
      <p:ext uri="{BB962C8B-B14F-4D97-AF65-F5344CB8AC3E}">
        <p14:creationId xmlns:p14="http://schemas.microsoft.com/office/powerpoint/2010/main" val="7426669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4641340" cy="533400"/>
          </a:xfrm>
        </p:spPr>
        <p:txBody>
          <a:bodyPr/>
          <a:lstStyle/>
          <a:p>
            <a:r>
              <a:rPr lang="en-US" dirty="0">
                <a:cs typeface="Arial" pitchFamily="34" charset="0"/>
              </a:rPr>
              <a:t>Annexure: Abbreviations</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903419428"/>
              </p:ext>
            </p:extLst>
          </p:nvPr>
        </p:nvGraphicFramePr>
        <p:xfrm>
          <a:off x="0" y="762000"/>
          <a:ext cx="6934200" cy="5867400"/>
        </p:xfrm>
        <a:graphic>
          <a:graphicData uri="http://schemas.openxmlformats.org/drawingml/2006/table">
            <a:tbl>
              <a:tblPr>
                <a:tableStyleId>{5C22544A-7EE6-4342-B048-85BDC9FD1C3A}</a:tableStyleId>
              </a:tblPr>
              <a:tblGrid>
                <a:gridCol w="1027288">
                  <a:extLst>
                    <a:ext uri="{9D8B030D-6E8A-4147-A177-3AD203B41FA5}">
                      <a16:colId xmlns:a16="http://schemas.microsoft.com/office/drawing/2014/main" val="2679209807"/>
                    </a:ext>
                  </a:extLst>
                </a:gridCol>
                <a:gridCol w="5906912">
                  <a:extLst>
                    <a:ext uri="{9D8B030D-6E8A-4147-A177-3AD203B41FA5}">
                      <a16:colId xmlns:a16="http://schemas.microsoft.com/office/drawing/2014/main" val="1486239997"/>
                    </a:ext>
                  </a:extLst>
                </a:gridCol>
              </a:tblGrid>
              <a:tr h="365760">
                <a:tc>
                  <a:txBody>
                    <a:bodyPr/>
                    <a:lstStyle/>
                    <a:p>
                      <a:pPr algn="l" fontAlgn="b"/>
                      <a:r>
                        <a:rPr lang="en-US"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ARR</a:t>
                      </a:r>
                      <a:endPar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endParaRPr>
                    </a:p>
                  </a:txBody>
                  <a:tcPr anchor="b">
                    <a:noFill/>
                  </a:tcPr>
                </a:tc>
                <a:tc>
                  <a:txBody>
                    <a:bodyPr/>
                    <a:lstStyle/>
                    <a:p>
                      <a:pPr algn="l" fontAlgn="b"/>
                      <a:r>
                        <a:rPr lang="en-US"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Aggregate Revenue Requirement</a:t>
                      </a:r>
                    </a:p>
                  </a:txBody>
                  <a:tcPr anchor="b">
                    <a:noFill/>
                  </a:tcPr>
                </a:tc>
                <a:extLst>
                  <a:ext uri="{0D108BD9-81ED-4DB2-BD59-A6C34878D82A}">
                    <a16:rowId xmlns:a16="http://schemas.microsoft.com/office/drawing/2014/main" val="468401794"/>
                  </a:ext>
                </a:extLst>
              </a:tr>
              <a:tr h="274036">
                <a:tc>
                  <a:txBody>
                    <a:bodyPr/>
                    <a:lstStyle/>
                    <a:p>
                      <a:pPr algn="l" fontAlgn="b"/>
                      <a:r>
                        <a:rPr lang="en-US"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CAGR</a:t>
                      </a:r>
                      <a:endPar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endParaRPr>
                    </a:p>
                  </a:txBody>
                  <a:tcPr anchor="b">
                    <a:noFill/>
                  </a:tcPr>
                </a:tc>
                <a:tc>
                  <a:txBody>
                    <a:bodyPr/>
                    <a:lstStyle/>
                    <a:p>
                      <a:pPr algn="l" fontAlgn="b"/>
                      <a:r>
                        <a:rPr lang="en-US"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Compound</a:t>
                      </a:r>
                      <a:r>
                        <a:rPr lang="en-US" sz="1300" b="0" i="0" u="none" strike="noStrike" baseline="0" dirty="0">
                          <a:solidFill>
                            <a:srgbClr val="000000"/>
                          </a:solidFill>
                          <a:effectLst/>
                          <a:latin typeface="Arial" panose="020B0604020202020204" pitchFamily="34" charset="0"/>
                          <a:ea typeface="Verdana" panose="020B0604030504040204" pitchFamily="34" charset="0"/>
                          <a:cs typeface="Arial" panose="020B0604020202020204" pitchFamily="34" charset="0"/>
                        </a:rPr>
                        <a:t> Annual Growth Rate</a:t>
                      </a:r>
                      <a:endParaRPr lang="en-US"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endParaRPr>
                    </a:p>
                  </a:txBody>
                  <a:tcPr anchor="b">
                    <a:noFill/>
                  </a:tcPr>
                </a:tc>
                <a:extLst>
                  <a:ext uri="{0D108BD9-81ED-4DB2-BD59-A6C34878D82A}">
                    <a16:rowId xmlns:a16="http://schemas.microsoft.com/office/drawing/2014/main" val="2304911190"/>
                  </a:ext>
                </a:extLst>
              </a:tr>
              <a:tr h="274036">
                <a:tc>
                  <a:txBody>
                    <a:bodyPr/>
                    <a:lstStyle/>
                    <a:p>
                      <a:pPr algn="l" fontAlgn="b"/>
                      <a:r>
                        <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CERC</a:t>
                      </a:r>
                    </a:p>
                  </a:txBody>
                  <a:tcPr anchor="b">
                    <a:noFill/>
                  </a:tcPr>
                </a:tc>
                <a:tc>
                  <a:txBody>
                    <a:bodyPr/>
                    <a:lstStyle/>
                    <a:p>
                      <a:pPr algn="l" fontAlgn="b"/>
                      <a:r>
                        <a:rPr lang="en-US"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Central Electricity Regulatory Commission</a:t>
                      </a:r>
                    </a:p>
                  </a:txBody>
                  <a:tcPr anchor="b">
                    <a:noFill/>
                  </a:tcPr>
                </a:tc>
                <a:extLst>
                  <a:ext uri="{0D108BD9-81ED-4DB2-BD59-A6C34878D82A}">
                    <a16:rowId xmlns:a16="http://schemas.microsoft.com/office/drawing/2014/main" val="1607843538"/>
                  </a:ext>
                </a:extLst>
              </a:tr>
              <a:tr h="274036">
                <a:tc>
                  <a:txBody>
                    <a:bodyPr/>
                    <a:lstStyle/>
                    <a:p>
                      <a:pPr algn="l" fontAlgn="b"/>
                      <a:r>
                        <a:rPr lang="en-US"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DPR</a:t>
                      </a:r>
                      <a:endPar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endParaRPr>
                    </a:p>
                  </a:txBody>
                  <a:tcPr anchor="b">
                    <a:noFill/>
                  </a:tcPr>
                </a:tc>
                <a:tc>
                  <a:txBody>
                    <a:bodyPr/>
                    <a:lstStyle/>
                    <a:p>
                      <a:pPr algn="l" fontAlgn="b"/>
                      <a:r>
                        <a:rPr lang="en-US"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Detailed Project Report</a:t>
                      </a:r>
                    </a:p>
                  </a:txBody>
                  <a:tcPr anchor="b">
                    <a:noFill/>
                  </a:tcPr>
                </a:tc>
                <a:extLst>
                  <a:ext uri="{0D108BD9-81ED-4DB2-BD59-A6C34878D82A}">
                    <a16:rowId xmlns:a16="http://schemas.microsoft.com/office/drawing/2014/main" val="1326070663"/>
                  </a:ext>
                </a:extLst>
              </a:tr>
              <a:tr h="274036">
                <a:tc>
                  <a:txBody>
                    <a:bodyPr/>
                    <a:lstStyle/>
                    <a:p>
                      <a:pPr algn="l" fontAlgn="b"/>
                      <a:r>
                        <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ERC</a:t>
                      </a:r>
                    </a:p>
                  </a:txBody>
                  <a:tcPr anchor="b">
                    <a:noFill/>
                  </a:tcPr>
                </a:tc>
                <a:tc>
                  <a:txBody>
                    <a:bodyPr/>
                    <a:lstStyle/>
                    <a:p>
                      <a:pPr algn="l" fontAlgn="b"/>
                      <a:r>
                        <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Electricity Regulatory Commission</a:t>
                      </a:r>
                    </a:p>
                  </a:txBody>
                  <a:tcPr anchor="b">
                    <a:noFill/>
                  </a:tcPr>
                </a:tc>
                <a:extLst>
                  <a:ext uri="{0D108BD9-81ED-4DB2-BD59-A6C34878D82A}">
                    <a16:rowId xmlns:a16="http://schemas.microsoft.com/office/drawing/2014/main" val="1016440893"/>
                  </a:ext>
                </a:extLst>
              </a:tr>
              <a:tr h="274036">
                <a:tc>
                  <a:txBody>
                    <a:bodyPr/>
                    <a:lstStyle/>
                    <a:p>
                      <a:pPr algn="l" fontAlgn="b"/>
                      <a:r>
                        <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FY</a:t>
                      </a:r>
                    </a:p>
                  </a:txBody>
                  <a:tcPr anchor="b">
                    <a:noFill/>
                  </a:tcPr>
                </a:tc>
                <a:tc>
                  <a:txBody>
                    <a:bodyPr/>
                    <a:lstStyle/>
                    <a:p>
                      <a:pPr algn="l" fontAlgn="b"/>
                      <a:r>
                        <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Financial Year</a:t>
                      </a:r>
                    </a:p>
                  </a:txBody>
                  <a:tcPr anchor="b">
                    <a:noFill/>
                  </a:tcPr>
                </a:tc>
                <a:extLst>
                  <a:ext uri="{0D108BD9-81ED-4DB2-BD59-A6C34878D82A}">
                    <a16:rowId xmlns:a16="http://schemas.microsoft.com/office/drawing/2014/main" val="438115251"/>
                  </a:ext>
                </a:extLst>
              </a:tr>
              <a:tr h="274036">
                <a:tc>
                  <a:txBody>
                    <a:bodyPr/>
                    <a:lstStyle/>
                    <a:p>
                      <a:pPr algn="l" fontAlgn="b"/>
                      <a:r>
                        <a:rPr lang="en-US"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GDP</a:t>
                      </a:r>
                      <a:endPar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endParaRPr>
                    </a:p>
                  </a:txBody>
                  <a:tcPr anchor="b">
                    <a:noFill/>
                  </a:tcPr>
                </a:tc>
                <a:tc>
                  <a:txBody>
                    <a:bodyPr/>
                    <a:lstStyle/>
                    <a:p>
                      <a:pPr algn="l" fontAlgn="b"/>
                      <a:r>
                        <a:rPr lang="en-US"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Gross Domestic Product</a:t>
                      </a:r>
                      <a:endPar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endParaRPr>
                    </a:p>
                  </a:txBody>
                  <a:tcPr anchor="b">
                    <a:noFill/>
                  </a:tcPr>
                </a:tc>
                <a:extLst>
                  <a:ext uri="{0D108BD9-81ED-4DB2-BD59-A6C34878D82A}">
                    <a16:rowId xmlns:a16="http://schemas.microsoft.com/office/drawing/2014/main" val="4006812592"/>
                  </a:ext>
                </a:extLst>
              </a:tr>
              <a:tr h="274036">
                <a:tc>
                  <a:txBody>
                    <a:bodyPr/>
                    <a:lstStyle/>
                    <a:p>
                      <a:pPr algn="l" fontAlgn="b"/>
                      <a:r>
                        <a:rPr lang="en-US"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MERC</a:t>
                      </a:r>
                      <a:endPar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endParaRPr>
                    </a:p>
                  </a:txBody>
                  <a:tcPr anchor="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Maharashtra </a:t>
                      </a:r>
                      <a:r>
                        <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Electricity Regulatory Commission</a:t>
                      </a:r>
                    </a:p>
                  </a:txBody>
                  <a:tcPr anchor="b">
                    <a:noFill/>
                  </a:tcPr>
                </a:tc>
                <a:extLst>
                  <a:ext uri="{0D108BD9-81ED-4DB2-BD59-A6C34878D82A}">
                    <a16:rowId xmlns:a16="http://schemas.microsoft.com/office/drawing/2014/main" val="1835241125"/>
                  </a:ext>
                </a:extLst>
              </a:tr>
              <a:tr h="274036">
                <a:tc>
                  <a:txBody>
                    <a:bodyPr/>
                    <a:lstStyle/>
                    <a:p>
                      <a:pPr algn="l" fontAlgn="b"/>
                      <a:r>
                        <a:rPr lang="en-US"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MSEDCL</a:t>
                      </a:r>
                      <a:endPar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endParaRPr>
                    </a:p>
                  </a:txBody>
                  <a:tcPr anchor="b">
                    <a:noFill/>
                  </a:tcPr>
                </a:tc>
                <a:tc>
                  <a:txBody>
                    <a:bodyPr/>
                    <a:lstStyle/>
                    <a:p>
                      <a:pPr algn="l" fontAlgn="b"/>
                      <a:r>
                        <a:rPr lang="en-US"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Maharashtra State Electricity Distribution Company Limited</a:t>
                      </a:r>
                      <a:endPar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endParaRPr>
                    </a:p>
                  </a:txBody>
                  <a:tcPr anchor="b">
                    <a:noFill/>
                  </a:tcPr>
                </a:tc>
                <a:extLst>
                  <a:ext uri="{0D108BD9-81ED-4DB2-BD59-A6C34878D82A}">
                    <a16:rowId xmlns:a16="http://schemas.microsoft.com/office/drawing/2014/main" val="2515306836"/>
                  </a:ext>
                </a:extLst>
              </a:tr>
              <a:tr h="274036">
                <a:tc>
                  <a:txBody>
                    <a:bodyPr/>
                    <a:lstStyle/>
                    <a:p>
                      <a:pPr algn="l" fontAlgn="b"/>
                      <a:r>
                        <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MYT</a:t>
                      </a:r>
                    </a:p>
                  </a:txBody>
                  <a:tcPr anchor="b">
                    <a:noFill/>
                  </a:tcPr>
                </a:tc>
                <a:tc>
                  <a:txBody>
                    <a:bodyPr/>
                    <a:lstStyle/>
                    <a:p>
                      <a:pPr algn="l" fontAlgn="b"/>
                      <a:r>
                        <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Multi-Year Tariffs</a:t>
                      </a:r>
                    </a:p>
                  </a:txBody>
                  <a:tcPr anchor="b">
                    <a:noFill/>
                  </a:tcPr>
                </a:tc>
                <a:extLst>
                  <a:ext uri="{0D108BD9-81ED-4DB2-BD59-A6C34878D82A}">
                    <a16:rowId xmlns:a16="http://schemas.microsoft.com/office/drawing/2014/main" val="689094959"/>
                  </a:ext>
                </a:extLst>
              </a:tr>
              <a:tr h="274036">
                <a:tc>
                  <a:txBody>
                    <a:bodyPr/>
                    <a:lstStyle/>
                    <a:p>
                      <a:pPr algn="l" fontAlgn="b"/>
                      <a:r>
                        <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NHDP</a:t>
                      </a:r>
                    </a:p>
                  </a:txBody>
                  <a:tcPr anchor="b">
                    <a:noFill/>
                  </a:tcPr>
                </a:tc>
                <a:tc>
                  <a:txBody>
                    <a:bodyPr/>
                    <a:lstStyle/>
                    <a:p>
                      <a:pPr algn="l" fontAlgn="b"/>
                      <a:r>
                        <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Nepal Hydropower Development Project</a:t>
                      </a:r>
                    </a:p>
                  </a:txBody>
                  <a:tcPr anchor="b">
                    <a:noFill/>
                  </a:tcPr>
                </a:tc>
                <a:extLst>
                  <a:ext uri="{0D108BD9-81ED-4DB2-BD59-A6C34878D82A}">
                    <a16:rowId xmlns:a16="http://schemas.microsoft.com/office/drawing/2014/main" val="1528976442"/>
                  </a:ext>
                </a:extLst>
              </a:tr>
              <a:tr h="274036">
                <a:tc>
                  <a:txBody>
                    <a:bodyPr/>
                    <a:lstStyle/>
                    <a:p>
                      <a:pPr algn="l" fontAlgn="b"/>
                      <a:r>
                        <a:rPr lang="en-US"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O&amp;M</a:t>
                      </a:r>
                      <a:endPar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endParaRPr>
                    </a:p>
                  </a:txBody>
                  <a:tcPr anchor="b">
                    <a:noFill/>
                  </a:tcPr>
                </a:tc>
                <a:tc>
                  <a:txBody>
                    <a:bodyPr/>
                    <a:lstStyle/>
                    <a:p>
                      <a:pPr algn="l" fontAlgn="b"/>
                      <a:r>
                        <a:rPr lang="en-US"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Operations and maintenance</a:t>
                      </a:r>
                      <a:endPar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endParaRPr>
                    </a:p>
                  </a:txBody>
                  <a:tcPr anchor="b">
                    <a:noFill/>
                  </a:tcPr>
                </a:tc>
                <a:extLst>
                  <a:ext uri="{0D108BD9-81ED-4DB2-BD59-A6C34878D82A}">
                    <a16:rowId xmlns:a16="http://schemas.microsoft.com/office/drawing/2014/main" val="2583289263"/>
                  </a:ext>
                </a:extLst>
              </a:tr>
              <a:tr h="274036">
                <a:tc>
                  <a:txBody>
                    <a:bodyPr/>
                    <a:lstStyle/>
                    <a:p>
                      <a:pPr algn="l" fontAlgn="b"/>
                      <a:r>
                        <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PUSCL</a:t>
                      </a:r>
                    </a:p>
                  </a:txBody>
                  <a:tcPr anchor="b">
                    <a:noFill/>
                  </a:tcPr>
                </a:tc>
                <a:tc>
                  <a:txBody>
                    <a:bodyPr/>
                    <a:lstStyle/>
                    <a:p>
                      <a:pPr algn="l" fontAlgn="b"/>
                      <a:r>
                        <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Public Utilities Commission of Sri Lanka</a:t>
                      </a:r>
                    </a:p>
                  </a:txBody>
                  <a:tcPr anchor="b">
                    <a:noFill/>
                  </a:tcPr>
                </a:tc>
                <a:extLst>
                  <a:ext uri="{0D108BD9-81ED-4DB2-BD59-A6C34878D82A}">
                    <a16:rowId xmlns:a16="http://schemas.microsoft.com/office/drawing/2014/main" val="2271521448"/>
                  </a:ext>
                </a:extLst>
              </a:tr>
              <a:tr h="274036">
                <a:tc>
                  <a:txBody>
                    <a:bodyPr/>
                    <a:lstStyle/>
                    <a:p>
                      <a:pPr algn="l" fontAlgn="b"/>
                      <a:r>
                        <a:rPr lang="en-US"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PPA</a:t>
                      </a:r>
                      <a:endPar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endParaRPr>
                    </a:p>
                  </a:txBody>
                  <a:tcPr anchor="b">
                    <a:noFill/>
                  </a:tcPr>
                </a:tc>
                <a:tc>
                  <a:txBody>
                    <a:bodyPr/>
                    <a:lstStyle/>
                    <a:p>
                      <a:pPr algn="l" fontAlgn="b"/>
                      <a:r>
                        <a:rPr lang="en-US"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Power Purchase Agreement</a:t>
                      </a:r>
                      <a:endPar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endParaRPr>
                    </a:p>
                  </a:txBody>
                  <a:tcPr anchor="b">
                    <a:noFill/>
                  </a:tcPr>
                </a:tc>
                <a:extLst>
                  <a:ext uri="{0D108BD9-81ED-4DB2-BD59-A6C34878D82A}">
                    <a16:rowId xmlns:a16="http://schemas.microsoft.com/office/drawing/2014/main" val="3399375430"/>
                  </a:ext>
                </a:extLst>
              </a:tr>
              <a:tr h="274036">
                <a:tc>
                  <a:txBody>
                    <a:bodyPr/>
                    <a:lstStyle/>
                    <a:p>
                      <a:pPr algn="l" fontAlgn="b"/>
                      <a:r>
                        <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RoE</a:t>
                      </a:r>
                    </a:p>
                  </a:txBody>
                  <a:tcPr anchor="b">
                    <a:noFill/>
                  </a:tcPr>
                </a:tc>
                <a:tc>
                  <a:txBody>
                    <a:bodyPr/>
                    <a:lstStyle/>
                    <a:p>
                      <a:pPr algn="l" fontAlgn="b"/>
                      <a:r>
                        <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Return on Equity</a:t>
                      </a:r>
                    </a:p>
                  </a:txBody>
                  <a:tcPr anchor="b">
                    <a:noFill/>
                  </a:tcPr>
                </a:tc>
                <a:extLst>
                  <a:ext uri="{0D108BD9-81ED-4DB2-BD59-A6C34878D82A}">
                    <a16:rowId xmlns:a16="http://schemas.microsoft.com/office/drawing/2014/main" val="2849315299"/>
                  </a:ext>
                </a:extLst>
              </a:tr>
              <a:tr h="274036">
                <a:tc>
                  <a:txBody>
                    <a:bodyPr/>
                    <a:lstStyle/>
                    <a:p>
                      <a:pPr algn="l" fontAlgn="b"/>
                      <a:r>
                        <a:rPr lang="en-US"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SCADA</a:t>
                      </a:r>
                      <a:endPar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endParaRPr>
                    </a:p>
                  </a:txBody>
                  <a:tcPr anchor="b">
                    <a:noFill/>
                  </a:tcPr>
                </a:tc>
                <a:tc>
                  <a:txBody>
                    <a:bodyPr/>
                    <a:lstStyle/>
                    <a:p>
                      <a:pPr algn="l" fontAlgn="b"/>
                      <a:r>
                        <a:rPr lang="en-US"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Supervisory Control and Data Acquisition </a:t>
                      </a:r>
                    </a:p>
                  </a:txBody>
                  <a:tcPr anchor="b">
                    <a:noFill/>
                  </a:tcPr>
                </a:tc>
                <a:extLst>
                  <a:ext uri="{0D108BD9-81ED-4DB2-BD59-A6C34878D82A}">
                    <a16:rowId xmlns:a16="http://schemas.microsoft.com/office/drawing/2014/main" val="2054929772"/>
                  </a:ext>
                </a:extLst>
              </a:tr>
              <a:tr h="274036">
                <a:tc>
                  <a:txBody>
                    <a:bodyPr/>
                    <a:lstStyle/>
                    <a:p>
                      <a:pPr algn="l" fontAlgn="b"/>
                      <a:r>
                        <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SAIDI</a:t>
                      </a:r>
                    </a:p>
                  </a:txBody>
                  <a:tcPr anchor="b">
                    <a:noFill/>
                  </a:tcPr>
                </a:tc>
                <a:tc>
                  <a:txBody>
                    <a:bodyPr/>
                    <a:lstStyle/>
                    <a:p>
                      <a:pPr algn="l" fontAlgn="b"/>
                      <a:r>
                        <a:rPr lang="en-US"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System Average Interruption Duration Index</a:t>
                      </a:r>
                    </a:p>
                  </a:txBody>
                  <a:tcPr anchor="b">
                    <a:noFill/>
                  </a:tcPr>
                </a:tc>
                <a:extLst>
                  <a:ext uri="{0D108BD9-81ED-4DB2-BD59-A6C34878D82A}">
                    <a16:rowId xmlns:a16="http://schemas.microsoft.com/office/drawing/2014/main" val="2502742182"/>
                  </a:ext>
                </a:extLst>
              </a:tr>
              <a:tr h="274036">
                <a:tc>
                  <a:txBody>
                    <a:bodyPr/>
                    <a:lstStyle/>
                    <a:p>
                      <a:pPr algn="l" fontAlgn="b"/>
                      <a:r>
                        <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SAIFI</a:t>
                      </a:r>
                    </a:p>
                  </a:txBody>
                  <a:tcPr anchor="b">
                    <a:noFill/>
                  </a:tcPr>
                </a:tc>
                <a:tc>
                  <a:txBody>
                    <a:bodyPr/>
                    <a:lstStyle/>
                    <a:p>
                      <a:pPr algn="l" fontAlgn="b"/>
                      <a:r>
                        <a:rPr lang="en-US"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System Average Interruption Frequency Index</a:t>
                      </a:r>
                    </a:p>
                  </a:txBody>
                  <a:tcPr anchor="b">
                    <a:noFill/>
                  </a:tcPr>
                </a:tc>
                <a:extLst>
                  <a:ext uri="{0D108BD9-81ED-4DB2-BD59-A6C34878D82A}">
                    <a16:rowId xmlns:a16="http://schemas.microsoft.com/office/drawing/2014/main" val="4023009099"/>
                  </a:ext>
                </a:extLst>
              </a:tr>
              <a:tr h="274036">
                <a:tc>
                  <a:txBody>
                    <a:bodyPr/>
                    <a:lstStyle/>
                    <a:p>
                      <a:pPr algn="l" fontAlgn="b"/>
                      <a:r>
                        <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USAID</a:t>
                      </a:r>
                    </a:p>
                  </a:txBody>
                  <a:tcPr anchor="b">
                    <a:noFill/>
                  </a:tcPr>
                </a:tc>
                <a:tc>
                  <a:txBody>
                    <a:bodyPr/>
                    <a:lstStyle/>
                    <a:p>
                      <a:pPr algn="l" fontAlgn="b"/>
                      <a:r>
                        <a:rPr lang="en-US"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United States Agency for International Development</a:t>
                      </a:r>
                    </a:p>
                  </a:txBody>
                  <a:tcPr anchor="b">
                    <a:noFill/>
                  </a:tcPr>
                </a:tc>
                <a:extLst>
                  <a:ext uri="{0D108BD9-81ED-4DB2-BD59-A6C34878D82A}">
                    <a16:rowId xmlns:a16="http://schemas.microsoft.com/office/drawing/2014/main" val="21678636"/>
                  </a:ext>
                </a:extLst>
              </a:tr>
              <a:tr h="274036">
                <a:tc>
                  <a:txBody>
                    <a:bodyPr/>
                    <a:lstStyle/>
                    <a:p>
                      <a:pPr algn="l" fontAlgn="b"/>
                      <a:r>
                        <a:rPr lang="en-IN"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WBSEDCL</a:t>
                      </a:r>
                    </a:p>
                  </a:txBody>
                  <a:tcPr anchor="b">
                    <a:noFill/>
                  </a:tcPr>
                </a:tc>
                <a:tc>
                  <a:txBody>
                    <a:bodyPr/>
                    <a:lstStyle/>
                    <a:p>
                      <a:pPr algn="l" fontAlgn="b"/>
                      <a:r>
                        <a:rPr lang="en-US" sz="1300" b="0"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West Bengal State Electricity Distribution Company Limited</a:t>
                      </a:r>
                    </a:p>
                  </a:txBody>
                  <a:tcPr anchor="b">
                    <a:noFill/>
                  </a:tcPr>
                </a:tc>
                <a:extLst>
                  <a:ext uri="{0D108BD9-81ED-4DB2-BD59-A6C34878D82A}">
                    <a16:rowId xmlns:a16="http://schemas.microsoft.com/office/drawing/2014/main" val="605872991"/>
                  </a:ext>
                </a:extLst>
              </a:tr>
            </a:tbl>
          </a:graphicData>
        </a:graphic>
      </p:graphicFrame>
    </p:spTree>
    <p:extLst>
      <p:ext uri="{BB962C8B-B14F-4D97-AF65-F5344CB8AC3E}">
        <p14:creationId xmlns:p14="http://schemas.microsoft.com/office/powerpoint/2010/main" val="41450719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cNecHHAvRYC9NwZcwXawu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LDmosje5S6uOVOaHpAMkI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CUHdamNIRTKQgzPjQpoIG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CUHdamNIRTKQgzPjQpoIG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lcWDC7HSTvakFZcJIHXQK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lcWDC7HSTvakFZcJIHXQK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CUHdamNIRTKQgzPjQpoIG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CUHdamNIRTKQgzPjQpoIG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CUHdamNIRTKQgzPjQpoIG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CUHdamNIRTKQgzPjQpoIG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CUHdamNIRTKQgzPjQpoIG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CUHdamNIRTKQgzPjQpoIG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CUHdamNIRTKQgzPjQpoIG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aWz4sSgsS7q4YPyCtm3g0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_pLYfjoRQ12e__42w3QJY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U1OPRokLQMqVDhwFP6GEh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tXeY0FMAQseBNaSoqu_LwQ"/>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6sVTgTgNTju9Z_SovEANcA"/>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Dg7wDsv1QCO4IvThYnXTow"/>
</p:tagLst>
</file>

<file path=ppt/theme/theme1.xml><?xml version="1.0" encoding="utf-8"?>
<a:theme xmlns:a="http://schemas.openxmlformats.org/drawingml/2006/main" name="1_JIEDDOOFFSITE">
  <a:themeElements>
    <a:clrScheme name="Custom 1">
      <a:dk1>
        <a:srgbClr val="000000"/>
      </a:dk1>
      <a:lt1>
        <a:srgbClr val="FFFFFF"/>
      </a:lt1>
      <a:dk2>
        <a:srgbClr val="000000"/>
      </a:dk2>
      <a:lt2>
        <a:srgbClr val="808080"/>
      </a:lt2>
      <a:accent1>
        <a:srgbClr val="002A6C"/>
      </a:accent1>
      <a:accent2>
        <a:srgbClr val="C2113A"/>
      </a:accent2>
      <a:accent3>
        <a:srgbClr val="9DBFE5"/>
      </a:accent3>
      <a:accent4>
        <a:srgbClr val="000000"/>
      </a:accent4>
      <a:accent5>
        <a:srgbClr val="666666"/>
      </a:accent5>
      <a:accent6>
        <a:srgbClr val="DDDDDD"/>
      </a:accent6>
      <a:hlink>
        <a:srgbClr val="9DBFE5"/>
      </a:hlink>
      <a:folHlink>
        <a:srgbClr val="B2B2B2"/>
      </a:folHlink>
    </a:clrScheme>
    <a:fontScheme name="UNCLASSIFIED_ATT REL TO _Template">
      <a:majorFont>
        <a:latin typeface="Arial Rounded MT Bold"/>
        <a:ea typeface=""/>
        <a:cs typeface=""/>
      </a:majorFont>
      <a:minorFont>
        <a:latin typeface="Arial Rounded MT 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UNCLASSIFIED_ATT REL TO _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UNCLASSIFIED_ATT REL TO _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NCLASSIFIED_ATT REL TO _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NCLASSIFIED_ATT REL TO _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NCLASSIFIED_ATT REL TO 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NCLASSIFIED_ATT REL TO 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UNCLASSIFIED_ATT REL TO 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JIEDDOOFFSITE">
  <a:themeElements>
    <a:clrScheme name="Custom 1">
      <a:dk1>
        <a:srgbClr val="000000"/>
      </a:dk1>
      <a:lt1>
        <a:srgbClr val="FFFFFF"/>
      </a:lt1>
      <a:dk2>
        <a:srgbClr val="000000"/>
      </a:dk2>
      <a:lt2>
        <a:srgbClr val="808080"/>
      </a:lt2>
      <a:accent1>
        <a:srgbClr val="002A6C"/>
      </a:accent1>
      <a:accent2>
        <a:srgbClr val="C2113A"/>
      </a:accent2>
      <a:accent3>
        <a:srgbClr val="9DBFE5"/>
      </a:accent3>
      <a:accent4>
        <a:srgbClr val="000000"/>
      </a:accent4>
      <a:accent5>
        <a:srgbClr val="666666"/>
      </a:accent5>
      <a:accent6>
        <a:srgbClr val="DDDDDD"/>
      </a:accent6>
      <a:hlink>
        <a:srgbClr val="9DBFE5"/>
      </a:hlink>
      <a:folHlink>
        <a:srgbClr val="B2B2B2"/>
      </a:folHlink>
    </a:clrScheme>
    <a:fontScheme name="UNCLASSIFIED_ATT REL TO _Template">
      <a:majorFont>
        <a:latin typeface="Arial Rounded MT Bold"/>
        <a:ea typeface=""/>
        <a:cs typeface=""/>
      </a:majorFont>
      <a:minorFont>
        <a:latin typeface="Arial Rounded MT 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UNCLASSIFIED_ATT REL TO _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UNCLASSIFIED_ATT REL TO _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NCLASSIFIED_ATT REL TO _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NCLASSIFIED_ATT REL TO _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NCLASSIFIED_ATT REL TO 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NCLASSIFIED_ATT REL TO 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UNCLASSIFIED_ATT REL TO 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JIEDDOOFFSITE">
  <a:themeElements>
    <a:clrScheme name="Custom 1">
      <a:dk1>
        <a:srgbClr val="000000"/>
      </a:dk1>
      <a:lt1>
        <a:srgbClr val="FFFFFF"/>
      </a:lt1>
      <a:dk2>
        <a:srgbClr val="000000"/>
      </a:dk2>
      <a:lt2>
        <a:srgbClr val="808080"/>
      </a:lt2>
      <a:accent1>
        <a:srgbClr val="002A6C"/>
      </a:accent1>
      <a:accent2>
        <a:srgbClr val="C2113A"/>
      </a:accent2>
      <a:accent3>
        <a:srgbClr val="9DBFE5"/>
      </a:accent3>
      <a:accent4>
        <a:srgbClr val="000000"/>
      </a:accent4>
      <a:accent5>
        <a:srgbClr val="666666"/>
      </a:accent5>
      <a:accent6>
        <a:srgbClr val="DDDDDD"/>
      </a:accent6>
      <a:hlink>
        <a:srgbClr val="9DBFE5"/>
      </a:hlink>
      <a:folHlink>
        <a:srgbClr val="B2B2B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UNCLASSIFIED_ATT REL TO _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UNCLASSIFIED_ATT REL TO _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NCLASSIFIED_ATT REL TO _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NCLASSIFIED_ATT REL TO _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NCLASSIFIED_ATT REL TO 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NCLASSIFIED_ATT REL TO 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UNCLASSIFIED_ATT REL TO 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964CF054-EB03-4CFF-B811-1EE4DBA239D8}">
  <ds:schemaRefs>
    <ds:schemaRef ds:uri="http://schemas.microsoft.com/sharepoint/v3/contenttype/forms"/>
  </ds:schemaRefs>
</ds:datastoreItem>
</file>

<file path=customXml/itemProps2.xml><?xml version="1.0" encoding="utf-8"?>
<ds:datastoreItem xmlns:ds="http://schemas.openxmlformats.org/officeDocument/2006/customXml" ds:itemID="{D7286FD2-EF17-4F54-A1ED-6E2A4AA9986C}"/>
</file>

<file path=customXml/itemProps3.xml><?xml version="1.0" encoding="utf-8"?>
<ds:datastoreItem xmlns:ds="http://schemas.openxmlformats.org/officeDocument/2006/customXml" ds:itemID="{51DCDFEE-733F-4C08-BECC-768FDA12FC90}">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d4c12627-2fc5-4487-aa5f-e142066856b4"/>
    <ds:schemaRef ds:uri="http://purl.org/dc/elements/1.1/"/>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58119</TotalTime>
  <Words>1848</Words>
  <Application>Microsoft Office PowerPoint</Application>
  <PresentationFormat>On-screen Show (4:3)</PresentationFormat>
  <Paragraphs>294</Paragraphs>
  <Slides>26</Slides>
  <Notes>5</Notes>
  <HiddenSlides>0</HiddenSlides>
  <MMClips>0</MMClips>
  <ScaleCrop>false</ScaleCrop>
  <HeadingPairs>
    <vt:vector size="8" baseType="variant">
      <vt:variant>
        <vt:lpstr>Fonts Used</vt:lpstr>
      </vt:variant>
      <vt:variant>
        <vt:i4>5</vt:i4>
      </vt:variant>
      <vt:variant>
        <vt:lpstr>Theme</vt:lpstr>
      </vt:variant>
      <vt:variant>
        <vt:i4>3</vt:i4>
      </vt:variant>
      <vt:variant>
        <vt:lpstr>Embedded OLE Servers</vt:lpstr>
      </vt:variant>
      <vt:variant>
        <vt:i4>2</vt:i4>
      </vt:variant>
      <vt:variant>
        <vt:lpstr>Slide Titles</vt:lpstr>
      </vt:variant>
      <vt:variant>
        <vt:i4>26</vt:i4>
      </vt:variant>
    </vt:vector>
  </HeadingPairs>
  <TitlesOfParts>
    <vt:vector size="36" baseType="lpstr">
      <vt:lpstr>Arial</vt:lpstr>
      <vt:lpstr>Arial </vt:lpstr>
      <vt:lpstr>Arial Rounded MT Bold</vt:lpstr>
      <vt:lpstr>Calibri</vt:lpstr>
      <vt:lpstr>Wingdings</vt:lpstr>
      <vt:lpstr>1_JIEDDOOFFSITE</vt:lpstr>
      <vt:lpstr>2_JIEDDOOFFSITE</vt:lpstr>
      <vt:lpstr>3_JIEDDOOFFSITE</vt:lpstr>
      <vt:lpstr>think-cell Slide</vt:lpstr>
      <vt:lpstr>Worksheet</vt:lpstr>
      <vt:lpstr>PowerPoint Presentation</vt:lpstr>
      <vt:lpstr>Training Objectives</vt:lpstr>
      <vt:lpstr>Contents</vt:lpstr>
      <vt:lpstr>Introduction</vt:lpstr>
      <vt:lpstr>Introduction</vt:lpstr>
      <vt:lpstr>Regulatory Compliance Framework</vt:lpstr>
      <vt:lpstr>Regulatory Compliance Framework</vt:lpstr>
      <vt:lpstr>1. Setting the Regulatory Compliance Objective</vt:lpstr>
      <vt:lpstr>2. Identifying Compliance Obligations</vt:lpstr>
      <vt:lpstr>2. Identifying Compliance Obligations (contd.)</vt:lpstr>
      <vt:lpstr>2. Identifying Compliance Obligations (contd.)</vt:lpstr>
      <vt:lpstr>3. Assessing Non-Compliance Risk</vt:lpstr>
      <vt:lpstr>3. Assessing Non-Compliance Risk (contd.)</vt:lpstr>
      <vt:lpstr>3. Assessing Non-Compliance Risk (contd.)</vt:lpstr>
      <vt:lpstr>4. Performing Control Activities</vt:lpstr>
      <vt:lpstr>4. Performing Control Activities (contd.)</vt:lpstr>
      <vt:lpstr>4. Performing Control Activities (contd.)</vt:lpstr>
      <vt:lpstr>5. Monitoring and Improvement</vt:lpstr>
      <vt:lpstr>Need for a Regulatory Department in the Utility</vt:lpstr>
      <vt:lpstr>Why do we need a Regulatory department?</vt:lpstr>
      <vt:lpstr>Key Objectives and Responsibilities of a Utility Regulatory Department</vt:lpstr>
      <vt:lpstr>Skills and Function Requirement</vt:lpstr>
      <vt:lpstr>Structure of a Regulatory Team – Case of West Bengal (India)</vt:lpstr>
      <vt:lpstr>Structure of a Regulatory Team in West Bengal State Electricity Distribution Company Limited (India)</vt:lpstr>
      <vt:lpstr>PowerPoint Presentation</vt:lpstr>
      <vt:lpstr>Annexure: Abbreviations</vt:lpstr>
    </vt:vector>
  </TitlesOfParts>
  <Company>U.S. Army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Electricity Regulatory Commission of Nepal</dc:title>
  <dc:creator>Taylor, Rob (US - Arlington)</dc:creator>
  <cp:keywords>Reforms</cp:keywords>
  <cp:lastModifiedBy>Mani, Siddharth</cp:lastModifiedBy>
  <cp:revision>2162</cp:revision>
  <cp:lastPrinted>2017-08-09T10:27:09Z</cp:lastPrinted>
  <dcterms:created xsi:type="dcterms:W3CDTF">2010-02-02T20:12:08Z</dcterms:created>
  <dcterms:modified xsi:type="dcterms:W3CDTF">2024-11-15T10:41:14Z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y fmtid="{D5CDD505-2E9C-101B-9397-08002B2CF9AE}" pid="3" name="MSIP_Label_ea60d57e-af5b-4752-ac57-3e4f28ca11dc_Enabled">
    <vt:lpwstr>true</vt:lpwstr>
  </property>
  <property fmtid="{D5CDD505-2E9C-101B-9397-08002B2CF9AE}" pid="4" name="MSIP_Label_ea60d57e-af5b-4752-ac57-3e4f28ca11dc_SetDate">
    <vt:lpwstr>2024-11-15T10:41:14Z</vt:lpwstr>
  </property>
  <property fmtid="{D5CDD505-2E9C-101B-9397-08002B2CF9AE}" pid="5" name="MSIP_Label_ea60d57e-af5b-4752-ac57-3e4f28ca11dc_Method">
    <vt:lpwstr>Standard</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iteId">
    <vt:lpwstr>36da45f1-dd2c-4d1f-af13-5abe46b99921</vt:lpwstr>
  </property>
  <property fmtid="{D5CDD505-2E9C-101B-9397-08002B2CF9AE}" pid="8" name="MSIP_Label_ea60d57e-af5b-4752-ac57-3e4f28ca11dc_ActionId">
    <vt:lpwstr>34a08244-ba3e-4b1c-a36b-c9c8acd88e60</vt:lpwstr>
  </property>
  <property fmtid="{D5CDD505-2E9C-101B-9397-08002B2CF9AE}" pid="9" name="MSIP_Label_ea60d57e-af5b-4752-ac57-3e4f28ca11dc_ContentBits">
    <vt:lpwstr>0</vt:lpwstr>
  </property>
</Properties>
</file>