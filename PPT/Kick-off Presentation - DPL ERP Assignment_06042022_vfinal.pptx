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theme/theme2.xml" ContentType="application/vnd.openxmlformats-officedocument.them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theme/theme3.xml" ContentType="application/vnd.openxmlformats-officedocument.them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heme/theme4.xml" ContentType="application/vnd.openxmlformats-officedocument.theme+xml"/>
  <Override PartName="/ppt/tags/tag38.xml" ContentType="application/vnd.openxmlformats-officedocument.presentationml.tags+xml"/>
  <Override PartName="/ppt/tags/tag39.xml" ContentType="application/vnd.openxmlformats-officedocument.presentationml.tags+xml"/>
  <Override PartName="/ppt/notesSlides/notesSlide1.xml" ContentType="application/vnd.openxmlformats-officedocument.presentationml.notesSlide+xml"/>
  <Override PartName="/ppt/tags/tag40.xml" ContentType="application/vnd.openxmlformats-officedocument.presentationml.tags+xml"/>
  <Override PartName="/ppt/notesSlides/notesSlide2.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3.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notesSlides/notesSlide4.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notesSlides/notesSlide5.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notesSlides/notesSlide6.xml" ContentType="application/vnd.openxmlformats-officedocument.presentationml.notesSlide+xml"/>
  <Override PartName="/ppt/tags/tag69.xml" ContentType="application/vnd.openxmlformats-officedocument.presentationml.tags+xml"/>
  <Override PartName="/ppt/tags/tag70.xml" ContentType="application/vnd.openxmlformats-officedocument.presentationml.tags+xml"/>
  <Override PartName="/ppt/notesSlides/notesSlide7.xml" ContentType="application/vnd.openxmlformats-officedocument.presentationml.notesSlide+xml"/>
  <Override PartName="/ppt/tags/tag71.xml" ContentType="application/vnd.openxmlformats-officedocument.presentationml.tags+xml"/>
  <Override PartName="/ppt/tags/tag72.xml" ContentType="application/vnd.openxmlformats-officedocument.presentationml.tags+xml"/>
  <Override PartName="/ppt/notesSlides/notesSlide8.xml" ContentType="application/vnd.openxmlformats-officedocument.presentationml.notesSlide+xml"/>
  <Override PartName="/ppt/tags/tag73.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991" r:id="rId4"/>
    <p:sldMasterId id="2147485133" r:id="rId5"/>
    <p:sldMasterId id="2147485304" r:id="rId6"/>
  </p:sldMasterIdLst>
  <p:notesMasterIdLst>
    <p:notesMasterId r:id="rId32"/>
  </p:notesMasterIdLst>
  <p:sldIdLst>
    <p:sldId id="954" r:id="rId7"/>
    <p:sldId id="955" r:id="rId8"/>
    <p:sldId id="494" r:id="rId9"/>
    <p:sldId id="485" r:id="rId10"/>
    <p:sldId id="957" r:id="rId11"/>
    <p:sldId id="958" r:id="rId12"/>
    <p:sldId id="959" r:id="rId13"/>
    <p:sldId id="960" r:id="rId14"/>
    <p:sldId id="961" r:id="rId15"/>
    <p:sldId id="967" r:id="rId16"/>
    <p:sldId id="507" r:id="rId17"/>
    <p:sldId id="966" r:id="rId18"/>
    <p:sldId id="509" r:id="rId19"/>
    <p:sldId id="511" r:id="rId20"/>
    <p:sldId id="496" r:id="rId21"/>
    <p:sldId id="765" r:id="rId22"/>
    <p:sldId id="481" r:id="rId23"/>
    <p:sldId id="956" r:id="rId24"/>
    <p:sldId id="968" r:id="rId25"/>
    <p:sldId id="969" r:id="rId26"/>
    <p:sldId id="970" r:id="rId27"/>
    <p:sldId id="962" r:id="rId28"/>
    <p:sldId id="963" r:id="rId29"/>
    <p:sldId id="964" r:id="rId30"/>
    <p:sldId id="965" r:id="rId31"/>
  </p:sldIdLst>
  <p:sldSz cx="12192000" cy="6858000"/>
  <p:notesSz cx="6858000" cy="9144000"/>
  <p:custDataLst>
    <p:tags r:id="rId3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Dhawan, Shubham" initials="DS" lastIdx="15" clrIdx="6">
    <p:extLst>
      <p:ext uri="{19B8F6BF-5375-455C-9EA6-DF929625EA0E}">
        <p15:presenceInfo xmlns:p15="http://schemas.microsoft.com/office/powerpoint/2012/main" userId="S::shudhawan@deloitte.com::e457b5f3-1f3d-4d58-917e-9019c3073c41" providerId="AD"/>
      </p:ext>
    </p:extLst>
  </p:cmAuthor>
  <p:cmAuthor id="1" name="Kulkarni, Rajeev" initials="KR" lastIdx="42" clrIdx="0">
    <p:extLst>
      <p:ext uri="{19B8F6BF-5375-455C-9EA6-DF929625EA0E}">
        <p15:presenceInfo xmlns:p15="http://schemas.microsoft.com/office/powerpoint/2012/main" userId="S-1-5-21-776561741-1482476501-682003330-326525" providerId="AD"/>
      </p:ext>
    </p:extLst>
  </p:cmAuthor>
  <p:cmAuthor id="8" name="Sharma, Piyush" initials="SP" lastIdx="2" clrIdx="7">
    <p:extLst>
      <p:ext uri="{19B8F6BF-5375-455C-9EA6-DF929625EA0E}">
        <p15:presenceInfo xmlns:p15="http://schemas.microsoft.com/office/powerpoint/2012/main" userId="S::psharma12@deloitte.com::2d18546c-9080-478c-ad55-454124390050" providerId="AD"/>
      </p:ext>
    </p:extLst>
  </p:cmAuthor>
  <p:cmAuthor id="2" name="Bandyopadhyay, Anirban P" initials="BAP" lastIdx="22" clrIdx="1">
    <p:extLst>
      <p:ext uri="{19B8F6BF-5375-455C-9EA6-DF929625EA0E}">
        <p15:presenceInfo xmlns:p15="http://schemas.microsoft.com/office/powerpoint/2012/main" userId="S-1-5-21-776561741-1482476501-682003330-717514" providerId="AD"/>
      </p:ext>
    </p:extLst>
  </p:cmAuthor>
  <p:cmAuthor id="9" name="Hariharan, P." initials="HP [3]" lastIdx="5" clrIdx="8">
    <p:extLst>
      <p:ext uri="{19B8F6BF-5375-455C-9EA6-DF929625EA0E}">
        <p15:presenceInfo xmlns:p15="http://schemas.microsoft.com/office/powerpoint/2012/main" userId="Hariharan, P." providerId="None"/>
      </p:ext>
    </p:extLst>
  </p:cmAuthor>
  <p:cmAuthor id="3" name="Hariharan, P." initials="HP" lastIdx="63" clrIdx="2">
    <p:extLst>
      <p:ext uri="{19B8F6BF-5375-455C-9EA6-DF929625EA0E}">
        <p15:presenceInfo xmlns:p15="http://schemas.microsoft.com/office/powerpoint/2012/main" userId="S-1-5-21-776561741-1482476501-682003330-27913" providerId="AD"/>
      </p:ext>
    </p:extLst>
  </p:cmAuthor>
  <p:cmAuthor id="4" name="Patni, Surbhi" initials="PS" lastIdx="1" clrIdx="3">
    <p:extLst>
      <p:ext uri="{19B8F6BF-5375-455C-9EA6-DF929625EA0E}">
        <p15:presenceInfo xmlns:p15="http://schemas.microsoft.com/office/powerpoint/2012/main" userId="S-1-5-21-776561741-1482476501-682003330-780562" providerId="AD"/>
      </p:ext>
    </p:extLst>
  </p:cmAuthor>
  <p:cmAuthor id="5" name="Mani, Siddharth" initials="MS" lastIdx="2" clrIdx="4">
    <p:extLst>
      <p:ext uri="{19B8F6BF-5375-455C-9EA6-DF929625EA0E}">
        <p15:presenceInfo xmlns:p15="http://schemas.microsoft.com/office/powerpoint/2012/main" userId="S-1-5-21-776561741-1482476501-682003330-605679" providerId="AD"/>
      </p:ext>
    </p:extLst>
  </p:cmAuthor>
  <p:cmAuthor id="6" name="Hariharan, P." initials="HP [2]" lastIdx="8" clrIdx="5">
    <p:extLst>
      <p:ext uri="{19B8F6BF-5375-455C-9EA6-DF929625EA0E}">
        <p15:presenceInfo xmlns:p15="http://schemas.microsoft.com/office/powerpoint/2012/main" userId="S::phariharan@deloitte.com::e1113b81-c672-4010-8bf3-3bb1a1ab885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CB0"/>
    <a:srgbClr val="26890D"/>
    <a:srgbClr val="0D8390"/>
    <a:srgbClr val="F2F2F2"/>
    <a:srgbClr val="37C4FF"/>
    <a:srgbClr val="004F59"/>
    <a:srgbClr val="43B02A"/>
    <a:srgbClr val="1D670A"/>
    <a:srgbClr val="86BC25"/>
    <a:srgbClr val="046A3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89" autoAdjust="0"/>
    <p:restoredTop sz="94796" autoAdjust="0"/>
  </p:normalViewPr>
  <p:slideViewPr>
    <p:cSldViewPr snapToGrid="0">
      <p:cViewPr varScale="1">
        <p:scale>
          <a:sx n="81" d="100"/>
          <a:sy n="81" d="100"/>
        </p:scale>
        <p:origin x="653"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microsoft.com/office/2016/11/relationships/changesInfo" Target="changesInfos/changesInfo1.xml"/><Relationship Id="rId21" Type="http://schemas.openxmlformats.org/officeDocument/2006/relationships/slide" Target="slides/slide15.xml"/><Relationship Id="rId34" Type="http://schemas.openxmlformats.org/officeDocument/2006/relationships/commentAuthors" Target="commentAuthor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tags" Target="tags/tag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presProps" Target="presProps.xml"/><Relationship Id="rId8" Type="http://schemas.openxmlformats.org/officeDocument/2006/relationships/slide" Target="slides/slide2.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herjee, Shouvik" userId="8a0946e8-3a6b-4d5c-947d-73f4cd578335" providerId="ADAL" clId="{03C434D1-3D4C-4A85-AF90-F537BF4BAA2E}"/>
    <pc:docChg chg="undo custSel modSld">
      <pc:chgData name="Mukherjee, Shouvik" userId="8a0946e8-3a6b-4d5c-947d-73f4cd578335" providerId="ADAL" clId="{03C434D1-3D4C-4A85-AF90-F537BF4BAA2E}" dt="2023-08-12T15:49:22.441" v="161" actId="15"/>
      <pc:docMkLst>
        <pc:docMk/>
      </pc:docMkLst>
      <pc:sldChg chg="modSp mod">
        <pc:chgData name="Mukherjee, Shouvik" userId="8a0946e8-3a6b-4d5c-947d-73f4cd578335" providerId="ADAL" clId="{03C434D1-3D4C-4A85-AF90-F537BF4BAA2E}" dt="2023-08-12T15:49:22.441" v="161" actId="15"/>
        <pc:sldMkLst>
          <pc:docMk/>
          <pc:sldMk cId="2300748945" sldId="485"/>
        </pc:sldMkLst>
        <pc:spChg chg="mod">
          <ac:chgData name="Mukherjee, Shouvik" userId="8a0946e8-3a6b-4d5c-947d-73f4cd578335" providerId="ADAL" clId="{03C434D1-3D4C-4A85-AF90-F537BF4BAA2E}" dt="2023-08-12T15:49:22.441" v="161" actId="15"/>
          <ac:spMkLst>
            <pc:docMk/>
            <pc:sldMk cId="2300748945" sldId="485"/>
            <ac:spMk id="51" creationId="{87264D0E-13E7-4ABA-A184-79D3E0F113BE}"/>
          </ac:spMkLst>
        </pc:spChg>
      </pc:sldChg>
      <pc:sldChg chg="addSp delSp modSp mod">
        <pc:chgData name="Mukherjee, Shouvik" userId="8a0946e8-3a6b-4d5c-947d-73f4cd578335" providerId="ADAL" clId="{03C434D1-3D4C-4A85-AF90-F537BF4BAA2E}" dt="2023-08-11T18:17:14.759" v="159" actId="207"/>
        <pc:sldMkLst>
          <pc:docMk/>
          <pc:sldMk cId="3737759803" sldId="958"/>
        </pc:sldMkLst>
        <pc:spChg chg="mod">
          <ac:chgData name="Mukherjee, Shouvik" userId="8a0946e8-3a6b-4d5c-947d-73f4cd578335" providerId="ADAL" clId="{03C434D1-3D4C-4A85-AF90-F537BF4BAA2E}" dt="2023-08-11T18:16:25.427" v="153" actId="404"/>
          <ac:spMkLst>
            <pc:docMk/>
            <pc:sldMk cId="3737759803" sldId="958"/>
            <ac:spMk id="9" creationId="{47E4E550-6B9C-49CE-B524-5A7AFA3D5B37}"/>
          </ac:spMkLst>
        </pc:spChg>
        <pc:spChg chg="mod">
          <ac:chgData name="Mukherjee, Shouvik" userId="8a0946e8-3a6b-4d5c-947d-73f4cd578335" providerId="ADAL" clId="{03C434D1-3D4C-4A85-AF90-F537BF4BAA2E}" dt="2023-08-11T18:16:22.141" v="152" actId="404"/>
          <ac:spMkLst>
            <pc:docMk/>
            <pc:sldMk cId="3737759803" sldId="958"/>
            <ac:spMk id="10" creationId="{7085DA44-B763-4D5A-A7F8-69DF20FED815}"/>
          </ac:spMkLst>
        </pc:spChg>
        <pc:spChg chg="del mod">
          <ac:chgData name="Mukherjee, Shouvik" userId="8a0946e8-3a6b-4d5c-947d-73f4cd578335" providerId="ADAL" clId="{03C434D1-3D4C-4A85-AF90-F537BF4BAA2E}" dt="2023-08-11T17:51:18.974" v="67" actId="478"/>
          <ac:spMkLst>
            <pc:docMk/>
            <pc:sldMk cId="3737759803" sldId="958"/>
            <ac:spMk id="11" creationId="{A69E74E2-1AD5-441C-94E1-5A9D6C2B0AF1}"/>
          </ac:spMkLst>
        </pc:spChg>
        <pc:spChg chg="mod">
          <ac:chgData name="Mukherjee, Shouvik" userId="8a0946e8-3a6b-4d5c-947d-73f4cd578335" providerId="ADAL" clId="{03C434D1-3D4C-4A85-AF90-F537BF4BAA2E}" dt="2023-08-11T18:17:07.423" v="157" actId="208"/>
          <ac:spMkLst>
            <pc:docMk/>
            <pc:sldMk cId="3737759803" sldId="958"/>
            <ac:spMk id="12" creationId="{1E255CEB-943C-4C25-8E03-203CE4097179}"/>
          </ac:spMkLst>
        </pc:spChg>
        <pc:spChg chg="mod">
          <ac:chgData name="Mukherjee, Shouvik" userId="8a0946e8-3a6b-4d5c-947d-73f4cd578335" providerId="ADAL" clId="{03C434D1-3D4C-4A85-AF90-F537BF4BAA2E}" dt="2023-08-11T18:16:14.416" v="150" actId="404"/>
          <ac:spMkLst>
            <pc:docMk/>
            <pc:sldMk cId="3737759803" sldId="958"/>
            <ac:spMk id="13" creationId="{B3DD8163-9E29-4A8F-9F2C-4ACA7561C16C}"/>
          </ac:spMkLst>
        </pc:spChg>
        <pc:spChg chg="mod">
          <ac:chgData name="Mukherjee, Shouvik" userId="8a0946e8-3a6b-4d5c-947d-73f4cd578335" providerId="ADAL" clId="{03C434D1-3D4C-4A85-AF90-F537BF4BAA2E}" dt="2023-08-11T18:16:09.737" v="149" actId="404"/>
          <ac:spMkLst>
            <pc:docMk/>
            <pc:sldMk cId="3737759803" sldId="958"/>
            <ac:spMk id="14" creationId="{0E9C32B3-6A6D-4EAC-82C3-E01033EBC72D}"/>
          </ac:spMkLst>
        </pc:spChg>
        <pc:spChg chg="mod">
          <ac:chgData name="Mukherjee, Shouvik" userId="8a0946e8-3a6b-4d5c-947d-73f4cd578335" providerId="ADAL" clId="{03C434D1-3D4C-4A85-AF90-F537BF4BAA2E}" dt="2023-08-11T18:01:38.513" v="130" actId="208"/>
          <ac:spMkLst>
            <pc:docMk/>
            <pc:sldMk cId="3737759803" sldId="958"/>
            <ac:spMk id="15" creationId="{284365EF-4827-42A0-90FA-2011C8D949A8}"/>
          </ac:spMkLst>
        </pc:spChg>
        <pc:spChg chg="mod">
          <ac:chgData name="Mukherjee, Shouvik" userId="8a0946e8-3a6b-4d5c-947d-73f4cd578335" providerId="ADAL" clId="{03C434D1-3D4C-4A85-AF90-F537BF4BAA2E}" dt="2023-08-11T18:01:44.088" v="131" actId="208"/>
          <ac:spMkLst>
            <pc:docMk/>
            <pc:sldMk cId="3737759803" sldId="958"/>
            <ac:spMk id="19" creationId="{5E2B071E-724A-48B7-AACB-C30005FF6D6C}"/>
          </ac:spMkLst>
        </pc:spChg>
        <pc:spChg chg="mod">
          <ac:chgData name="Mukherjee, Shouvik" userId="8a0946e8-3a6b-4d5c-947d-73f4cd578335" providerId="ADAL" clId="{03C434D1-3D4C-4A85-AF90-F537BF4BAA2E}" dt="2023-08-11T18:17:14.759" v="159" actId="207"/>
          <ac:spMkLst>
            <pc:docMk/>
            <pc:sldMk cId="3737759803" sldId="958"/>
            <ac:spMk id="23" creationId="{1799A96D-ABD9-466C-BB1C-206FD8526C85}"/>
          </ac:spMkLst>
        </pc:spChg>
        <pc:spChg chg="mod">
          <ac:chgData name="Mukherjee, Shouvik" userId="8a0946e8-3a6b-4d5c-947d-73f4cd578335" providerId="ADAL" clId="{03C434D1-3D4C-4A85-AF90-F537BF4BAA2E}" dt="2023-08-11T18:15:44.238" v="143" actId="208"/>
          <ac:spMkLst>
            <pc:docMk/>
            <pc:sldMk cId="3737759803" sldId="958"/>
            <ac:spMk id="27" creationId="{D2700F53-45BA-4B1F-8291-3540442F187C}"/>
          </ac:spMkLst>
        </pc:spChg>
        <pc:spChg chg="mod">
          <ac:chgData name="Mukherjee, Shouvik" userId="8a0946e8-3a6b-4d5c-947d-73f4cd578335" providerId="ADAL" clId="{03C434D1-3D4C-4A85-AF90-F537BF4BAA2E}" dt="2023-08-11T18:14:40.717" v="137" actId="208"/>
          <ac:spMkLst>
            <pc:docMk/>
            <pc:sldMk cId="3737759803" sldId="958"/>
            <ac:spMk id="31" creationId="{E82A81E9-6133-4E5B-89E9-3D1E9D4452E6}"/>
          </ac:spMkLst>
        </pc:spChg>
        <pc:spChg chg="mod">
          <ac:chgData name="Mukherjee, Shouvik" userId="8a0946e8-3a6b-4d5c-947d-73f4cd578335" providerId="ADAL" clId="{03C434D1-3D4C-4A85-AF90-F537BF4BAA2E}" dt="2023-08-11T17:57:22.690" v="101" actId="1076"/>
          <ac:spMkLst>
            <pc:docMk/>
            <pc:sldMk cId="3737759803" sldId="958"/>
            <ac:spMk id="42" creationId="{6328F677-A400-4EC9-9FEE-C7CA04E66355}"/>
          </ac:spMkLst>
        </pc:spChg>
        <pc:spChg chg="mod">
          <ac:chgData name="Mukherjee, Shouvik" userId="8a0946e8-3a6b-4d5c-947d-73f4cd578335" providerId="ADAL" clId="{03C434D1-3D4C-4A85-AF90-F537BF4BAA2E}" dt="2023-08-11T17:55:06.933" v="95" actId="1076"/>
          <ac:spMkLst>
            <pc:docMk/>
            <pc:sldMk cId="3737759803" sldId="958"/>
            <ac:spMk id="43" creationId="{70DFDADD-06E9-470F-9BC7-39A756C7AFA9}"/>
          </ac:spMkLst>
        </pc:spChg>
        <pc:cxnChg chg="add del mod">
          <ac:chgData name="Mukherjee, Shouvik" userId="8a0946e8-3a6b-4d5c-947d-73f4cd578335" providerId="ADAL" clId="{03C434D1-3D4C-4A85-AF90-F537BF4BAA2E}" dt="2023-08-11T17:57:45.170" v="107" actId="11529"/>
          <ac:cxnSpMkLst>
            <pc:docMk/>
            <pc:sldMk cId="3737759803" sldId="958"/>
            <ac:cxnSpMk id="26" creationId="{7A2C5F38-9A4F-4935-9F6A-ED37D8302963}"/>
          </ac:cxnSpMkLst>
        </pc:cxnChg>
        <pc:cxnChg chg="add del mod">
          <ac:chgData name="Mukherjee, Shouvik" userId="8a0946e8-3a6b-4d5c-947d-73f4cd578335" providerId="ADAL" clId="{03C434D1-3D4C-4A85-AF90-F537BF4BAA2E}" dt="2023-08-11T17:58:52.139" v="110" actId="478"/>
          <ac:cxnSpMkLst>
            <pc:docMk/>
            <pc:sldMk cId="3737759803" sldId="958"/>
            <ac:cxnSpMk id="29" creationId="{9D51597C-3FE4-2FF4-C218-8192E26FCF89}"/>
          </ac:cxnSpMkLst>
        </pc:cxnChg>
        <pc:cxnChg chg="add del mod">
          <ac:chgData name="Mukherjee, Shouvik" userId="8a0946e8-3a6b-4d5c-947d-73f4cd578335" providerId="ADAL" clId="{03C434D1-3D4C-4A85-AF90-F537BF4BAA2E}" dt="2023-08-11T17:59:06.615" v="113" actId="478"/>
          <ac:cxnSpMkLst>
            <pc:docMk/>
            <pc:sldMk cId="3737759803" sldId="958"/>
            <ac:cxnSpMk id="33" creationId="{00B30616-7650-DC99-C3B5-85721D3E7170}"/>
          </ac:cxnSpMkLst>
        </pc:cxnChg>
        <pc:cxnChg chg="del mod">
          <ac:chgData name="Mukherjee, Shouvik" userId="8a0946e8-3a6b-4d5c-947d-73f4cd578335" providerId="ADAL" clId="{03C434D1-3D4C-4A85-AF90-F537BF4BAA2E}" dt="2023-08-11T17:57:37.298" v="105" actId="478"/>
          <ac:cxnSpMkLst>
            <pc:docMk/>
            <pc:sldMk cId="3737759803" sldId="958"/>
            <ac:cxnSpMk id="35" creationId="{0711788C-4FBB-4CCE-8B92-B79F5245285E}"/>
          </ac:cxnSpMkLst>
        </pc:cxnChg>
        <pc:cxnChg chg="del mod">
          <ac:chgData name="Mukherjee, Shouvik" userId="8a0946e8-3a6b-4d5c-947d-73f4cd578335" providerId="ADAL" clId="{03C434D1-3D4C-4A85-AF90-F537BF4BAA2E}" dt="2023-08-11T17:59:35.965" v="117" actId="478"/>
          <ac:cxnSpMkLst>
            <pc:docMk/>
            <pc:sldMk cId="3737759803" sldId="958"/>
            <ac:cxnSpMk id="36" creationId="{7815FB98-AFF2-4CAE-883D-7728B936D4E0}"/>
          </ac:cxnSpMkLst>
        </pc:cxnChg>
        <pc:cxnChg chg="del mod">
          <ac:chgData name="Mukherjee, Shouvik" userId="8a0946e8-3a6b-4d5c-947d-73f4cd578335" providerId="ADAL" clId="{03C434D1-3D4C-4A85-AF90-F537BF4BAA2E}" dt="2023-08-11T17:59:46.332" v="120" actId="478"/>
          <ac:cxnSpMkLst>
            <pc:docMk/>
            <pc:sldMk cId="3737759803" sldId="958"/>
            <ac:cxnSpMk id="37" creationId="{11EB8FDF-4A64-451E-9580-C19338C2E4A3}"/>
          </ac:cxnSpMkLst>
        </pc:cxnChg>
        <pc:cxnChg chg="del mod">
          <ac:chgData name="Mukherjee, Shouvik" userId="8a0946e8-3a6b-4d5c-947d-73f4cd578335" providerId="ADAL" clId="{03C434D1-3D4C-4A85-AF90-F537BF4BAA2E}" dt="2023-08-11T17:59:59.071" v="123" actId="478"/>
          <ac:cxnSpMkLst>
            <pc:docMk/>
            <pc:sldMk cId="3737759803" sldId="958"/>
            <ac:cxnSpMk id="38" creationId="{3A59E7F3-10ED-48CA-B833-6191624B5882}"/>
          </ac:cxnSpMkLst>
        </pc:cxnChg>
        <pc:cxnChg chg="add mod">
          <ac:chgData name="Mukherjee, Shouvik" userId="8a0946e8-3a6b-4d5c-947d-73f4cd578335" providerId="ADAL" clId="{03C434D1-3D4C-4A85-AF90-F537BF4BAA2E}" dt="2023-08-11T18:01:56.657" v="132" actId="208"/>
          <ac:cxnSpMkLst>
            <pc:docMk/>
            <pc:sldMk cId="3737759803" sldId="958"/>
            <ac:cxnSpMk id="47" creationId="{97D9FD93-A6E8-5CD4-FDA7-5D6CC636820E}"/>
          </ac:cxnSpMkLst>
        </pc:cxnChg>
        <pc:cxnChg chg="add mod">
          <ac:chgData name="Mukherjee, Shouvik" userId="8a0946e8-3a6b-4d5c-947d-73f4cd578335" providerId="ADAL" clId="{03C434D1-3D4C-4A85-AF90-F537BF4BAA2E}" dt="2023-08-11T18:02:02.106" v="133" actId="208"/>
          <ac:cxnSpMkLst>
            <pc:docMk/>
            <pc:sldMk cId="3737759803" sldId="958"/>
            <ac:cxnSpMk id="50" creationId="{7F173D29-AFC8-9C78-BD33-997BD3BFDE70}"/>
          </ac:cxnSpMkLst>
        </pc:cxnChg>
        <pc:cxnChg chg="add mod">
          <ac:chgData name="Mukherjee, Shouvik" userId="8a0946e8-3a6b-4d5c-947d-73f4cd578335" providerId="ADAL" clId="{03C434D1-3D4C-4A85-AF90-F537BF4BAA2E}" dt="2023-08-11T18:02:08.764" v="134" actId="208"/>
          <ac:cxnSpMkLst>
            <pc:docMk/>
            <pc:sldMk cId="3737759803" sldId="958"/>
            <ac:cxnSpMk id="53" creationId="{C229D53C-C518-89EC-609C-3EE88CCA8245}"/>
          </ac:cxnSpMkLst>
        </pc:cxnChg>
        <pc:cxnChg chg="add mod">
          <ac:chgData name="Mukherjee, Shouvik" userId="8a0946e8-3a6b-4d5c-947d-73f4cd578335" providerId="ADAL" clId="{03C434D1-3D4C-4A85-AF90-F537BF4BAA2E}" dt="2023-08-11T18:02:14.367" v="135" actId="208"/>
          <ac:cxnSpMkLst>
            <pc:docMk/>
            <pc:sldMk cId="3737759803" sldId="958"/>
            <ac:cxnSpMk id="56" creationId="{3CCF7343-4214-74BA-4FB1-E4E82DED579F}"/>
          </ac:cxnSpMkLst>
        </pc:cxnChg>
      </pc:sldChg>
    </pc:docChg>
  </pc:docChgLst>
  <pc:docChgLst>
    <pc:chgData name="Gupta, Navin" userId="f3b478f9-c7b2-43db-a4d9-e9749b0f3ead" providerId="ADAL" clId="{D433EDBD-7339-4DD6-AA66-A324697CF69C}"/>
    <pc:docChg chg="modSld">
      <pc:chgData name="Gupta, Navin" userId="f3b478f9-c7b2-43db-a4d9-e9749b0f3ead" providerId="ADAL" clId="{D433EDBD-7339-4DD6-AA66-A324697CF69C}" dt="2022-04-11T14:10:39.599" v="0" actId="1076"/>
      <pc:docMkLst>
        <pc:docMk/>
      </pc:docMkLst>
      <pc:sldChg chg="modSp mod">
        <pc:chgData name="Gupta, Navin" userId="f3b478f9-c7b2-43db-a4d9-e9749b0f3ead" providerId="ADAL" clId="{D433EDBD-7339-4DD6-AA66-A324697CF69C}" dt="2022-04-11T14:10:39.599" v="0" actId="1076"/>
        <pc:sldMkLst>
          <pc:docMk/>
          <pc:sldMk cId="1578207050" sldId="494"/>
        </pc:sldMkLst>
        <pc:cxnChg chg="mod">
          <ac:chgData name="Gupta, Navin" userId="f3b478f9-c7b2-43db-a4d9-e9749b0f3ead" providerId="ADAL" clId="{D433EDBD-7339-4DD6-AA66-A324697CF69C}" dt="2022-04-11T14:10:39.599" v="0" actId="1076"/>
          <ac:cxnSpMkLst>
            <pc:docMk/>
            <pc:sldMk cId="1578207050" sldId="494"/>
            <ac:cxnSpMk id="7" creationId="{00000000-0000-0000-0000-000000000000}"/>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F8DC-B907-45F4-A6D9-B23ADD889BF6}" type="datetimeFigureOut">
              <a:rPr lang="en-IN" smtClean="0"/>
              <a:t>11-08-2023</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9B7263-A17B-4449-900E-FD8687FAD364}" type="slidenum">
              <a:rPr lang="en-IN" smtClean="0"/>
              <a:t>‹#›</a:t>
            </a:fld>
            <a:endParaRPr lang="en-IN" dirty="0"/>
          </a:p>
        </p:txBody>
      </p:sp>
    </p:spTree>
    <p:extLst>
      <p:ext uri="{BB962C8B-B14F-4D97-AF65-F5344CB8AC3E}">
        <p14:creationId xmlns:p14="http://schemas.microsoft.com/office/powerpoint/2010/main" val="3677650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342"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342"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8605824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89B7263-A17B-4449-900E-FD8687FAD364}" type="slidenum">
              <a:rPr lang="en-IN" smtClean="0"/>
              <a:t>4</a:t>
            </a:fld>
            <a:endParaRPr lang="en-IN" dirty="0"/>
          </a:p>
        </p:txBody>
      </p:sp>
    </p:spTree>
    <p:extLst>
      <p:ext uri="{BB962C8B-B14F-4D97-AF65-F5344CB8AC3E}">
        <p14:creationId xmlns:p14="http://schemas.microsoft.com/office/powerpoint/2010/main" val="27587796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89B7263-A17B-4449-900E-FD8687FAD364}" type="slidenum">
              <a:rPr lang="en-IN" smtClean="0"/>
              <a:t>8</a:t>
            </a:fld>
            <a:endParaRPr lang="en-IN" dirty="0"/>
          </a:p>
        </p:txBody>
      </p:sp>
    </p:spTree>
    <p:extLst>
      <p:ext uri="{BB962C8B-B14F-4D97-AF65-F5344CB8AC3E}">
        <p14:creationId xmlns:p14="http://schemas.microsoft.com/office/powerpoint/2010/main" val="27332875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89B7263-A17B-4449-900E-FD8687FAD364}" type="slidenum">
              <a:rPr lang="en-IN" smtClean="0"/>
              <a:t>9</a:t>
            </a:fld>
            <a:endParaRPr lang="en-IN" dirty="0"/>
          </a:p>
        </p:txBody>
      </p:sp>
    </p:spTree>
    <p:extLst>
      <p:ext uri="{BB962C8B-B14F-4D97-AF65-F5344CB8AC3E}">
        <p14:creationId xmlns:p14="http://schemas.microsoft.com/office/powerpoint/2010/main" val="2874499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89B7263-A17B-4449-900E-FD8687FAD364}" type="slidenum">
              <a:rPr lang="en-IN" smtClean="0"/>
              <a:t>11</a:t>
            </a:fld>
            <a:endParaRPr lang="en-IN"/>
          </a:p>
        </p:txBody>
      </p:sp>
    </p:spTree>
    <p:extLst>
      <p:ext uri="{BB962C8B-B14F-4D97-AF65-F5344CB8AC3E}">
        <p14:creationId xmlns:p14="http://schemas.microsoft.com/office/powerpoint/2010/main" val="16575101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89B7263-A17B-4449-900E-FD8687FAD364}" type="slidenum">
              <a:rPr lang="en-IN" smtClean="0"/>
              <a:t>12</a:t>
            </a:fld>
            <a:endParaRPr lang="en-IN"/>
          </a:p>
        </p:txBody>
      </p:sp>
    </p:spTree>
    <p:extLst>
      <p:ext uri="{BB962C8B-B14F-4D97-AF65-F5344CB8AC3E}">
        <p14:creationId xmlns:p14="http://schemas.microsoft.com/office/powerpoint/2010/main" val="11440372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89B7263-A17B-4449-900E-FD8687FAD364}" type="slidenum">
              <a:rPr lang="en-IN" smtClean="0"/>
              <a:t>13</a:t>
            </a:fld>
            <a:endParaRPr lang="en-IN"/>
          </a:p>
        </p:txBody>
      </p:sp>
    </p:spTree>
    <p:extLst>
      <p:ext uri="{BB962C8B-B14F-4D97-AF65-F5344CB8AC3E}">
        <p14:creationId xmlns:p14="http://schemas.microsoft.com/office/powerpoint/2010/main" val="1875700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089B7263-A17B-4449-900E-FD8687FAD364}" type="slidenum">
              <a:rPr lang="en-IN" smtClean="0"/>
              <a:t>15</a:t>
            </a:fld>
            <a:endParaRPr lang="en-IN"/>
          </a:p>
        </p:txBody>
      </p:sp>
    </p:spTree>
    <p:extLst>
      <p:ext uri="{BB962C8B-B14F-4D97-AF65-F5344CB8AC3E}">
        <p14:creationId xmlns:p14="http://schemas.microsoft.com/office/powerpoint/2010/main" val="13134386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5665484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a:xfrm>
            <a:off x="4143375" y="9120188"/>
            <a:ext cx="3170238" cy="481012"/>
          </a:xfrm>
          <a:prstGeom prst="rect">
            <a:avLst/>
          </a:prstGeom>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1FEB637-BC42-497E-9119-65CA0380A6EE}" type="slidenum">
              <a:rPr kumimoji="0" lang="en-GB"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7034498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3.emf"/><Relationship Id="rId4" Type="http://schemas.openxmlformats.org/officeDocument/2006/relationships/oleObject" Target="../embeddings/oleObject2.bin"/></Relationships>
</file>

<file path=ppt/slideLayouts/_rels/slideLayout2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3.emf"/><Relationship Id="rId4" Type="http://schemas.openxmlformats.org/officeDocument/2006/relationships/oleObject" Target="../embeddings/oleObject3.bin"/></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3.emf"/><Relationship Id="rId4" Type="http://schemas.openxmlformats.org/officeDocument/2006/relationships/oleObject" Target="../embeddings/oleObject4.bin"/></Relationships>
</file>

<file path=ppt/slideLayouts/_rels/slideLayout2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3.emf"/><Relationship Id="rId4" Type="http://schemas.openxmlformats.org/officeDocument/2006/relationships/oleObject" Target="../embeddings/oleObject5.bin"/></Relationships>
</file>

<file path=ppt/slideLayouts/_rels/slideLayout2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3.xml"/><Relationship Id="rId1" Type="http://schemas.openxmlformats.org/officeDocument/2006/relationships/tags" Target="../tags/tag12.xml"/><Relationship Id="rId5" Type="http://schemas.openxmlformats.org/officeDocument/2006/relationships/image" Target="../media/image3.emf"/><Relationship Id="rId4" Type="http://schemas.openxmlformats.org/officeDocument/2006/relationships/oleObject" Target="../embeddings/oleObject6.bin"/></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image" Target="../media/image3.emf"/><Relationship Id="rId4" Type="http://schemas.openxmlformats.org/officeDocument/2006/relationships/oleObject" Target="../embeddings/oleObject7.bin"/></Relationships>
</file>

<file path=ppt/slideLayouts/_rels/slideLayout2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3.emf"/><Relationship Id="rId4" Type="http://schemas.openxmlformats.org/officeDocument/2006/relationships/oleObject" Target="../embeddings/oleObject8.bin"/></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1.xml"/><Relationship Id="rId1" Type="http://schemas.openxmlformats.org/officeDocument/2006/relationships/tags" Target="../tags/tag20.xml"/><Relationship Id="rId5" Type="http://schemas.openxmlformats.org/officeDocument/2006/relationships/image" Target="../media/image3.emf"/><Relationship Id="rId4" Type="http://schemas.openxmlformats.org/officeDocument/2006/relationships/oleObject" Target="../embeddings/oleObject10.bin"/></Relationships>
</file>

<file path=ppt/slideLayouts/_rels/slideLayout8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3.xml"/><Relationship Id="rId1" Type="http://schemas.openxmlformats.org/officeDocument/2006/relationships/tags" Target="../tags/tag22.xml"/><Relationship Id="rId5" Type="http://schemas.openxmlformats.org/officeDocument/2006/relationships/image" Target="../media/image3.emf"/><Relationship Id="rId4" Type="http://schemas.openxmlformats.org/officeDocument/2006/relationships/oleObject" Target="../embeddings/oleObject11.bin"/></Relationships>
</file>

<file path=ppt/slideLayouts/_rels/slideLayout8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5.xml"/><Relationship Id="rId1" Type="http://schemas.openxmlformats.org/officeDocument/2006/relationships/tags" Target="../tags/tag24.xml"/><Relationship Id="rId5" Type="http://schemas.openxmlformats.org/officeDocument/2006/relationships/image" Target="../media/image3.emf"/><Relationship Id="rId4" Type="http://schemas.openxmlformats.org/officeDocument/2006/relationships/oleObject" Target="../embeddings/oleObject12.bin"/></Relationships>
</file>

<file path=ppt/slideLayouts/_rels/slideLayout8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7.xml"/><Relationship Id="rId1" Type="http://schemas.openxmlformats.org/officeDocument/2006/relationships/tags" Target="../tags/tag26.xml"/><Relationship Id="rId5" Type="http://schemas.openxmlformats.org/officeDocument/2006/relationships/image" Target="../media/image3.emf"/><Relationship Id="rId4" Type="http://schemas.openxmlformats.org/officeDocument/2006/relationships/oleObject" Target="../embeddings/oleObject13.bin"/></Relationships>
</file>

<file path=ppt/slideLayouts/_rels/slideLayout9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9.xml"/><Relationship Id="rId1" Type="http://schemas.openxmlformats.org/officeDocument/2006/relationships/tags" Target="../tags/tag28.xml"/><Relationship Id="rId5" Type="http://schemas.openxmlformats.org/officeDocument/2006/relationships/image" Target="../media/image3.emf"/><Relationship Id="rId4" Type="http://schemas.openxmlformats.org/officeDocument/2006/relationships/oleObject" Target="../embeddings/oleObject14.bin"/></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1.xml"/><Relationship Id="rId1" Type="http://schemas.openxmlformats.org/officeDocument/2006/relationships/tags" Target="../tags/tag30.xml"/><Relationship Id="rId5" Type="http://schemas.openxmlformats.org/officeDocument/2006/relationships/image" Target="../media/image3.emf"/><Relationship Id="rId4" Type="http://schemas.openxmlformats.org/officeDocument/2006/relationships/oleObject" Target="../embeddings/oleObject15.bin"/></Relationships>
</file>

<file path=ppt/slideLayouts/_rels/slideLayout9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3.xml"/><Relationship Id="rId1" Type="http://schemas.openxmlformats.org/officeDocument/2006/relationships/tags" Target="../tags/tag32.xml"/><Relationship Id="rId5" Type="http://schemas.openxmlformats.org/officeDocument/2006/relationships/image" Target="../media/image3.emf"/><Relationship Id="rId4" Type="http://schemas.openxmlformats.org/officeDocument/2006/relationships/oleObject" Target="../embeddings/oleObject16.bin"/></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image" Target="../media/image8.emf"/><Relationship Id="rId4" Type="http://schemas.openxmlformats.org/officeDocument/2006/relationships/oleObject" Target="../embeddings/oleObject18.bin"/></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4" name="Chart Placeholder 3"/>
          <p:cNvSpPr>
            <a:spLocks noGrp="1"/>
          </p:cNvSpPr>
          <p:nvPr>
            <p:ph type="chart" sz="quarter" idx="15"/>
          </p:nvPr>
        </p:nvSpPr>
        <p:spPr>
          <a:xfrm>
            <a:off x="501652" y="2052000"/>
            <a:ext cx="11188699" cy="4069013"/>
          </a:xfrm>
          <a:prstGeom prst="rect">
            <a:avLst/>
          </a:prstGeom>
        </p:spPr>
        <p:txBody>
          <a:bodyPr/>
          <a:lstStyle/>
          <a:p>
            <a:r>
              <a:rPr lang="en-US" dirty="0"/>
              <a:t>Click icon to add chart</a:t>
            </a:r>
            <a:endParaRPr lang="en-GB" dirty="0"/>
          </a:p>
        </p:txBody>
      </p:sp>
      <p:sp>
        <p:nvSpPr>
          <p:cNvPr id="5" name="Text Placeholder 8"/>
          <p:cNvSpPr>
            <a:spLocks noGrp="1"/>
          </p:cNvSpPr>
          <p:nvPr>
            <p:ph type="body" sz="quarter" idx="18"/>
          </p:nvPr>
        </p:nvSpPr>
        <p:spPr>
          <a:xfrm>
            <a:off x="501652" y="1674087"/>
            <a:ext cx="11188699" cy="357187"/>
          </a:xfrm>
        </p:spPr>
        <p:txBody>
          <a:bodyPr/>
          <a:lstStyle/>
          <a:p>
            <a:pPr lvl="0"/>
            <a:r>
              <a:rPr lang="en-US" noProof="0"/>
              <a:t>Edit Master text styles</a:t>
            </a:r>
          </a:p>
        </p:txBody>
      </p:sp>
      <p:sp>
        <p:nvSpPr>
          <p:cNvPr id="6" name="Text Placeholder 7"/>
          <p:cNvSpPr>
            <a:spLocks noGrp="1"/>
          </p:cNvSpPr>
          <p:nvPr>
            <p:ph type="body" sz="quarter" idx="23"/>
          </p:nvPr>
        </p:nvSpPr>
        <p:spPr>
          <a:xfrm>
            <a:off x="501650" y="6380255"/>
            <a:ext cx="11188700" cy="160245"/>
          </a:xfrm>
        </p:spPr>
        <p:txBody>
          <a:bodyPr>
            <a:normAutofit/>
          </a:bodyPr>
          <a:lstStyle>
            <a:lvl1pPr>
              <a:spcAft>
                <a:spcPts val="0"/>
              </a:spcAft>
              <a:defRPr sz="900"/>
            </a:lvl1pPr>
          </a:lstStyle>
          <a:p>
            <a:pPr lvl="0"/>
            <a:r>
              <a:rPr lang="en-US"/>
              <a:t>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281110746"/>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lstStyle/>
          <a:p>
            <a:r>
              <a:rPr lang="en-US" dirty="0"/>
              <a:t>Click icon to add chart</a:t>
            </a:r>
            <a:endParaRPr lang="en-GB" dirty="0"/>
          </a:p>
        </p:txBody>
      </p:sp>
      <p:sp>
        <p:nvSpPr>
          <p:cNvPr id="18" name="Text Placeholder 8"/>
          <p:cNvSpPr>
            <a:spLocks noGrp="1"/>
          </p:cNvSpPr>
          <p:nvPr>
            <p:ph type="body" sz="quarter" idx="18"/>
          </p:nvPr>
        </p:nvSpPr>
        <p:spPr>
          <a:xfrm>
            <a:off x="501652" y="1674087"/>
            <a:ext cx="11188699" cy="357187"/>
          </a:xfrm>
        </p:spPr>
        <p:txBody>
          <a:bodyPr/>
          <a:lstStyle/>
          <a:p>
            <a:pPr lvl="0"/>
            <a:r>
              <a:rPr lang="en-US" noProof="0"/>
              <a:t>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9" name="Text Placeholder 7"/>
          <p:cNvSpPr>
            <a:spLocks noGrp="1"/>
          </p:cNvSpPr>
          <p:nvPr>
            <p:ph type="body" sz="quarter" idx="23"/>
          </p:nvPr>
        </p:nvSpPr>
        <p:spPr>
          <a:xfrm>
            <a:off x="501651" y="6311156"/>
            <a:ext cx="11188700" cy="160245"/>
          </a:xfrm>
        </p:spPr>
        <p:txBody>
          <a:bodyPr>
            <a:normAutofit/>
          </a:bodyPr>
          <a:lstStyle>
            <a:lvl1pPr>
              <a:spcAft>
                <a:spcPts val="0"/>
              </a:spcAft>
              <a:defRPr sz="900"/>
            </a:lvl1pPr>
          </a:lstStyle>
          <a:p>
            <a:pPr lvl="0"/>
            <a:r>
              <a:rPr lang="en-US"/>
              <a:t>Edit Master text styles</a:t>
            </a:r>
          </a:p>
        </p:txBody>
      </p:sp>
    </p:spTree>
    <p:extLst>
      <p:ext uri="{BB962C8B-B14F-4D97-AF65-F5344CB8AC3E}">
        <p14:creationId xmlns:p14="http://schemas.microsoft.com/office/powerpoint/2010/main" val="2028805719"/>
      </p:ext>
    </p:extLst>
  </p:cSld>
  <p:clrMapOvr>
    <a:masterClrMapping/>
  </p:clrMapOvr>
  <p:transition>
    <p:fade/>
  </p:transition>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1_End slide">
    <p:bg>
      <p:bgPr>
        <a:solidFill>
          <a:schemeClr val="tx1"/>
        </a:solidFill>
        <a:effectLst/>
      </p:bgPr>
    </p:bg>
    <p:spTree>
      <p:nvGrpSpPr>
        <p:cNvPr id="1" name=""/>
        <p:cNvGrpSpPr/>
        <p:nvPr/>
      </p:nvGrpSpPr>
      <p:grpSpPr>
        <a:xfrm>
          <a:off x="0" y="0"/>
          <a:ext cx="0" cy="0"/>
          <a:chOff x="0" y="0"/>
          <a:chExt cx="0" cy="0"/>
        </a:xfrm>
      </p:grpSpPr>
      <p:grpSp>
        <p:nvGrpSpPr>
          <p:cNvPr id="38" name="Group 37"/>
          <p:cNvGrpSpPr>
            <a:grpSpLocks noChangeAspect="1"/>
          </p:cNvGrpSpPr>
          <p:nvPr userDrawn="1"/>
        </p:nvGrpSpPr>
        <p:grpSpPr>
          <a:xfrm>
            <a:off x="475325" y="457761"/>
            <a:ext cx="1998000" cy="374400"/>
            <a:chOff x="398463" y="404813"/>
            <a:chExt cx="1627187" cy="307976"/>
          </a:xfrm>
          <a:solidFill>
            <a:schemeClr val="tx1"/>
          </a:solidFill>
        </p:grpSpPr>
        <p:sp>
          <p:nvSpPr>
            <p:cNvPr id="39"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0"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1"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2"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3"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4"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5"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6"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7"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8"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916339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MAIN DTTILLP TEMPLAT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1"/>
            <a:ext cx="11162350" cy="757255"/>
          </a:xfrm>
          <a:prstGeom prst="rect">
            <a:avLst/>
          </a:prstGeom>
        </p:spPr>
        <p:txBody>
          <a:bodyPr lIns="0" tIns="0" rIns="0" bIns="0">
            <a:noAutofit/>
          </a:bodyPr>
          <a:lstStyle>
            <a:lvl1pPr marL="0" indent="0">
              <a:buNone/>
              <a:defRPr sz="1632" b="0">
                <a:solidFill>
                  <a:schemeClr val="tx2">
                    <a:lumMod val="60000"/>
                    <a:lumOff val="40000"/>
                  </a:schemeClr>
                </a:solidFill>
                <a:latin typeface="+mj-lt"/>
              </a:defRPr>
            </a:lvl1pPr>
          </a:lstStyle>
          <a:p>
            <a:pPr lvl="0"/>
            <a:r>
              <a:rPr lang="en-US" noProof="0" dirty="0"/>
              <a:t>Click to add subtitle</a:t>
            </a:r>
          </a:p>
        </p:txBody>
      </p:sp>
      <p:sp>
        <p:nvSpPr>
          <p:cNvPr id="14" name="Title Placeholder 1"/>
          <p:cNvSpPr>
            <a:spLocks noGrp="1"/>
          </p:cNvSpPr>
          <p:nvPr>
            <p:ph type="title"/>
          </p:nvPr>
        </p:nvSpPr>
        <p:spPr>
          <a:xfrm>
            <a:off x="501651" y="317500"/>
            <a:ext cx="11162350" cy="334101"/>
          </a:xfrm>
          <a:prstGeom prst="rect">
            <a:avLst/>
          </a:prstGeom>
        </p:spPr>
        <p:txBody>
          <a:bodyPr vert="horz" lIns="0" tIns="0" rIns="0" bIns="0" rtlCol="0" anchor="t" anchorCtr="0">
            <a:noAutofit/>
          </a:bodyPr>
          <a:lstStyle>
            <a:lvl1pPr>
              <a:defRPr>
                <a:latin typeface="+mj-lt"/>
              </a:defRPr>
            </a:lvl1pPr>
          </a:lstStyle>
          <a:p>
            <a:r>
              <a:rPr lang="en-US" noProof="0" dirty="0"/>
              <a:t>Click to edit Master title style</a:t>
            </a:r>
          </a:p>
        </p:txBody>
      </p:sp>
      <p:sp>
        <p:nvSpPr>
          <p:cNvPr id="8" name="Text Placeholder 18"/>
          <p:cNvSpPr>
            <a:spLocks noGrp="1"/>
          </p:cNvSpPr>
          <p:nvPr>
            <p:ph idx="1"/>
          </p:nvPr>
        </p:nvSpPr>
        <p:spPr>
          <a:xfrm>
            <a:off x="501651" y="1528798"/>
            <a:ext cx="11165416" cy="4850401"/>
          </a:xfrm>
          <a:prstGeom prst="rect">
            <a:avLst/>
          </a:prstGeom>
        </p:spPr>
        <p:txBody>
          <a:bodyPr vert="horz" lIns="0" tIns="0" rIns="0" bIns="0" rtlCol="0">
            <a:noAutofit/>
          </a:bodyPr>
          <a:lstStyle>
            <a:lvl1pPr>
              <a:spcAft>
                <a:spcPts val="907"/>
              </a:spcAft>
              <a:defRPr sz="997"/>
            </a:lvl1pPr>
            <a:lvl2pPr>
              <a:spcAft>
                <a:spcPts val="907"/>
              </a:spcAft>
              <a:defRPr sz="997"/>
            </a:lvl2pPr>
            <a:lvl3pPr>
              <a:spcAft>
                <a:spcPts val="907"/>
              </a:spcAft>
              <a:defRPr sz="997"/>
            </a:lvl3pPr>
            <a:lvl4pPr>
              <a:spcAft>
                <a:spcPts val="907"/>
              </a:spcAft>
              <a:defRPr sz="997"/>
            </a:lvl4pPr>
            <a:lvl5pPr>
              <a:spcAft>
                <a:spcPts val="907"/>
              </a:spcAft>
              <a:defRPr sz="997"/>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496447693"/>
      </p:ext>
    </p:extLst>
  </p:cSld>
  <p:clrMapOvr>
    <a:masterClrMapping/>
  </p:clrMapOvr>
  <p:transition>
    <p:fade/>
  </p:transition>
  <p:extLst>
    <p:ext uri="{DCECCB84-F9BA-43D5-87BE-67443E8EF086}">
      <p15:sldGuideLst xmlns:p15="http://schemas.microsoft.com/office/powerpoint/2012/main">
        <p15:guide id="1" orient="horz" pos="9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bg1"/>
                </a:solidFill>
              </a:defRPr>
            </a:lvl1pPr>
            <a:lvl2pPr marL="0" marR="0" indent="0" algn="l" defTabSz="1150154" rtl="0" eaLnBrk="1" fontAlgn="auto" latinLnBrk="0" hangingPunct="1">
              <a:lnSpc>
                <a:spcPct val="100000"/>
              </a:lnSpc>
              <a:spcBef>
                <a:spcPts val="0"/>
              </a:spcBef>
              <a:spcAft>
                <a:spcPts val="0"/>
              </a:spcAft>
              <a:buClrTx/>
              <a:buSzPct val="100000"/>
              <a:buFont typeface="Arial"/>
              <a:buNone/>
              <a:tabLst/>
              <a:defRPr sz="2012" b="0">
                <a:solidFill>
                  <a:schemeClr val="bg1"/>
                </a:solidFill>
              </a:defRPr>
            </a:lvl2pPr>
            <a:lvl3pPr marL="0" indent="0" algn="l">
              <a:spcAft>
                <a:spcPts val="0"/>
              </a:spcAft>
              <a:buNone/>
              <a:defRPr sz="2012">
                <a:solidFill>
                  <a:schemeClr val="bg1"/>
                </a:solidFill>
              </a:defRPr>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dirty="0"/>
              <a:t>Click to edit Master title style</a:t>
            </a:r>
          </a:p>
          <a:p>
            <a:pPr marL="0" marR="0" lvl="1" indent="0" algn="l" defTabSz="1150154"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3" y="400898"/>
            <a:ext cx="2004206"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grpSp>
    </p:spTree>
    <p:extLst>
      <p:ext uri="{BB962C8B-B14F-4D97-AF65-F5344CB8AC3E}">
        <p14:creationId xmlns:p14="http://schemas.microsoft.com/office/powerpoint/2010/main" val="90523132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4" y="727200"/>
            <a:ext cx="7200000" cy="5400000"/>
          </a:xfrm>
          <a:prstGeom prst="rect">
            <a:avLst/>
          </a:prstGeom>
        </p:spPr>
        <p:txBody>
          <a:bodyPr/>
          <a:lstStyle/>
          <a:p>
            <a:r>
              <a:rPr lang="en-US" noProof="0" dirty="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tx1"/>
                </a:solidFill>
              </a:defRPr>
            </a:lvl1pPr>
            <a:lvl2pPr marL="0" indent="0" algn="l">
              <a:buNone/>
              <a:defRPr sz="2012" b="0"/>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6" name="Group 5"/>
          <p:cNvGrpSpPr>
            <a:grpSpLocks noChangeAspect="1"/>
          </p:cNvGrpSpPr>
          <p:nvPr userDrawn="1"/>
        </p:nvGrpSpPr>
        <p:grpSpPr>
          <a:xfrm>
            <a:off x="501653" y="400898"/>
            <a:ext cx="2004206" cy="326302"/>
            <a:chOff x="398463" y="404813"/>
            <a:chExt cx="1627187" cy="307976"/>
          </a:xfrm>
          <a:solidFill>
            <a:schemeClr val="bg1"/>
          </a:solidFill>
        </p:grpSpPr>
        <p:sp>
          <p:nvSpPr>
            <p:cNvPr id="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grpSp>
    </p:spTree>
    <p:extLst>
      <p:ext uri="{BB962C8B-B14F-4D97-AF65-F5344CB8AC3E}">
        <p14:creationId xmlns:p14="http://schemas.microsoft.com/office/powerpoint/2010/main" val="1563816879"/>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bg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grpSp>
    </p:spTree>
    <p:extLst>
      <p:ext uri="{BB962C8B-B14F-4D97-AF65-F5344CB8AC3E}">
        <p14:creationId xmlns:p14="http://schemas.microsoft.com/office/powerpoint/2010/main" val="198811337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tx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4" name="Group 3"/>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grpSp>
    </p:spTree>
    <p:extLst>
      <p:ext uri="{BB962C8B-B14F-4D97-AF65-F5344CB8AC3E}">
        <p14:creationId xmlns:p14="http://schemas.microsoft.com/office/powerpoint/2010/main" val="3606711391"/>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5" name="TextBox 4"/>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7" name="TextBox 6"/>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8" name="TextBox 7"/>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24871412"/>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3" y="3429003"/>
            <a:ext cx="10544066"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1147626446"/>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4260472194"/>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2619675285"/>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4127053705"/>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tx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2655286648"/>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7"/>
            <a:ext cx="915237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2634051048"/>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7203"/>
            <a:ext cx="9277350" cy="4759584"/>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43577851"/>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1010985099"/>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1947991951"/>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tx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Tree>
    <p:extLst>
      <p:ext uri="{BB962C8B-B14F-4D97-AF65-F5344CB8AC3E}">
        <p14:creationId xmlns:p14="http://schemas.microsoft.com/office/powerpoint/2010/main" val="148147697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548422504"/>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4" name="Content Placeholder 3"/>
          <p:cNvSpPr>
            <a:spLocks noGrp="1"/>
          </p:cNvSpPr>
          <p:nvPr>
            <p:ph sz="quarter" idx="10"/>
          </p:nvPr>
        </p:nvSpPr>
        <p:spPr>
          <a:xfrm>
            <a:off x="501652" y="1665292"/>
            <a:ext cx="9277350" cy="4716463"/>
          </a:xfrm>
          <a:prstGeom prst="rect">
            <a:avLst/>
          </a:prstGeom>
        </p:spPr>
        <p:txBody>
          <a:bodyPr/>
          <a:lstStyle>
            <a:lvl1pPr>
              <a:tabLst>
                <a:tab pos="8464418" algn="r"/>
              </a:tabLst>
              <a:defRPr/>
            </a:lvl1pPr>
            <a:lvl2pPr>
              <a:tabLst>
                <a:tab pos="8464418" algn="r"/>
              </a:tabLst>
              <a:defRPr/>
            </a:lvl2pPr>
            <a:lvl3pPr>
              <a:tabLst>
                <a:tab pos="8464418" algn="r"/>
              </a:tabLst>
              <a:defRPr/>
            </a:lvl3pPr>
            <a:lvl4pPr>
              <a:tabLst>
                <a:tab pos="8464418" algn="r"/>
              </a:tabLst>
              <a:defRPr/>
            </a:lvl4pPr>
            <a:lvl5pPr>
              <a:tabLst>
                <a:tab pos="6325849" algn="r"/>
              </a:tabLst>
              <a:defRPr baseline="0"/>
            </a:lvl5pPr>
            <a:lvl6pPr>
              <a:tabLst>
                <a:tab pos="8464418" algn="r"/>
              </a:tabLst>
              <a:defRPr/>
            </a:lvl6pPr>
            <a:lvl7pPr>
              <a:tabLst>
                <a:tab pos="8464418" algn="r"/>
              </a:tabLst>
              <a:defRPr/>
            </a:lvl7pPr>
            <a:lvl8pPr>
              <a:tabLst>
                <a:tab pos="8464418" algn="r"/>
              </a:tabLst>
              <a:defRPr/>
            </a:lvl8pPr>
            <a:lvl9pPr>
              <a:tabLst>
                <a:tab pos="8464418"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Placeholder 1"/>
          <p:cNvSpPr>
            <a:spLocks noGrp="1"/>
          </p:cNvSpPr>
          <p:nvPr>
            <p:ph type="title" hasCustomPrompt="1"/>
          </p:nvPr>
        </p:nvSpPr>
        <p:spPr>
          <a:xfrm>
            <a:off x="501652" y="317503"/>
            <a:ext cx="11180231" cy="698501"/>
          </a:xfrm>
          <a:prstGeom prst="rect">
            <a:avLst/>
          </a:prstGeom>
        </p:spPr>
        <p:txBody>
          <a:bodyPr vert="horz" lIns="0" tIns="0" rIns="0" bIns="0" rtlCol="0" anchor="t" anchorCtr="0">
            <a:noAutofit/>
          </a:bodyPr>
          <a:lstStyle>
            <a:lvl1pPr>
              <a:defRPr sz="2176"/>
            </a:lvl1pPr>
          </a:lstStyle>
          <a:p>
            <a:r>
              <a:rPr lang="en-US" dirty="0"/>
              <a:t>Click to add title</a:t>
            </a:r>
          </a:p>
        </p:txBody>
      </p:sp>
    </p:spTree>
    <p:extLst>
      <p:ext uri="{BB962C8B-B14F-4D97-AF65-F5344CB8AC3E}">
        <p14:creationId xmlns:p14="http://schemas.microsoft.com/office/powerpoint/2010/main" val="1019806794"/>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7895616"/>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7" name="Title Placeholder 1"/>
          <p:cNvSpPr>
            <a:spLocks noGrp="1"/>
          </p:cNvSpPr>
          <p:nvPr>
            <p:ph type="title" hasCustomPrompt="1"/>
          </p:nvPr>
        </p:nvSpPr>
        <p:spPr>
          <a:xfrm>
            <a:off x="501651" y="286790"/>
            <a:ext cx="11188699" cy="698500"/>
          </a:xfrm>
          <a:prstGeom prst="rect">
            <a:avLst/>
          </a:prstGeom>
        </p:spPr>
        <p:txBody>
          <a:bodyPr vert="horz" lIns="0" tIns="0" rIns="0" bIns="0" rtlCol="0" anchor="t" anchorCtr="0">
            <a:noAutofit/>
          </a:bodyPr>
          <a:lstStyle>
            <a:lvl1pPr>
              <a:defRPr sz="2176"/>
            </a:lvl1pPr>
          </a:lstStyle>
          <a:p>
            <a:r>
              <a:rPr lang="en-US" noProof="0" dirty="0"/>
              <a:t>Click to add title</a:t>
            </a:r>
          </a:p>
        </p:txBody>
      </p:sp>
      <p:sp>
        <p:nvSpPr>
          <p:cNvPr id="5" name="Picture Placeholder 9"/>
          <p:cNvSpPr>
            <a:spLocks noGrp="1"/>
          </p:cNvSpPr>
          <p:nvPr>
            <p:ph type="pic" sz="quarter" idx="15"/>
          </p:nvPr>
        </p:nvSpPr>
        <p:spPr>
          <a:xfrm>
            <a:off x="5450353" y="1701804"/>
            <a:ext cx="6240000" cy="4679950"/>
          </a:xfrm>
        </p:spPr>
        <p:txBody>
          <a:bodyPr/>
          <a:lstStyle/>
          <a:p>
            <a:r>
              <a:rPr lang="en-US" noProof="0" dirty="0"/>
              <a:t>Click icon to add picture</a:t>
            </a:r>
          </a:p>
        </p:txBody>
      </p:sp>
      <p:sp>
        <p:nvSpPr>
          <p:cNvPr id="6" name="Content Placeholder 3"/>
          <p:cNvSpPr>
            <a:spLocks noGrp="1"/>
          </p:cNvSpPr>
          <p:nvPr>
            <p:ph sz="quarter" idx="10"/>
          </p:nvPr>
        </p:nvSpPr>
        <p:spPr>
          <a:xfrm>
            <a:off x="501653" y="1665292"/>
            <a:ext cx="4456429"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415174556"/>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801042560"/>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4" name="Object 3"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3" name="Rectangle 2"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1"/>
          <p:cNvSpPr>
            <a:spLocks noGrp="1"/>
          </p:cNvSpPr>
          <p:nvPr>
            <p:ph type="title"/>
          </p:nvPr>
        </p:nvSpPr>
        <p:spPr>
          <a:xfrm>
            <a:off x="501651" y="317501"/>
            <a:ext cx="11188699" cy="698500"/>
          </a:xfrm>
        </p:spPr>
        <p:txBody>
          <a:bodyPr vert="horz"/>
          <a:lstStyle>
            <a:lvl1pPr>
              <a:defRPr sz="2176"/>
            </a:lvl1pPr>
          </a:lstStyle>
          <a:p>
            <a:r>
              <a:rPr lang="en-US" noProof="0" dirty="0"/>
              <a:t>Click to edit Master title style</a:t>
            </a:r>
          </a:p>
        </p:txBody>
      </p:sp>
      <p:sp>
        <p:nvSpPr>
          <p:cNvPr id="14" name="Text Placeholder 18"/>
          <p:cNvSpPr>
            <a:spLocks noGrp="1"/>
          </p:cNvSpPr>
          <p:nvPr>
            <p:ph idx="1"/>
          </p:nvPr>
        </p:nvSpPr>
        <p:spPr>
          <a:xfrm>
            <a:off x="501653" y="1665292"/>
            <a:ext cx="11165416"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682755877"/>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61681313"/>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sz="2176"/>
            </a:lvl1pPr>
          </a:lstStyle>
          <a:p>
            <a:r>
              <a:rPr lang="en-US" noProof="0" dirty="0"/>
              <a:t>Click to edit Master title style</a:t>
            </a:r>
          </a:p>
        </p:txBody>
      </p:sp>
      <p:sp>
        <p:nvSpPr>
          <p:cNvPr id="8" name="Text Placeholder 18"/>
          <p:cNvSpPr>
            <a:spLocks noGrp="1"/>
          </p:cNvSpPr>
          <p:nvPr>
            <p:ph idx="1"/>
          </p:nvPr>
        </p:nvSpPr>
        <p:spPr>
          <a:xfrm>
            <a:off x="498584" y="1174419"/>
            <a:ext cx="11165416" cy="471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4086898544"/>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2511807169"/>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5" name="Object 4"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4" name="Rectangle 3"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sz="2176"/>
            </a:lvl1pPr>
          </a:lstStyle>
          <a:p>
            <a:r>
              <a:rPr lang="en-US" noProof="0"/>
              <a:t>Click to edit Master title style</a:t>
            </a:r>
            <a:endParaRPr lang="en-US" noProof="0" dirty="0"/>
          </a:p>
        </p:txBody>
      </p:sp>
      <p:sp>
        <p:nvSpPr>
          <p:cNvPr id="8" name="Text Placeholder 18"/>
          <p:cNvSpPr>
            <a:spLocks noGrp="1"/>
          </p:cNvSpPr>
          <p:nvPr>
            <p:ph idx="1"/>
          </p:nvPr>
        </p:nvSpPr>
        <p:spPr>
          <a:xfrm>
            <a:off x="501653" y="1700213"/>
            <a:ext cx="11165416" cy="4678986"/>
          </a:xfrm>
          <a:prstGeom prst="rect">
            <a:avLst/>
          </a:prstGeom>
        </p:spPr>
        <p:txBody>
          <a:bodyPr vert="horz" lIns="0" tIns="0" rIns="0" bIns="0" rtlCol="0">
            <a:noAutofit/>
          </a:bodyPr>
          <a:lstStyle>
            <a:lvl1pPr>
              <a:defRPr sz="2012"/>
            </a:lvl1pPr>
            <a:lvl2pPr>
              <a:defRPr sz="2012"/>
            </a:lvl2pPr>
            <a:lvl3pPr>
              <a:defRPr sz="2012"/>
            </a:lvl3pPr>
            <a:lvl4pPr>
              <a:defRPr sz="2012"/>
            </a:lvl4pPr>
            <a:lvl5pPr>
              <a:defRPr sz="2012"/>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945640170"/>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6"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7" name="Chart Placeholder 3"/>
          <p:cNvSpPr>
            <a:spLocks noGrp="1"/>
          </p:cNvSpPr>
          <p:nvPr>
            <p:ph type="chart" sz="quarter" idx="15"/>
          </p:nvPr>
        </p:nvSpPr>
        <p:spPr>
          <a:xfrm>
            <a:off x="501654" y="2052003"/>
            <a:ext cx="11188699" cy="4069013"/>
          </a:xfrm>
          <a:prstGeom prst="rect">
            <a:avLst/>
          </a:prstGeom>
        </p:spPr>
        <p:txBody>
          <a:bodyPr/>
          <a:lstStyle/>
          <a:p>
            <a:r>
              <a:rPr lang="en-US" noProof="0" dirty="0"/>
              <a:t>Click icon to add chart</a:t>
            </a:r>
          </a:p>
        </p:txBody>
      </p:sp>
      <p:sp>
        <p:nvSpPr>
          <p:cNvPr id="18" name="Text Placeholder 8"/>
          <p:cNvSpPr>
            <a:spLocks noGrp="1"/>
          </p:cNvSpPr>
          <p:nvPr>
            <p:ph type="body" sz="quarter" idx="18"/>
          </p:nvPr>
        </p:nvSpPr>
        <p:spPr>
          <a:xfrm>
            <a:off x="501654" y="1665289"/>
            <a:ext cx="11188699" cy="392112"/>
          </a:xfrm>
        </p:spPr>
        <p:txBody>
          <a:bodyPr/>
          <a:lstStyle/>
          <a:p>
            <a:pPr lvl="0"/>
            <a:r>
              <a:rPr lang="en-US" noProof="0"/>
              <a:t>Edit Master text styles</a:t>
            </a:r>
          </a:p>
        </p:txBody>
      </p:sp>
      <p:sp>
        <p:nvSpPr>
          <p:cNvPr id="19" name="Text Placeholder 7"/>
          <p:cNvSpPr>
            <a:spLocks noGrp="1"/>
          </p:cNvSpPr>
          <p:nvPr>
            <p:ph type="body" sz="quarter" idx="23"/>
          </p:nvPr>
        </p:nvSpPr>
        <p:spPr>
          <a:xfrm>
            <a:off x="501651" y="6121017"/>
            <a:ext cx="11188699" cy="260737"/>
          </a:xfrm>
        </p:spPr>
        <p:txBody>
          <a:bodyPr>
            <a:no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17545559"/>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6"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dirty="0"/>
              <a:t>Click icon to add chart</a:t>
            </a:r>
          </a:p>
        </p:txBody>
      </p:sp>
      <p:sp>
        <p:nvSpPr>
          <p:cNvPr id="18" name="Text Placeholder 8"/>
          <p:cNvSpPr>
            <a:spLocks noGrp="1"/>
          </p:cNvSpPr>
          <p:nvPr>
            <p:ph type="body" sz="quarter" idx="18"/>
          </p:nvPr>
        </p:nvSpPr>
        <p:spPr>
          <a:xfrm>
            <a:off x="501652" y="1665289"/>
            <a:ext cx="3562351" cy="392112"/>
          </a:xfrm>
        </p:spPr>
        <p:txBody>
          <a:bodyPr/>
          <a:lstStyle/>
          <a:p>
            <a:pPr lvl="0"/>
            <a:r>
              <a:rPr lang="en-US" noProof="0"/>
              <a:t>Edit Master text styles</a:t>
            </a:r>
          </a:p>
        </p:txBody>
      </p:sp>
      <p:sp>
        <p:nvSpPr>
          <p:cNvPr id="7" name="Chart Placeholder 3"/>
          <p:cNvSpPr>
            <a:spLocks noGrp="1"/>
          </p:cNvSpPr>
          <p:nvPr>
            <p:ph type="chart" sz="quarter" idx="19"/>
          </p:nvPr>
        </p:nvSpPr>
        <p:spPr>
          <a:xfrm>
            <a:off x="4303186" y="2051999"/>
            <a:ext cx="3561616" cy="4069014"/>
          </a:xfrm>
          <a:prstGeom prst="rect">
            <a:avLst/>
          </a:prstGeom>
        </p:spPr>
        <p:txBody>
          <a:bodyPr/>
          <a:lstStyle/>
          <a:p>
            <a:r>
              <a:rPr lang="en-US" noProof="0" dirty="0"/>
              <a:t>Click icon to add chart</a:t>
            </a:r>
          </a:p>
        </p:txBody>
      </p:sp>
      <p:sp>
        <p:nvSpPr>
          <p:cNvPr id="8" name="Text Placeholder 8"/>
          <p:cNvSpPr>
            <a:spLocks noGrp="1"/>
          </p:cNvSpPr>
          <p:nvPr>
            <p:ph type="body" sz="quarter" idx="20"/>
          </p:nvPr>
        </p:nvSpPr>
        <p:spPr>
          <a:xfrm>
            <a:off x="4303185" y="1665289"/>
            <a:ext cx="3561615" cy="392112"/>
          </a:xfrm>
        </p:spPr>
        <p:txBody>
          <a:bodyPr/>
          <a:lstStyle/>
          <a:p>
            <a:pPr lvl="0"/>
            <a:r>
              <a:rPr lang="en-US" noProof="0"/>
              <a:t>Edit Master text styles</a:t>
            </a:r>
          </a:p>
        </p:txBody>
      </p:sp>
      <p:sp>
        <p:nvSpPr>
          <p:cNvPr id="9" name="Chart Placeholder 3"/>
          <p:cNvSpPr>
            <a:spLocks noGrp="1"/>
          </p:cNvSpPr>
          <p:nvPr>
            <p:ph type="chart" sz="quarter" idx="21"/>
          </p:nvPr>
        </p:nvSpPr>
        <p:spPr>
          <a:xfrm>
            <a:off x="8126397" y="2051999"/>
            <a:ext cx="3563953" cy="4069014"/>
          </a:xfrm>
          <a:prstGeom prst="rect">
            <a:avLst/>
          </a:prstGeom>
        </p:spPr>
        <p:txBody>
          <a:bodyPr/>
          <a:lstStyle/>
          <a:p>
            <a:r>
              <a:rPr lang="en-US" noProof="0" dirty="0"/>
              <a:t>Click icon to add chart</a:t>
            </a:r>
          </a:p>
        </p:txBody>
      </p:sp>
      <p:sp>
        <p:nvSpPr>
          <p:cNvPr id="10" name="Text Placeholder 8"/>
          <p:cNvSpPr>
            <a:spLocks noGrp="1"/>
          </p:cNvSpPr>
          <p:nvPr>
            <p:ph type="body" sz="quarter" idx="22"/>
          </p:nvPr>
        </p:nvSpPr>
        <p:spPr>
          <a:xfrm>
            <a:off x="8126399" y="1659145"/>
            <a:ext cx="3563954" cy="398256"/>
          </a:xfrm>
        </p:spPr>
        <p:txBody>
          <a:bodyPr/>
          <a:lstStyle/>
          <a:p>
            <a:pPr lvl="0"/>
            <a:r>
              <a:rPr lang="en-US" noProof="0"/>
              <a:t>Edit Master text styles</a:t>
            </a:r>
          </a:p>
        </p:txBody>
      </p:sp>
      <p:sp>
        <p:nvSpPr>
          <p:cNvPr id="12" name="Text Placeholder 7"/>
          <p:cNvSpPr>
            <a:spLocks noGrp="1"/>
          </p:cNvSpPr>
          <p:nvPr>
            <p:ph type="body" sz="quarter" idx="23"/>
          </p:nvPr>
        </p:nvSpPr>
        <p:spPr>
          <a:xfrm>
            <a:off x="501649" y="6121017"/>
            <a:ext cx="11165419" cy="260737"/>
          </a:xfrm>
        </p:spPr>
        <p:txBody>
          <a:bodyPr>
            <a:no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2966263030"/>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75256775"/>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539"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14" name="Title Placeholder 1"/>
          <p:cNvSpPr>
            <a:spLocks noGrp="1"/>
          </p:cNvSpPr>
          <p:nvPr>
            <p:ph type="title" hasCustomPrompt="1"/>
          </p:nvPr>
        </p:nvSpPr>
        <p:spPr>
          <a:xfrm>
            <a:off x="501653" y="317502"/>
            <a:ext cx="11202669" cy="334101"/>
          </a:xfrm>
          <a:prstGeom prst="rect">
            <a:avLst/>
          </a:prstGeom>
        </p:spPr>
        <p:txBody>
          <a:bodyPr vert="horz" lIns="0" tIns="0" rIns="0" bIns="0" rtlCol="0" anchor="t" anchorCtr="0">
            <a:noAutofit/>
          </a:bodyPr>
          <a:lstStyle>
            <a:lvl1pPr>
              <a:defRPr sz="2539"/>
            </a:lvl1pPr>
          </a:lstStyle>
          <a:p>
            <a:r>
              <a:rPr lang="en-US" noProof="0" dirty="0"/>
              <a:t>Click to add title</a:t>
            </a:r>
          </a:p>
        </p:txBody>
      </p:sp>
      <p:sp>
        <p:nvSpPr>
          <p:cNvPr id="9" name="Text Placeholder 8"/>
          <p:cNvSpPr>
            <a:spLocks noGrp="1"/>
          </p:cNvSpPr>
          <p:nvPr>
            <p:ph type="body" sz="quarter" idx="13" hasCustomPrompt="1"/>
          </p:nvPr>
        </p:nvSpPr>
        <p:spPr>
          <a:xfrm>
            <a:off x="501653" y="651601"/>
            <a:ext cx="11202669" cy="757255"/>
          </a:xfrm>
          <a:prstGeom prst="rect">
            <a:avLst/>
          </a:prstGeom>
        </p:spPr>
        <p:txBody>
          <a:bodyPr lIns="0" tIns="0" rIns="0" bIns="0">
            <a:noAutofit/>
          </a:bodyPr>
          <a:lstStyle>
            <a:lvl1pPr marL="0" indent="0">
              <a:buNone/>
              <a:defRPr sz="2176" b="0">
                <a:solidFill>
                  <a:srgbClr val="575757"/>
                </a:solidFill>
              </a:defRPr>
            </a:lvl1pPr>
          </a:lstStyle>
          <a:p>
            <a:pPr lvl="0"/>
            <a:r>
              <a:rPr lang="en-US" noProof="0" dirty="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6381539" y="1665288"/>
            <a:ext cx="5322781"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826430481"/>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12963086"/>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7"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8"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sz="2176"/>
            </a:lvl1pPr>
          </a:lstStyle>
          <a:p>
            <a:r>
              <a:rPr lang="en-US" noProof="0" dirty="0"/>
              <a:t>Click to add title</a:t>
            </a:r>
          </a:p>
        </p:txBody>
      </p:sp>
      <p:sp>
        <p:nvSpPr>
          <p:cNvPr id="11" name="Content Placeholder 3"/>
          <p:cNvSpPr>
            <a:spLocks noGrp="1"/>
          </p:cNvSpPr>
          <p:nvPr>
            <p:ph sz="quarter" idx="10"/>
          </p:nvPr>
        </p:nvSpPr>
        <p:spPr>
          <a:xfrm>
            <a:off x="501650" y="1665288"/>
            <a:ext cx="530558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6384002" y="1665288"/>
            <a:ext cx="530635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987569890"/>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3" y="1665292"/>
            <a:ext cx="5355166" cy="4455725"/>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6341222" y="2125013"/>
            <a:ext cx="5349128" cy="3996000"/>
          </a:xfrm>
        </p:spPr>
        <p:txBody>
          <a:bodyPr/>
          <a:lstStyle/>
          <a:p>
            <a:r>
              <a:rPr lang="en-US" noProof="0" dirty="0"/>
              <a:t>Click icon to add chart</a:t>
            </a:r>
          </a:p>
        </p:txBody>
      </p:sp>
      <p:sp>
        <p:nvSpPr>
          <p:cNvPr id="6" name="Text Placeholder 5"/>
          <p:cNvSpPr>
            <a:spLocks noGrp="1"/>
          </p:cNvSpPr>
          <p:nvPr>
            <p:ph type="body" sz="quarter" idx="22"/>
          </p:nvPr>
        </p:nvSpPr>
        <p:spPr>
          <a:xfrm>
            <a:off x="6341222" y="1665288"/>
            <a:ext cx="5349128"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5" name="Text Placeholder 7"/>
          <p:cNvSpPr>
            <a:spLocks noGrp="1"/>
          </p:cNvSpPr>
          <p:nvPr>
            <p:ph type="body" sz="quarter" idx="23"/>
          </p:nvPr>
        </p:nvSpPr>
        <p:spPr>
          <a:xfrm>
            <a:off x="501651" y="6121017"/>
            <a:ext cx="11188699" cy="260737"/>
          </a:xfrm>
        </p:spPr>
        <p:txBody>
          <a:bodyPr>
            <a:norm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2757783106"/>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3" y="2125013"/>
            <a:ext cx="5349129" cy="3996000"/>
          </a:xfrm>
        </p:spPr>
        <p:txBody>
          <a:bodyPr/>
          <a:lstStyle/>
          <a:p>
            <a:r>
              <a:rPr lang="en-US" noProof="0" dirty="0"/>
              <a:t>Click icon to add chart</a:t>
            </a:r>
          </a:p>
        </p:txBody>
      </p:sp>
      <p:sp>
        <p:nvSpPr>
          <p:cNvPr id="6" name="Text Placeholder 5"/>
          <p:cNvSpPr>
            <a:spLocks noGrp="1"/>
          </p:cNvSpPr>
          <p:nvPr>
            <p:ph type="body" sz="quarter" idx="22"/>
          </p:nvPr>
        </p:nvSpPr>
        <p:spPr>
          <a:xfrm>
            <a:off x="6341224" y="1665288"/>
            <a:ext cx="5349129"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5" name="Text Placeholder 7"/>
          <p:cNvSpPr>
            <a:spLocks noGrp="1"/>
          </p:cNvSpPr>
          <p:nvPr>
            <p:ph type="body" sz="quarter" idx="23"/>
          </p:nvPr>
        </p:nvSpPr>
        <p:spPr>
          <a:xfrm>
            <a:off x="501649" y="6121017"/>
            <a:ext cx="11165419" cy="260737"/>
          </a:xfrm>
        </p:spPr>
        <p:txBody>
          <a:bodyPr>
            <a:normAutofit/>
          </a:bodyPr>
          <a:lstStyle>
            <a:lvl1pPr>
              <a:spcAft>
                <a:spcPts val="0"/>
              </a:spcAft>
              <a:defRPr sz="1141"/>
            </a:lvl1pPr>
          </a:lstStyle>
          <a:p>
            <a:pPr lvl="0"/>
            <a:r>
              <a:rPr lang="en-US" noProof="0"/>
              <a:t>Edit Master text styles</a:t>
            </a:r>
          </a:p>
        </p:txBody>
      </p:sp>
      <p:sp>
        <p:nvSpPr>
          <p:cNvPr id="9" name="Chart Placeholder 2"/>
          <p:cNvSpPr>
            <a:spLocks noGrp="1"/>
          </p:cNvSpPr>
          <p:nvPr>
            <p:ph type="chart" sz="quarter" idx="24"/>
          </p:nvPr>
        </p:nvSpPr>
        <p:spPr>
          <a:xfrm>
            <a:off x="501652" y="2125013"/>
            <a:ext cx="5339063" cy="3996000"/>
          </a:xfrm>
        </p:spPr>
        <p:txBody>
          <a:bodyPr/>
          <a:lstStyle/>
          <a:p>
            <a:r>
              <a:rPr lang="en-US" noProof="0" dirty="0"/>
              <a:t>Click icon to add chart</a:t>
            </a:r>
          </a:p>
        </p:txBody>
      </p:sp>
      <p:sp>
        <p:nvSpPr>
          <p:cNvPr id="12" name="Text Placeholder 5"/>
          <p:cNvSpPr>
            <a:spLocks noGrp="1"/>
          </p:cNvSpPr>
          <p:nvPr>
            <p:ph type="body" sz="quarter" idx="25"/>
          </p:nvPr>
        </p:nvSpPr>
        <p:spPr>
          <a:xfrm>
            <a:off x="501650" y="1665288"/>
            <a:ext cx="5339064" cy="420687"/>
          </a:xfrm>
        </p:spPr>
        <p:txBody>
          <a:bodyPr/>
          <a:lstStyle/>
          <a:p>
            <a:pPr lvl="0"/>
            <a:r>
              <a:rPr lang="en-US" noProof="0"/>
              <a:t>Edit Master text styles</a:t>
            </a:r>
          </a:p>
        </p:txBody>
      </p:sp>
    </p:spTree>
    <p:extLst>
      <p:ext uri="{BB962C8B-B14F-4D97-AF65-F5344CB8AC3E}">
        <p14:creationId xmlns:p14="http://schemas.microsoft.com/office/powerpoint/2010/main" val="1587986877"/>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4"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501652" y="1665292"/>
            <a:ext cx="4431857"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50352" y="1700217"/>
            <a:ext cx="6240000" cy="4681537"/>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511236531"/>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7577884" y="1658683"/>
            <a:ext cx="4112468" cy="4723072"/>
          </a:xfrm>
          <a:prstGeom prst="rect">
            <a:avLst/>
          </a:prstGeom>
        </p:spPr>
        <p:txBody>
          <a:bodyPr>
            <a:noAutofit/>
          </a:bodyPr>
          <a:lstStyle>
            <a:lvl1pPr>
              <a:tabLst>
                <a:tab pos="6325849" algn="r"/>
              </a:tabLst>
              <a:defRPr sz="3019">
                <a:solidFill>
                  <a:schemeClr val="accent3"/>
                </a:solidFill>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p:txBody>
      </p:sp>
      <p:sp>
        <p:nvSpPr>
          <p:cNvPr id="8" name="Content Placeholder 3"/>
          <p:cNvSpPr>
            <a:spLocks noGrp="1"/>
          </p:cNvSpPr>
          <p:nvPr>
            <p:ph sz="quarter" idx="16"/>
          </p:nvPr>
        </p:nvSpPr>
        <p:spPr>
          <a:xfrm>
            <a:off x="501651" y="1665291"/>
            <a:ext cx="6506348" cy="4716462"/>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501654"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447851567"/>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endParaRPr lang="en-US" noProof="0" dirty="0"/>
          </a:p>
        </p:txBody>
      </p:sp>
      <p:sp>
        <p:nvSpPr>
          <p:cNvPr id="4" name="Picture Placeholder 6"/>
          <p:cNvSpPr>
            <a:spLocks noGrp="1"/>
          </p:cNvSpPr>
          <p:nvPr>
            <p:ph type="pic" sz="quarter" idx="13"/>
          </p:nvPr>
        </p:nvSpPr>
        <p:spPr>
          <a:xfrm>
            <a:off x="501649" y="1700213"/>
            <a:ext cx="2712000" cy="1260000"/>
          </a:xfrm>
        </p:spPr>
        <p:txBody>
          <a:bodyPr lIns="0" tIns="0" rIns="0" bIns="0">
            <a:noAutofit/>
          </a:bodyPr>
          <a:lstStyle/>
          <a:p>
            <a:r>
              <a:rPr lang="en-US" noProof="0" dirty="0"/>
              <a:t>Click icon to add picture</a:t>
            </a:r>
          </a:p>
        </p:txBody>
      </p:sp>
      <p:sp>
        <p:nvSpPr>
          <p:cNvPr id="5" name="Picture Placeholder 6"/>
          <p:cNvSpPr>
            <a:spLocks noGrp="1"/>
          </p:cNvSpPr>
          <p:nvPr>
            <p:ph type="pic" sz="quarter" idx="14"/>
          </p:nvPr>
        </p:nvSpPr>
        <p:spPr>
          <a:xfrm>
            <a:off x="3327216" y="1700213"/>
            <a:ext cx="2712000" cy="1260000"/>
          </a:xfrm>
        </p:spPr>
        <p:txBody>
          <a:bodyPr lIns="0" tIns="0" rIns="0" bIns="0">
            <a:noAutofit/>
          </a:bodyPr>
          <a:lstStyle/>
          <a:p>
            <a:r>
              <a:rPr lang="en-US" noProof="0" dirty="0"/>
              <a:t>Click icon to add picture</a:t>
            </a:r>
          </a:p>
        </p:txBody>
      </p:sp>
      <p:sp>
        <p:nvSpPr>
          <p:cNvPr id="6" name="Picture Placeholder 6"/>
          <p:cNvSpPr>
            <a:spLocks noGrp="1"/>
          </p:cNvSpPr>
          <p:nvPr>
            <p:ph type="pic" sz="quarter" idx="15"/>
          </p:nvPr>
        </p:nvSpPr>
        <p:spPr>
          <a:xfrm>
            <a:off x="6152784" y="1700213"/>
            <a:ext cx="2712000" cy="1260000"/>
          </a:xfrm>
        </p:spPr>
        <p:txBody>
          <a:bodyPr lIns="0" tIns="0" rIns="0" bIns="0">
            <a:noAutofit/>
          </a:bodyPr>
          <a:lstStyle/>
          <a:p>
            <a:r>
              <a:rPr lang="en-US" noProof="0" dirty="0"/>
              <a:t>Click icon to add picture</a:t>
            </a:r>
          </a:p>
        </p:txBody>
      </p:sp>
      <p:sp>
        <p:nvSpPr>
          <p:cNvPr id="7" name="Picture Placeholder 6"/>
          <p:cNvSpPr>
            <a:spLocks noGrp="1"/>
          </p:cNvSpPr>
          <p:nvPr>
            <p:ph type="pic" sz="quarter" idx="16"/>
          </p:nvPr>
        </p:nvSpPr>
        <p:spPr>
          <a:xfrm>
            <a:off x="8978351" y="1700213"/>
            <a:ext cx="2712000" cy="1260000"/>
          </a:xfrm>
        </p:spPr>
        <p:txBody>
          <a:bodyPr lIns="0" tIns="0" rIns="0" bIns="0">
            <a:noAutofit/>
          </a:bodyPr>
          <a:lstStyle/>
          <a:p>
            <a:r>
              <a:rPr lang="en-US" noProof="0" dirty="0"/>
              <a:t>Click icon to add picture</a:t>
            </a:r>
          </a:p>
        </p:txBody>
      </p:sp>
      <p:sp>
        <p:nvSpPr>
          <p:cNvPr id="9" name="Text Placeholder 8"/>
          <p:cNvSpPr>
            <a:spLocks noGrp="1"/>
          </p:cNvSpPr>
          <p:nvPr>
            <p:ph type="body" sz="quarter" idx="17"/>
          </p:nvPr>
        </p:nvSpPr>
        <p:spPr>
          <a:xfrm>
            <a:off x="501652" y="3124200"/>
            <a:ext cx="2720468" cy="3257548"/>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8"/>
          </p:nvPr>
        </p:nvSpPr>
        <p:spPr>
          <a:xfrm>
            <a:off x="6149965" y="3120551"/>
            <a:ext cx="2712000" cy="3261199"/>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9"/>
          </p:nvPr>
        </p:nvSpPr>
        <p:spPr>
          <a:xfrm>
            <a:off x="3330040" y="3124203"/>
            <a:ext cx="2712000" cy="3257549"/>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 Placeholder 8"/>
          <p:cNvSpPr>
            <a:spLocks noGrp="1"/>
          </p:cNvSpPr>
          <p:nvPr>
            <p:ph type="body" sz="quarter" idx="20"/>
          </p:nvPr>
        </p:nvSpPr>
        <p:spPr>
          <a:xfrm>
            <a:off x="8993169" y="3108508"/>
            <a:ext cx="2697183" cy="3273240"/>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Text Placeholder 8"/>
          <p:cNvSpPr>
            <a:spLocks noGrp="1"/>
          </p:cNvSpPr>
          <p:nvPr>
            <p:ph type="body" sz="quarter" idx="21" hasCustomPrompt="1"/>
          </p:nvPr>
        </p:nvSpPr>
        <p:spPr>
          <a:xfrm>
            <a:off x="501650" y="651601"/>
            <a:ext cx="111887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787808486"/>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endParaRPr lang="en-US" noProof="0" dirty="0"/>
          </a:p>
        </p:txBody>
      </p:sp>
      <p:sp>
        <p:nvSpPr>
          <p:cNvPr id="4" name="Rectangle 3"/>
          <p:cNvSpPr/>
          <p:nvPr userDrawn="1"/>
        </p:nvSpPr>
        <p:spPr>
          <a:xfrm>
            <a:off x="504002"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5" name="Rectangle 4"/>
          <p:cNvSpPr/>
          <p:nvPr userDrawn="1"/>
        </p:nvSpPr>
        <p:spPr>
          <a:xfrm>
            <a:off x="6224086" y="1700216"/>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6" name="Rectangle 5"/>
          <p:cNvSpPr/>
          <p:nvPr userDrawn="1"/>
        </p:nvSpPr>
        <p:spPr>
          <a:xfrm>
            <a:off x="504002"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7" name="Rectangle 6"/>
          <p:cNvSpPr/>
          <p:nvPr userDrawn="1"/>
        </p:nvSpPr>
        <p:spPr>
          <a:xfrm>
            <a:off x="6224086"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8" name="Picture Placeholder 11"/>
          <p:cNvSpPr>
            <a:spLocks noGrp="1"/>
          </p:cNvSpPr>
          <p:nvPr>
            <p:ph type="pic" sz="quarter" idx="25"/>
          </p:nvPr>
        </p:nvSpPr>
        <p:spPr>
          <a:xfrm>
            <a:off x="504002" y="1880213"/>
            <a:ext cx="1968000" cy="1476000"/>
          </a:xfrm>
        </p:spPr>
        <p:txBody>
          <a:bodyPr/>
          <a:lstStyle>
            <a:lvl1pPr algn="ctr">
              <a:defRPr/>
            </a:lvl1pPr>
          </a:lstStyle>
          <a:p>
            <a:r>
              <a:rPr lang="en-US" noProof="0" dirty="0"/>
              <a:t>Click icon to add picture</a:t>
            </a:r>
          </a:p>
        </p:txBody>
      </p:sp>
      <p:sp>
        <p:nvSpPr>
          <p:cNvPr id="9" name="Picture Placeholder 11"/>
          <p:cNvSpPr>
            <a:spLocks noGrp="1"/>
          </p:cNvSpPr>
          <p:nvPr>
            <p:ph type="pic" sz="quarter" idx="27"/>
          </p:nvPr>
        </p:nvSpPr>
        <p:spPr>
          <a:xfrm>
            <a:off x="6224088" y="1880213"/>
            <a:ext cx="1968000" cy="1476000"/>
          </a:xfrm>
        </p:spPr>
        <p:txBody>
          <a:bodyPr/>
          <a:lstStyle>
            <a:lvl1pPr algn="ctr">
              <a:defRPr/>
            </a:lvl1pPr>
          </a:lstStyle>
          <a:p>
            <a:r>
              <a:rPr lang="en-US" noProof="0" dirty="0"/>
              <a:t>Click icon to add picture</a:t>
            </a:r>
          </a:p>
        </p:txBody>
      </p:sp>
      <p:sp>
        <p:nvSpPr>
          <p:cNvPr id="10" name="Picture Placeholder 11"/>
          <p:cNvSpPr>
            <a:spLocks noGrp="1"/>
          </p:cNvSpPr>
          <p:nvPr>
            <p:ph type="pic" sz="quarter" idx="29"/>
          </p:nvPr>
        </p:nvSpPr>
        <p:spPr>
          <a:xfrm>
            <a:off x="504002" y="4256213"/>
            <a:ext cx="1968000" cy="1476000"/>
          </a:xfrm>
        </p:spPr>
        <p:txBody>
          <a:bodyPr/>
          <a:lstStyle>
            <a:lvl1pPr algn="ctr">
              <a:defRPr/>
            </a:lvl1pPr>
          </a:lstStyle>
          <a:p>
            <a:r>
              <a:rPr lang="en-US" noProof="0" dirty="0"/>
              <a:t>Click icon to add picture</a:t>
            </a:r>
          </a:p>
        </p:txBody>
      </p:sp>
      <p:sp>
        <p:nvSpPr>
          <p:cNvPr id="11" name="Picture Placeholder 11"/>
          <p:cNvSpPr>
            <a:spLocks noGrp="1"/>
          </p:cNvSpPr>
          <p:nvPr>
            <p:ph type="pic" sz="quarter" idx="31"/>
          </p:nvPr>
        </p:nvSpPr>
        <p:spPr>
          <a:xfrm>
            <a:off x="6224088" y="4256213"/>
            <a:ext cx="1968000" cy="1476000"/>
          </a:xfrm>
        </p:spPr>
        <p:txBody>
          <a:bodyPr/>
          <a:lstStyle>
            <a:lvl1pPr algn="ctr">
              <a:defRPr/>
            </a:lvl1pPr>
          </a:lstStyle>
          <a:p>
            <a:r>
              <a:rPr lang="en-US" noProof="0" dirty="0"/>
              <a:t>Click icon to add picture</a:t>
            </a:r>
          </a:p>
        </p:txBody>
      </p:sp>
      <p:sp>
        <p:nvSpPr>
          <p:cNvPr id="13" name="Text Placeholder 12"/>
          <p:cNvSpPr>
            <a:spLocks noGrp="1"/>
          </p:cNvSpPr>
          <p:nvPr>
            <p:ph type="body" sz="quarter" idx="32"/>
          </p:nvPr>
        </p:nvSpPr>
        <p:spPr>
          <a:xfrm>
            <a:off x="2683484" y="1880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4" name="Text Placeholder 12"/>
          <p:cNvSpPr>
            <a:spLocks noGrp="1"/>
          </p:cNvSpPr>
          <p:nvPr>
            <p:ph type="body" sz="quarter" idx="33"/>
          </p:nvPr>
        </p:nvSpPr>
        <p:spPr>
          <a:xfrm>
            <a:off x="8396563" y="1880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5" name="Text Placeholder 12"/>
          <p:cNvSpPr>
            <a:spLocks noGrp="1"/>
          </p:cNvSpPr>
          <p:nvPr>
            <p:ph type="body" sz="quarter" idx="34"/>
          </p:nvPr>
        </p:nvSpPr>
        <p:spPr>
          <a:xfrm>
            <a:off x="2683484" y="4256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6" name="Text Placeholder 12"/>
          <p:cNvSpPr>
            <a:spLocks noGrp="1"/>
          </p:cNvSpPr>
          <p:nvPr>
            <p:ph type="body" sz="quarter" idx="35"/>
          </p:nvPr>
        </p:nvSpPr>
        <p:spPr>
          <a:xfrm>
            <a:off x="8396563" y="4256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7"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163510591"/>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Picture Placeholder 7"/>
          <p:cNvSpPr>
            <a:spLocks noGrp="1"/>
          </p:cNvSpPr>
          <p:nvPr>
            <p:ph type="pic" sz="quarter" idx="13"/>
          </p:nvPr>
        </p:nvSpPr>
        <p:spPr>
          <a:xfrm>
            <a:off x="501654" y="1700217"/>
            <a:ext cx="3695699" cy="1971675"/>
          </a:xfrm>
        </p:spPr>
        <p:txBody>
          <a:bodyPr/>
          <a:lstStyle/>
          <a:p>
            <a:r>
              <a:rPr lang="en-US" noProof="0" dirty="0"/>
              <a:t>Click icon to add picture</a:t>
            </a:r>
          </a:p>
        </p:txBody>
      </p:sp>
      <p:sp>
        <p:nvSpPr>
          <p:cNvPr id="5" name="Picture Placeholder 7"/>
          <p:cNvSpPr>
            <a:spLocks noGrp="1"/>
          </p:cNvSpPr>
          <p:nvPr>
            <p:ph type="pic" sz="quarter" idx="14"/>
          </p:nvPr>
        </p:nvSpPr>
        <p:spPr>
          <a:xfrm>
            <a:off x="8006398" y="1700217"/>
            <a:ext cx="3683953" cy="1971675"/>
          </a:xfrm>
        </p:spPr>
        <p:txBody>
          <a:bodyPr/>
          <a:lstStyle/>
          <a:p>
            <a:r>
              <a:rPr lang="en-US" noProof="0" dirty="0"/>
              <a:t>Click icon to add picture</a:t>
            </a:r>
          </a:p>
        </p:txBody>
      </p:sp>
      <p:sp>
        <p:nvSpPr>
          <p:cNvPr id="6" name="Picture Placeholder 7"/>
          <p:cNvSpPr>
            <a:spLocks noGrp="1"/>
          </p:cNvSpPr>
          <p:nvPr>
            <p:ph type="pic" sz="quarter" idx="15"/>
          </p:nvPr>
        </p:nvSpPr>
        <p:spPr>
          <a:xfrm>
            <a:off x="4273077" y="1700217"/>
            <a:ext cx="3657600" cy="1971675"/>
          </a:xfrm>
        </p:spPr>
        <p:txBody>
          <a:bodyPr/>
          <a:lstStyle/>
          <a:p>
            <a:r>
              <a:rPr lang="en-US" noProof="0" dirty="0"/>
              <a:t>Click icon to add picture</a:t>
            </a:r>
          </a:p>
        </p:txBody>
      </p:sp>
      <p:sp>
        <p:nvSpPr>
          <p:cNvPr id="9" name="Text Placeholder 18"/>
          <p:cNvSpPr>
            <a:spLocks noGrp="1"/>
          </p:cNvSpPr>
          <p:nvPr>
            <p:ph idx="1" hasCustomPrompt="1"/>
          </p:nvPr>
        </p:nvSpPr>
        <p:spPr>
          <a:xfrm>
            <a:off x="501650" y="3832225"/>
            <a:ext cx="3683950" cy="20952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8"/>
          <p:cNvSpPr>
            <a:spLocks noGrp="1"/>
          </p:cNvSpPr>
          <p:nvPr>
            <p:ph idx="16" hasCustomPrompt="1"/>
          </p:nvPr>
        </p:nvSpPr>
        <p:spPr>
          <a:xfrm>
            <a:off x="4267203" y="3832225"/>
            <a:ext cx="3657600" cy="20952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 Placeholder 18"/>
          <p:cNvSpPr>
            <a:spLocks noGrp="1"/>
          </p:cNvSpPr>
          <p:nvPr>
            <p:ph idx="17" hasCustomPrompt="1"/>
          </p:nvPr>
        </p:nvSpPr>
        <p:spPr>
          <a:xfrm>
            <a:off x="8006398" y="3832225"/>
            <a:ext cx="3683953" cy="20952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Text Placeholder 8"/>
          <p:cNvSpPr>
            <a:spLocks noGrp="1"/>
          </p:cNvSpPr>
          <p:nvPr>
            <p:ph type="body" sz="quarter" idx="18"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763268606"/>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1"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Tree>
    <p:extLst>
      <p:ext uri="{BB962C8B-B14F-4D97-AF65-F5344CB8AC3E}">
        <p14:creationId xmlns:p14="http://schemas.microsoft.com/office/powerpoint/2010/main" val="2907077994"/>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2" y="185789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246195" y="1857895"/>
            <a:ext cx="5444156"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dirty="0">
              <a:solidFill>
                <a:prstClr val="white"/>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dirty="0">
              <a:solidFill>
                <a:prstClr val="white"/>
              </a:solidFill>
            </a:endParaRPr>
          </a:p>
        </p:txBody>
      </p:sp>
      <p:sp>
        <p:nvSpPr>
          <p:cNvPr id="6"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862073692"/>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5"/>
            <a:ext cx="5468941"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246195" y="1857895"/>
            <a:ext cx="545466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dirty="0">
              <a:solidFill>
                <a:prstClr val="white"/>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dirty="0">
              <a:solidFill>
                <a:prstClr val="white"/>
              </a:solidFill>
            </a:endParaRPr>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0" name="Text Placeholder 8"/>
          <p:cNvSpPr>
            <a:spLocks noGrp="1"/>
          </p:cNvSpPr>
          <p:nvPr>
            <p:ph type="body" sz="quarter" idx="22"/>
          </p:nvPr>
        </p:nvSpPr>
        <p:spPr>
          <a:xfrm>
            <a:off x="504002" y="424968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23"/>
          </p:nvPr>
        </p:nvSpPr>
        <p:spPr>
          <a:xfrm>
            <a:off x="6246196" y="4249685"/>
            <a:ext cx="545295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dirty="0">
              <a:solidFill>
                <a:prstClr val="white"/>
              </a:solidFill>
            </a:endParaRPr>
          </a:p>
        </p:txBody>
      </p:sp>
      <p:sp>
        <p:nvSpPr>
          <p:cNvPr id="13" name="Rectangle 12"/>
          <p:cNvSpPr/>
          <p:nvPr userDrawn="1"/>
        </p:nvSpPr>
        <p:spPr>
          <a:xfrm>
            <a:off x="6246196"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dirty="0">
              <a:solidFill>
                <a:prstClr val="white"/>
              </a:solidFill>
            </a:endParaRPr>
          </a:p>
        </p:txBody>
      </p:sp>
      <p:sp>
        <p:nvSpPr>
          <p:cNvPr id="14" name="Picture Placeholder 29"/>
          <p:cNvSpPr>
            <a:spLocks noGrp="1"/>
          </p:cNvSpPr>
          <p:nvPr>
            <p:ph type="pic" sz="quarter" idx="24" hasCustomPrompt="1"/>
          </p:nvPr>
        </p:nvSpPr>
        <p:spPr>
          <a:xfrm>
            <a:off x="4754495" y="4255707"/>
            <a:ext cx="1239382"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01651" y="651601"/>
            <a:ext cx="111975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7"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Tree>
    <p:extLst>
      <p:ext uri="{BB962C8B-B14F-4D97-AF65-F5344CB8AC3E}">
        <p14:creationId xmlns:p14="http://schemas.microsoft.com/office/powerpoint/2010/main" val="1892137702"/>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Rectangle 3"/>
          <p:cNvSpPr/>
          <p:nvPr userDrawn="1"/>
        </p:nvSpPr>
        <p:spPr>
          <a:xfrm>
            <a:off x="4320001"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5" name="Rectangle 4"/>
          <p:cNvSpPr/>
          <p:nvPr userDrawn="1"/>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128001" y="1851441"/>
            <a:ext cx="3571153"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452846841"/>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096836"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6827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3255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446730137"/>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3"/>
            <a:ext cx="11188701" cy="370193"/>
          </a:xfrm>
        </p:spPr>
        <p:txBody>
          <a:bodyPr/>
          <a:lstStyle>
            <a:lvl1pPr>
              <a:defRPr>
                <a:solidFill>
                  <a:schemeClr val="bg1"/>
                </a:solidFill>
              </a:defRPr>
            </a:lvl1pPr>
          </a:lstStyle>
          <a:p>
            <a:r>
              <a:rPr lang="en-US" noProof="0"/>
              <a:t>Click to edit Master title style</a:t>
            </a:r>
            <a:endParaRPr lang="en-US" noProof="0" dirty="0"/>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501650" y="687694"/>
            <a:ext cx="11188701" cy="757255"/>
          </a:xfrm>
          <a:prstGeom prst="rect">
            <a:avLst/>
          </a:prstGeom>
        </p:spPr>
        <p:txBody>
          <a:bodyPr lIns="0" tIns="0" rIns="0" bIns="0">
            <a:noAutofit/>
          </a:bodyPr>
          <a:lstStyle>
            <a:lvl1pPr marL="0" indent="0">
              <a:buNone/>
              <a:defRPr sz="2282" b="0">
                <a:solidFill>
                  <a:schemeClr val="bg1"/>
                </a:solidFill>
              </a:defRPr>
            </a:lvl1pPr>
          </a:lstStyle>
          <a:p>
            <a:pPr lvl="0"/>
            <a:r>
              <a:rPr lang="en-US" noProof="0" dirty="0"/>
              <a:t>Click to add subtitle</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1997997926"/>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9"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0" name="Text Placeholder 18"/>
          <p:cNvSpPr>
            <a:spLocks noGrp="1"/>
          </p:cNvSpPr>
          <p:nvPr>
            <p:ph idx="1"/>
          </p:nvPr>
        </p:nvSpPr>
        <p:spPr>
          <a:xfrm>
            <a:off x="501652" y="1665292"/>
            <a:ext cx="5594351"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924762683"/>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endParaRPr lang="en-US" noProof="0" dirty="0"/>
          </a:p>
        </p:txBody>
      </p:sp>
    </p:spTree>
    <p:extLst>
      <p:ext uri="{BB962C8B-B14F-4D97-AF65-F5344CB8AC3E}">
        <p14:creationId xmlns:p14="http://schemas.microsoft.com/office/powerpoint/2010/main" val="3120566015"/>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5518605"/>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2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bg1"/>
                </a:solidFill>
              </a:defRPr>
            </a:lvl1pPr>
            <a:lvl2pPr marL="0" marR="0" indent="0" algn="l" defTabSz="1150154" rtl="0" eaLnBrk="1" fontAlgn="auto" latinLnBrk="0" hangingPunct="1">
              <a:lnSpc>
                <a:spcPct val="100000"/>
              </a:lnSpc>
              <a:spcBef>
                <a:spcPts val="0"/>
              </a:spcBef>
              <a:spcAft>
                <a:spcPts val="0"/>
              </a:spcAft>
              <a:buClrTx/>
              <a:buSzPct val="100000"/>
              <a:buFont typeface="Arial"/>
              <a:buNone/>
              <a:tabLst/>
              <a:defRPr sz="2012" b="0">
                <a:solidFill>
                  <a:schemeClr val="bg1"/>
                </a:solidFill>
              </a:defRPr>
            </a:lvl2pPr>
            <a:lvl3pPr marL="0" indent="0" algn="l">
              <a:spcAft>
                <a:spcPts val="0"/>
              </a:spcAft>
              <a:buNone/>
              <a:defRPr sz="2012">
                <a:solidFill>
                  <a:schemeClr val="bg1"/>
                </a:solidFill>
              </a:defRPr>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dirty="0"/>
              <a:t>Click to edit Master title style</a:t>
            </a:r>
          </a:p>
          <a:p>
            <a:pPr marL="0" marR="0" lvl="1" indent="0" algn="l" defTabSz="1150154"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grpSp>
    </p:spTree>
    <p:extLst>
      <p:ext uri="{BB962C8B-B14F-4D97-AF65-F5344CB8AC3E}">
        <p14:creationId xmlns:p14="http://schemas.microsoft.com/office/powerpoint/2010/main" val="324226075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4" y="727200"/>
            <a:ext cx="7200000" cy="5400000"/>
          </a:xfrm>
          <a:prstGeom prst="rect">
            <a:avLst/>
          </a:prstGeom>
        </p:spPr>
        <p:txBody>
          <a:bodyPr/>
          <a:lstStyle/>
          <a:p>
            <a:r>
              <a:rPr lang="en-US" noProof="0" dirty="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tx1"/>
                </a:solidFill>
              </a:defRPr>
            </a:lvl1pPr>
            <a:lvl2pPr marL="0" indent="0" algn="l">
              <a:buNone/>
              <a:defRPr sz="2012" b="0"/>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grpSp>
    </p:spTree>
    <p:extLst>
      <p:ext uri="{BB962C8B-B14F-4D97-AF65-F5344CB8AC3E}">
        <p14:creationId xmlns:p14="http://schemas.microsoft.com/office/powerpoint/2010/main" val="1475241786"/>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bg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grpSp>
    </p:spTree>
    <p:extLst>
      <p:ext uri="{BB962C8B-B14F-4D97-AF65-F5344CB8AC3E}">
        <p14:creationId xmlns:p14="http://schemas.microsoft.com/office/powerpoint/2010/main" val="261453695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tx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4" name="Group 3"/>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grpSp>
    </p:spTree>
    <p:extLst>
      <p:ext uri="{BB962C8B-B14F-4D97-AF65-F5344CB8AC3E}">
        <p14:creationId xmlns:p14="http://schemas.microsoft.com/office/powerpoint/2010/main" val="1233282027"/>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5" name="TextBox 4"/>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7" name="TextBox 6"/>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8" name="TextBox 7"/>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209968050"/>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3" y="3429003"/>
            <a:ext cx="10544066"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2891171722"/>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2305683923"/>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901801422"/>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2442974870"/>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7"/>
            <a:ext cx="915237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931567647"/>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7203"/>
            <a:ext cx="9277350" cy="4759584"/>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3032618236"/>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1142821374"/>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937898860"/>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2" y="1665292"/>
            <a:ext cx="9277350" cy="4716463"/>
          </a:xfrm>
          <a:prstGeom prst="rect">
            <a:avLst/>
          </a:prstGeom>
        </p:spPr>
        <p:txBody>
          <a:bodyPr/>
          <a:lstStyle>
            <a:lvl1pPr>
              <a:tabLst>
                <a:tab pos="8464418" algn="r"/>
              </a:tabLst>
              <a:defRPr/>
            </a:lvl1pPr>
            <a:lvl2pPr>
              <a:tabLst>
                <a:tab pos="8464418" algn="r"/>
              </a:tabLst>
              <a:defRPr/>
            </a:lvl2pPr>
            <a:lvl3pPr>
              <a:tabLst>
                <a:tab pos="8464418" algn="r"/>
              </a:tabLst>
              <a:defRPr/>
            </a:lvl3pPr>
            <a:lvl4pPr>
              <a:tabLst>
                <a:tab pos="8464418" algn="r"/>
              </a:tabLst>
              <a:defRPr/>
            </a:lvl4pPr>
            <a:lvl5pPr>
              <a:tabLst>
                <a:tab pos="6325849" algn="r"/>
              </a:tabLst>
              <a:defRPr baseline="0"/>
            </a:lvl5pPr>
            <a:lvl6pPr>
              <a:tabLst>
                <a:tab pos="8464418" algn="r"/>
              </a:tabLst>
              <a:defRPr/>
            </a:lvl6pPr>
            <a:lvl7pPr>
              <a:tabLst>
                <a:tab pos="8464418" algn="r"/>
              </a:tabLst>
              <a:defRPr/>
            </a:lvl7pPr>
            <a:lvl8pPr>
              <a:tabLst>
                <a:tab pos="8464418" algn="r"/>
              </a:tabLst>
              <a:defRPr/>
            </a:lvl8pPr>
            <a:lvl9pPr>
              <a:tabLst>
                <a:tab pos="8464418"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Placeholder 1"/>
          <p:cNvSpPr>
            <a:spLocks noGrp="1"/>
          </p:cNvSpPr>
          <p:nvPr>
            <p:ph type="title" hasCustomPrompt="1"/>
          </p:nvPr>
        </p:nvSpPr>
        <p:spPr>
          <a:xfrm>
            <a:off x="501652" y="317503"/>
            <a:ext cx="11180231"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2899998117"/>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1"/>
            <a:ext cx="11188699" cy="6985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5450353" y="1701804"/>
            <a:ext cx="6240000" cy="4679950"/>
          </a:xfrm>
        </p:spPr>
        <p:txBody>
          <a:bodyPr/>
          <a:lstStyle/>
          <a:p>
            <a:r>
              <a:rPr lang="en-US" noProof="0" dirty="0"/>
              <a:t>Click icon to add picture</a:t>
            </a:r>
          </a:p>
        </p:txBody>
      </p:sp>
      <p:sp>
        <p:nvSpPr>
          <p:cNvPr id="6" name="Content Placeholder 3"/>
          <p:cNvSpPr>
            <a:spLocks noGrp="1"/>
          </p:cNvSpPr>
          <p:nvPr>
            <p:ph sz="quarter" idx="10"/>
          </p:nvPr>
        </p:nvSpPr>
        <p:spPr>
          <a:xfrm>
            <a:off x="501653" y="1665292"/>
            <a:ext cx="4456429"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920886537"/>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699" cy="698500"/>
          </a:xfrm>
        </p:spPr>
        <p:txBody>
          <a:bodyPr/>
          <a:lstStyle/>
          <a:p>
            <a:r>
              <a:rPr lang="en-US" noProof="0"/>
              <a:t>Click to edit Master title style</a:t>
            </a:r>
            <a:endParaRPr lang="en-US" noProof="0" dirty="0"/>
          </a:p>
        </p:txBody>
      </p:sp>
      <p:sp>
        <p:nvSpPr>
          <p:cNvPr id="14" name="Text Placeholder 18"/>
          <p:cNvSpPr>
            <a:spLocks noGrp="1"/>
          </p:cNvSpPr>
          <p:nvPr>
            <p:ph idx="1"/>
          </p:nvPr>
        </p:nvSpPr>
        <p:spPr>
          <a:xfrm>
            <a:off x="501653" y="1665292"/>
            <a:ext cx="11165416"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863789336"/>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498584" y="1143708"/>
            <a:ext cx="11165416" cy="471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754119635"/>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501653" y="1700213"/>
            <a:ext cx="11165416" cy="4678986"/>
          </a:xfrm>
          <a:prstGeom prst="rect">
            <a:avLst/>
          </a:prstGeom>
        </p:spPr>
        <p:txBody>
          <a:bodyPr vert="horz" lIns="0" tIns="0" rIns="0" bIns="0" rtlCol="0">
            <a:noAutofit/>
          </a:bodyPr>
          <a:lstStyle>
            <a:lvl1pPr>
              <a:defRPr sz="2012"/>
            </a:lvl1pPr>
            <a:lvl2pPr>
              <a:defRPr sz="2012"/>
            </a:lvl2pPr>
            <a:lvl3pPr>
              <a:defRPr sz="2012"/>
            </a:lvl3pPr>
            <a:lvl4pPr>
              <a:defRPr sz="2012"/>
            </a:lvl4pPr>
            <a:lvl5pPr>
              <a:defRPr sz="2012"/>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84260652"/>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501653" y="317502"/>
            <a:ext cx="1120266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9" name="Text Placeholder 8"/>
          <p:cNvSpPr>
            <a:spLocks noGrp="1"/>
          </p:cNvSpPr>
          <p:nvPr>
            <p:ph type="body" sz="quarter" idx="13" hasCustomPrompt="1"/>
          </p:nvPr>
        </p:nvSpPr>
        <p:spPr>
          <a:xfrm>
            <a:off x="501653" y="651601"/>
            <a:ext cx="1120266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6381539" y="1665288"/>
            <a:ext cx="5322781"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085218748"/>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_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8"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1" name="Content Placeholder 3"/>
          <p:cNvSpPr>
            <a:spLocks noGrp="1"/>
          </p:cNvSpPr>
          <p:nvPr>
            <p:ph sz="quarter" idx="10"/>
          </p:nvPr>
        </p:nvSpPr>
        <p:spPr>
          <a:xfrm>
            <a:off x="501650" y="1665288"/>
            <a:ext cx="530558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6384002" y="1665288"/>
            <a:ext cx="530635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173143285"/>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endParaRPr lang="en-US" noProof="0" dirty="0"/>
          </a:p>
        </p:txBody>
      </p:sp>
      <p:sp>
        <p:nvSpPr>
          <p:cNvPr id="4" name="Rectangle 3"/>
          <p:cNvSpPr/>
          <p:nvPr userDrawn="1"/>
        </p:nvSpPr>
        <p:spPr>
          <a:xfrm>
            <a:off x="504002"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5" name="Rectangle 4"/>
          <p:cNvSpPr/>
          <p:nvPr userDrawn="1"/>
        </p:nvSpPr>
        <p:spPr>
          <a:xfrm>
            <a:off x="6224086" y="1700216"/>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6" name="Rectangle 5"/>
          <p:cNvSpPr/>
          <p:nvPr userDrawn="1"/>
        </p:nvSpPr>
        <p:spPr>
          <a:xfrm>
            <a:off x="504002"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7" name="Rectangle 6"/>
          <p:cNvSpPr/>
          <p:nvPr userDrawn="1"/>
        </p:nvSpPr>
        <p:spPr>
          <a:xfrm>
            <a:off x="6224086"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8" name="Picture Placeholder 11"/>
          <p:cNvSpPr>
            <a:spLocks noGrp="1"/>
          </p:cNvSpPr>
          <p:nvPr>
            <p:ph type="pic" sz="quarter" idx="25"/>
          </p:nvPr>
        </p:nvSpPr>
        <p:spPr>
          <a:xfrm>
            <a:off x="504002" y="1880213"/>
            <a:ext cx="1968000" cy="1476000"/>
          </a:xfrm>
        </p:spPr>
        <p:txBody>
          <a:bodyPr/>
          <a:lstStyle>
            <a:lvl1pPr algn="ctr">
              <a:defRPr/>
            </a:lvl1pPr>
          </a:lstStyle>
          <a:p>
            <a:r>
              <a:rPr lang="en-US" noProof="0" dirty="0"/>
              <a:t>Click icon to add picture</a:t>
            </a:r>
          </a:p>
        </p:txBody>
      </p:sp>
      <p:sp>
        <p:nvSpPr>
          <p:cNvPr id="9" name="Picture Placeholder 11"/>
          <p:cNvSpPr>
            <a:spLocks noGrp="1"/>
          </p:cNvSpPr>
          <p:nvPr>
            <p:ph type="pic" sz="quarter" idx="27"/>
          </p:nvPr>
        </p:nvSpPr>
        <p:spPr>
          <a:xfrm>
            <a:off x="6224088" y="1880213"/>
            <a:ext cx="1968000" cy="1476000"/>
          </a:xfrm>
        </p:spPr>
        <p:txBody>
          <a:bodyPr/>
          <a:lstStyle>
            <a:lvl1pPr algn="ctr">
              <a:defRPr/>
            </a:lvl1pPr>
          </a:lstStyle>
          <a:p>
            <a:r>
              <a:rPr lang="en-US" noProof="0" dirty="0"/>
              <a:t>Click icon to add picture</a:t>
            </a:r>
          </a:p>
        </p:txBody>
      </p:sp>
      <p:sp>
        <p:nvSpPr>
          <p:cNvPr id="10" name="Picture Placeholder 11"/>
          <p:cNvSpPr>
            <a:spLocks noGrp="1"/>
          </p:cNvSpPr>
          <p:nvPr>
            <p:ph type="pic" sz="quarter" idx="29"/>
          </p:nvPr>
        </p:nvSpPr>
        <p:spPr>
          <a:xfrm>
            <a:off x="504002" y="4256213"/>
            <a:ext cx="1968000" cy="1476000"/>
          </a:xfrm>
        </p:spPr>
        <p:txBody>
          <a:bodyPr/>
          <a:lstStyle>
            <a:lvl1pPr algn="ctr">
              <a:defRPr/>
            </a:lvl1pPr>
          </a:lstStyle>
          <a:p>
            <a:r>
              <a:rPr lang="en-US" noProof="0" dirty="0"/>
              <a:t>Click icon to add picture</a:t>
            </a:r>
          </a:p>
        </p:txBody>
      </p:sp>
      <p:sp>
        <p:nvSpPr>
          <p:cNvPr id="11" name="Picture Placeholder 11"/>
          <p:cNvSpPr>
            <a:spLocks noGrp="1"/>
          </p:cNvSpPr>
          <p:nvPr>
            <p:ph type="pic" sz="quarter" idx="31"/>
          </p:nvPr>
        </p:nvSpPr>
        <p:spPr>
          <a:xfrm>
            <a:off x="6224088" y="4256213"/>
            <a:ext cx="1968000" cy="1476000"/>
          </a:xfrm>
        </p:spPr>
        <p:txBody>
          <a:bodyPr/>
          <a:lstStyle>
            <a:lvl1pPr algn="ctr">
              <a:defRPr/>
            </a:lvl1pPr>
          </a:lstStyle>
          <a:p>
            <a:r>
              <a:rPr lang="en-US" noProof="0" dirty="0"/>
              <a:t>Click icon to add picture</a:t>
            </a:r>
          </a:p>
        </p:txBody>
      </p:sp>
      <p:sp>
        <p:nvSpPr>
          <p:cNvPr id="13" name="Text Placeholder 12"/>
          <p:cNvSpPr>
            <a:spLocks noGrp="1"/>
          </p:cNvSpPr>
          <p:nvPr>
            <p:ph type="body" sz="quarter" idx="32"/>
          </p:nvPr>
        </p:nvSpPr>
        <p:spPr>
          <a:xfrm>
            <a:off x="2683484" y="1880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4" name="Text Placeholder 12"/>
          <p:cNvSpPr>
            <a:spLocks noGrp="1"/>
          </p:cNvSpPr>
          <p:nvPr>
            <p:ph type="body" sz="quarter" idx="33"/>
          </p:nvPr>
        </p:nvSpPr>
        <p:spPr>
          <a:xfrm>
            <a:off x="8396563" y="1880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5" name="Text Placeholder 12"/>
          <p:cNvSpPr>
            <a:spLocks noGrp="1"/>
          </p:cNvSpPr>
          <p:nvPr>
            <p:ph type="body" sz="quarter" idx="34"/>
          </p:nvPr>
        </p:nvSpPr>
        <p:spPr>
          <a:xfrm>
            <a:off x="2683484" y="4256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6" name="Text Placeholder 12"/>
          <p:cNvSpPr>
            <a:spLocks noGrp="1"/>
          </p:cNvSpPr>
          <p:nvPr>
            <p:ph type="body" sz="quarter" idx="35"/>
          </p:nvPr>
        </p:nvSpPr>
        <p:spPr>
          <a:xfrm>
            <a:off x="8396563" y="4256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7"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443967305"/>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2" y="185789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246195" y="1857895"/>
            <a:ext cx="5444156"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dirty="0">
              <a:solidFill>
                <a:schemeClr val="bg1"/>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dirty="0">
              <a:solidFill>
                <a:schemeClr val="bg1"/>
              </a:solidFill>
            </a:endParaRPr>
          </a:p>
        </p:txBody>
      </p:sp>
      <p:sp>
        <p:nvSpPr>
          <p:cNvPr id="6"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330216269"/>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_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5"/>
            <a:ext cx="5468941"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246195" y="1857895"/>
            <a:ext cx="545466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dirty="0">
              <a:solidFill>
                <a:schemeClr val="bg1"/>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dirty="0">
              <a:solidFill>
                <a:schemeClr val="bg1"/>
              </a:solidFill>
            </a:endParaRPr>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0" name="Text Placeholder 8"/>
          <p:cNvSpPr>
            <a:spLocks noGrp="1"/>
          </p:cNvSpPr>
          <p:nvPr>
            <p:ph type="body" sz="quarter" idx="22"/>
          </p:nvPr>
        </p:nvSpPr>
        <p:spPr>
          <a:xfrm>
            <a:off x="504002" y="424968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23"/>
          </p:nvPr>
        </p:nvSpPr>
        <p:spPr>
          <a:xfrm>
            <a:off x="6246196" y="4249685"/>
            <a:ext cx="545295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dirty="0">
              <a:solidFill>
                <a:schemeClr val="bg1"/>
              </a:solidFill>
            </a:endParaRPr>
          </a:p>
        </p:txBody>
      </p:sp>
      <p:sp>
        <p:nvSpPr>
          <p:cNvPr id="13" name="Rectangle 12"/>
          <p:cNvSpPr/>
          <p:nvPr userDrawn="1"/>
        </p:nvSpPr>
        <p:spPr>
          <a:xfrm>
            <a:off x="6246196"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dirty="0">
              <a:solidFill>
                <a:schemeClr val="bg1"/>
              </a:solidFill>
            </a:endParaRPr>
          </a:p>
        </p:txBody>
      </p:sp>
      <p:sp>
        <p:nvSpPr>
          <p:cNvPr id="14" name="Picture Placeholder 29"/>
          <p:cNvSpPr>
            <a:spLocks noGrp="1"/>
          </p:cNvSpPr>
          <p:nvPr>
            <p:ph type="pic" sz="quarter" idx="24" hasCustomPrompt="1"/>
          </p:nvPr>
        </p:nvSpPr>
        <p:spPr>
          <a:xfrm>
            <a:off x="4754495" y="4255707"/>
            <a:ext cx="1239382"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01651" y="651601"/>
            <a:ext cx="111975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7"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Tree>
    <p:extLst>
      <p:ext uri="{BB962C8B-B14F-4D97-AF65-F5344CB8AC3E}">
        <p14:creationId xmlns:p14="http://schemas.microsoft.com/office/powerpoint/2010/main" val="3493275547"/>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Rectangle 3"/>
          <p:cNvSpPr/>
          <p:nvPr userDrawn="1"/>
        </p:nvSpPr>
        <p:spPr>
          <a:xfrm>
            <a:off x="4320001"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5" name="Rectangle 4"/>
          <p:cNvSpPr/>
          <p:nvPr userDrawn="1"/>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128001" y="1851441"/>
            <a:ext cx="3571153"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899945368"/>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3"/>
            <a:ext cx="11188701" cy="370193"/>
          </a:xfrm>
        </p:spPr>
        <p:txBody>
          <a:bodyPr/>
          <a:lstStyle>
            <a:lvl1pPr>
              <a:defRPr>
                <a:solidFill>
                  <a:schemeClr val="bg1"/>
                </a:solidFill>
              </a:defRPr>
            </a:lvl1pPr>
          </a:lstStyle>
          <a:p>
            <a:r>
              <a:rPr lang="en-US" noProof="0"/>
              <a:t>Click to edit Master title style</a:t>
            </a:r>
            <a:endParaRPr lang="en-US" noProof="0" dirty="0"/>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501650" y="687694"/>
            <a:ext cx="11188701" cy="757255"/>
          </a:xfrm>
          <a:prstGeom prst="rect">
            <a:avLst/>
          </a:prstGeom>
        </p:spPr>
        <p:txBody>
          <a:bodyPr lIns="0" tIns="0" rIns="0" bIns="0">
            <a:noAutofit/>
          </a:bodyPr>
          <a:lstStyle>
            <a:lvl1pPr marL="0" indent="0">
              <a:buNone/>
              <a:defRPr sz="2282" b="0">
                <a:solidFill>
                  <a:schemeClr val="bg1"/>
                </a:solidFill>
              </a:defRPr>
            </a:lvl1pPr>
          </a:lstStyle>
          <a:p>
            <a:pPr lvl="0"/>
            <a:r>
              <a:rPr lang="en-US" noProof="0" dirty="0"/>
              <a:t>Click to add subtitle</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2952048716"/>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userDrawn="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27050" y="4211958"/>
            <a:ext cx="8503538" cy="2169796"/>
          </a:xfrm>
        </p:spPr>
        <p:txBody>
          <a:bodyPr anchor="b" anchorCtr="0"/>
          <a:lstStyle>
            <a:lvl1pPr>
              <a:lnSpc>
                <a:spcPct val="100000"/>
              </a:lnSpc>
              <a:spcAft>
                <a:spcPts val="755"/>
              </a:spcAft>
              <a:defRPr sz="1133"/>
            </a:lvl1pPr>
          </a:lstStyle>
          <a:p>
            <a:pPr lvl="0"/>
            <a:r>
              <a:rPr lang="en-US"/>
              <a:t>Edit Master text styles</a:t>
            </a:r>
          </a:p>
        </p:txBody>
      </p:sp>
      <p:sp>
        <p:nvSpPr>
          <p:cNvPr id="3" name="Picture Placeholder 2"/>
          <p:cNvSpPr>
            <a:spLocks noGrp="1"/>
          </p:cNvSpPr>
          <p:nvPr>
            <p:ph type="pic" sz="quarter" idx="14" hasCustomPrompt="1"/>
          </p:nvPr>
        </p:nvSpPr>
        <p:spPr>
          <a:xfrm>
            <a:off x="9370849" y="4535908"/>
            <a:ext cx="2012854" cy="1401498"/>
          </a:xfrm>
        </p:spPr>
        <p:txBody>
          <a:bodyPr anchor="ctr" anchorCtr="0"/>
          <a:lstStyle>
            <a:lvl1pPr algn="ctr">
              <a:defRPr sz="1133"/>
            </a:lvl1pPr>
          </a:lstStyle>
          <a:p>
            <a:r>
              <a:rPr lang="en-GB" sz="1133" dirty="0"/>
              <a:t>Insert sponsorship mark here</a:t>
            </a:r>
            <a:endParaRPr lang="en-GB" dirty="0"/>
          </a:p>
        </p:txBody>
      </p:sp>
      <p:sp>
        <p:nvSpPr>
          <p:cNvPr id="8" name="Text Placeholder 7"/>
          <p:cNvSpPr>
            <a:spLocks noGrp="1"/>
          </p:cNvSpPr>
          <p:nvPr>
            <p:ph type="body" sz="quarter" idx="15"/>
          </p:nvPr>
        </p:nvSpPr>
        <p:spPr>
          <a:xfrm>
            <a:off x="9370852" y="6018031"/>
            <a:ext cx="2012852" cy="363722"/>
          </a:xfrm>
        </p:spPr>
        <p:txBody>
          <a:bodyPr anchor="b" anchorCtr="0"/>
          <a:lstStyle>
            <a:lvl1pPr>
              <a:lnSpc>
                <a:spcPct val="100000"/>
              </a:lnSpc>
              <a:defRPr sz="1195"/>
            </a:lvl1pPr>
          </a:lstStyle>
          <a:p>
            <a:pPr lvl="0"/>
            <a:r>
              <a:rPr lang="en-US"/>
              <a:t>Edit Master text styles</a:t>
            </a:r>
          </a:p>
        </p:txBody>
      </p:sp>
      <p:pic>
        <p:nvPicPr>
          <p:cNvPr id="9" name="LogoDisclaimerPage"/>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30929" y="421118"/>
            <a:ext cx="2141721" cy="938735"/>
          </a:xfrm>
          <a:prstGeom prst="rect">
            <a:avLst/>
          </a:prstGeom>
        </p:spPr>
      </p:pic>
    </p:spTree>
    <p:extLst>
      <p:ext uri="{BB962C8B-B14F-4D97-AF65-F5344CB8AC3E}">
        <p14:creationId xmlns:p14="http://schemas.microsoft.com/office/powerpoint/2010/main" val="411267870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bg1"/>
                </a:solidFill>
              </a:defRPr>
            </a:lvl1pPr>
            <a:lvl2pPr marL="0" marR="0" indent="0" algn="l" defTabSz="1150154" rtl="0" eaLnBrk="1" fontAlgn="auto" latinLnBrk="0" hangingPunct="1">
              <a:lnSpc>
                <a:spcPct val="100000"/>
              </a:lnSpc>
              <a:spcBef>
                <a:spcPts val="0"/>
              </a:spcBef>
              <a:spcAft>
                <a:spcPts val="0"/>
              </a:spcAft>
              <a:buClrTx/>
              <a:buSzPct val="100000"/>
              <a:buFont typeface="Arial"/>
              <a:buNone/>
              <a:tabLst/>
              <a:defRPr sz="2012" b="0">
                <a:solidFill>
                  <a:schemeClr val="bg1"/>
                </a:solidFill>
              </a:defRPr>
            </a:lvl2pPr>
            <a:lvl3pPr marL="0" indent="0" algn="l">
              <a:spcAft>
                <a:spcPts val="0"/>
              </a:spcAft>
              <a:buNone/>
              <a:defRPr sz="2012">
                <a:solidFill>
                  <a:schemeClr val="bg1"/>
                </a:solidFill>
              </a:defRPr>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dirty="0"/>
              <a:t>Click to edit Master title style</a:t>
            </a:r>
          </a:p>
          <a:p>
            <a:pPr marL="0" marR="0" lvl="1" indent="0" algn="l" defTabSz="1150154"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3" y="400898"/>
            <a:ext cx="2004206"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grpSp>
    </p:spTree>
    <p:extLst>
      <p:ext uri="{BB962C8B-B14F-4D97-AF65-F5344CB8AC3E}">
        <p14:creationId xmlns:p14="http://schemas.microsoft.com/office/powerpoint/2010/main" val="363642462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4" y="727200"/>
            <a:ext cx="7200000" cy="5400000"/>
          </a:xfrm>
          <a:prstGeom prst="rect">
            <a:avLst/>
          </a:prstGeom>
        </p:spPr>
        <p:txBody>
          <a:bodyPr/>
          <a:lstStyle/>
          <a:p>
            <a:r>
              <a:rPr lang="en-US" noProof="0" dirty="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tx1"/>
                </a:solidFill>
              </a:defRPr>
            </a:lvl1pPr>
            <a:lvl2pPr marL="0" indent="0" algn="l">
              <a:buNone/>
              <a:defRPr sz="2012" b="0"/>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6" name="Group 5"/>
          <p:cNvGrpSpPr>
            <a:grpSpLocks noChangeAspect="1"/>
          </p:cNvGrpSpPr>
          <p:nvPr userDrawn="1"/>
        </p:nvGrpSpPr>
        <p:grpSpPr>
          <a:xfrm>
            <a:off x="501653" y="400898"/>
            <a:ext cx="2004206" cy="326302"/>
            <a:chOff x="398463" y="404813"/>
            <a:chExt cx="1627187" cy="307976"/>
          </a:xfrm>
          <a:solidFill>
            <a:schemeClr val="bg1"/>
          </a:solidFill>
        </p:grpSpPr>
        <p:sp>
          <p:nvSpPr>
            <p:cNvPr id="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grpSp>
    </p:spTree>
    <p:extLst>
      <p:ext uri="{BB962C8B-B14F-4D97-AF65-F5344CB8AC3E}">
        <p14:creationId xmlns:p14="http://schemas.microsoft.com/office/powerpoint/2010/main" val="4063139936"/>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bg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grpSp>
    </p:spTree>
    <p:extLst>
      <p:ext uri="{BB962C8B-B14F-4D97-AF65-F5344CB8AC3E}">
        <p14:creationId xmlns:p14="http://schemas.microsoft.com/office/powerpoint/2010/main" val="376778241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tx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4" name="Group 3"/>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grpSp>
    </p:spTree>
    <p:extLst>
      <p:ext uri="{BB962C8B-B14F-4D97-AF65-F5344CB8AC3E}">
        <p14:creationId xmlns:p14="http://schemas.microsoft.com/office/powerpoint/2010/main" val="699050169"/>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5" name="TextBox 4"/>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7" name="TextBox 6"/>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8" name="TextBox 7"/>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653113174"/>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3" y="3429003"/>
            <a:ext cx="10544066"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2554148091"/>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3005096699"/>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2646750974"/>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2339785592"/>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tx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2655480630"/>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7"/>
            <a:ext cx="915237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1473548532"/>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7203"/>
            <a:ext cx="9277350" cy="4759584"/>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1017132906"/>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2137773513"/>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1252736791"/>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tx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Tree>
    <p:extLst>
      <p:ext uri="{BB962C8B-B14F-4D97-AF65-F5344CB8AC3E}">
        <p14:creationId xmlns:p14="http://schemas.microsoft.com/office/powerpoint/2010/main" val="367842605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404807716"/>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4" name="Content Placeholder 3"/>
          <p:cNvSpPr>
            <a:spLocks noGrp="1"/>
          </p:cNvSpPr>
          <p:nvPr>
            <p:ph sz="quarter" idx="10"/>
          </p:nvPr>
        </p:nvSpPr>
        <p:spPr>
          <a:xfrm>
            <a:off x="501652" y="1665292"/>
            <a:ext cx="9277350" cy="4716463"/>
          </a:xfrm>
          <a:prstGeom prst="rect">
            <a:avLst/>
          </a:prstGeom>
        </p:spPr>
        <p:txBody>
          <a:bodyPr/>
          <a:lstStyle>
            <a:lvl1pPr>
              <a:tabLst>
                <a:tab pos="8464418" algn="r"/>
              </a:tabLst>
              <a:defRPr/>
            </a:lvl1pPr>
            <a:lvl2pPr>
              <a:tabLst>
                <a:tab pos="8464418" algn="r"/>
              </a:tabLst>
              <a:defRPr/>
            </a:lvl2pPr>
            <a:lvl3pPr>
              <a:tabLst>
                <a:tab pos="8464418" algn="r"/>
              </a:tabLst>
              <a:defRPr/>
            </a:lvl3pPr>
            <a:lvl4pPr>
              <a:tabLst>
                <a:tab pos="8464418" algn="r"/>
              </a:tabLst>
              <a:defRPr/>
            </a:lvl4pPr>
            <a:lvl5pPr>
              <a:tabLst>
                <a:tab pos="6325849" algn="r"/>
              </a:tabLst>
              <a:defRPr baseline="0"/>
            </a:lvl5pPr>
            <a:lvl6pPr>
              <a:tabLst>
                <a:tab pos="8464418" algn="r"/>
              </a:tabLst>
              <a:defRPr/>
            </a:lvl6pPr>
            <a:lvl7pPr>
              <a:tabLst>
                <a:tab pos="8464418" algn="r"/>
              </a:tabLst>
              <a:defRPr/>
            </a:lvl7pPr>
            <a:lvl8pPr>
              <a:tabLst>
                <a:tab pos="8464418" algn="r"/>
              </a:tabLst>
              <a:defRPr/>
            </a:lvl8pPr>
            <a:lvl9pPr>
              <a:tabLst>
                <a:tab pos="8464418"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Placeholder 1"/>
          <p:cNvSpPr>
            <a:spLocks noGrp="1"/>
          </p:cNvSpPr>
          <p:nvPr>
            <p:ph type="title" hasCustomPrompt="1"/>
          </p:nvPr>
        </p:nvSpPr>
        <p:spPr>
          <a:xfrm>
            <a:off x="501652" y="317503"/>
            <a:ext cx="11180231" cy="698501"/>
          </a:xfrm>
          <a:prstGeom prst="rect">
            <a:avLst/>
          </a:prstGeom>
        </p:spPr>
        <p:txBody>
          <a:bodyPr vert="horz" lIns="0" tIns="0" rIns="0" bIns="0" rtlCol="0" anchor="t" anchorCtr="0">
            <a:noAutofit/>
          </a:bodyPr>
          <a:lstStyle>
            <a:lvl1pPr>
              <a:defRPr sz="2176"/>
            </a:lvl1pPr>
          </a:lstStyle>
          <a:p>
            <a:r>
              <a:rPr lang="en-US" dirty="0"/>
              <a:t>Click to add title</a:t>
            </a:r>
          </a:p>
        </p:txBody>
      </p:sp>
    </p:spTree>
    <p:extLst>
      <p:ext uri="{BB962C8B-B14F-4D97-AF65-F5344CB8AC3E}">
        <p14:creationId xmlns:p14="http://schemas.microsoft.com/office/powerpoint/2010/main" val="3559412171"/>
      </p:ext>
    </p:extLst>
  </p:cSld>
  <p:clrMapOvr>
    <a:masterClrMapping/>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2654737580"/>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7" name="Title Placeholder 1"/>
          <p:cNvSpPr>
            <a:spLocks noGrp="1"/>
          </p:cNvSpPr>
          <p:nvPr>
            <p:ph type="title" hasCustomPrompt="1"/>
          </p:nvPr>
        </p:nvSpPr>
        <p:spPr>
          <a:xfrm>
            <a:off x="501651" y="286790"/>
            <a:ext cx="11188699" cy="698500"/>
          </a:xfrm>
          <a:prstGeom prst="rect">
            <a:avLst/>
          </a:prstGeom>
        </p:spPr>
        <p:txBody>
          <a:bodyPr vert="horz" lIns="0" tIns="0" rIns="0" bIns="0" rtlCol="0" anchor="t" anchorCtr="0">
            <a:noAutofit/>
          </a:bodyPr>
          <a:lstStyle>
            <a:lvl1pPr>
              <a:defRPr sz="2176"/>
            </a:lvl1pPr>
          </a:lstStyle>
          <a:p>
            <a:r>
              <a:rPr lang="en-US" noProof="0" dirty="0"/>
              <a:t>Click to add title</a:t>
            </a:r>
          </a:p>
        </p:txBody>
      </p:sp>
      <p:sp>
        <p:nvSpPr>
          <p:cNvPr id="5" name="Picture Placeholder 9"/>
          <p:cNvSpPr>
            <a:spLocks noGrp="1"/>
          </p:cNvSpPr>
          <p:nvPr>
            <p:ph type="pic" sz="quarter" idx="15"/>
          </p:nvPr>
        </p:nvSpPr>
        <p:spPr>
          <a:xfrm>
            <a:off x="5450353" y="1701804"/>
            <a:ext cx="6240000" cy="4679950"/>
          </a:xfrm>
        </p:spPr>
        <p:txBody>
          <a:bodyPr/>
          <a:lstStyle/>
          <a:p>
            <a:r>
              <a:rPr lang="en-US" noProof="0" dirty="0"/>
              <a:t>Click icon to add picture</a:t>
            </a:r>
          </a:p>
        </p:txBody>
      </p:sp>
      <p:sp>
        <p:nvSpPr>
          <p:cNvPr id="6" name="Content Placeholder 3"/>
          <p:cNvSpPr>
            <a:spLocks noGrp="1"/>
          </p:cNvSpPr>
          <p:nvPr>
            <p:ph sz="quarter" idx="10"/>
          </p:nvPr>
        </p:nvSpPr>
        <p:spPr>
          <a:xfrm>
            <a:off x="501653" y="1665292"/>
            <a:ext cx="4456429"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596798602"/>
      </p:ext>
    </p:extLst>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2988376797"/>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4" name="Object 3"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3" name="Rectangle 2"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1"/>
          <p:cNvSpPr>
            <a:spLocks noGrp="1"/>
          </p:cNvSpPr>
          <p:nvPr>
            <p:ph type="title"/>
          </p:nvPr>
        </p:nvSpPr>
        <p:spPr>
          <a:xfrm>
            <a:off x="501651" y="317501"/>
            <a:ext cx="11188699" cy="698500"/>
          </a:xfrm>
        </p:spPr>
        <p:txBody>
          <a:bodyPr vert="horz"/>
          <a:lstStyle>
            <a:lvl1pPr>
              <a:defRPr sz="2176"/>
            </a:lvl1pPr>
          </a:lstStyle>
          <a:p>
            <a:r>
              <a:rPr lang="en-US" noProof="0" dirty="0"/>
              <a:t>Click to edit Master title style</a:t>
            </a:r>
          </a:p>
        </p:txBody>
      </p:sp>
      <p:sp>
        <p:nvSpPr>
          <p:cNvPr id="14" name="Text Placeholder 18"/>
          <p:cNvSpPr>
            <a:spLocks noGrp="1"/>
          </p:cNvSpPr>
          <p:nvPr>
            <p:ph idx="1"/>
          </p:nvPr>
        </p:nvSpPr>
        <p:spPr>
          <a:xfrm>
            <a:off x="501653" y="1665292"/>
            <a:ext cx="11165416"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451436996"/>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802787137"/>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sz="2176"/>
            </a:lvl1pPr>
          </a:lstStyle>
          <a:p>
            <a:r>
              <a:rPr lang="en-US" noProof="0" dirty="0"/>
              <a:t>Click to edit Master title style</a:t>
            </a:r>
          </a:p>
        </p:txBody>
      </p:sp>
      <p:sp>
        <p:nvSpPr>
          <p:cNvPr id="8" name="Text Placeholder 18"/>
          <p:cNvSpPr>
            <a:spLocks noGrp="1"/>
          </p:cNvSpPr>
          <p:nvPr>
            <p:ph idx="1"/>
          </p:nvPr>
        </p:nvSpPr>
        <p:spPr>
          <a:xfrm>
            <a:off x="498584" y="1174419"/>
            <a:ext cx="11165416" cy="471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313827149"/>
      </p:ext>
    </p:extLst>
  </p:cSld>
  <p:clrMapOvr>
    <a:masterClrMapping/>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3476505729"/>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5" name="Object 4"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4" name="Rectangle 3"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sz="2176"/>
            </a:lvl1pPr>
          </a:lstStyle>
          <a:p>
            <a:r>
              <a:rPr lang="en-US" noProof="0"/>
              <a:t>Click to edit Master title style</a:t>
            </a:r>
            <a:endParaRPr lang="en-US" noProof="0" dirty="0"/>
          </a:p>
        </p:txBody>
      </p:sp>
      <p:sp>
        <p:nvSpPr>
          <p:cNvPr id="8" name="Text Placeholder 18"/>
          <p:cNvSpPr>
            <a:spLocks noGrp="1"/>
          </p:cNvSpPr>
          <p:nvPr>
            <p:ph idx="1"/>
          </p:nvPr>
        </p:nvSpPr>
        <p:spPr>
          <a:xfrm>
            <a:off x="501653" y="1700213"/>
            <a:ext cx="11165416" cy="4678986"/>
          </a:xfrm>
          <a:prstGeom prst="rect">
            <a:avLst/>
          </a:prstGeom>
        </p:spPr>
        <p:txBody>
          <a:bodyPr vert="horz" lIns="0" tIns="0" rIns="0" bIns="0" rtlCol="0">
            <a:noAutofit/>
          </a:bodyPr>
          <a:lstStyle>
            <a:lvl1pPr>
              <a:defRPr sz="2012"/>
            </a:lvl1pPr>
            <a:lvl2pPr>
              <a:defRPr sz="2012"/>
            </a:lvl2pPr>
            <a:lvl3pPr>
              <a:defRPr sz="2012"/>
            </a:lvl3pPr>
            <a:lvl4pPr>
              <a:defRPr sz="2012"/>
            </a:lvl4pPr>
            <a:lvl5pPr>
              <a:defRPr sz="2012"/>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441402272"/>
      </p:ext>
    </p:extLst>
  </p:cSld>
  <p:clrMapOvr>
    <a:masterClrMapping/>
  </p:clrMapOvr>
  <p:transition>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6"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7" name="Chart Placeholder 3"/>
          <p:cNvSpPr>
            <a:spLocks noGrp="1"/>
          </p:cNvSpPr>
          <p:nvPr>
            <p:ph type="chart" sz="quarter" idx="15"/>
          </p:nvPr>
        </p:nvSpPr>
        <p:spPr>
          <a:xfrm>
            <a:off x="501654" y="2052003"/>
            <a:ext cx="11188699" cy="4069013"/>
          </a:xfrm>
          <a:prstGeom prst="rect">
            <a:avLst/>
          </a:prstGeom>
        </p:spPr>
        <p:txBody>
          <a:bodyPr/>
          <a:lstStyle/>
          <a:p>
            <a:r>
              <a:rPr lang="en-US" noProof="0" dirty="0"/>
              <a:t>Click icon to add chart</a:t>
            </a:r>
          </a:p>
        </p:txBody>
      </p:sp>
      <p:sp>
        <p:nvSpPr>
          <p:cNvPr id="18" name="Text Placeholder 8"/>
          <p:cNvSpPr>
            <a:spLocks noGrp="1"/>
          </p:cNvSpPr>
          <p:nvPr>
            <p:ph type="body" sz="quarter" idx="18"/>
          </p:nvPr>
        </p:nvSpPr>
        <p:spPr>
          <a:xfrm>
            <a:off x="501654" y="1665289"/>
            <a:ext cx="11188699" cy="392112"/>
          </a:xfrm>
        </p:spPr>
        <p:txBody>
          <a:bodyPr/>
          <a:lstStyle/>
          <a:p>
            <a:pPr lvl="0"/>
            <a:r>
              <a:rPr lang="en-US" noProof="0"/>
              <a:t>Edit Master text styles</a:t>
            </a:r>
          </a:p>
        </p:txBody>
      </p:sp>
      <p:sp>
        <p:nvSpPr>
          <p:cNvPr id="19" name="Text Placeholder 7"/>
          <p:cNvSpPr>
            <a:spLocks noGrp="1"/>
          </p:cNvSpPr>
          <p:nvPr>
            <p:ph type="body" sz="quarter" idx="23"/>
          </p:nvPr>
        </p:nvSpPr>
        <p:spPr>
          <a:xfrm>
            <a:off x="501651" y="6121017"/>
            <a:ext cx="11188699" cy="260737"/>
          </a:xfrm>
        </p:spPr>
        <p:txBody>
          <a:bodyPr>
            <a:no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2474411858"/>
      </p:ext>
    </p:extLst>
  </p:cSld>
  <p:clrMapOvr>
    <a:masterClrMapping/>
  </p:clrMapOvr>
  <p:transition>
    <p:fade/>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6"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dirty="0"/>
              <a:t>Click icon to add chart</a:t>
            </a:r>
          </a:p>
        </p:txBody>
      </p:sp>
      <p:sp>
        <p:nvSpPr>
          <p:cNvPr id="18" name="Text Placeholder 8"/>
          <p:cNvSpPr>
            <a:spLocks noGrp="1"/>
          </p:cNvSpPr>
          <p:nvPr>
            <p:ph type="body" sz="quarter" idx="18"/>
          </p:nvPr>
        </p:nvSpPr>
        <p:spPr>
          <a:xfrm>
            <a:off x="501652" y="1665289"/>
            <a:ext cx="3562351" cy="392112"/>
          </a:xfrm>
        </p:spPr>
        <p:txBody>
          <a:bodyPr/>
          <a:lstStyle/>
          <a:p>
            <a:pPr lvl="0"/>
            <a:r>
              <a:rPr lang="en-US" noProof="0"/>
              <a:t>Edit Master text styles</a:t>
            </a:r>
          </a:p>
        </p:txBody>
      </p:sp>
      <p:sp>
        <p:nvSpPr>
          <p:cNvPr id="7" name="Chart Placeholder 3"/>
          <p:cNvSpPr>
            <a:spLocks noGrp="1"/>
          </p:cNvSpPr>
          <p:nvPr>
            <p:ph type="chart" sz="quarter" idx="19"/>
          </p:nvPr>
        </p:nvSpPr>
        <p:spPr>
          <a:xfrm>
            <a:off x="4303186" y="2051999"/>
            <a:ext cx="3561616" cy="4069014"/>
          </a:xfrm>
          <a:prstGeom prst="rect">
            <a:avLst/>
          </a:prstGeom>
        </p:spPr>
        <p:txBody>
          <a:bodyPr/>
          <a:lstStyle/>
          <a:p>
            <a:r>
              <a:rPr lang="en-US" noProof="0" dirty="0"/>
              <a:t>Click icon to add chart</a:t>
            </a:r>
          </a:p>
        </p:txBody>
      </p:sp>
      <p:sp>
        <p:nvSpPr>
          <p:cNvPr id="8" name="Text Placeholder 8"/>
          <p:cNvSpPr>
            <a:spLocks noGrp="1"/>
          </p:cNvSpPr>
          <p:nvPr>
            <p:ph type="body" sz="quarter" idx="20"/>
          </p:nvPr>
        </p:nvSpPr>
        <p:spPr>
          <a:xfrm>
            <a:off x="4303185" y="1665289"/>
            <a:ext cx="3561615" cy="392112"/>
          </a:xfrm>
        </p:spPr>
        <p:txBody>
          <a:bodyPr/>
          <a:lstStyle/>
          <a:p>
            <a:pPr lvl="0"/>
            <a:r>
              <a:rPr lang="en-US" noProof="0"/>
              <a:t>Edit Master text styles</a:t>
            </a:r>
          </a:p>
        </p:txBody>
      </p:sp>
      <p:sp>
        <p:nvSpPr>
          <p:cNvPr id="9" name="Chart Placeholder 3"/>
          <p:cNvSpPr>
            <a:spLocks noGrp="1"/>
          </p:cNvSpPr>
          <p:nvPr>
            <p:ph type="chart" sz="quarter" idx="21"/>
          </p:nvPr>
        </p:nvSpPr>
        <p:spPr>
          <a:xfrm>
            <a:off x="8126397" y="2051999"/>
            <a:ext cx="3563953" cy="4069014"/>
          </a:xfrm>
          <a:prstGeom prst="rect">
            <a:avLst/>
          </a:prstGeom>
        </p:spPr>
        <p:txBody>
          <a:bodyPr/>
          <a:lstStyle/>
          <a:p>
            <a:r>
              <a:rPr lang="en-US" noProof="0" dirty="0"/>
              <a:t>Click icon to add chart</a:t>
            </a:r>
          </a:p>
        </p:txBody>
      </p:sp>
      <p:sp>
        <p:nvSpPr>
          <p:cNvPr id="10" name="Text Placeholder 8"/>
          <p:cNvSpPr>
            <a:spLocks noGrp="1"/>
          </p:cNvSpPr>
          <p:nvPr>
            <p:ph type="body" sz="quarter" idx="22"/>
          </p:nvPr>
        </p:nvSpPr>
        <p:spPr>
          <a:xfrm>
            <a:off x="8126399" y="1659145"/>
            <a:ext cx="3563954" cy="398256"/>
          </a:xfrm>
        </p:spPr>
        <p:txBody>
          <a:bodyPr/>
          <a:lstStyle/>
          <a:p>
            <a:pPr lvl="0"/>
            <a:r>
              <a:rPr lang="en-US" noProof="0"/>
              <a:t>Edit Master text styles</a:t>
            </a:r>
          </a:p>
        </p:txBody>
      </p:sp>
      <p:sp>
        <p:nvSpPr>
          <p:cNvPr id="12" name="Text Placeholder 7"/>
          <p:cNvSpPr>
            <a:spLocks noGrp="1"/>
          </p:cNvSpPr>
          <p:nvPr>
            <p:ph type="body" sz="quarter" idx="23"/>
          </p:nvPr>
        </p:nvSpPr>
        <p:spPr>
          <a:xfrm>
            <a:off x="501649" y="6121017"/>
            <a:ext cx="11165419" cy="260737"/>
          </a:xfrm>
        </p:spPr>
        <p:txBody>
          <a:bodyPr>
            <a:no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1289788151"/>
      </p:ext>
    </p:extLst>
  </p:cSld>
  <p:clrMapOvr>
    <a:masterClrMapping/>
  </p:clrMapOvr>
  <p:transition>
    <p:fade/>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126395306"/>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539"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14" name="Title Placeholder 1"/>
          <p:cNvSpPr>
            <a:spLocks noGrp="1"/>
          </p:cNvSpPr>
          <p:nvPr>
            <p:ph type="title" hasCustomPrompt="1"/>
          </p:nvPr>
        </p:nvSpPr>
        <p:spPr>
          <a:xfrm>
            <a:off x="501653" y="317502"/>
            <a:ext cx="11202669" cy="334101"/>
          </a:xfrm>
          <a:prstGeom prst="rect">
            <a:avLst/>
          </a:prstGeom>
        </p:spPr>
        <p:txBody>
          <a:bodyPr vert="horz" lIns="0" tIns="0" rIns="0" bIns="0" rtlCol="0" anchor="t" anchorCtr="0">
            <a:noAutofit/>
          </a:bodyPr>
          <a:lstStyle>
            <a:lvl1pPr>
              <a:defRPr sz="2539"/>
            </a:lvl1pPr>
          </a:lstStyle>
          <a:p>
            <a:r>
              <a:rPr lang="en-US" noProof="0" dirty="0"/>
              <a:t>Click to add title</a:t>
            </a:r>
          </a:p>
        </p:txBody>
      </p:sp>
      <p:sp>
        <p:nvSpPr>
          <p:cNvPr id="9" name="Text Placeholder 8"/>
          <p:cNvSpPr>
            <a:spLocks noGrp="1"/>
          </p:cNvSpPr>
          <p:nvPr>
            <p:ph type="body" sz="quarter" idx="13" hasCustomPrompt="1"/>
          </p:nvPr>
        </p:nvSpPr>
        <p:spPr>
          <a:xfrm>
            <a:off x="501653" y="651601"/>
            <a:ext cx="11202669" cy="757255"/>
          </a:xfrm>
          <a:prstGeom prst="rect">
            <a:avLst/>
          </a:prstGeom>
        </p:spPr>
        <p:txBody>
          <a:bodyPr lIns="0" tIns="0" rIns="0" bIns="0">
            <a:noAutofit/>
          </a:bodyPr>
          <a:lstStyle>
            <a:lvl1pPr marL="0" indent="0">
              <a:buNone/>
              <a:defRPr sz="2176" b="0">
                <a:solidFill>
                  <a:srgbClr val="575757"/>
                </a:solidFill>
              </a:defRPr>
            </a:lvl1pPr>
          </a:lstStyle>
          <a:p>
            <a:pPr lvl="0"/>
            <a:r>
              <a:rPr lang="en-US" noProof="0" dirty="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6381539" y="1665288"/>
            <a:ext cx="5322781"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115409131"/>
      </p:ext>
    </p:extLst>
  </p:cSld>
  <p:clrMapOvr>
    <a:masterClrMapping/>
  </p:clrMapOvr>
  <p:transition>
    <p:fade/>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213476243"/>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7"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8"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sz="2176"/>
            </a:lvl1pPr>
          </a:lstStyle>
          <a:p>
            <a:r>
              <a:rPr lang="en-US" noProof="0" dirty="0"/>
              <a:t>Click to add title</a:t>
            </a:r>
          </a:p>
        </p:txBody>
      </p:sp>
      <p:sp>
        <p:nvSpPr>
          <p:cNvPr id="11" name="Content Placeholder 3"/>
          <p:cNvSpPr>
            <a:spLocks noGrp="1"/>
          </p:cNvSpPr>
          <p:nvPr>
            <p:ph sz="quarter" idx="10"/>
          </p:nvPr>
        </p:nvSpPr>
        <p:spPr>
          <a:xfrm>
            <a:off x="501650" y="1665288"/>
            <a:ext cx="530558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6384002" y="1665288"/>
            <a:ext cx="530635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911968588"/>
      </p:ext>
    </p:extLst>
  </p:cSld>
  <p:clrMapOvr>
    <a:masterClrMapping/>
  </p:clrMapOvr>
  <p:transition>
    <p:fade/>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3" y="1665292"/>
            <a:ext cx="5355166" cy="4455725"/>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6341222" y="2125013"/>
            <a:ext cx="5349128" cy="3996000"/>
          </a:xfrm>
        </p:spPr>
        <p:txBody>
          <a:bodyPr/>
          <a:lstStyle/>
          <a:p>
            <a:r>
              <a:rPr lang="en-US" noProof="0" dirty="0"/>
              <a:t>Click icon to add chart</a:t>
            </a:r>
          </a:p>
        </p:txBody>
      </p:sp>
      <p:sp>
        <p:nvSpPr>
          <p:cNvPr id="6" name="Text Placeholder 5"/>
          <p:cNvSpPr>
            <a:spLocks noGrp="1"/>
          </p:cNvSpPr>
          <p:nvPr>
            <p:ph type="body" sz="quarter" idx="22"/>
          </p:nvPr>
        </p:nvSpPr>
        <p:spPr>
          <a:xfrm>
            <a:off x="6341222" y="1665288"/>
            <a:ext cx="5349128"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5" name="Text Placeholder 7"/>
          <p:cNvSpPr>
            <a:spLocks noGrp="1"/>
          </p:cNvSpPr>
          <p:nvPr>
            <p:ph type="body" sz="quarter" idx="23"/>
          </p:nvPr>
        </p:nvSpPr>
        <p:spPr>
          <a:xfrm>
            <a:off x="501651" y="6121017"/>
            <a:ext cx="11188699" cy="260737"/>
          </a:xfrm>
        </p:spPr>
        <p:txBody>
          <a:bodyPr>
            <a:norm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2409326805"/>
      </p:ext>
    </p:extLst>
  </p:cSld>
  <p:clrMapOvr>
    <a:masterClrMapping/>
  </p:clrMapOvr>
  <p:transition>
    <p:fade/>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3" y="2125013"/>
            <a:ext cx="5349129" cy="3996000"/>
          </a:xfrm>
        </p:spPr>
        <p:txBody>
          <a:bodyPr/>
          <a:lstStyle/>
          <a:p>
            <a:r>
              <a:rPr lang="en-US" noProof="0" dirty="0"/>
              <a:t>Click icon to add chart</a:t>
            </a:r>
          </a:p>
        </p:txBody>
      </p:sp>
      <p:sp>
        <p:nvSpPr>
          <p:cNvPr id="6" name="Text Placeholder 5"/>
          <p:cNvSpPr>
            <a:spLocks noGrp="1"/>
          </p:cNvSpPr>
          <p:nvPr>
            <p:ph type="body" sz="quarter" idx="22"/>
          </p:nvPr>
        </p:nvSpPr>
        <p:spPr>
          <a:xfrm>
            <a:off x="6341224" y="1665288"/>
            <a:ext cx="5349129"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5" name="Text Placeholder 7"/>
          <p:cNvSpPr>
            <a:spLocks noGrp="1"/>
          </p:cNvSpPr>
          <p:nvPr>
            <p:ph type="body" sz="quarter" idx="23"/>
          </p:nvPr>
        </p:nvSpPr>
        <p:spPr>
          <a:xfrm>
            <a:off x="501649" y="6121017"/>
            <a:ext cx="11165419" cy="260737"/>
          </a:xfrm>
        </p:spPr>
        <p:txBody>
          <a:bodyPr>
            <a:normAutofit/>
          </a:bodyPr>
          <a:lstStyle>
            <a:lvl1pPr>
              <a:spcAft>
                <a:spcPts val="0"/>
              </a:spcAft>
              <a:defRPr sz="1141"/>
            </a:lvl1pPr>
          </a:lstStyle>
          <a:p>
            <a:pPr lvl="0"/>
            <a:r>
              <a:rPr lang="en-US" noProof="0"/>
              <a:t>Edit Master text styles</a:t>
            </a:r>
          </a:p>
        </p:txBody>
      </p:sp>
      <p:sp>
        <p:nvSpPr>
          <p:cNvPr id="9" name="Chart Placeholder 2"/>
          <p:cNvSpPr>
            <a:spLocks noGrp="1"/>
          </p:cNvSpPr>
          <p:nvPr>
            <p:ph type="chart" sz="quarter" idx="24"/>
          </p:nvPr>
        </p:nvSpPr>
        <p:spPr>
          <a:xfrm>
            <a:off x="501652" y="2125013"/>
            <a:ext cx="5339063" cy="3996000"/>
          </a:xfrm>
        </p:spPr>
        <p:txBody>
          <a:bodyPr/>
          <a:lstStyle/>
          <a:p>
            <a:r>
              <a:rPr lang="en-US" noProof="0" dirty="0"/>
              <a:t>Click icon to add chart</a:t>
            </a:r>
          </a:p>
        </p:txBody>
      </p:sp>
      <p:sp>
        <p:nvSpPr>
          <p:cNvPr id="12" name="Text Placeholder 5"/>
          <p:cNvSpPr>
            <a:spLocks noGrp="1"/>
          </p:cNvSpPr>
          <p:nvPr>
            <p:ph type="body" sz="quarter" idx="25"/>
          </p:nvPr>
        </p:nvSpPr>
        <p:spPr>
          <a:xfrm>
            <a:off x="501650" y="1665288"/>
            <a:ext cx="5339064" cy="420687"/>
          </a:xfrm>
        </p:spPr>
        <p:txBody>
          <a:bodyPr/>
          <a:lstStyle/>
          <a:p>
            <a:pPr lvl="0"/>
            <a:r>
              <a:rPr lang="en-US" noProof="0"/>
              <a:t>Edit Master text styles</a:t>
            </a:r>
          </a:p>
        </p:txBody>
      </p:sp>
    </p:spTree>
    <p:extLst>
      <p:ext uri="{BB962C8B-B14F-4D97-AF65-F5344CB8AC3E}">
        <p14:creationId xmlns:p14="http://schemas.microsoft.com/office/powerpoint/2010/main" val="1059278166"/>
      </p:ext>
    </p:extLst>
  </p:cSld>
  <p:clrMapOvr>
    <a:masterClrMapping/>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4"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501652" y="1665292"/>
            <a:ext cx="4431857"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50352" y="1700217"/>
            <a:ext cx="6240000" cy="4681537"/>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802023863"/>
      </p:ext>
    </p:extLst>
  </p:cSld>
  <p:clrMapOvr>
    <a:masterClrMapping/>
  </p:clrMapOvr>
  <p:transition>
    <p:fade/>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7577884" y="1658683"/>
            <a:ext cx="4112468" cy="4723072"/>
          </a:xfrm>
          <a:prstGeom prst="rect">
            <a:avLst/>
          </a:prstGeom>
        </p:spPr>
        <p:txBody>
          <a:bodyPr>
            <a:noAutofit/>
          </a:bodyPr>
          <a:lstStyle>
            <a:lvl1pPr>
              <a:tabLst>
                <a:tab pos="6325849" algn="r"/>
              </a:tabLst>
              <a:defRPr sz="3019">
                <a:solidFill>
                  <a:schemeClr val="accent3"/>
                </a:solidFill>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p:txBody>
      </p:sp>
      <p:sp>
        <p:nvSpPr>
          <p:cNvPr id="8" name="Content Placeholder 3"/>
          <p:cNvSpPr>
            <a:spLocks noGrp="1"/>
          </p:cNvSpPr>
          <p:nvPr>
            <p:ph sz="quarter" idx="16"/>
          </p:nvPr>
        </p:nvSpPr>
        <p:spPr>
          <a:xfrm>
            <a:off x="501651" y="1665291"/>
            <a:ext cx="6506348" cy="4716462"/>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501654"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730830879"/>
      </p:ext>
    </p:extLst>
  </p:cSld>
  <p:clrMapOvr>
    <a:masterClrMapping/>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endParaRPr lang="en-US" noProof="0" dirty="0"/>
          </a:p>
        </p:txBody>
      </p:sp>
      <p:sp>
        <p:nvSpPr>
          <p:cNvPr id="4" name="Picture Placeholder 6"/>
          <p:cNvSpPr>
            <a:spLocks noGrp="1"/>
          </p:cNvSpPr>
          <p:nvPr>
            <p:ph type="pic" sz="quarter" idx="13"/>
          </p:nvPr>
        </p:nvSpPr>
        <p:spPr>
          <a:xfrm>
            <a:off x="501649" y="1700213"/>
            <a:ext cx="2712000" cy="1260000"/>
          </a:xfrm>
        </p:spPr>
        <p:txBody>
          <a:bodyPr lIns="0" tIns="0" rIns="0" bIns="0">
            <a:noAutofit/>
          </a:bodyPr>
          <a:lstStyle/>
          <a:p>
            <a:r>
              <a:rPr lang="en-US" noProof="0" dirty="0"/>
              <a:t>Click icon to add picture</a:t>
            </a:r>
          </a:p>
        </p:txBody>
      </p:sp>
      <p:sp>
        <p:nvSpPr>
          <p:cNvPr id="5" name="Picture Placeholder 6"/>
          <p:cNvSpPr>
            <a:spLocks noGrp="1"/>
          </p:cNvSpPr>
          <p:nvPr>
            <p:ph type="pic" sz="quarter" idx="14"/>
          </p:nvPr>
        </p:nvSpPr>
        <p:spPr>
          <a:xfrm>
            <a:off x="3327216" y="1700213"/>
            <a:ext cx="2712000" cy="1260000"/>
          </a:xfrm>
        </p:spPr>
        <p:txBody>
          <a:bodyPr lIns="0" tIns="0" rIns="0" bIns="0">
            <a:noAutofit/>
          </a:bodyPr>
          <a:lstStyle/>
          <a:p>
            <a:r>
              <a:rPr lang="en-US" noProof="0" dirty="0"/>
              <a:t>Click icon to add picture</a:t>
            </a:r>
          </a:p>
        </p:txBody>
      </p:sp>
      <p:sp>
        <p:nvSpPr>
          <p:cNvPr id="6" name="Picture Placeholder 6"/>
          <p:cNvSpPr>
            <a:spLocks noGrp="1"/>
          </p:cNvSpPr>
          <p:nvPr>
            <p:ph type="pic" sz="quarter" idx="15"/>
          </p:nvPr>
        </p:nvSpPr>
        <p:spPr>
          <a:xfrm>
            <a:off x="6152784" y="1700213"/>
            <a:ext cx="2712000" cy="1260000"/>
          </a:xfrm>
        </p:spPr>
        <p:txBody>
          <a:bodyPr lIns="0" tIns="0" rIns="0" bIns="0">
            <a:noAutofit/>
          </a:bodyPr>
          <a:lstStyle/>
          <a:p>
            <a:r>
              <a:rPr lang="en-US" noProof="0" dirty="0"/>
              <a:t>Click icon to add picture</a:t>
            </a:r>
          </a:p>
        </p:txBody>
      </p:sp>
      <p:sp>
        <p:nvSpPr>
          <p:cNvPr id="7" name="Picture Placeholder 6"/>
          <p:cNvSpPr>
            <a:spLocks noGrp="1"/>
          </p:cNvSpPr>
          <p:nvPr>
            <p:ph type="pic" sz="quarter" idx="16"/>
          </p:nvPr>
        </p:nvSpPr>
        <p:spPr>
          <a:xfrm>
            <a:off x="8978351" y="1700213"/>
            <a:ext cx="2712000" cy="1260000"/>
          </a:xfrm>
        </p:spPr>
        <p:txBody>
          <a:bodyPr lIns="0" tIns="0" rIns="0" bIns="0">
            <a:noAutofit/>
          </a:bodyPr>
          <a:lstStyle/>
          <a:p>
            <a:r>
              <a:rPr lang="en-US" noProof="0" dirty="0"/>
              <a:t>Click icon to add picture</a:t>
            </a:r>
          </a:p>
        </p:txBody>
      </p:sp>
      <p:sp>
        <p:nvSpPr>
          <p:cNvPr id="9" name="Text Placeholder 8"/>
          <p:cNvSpPr>
            <a:spLocks noGrp="1"/>
          </p:cNvSpPr>
          <p:nvPr>
            <p:ph type="body" sz="quarter" idx="17"/>
          </p:nvPr>
        </p:nvSpPr>
        <p:spPr>
          <a:xfrm>
            <a:off x="501652" y="3124200"/>
            <a:ext cx="2720468" cy="3257548"/>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8"/>
          </p:nvPr>
        </p:nvSpPr>
        <p:spPr>
          <a:xfrm>
            <a:off x="6149965" y="3120551"/>
            <a:ext cx="2712000" cy="3261199"/>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9"/>
          </p:nvPr>
        </p:nvSpPr>
        <p:spPr>
          <a:xfrm>
            <a:off x="3330040" y="3124203"/>
            <a:ext cx="2712000" cy="3257549"/>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 Placeholder 8"/>
          <p:cNvSpPr>
            <a:spLocks noGrp="1"/>
          </p:cNvSpPr>
          <p:nvPr>
            <p:ph type="body" sz="quarter" idx="20"/>
          </p:nvPr>
        </p:nvSpPr>
        <p:spPr>
          <a:xfrm>
            <a:off x="8993169" y="3108508"/>
            <a:ext cx="2697183" cy="3273240"/>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Text Placeholder 8"/>
          <p:cNvSpPr>
            <a:spLocks noGrp="1"/>
          </p:cNvSpPr>
          <p:nvPr>
            <p:ph type="body" sz="quarter" idx="21" hasCustomPrompt="1"/>
          </p:nvPr>
        </p:nvSpPr>
        <p:spPr>
          <a:xfrm>
            <a:off x="501650" y="651601"/>
            <a:ext cx="111887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806390448"/>
      </p:ext>
    </p:extLst>
  </p:cSld>
  <p:clrMapOvr>
    <a:masterClrMapping/>
  </p:clrMapOvr>
  <p:transition>
    <p:fade/>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endParaRPr lang="en-US" noProof="0" dirty="0"/>
          </a:p>
        </p:txBody>
      </p:sp>
      <p:sp>
        <p:nvSpPr>
          <p:cNvPr id="4" name="Rectangle 3"/>
          <p:cNvSpPr/>
          <p:nvPr userDrawn="1"/>
        </p:nvSpPr>
        <p:spPr>
          <a:xfrm>
            <a:off x="504002"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5" name="Rectangle 4"/>
          <p:cNvSpPr/>
          <p:nvPr userDrawn="1"/>
        </p:nvSpPr>
        <p:spPr>
          <a:xfrm>
            <a:off x="6224086" y="1700216"/>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6" name="Rectangle 5"/>
          <p:cNvSpPr/>
          <p:nvPr userDrawn="1"/>
        </p:nvSpPr>
        <p:spPr>
          <a:xfrm>
            <a:off x="504002"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7" name="Rectangle 6"/>
          <p:cNvSpPr/>
          <p:nvPr userDrawn="1"/>
        </p:nvSpPr>
        <p:spPr>
          <a:xfrm>
            <a:off x="6224086"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8" name="Picture Placeholder 11"/>
          <p:cNvSpPr>
            <a:spLocks noGrp="1"/>
          </p:cNvSpPr>
          <p:nvPr>
            <p:ph type="pic" sz="quarter" idx="25"/>
          </p:nvPr>
        </p:nvSpPr>
        <p:spPr>
          <a:xfrm>
            <a:off x="504002" y="1880213"/>
            <a:ext cx="1968000" cy="1476000"/>
          </a:xfrm>
        </p:spPr>
        <p:txBody>
          <a:bodyPr/>
          <a:lstStyle>
            <a:lvl1pPr algn="ctr">
              <a:defRPr/>
            </a:lvl1pPr>
          </a:lstStyle>
          <a:p>
            <a:r>
              <a:rPr lang="en-US" noProof="0" dirty="0"/>
              <a:t>Click icon to add picture</a:t>
            </a:r>
          </a:p>
        </p:txBody>
      </p:sp>
      <p:sp>
        <p:nvSpPr>
          <p:cNvPr id="9" name="Picture Placeholder 11"/>
          <p:cNvSpPr>
            <a:spLocks noGrp="1"/>
          </p:cNvSpPr>
          <p:nvPr>
            <p:ph type="pic" sz="quarter" idx="27"/>
          </p:nvPr>
        </p:nvSpPr>
        <p:spPr>
          <a:xfrm>
            <a:off x="6224088" y="1880213"/>
            <a:ext cx="1968000" cy="1476000"/>
          </a:xfrm>
        </p:spPr>
        <p:txBody>
          <a:bodyPr/>
          <a:lstStyle>
            <a:lvl1pPr algn="ctr">
              <a:defRPr/>
            </a:lvl1pPr>
          </a:lstStyle>
          <a:p>
            <a:r>
              <a:rPr lang="en-US" noProof="0" dirty="0"/>
              <a:t>Click icon to add picture</a:t>
            </a:r>
          </a:p>
        </p:txBody>
      </p:sp>
      <p:sp>
        <p:nvSpPr>
          <p:cNvPr id="10" name="Picture Placeholder 11"/>
          <p:cNvSpPr>
            <a:spLocks noGrp="1"/>
          </p:cNvSpPr>
          <p:nvPr>
            <p:ph type="pic" sz="quarter" idx="29"/>
          </p:nvPr>
        </p:nvSpPr>
        <p:spPr>
          <a:xfrm>
            <a:off x="504002" y="4256213"/>
            <a:ext cx="1968000" cy="1476000"/>
          </a:xfrm>
        </p:spPr>
        <p:txBody>
          <a:bodyPr/>
          <a:lstStyle>
            <a:lvl1pPr algn="ctr">
              <a:defRPr/>
            </a:lvl1pPr>
          </a:lstStyle>
          <a:p>
            <a:r>
              <a:rPr lang="en-US" noProof="0" dirty="0"/>
              <a:t>Click icon to add picture</a:t>
            </a:r>
          </a:p>
        </p:txBody>
      </p:sp>
      <p:sp>
        <p:nvSpPr>
          <p:cNvPr id="11" name="Picture Placeholder 11"/>
          <p:cNvSpPr>
            <a:spLocks noGrp="1"/>
          </p:cNvSpPr>
          <p:nvPr>
            <p:ph type="pic" sz="quarter" idx="31"/>
          </p:nvPr>
        </p:nvSpPr>
        <p:spPr>
          <a:xfrm>
            <a:off x="6224088" y="4256213"/>
            <a:ext cx="1968000" cy="1476000"/>
          </a:xfrm>
        </p:spPr>
        <p:txBody>
          <a:bodyPr/>
          <a:lstStyle>
            <a:lvl1pPr algn="ctr">
              <a:defRPr/>
            </a:lvl1pPr>
          </a:lstStyle>
          <a:p>
            <a:r>
              <a:rPr lang="en-US" noProof="0" dirty="0"/>
              <a:t>Click icon to add picture</a:t>
            </a:r>
          </a:p>
        </p:txBody>
      </p:sp>
      <p:sp>
        <p:nvSpPr>
          <p:cNvPr id="13" name="Text Placeholder 12"/>
          <p:cNvSpPr>
            <a:spLocks noGrp="1"/>
          </p:cNvSpPr>
          <p:nvPr>
            <p:ph type="body" sz="quarter" idx="32"/>
          </p:nvPr>
        </p:nvSpPr>
        <p:spPr>
          <a:xfrm>
            <a:off x="2683484" y="1880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4" name="Text Placeholder 12"/>
          <p:cNvSpPr>
            <a:spLocks noGrp="1"/>
          </p:cNvSpPr>
          <p:nvPr>
            <p:ph type="body" sz="quarter" idx="33"/>
          </p:nvPr>
        </p:nvSpPr>
        <p:spPr>
          <a:xfrm>
            <a:off x="8396563" y="1880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5" name="Text Placeholder 12"/>
          <p:cNvSpPr>
            <a:spLocks noGrp="1"/>
          </p:cNvSpPr>
          <p:nvPr>
            <p:ph type="body" sz="quarter" idx="34"/>
          </p:nvPr>
        </p:nvSpPr>
        <p:spPr>
          <a:xfrm>
            <a:off x="2683484" y="4256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6" name="Text Placeholder 12"/>
          <p:cNvSpPr>
            <a:spLocks noGrp="1"/>
          </p:cNvSpPr>
          <p:nvPr>
            <p:ph type="body" sz="quarter" idx="35"/>
          </p:nvPr>
        </p:nvSpPr>
        <p:spPr>
          <a:xfrm>
            <a:off x="8396563" y="4256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7"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238847226"/>
      </p:ext>
    </p:extLst>
  </p:cSld>
  <p:clrMapOvr>
    <a:masterClrMapping/>
  </p:clrMapOvr>
  <p:transition>
    <p:fade/>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Picture Placeholder 7"/>
          <p:cNvSpPr>
            <a:spLocks noGrp="1"/>
          </p:cNvSpPr>
          <p:nvPr>
            <p:ph type="pic" sz="quarter" idx="13"/>
          </p:nvPr>
        </p:nvSpPr>
        <p:spPr>
          <a:xfrm>
            <a:off x="501654" y="1700217"/>
            <a:ext cx="3695699" cy="1971675"/>
          </a:xfrm>
        </p:spPr>
        <p:txBody>
          <a:bodyPr/>
          <a:lstStyle/>
          <a:p>
            <a:r>
              <a:rPr lang="en-US" noProof="0" dirty="0"/>
              <a:t>Click icon to add picture</a:t>
            </a:r>
          </a:p>
        </p:txBody>
      </p:sp>
      <p:sp>
        <p:nvSpPr>
          <p:cNvPr id="5" name="Picture Placeholder 7"/>
          <p:cNvSpPr>
            <a:spLocks noGrp="1"/>
          </p:cNvSpPr>
          <p:nvPr>
            <p:ph type="pic" sz="quarter" idx="14"/>
          </p:nvPr>
        </p:nvSpPr>
        <p:spPr>
          <a:xfrm>
            <a:off x="8006398" y="1700217"/>
            <a:ext cx="3683953" cy="1971675"/>
          </a:xfrm>
        </p:spPr>
        <p:txBody>
          <a:bodyPr/>
          <a:lstStyle/>
          <a:p>
            <a:r>
              <a:rPr lang="en-US" noProof="0" dirty="0"/>
              <a:t>Click icon to add picture</a:t>
            </a:r>
          </a:p>
        </p:txBody>
      </p:sp>
      <p:sp>
        <p:nvSpPr>
          <p:cNvPr id="6" name="Picture Placeholder 7"/>
          <p:cNvSpPr>
            <a:spLocks noGrp="1"/>
          </p:cNvSpPr>
          <p:nvPr>
            <p:ph type="pic" sz="quarter" idx="15"/>
          </p:nvPr>
        </p:nvSpPr>
        <p:spPr>
          <a:xfrm>
            <a:off x="4273077" y="1700217"/>
            <a:ext cx="3657600" cy="1971675"/>
          </a:xfrm>
        </p:spPr>
        <p:txBody>
          <a:bodyPr/>
          <a:lstStyle/>
          <a:p>
            <a:r>
              <a:rPr lang="en-US" noProof="0" dirty="0"/>
              <a:t>Click icon to add picture</a:t>
            </a:r>
          </a:p>
        </p:txBody>
      </p:sp>
      <p:sp>
        <p:nvSpPr>
          <p:cNvPr id="9" name="Text Placeholder 18"/>
          <p:cNvSpPr>
            <a:spLocks noGrp="1"/>
          </p:cNvSpPr>
          <p:nvPr>
            <p:ph idx="1" hasCustomPrompt="1"/>
          </p:nvPr>
        </p:nvSpPr>
        <p:spPr>
          <a:xfrm>
            <a:off x="501650" y="3832225"/>
            <a:ext cx="3683950" cy="20952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8"/>
          <p:cNvSpPr>
            <a:spLocks noGrp="1"/>
          </p:cNvSpPr>
          <p:nvPr>
            <p:ph idx="16" hasCustomPrompt="1"/>
          </p:nvPr>
        </p:nvSpPr>
        <p:spPr>
          <a:xfrm>
            <a:off x="4267203" y="3832225"/>
            <a:ext cx="3657600" cy="20952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 Placeholder 18"/>
          <p:cNvSpPr>
            <a:spLocks noGrp="1"/>
          </p:cNvSpPr>
          <p:nvPr>
            <p:ph idx="17" hasCustomPrompt="1"/>
          </p:nvPr>
        </p:nvSpPr>
        <p:spPr>
          <a:xfrm>
            <a:off x="8006398" y="3832225"/>
            <a:ext cx="3683953" cy="20952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Text Placeholder 8"/>
          <p:cNvSpPr>
            <a:spLocks noGrp="1"/>
          </p:cNvSpPr>
          <p:nvPr>
            <p:ph type="body" sz="quarter" idx="18"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558755162"/>
      </p:ext>
    </p:extLst>
  </p:cSld>
  <p:clrMapOvr>
    <a:masterClrMapping/>
  </p:clrMapOvr>
  <p:transition>
    <p:fade/>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1"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Tree>
    <p:extLst>
      <p:ext uri="{BB962C8B-B14F-4D97-AF65-F5344CB8AC3E}">
        <p14:creationId xmlns:p14="http://schemas.microsoft.com/office/powerpoint/2010/main" val="2954049002"/>
      </p:ext>
    </p:extLst>
  </p:cSld>
  <p:clrMapOvr>
    <a:masterClrMapping/>
  </p:clrMapOvr>
  <p:transition>
    <p:fade/>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2" y="185789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246195" y="1857895"/>
            <a:ext cx="5444156"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dirty="0">
              <a:solidFill>
                <a:prstClr val="white"/>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dirty="0">
              <a:solidFill>
                <a:prstClr val="white"/>
              </a:solidFill>
            </a:endParaRPr>
          </a:p>
        </p:txBody>
      </p:sp>
      <p:sp>
        <p:nvSpPr>
          <p:cNvPr id="6"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4101230810"/>
      </p:ext>
    </p:extLst>
  </p:cSld>
  <p:clrMapOvr>
    <a:masterClrMapping/>
  </p:clrMapOvr>
  <p:transition>
    <p:fade/>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5"/>
            <a:ext cx="5468941"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246195" y="1857895"/>
            <a:ext cx="545466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dirty="0">
              <a:solidFill>
                <a:prstClr val="white"/>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dirty="0">
              <a:solidFill>
                <a:prstClr val="white"/>
              </a:solidFill>
            </a:endParaRPr>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0" name="Text Placeholder 8"/>
          <p:cNvSpPr>
            <a:spLocks noGrp="1"/>
          </p:cNvSpPr>
          <p:nvPr>
            <p:ph type="body" sz="quarter" idx="22"/>
          </p:nvPr>
        </p:nvSpPr>
        <p:spPr>
          <a:xfrm>
            <a:off x="504002" y="424968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23"/>
          </p:nvPr>
        </p:nvSpPr>
        <p:spPr>
          <a:xfrm>
            <a:off x="6246196" y="4249685"/>
            <a:ext cx="545295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dirty="0">
              <a:solidFill>
                <a:prstClr val="white"/>
              </a:solidFill>
            </a:endParaRPr>
          </a:p>
        </p:txBody>
      </p:sp>
      <p:sp>
        <p:nvSpPr>
          <p:cNvPr id="13" name="Rectangle 12"/>
          <p:cNvSpPr/>
          <p:nvPr userDrawn="1"/>
        </p:nvSpPr>
        <p:spPr>
          <a:xfrm>
            <a:off x="6246196"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dirty="0">
              <a:solidFill>
                <a:prstClr val="white"/>
              </a:solidFill>
            </a:endParaRPr>
          </a:p>
        </p:txBody>
      </p:sp>
      <p:sp>
        <p:nvSpPr>
          <p:cNvPr id="14" name="Picture Placeholder 29"/>
          <p:cNvSpPr>
            <a:spLocks noGrp="1"/>
          </p:cNvSpPr>
          <p:nvPr>
            <p:ph type="pic" sz="quarter" idx="24" hasCustomPrompt="1"/>
          </p:nvPr>
        </p:nvSpPr>
        <p:spPr>
          <a:xfrm>
            <a:off x="4754495" y="4255707"/>
            <a:ext cx="1239382"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01651" y="651601"/>
            <a:ext cx="111975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7"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Tree>
    <p:extLst>
      <p:ext uri="{BB962C8B-B14F-4D97-AF65-F5344CB8AC3E}">
        <p14:creationId xmlns:p14="http://schemas.microsoft.com/office/powerpoint/2010/main" val="614500780"/>
      </p:ext>
    </p:extLst>
  </p:cSld>
  <p:clrMapOvr>
    <a:masterClrMapping/>
  </p:clrMapOvr>
  <p:transition>
    <p:fade/>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Rectangle 3"/>
          <p:cNvSpPr/>
          <p:nvPr userDrawn="1"/>
        </p:nvSpPr>
        <p:spPr>
          <a:xfrm>
            <a:off x="4320001"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5" name="Rectangle 4"/>
          <p:cNvSpPr/>
          <p:nvPr userDrawn="1"/>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128001" y="1851441"/>
            <a:ext cx="3571153"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298695579"/>
      </p:ext>
    </p:extLst>
  </p:cSld>
  <p:clrMapOvr>
    <a:masterClrMapping/>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096836"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6827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3255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021003638"/>
      </p:ext>
    </p:extLst>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3"/>
            <a:ext cx="11188701" cy="370193"/>
          </a:xfrm>
        </p:spPr>
        <p:txBody>
          <a:bodyPr/>
          <a:lstStyle>
            <a:lvl1pPr>
              <a:defRPr>
                <a:solidFill>
                  <a:schemeClr val="bg1"/>
                </a:solidFill>
              </a:defRPr>
            </a:lvl1pPr>
          </a:lstStyle>
          <a:p>
            <a:r>
              <a:rPr lang="en-US" noProof="0"/>
              <a:t>Click to edit Master title style</a:t>
            </a:r>
            <a:endParaRPr lang="en-US" noProof="0" dirty="0"/>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501650" y="687694"/>
            <a:ext cx="11188701" cy="757255"/>
          </a:xfrm>
          <a:prstGeom prst="rect">
            <a:avLst/>
          </a:prstGeom>
        </p:spPr>
        <p:txBody>
          <a:bodyPr lIns="0" tIns="0" rIns="0" bIns="0">
            <a:noAutofit/>
          </a:bodyPr>
          <a:lstStyle>
            <a:lvl1pPr marL="0" indent="0">
              <a:buNone/>
              <a:defRPr sz="2282" b="0">
                <a:solidFill>
                  <a:schemeClr val="bg1"/>
                </a:solidFill>
              </a:defRPr>
            </a:lvl1pPr>
          </a:lstStyle>
          <a:p>
            <a:pPr lvl="0"/>
            <a:r>
              <a:rPr lang="en-US" noProof="0" dirty="0"/>
              <a:t>Click to add subtitle</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2899901308"/>
      </p:ext>
    </p:extLst>
  </p:cSld>
  <p:clrMapOvr>
    <a:masterClrMapping/>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9"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0" name="Text Placeholder 18"/>
          <p:cNvSpPr>
            <a:spLocks noGrp="1"/>
          </p:cNvSpPr>
          <p:nvPr>
            <p:ph idx="1"/>
          </p:nvPr>
        </p:nvSpPr>
        <p:spPr>
          <a:xfrm>
            <a:off x="501652" y="1665292"/>
            <a:ext cx="5594351"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630250639"/>
      </p:ext>
    </p:extLst>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endParaRPr lang="en-US" noProof="0" dirty="0"/>
          </a:p>
        </p:txBody>
      </p:sp>
    </p:spTree>
    <p:extLst>
      <p:ext uri="{BB962C8B-B14F-4D97-AF65-F5344CB8AC3E}">
        <p14:creationId xmlns:p14="http://schemas.microsoft.com/office/powerpoint/2010/main" val="2087751744"/>
      </p:ext>
    </p:extLst>
  </p:cSld>
  <p:clrMapOvr>
    <a:masterClrMapping/>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2932167"/>
      </p:ext>
    </p:extLst>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1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bg1"/>
                </a:solidFill>
              </a:defRPr>
            </a:lvl1pPr>
            <a:lvl2pPr marL="0" marR="0" indent="0" algn="l" defTabSz="1150154" rtl="0" eaLnBrk="1" fontAlgn="auto" latinLnBrk="0" hangingPunct="1">
              <a:lnSpc>
                <a:spcPct val="100000"/>
              </a:lnSpc>
              <a:spcBef>
                <a:spcPts val="0"/>
              </a:spcBef>
              <a:spcAft>
                <a:spcPts val="0"/>
              </a:spcAft>
              <a:buClrTx/>
              <a:buSzPct val="100000"/>
              <a:buFont typeface="Arial"/>
              <a:buNone/>
              <a:tabLst/>
              <a:defRPr sz="2012" b="0">
                <a:solidFill>
                  <a:schemeClr val="bg1"/>
                </a:solidFill>
              </a:defRPr>
            </a:lvl2pPr>
            <a:lvl3pPr marL="0" indent="0" algn="l">
              <a:spcAft>
                <a:spcPts val="0"/>
              </a:spcAft>
              <a:buNone/>
              <a:defRPr sz="2012">
                <a:solidFill>
                  <a:schemeClr val="bg1"/>
                </a:solidFill>
              </a:defRPr>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dirty="0"/>
              <a:t>Click to edit Master title style</a:t>
            </a:r>
          </a:p>
          <a:p>
            <a:pPr marL="0" marR="0" lvl="1" indent="0" algn="l" defTabSz="1150154"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grpSp>
    </p:spTree>
    <p:extLst>
      <p:ext uri="{BB962C8B-B14F-4D97-AF65-F5344CB8AC3E}">
        <p14:creationId xmlns:p14="http://schemas.microsoft.com/office/powerpoint/2010/main" val="47109539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4" y="727200"/>
            <a:ext cx="7200000" cy="5400000"/>
          </a:xfrm>
          <a:prstGeom prst="rect">
            <a:avLst/>
          </a:prstGeom>
        </p:spPr>
        <p:txBody>
          <a:bodyPr/>
          <a:lstStyle/>
          <a:p>
            <a:r>
              <a:rPr lang="en-US" noProof="0" dirty="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tx1"/>
                </a:solidFill>
              </a:defRPr>
            </a:lvl1pPr>
            <a:lvl2pPr marL="0" indent="0" algn="l">
              <a:buNone/>
              <a:defRPr sz="2012" b="0"/>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grpSp>
    </p:spTree>
    <p:extLst>
      <p:ext uri="{BB962C8B-B14F-4D97-AF65-F5344CB8AC3E}">
        <p14:creationId xmlns:p14="http://schemas.microsoft.com/office/powerpoint/2010/main" val="1253286208"/>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bg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grpSp>
    </p:spTree>
    <p:extLst>
      <p:ext uri="{BB962C8B-B14F-4D97-AF65-F5344CB8AC3E}">
        <p14:creationId xmlns:p14="http://schemas.microsoft.com/office/powerpoint/2010/main" val="301681432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tx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4" name="Group 3"/>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grpSp>
    </p:spTree>
    <p:extLst>
      <p:ext uri="{BB962C8B-B14F-4D97-AF65-F5344CB8AC3E}">
        <p14:creationId xmlns:p14="http://schemas.microsoft.com/office/powerpoint/2010/main" val="734998235"/>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5" name="TextBox 4"/>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7" name="TextBox 6"/>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8" name="TextBox 7"/>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3836394740"/>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3" y="3429003"/>
            <a:ext cx="10544066"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1577967965"/>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3451775996"/>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779897137"/>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2868814611"/>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7"/>
            <a:ext cx="915237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38446833"/>
      </p:ext>
    </p:extLst>
  </p:cSld>
  <p:clrMapOvr>
    <a:masterClrMapping/>
  </p:clrMapOvr>
  <p:transition>
    <p:fade/>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7203"/>
            <a:ext cx="9277350" cy="4759584"/>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347993375"/>
      </p:ext>
    </p:extLst>
  </p:cSld>
  <p:clrMapOvr>
    <a:masterClrMapping/>
  </p:clrMapOvr>
  <p:transition>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1375482802"/>
      </p:ext>
    </p:extLst>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2412767527"/>
      </p:ext>
    </p:extLst>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1_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2" y="1665292"/>
            <a:ext cx="9277350" cy="4716463"/>
          </a:xfrm>
          <a:prstGeom prst="rect">
            <a:avLst/>
          </a:prstGeom>
        </p:spPr>
        <p:txBody>
          <a:bodyPr/>
          <a:lstStyle>
            <a:lvl1pPr>
              <a:tabLst>
                <a:tab pos="8464418" algn="r"/>
              </a:tabLst>
              <a:defRPr/>
            </a:lvl1pPr>
            <a:lvl2pPr>
              <a:tabLst>
                <a:tab pos="8464418" algn="r"/>
              </a:tabLst>
              <a:defRPr/>
            </a:lvl2pPr>
            <a:lvl3pPr>
              <a:tabLst>
                <a:tab pos="8464418" algn="r"/>
              </a:tabLst>
              <a:defRPr/>
            </a:lvl3pPr>
            <a:lvl4pPr>
              <a:tabLst>
                <a:tab pos="8464418" algn="r"/>
              </a:tabLst>
              <a:defRPr/>
            </a:lvl4pPr>
            <a:lvl5pPr>
              <a:tabLst>
                <a:tab pos="6325849" algn="r"/>
              </a:tabLst>
              <a:defRPr baseline="0"/>
            </a:lvl5pPr>
            <a:lvl6pPr>
              <a:tabLst>
                <a:tab pos="8464418" algn="r"/>
              </a:tabLst>
              <a:defRPr/>
            </a:lvl6pPr>
            <a:lvl7pPr>
              <a:tabLst>
                <a:tab pos="8464418" algn="r"/>
              </a:tabLst>
              <a:defRPr/>
            </a:lvl7pPr>
            <a:lvl8pPr>
              <a:tabLst>
                <a:tab pos="8464418" algn="r"/>
              </a:tabLst>
              <a:defRPr/>
            </a:lvl8pPr>
            <a:lvl9pPr>
              <a:tabLst>
                <a:tab pos="8464418"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Placeholder 1"/>
          <p:cNvSpPr>
            <a:spLocks noGrp="1"/>
          </p:cNvSpPr>
          <p:nvPr>
            <p:ph type="title" hasCustomPrompt="1"/>
          </p:nvPr>
        </p:nvSpPr>
        <p:spPr>
          <a:xfrm>
            <a:off x="501652" y="317503"/>
            <a:ext cx="11180231"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4263140319"/>
      </p:ext>
    </p:extLst>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1"/>
            <a:ext cx="11188699" cy="6985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5450353" y="1701804"/>
            <a:ext cx="6240000" cy="4679950"/>
          </a:xfrm>
        </p:spPr>
        <p:txBody>
          <a:bodyPr/>
          <a:lstStyle/>
          <a:p>
            <a:r>
              <a:rPr lang="en-US" noProof="0" dirty="0"/>
              <a:t>Click icon to add picture</a:t>
            </a:r>
          </a:p>
        </p:txBody>
      </p:sp>
      <p:sp>
        <p:nvSpPr>
          <p:cNvPr id="6" name="Content Placeholder 3"/>
          <p:cNvSpPr>
            <a:spLocks noGrp="1"/>
          </p:cNvSpPr>
          <p:nvPr>
            <p:ph sz="quarter" idx="10"/>
          </p:nvPr>
        </p:nvSpPr>
        <p:spPr>
          <a:xfrm>
            <a:off x="501653" y="1665292"/>
            <a:ext cx="4456429"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813514945"/>
      </p:ext>
    </p:extLst>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699" cy="698500"/>
          </a:xfrm>
        </p:spPr>
        <p:txBody>
          <a:bodyPr/>
          <a:lstStyle/>
          <a:p>
            <a:r>
              <a:rPr lang="en-US" noProof="0"/>
              <a:t>Click to edit Master title style</a:t>
            </a:r>
            <a:endParaRPr lang="en-US" noProof="0" dirty="0"/>
          </a:p>
        </p:txBody>
      </p:sp>
      <p:sp>
        <p:nvSpPr>
          <p:cNvPr id="14" name="Text Placeholder 18"/>
          <p:cNvSpPr>
            <a:spLocks noGrp="1"/>
          </p:cNvSpPr>
          <p:nvPr>
            <p:ph idx="1"/>
          </p:nvPr>
        </p:nvSpPr>
        <p:spPr>
          <a:xfrm>
            <a:off x="501653" y="1665292"/>
            <a:ext cx="11165416"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876215069"/>
      </p:ext>
    </p:extLst>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1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498584" y="1143708"/>
            <a:ext cx="11165416" cy="471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367981681"/>
      </p:ext>
    </p:extLst>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1_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501653" y="1700213"/>
            <a:ext cx="11165416" cy="4678986"/>
          </a:xfrm>
          <a:prstGeom prst="rect">
            <a:avLst/>
          </a:prstGeom>
        </p:spPr>
        <p:txBody>
          <a:bodyPr vert="horz" lIns="0" tIns="0" rIns="0" bIns="0" rtlCol="0">
            <a:noAutofit/>
          </a:bodyPr>
          <a:lstStyle>
            <a:lvl1pPr>
              <a:defRPr sz="2012"/>
            </a:lvl1pPr>
            <a:lvl2pPr>
              <a:defRPr sz="2012"/>
            </a:lvl2pPr>
            <a:lvl3pPr>
              <a:defRPr sz="2012"/>
            </a:lvl3pPr>
            <a:lvl4pPr>
              <a:defRPr sz="2012"/>
            </a:lvl4pPr>
            <a:lvl5pPr>
              <a:defRPr sz="2012"/>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046462206"/>
      </p:ext>
    </p:extLst>
  </p:cSld>
  <p:clrMapOvr>
    <a:masterClrMapping/>
  </p:clrMapOvr>
  <p:transition>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1_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501653" y="317502"/>
            <a:ext cx="1120266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9" name="Text Placeholder 8"/>
          <p:cNvSpPr>
            <a:spLocks noGrp="1"/>
          </p:cNvSpPr>
          <p:nvPr>
            <p:ph type="body" sz="quarter" idx="13" hasCustomPrompt="1"/>
          </p:nvPr>
        </p:nvSpPr>
        <p:spPr>
          <a:xfrm>
            <a:off x="501653" y="651601"/>
            <a:ext cx="1120266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6381539" y="1665288"/>
            <a:ext cx="5322781"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833087376"/>
      </p:ext>
    </p:extLst>
  </p:cSld>
  <p:clrMapOvr>
    <a:masterClrMapping/>
  </p:clrMapOvr>
  <p:transition>
    <p:fade/>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1_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8"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1" name="Content Placeholder 3"/>
          <p:cNvSpPr>
            <a:spLocks noGrp="1"/>
          </p:cNvSpPr>
          <p:nvPr>
            <p:ph sz="quarter" idx="10"/>
          </p:nvPr>
        </p:nvSpPr>
        <p:spPr>
          <a:xfrm>
            <a:off x="501650" y="1665288"/>
            <a:ext cx="530558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6384002" y="1665288"/>
            <a:ext cx="530635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765306136"/>
      </p:ext>
    </p:extLst>
  </p:cSld>
  <p:clrMapOvr>
    <a:masterClrMapping/>
  </p:clrMapOvr>
  <p:transition>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1_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endParaRPr lang="en-US" noProof="0" dirty="0"/>
          </a:p>
        </p:txBody>
      </p:sp>
      <p:sp>
        <p:nvSpPr>
          <p:cNvPr id="4" name="Rectangle 3"/>
          <p:cNvSpPr/>
          <p:nvPr userDrawn="1"/>
        </p:nvSpPr>
        <p:spPr>
          <a:xfrm>
            <a:off x="504002"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5" name="Rectangle 4"/>
          <p:cNvSpPr/>
          <p:nvPr userDrawn="1"/>
        </p:nvSpPr>
        <p:spPr>
          <a:xfrm>
            <a:off x="6224086" y="1700216"/>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6" name="Rectangle 5"/>
          <p:cNvSpPr/>
          <p:nvPr userDrawn="1"/>
        </p:nvSpPr>
        <p:spPr>
          <a:xfrm>
            <a:off x="504002"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7" name="Rectangle 6"/>
          <p:cNvSpPr/>
          <p:nvPr userDrawn="1"/>
        </p:nvSpPr>
        <p:spPr>
          <a:xfrm>
            <a:off x="6224086"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8" name="Picture Placeholder 11"/>
          <p:cNvSpPr>
            <a:spLocks noGrp="1"/>
          </p:cNvSpPr>
          <p:nvPr>
            <p:ph type="pic" sz="quarter" idx="25"/>
          </p:nvPr>
        </p:nvSpPr>
        <p:spPr>
          <a:xfrm>
            <a:off x="504002" y="1880213"/>
            <a:ext cx="1968000" cy="1476000"/>
          </a:xfrm>
        </p:spPr>
        <p:txBody>
          <a:bodyPr/>
          <a:lstStyle>
            <a:lvl1pPr algn="ctr">
              <a:defRPr/>
            </a:lvl1pPr>
          </a:lstStyle>
          <a:p>
            <a:r>
              <a:rPr lang="en-US" noProof="0" dirty="0"/>
              <a:t>Click icon to add picture</a:t>
            </a:r>
          </a:p>
        </p:txBody>
      </p:sp>
      <p:sp>
        <p:nvSpPr>
          <p:cNvPr id="9" name="Picture Placeholder 11"/>
          <p:cNvSpPr>
            <a:spLocks noGrp="1"/>
          </p:cNvSpPr>
          <p:nvPr>
            <p:ph type="pic" sz="quarter" idx="27"/>
          </p:nvPr>
        </p:nvSpPr>
        <p:spPr>
          <a:xfrm>
            <a:off x="6224088" y="1880213"/>
            <a:ext cx="1968000" cy="1476000"/>
          </a:xfrm>
        </p:spPr>
        <p:txBody>
          <a:bodyPr/>
          <a:lstStyle>
            <a:lvl1pPr algn="ctr">
              <a:defRPr/>
            </a:lvl1pPr>
          </a:lstStyle>
          <a:p>
            <a:r>
              <a:rPr lang="en-US" noProof="0" dirty="0"/>
              <a:t>Click icon to add picture</a:t>
            </a:r>
          </a:p>
        </p:txBody>
      </p:sp>
      <p:sp>
        <p:nvSpPr>
          <p:cNvPr id="10" name="Picture Placeholder 11"/>
          <p:cNvSpPr>
            <a:spLocks noGrp="1"/>
          </p:cNvSpPr>
          <p:nvPr>
            <p:ph type="pic" sz="quarter" idx="29"/>
          </p:nvPr>
        </p:nvSpPr>
        <p:spPr>
          <a:xfrm>
            <a:off x="504002" y="4256213"/>
            <a:ext cx="1968000" cy="1476000"/>
          </a:xfrm>
        </p:spPr>
        <p:txBody>
          <a:bodyPr/>
          <a:lstStyle>
            <a:lvl1pPr algn="ctr">
              <a:defRPr/>
            </a:lvl1pPr>
          </a:lstStyle>
          <a:p>
            <a:r>
              <a:rPr lang="en-US" noProof="0" dirty="0"/>
              <a:t>Click icon to add picture</a:t>
            </a:r>
          </a:p>
        </p:txBody>
      </p:sp>
      <p:sp>
        <p:nvSpPr>
          <p:cNvPr id="11" name="Picture Placeholder 11"/>
          <p:cNvSpPr>
            <a:spLocks noGrp="1"/>
          </p:cNvSpPr>
          <p:nvPr>
            <p:ph type="pic" sz="quarter" idx="31"/>
          </p:nvPr>
        </p:nvSpPr>
        <p:spPr>
          <a:xfrm>
            <a:off x="6224088" y="4256213"/>
            <a:ext cx="1968000" cy="1476000"/>
          </a:xfrm>
        </p:spPr>
        <p:txBody>
          <a:bodyPr/>
          <a:lstStyle>
            <a:lvl1pPr algn="ctr">
              <a:defRPr/>
            </a:lvl1pPr>
          </a:lstStyle>
          <a:p>
            <a:r>
              <a:rPr lang="en-US" noProof="0" dirty="0"/>
              <a:t>Click icon to add picture</a:t>
            </a:r>
          </a:p>
        </p:txBody>
      </p:sp>
      <p:sp>
        <p:nvSpPr>
          <p:cNvPr id="13" name="Text Placeholder 12"/>
          <p:cNvSpPr>
            <a:spLocks noGrp="1"/>
          </p:cNvSpPr>
          <p:nvPr>
            <p:ph type="body" sz="quarter" idx="32"/>
          </p:nvPr>
        </p:nvSpPr>
        <p:spPr>
          <a:xfrm>
            <a:off x="2683484" y="1880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4" name="Text Placeholder 12"/>
          <p:cNvSpPr>
            <a:spLocks noGrp="1"/>
          </p:cNvSpPr>
          <p:nvPr>
            <p:ph type="body" sz="quarter" idx="33"/>
          </p:nvPr>
        </p:nvSpPr>
        <p:spPr>
          <a:xfrm>
            <a:off x="8396563" y="1880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5" name="Text Placeholder 12"/>
          <p:cNvSpPr>
            <a:spLocks noGrp="1"/>
          </p:cNvSpPr>
          <p:nvPr>
            <p:ph type="body" sz="quarter" idx="34"/>
          </p:nvPr>
        </p:nvSpPr>
        <p:spPr>
          <a:xfrm>
            <a:off x="2683484" y="4256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6" name="Text Placeholder 12"/>
          <p:cNvSpPr>
            <a:spLocks noGrp="1"/>
          </p:cNvSpPr>
          <p:nvPr>
            <p:ph type="body" sz="quarter" idx="35"/>
          </p:nvPr>
        </p:nvSpPr>
        <p:spPr>
          <a:xfrm>
            <a:off x="8396563" y="4256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7"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470696655"/>
      </p:ext>
    </p:extLst>
  </p:cSld>
  <p:clrMapOvr>
    <a:masterClrMapping/>
  </p:clrMapOvr>
  <p:transition>
    <p:fade/>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1_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2" y="185789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246195" y="1857895"/>
            <a:ext cx="5444156"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dirty="0">
              <a:solidFill>
                <a:schemeClr val="bg1"/>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dirty="0">
              <a:solidFill>
                <a:schemeClr val="bg1"/>
              </a:solidFill>
            </a:endParaRPr>
          </a:p>
        </p:txBody>
      </p:sp>
      <p:sp>
        <p:nvSpPr>
          <p:cNvPr id="6"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788295953"/>
      </p:ext>
    </p:extLst>
  </p:cSld>
  <p:clrMapOvr>
    <a:masterClrMapping/>
  </p:clrMapOvr>
  <p:transition>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1_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5"/>
            <a:ext cx="5468941"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246195" y="1857895"/>
            <a:ext cx="545466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dirty="0">
              <a:solidFill>
                <a:schemeClr val="bg1"/>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dirty="0">
              <a:solidFill>
                <a:schemeClr val="bg1"/>
              </a:solidFill>
            </a:endParaRPr>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0" name="Text Placeholder 8"/>
          <p:cNvSpPr>
            <a:spLocks noGrp="1"/>
          </p:cNvSpPr>
          <p:nvPr>
            <p:ph type="body" sz="quarter" idx="22"/>
          </p:nvPr>
        </p:nvSpPr>
        <p:spPr>
          <a:xfrm>
            <a:off x="504002" y="424968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23"/>
          </p:nvPr>
        </p:nvSpPr>
        <p:spPr>
          <a:xfrm>
            <a:off x="6246196" y="4249685"/>
            <a:ext cx="545295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dirty="0">
              <a:solidFill>
                <a:schemeClr val="bg1"/>
              </a:solidFill>
            </a:endParaRPr>
          </a:p>
        </p:txBody>
      </p:sp>
      <p:sp>
        <p:nvSpPr>
          <p:cNvPr id="13" name="Rectangle 12"/>
          <p:cNvSpPr/>
          <p:nvPr userDrawn="1"/>
        </p:nvSpPr>
        <p:spPr>
          <a:xfrm>
            <a:off x="6246196"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dirty="0">
              <a:solidFill>
                <a:schemeClr val="bg1"/>
              </a:solidFill>
            </a:endParaRPr>
          </a:p>
        </p:txBody>
      </p:sp>
      <p:sp>
        <p:nvSpPr>
          <p:cNvPr id="14" name="Picture Placeholder 29"/>
          <p:cNvSpPr>
            <a:spLocks noGrp="1"/>
          </p:cNvSpPr>
          <p:nvPr>
            <p:ph type="pic" sz="quarter" idx="24" hasCustomPrompt="1"/>
          </p:nvPr>
        </p:nvSpPr>
        <p:spPr>
          <a:xfrm>
            <a:off x="4754495" y="4255707"/>
            <a:ext cx="1239382"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01651" y="651601"/>
            <a:ext cx="111975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7"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Tree>
    <p:extLst>
      <p:ext uri="{BB962C8B-B14F-4D97-AF65-F5344CB8AC3E}">
        <p14:creationId xmlns:p14="http://schemas.microsoft.com/office/powerpoint/2010/main" val="4219828183"/>
      </p:ext>
    </p:extLst>
  </p:cSld>
  <p:clrMapOvr>
    <a:masterClrMapping/>
  </p:clrMapOvr>
  <p:transition>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Rectangle 3"/>
          <p:cNvSpPr/>
          <p:nvPr userDrawn="1"/>
        </p:nvSpPr>
        <p:spPr>
          <a:xfrm>
            <a:off x="4320001"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5" name="Rectangle 4"/>
          <p:cNvSpPr/>
          <p:nvPr userDrawn="1"/>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128001" y="1851441"/>
            <a:ext cx="3571153"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4168539812"/>
      </p:ext>
    </p:extLst>
  </p:cSld>
  <p:clrMapOvr>
    <a:masterClrMapping/>
  </p:clrMapOvr>
  <p:transition>
    <p:fade/>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3"/>
            <a:ext cx="11188701" cy="370193"/>
          </a:xfrm>
        </p:spPr>
        <p:txBody>
          <a:bodyPr/>
          <a:lstStyle>
            <a:lvl1pPr>
              <a:defRPr>
                <a:solidFill>
                  <a:schemeClr val="bg1"/>
                </a:solidFill>
              </a:defRPr>
            </a:lvl1pPr>
          </a:lstStyle>
          <a:p>
            <a:r>
              <a:rPr lang="en-US" noProof="0"/>
              <a:t>Click to edit Master title style</a:t>
            </a:r>
            <a:endParaRPr lang="en-US" noProof="0" dirty="0"/>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501650" y="687694"/>
            <a:ext cx="11188701" cy="757255"/>
          </a:xfrm>
          <a:prstGeom prst="rect">
            <a:avLst/>
          </a:prstGeom>
        </p:spPr>
        <p:txBody>
          <a:bodyPr lIns="0" tIns="0" rIns="0" bIns="0">
            <a:noAutofit/>
          </a:bodyPr>
          <a:lstStyle>
            <a:lvl1pPr marL="0" indent="0">
              <a:buNone/>
              <a:defRPr sz="2282" b="0">
                <a:solidFill>
                  <a:schemeClr val="bg1"/>
                </a:solidFill>
              </a:defRPr>
            </a:lvl1pPr>
          </a:lstStyle>
          <a:p>
            <a:pPr lvl="0"/>
            <a:r>
              <a:rPr lang="en-US" noProof="0" dirty="0"/>
              <a:t>Click to add subtitle</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3003073404"/>
      </p:ext>
    </p:extLst>
  </p:cSld>
  <p:clrMapOvr>
    <a:masterClrMapping/>
  </p:clrMapOvr>
  <p:transition>
    <p:fade/>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userDrawn="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27050" y="4211958"/>
            <a:ext cx="8503538" cy="2169796"/>
          </a:xfrm>
        </p:spPr>
        <p:txBody>
          <a:bodyPr anchor="b" anchorCtr="0"/>
          <a:lstStyle>
            <a:lvl1pPr>
              <a:lnSpc>
                <a:spcPct val="100000"/>
              </a:lnSpc>
              <a:spcAft>
                <a:spcPts val="755"/>
              </a:spcAft>
              <a:defRPr sz="1133"/>
            </a:lvl1pPr>
          </a:lstStyle>
          <a:p>
            <a:pPr lvl="0"/>
            <a:r>
              <a:rPr lang="en-US"/>
              <a:t>Edit Master text styles</a:t>
            </a:r>
          </a:p>
        </p:txBody>
      </p:sp>
      <p:sp>
        <p:nvSpPr>
          <p:cNvPr id="3" name="Picture Placeholder 2"/>
          <p:cNvSpPr>
            <a:spLocks noGrp="1"/>
          </p:cNvSpPr>
          <p:nvPr>
            <p:ph type="pic" sz="quarter" idx="14" hasCustomPrompt="1"/>
          </p:nvPr>
        </p:nvSpPr>
        <p:spPr>
          <a:xfrm>
            <a:off x="9370849" y="4535908"/>
            <a:ext cx="2012854" cy="1401498"/>
          </a:xfrm>
        </p:spPr>
        <p:txBody>
          <a:bodyPr anchor="ctr" anchorCtr="0"/>
          <a:lstStyle>
            <a:lvl1pPr algn="ctr">
              <a:defRPr sz="1133"/>
            </a:lvl1pPr>
          </a:lstStyle>
          <a:p>
            <a:r>
              <a:rPr lang="en-GB" sz="1133" dirty="0"/>
              <a:t>Insert sponsorship mark here</a:t>
            </a:r>
            <a:endParaRPr lang="en-GB" dirty="0"/>
          </a:p>
        </p:txBody>
      </p:sp>
      <p:sp>
        <p:nvSpPr>
          <p:cNvPr id="8" name="Text Placeholder 7"/>
          <p:cNvSpPr>
            <a:spLocks noGrp="1"/>
          </p:cNvSpPr>
          <p:nvPr>
            <p:ph type="body" sz="quarter" idx="15"/>
          </p:nvPr>
        </p:nvSpPr>
        <p:spPr>
          <a:xfrm>
            <a:off x="9370852" y="6018031"/>
            <a:ext cx="2012852" cy="363722"/>
          </a:xfrm>
        </p:spPr>
        <p:txBody>
          <a:bodyPr anchor="b" anchorCtr="0"/>
          <a:lstStyle>
            <a:lvl1pPr>
              <a:lnSpc>
                <a:spcPct val="100000"/>
              </a:lnSpc>
              <a:defRPr sz="1195"/>
            </a:lvl1pPr>
          </a:lstStyle>
          <a:p>
            <a:pPr lvl="0"/>
            <a:r>
              <a:rPr lang="en-US"/>
              <a:t>Edit Master text styles</a:t>
            </a:r>
          </a:p>
        </p:txBody>
      </p:sp>
      <p:pic>
        <p:nvPicPr>
          <p:cNvPr id="9" name="LogoDisclaimerPage"/>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30929" y="421118"/>
            <a:ext cx="2141721" cy="938735"/>
          </a:xfrm>
          <a:prstGeom prst="rect">
            <a:avLst/>
          </a:prstGeom>
        </p:spPr>
      </p:pic>
    </p:spTree>
    <p:extLst>
      <p:ext uri="{BB962C8B-B14F-4D97-AF65-F5344CB8AC3E}">
        <p14:creationId xmlns:p14="http://schemas.microsoft.com/office/powerpoint/2010/main" val="1687414704"/>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503991" y="5791233"/>
            <a:ext cx="5592011" cy="505645"/>
          </a:xfrm>
          <a:prstGeom prst="rect">
            <a:avLst/>
          </a:prstGeom>
        </p:spPr>
        <p:txBody>
          <a:bodyPr lIns="0" tIns="0" rIns="0" bIns="0" anchor="b" anchorCtr="0">
            <a:noAutofit/>
          </a:bodyPr>
          <a:lstStyle>
            <a:lvl1pPr marL="0" indent="0" algn="l">
              <a:lnSpc>
                <a:spcPct val="100000"/>
              </a:lnSpc>
              <a:spcAft>
                <a:spcPts val="0"/>
              </a:spcAft>
              <a:buNone/>
              <a:defRPr sz="1941" b="1">
                <a:solidFill>
                  <a:schemeClr val="bg1"/>
                </a:solidFill>
              </a:defRPr>
            </a:lvl1pPr>
            <a:lvl2pPr marL="0" marR="0" indent="0" algn="l" defTabSz="1219231" rtl="0" eaLnBrk="1" fontAlgn="auto" latinLnBrk="0" hangingPunct="1">
              <a:lnSpc>
                <a:spcPct val="100000"/>
              </a:lnSpc>
              <a:spcBef>
                <a:spcPts val="0"/>
              </a:spcBef>
              <a:spcAft>
                <a:spcPts val="0"/>
              </a:spcAft>
              <a:buClrTx/>
              <a:buSzPct val="100000"/>
              <a:buFont typeface="Arial"/>
              <a:buNone/>
              <a:tabLst/>
              <a:defRPr sz="1941" b="0">
                <a:solidFill>
                  <a:schemeClr val="bg1"/>
                </a:solidFill>
              </a:defRPr>
            </a:lvl2pPr>
            <a:lvl3pPr marL="0" indent="0" algn="l">
              <a:spcAft>
                <a:spcPts val="0"/>
              </a:spcAft>
              <a:buNone/>
              <a:defRPr sz="2134">
                <a:solidFill>
                  <a:schemeClr val="bg1"/>
                </a:solidFill>
              </a:defRPr>
            </a:lvl3pPr>
            <a:lvl4pPr marL="1828848" indent="0" algn="ctr">
              <a:buNone/>
              <a:defRPr sz="2134"/>
            </a:lvl4pPr>
            <a:lvl5pPr marL="2438464" indent="0" algn="ctr">
              <a:buNone/>
              <a:defRPr sz="2134"/>
            </a:lvl5pPr>
            <a:lvl6pPr marL="3048080" indent="0" algn="ctr">
              <a:buNone/>
              <a:defRPr sz="2134"/>
            </a:lvl6pPr>
            <a:lvl7pPr marL="3657695" indent="0" algn="ctr">
              <a:buNone/>
              <a:defRPr sz="2134"/>
            </a:lvl7pPr>
            <a:lvl8pPr marL="4267311" indent="0" algn="ctr">
              <a:buNone/>
              <a:defRPr sz="2134"/>
            </a:lvl8pPr>
            <a:lvl9pPr marL="4876928" indent="0" algn="ctr">
              <a:buNone/>
              <a:defRPr sz="2134"/>
            </a:lvl9pPr>
          </a:lstStyle>
          <a:p>
            <a:r>
              <a:rPr lang="en-US" noProof="0" dirty="0"/>
              <a:t>Click to edit Master title style</a:t>
            </a:r>
          </a:p>
          <a:p>
            <a:pPr marL="0" marR="0" lvl="1" indent="0" algn="l" defTabSz="1219231"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1" y="6340383"/>
            <a:ext cx="5594350" cy="298450"/>
          </a:xfrm>
          <a:prstGeom prst="rect">
            <a:avLst/>
          </a:prstGeom>
        </p:spPr>
        <p:txBody>
          <a:bodyPr/>
          <a:lstStyle>
            <a:lvl1pPr>
              <a:spcAft>
                <a:spcPts val="0"/>
              </a:spcAft>
              <a:defRPr sz="1059">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edit Master text styles</a:t>
            </a:r>
          </a:p>
        </p:txBody>
      </p:sp>
    </p:spTree>
    <p:extLst>
      <p:ext uri="{BB962C8B-B14F-4D97-AF65-F5344CB8AC3E}">
        <p14:creationId xmlns:p14="http://schemas.microsoft.com/office/powerpoint/2010/main" val="303404848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633">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p:cNvSpPr>
          <p:nvPr>
            <p:ph type="pic" sz="quarter" idx="11"/>
          </p:nvPr>
        </p:nvSpPr>
        <p:spPr>
          <a:xfrm>
            <a:off x="3601788" y="1066768"/>
            <a:ext cx="4988426" cy="4724464"/>
          </a:xfrm>
          <a:prstGeom prst="rect">
            <a:avLst/>
          </a:prstGeom>
        </p:spPr>
        <p:txBody>
          <a:bodyPr vert="horz" lIns="0" tIns="0" rIns="0" bIns="0" rtlCol="0">
            <a:noAutofit/>
          </a:bodyPr>
          <a:lstStyle>
            <a:lvl1pPr>
              <a:defRPr lang="en-US" noProof="0" dirty="0">
                <a:solidFill>
                  <a:schemeClr val="tx1"/>
                </a:solidFill>
              </a:defRPr>
            </a:lvl1pPr>
          </a:lstStyle>
          <a:p>
            <a:pPr lvl="0"/>
            <a:r>
              <a:rPr lang="en-US" noProof="0" dirty="0"/>
              <a:t>Click icon to add picture</a:t>
            </a:r>
          </a:p>
        </p:txBody>
      </p:sp>
      <p:sp>
        <p:nvSpPr>
          <p:cNvPr id="3" name="Subtitle 2"/>
          <p:cNvSpPr>
            <a:spLocks noGrp="1"/>
          </p:cNvSpPr>
          <p:nvPr>
            <p:ph type="subTitle" idx="1" hasCustomPrompt="1"/>
          </p:nvPr>
        </p:nvSpPr>
        <p:spPr bwMode="gray">
          <a:xfrm>
            <a:off x="501652" y="5864231"/>
            <a:ext cx="5594348" cy="505645"/>
          </a:xfrm>
          <a:prstGeom prst="rect">
            <a:avLst/>
          </a:prstGeom>
        </p:spPr>
        <p:txBody>
          <a:bodyPr lIns="0" tIns="0" rIns="0" bIns="0" anchor="b" anchorCtr="0">
            <a:noAutofit/>
          </a:bodyPr>
          <a:lstStyle>
            <a:lvl1pPr marL="0" indent="0" algn="l">
              <a:lnSpc>
                <a:spcPct val="100000"/>
              </a:lnSpc>
              <a:spcAft>
                <a:spcPts val="0"/>
              </a:spcAft>
              <a:buNone/>
              <a:defRPr sz="2400" b="1">
                <a:solidFill>
                  <a:schemeClr val="tx1"/>
                </a:solidFill>
              </a:defRPr>
            </a:lvl1pPr>
            <a:lvl2pPr marL="0" indent="0" algn="l">
              <a:buNone/>
              <a:defRPr sz="2134" b="0"/>
            </a:lvl2pPr>
            <a:lvl3pPr marL="1219231" indent="0" algn="ctr">
              <a:buNone/>
              <a:defRPr sz="2400"/>
            </a:lvl3pPr>
            <a:lvl4pPr marL="1828848" indent="0" algn="ctr">
              <a:buNone/>
              <a:defRPr sz="2134"/>
            </a:lvl4pPr>
            <a:lvl5pPr marL="2438464" indent="0" algn="ctr">
              <a:buNone/>
              <a:defRPr sz="2134"/>
            </a:lvl5pPr>
            <a:lvl6pPr marL="3048080" indent="0" algn="ctr">
              <a:buNone/>
              <a:defRPr sz="2134"/>
            </a:lvl6pPr>
            <a:lvl7pPr marL="3657695" indent="0" algn="ctr">
              <a:buNone/>
              <a:defRPr sz="2134"/>
            </a:lvl7pPr>
            <a:lvl8pPr marL="4267311" indent="0" algn="ctr">
              <a:buNone/>
              <a:defRPr sz="2134"/>
            </a:lvl8pPr>
            <a:lvl9pPr marL="4876928" indent="0" algn="ctr">
              <a:buNone/>
              <a:defRPr sz="2134"/>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501651" y="6381753"/>
            <a:ext cx="5594350" cy="298450"/>
          </a:xfrm>
          <a:prstGeom prst="rect">
            <a:avLst/>
          </a:prstGeom>
        </p:spPr>
        <p:txBody>
          <a:bodyPr/>
          <a:lstStyle>
            <a:lvl1pPr>
              <a:spcAft>
                <a:spcPts val="0"/>
              </a:spcAft>
              <a:defRPr sz="133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a:grpSpLocks noChangeAspect="1"/>
          </p:cNvGrpSpPr>
          <p:nvPr userDrawn="1"/>
        </p:nvGrpSpPr>
        <p:grpSpPr>
          <a:xfrm>
            <a:off x="501652" y="403413"/>
            <a:ext cx="1762941" cy="330353"/>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grpSp>
    </p:spTree>
    <p:extLst>
      <p:ext uri="{BB962C8B-B14F-4D97-AF65-F5344CB8AC3E}">
        <p14:creationId xmlns:p14="http://schemas.microsoft.com/office/powerpoint/2010/main" val="1466947131"/>
      </p:ext>
    </p:extLst>
  </p:cSld>
  <p:clrMapOvr>
    <a:masterClrMapping/>
  </p:clrMapOvr>
  <p:transition>
    <p:fade/>
  </p:transition>
  <p:extLst>
    <p:ext uri="{DCECCB84-F9BA-43D5-87BE-67443E8EF086}">
      <p15:sldGuideLst xmlns:p15="http://schemas.microsoft.com/office/powerpoint/2012/main">
        <p15:guide id="1" orient="horz" pos="4633">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tx1"/>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373997"/>
            <a:ext cx="12192000" cy="6007753"/>
          </a:xfrm>
        </p:spPr>
        <p:txBody>
          <a:bodyPr/>
          <a:lstStyle/>
          <a:p>
            <a:endParaRPr lang="en-US" dirty="0"/>
          </a:p>
        </p:txBody>
      </p:sp>
      <p:grpSp>
        <p:nvGrpSpPr>
          <p:cNvPr id="9" name="Group 8"/>
          <p:cNvGrpSpPr/>
          <p:nvPr userDrawn="1"/>
        </p:nvGrpSpPr>
        <p:grpSpPr>
          <a:xfrm>
            <a:off x="0" y="4629685"/>
            <a:ext cx="12191998" cy="1369921"/>
            <a:chOff x="0" y="5246975"/>
            <a:chExt cx="13817598" cy="1552577"/>
          </a:xfrm>
        </p:grpSpPr>
        <p:sp>
          <p:nvSpPr>
            <p:cNvPr id="10" name="Freeform 9"/>
            <p:cNvSpPr/>
            <p:nvPr/>
          </p:nvSpPr>
          <p:spPr bwMode="gray">
            <a:xfrm>
              <a:off x="0" y="5256502"/>
              <a:ext cx="8713694" cy="1543050"/>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0150" h="1543050">
                  <a:moveTo>
                    <a:pt x="0" y="0"/>
                  </a:moveTo>
                  <a:lnTo>
                    <a:pt x="8820150" y="0"/>
                  </a:lnTo>
                  <a:lnTo>
                    <a:pt x="7277100" y="1543050"/>
                  </a:lnTo>
                  <a:lnTo>
                    <a:pt x="0" y="1543050"/>
                  </a:lnTo>
                  <a:lnTo>
                    <a:pt x="0" y="0"/>
                  </a:lnTo>
                  <a:close/>
                </a:path>
              </a:pathLst>
            </a:custGeom>
            <a:solidFill>
              <a:schemeClr val="tx1">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12" b="1" dirty="0">
                <a:solidFill>
                  <a:prstClr val="white"/>
                </a:solidFill>
              </a:endParaRPr>
            </a:p>
          </p:txBody>
        </p:sp>
        <p:sp>
          <p:nvSpPr>
            <p:cNvPr id="11" name="Freeform 10"/>
            <p:cNvSpPr/>
            <p:nvPr/>
          </p:nvSpPr>
          <p:spPr bwMode="gray">
            <a:xfrm flipH="1" flipV="1">
              <a:off x="7342094" y="5246975"/>
              <a:ext cx="6475504" cy="1552575"/>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 name="connsiteX0" fmla="*/ 0 w 8820150"/>
                <a:gd name="connsiteY0" fmla="*/ 0 h 1543050"/>
                <a:gd name="connsiteX1" fmla="*/ 8820150 w 8820150"/>
                <a:gd name="connsiteY1" fmla="*/ 0 h 1543050"/>
                <a:gd name="connsiteX2" fmla="*/ 6826217 w 8820150"/>
                <a:gd name="connsiteY2" fmla="*/ 1447800 h 1543050"/>
                <a:gd name="connsiteX3" fmla="*/ 0 w 8820150"/>
                <a:gd name="connsiteY3" fmla="*/ 1543050 h 1543050"/>
                <a:gd name="connsiteX4" fmla="*/ 0 w 8820150"/>
                <a:gd name="connsiteY4" fmla="*/ 0 h 1543050"/>
                <a:gd name="connsiteX0" fmla="*/ 0 w 8820150"/>
                <a:gd name="connsiteY0" fmla="*/ 0 h 1552575"/>
                <a:gd name="connsiteX1" fmla="*/ 8820150 w 8820150"/>
                <a:gd name="connsiteY1" fmla="*/ 0 h 1552575"/>
                <a:gd name="connsiteX2" fmla="*/ 6787571 w 8820150"/>
                <a:gd name="connsiteY2" fmla="*/ 1552575 h 1552575"/>
                <a:gd name="connsiteX3" fmla="*/ 0 w 8820150"/>
                <a:gd name="connsiteY3" fmla="*/ 1543050 h 1552575"/>
                <a:gd name="connsiteX4" fmla="*/ 0 w 8820150"/>
                <a:gd name="connsiteY4" fmla="*/ 0 h 1552575"/>
                <a:gd name="connsiteX0" fmla="*/ 0 w 8858797"/>
                <a:gd name="connsiteY0" fmla="*/ 0 h 1552575"/>
                <a:gd name="connsiteX1" fmla="*/ 8858797 w 8858797"/>
                <a:gd name="connsiteY1" fmla="*/ 9525 h 1552575"/>
                <a:gd name="connsiteX2" fmla="*/ 6787571 w 8858797"/>
                <a:gd name="connsiteY2" fmla="*/ 1552575 h 1552575"/>
                <a:gd name="connsiteX3" fmla="*/ 0 w 8858797"/>
                <a:gd name="connsiteY3" fmla="*/ 1543050 h 1552575"/>
                <a:gd name="connsiteX4" fmla="*/ 0 w 8858797"/>
                <a:gd name="connsiteY4" fmla="*/ 0 h 1552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8797" h="1552575">
                  <a:moveTo>
                    <a:pt x="0" y="0"/>
                  </a:moveTo>
                  <a:lnTo>
                    <a:pt x="8858797" y="9525"/>
                  </a:lnTo>
                  <a:lnTo>
                    <a:pt x="6787571" y="1552575"/>
                  </a:lnTo>
                  <a:lnTo>
                    <a:pt x="0" y="1543050"/>
                  </a:lnTo>
                  <a:lnTo>
                    <a:pt x="0" y="0"/>
                  </a:lnTo>
                  <a:close/>
                </a:path>
              </a:pathLst>
            </a:custGeom>
            <a:solidFill>
              <a:schemeClr val="accent5">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12" b="1" dirty="0">
                <a:solidFill>
                  <a:prstClr val="white"/>
                </a:solidFill>
              </a:endParaRPr>
            </a:p>
          </p:txBody>
        </p:sp>
      </p:grpSp>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dirty="0">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dirty="0">
              <a:solidFill>
                <a:prstClr val="white"/>
              </a:solidFill>
            </a:endParaRPr>
          </a:p>
        </p:txBody>
      </p:sp>
      <p:sp>
        <p:nvSpPr>
          <p:cNvPr id="3" name="Text Placeholder 2"/>
          <p:cNvSpPr>
            <a:spLocks noGrp="1"/>
          </p:cNvSpPr>
          <p:nvPr>
            <p:ph type="body" idx="1"/>
          </p:nvPr>
        </p:nvSpPr>
        <p:spPr bwMode="gray">
          <a:xfrm>
            <a:off x="0" y="4537180"/>
            <a:ext cx="12192000"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dirty="0"/>
              <a:t>Click to edit Master text styles</a:t>
            </a:r>
          </a:p>
        </p:txBody>
      </p:sp>
      <p:sp>
        <p:nvSpPr>
          <p:cNvPr id="12" name="TextBox 11"/>
          <p:cNvSpPr txBox="1"/>
          <p:nvPr userDrawn="1"/>
        </p:nvSpPr>
        <p:spPr>
          <a:xfrm>
            <a:off x="5843374" y="6501537"/>
            <a:ext cx="5833532" cy="170741"/>
          </a:xfrm>
          <a:prstGeom prst="rect">
            <a:avLst/>
          </a:prstGeom>
          <a:noFill/>
        </p:spPr>
        <p:txBody>
          <a:bodyPr wrap="square" lIns="0" tIns="0" rIns="0" bIns="0" rtlCol="0">
            <a:noAutofit/>
          </a:bodyPr>
          <a:lstStyle/>
          <a:p>
            <a:pPr>
              <a:spcBef>
                <a:spcPts val="800"/>
              </a:spcBef>
              <a:buSzPct val="100000"/>
              <a:buFont typeface="Arial"/>
              <a:buNone/>
            </a:pPr>
            <a:r>
              <a:rPr lang="en-US" sz="867" dirty="0">
                <a:solidFill>
                  <a:prstClr val="white"/>
                </a:solidFill>
              </a:rPr>
              <a:t>Presentation on Supply, Implementation and Maintenance of an ERP solution to Hirdaramani Group</a:t>
            </a:r>
            <a:endParaRPr lang="fr-FR" sz="867" dirty="0">
              <a:solidFill>
                <a:prstClr val="white"/>
              </a:solidFill>
            </a:endParaRPr>
          </a:p>
        </p:txBody>
      </p:sp>
    </p:spTree>
    <p:extLst>
      <p:ext uri="{BB962C8B-B14F-4D97-AF65-F5344CB8AC3E}">
        <p14:creationId xmlns:p14="http://schemas.microsoft.com/office/powerpoint/2010/main" val="855799081"/>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dirty="0">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dirty="0">
              <a:solidFill>
                <a:prstClr val="white"/>
              </a:solidFill>
            </a:endParaRPr>
          </a:p>
        </p:txBody>
      </p:sp>
      <p:sp>
        <p:nvSpPr>
          <p:cNvPr id="8" name="Rectangle 3"/>
          <p:cNvSpPr/>
          <p:nvPr userDrawn="1"/>
        </p:nvSpPr>
        <p:spPr bwMode="gray">
          <a:xfrm>
            <a:off x="-44822" y="2636886"/>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78441" tIns="78441" rIns="78441" bIns="78441" rtlCol="0" anchor="ctr"/>
          <a:lstStyle/>
          <a:p>
            <a:pPr algn="ctr">
              <a:lnSpc>
                <a:spcPct val="106000"/>
              </a:lnSpc>
              <a:buFont typeface="Wingdings 2" pitchFamily="18" charset="2"/>
              <a:buNone/>
            </a:pPr>
            <a:endParaRPr lang="en-US" sz="1412" b="1" dirty="0">
              <a:solidFill>
                <a:prstClr val="white"/>
              </a:solidFill>
            </a:endParaRPr>
          </a:p>
        </p:txBody>
      </p:sp>
      <p:sp>
        <p:nvSpPr>
          <p:cNvPr id="3" name="Text Placeholder 2"/>
          <p:cNvSpPr>
            <a:spLocks noGrp="1"/>
          </p:cNvSpPr>
          <p:nvPr>
            <p:ph type="body" idx="1"/>
          </p:nvPr>
        </p:nvSpPr>
        <p:spPr bwMode="gray">
          <a:xfrm>
            <a:off x="-42581" y="2645735"/>
            <a:ext cx="6200214"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dirty="0"/>
              <a:t>Click to edit Master text styles</a:t>
            </a:r>
          </a:p>
        </p:txBody>
      </p:sp>
    </p:spTree>
    <p:extLst>
      <p:ext uri="{BB962C8B-B14F-4D97-AF65-F5344CB8AC3E}">
        <p14:creationId xmlns:p14="http://schemas.microsoft.com/office/powerpoint/2010/main" val="363181669"/>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dirty="0">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dirty="0">
              <a:solidFill>
                <a:prstClr val="white"/>
              </a:solidFill>
            </a:endParaRPr>
          </a:p>
        </p:txBody>
      </p:sp>
      <p:sp>
        <p:nvSpPr>
          <p:cNvPr id="8" name="Rectangle 3"/>
          <p:cNvSpPr/>
          <p:nvPr userDrawn="1"/>
        </p:nvSpPr>
        <p:spPr bwMode="gray">
          <a:xfrm>
            <a:off x="-44822" y="2636886"/>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78441" tIns="78441" rIns="78441" bIns="78441" rtlCol="0" anchor="ctr"/>
          <a:lstStyle/>
          <a:p>
            <a:pPr algn="ctr">
              <a:lnSpc>
                <a:spcPct val="106000"/>
              </a:lnSpc>
              <a:buFont typeface="Wingdings 2" pitchFamily="18" charset="2"/>
              <a:buNone/>
            </a:pPr>
            <a:endParaRPr lang="en-US" sz="1412" b="1" dirty="0">
              <a:solidFill>
                <a:prstClr val="white"/>
              </a:solidFill>
            </a:endParaRPr>
          </a:p>
        </p:txBody>
      </p:sp>
      <p:sp>
        <p:nvSpPr>
          <p:cNvPr id="3" name="Text Placeholder 2"/>
          <p:cNvSpPr>
            <a:spLocks noGrp="1"/>
          </p:cNvSpPr>
          <p:nvPr>
            <p:ph type="body" idx="1"/>
          </p:nvPr>
        </p:nvSpPr>
        <p:spPr bwMode="gray">
          <a:xfrm>
            <a:off x="-42581" y="2645735"/>
            <a:ext cx="6200214"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dirty="0"/>
              <a:t>Click to edit Master text styles</a:t>
            </a:r>
          </a:p>
        </p:txBody>
      </p:sp>
    </p:spTree>
    <p:extLst>
      <p:ext uri="{BB962C8B-B14F-4D97-AF65-F5344CB8AC3E}">
        <p14:creationId xmlns:p14="http://schemas.microsoft.com/office/powerpoint/2010/main" val="2751539272"/>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1234567890">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2"/>
            <a:ext cx="11162350" cy="757255"/>
          </a:xfrm>
          <a:prstGeom prst="rect">
            <a:avLst/>
          </a:prstGeom>
        </p:spPr>
        <p:txBody>
          <a:bodyPr lIns="0" tIns="0" rIns="0" bIns="0">
            <a:noAutofit/>
          </a:bodyPr>
          <a:lstStyle>
            <a:lvl1pPr marL="0" indent="0">
              <a:buNone/>
              <a:defRPr sz="1588" b="0">
                <a:solidFill>
                  <a:srgbClr val="575757"/>
                </a:solidFill>
                <a:latin typeface="+mj-lt"/>
              </a:defRPr>
            </a:lvl1pPr>
          </a:lstStyle>
          <a:p>
            <a:pPr lvl="0"/>
            <a:r>
              <a:rPr lang="en-US" noProof="0" dirty="0"/>
              <a:t>Click to add subtitle</a:t>
            </a:r>
          </a:p>
        </p:txBody>
      </p:sp>
      <p:sp>
        <p:nvSpPr>
          <p:cNvPr id="14" name="Title Placeholder 1"/>
          <p:cNvSpPr>
            <a:spLocks noGrp="1"/>
          </p:cNvSpPr>
          <p:nvPr>
            <p:ph type="title"/>
          </p:nvPr>
        </p:nvSpPr>
        <p:spPr>
          <a:xfrm>
            <a:off x="501651" y="317501"/>
            <a:ext cx="11162350" cy="334101"/>
          </a:xfrm>
          <a:prstGeom prst="rect">
            <a:avLst/>
          </a:prstGeom>
        </p:spPr>
        <p:txBody>
          <a:bodyPr vert="horz" lIns="0" tIns="0" rIns="0" bIns="0" rtlCol="0" anchor="t" anchorCtr="0">
            <a:noAutofit/>
          </a:bodyPr>
          <a:lstStyle>
            <a:lvl1pPr>
              <a:defRPr sz="1941">
                <a:latin typeface="+mj-lt"/>
              </a:defRPr>
            </a:lvl1pPr>
          </a:lstStyle>
          <a:p>
            <a:r>
              <a:rPr lang="en-US" noProof="0" dirty="0"/>
              <a:t>Click to edit Master title style</a:t>
            </a:r>
          </a:p>
        </p:txBody>
      </p:sp>
      <p:sp>
        <p:nvSpPr>
          <p:cNvPr id="8" name="Text Placeholder 18"/>
          <p:cNvSpPr>
            <a:spLocks noGrp="1"/>
          </p:cNvSpPr>
          <p:nvPr>
            <p:ph idx="1"/>
          </p:nvPr>
        </p:nvSpPr>
        <p:spPr>
          <a:xfrm>
            <a:off x="501652" y="1665288"/>
            <a:ext cx="11165417" cy="4713911"/>
          </a:xfrm>
          <a:prstGeom prst="rect">
            <a:avLst/>
          </a:prstGeom>
        </p:spPr>
        <p:txBody>
          <a:bodyPr vert="horz" lIns="0" tIns="0" rIns="0" bIns="0" rtlCol="0">
            <a:noAutofit/>
          </a:bodyPr>
          <a:lstStyle>
            <a:lvl1pPr>
              <a:spcAft>
                <a:spcPts val="1212"/>
              </a:spcAft>
              <a:defRPr sz="1235"/>
            </a:lvl1pPr>
            <a:lvl2pPr>
              <a:spcAft>
                <a:spcPts val="1212"/>
              </a:spcAft>
              <a:defRPr sz="1235"/>
            </a:lvl2pPr>
            <a:lvl3pPr>
              <a:spcAft>
                <a:spcPts val="1212"/>
              </a:spcAft>
              <a:defRPr sz="1235"/>
            </a:lvl3pPr>
            <a:lvl4pPr>
              <a:spcAft>
                <a:spcPts val="1212"/>
              </a:spcAft>
              <a:defRPr sz="1235"/>
            </a:lvl4pPr>
            <a:lvl5pPr>
              <a:spcAft>
                <a:spcPts val="1212"/>
              </a:spcAft>
              <a:defRPr sz="1235"/>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302878162"/>
      </p:ext>
    </p:extLst>
  </p:cSld>
  <p:clrMapOvr>
    <a:masterClrMapping/>
  </p:clrMapOvr>
  <p:transition>
    <p:fade/>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userDrawn="1">
  <p:cSld name="1_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1500"/>
            </a:lvl1pPr>
          </a:lstStyle>
          <a:p>
            <a:r>
              <a:rPr lang="en-GB" noProof="0" dirty="0"/>
              <a:t>Click to edit Master title style</a:t>
            </a:r>
          </a:p>
        </p:txBody>
      </p:sp>
      <p:sp>
        <p:nvSpPr>
          <p:cNvPr id="5"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500" b="0">
                <a:solidFill>
                  <a:srgbClr val="575757"/>
                </a:solidFill>
              </a:defRPr>
            </a:lvl1pPr>
          </a:lstStyle>
          <a:p>
            <a:pPr lvl="0"/>
            <a:r>
              <a:rPr lang="en-GB" noProof="0" dirty="0"/>
              <a:t>Click to add subtitle</a:t>
            </a:r>
          </a:p>
        </p:txBody>
      </p:sp>
      <p:sp>
        <p:nvSpPr>
          <p:cNvPr id="4" name="Content Placeholder 3"/>
          <p:cNvSpPr>
            <a:spLocks noGrp="1"/>
          </p:cNvSpPr>
          <p:nvPr>
            <p:ph sz="quarter" idx="10"/>
          </p:nvPr>
        </p:nvSpPr>
        <p:spPr>
          <a:xfrm>
            <a:off x="469903" y="1665292"/>
            <a:ext cx="9348787" cy="4633910"/>
          </a:xfrm>
          <a:prstGeom prst="rect">
            <a:avLst/>
          </a:prstGeom>
        </p:spPr>
        <p:txBody>
          <a:bodyPr/>
          <a:lstStyle>
            <a:lvl1pPr>
              <a:tabLst>
                <a:tab pos="6729406" algn="r"/>
              </a:tabLst>
              <a:defRPr/>
            </a:lvl1pPr>
            <a:lvl2pPr>
              <a:tabLst>
                <a:tab pos="6729406" algn="r"/>
              </a:tabLst>
              <a:defRPr/>
            </a:lvl2pPr>
            <a:lvl3pPr>
              <a:tabLst>
                <a:tab pos="6729406" algn="r"/>
              </a:tabLst>
              <a:defRPr/>
            </a:lvl3pPr>
            <a:lvl4pPr>
              <a:tabLst>
                <a:tab pos="6729406" algn="r"/>
              </a:tabLst>
              <a:defRPr/>
            </a:lvl4pPr>
            <a:lvl5pPr>
              <a:tabLst>
                <a:tab pos="5029195" algn="r"/>
              </a:tabLst>
              <a:defRPr baseline="0"/>
            </a:lvl5pPr>
            <a:lvl6pPr marL="356400" indent="0">
              <a:buNone/>
              <a:tabLst>
                <a:tab pos="6729406" algn="r"/>
              </a:tabLst>
              <a:defRPr/>
            </a:lvl6pPr>
            <a:lvl7pPr>
              <a:tabLst>
                <a:tab pos="6729406" algn="r"/>
              </a:tabLst>
              <a:defRPr/>
            </a:lvl7pPr>
            <a:lvl8pPr>
              <a:tabLst>
                <a:tab pos="6729406" algn="r"/>
              </a:tabLst>
              <a:defRPr/>
            </a:lvl8pPr>
            <a:lvl9pPr>
              <a:tabLst>
                <a:tab pos="6729406" algn="r"/>
              </a:tabLst>
              <a:defRPr/>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 name="Footer Placeholder 1"/>
          <p:cNvSpPr>
            <a:spLocks noGrp="1"/>
          </p:cNvSpPr>
          <p:nvPr>
            <p:ph type="ftr" sz="quarter" idx="14"/>
          </p:nvPr>
        </p:nvSpPr>
        <p:spPr/>
        <p:txBody>
          <a:bodyPr/>
          <a:lstStyle/>
          <a:p>
            <a:endParaRPr lang="en-GB" dirty="0">
              <a:solidFill>
                <a:srgbClr val="000000"/>
              </a:solidFill>
            </a:endParaRPr>
          </a:p>
        </p:txBody>
      </p:sp>
    </p:spTree>
    <p:extLst>
      <p:ext uri="{BB962C8B-B14F-4D97-AF65-F5344CB8AC3E}">
        <p14:creationId xmlns:p14="http://schemas.microsoft.com/office/powerpoint/2010/main" val="776661874"/>
      </p:ext>
    </p:extLst>
  </p:cSld>
  <p:clrMapOvr>
    <a:masterClrMapping/>
  </p:clrMapOvr>
  <p:transition>
    <p:fade/>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userDrawn="1">
  <p:cSld name="Key statement white">
    <p:bg>
      <p:bgRef idx="1001">
        <a:schemeClr val="bg1"/>
      </p:bgRef>
    </p:bg>
    <p:spTree>
      <p:nvGrpSpPr>
        <p:cNvPr id="1" name=""/>
        <p:cNvGrpSpPr/>
        <p:nvPr/>
      </p:nvGrpSpPr>
      <p:grpSpPr>
        <a:xfrm>
          <a:off x="0" y="0"/>
          <a:ext cx="0" cy="0"/>
          <a:chOff x="0" y="0"/>
          <a:chExt cx="0" cy="0"/>
        </a:xfrm>
      </p:grpSpPr>
      <p:sp>
        <p:nvSpPr>
          <p:cNvPr id="3" name="Text Placeholder 3"/>
          <p:cNvSpPr>
            <a:spLocks noGrp="1"/>
          </p:cNvSpPr>
          <p:nvPr>
            <p:ph type="body" sz="quarter" idx="10"/>
          </p:nvPr>
        </p:nvSpPr>
        <p:spPr>
          <a:xfrm>
            <a:off x="501653" y="1628776"/>
            <a:ext cx="9277349" cy="4752975"/>
          </a:xfrm>
          <a:prstGeom prst="rect">
            <a:avLst/>
          </a:prstGeom>
        </p:spPr>
        <p:txBody>
          <a:bodyPr>
            <a:normAutofit/>
          </a:bodyPr>
          <a:lstStyle>
            <a:lvl1pPr marL="0" indent="0">
              <a:spcBef>
                <a:spcPts val="3600"/>
              </a:spcBef>
              <a:buFont typeface="Arial" panose="020B0604020202020204" pitchFamily="34" charset="0"/>
              <a:buChar char="​"/>
              <a:defRPr sz="2800">
                <a:solidFill>
                  <a:schemeClr val="tx1"/>
                </a:solidFill>
              </a:defRPr>
            </a:lvl1pPr>
            <a:lvl2pPr marL="0" indent="0">
              <a:defRPr sz="3000">
                <a:solidFill>
                  <a:schemeClr val="bg2"/>
                </a:solidFill>
              </a:defRPr>
            </a:lvl2pPr>
            <a:lvl3pPr marL="0" indent="0">
              <a:buNone/>
              <a:defRPr sz="3000">
                <a:solidFill>
                  <a:schemeClr val="bg2"/>
                </a:solidFill>
              </a:defRPr>
            </a:lvl3pPr>
            <a:lvl4pPr>
              <a:defRPr sz="3000">
                <a:solidFill>
                  <a:schemeClr val="bg2"/>
                </a:solidFill>
              </a:defRPr>
            </a:lvl4pPr>
            <a:lvl5pPr>
              <a:defRPr sz="3000">
                <a:solidFill>
                  <a:schemeClr val="bg2"/>
                </a:solidFill>
              </a:defRPr>
            </a:lvl5pPr>
          </a:lstStyle>
          <a:p>
            <a:pPr lvl="0"/>
            <a:r>
              <a:rPr lang="en-GB" noProof="0" dirty="0"/>
              <a:t>Click to edit Master text styles</a:t>
            </a:r>
          </a:p>
        </p:txBody>
      </p:sp>
      <p:sp>
        <p:nvSpPr>
          <p:cNvPr id="2" name="Footer Placeholder 1"/>
          <p:cNvSpPr>
            <a:spLocks noGrp="1"/>
          </p:cNvSpPr>
          <p:nvPr>
            <p:ph type="ftr" sz="quarter" idx="11"/>
          </p:nvPr>
        </p:nvSpPr>
        <p:spPr/>
        <p:txBody>
          <a:bodyPr/>
          <a:lstStyle/>
          <a:p>
            <a:endParaRPr lang="en-GB" dirty="0">
              <a:solidFill>
                <a:prstClr val="black"/>
              </a:solidFill>
            </a:endParaRPr>
          </a:p>
        </p:txBody>
      </p:sp>
    </p:spTree>
    <p:extLst>
      <p:ext uri="{BB962C8B-B14F-4D97-AF65-F5344CB8AC3E}">
        <p14:creationId xmlns:p14="http://schemas.microsoft.com/office/powerpoint/2010/main" val="349610227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userDrawn="1">
  <p:cSld name="1_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501653" y="4211955"/>
            <a:ext cx="8528936" cy="2169796"/>
          </a:xfrm>
        </p:spPr>
        <p:txBody>
          <a:bodyPr anchor="b" anchorCtr="0"/>
          <a:lstStyle>
            <a:lvl1pPr>
              <a:lnSpc>
                <a:spcPct val="100000"/>
              </a:lnSpc>
              <a:spcAft>
                <a:spcPts val="600"/>
              </a:spcAft>
              <a:defRPr sz="907"/>
            </a:lvl1pPr>
          </a:lstStyle>
          <a:p>
            <a:pPr lvl="0"/>
            <a:r>
              <a:rPr lang="en-US" noProof="0" dirty="0"/>
              <a:t>Deloitte refers to one or more of Deloitte </a:t>
            </a:r>
            <a:r>
              <a:rPr lang="en-US" noProof="0" dirty="0" err="1"/>
              <a:t>Touche</a:t>
            </a:r>
            <a:r>
              <a:rPr lang="en-US" noProof="0" dirty="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dirty="0"/>
              <a:t>This material has been prepared by Deloitte </a:t>
            </a:r>
            <a:r>
              <a:rPr lang="en-US" noProof="0" dirty="0" err="1"/>
              <a:t>Touche</a:t>
            </a:r>
            <a:r>
              <a:rPr lang="en-US" noProof="0" dirty="0"/>
              <a:t> Tohmatsu India LLP (“DTTILLP”), a member of Deloitte </a:t>
            </a:r>
            <a:r>
              <a:rPr lang="en-US" noProof="0" dirty="0" err="1"/>
              <a:t>Touche</a:t>
            </a:r>
            <a:r>
              <a:rPr lang="en-US" noProof="0" dirty="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dirty="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dirty="0"/>
              <a:t>©2018 Deloitte </a:t>
            </a:r>
            <a:r>
              <a:rPr lang="en-US" noProof="0" dirty="0" err="1"/>
              <a:t>Touche</a:t>
            </a:r>
            <a:r>
              <a:rPr lang="en-US" noProof="0" dirty="0"/>
              <a:t> Tohmatsu India LLP. Member of Deloitte </a:t>
            </a:r>
            <a:r>
              <a:rPr lang="en-US" noProof="0" dirty="0" err="1"/>
              <a:t>Touche</a:t>
            </a:r>
            <a:r>
              <a:rPr lang="en-US" noProof="0" dirty="0"/>
              <a:t> Tohmatsu Limited</a:t>
            </a:r>
          </a:p>
          <a:p>
            <a:pPr lvl="0"/>
            <a:r>
              <a:rPr lang="en-US" noProof="0" dirty="0"/>
              <a:t>Deloitte </a:t>
            </a:r>
            <a:r>
              <a:rPr lang="en-US" noProof="0" dirty="0" err="1"/>
              <a:t>Touche</a:t>
            </a:r>
            <a:r>
              <a:rPr lang="en-US" noProof="0" dirty="0"/>
              <a:t> Tohmatsu India Private Limited (U74140MH199 5PTC093339), a private company limited by shares, was converted into Deloitte </a:t>
            </a:r>
            <a:r>
              <a:rPr lang="en-US" noProof="0" dirty="0" err="1"/>
              <a:t>Touche</a:t>
            </a:r>
            <a:r>
              <a:rPr lang="en-US" noProof="0" dirty="0"/>
              <a:t> Tohmatsu India LLP, a limited liability partnership (LLP Identification No. AAE-8458),with effect from October 1, 2015.</a:t>
            </a:r>
          </a:p>
        </p:txBody>
      </p:sp>
      <p:grpSp>
        <p:nvGrpSpPr>
          <p:cNvPr id="14" name="Group 13"/>
          <p:cNvGrpSpPr>
            <a:grpSpLocks noChangeAspect="1"/>
          </p:cNvGrpSpPr>
          <p:nvPr userDrawn="1"/>
        </p:nvGrpSpPr>
        <p:grpSpPr>
          <a:xfrm>
            <a:off x="475325" y="457200"/>
            <a:ext cx="1998000" cy="374400"/>
            <a:chOff x="398463" y="404813"/>
            <a:chExt cx="1627187" cy="307976"/>
          </a:xfrm>
          <a:solidFill>
            <a:schemeClr val="tx1"/>
          </a:solidFill>
        </p:grpSpPr>
        <p:sp>
          <p:nvSpPr>
            <p:cNvPr id="15"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6"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7"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3456684406"/>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1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2" y="5845181"/>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202" y="6362701"/>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326565168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50"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202" y="5845181"/>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600" indent="0" algn="ctr">
              <a:buNone/>
              <a:defRPr sz="2667"/>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202" y="6362701"/>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280549446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327" y="5845181"/>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600" indent="0" algn="ctr">
              <a:buNone/>
              <a:defRPr sz="2667"/>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326" y="6362701"/>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2872845977"/>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0214"/>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1" y="3423546"/>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69645416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userDrawn="1">
  <p:cSld name="3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56883101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
        <p:nvSpPr>
          <p:cNvPr id="7" name="TextBox 6"/>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8" name="TextBox 7"/>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9" name="TextBox 8"/>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397902330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265628840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
        <p:nvSpPr>
          <p:cNvPr id="20" name="TextBox 19"/>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21" name="TextBox 20"/>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22" name="TextBox 21"/>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58528509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3" y="1705670"/>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1" y="3429000"/>
            <a:ext cx="10541000" cy="1566532"/>
          </a:xfrm>
        </p:spPr>
        <p:txBody>
          <a:bodyPr lIns="0" tIns="0" rIns="0" bIns="0">
            <a:noAutofit/>
          </a:bodyPr>
          <a:lstStyle>
            <a:lvl1pPr marL="0" indent="0">
              <a:lnSpc>
                <a:spcPct val="95000"/>
              </a:lnSpc>
              <a:spcAft>
                <a:spcPts val="0"/>
              </a:spcAft>
              <a:buNone/>
              <a:defRPr sz="3850">
                <a:solidFill>
                  <a:schemeClr val="tx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124962365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userDrawn="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5"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2" y="6484166"/>
            <a:ext cx="4572000" cy="215444"/>
          </a:xfrm>
          <a:prstGeom prst="rect">
            <a:avLst/>
          </a:prstGeom>
        </p:spPr>
        <p:txBody>
          <a:bodyPr>
            <a:spAutoFit/>
          </a:bodyPr>
          <a:lstStyle/>
          <a:p>
            <a:pPr defTabSz="914422">
              <a:defRPr/>
            </a:pPr>
            <a:r>
              <a:rPr lang="en-GB" sz="800" dirty="0">
                <a:latin typeface="Verdana"/>
                <a:ea typeface="Verdana" panose="020B0604030504040204" pitchFamily="34" charset="0"/>
                <a:cs typeface="Times New Roman" panose="02020603050405020304" pitchFamily="18" charset="0"/>
              </a:rPr>
              <a:t>© 2021. For information, contact Deloitte Touche Tohmatsu Limited.</a:t>
            </a:r>
            <a:endParaRPr lang="en-US" sz="800" dirty="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2647422101"/>
      </p:ext>
    </p:extLst>
  </p:cSld>
  <p:clrMapOvr>
    <a:masterClrMapping/>
  </p:clrMapOvr>
  <p:transition>
    <p:fade/>
  </p:transition>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1" y="1665289"/>
            <a:ext cx="4431857" cy="4633913"/>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82100" y="1700213"/>
            <a:ext cx="6240000" cy="4598989"/>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253008745"/>
      </p:ext>
    </p:extLst>
  </p:cSld>
  <p:clrMapOvr>
    <a:masterClrMapping/>
  </p:clrMapOvr>
  <p:transition>
    <p:fade/>
  </p:transition>
</p:sldLayout>
</file>

<file path=ppt/slideLayouts/slideLayout157.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8055813"/>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1"/>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326" y="6362701"/>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3845190425"/>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9" name="TextBox 8"/>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3" name="TextBox 12"/>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4" name="TextBox 13"/>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3896771909"/>
      </p:ext>
    </p:extLst>
  </p:cSld>
  <p:clrMapOvr>
    <a:masterClrMapping/>
  </p:clrMapOvr>
  <p:transition>
    <p:fade/>
  </p:transition>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TextBox 13"/>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6" name="TextBox 15"/>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040557406"/>
      </p:ext>
    </p:extLst>
  </p:cSld>
  <p:clrMapOvr>
    <a:masterClrMapping/>
  </p:clrMapOvr>
  <p:transition>
    <p:fade/>
  </p:transition>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8" name="TextBox 17"/>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9" name="TextBox 18"/>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20" name="TextBox 19"/>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899279225"/>
      </p:ext>
    </p:extLst>
  </p:cSld>
  <p:clrMapOvr>
    <a:masterClrMapping/>
  </p:clrMapOvr>
  <p:transition>
    <p:fade/>
  </p:transition>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TextBox 13"/>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6" name="TextBox 15"/>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970953026"/>
      </p:ext>
    </p:extLst>
  </p:cSld>
  <p:clrMapOvr>
    <a:masterClrMapping/>
  </p:clrMapOvr>
  <p:transition>
    <p:fade/>
  </p:transition>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4" name="Rectangle 3"/>
          <p:cNvSpPr/>
          <p:nvPr userDrawn="1"/>
        </p:nvSpPr>
        <p:spPr>
          <a:xfrm>
            <a:off x="4278314"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5" name="Rectangle 4"/>
          <p:cNvSpPr/>
          <p:nvPr userDrawn="1"/>
        </p:nvSpPr>
        <p:spPr>
          <a:xfrm>
            <a:off x="469901"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6" name="Rectangle 5"/>
          <p:cNvSpPr/>
          <p:nvPr userDrawn="1"/>
        </p:nvSpPr>
        <p:spPr>
          <a:xfrm>
            <a:off x="8104178"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7" name="Text Placeholder 8"/>
          <p:cNvSpPr>
            <a:spLocks noGrp="1"/>
          </p:cNvSpPr>
          <p:nvPr>
            <p:ph type="body" sz="quarter" idx="17"/>
          </p:nvPr>
        </p:nvSpPr>
        <p:spPr>
          <a:xfrm>
            <a:off x="4278314" y="1851443"/>
            <a:ext cx="3636962"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469901" y="1851443"/>
            <a:ext cx="3627438"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093077" y="1851443"/>
            <a:ext cx="3629025"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2"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456428969"/>
      </p:ext>
    </p:extLst>
  </p:cSld>
  <p:clrMapOvr>
    <a:masterClrMapping/>
  </p:clrMapOvr>
  <p:transition>
    <p:fade/>
  </p:transition>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1_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3"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6"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0"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80175154"/>
      </p:ext>
    </p:extLst>
  </p:cSld>
  <p:clrMapOvr>
    <a:masterClrMapping/>
  </p:clrMapOvr>
  <p:transition>
    <p:fade/>
  </p:transition>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5"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7"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TextBox 12"/>
          <p:cNvSpPr txBox="1"/>
          <p:nvPr userDrawn="1"/>
        </p:nvSpPr>
        <p:spPr>
          <a:xfrm>
            <a:off x="6335184" y="6477003"/>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4" name="TextBox 13"/>
          <p:cNvSpPr txBox="1"/>
          <p:nvPr userDrawn="1"/>
        </p:nvSpPr>
        <p:spPr>
          <a:xfrm>
            <a:off x="501654"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11382379" y="6477003"/>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16"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dirty="0"/>
              <a:t>Click to add subtitle</a:t>
            </a:r>
          </a:p>
        </p:txBody>
      </p:sp>
      <p:sp>
        <p:nvSpPr>
          <p:cNvPr id="17"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solidFill>
                  <a:schemeClr val="bg1"/>
                </a:solidFill>
              </a:defRPr>
            </a:lvl1pPr>
          </a:lstStyle>
          <a:p>
            <a:r>
              <a:rPr lang="en-US" noProof="0"/>
              <a:t>Click to edit Master title style</a:t>
            </a:r>
            <a:endParaRPr lang="en-US" noProof="0" dirty="0"/>
          </a:p>
        </p:txBody>
      </p:sp>
    </p:spTree>
    <p:extLst>
      <p:ext uri="{BB962C8B-B14F-4D97-AF65-F5344CB8AC3E}">
        <p14:creationId xmlns:p14="http://schemas.microsoft.com/office/powerpoint/2010/main" val="1186852721"/>
      </p:ext>
    </p:extLst>
  </p:cSld>
  <p:clrMapOvr>
    <a:masterClrMapping/>
  </p:clrMapOvr>
  <p:transition>
    <p:fade/>
  </p:transition>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userDrawn="1">
  <p:cSld name="Title Slide 2">
    <p:spTree>
      <p:nvGrpSpPr>
        <p:cNvPr id="1" name=""/>
        <p:cNvGrpSpPr/>
        <p:nvPr/>
      </p:nvGrpSpPr>
      <p:grpSpPr>
        <a:xfrm>
          <a:off x="0" y="0"/>
          <a:ext cx="0" cy="0"/>
          <a:chOff x="0" y="0"/>
          <a:chExt cx="0" cy="0"/>
        </a:xfrm>
      </p:grpSpPr>
      <p:sp>
        <p:nvSpPr>
          <p:cNvPr id="2" name="Title 1"/>
          <p:cNvSpPr>
            <a:spLocks noGrp="1"/>
          </p:cNvSpPr>
          <p:nvPr>
            <p:ph type="ctrTitle"/>
          </p:nvPr>
        </p:nvSpPr>
        <p:spPr>
          <a:xfrm>
            <a:off x="500820" y="1812924"/>
            <a:ext cx="3696000" cy="842400"/>
          </a:xfrm>
        </p:spPr>
        <p:txBody>
          <a:bodyPr/>
          <a:lstStyle>
            <a:lvl1pPr>
              <a:defRPr sz="2800">
                <a:solidFill>
                  <a:schemeClr val="accent1"/>
                </a:solidFill>
              </a:defRPr>
            </a:lvl1pPr>
          </a:lstStyle>
          <a:p>
            <a:r>
              <a:rPr lang="en-US"/>
              <a:t>Click to edit Master title style</a:t>
            </a:r>
            <a:endParaRPr lang="en-GB" dirty="0"/>
          </a:p>
        </p:txBody>
      </p:sp>
      <p:sp>
        <p:nvSpPr>
          <p:cNvPr id="3" name="Subtitle 2"/>
          <p:cNvSpPr>
            <a:spLocks noGrp="1"/>
          </p:cNvSpPr>
          <p:nvPr>
            <p:ph type="subTitle" idx="1"/>
          </p:nvPr>
        </p:nvSpPr>
        <p:spPr>
          <a:xfrm>
            <a:off x="500820" y="4357695"/>
            <a:ext cx="3696000" cy="1048554"/>
          </a:xfrm>
        </p:spPr>
        <p:txBody>
          <a:bodyPr>
            <a:normAutofit/>
          </a:bodyPr>
          <a:lstStyle>
            <a:lvl1pPr marL="0" indent="0" algn="l">
              <a:lnSpc>
                <a:spcPct val="120000"/>
              </a:lnSpc>
              <a:spcBef>
                <a:spcPts val="0"/>
              </a:spcBef>
              <a:buNone/>
              <a:defRPr sz="1400" b="0">
                <a:solidFill>
                  <a:schemeClr val="accent5"/>
                </a:solidFill>
              </a:defRPr>
            </a:lvl1pPr>
            <a:lvl2pPr marL="457211" indent="0" algn="ctr">
              <a:buNone/>
              <a:defRPr>
                <a:solidFill>
                  <a:schemeClr val="tx1">
                    <a:tint val="75000"/>
                  </a:schemeClr>
                </a:solidFill>
              </a:defRPr>
            </a:lvl2pPr>
            <a:lvl3pPr marL="914422" indent="0" algn="ctr">
              <a:buNone/>
              <a:defRPr>
                <a:solidFill>
                  <a:schemeClr val="tx1">
                    <a:tint val="75000"/>
                  </a:schemeClr>
                </a:solidFill>
              </a:defRPr>
            </a:lvl3pPr>
            <a:lvl4pPr marL="1371633" indent="0" algn="ctr">
              <a:buNone/>
              <a:defRPr>
                <a:solidFill>
                  <a:schemeClr val="tx1">
                    <a:tint val="75000"/>
                  </a:schemeClr>
                </a:solidFill>
              </a:defRPr>
            </a:lvl4pPr>
            <a:lvl5pPr marL="1828844" indent="0" algn="ctr">
              <a:buNone/>
              <a:defRPr>
                <a:solidFill>
                  <a:schemeClr val="tx1">
                    <a:tint val="75000"/>
                  </a:schemeClr>
                </a:solidFill>
              </a:defRPr>
            </a:lvl5pPr>
            <a:lvl6pPr marL="2286055" indent="0" algn="ctr">
              <a:buNone/>
              <a:defRPr>
                <a:solidFill>
                  <a:schemeClr val="tx1">
                    <a:tint val="75000"/>
                  </a:schemeClr>
                </a:solidFill>
              </a:defRPr>
            </a:lvl6pPr>
            <a:lvl7pPr marL="2743266" indent="0" algn="ctr">
              <a:buNone/>
              <a:defRPr>
                <a:solidFill>
                  <a:schemeClr val="tx1">
                    <a:tint val="75000"/>
                  </a:schemeClr>
                </a:solidFill>
              </a:defRPr>
            </a:lvl7pPr>
            <a:lvl8pPr marL="3200476" indent="0" algn="ctr">
              <a:buNone/>
              <a:defRPr>
                <a:solidFill>
                  <a:schemeClr val="tx1">
                    <a:tint val="75000"/>
                  </a:schemeClr>
                </a:solidFill>
              </a:defRPr>
            </a:lvl8pPr>
            <a:lvl9pPr marL="3657687" indent="0" algn="ctr">
              <a:buNone/>
              <a:defRPr>
                <a:solidFill>
                  <a:schemeClr val="tx1">
                    <a:tint val="75000"/>
                  </a:schemeClr>
                </a:solidFill>
              </a:defRPr>
            </a:lvl9pPr>
          </a:lstStyle>
          <a:p>
            <a:r>
              <a:rPr lang="en-US"/>
              <a:t>Click to edit Master subtitle style</a:t>
            </a:r>
            <a:endParaRPr lang="en-GB" dirty="0"/>
          </a:p>
        </p:txBody>
      </p:sp>
      <p:sp>
        <p:nvSpPr>
          <p:cNvPr id="14" name="Slide Number Placeholder 7"/>
          <p:cNvSpPr>
            <a:spLocks noGrp="1"/>
          </p:cNvSpPr>
          <p:nvPr>
            <p:ph type="sldNum" sz="quarter" idx="4"/>
          </p:nvPr>
        </p:nvSpPr>
        <p:spPr>
          <a:xfrm>
            <a:off x="10629330" y="6407835"/>
            <a:ext cx="1056117" cy="252000"/>
          </a:xfrm>
          <a:prstGeom prst="rect">
            <a:avLst/>
          </a:prstGeom>
        </p:spPr>
        <p:txBody>
          <a:bodyPr vert="horz" lIns="0" tIns="0" rIns="0" bIns="0" rtlCol="0" anchor="ctr" anchorCtr="0"/>
          <a:lstStyle>
            <a:lvl1pPr algn="r">
              <a:defRPr sz="800" b="0">
                <a:solidFill>
                  <a:srgbClr val="8C8C8C"/>
                </a:solidFill>
              </a:defRPr>
            </a:lvl1pPr>
          </a:lstStyle>
          <a:p>
            <a:fld id="{95CC1D26-A9BD-4BDE-BDD9-08EDBAE96860}" type="slidenum">
              <a:rPr lang="en-GB" smtClean="0"/>
              <a:pPr/>
              <a:t>‹#›</a:t>
            </a:fld>
            <a:endParaRPr lang="en-GB" dirty="0"/>
          </a:p>
        </p:txBody>
      </p:sp>
      <p:sp>
        <p:nvSpPr>
          <p:cNvPr id="11" name="Text Placeholder 5"/>
          <p:cNvSpPr>
            <a:spLocks noGrp="1"/>
          </p:cNvSpPr>
          <p:nvPr>
            <p:ph type="body" sz="quarter" idx="10"/>
          </p:nvPr>
        </p:nvSpPr>
        <p:spPr>
          <a:xfrm>
            <a:off x="500067" y="2663187"/>
            <a:ext cx="3696000" cy="1699200"/>
          </a:xfrm>
        </p:spPr>
        <p:txBody>
          <a:bodyPr>
            <a:noAutofit/>
          </a:bodyPr>
          <a:lstStyle>
            <a:lvl1pPr marL="0" indent="0">
              <a:buNone/>
              <a:defRPr sz="2800">
                <a:solidFill>
                  <a:schemeClr val="accent2"/>
                </a:solidFill>
              </a:defRPr>
            </a:lvl1pPr>
          </a:lstStyle>
          <a:p>
            <a:pPr lvl="0"/>
            <a:r>
              <a:rPr lang="en-US"/>
              <a:t>Click to edit Master text styles</a:t>
            </a:r>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2" y="6484166"/>
            <a:ext cx="4572000" cy="215444"/>
          </a:xfrm>
          <a:prstGeom prst="rect">
            <a:avLst/>
          </a:prstGeom>
        </p:spPr>
        <p:txBody>
          <a:bodyPr>
            <a:spAutoFit/>
          </a:bodyPr>
          <a:lstStyle/>
          <a:p>
            <a:pPr defTabSz="914422">
              <a:defRPr/>
            </a:pPr>
            <a:r>
              <a:rPr lang="en-GB" sz="800" dirty="0">
                <a:latin typeface="Verdana"/>
                <a:ea typeface="Verdana" panose="020B0604030504040204" pitchFamily="34" charset="0"/>
                <a:cs typeface="Times New Roman" panose="02020603050405020304" pitchFamily="18" charset="0"/>
              </a:rPr>
              <a:t>© 2019. For information, contact Deloitte Touche Tohmatsu Limited.</a:t>
            </a:r>
            <a:endParaRPr lang="en-US" sz="800" dirty="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472635428"/>
      </p:ext>
    </p:extLst>
  </p:cSld>
  <p:clrMapOvr>
    <a:masterClrMapping/>
  </p:clrMapOvr>
  <p:transition>
    <p:fade/>
  </p:transition>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userDrawn="1">
  <p:cSld name="4_Title Slide - Black">
    <p:bg bwMode="gray">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0" y="5864231"/>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marR="0" indent="0" algn="l" defTabSz="914422" rtl="0" eaLnBrk="1" fontAlgn="auto" latinLnBrk="0" hangingPunct="1">
              <a:lnSpc>
                <a:spcPct val="100000"/>
              </a:lnSpc>
              <a:spcBef>
                <a:spcPts val="0"/>
              </a:spcBef>
              <a:spcAft>
                <a:spcPts val="0"/>
              </a:spcAft>
              <a:buClrTx/>
              <a:buSzPct val="100000"/>
              <a:buFont typeface="Arial"/>
              <a:buNone/>
              <a:tabLst/>
              <a:defRPr sz="1600" b="0">
                <a:solidFill>
                  <a:schemeClr val="bg1"/>
                </a:solidFill>
              </a:defRPr>
            </a:lvl2pPr>
            <a:lvl3pPr marL="0" indent="0" algn="l">
              <a:spcAft>
                <a:spcPts val="0"/>
              </a:spcAft>
              <a:buNone/>
              <a:defRPr sz="1600">
                <a:solidFill>
                  <a:schemeClr val="bg1"/>
                </a:solidFill>
              </a:defRPr>
            </a:lvl3pPr>
            <a:lvl4pPr marL="1371633" indent="0" algn="ctr">
              <a:buNone/>
              <a:defRPr sz="1600"/>
            </a:lvl4pPr>
            <a:lvl5pPr marL="1828844" indent="0" algn="ctr">
              <a:buNone/>
              <a:defRPr sz="1600"/>
            </a:lvl5pPr>
            <a:lvl6pPr marL="2286055" indent="0" algn="ctr">
              <a:buNone/>
              <a:defRPr sz="1600"/>
            </a:lvl6pPr>
            <a:lvl7pPr marL="2743266" indent="0" algn="ctr">
              <a:buNone/>
              <a:defRPr sz="1600"/>
            </a:lvl7pPr>
            <a:lvl8pPr marL="3200476" indent="0" algn="ctr">
              <a:buNone/>
              <a:defRPr sz="1600"/>
            </a:lvl8pPr>
            <a:lvl9pPr marL="3657687" indent="0" algn="ctr">
              <a:buNone/>
              <a:defRPr sz="1600"/>
            </a:lvl9pPr>
          </a:lstStyle>
          <a:p>
            <a:r>
              <a:rPr lang="en-US" noProof="0" dirty="0"/>
              <a:t>Click to edit Master title style</a:t>
            </a:r>
          </a:p>
          <a:p>
            <a:pPr marL="0" marR="0" lvl="1" indent="0" algn="l" defTabSz="914422"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1" name="Group 20"/>
          <p:cNvGrpSpPr/>
          <p:nvPr userDrawn="1"/>
        </p:nvGrpSpPr>
        <p:grpSpPr>
          <a:xfrm>
            <a:off x="503988" y="378000"/>
            <a:ext cx="2160000" cy="307976"/>
            <a:chOff x="398463" y="404813"/>
            <a:chExt cx="1627187" cy="307976"/>
          </a:xfrm>
          <a:solidFill>
            <a:schemeClr val="bg1"/>
          </a:solidFill>
        </p:grpSpPr>
        <p:sp>
          <p:nvSpPr>
            <p:cNvPr id="11"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2"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3"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4"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5"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6"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7"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8"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9"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20"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grpSp>
    </p:spTree>
    <p:extLst>
      <p:ext uri="{BB962C8B-B14F-4D97-AF65-F5344CB8AC3E}">
        <p14:creationId xmlns:p14="http://schemas.microsoft.com/office/powerpoint/2010/main" val="180335006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Click to edit Master title style</a:t>
            </a:r>
          </a:p>
        </p:txBody>
      </p:sp>
      <p:sp>
        <p:nvSpPr>
          <p:cNvPr id="3" name="TextBox 2">
            <a:extLst>
              <a:ext uri="{FF2B5EF4-FFF2-40B4-BE49-F238E27FC236}">
                <a16:creationId xmlns:a16="http://schemas.microsoft.com/office/drawing/2014/main" id="{BEC5FB2D-51C4-446B-B46B-3B301738D071}"/>
              </a:ext>
            </a:extLst>
          </p:cNvPr>
          <p:cNvSpPr txBox="1"/>
          <p:nvPr userDrawn="1"/>
        </p:nvSpPr>
        <p:spPr>
          <a:xfrm>
            <a:off x="501652" y="6629408"/>
            <a:ext cx="5355169" cy="201260"/>
          </a:xfrm>
          <a:prstGeom prst="rect">
            <a:avLst/>
          </a:prstGeom>
          <a:noFill/>
        </p:spPr>
        <p:txBody>
          <a:bodyPr wrap="square" lIns="0" tIns="0" rIns="0" bIns="0" rtlCol="0">
            <a:noAutofit/>
          </a:bodyPr>
          <a:lstStyle/>
          <a:p>
            <a:pPr>
              <a:spcBef>
                <a:spcPts val="800"/>
              </a:spcBef>
              <a:buSzPct val="100000"/>
              <a:buFont typeface="Arial"/>
              <a:buNone/>
            </a:pPr>
            <a:r>
              <a:rPr lang="fr-FR" sz="867" dirty="0">
                <a:solidFill>
                  <a:prstClr val="black"/>
                </a:solidFill>
              </a:rPr>
              <a:t>© 2022 Deloitte Touche Tohmatsu India LLP</a:t>
            </a:r>
          </a:p>
        </p:txBody>
      </p:sp>
      <p:sp>
        <p:nvSpPr>
          <p:cNvPr id="4" name="TextBox 3">
            <a:extLst>
              <a:ext uri="{FF2B5EF4-FFF2-40B4-BE49-F238E27FC236}">
                <a16:creationId xmlns:a16="http://schemas.microsoft.com/office/drawing/2014/main" id="{2DCDCA34-5067-4E2C-9834-B642B8C03FF8}"/>
              </a:ext>
            </a:extLst>
          </p:cNvPr>
          <p:cNvSpPr txBox="1"/>
          <p:nvPr userDrawn="1"/>
        </p:nvSpPr>
        <p:spPr>
          <a:xfrm>
            <a:off x="11382379" y="6629405"/>
            <a:ext cx="307976" cy="100027"/>
          </a:xfrm>
          <a:prstGeom prst="rect">
            <a:avLst/>
          </a:prstGeom>
          <a:noFill/>
        </p:spPr>
        <p:txBody>
          <a:bodyPr wrap="square" lIns="0" tIns="0" rIns="0" bIns="0" rtlCol="0">
            <a:noAutofit/>
          </a:bodyPr>
          <a:lstStyle/>
          <a:p>
            <a:pPr algn="r">
              <a:spcBef>
                <a:spcPts val="800"/>
              </a:spcBef>
              <a:buSzPct val="100000"/>
              <a:buFont typeface="Arial"/>
              <a:buNone/>
            </a:pPr>
            <a:fld id="{C58DF478-B544-4ED8-9ED4-6A2648E2D233}" type="slidenum">
              <a:rPr lang="en-US" sz="867" smtClean="0">
                <a:solidFill>
                  <a:prstClr val="black"/>
                </a:solidFill>
              </a:rPr>
              <a:pPr algn="r">
                <a:spcBef>
                  <a:spcPts val="800"/>
                </a:spcBef>
                <a:buSzPct val="100000"/>
                <a:buFont typeface="Arial"/>
                <a:buNone/>
              </a:pPr>
              <a:t>‹#›</a:t>
            </a:fld>
            <a:endParaRPr lang="en-US" sz="867" dirty="0">
              <a:solidFill>
                <a:prstClr val="black"/>
              </a:solidFill>
            </a:endParaRPr>
          </a:p>
        </p:txBody>
      </p:sp>
    </p:spTree>
    <p:extLst>
      <p:ext uri="{BB962C8B-B14F-4D97-AF65-F5344CB8AC3E}">
        <p14:creationId xmlns:p14="http://schemas.microsoft.com/office/powerpoint/2010/main" val="3882645744"/>
      </p:ext>
    </p:extLst>
  </p:cSld>
  <p:clrMapOvr>
    <a:masterClrMapping/>
  </p:clrMapOvr>
  <p:transition>
    <p:fade/>
  </p:transition>
</p:sldLayout>
</file>

<file path=ppt/slideLayouts/slideLayout169.xml><?xml version="1.0" encoding="utf-8"?>
<p:sldLayout xmlns:a="http://schemas.openxmlformats.org/drawingml/2006/main" xmlns:r="http://schemas.openxmlformats.org/officeDocument/2006/relationships" xmlns:p="http://schemas.openxmlformats.org/presentationml/2006/main" userDrawn="1">
  <p:cSld name="Contents with ima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4" imgW="470" imgH="469" progId="TCLayout.ActiveDocument.1">
                  <p:embed/>
                </p:oleObj>
              </mc:Choice>
              <mc:Fallback>
                <p:oleObj name="think-cell Slide" r:id="rId4" imgW="470" imgH="469" progId="TCLayout.ActiveDocument.1">
                  <p:embed/>
                  <p:pic>
                    <p:nvPicPr>
                      <p:cNvPr id="3" name="Object 2" hidden="1"/>
                      <p:cNvPicPr/>
                      <p:nvPr/>
                    </p:nvPicPr>
                    <p:blipFill>
                      <a:blip r:embed="rId5"/>
                      <a:stretch>
                        <a:fillRect/>
                      </a:stretch>
                    </p:blipFill>
                    <p:spPr>
                      <a:xfrm>
                        <a:off x="1589"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1" y="2"/>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1800"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5" name="Picture Placeholder 9"/>
          <p:cNvSpPr>
            <a:spLocks noGrp="1"/>
          </p:cNvSpPr>
          <p:nvPr>
            <p:ph type="pic" sz="quarter" idx="15"/>
          </p:nvPr>
        </p:nvSpPr>
        <p:spPr>
          <a:xfrm>
            <a:off x="5604867" y="1700213"/>
            <a:ext cx="6117233" cy="4598988"/>
          </a:xfrm>
        </p:spPr>
        <p:txBody>
          <a:bodyPr/>
          <a:lstStyle/>
          <a:p>
            <a:r>
              <a:rPr lang="en-US" noProof="0" dirty="0"/>
              <a:t>Drag picture to placeholder or click icon to add</a:t>
            </a:r>
          </a:p>
        </p:txBody>
      </p:sp>
      <p:sp>
        <p:nvSpPr>
          <p:cNvPr id="6" name="Content Placeholder 3"/>
          <p:cNvSpPr>
            <a:spLocks noGrp="1"/>
          </p:cNvSpPr>
          <p:nvPr>
            <p:ph sz="quarter" idx="10"/>
          </p:nvPr>
        </p:nvSpPr>
        <p:spPr>
          <a:xfrm>
            <a:off x="469902" y="1665291"/>
            <a:ext cx="4333663" cy="4633911"/>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dirty="0"/>
              <a:t>Click to add subtitle</a:t>
            </a:r>
          </a:p>
        </p:txBody>
      </p:sp>
      <p:sp>
        <p:nvSpPr>
          <p:cNvPr id="9"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800"/>
            </a:lvl1pPr>
          </a:lstStyle>
          <a:p>
            <a:r>
              <a:rPr lang="en-US" noProof="0" dirty="0"/>
              <a:t>Click to edit Master title style</a:t>
            </a:r>
          </a:p>
        </p:txBody>
      </p:sp>
    </p:spTree>
    <p:extLst>
      <p:ext uri="{BB962C8B-B14F-4D97-AF65-F5344CB8AC3E}">
        <p14:creationId xmlns:p14="http://schemas.microsoft.com/office/powerpoint/2010/main" val="184615245"/>
      </p:ext>
    </p:extLst>
  </p:cSld>
  <p:clrMapOvr>
    <a:masterClrMapping/>
  </p:clrMapOvr>
  <p:transition>
    <p:fade/>
  </p:transition>
</p:sldLayout>
</file>

<file path=ppt/slideLayouts/slideLayout170.xml><?xml version="1.0" encoding="utf-8"?>
<p:sldLayout xmlns:a="http://schemas.openxmlformats.org/drawingml/2006/main" xmlns:r="http://schemas.openxmlformats.org/officeDocument/2006/relationships" xmlns:p="http://schemas.openxmlformats.org/presentationml/2006/main" userDrawn="1">
  <p:cSld name="1_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2" y="317502"/>
            <a:ext cx="11188700" cy="6985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5450351" y="1701802"/>
            <a:ext cx="6240000" cy="4679950"/>
          </a:xfrm>
        </p:spPr>
        <p:txBody>
          <a:bodyPr/>
          <a:lstStyle/>
          <a:p>
            <a:r>
              <a:rPr lang="en-US" noProof="0" dirty="0"/>
              <a:t>Click icon to add picture</a:t>
            </a:r>
          </a:p>
        </p:txBody>
      </p:sp>
      <p:sp>
        <p:nvSpPr>
          <p:cNvPr id="6" name="Content Placeholder 3"/>
          <p:cNvSpPr>
            <a:spLocks noGrp="1"/>
          </p:cNvSpPr>
          <p:nvPr>
            <p:ph sz="quarter" idx="10"/>
          </p:nvPr>
        </p:nvSpPr>
        <p:spPr>
          <a:xfrm>
            <a:off x="501652" y="1665291"/>
            <a:ext cx="4456429" cy="4716463"/>
          </a:xfrm>
          <a:prstGeom prst="rect">
            <a:avLst/>
          </a:prstGeom>
        </p:spPr>
        <p:txBody>
          <a:bodyPr/>
          <a:lstStyle>
            <a:lvl1pPr>
              <a:tabLst>
                <a:tab pos="5029320" algn="r"/>
              </a:tabLst>
              <a:defRPr/>
            </a:lvl1pPr>
            <a:lvl2pPr>
              <a:tabLst>
                <a:tab pos="5029320" algn="r"/>
              </a:tabLst>
              <a:defRPr/>
            </a:lvl2pPr>
            <a:lvl3pPr>
              <a:tabLst>
                <a:tab pos="5029320" algn="r"/>
              </a:tabLst>
              <a:defRPr/>
            </a:lvl3pPr>
            <a:lvl4pPr>
              <a:tabLst>
                <a:tab pos="5029320" algn="r"/>
              </a:tabLst>
              <a:defRPr/>
            </a:lvl4pPr>
            <a:lvl5pPr>
              <a:tabLst>
                <a:tab pos="502932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381015764"/>
      </p:ext>
    </p:extLst>
  </p:cSld>
  <p:clrMapOvr>
    <a:masterClrMapping/>
  </p:clrMapOvr>
  <p:transition>
    <p:fade/>
  </p:transition>
</p:sldLayout>
</file>

<file path=ppt/slideLayouts/slideLayout171.xml><?xml version="1.0" encoding="utf-8"?>
<p:sldLayout xmlns:a="http://schemas.openxmlformats.org/drawingml/2006/main" xmlns:r="http://schemas.openxmlformats.org/officeDocument/2006/relationships" xmlns:p="http://schemas.openxmlformats.org/presentationml/2006/main"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2" y="736706"/>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dirty="0"/>
              <a:t>Click to edit Master title style</a:t>
            </a:r>
          </a:p>
        </p:txBody>
      </p:sp>
      <p:sp>
        <p:nvSpPr>
          <p:cNvPr id="8" name="Text Placeholder 18"/>
          <p:cNvSpPr>
            <a:spLocks noGrp="1"/>
          </p:cNvSpPr>
          <p:nvPr>
            <p:ph idx="1"/>
          </p:nvPr>
        </p:nvSpPr>
        <p:spPr>
          <a:xfrm>
            <a:off x="469902" y="1665819"/>
            <a:ext cx="11252200" cy="4633383"/>
          </a:xfrm>
          <a:prstGeom prst="rect">
            <a:avLst/>
          </a:prstGeom>
        </p:spPr>
        <p:txBody>
          <a:bodyPr vert="horz" lIns="0" tIns="0" rIns="0" bIns="0" rtlCol="0">
            <a:noAutofit/>
          </a:bodyPr>
          <a:lstStyle>
            <a:lvl1pPr marL="0" indent="0" algn="l">
              <a:buFontTx/>
              <a:buNone/>
              <a:defRPr/>
            </a:lvl1pPr>
            <a:lvl2pPr marL="126997" indent="-126997" algn="l">
              <a:buClrTx/>
              <a:buSzPct val="100000"/>
              <a:buFont typeface="Arial" panose="020B0604020202020204" pitchFamily="34" charset="0"/>
              <a:buChar char="•"/>
              <a:defRPr/>
            </a:lvl2pPr>
            <a:lvl3pPr marL="279393" indent="-126997" algn="l">
              <a:buClrTx/>
              <a:buSzPct val="100000"/>
              <a:buFont typeface="Arial" panose="020B0604020202020204" pitchFamily="34" charset="0"/>
              <a:buChar char="−"/>
              <a:defRPr/>
            </a:lvl3pPr>
            <a:lvl4pPr marL="431789" indent="-126997" algn="l">
              <a:buClrTx/>
              <a:buSzPct val="100000"/>
              <a:buFont typeface="Arial" panose="020B0604020202020204" pitchFamily="34" charset="0"/>
              <a:buChar char="◦"/>
              <a:defRPr/>
            </a:lvl4pPr>
            <a:lvl5pPr marL="584185" indent="-126997"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100987465"/>
      </p:ext>
    </p:extLst>
  </p:cSld>
  <p:clrMapOvr>
    <a:masterClrMapping/>
  </p:clrMapOvr>
  <p:transition>
    <p:fade/>
  </p:transition>
</p:sldLayout>
</file>

<file path=ppt/slideLayouts/slideLayout172.xml><?xml version="1.0" encoding="utf-8"?>
<p:sldLayout xmlns:a="http://schemas.openxmlformats.org/drawingml/2006/main" xmlns:r="http://schemas.openxmlformats.org/officeDocument/2006/relationships" xmlns:p="http://schemas.openxmlformats.org/presentationml/2006/main" userDrawn="1">
  <p:cSld name="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400"/>
            </a:lvl1pPr>
          </a:lstStyle>
          <a:p>
            <a:r>
              <a:rPr lang="en-GB" noProof="0" dirty="0"/>
              <a:t>Click to edit Master title style</a:t>
            </a:r>
            <a:endParaRPr lang="en-GB" dirty="0"/>
          </a:p>
        </p:txBody>
      </p:sp>
      <p:sp>
        <p:nvSpPr>
          <p:cNvPr id="5"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4" name="Content Placeholder 3"/>
          <p:cNvSpPr>
            <a:spLocks noGrp="1"/>
          </p:cNvSpPr>
          <p:nvPr>
            <p:ph sz="quarter" idx="10"/>
          </p:nvPr>
        </p:nvSpPr>
        <p:spPr>
          <a:xfrm>
            <a:off x="469902" y="1665292"/>
            <a:ext cx="9348787" cy="4633910"/>
          </a:xfrm>
          <a:prstGeom prst="rect">
            <a:avLst/>
          </a:prstGeom>
        </p:spPr>
        <p:txBody>
          <a:bodyPr/>
          <a:lstStyle>
            <a:lvl1pPr>
              <a:tabLst>
                <a:tab pos="8972541" algn="r"/>
              </a:tabLst>
              <a:defRPr/>
            </a:lvl1pPr>
            <a:lvl2pPr>
              <a:tabLst>
                <a:tab pos="8972541" algn="r"/>
              </a:tabLst>
              <a:defRPr/>
            </a:lvl2pPr>
            <a:lvl3pPr>
              <a:tabLst>
                <a:tab pos="8972541" algn="r"/>
              </a:tabLst>
              <a:defRPr/>
            </a:lvl3pPr>
            <a:lvl4pPr>
              <a:tabLst>
                <a:tab pos="8972541" algn="r"/>
              </a:tabLst>
              <a:defRPr/>
            </a:lvl4pPr>
            <a:lvl5pPr>
              <a:tabLst>
                <a:tab pos="6705592" algn="r"/>
              </a:tabLst>
              <a:defRPr baseline="0"/>
            </a:lvl5pPr>
            <a:lvl6pPr marL="475200" indent="0">
              <a:buNone/>
              <a:tabLst>
                <a:tab pos="8972541" algn="r"/>
              </a:tabLst>
              <a:defRPr/>
            </a:lvl6pPr>
            <a:lvl7pPr>
              <a:tabLst>
                <a:tab pos="8972541" algn="r"/>
              </a:tabLst>
              <a:defRPr/>
            </a:lvl7pPr>
            <a:lvl8pPr>
              <a:tabLst>
                <a:tab pos="8972541" algn="r"/>
              </a:tabLst>
              <a:defRPr/>
            </a:lvl8pPr>
            <a:lvl9pPr>
              <a:tabLst>
                <a:tab pos="8972541" algn="r"/>
              </a:tabLst>
              <a:defRPr/>
            </a:lvl9pPr>
          </a:lstStyle>
          <a:p>
            <a:pPr lvl="0"/>
            <a:r>
              <a:rPr lang="en-GB" dirty="0"/>
              <a:t>Click to edit Master text styles</a:t>
            </a:r>
            <a:endParaRPr lang="en-GB"/>
          </a:p>
          <a:p>
            <a:pPr lvl="1"/>
            <a:r>
              <a:rPr lang="en-GB" dirty="0"/>
              <a:t>Second level</a:t>
            </a:r>
            <a:endParaRPr lang="en-GB"/>
          </a:p>
          <a:p>
            <a:pPr lvl="2"/>
            <a:r>
              <a:rPr lang="en-GB" dirty="0"/>
              <a:t>Third level</a:t>
            </a:r>
            <a:endParaRPr lang="en-GB"/>
          </a:p>
          <a:p>
            <a:pPr lvl="3"/>
            <a:r>
              <a:rPr lang="en-GB" dirty="0"/>
              <a:t>Fourth level</a:t>
            </a:r>
            <a:endParaRPr lang="en-GB"/>
          </a:p>
          <a:p>
            <a:pPr lvl="4"/>
            <a:r>
              <a:rPr lang="en-GB" dirty="0"/>
              <a:t>Fifth level</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2145113884"/>
      </p:ext>
    </p:extLst>
  </p:cSld>
  <p:clrMapOvr>
    <a:masterClrMapping/>
  </p:clrMapOvr>
  <p:transition>
    <p:fade/>
  </p:transition>
</p:sldLayout>
</file>

<file path=ppt/slideLayouts/slideLayout173.xml><?xml version="1.0" encoding="utf-8"?>
<p:sldLayout xmlns:a="http://schemas.openxmlformats.org/drawingml/2006/main" xmlns:r="http://schemas.openxmlformats.org/officeDocument/2006/relationships" xmlns:p="http://schemas.openxmlformats.org/presentationml/2006/main" userDrawn="1">
  <p:cSld name="Title, subtitle &amp; 1 column - large">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400"/>
            </a:lvl1pPr>
          </a:lstStyle>
          <a:p>
            <a:r>
              <a:rPr lang="en-GB" noProof="0" dirty="0"/>
              <a:t>Click to edit Master title style</a:t>
            </a:r>
            <a:endParaRPr lang="en-GB" dirty="0"/>
          </a:p>
        </p:txBody>
      </p:sp>
      <p:sp>
        <p:nvSpPr>
          <p:cNvPr id="5"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8" name="Text Placeholder 18"/>
          <p:cNvSpPr>
            <a:spLocks noGrp="1"/>
          </p:cNvSpPr>
          <p:nvPr>
            <p:ph idx="1"/>
          </p:nvPr>
        </p:nvSpPr>
        <p:spPr>
          <a:xfrm>
            <a:off x="469902" y="1676404"/>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1386469450"/>
      </p:ext>
    </p:extLst>
  </p:cSld>
  <p:clrMapOvr>
    <a:masterClrMapping/>
  </p:clrMapOvr>
  <p:transition>
    <p:fade/>
  </p:transition>
</p:sldLayout>
</file>

<file path=ppt/slideLayouts/slideLayout174.xml><?xml version="1.0" encoding="utf-8"?>
<p:sldLayout xmlns:a="http://schemas.openxmlformats.org/drawingml/2006/main" xmlns:r="http://schemas.openxmlformats.org/officeDocument/2006/relationships" xmlns:p="http://schemas.openxmlformats.org/presentationml/2006/main" userDrawn="1">
  <p:cSld name="1 Column">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402588"/>
            <a:ext cx="11252200" cy="410433"/>
          </a:xfrm>
        </p:spPr>
        <p:txBody>
          <a:bodyPr>
            <a:spAutoFit/>
          </a:bodyPr>
          <a:lstStyle/>
          <a:p>
            <a:r>
              <a:rPr lang="en-US"/>
              <a:t>Click to edit Master title style</a:t>
            </a:r>
            <a:endParaRPr lang="en-US" dirty="0"/>
          </a:p>
        </p:txBody>
      </p:sp>
      <p:sp>
        <p:nvSpPr>
          <p:cNvPr id="8" name="Text Placeholder 7"/>
          <p:cNvSpPr>
            <a:spLocks noGrp="1"/>
          </p:cNvSpPr>
          <p:nvPr>
            <p:ph type="body" sz="quarter" idx="11"/>
          </p:nvPr>
        </p:nvSpPr>
        <p:spPr bwMode="gray">
          <a:xfrm>
            <a:off x="552451" y="779466"/>
            <a:ext cx="11106912" cy="221599"/>
          </a:xfrm>
          <a:noFill/>
          <a:ln w="9525">
            <a:noFill/>
            <a:miter lim="800000"/>
            <a:headEnd/>
            <a:tailEnd/>
          </a:ln>
        </p:spPr>
        <p:txBody>
          <a:bodyPr lIns="0" tIns="0" rIns="0" bIns="0">
            <a:spAutoFit/>
          </a:bodyPr>
          <a:lstStyle>
            <a:lvl1pPr algn="l" rtl="0" eaLnBrk="0" fontAlgn="base" hangingPunct="0">
              <a:lnSpc>
                <a:spcPct val="90000"/>
              </a:lnSpc>
              <a:spcBef>
                <a:spcPct val="0"/>
              </a:spcBef>
              <a:spcAft>
                <a:spcPct val="0"/>
              </a:spcAft>
              <a:defRPr lang="en-US" sz="1600" b="0" kern="1200" dirty="0">
                <a:solidFill>
                  <a:schemeClr val="tx1"/>
                </a:solidFill>
                <a:latin typeface="Arial" pitchFamily="34" charset="0"/>
                <a:ea typeface="+mn-ea"/>
                <a:cs typeface="Arial" pitchFamily="34" charset="0"/>
              </a:defRPr>
            </a:lvl1pPr>
          </a:lstStyle>
          <a:p>
            <a:pPr lvl="0"/>
            <a:r>
              <a:rPr lang="en-US"/>
              <a:t>Click to edit Master text styles</a:t>
            </a:r>
          </a:p>
        </p:txBody>
      </p:sp>
      <p:sp>
        <p:nvSpPr>
          <p:cNvPr id="10" name="Content Placeholder 20"/>
          <p:cNvSpPr>
            <a:spLocks noGrp="1"/>
          </p:cNvSpPr>
          <p:nvPr>
            <p:ph sz="quarter" idx="12"/>
          </p:nvPr>
        </p:nvSpPr>
        <p:spPr bwMode="gray">
          <a:xfrm>
            <a:off x="548640" y="1399032"/>
            <a:ext cx="11106912" cy="488343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17759242"/>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userDrawn="1">
  <p:cSld name="3_Title, subtitle &amp; 1 column text">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Title Placeholder 1"/>
          <p:cNvSpPr>
            <a:spLocks noGrp="1"/>
          </p:cNvSpPr>
          <p:nvPr>
            <p:ph type="title" hasCustomPrompt="1"/>
          </p:nvPr>
        </p:nvSpPr>
        <p:spPr>
          <a:xfrm>
            <a:off x="501652" y="317502"/>
            <a:ext cx="11180232" cy="698501"/>
          </a:xfrm>
          <a:prstGeom prst="rect">
            <a:avLst/>
          </a:prstGeom>
        </p:spPr>
        <p:txBody>
          <a:bodyPr vert="horz" lIns="0" tIns="0" rIns="0" bIns="0" rtlCol="0" anchor="t" anchorCtr="0">
            <a:noAutofit/>
          </a:bodyPr>
          <a:lstStyle>
            <a:lvl1pPr>
              <a:defRPr>
                <a:solidFill>
                  <a:schemeClr val="bg1"/>
                </a:solidFill>
              </a:defRPr>
            </a:lvl1pPr>
          </a:lstStyle>
          <a:p>
            <a:r>
              <a:rPr lang="en-US" dirty="0"/>
              <a:t>Click to add title</a:t>
            </a:r>
          </a:p>
        </p:txBody>
      </p:sp>
    </p:spTree>
    <p:extLst>
      <p:ext uri="{BB962C8B-B14F-4D97-AF65-F5344CB8AC3E}">
        <p14:creationId xmlns:p14="http://schemas.microsoft.com/office/powerpoint/2010/main" val="3655563802"/>
      </p:ext>
    </p:extLst>
  </p:cSld>
  <p:clrMapOvr>
    <a:masterClrMapping/>
  </p:clrMapOvr>
  <p:transition>
    <p:fade/>
  </p:transition>
</p:sldLayout>
</file>

<file path=ppt/slideLayouts/slideLayout176.xml><?xml version="1.0" encoding="utf-8"?>
<p:sldLayout xmlns:a="http://schemas.openxmlformats.org/drawingml/2006/main" xmlns:r="http://schemas.openxmlformats.org/officeDocument/2006/relationships" xmlns:p="http://schemas.openxmlformats.org/presentationml/2006/main" userDrawn="1">
  <p:cSld name="1_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400"/>
            </a:lvl1pPr>
          </a:lstStyle>
          <a:p>
            <a:r>
              <a:rPr lang="en-GB" noProof="0" dirty="0"/>
              <a:t>Click to edit Master title style</a:t>
            </a:r>
            <a:endParaRPr lang="en-GB" dirty="0"/>
          </a:p>
        </p:txBody>
      </p:sp>
      <p:sp>
        <p:nvSpPr>
          <p:cNvPr id="4"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14" name="Text Placeholder 18"/>
          <p:cNvSpPr>
            <a:spLocks noGrp="1"/>
          </p:cNvSpPr>
          <p:nvPr>
            <p:ph idx="1"/>
          </p:nvPr>
        </p:nvSpPr>
        <p:spPr>
          <a:xfrm>
            <a:off x="469902" y="1665291"/>
            <a:ext cx="11252200" cy="4633911"/>
          </a:xfrm>
          <a:prstGeom prst="rect">
            <a:avLst/>
          </a:prstGeom>
        </p:spPr>
        <p:txBody>
          <a:bodyPr vert="horz" lIns="0" tIns="0" rIns="0" bIns="0" rtlCol="0">
            <a:noAutofit/>
          </a:body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3646129747"/>
      </p:ext>
    </p:extLst>
  </p:cSld>
  <p:clrMapOvr>
    <a:masterClrMapping/>
  </p:clrMapOvr>
  <p:transition>
    <p:fade/>
  </p:transition>
</p:sldLayout>
</file>

<file path=ppt/slideLayouts/slideLayout177.xml><?xml version="1.0" encoding="utf-8"?>
<p:sldLayout xmlns:a="http://schemas.openxmlformats.org/drawingml/2006/main" xmlns:r="http://schemas.openxmlformats.org/officeDocument/2006/relationships" xmlns:p="http://schemas.openxmlformats.org/presentationml/2006/main">
  <p:cSld name="Title, Subhead &amp; Breadcrumb">
    <p:spTree>
      <p:nvGrpSpPr>
        <p:cNvPr id="1" name=""/>
        <p:cNvGrpSpPr/>
        <p:nvPr/>
      </p:nvGrpSpPr>
      <p:grpSpPr>
        <a:xfrm>
          <a:off x="0" y="0"/>
          <a:ext cx="0" cy="0"/>
          <a:chOff x="0" y="0"/>
          <a:chExt cx="0" cy="0"/>
        </a:xfrm>
      </p:grpSpPr>
      <p:sp>
        <p:nvSpPr>
          <p:cNvPr id="2" name="Title 1"/>
          <p:cNvSpPr>
            <a:spLocks noGrp="1"/>
          </p:cNvSpPr>
          <p:nvPr>
            <p:ph type="title"/>
          </p:nvPr>
        </p:nvSpPr>
        <p:spPr>
          <a:xfrm>
            <a:off x="914400" y="694944"/>
            <a:ext cx="10363200" cy="594360"/>
          </a:xfrm>
        </p:spPr>
        <p:txBody>
          <a:bodyPr vert="horz" lIns="0" tIns="45720" rIns="0" bIns="0" rtlCol="0" anchor="b" anchorCtr="0">
            <a:noAutofit/>
          </a:bodyPr>
          <a:lstStyle>
            <a:lvl1pPr>
              <a:defRPr lang="en-US" sz="3600" spc="-75" dirty="0">
                <a:latin typeface="+mj-lt"/>
              </a:defRPr>
            </a:lvl1pPr>
          </a:lstStyle>
          <a:p>
            <a:pPr lvl="0" defTabSz="685816">
              <a:lnSpc>
                <a:spcPct val="85000"/>
              </a:lnSpc>
            </a:pPr>
            <a:r>
              <a:rPr lang="en-US"/>
              <a:t>Click to edit Master title style</a:t>
            </a:r>
            <a:endParaRPr lang="en-US" dirty="0"/>
          </a:p>
        </p:txBody>
      </p:sp>
      <p:sp>
        <p:nvSpPr>
          <p:cNvPr id="4" name="Text Placeholder 8"/>
          <p:cNvSpPr>
            <a:spLocks noGrp="1"/>
          </p:cNvSpPr>
          <p:nvPr>
            <p:ph type="body" sz="quarter" idx="14"/>
          </p:nvPr>
        </p:nvSpPr>
        <p:spPr>
          <a:xfrm>
            <a:off x="914721" y="1353312"/>
            <a:ext cx="10362880" cy="475488"/>
          </a:xfrm>
        </p:spPr>
        <p:txBody>
          <a:bodyPr vert="horz" lIns="0" tIns="0" rIns="0" bIns="0" rtlCol="0">
            <a:noAutofit/>
          </a:bodyPr>
          <a:lstStyle>
            <a:lvl1pPr marL="0" indent="0">
              <a:buNone/>
              <a:defRPr lang="en-US" sz="1200"/>
            </a:lvl1pPr>
          </a:lstStyle>
          <a:p>
            <a:pPr marL="228605" lvl="0" indent="-228605">
              <a:lnSpc>
                <a:spcPct val="130000"/>
              </a:lnSpc>
            </a:pPr>
            <a:r>
              <a:rPr lang="en-US"/>
              <a:t>Edit Master text styles</a:t>
            </a:r>
          </a:p>
        </p:txBody>
      </p:sp>
      <p:sp>
        <p:nvSpPr>
          <p:cNvPr id="8" name="Text Placeholder 5"/>
          <p:cNvSpPr>
            <a:spLocks noGrp="1"/>
          </p:cNvSpPr>
          <p:nvPr>
            <p:ph type="body" sz="quarter" idx="15" hasCustomPrompt="1"/>
          </p:nvPr>
        </p:nvSpPr>
        <p:spPr>
          <a:xfrm>
            <a:off x="914971" y="466344"/>
            <a:ext cx="3355848" cy="203200"/>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605" lvl="0" indent="-228605"/>
            <a:r>
              <a:rPr lang="en-US" dirty="0"/>
              <a:t>BREADCRUMBS</a:t>
            </a:r>
          </a:p>
        </p:txBody>
      </p:sp>
    </p:spTree>
    <p:extLst>
      <p:ext uri="{BB962C8B-B14F-4D97-AF65-F5344CB8AC3E}">
        <p14:creationId xmlns:p14="http://schemas.microsoft.com/office/powerpoint/2010/main" val="196796544"/>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oleObject" Target="../embeddings/oleObject1.bin"/><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tags" Target="../tags/tag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tags" Target="../tags/tag3.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71"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96.xml"/><Relationship Id="rId21" Type="http://schemas.openxmlformats.org/officeDocument/2006/relationships/slideLayout" Target="../slideLayouts/slideLayout91.xml"/><Relationship Id="rId42" Type="http://schemas.openxmlformats.org/officeDocument/2006/relationships/slideLayout" Target="../slideLayouts/slideLayout112.xml"/><Relationship Id="rId47" Type="http://schemas.openxmlformats.org/officeDocument/2006/relationships/slideLayout" Target="../slideLayouts/slideLayout117.xml"/><Relationship Id="rId63" Type="http://schemas.openxmlformats.org/officeDocument/2006/relationships/slideLayout" Target="../slideLayouts/slideLayout133.xml"/><Relationship Id="rId68" Type="http://schemas.openxmlformats.org/officeDocument/2006/relationships/tags" Target="../tags/tag18.xml"/><Relationship Id="rId7" Type="http://schemas.openxmlformats.org/officeDocument/2006/relationships/slideLayout" Target="../slideLayouts/slideLayout77.xml"/><Relationship Id="rId71" Type="http://schemas.openxmlformats.org/officeDocument/2006/relationships/image" Target="../media/image1.emf"/><Relationship Id="rId2" Type="http://schemas.openxmlformats.org/officeDocument/2006/relationships/slideLayout" Target="../slideLayouts/slideLayout72.xml"/><Relationship Id="rId16" Type="http://schemas.openxmlformats.org/officeDocument/2006/relationships/slideLayout" Target="../slideLayouts/slideLayout86.xml"/><Relationship Id="rId29" Type="http://schemas.openxmlformats.org/officeDocument/2006/relationships/slideLayout" Target="../slideLayouts/slideLayout99.xml"/><Relationship Id="rId11" Type="http://schemas.openxmlformats.org/officeDocument/2006/relationships/slideLayout" Target="../slideLayouts/slideLayout81.xml"/><Relationship Id="rId24" Type="http://schemas.openxmlformats.org/officeDocument/2006/relationships/slideLayout" Target="../slideLayouts/slideLayout94.xml"/><Relationship Id="rId32" Type="http://schemas.openxmlformats.org/officeDocument/2006/relationships/slideLayout" Target="../slideLayouts/slideLayout102.xml"/><Relationship Id="rId37" Type="http://schemas.openxmlformats.org/officeDocument/2006/relationships/slideLayout" Target="../slideLayouts/slideLayout107.xml"/><Relationship Id="rId40" Type="http://schemas.openxmlformats.org/officeDocument/2006/relationships/slideLayout" Target="../slideLayouts/slideLayout110.xml"/><Relationship Id="rId45" Type="http://schemas.openxmlformats.org/officeDocument/2006/relationships/slideLayout" Target="../slideLayouts/slideLayout115.xml"/><Relationship Id="rId53" Type="http://schemas.openxmlformats.org/officeDocument/2006/relationships/slideLayout" Target="../slideLayouts/slideLayout123.xml"/><Relationship Id="rId58" Type="http://schemas.openxmlformats.org/officeDocument/2006/relationships/slideLayout" Target="../slideLayouts/slideLayout128.xml"/><Relationship Id="rId66" Type="http://schemas.openxmlformats.org/officeDocument/2006/relationships/slideLayout" Target="../slideLayouts/slideLayout136.xml"/><Relationship Id="rId5" Type="http://schemas.openxmlformats.org/officeDocument/2006/relationships/slideLayout" Target="../slideLayouts/slideLayout75.xml"/><Relationship Id="rId61" Type="http://schemas.openxmlformats.org/officeDocument/2006/relationships/slideLayout" Target="../slideLayouts/slideLayout131.xml"/><Relationship Id="rId19" Type="http://schemas.openxmlformats.org/officeDocument/2006/relationships/slideLayout" Target="../slideLayouts/slideLayout89.xml"/><Relationship Id="rId14" Type="http://schemas.openxmlformats.org/officeDocument/2006/relationships/slideLayout" Target="../slideLayouts/slideLayout84.xml"/><Relationship Id="rId22" Type="http://schemas.openxmlformats.org/officeDocument/2006/relationships/slideLayout" Target="../slideLayouts/slideLayout92.xml"/><Relationship Id="rId27" Type="http://schemas.openxmlformats.org/officeDocument/2006/relationships/slideLayout" Target="../slideLayouts/slideLayout97.xml"/><Relationship Id="rId30" Type="http://schemas.openxmlformats.org/officeDocument/2006/relationships/slideLayout" Target="../slideLayouts/slideLayout100.xml"/><Relationship Id="rId35" Type="http://schemas.openxmlformats.org/officeDocument/2006/relationships/slideLayout" Target="../slideLayouts/slideLayout105.xml"/><Relationship Id="rId43" Type="http://schemas.openxmlformats.org/officeDocument/2006/relationships/slideLayout" Target="../slideLayouts/slideLayout113.xml"/><Relationship Id="rId48" Type="http://schemas.openxmlformats.org/officeDocument/2006/relationships/slideLayout" Target="../slideLayouts/slideLayout118.xml"/><Relationship Id="rId56" Type="http://schemas.openxmlformats.org/officeDocument/2006/relationships/slideLayout" Target="../slideLayouts/slideLayout126.xml"/><Relationship Id="rId64" Type="http://schemas.openxmlformats.org/officeDocument/2006/relationships/slideLayout" Target="../slideLayouts/slideLayout134.xml"/><Relationship Id="rId69" Type="http://schemas.openxmlformats.org/officeDocument/2006/relationships/tags" Target="../tags/tag19.xml"/><Relationship Id="rId8" Type="http://schemas.openxmlformats.org/officeDocument/2006/relationships/slideLayout" Target="../slideLayouts/slideLayout78.xml"/><Relationship Id="rId51" Type="http://schemas.openxmlformats.org/officeDocument/2006/relationships/slideLayout" Target="../slideLayouts/slideLayout121.xml"/><Relationship Id="rId3" Type="http://schemas.openxmlformats.org/officeDocument/2006/relationships/slideLayout" Target="../slideLayouts/slideLayout73.xml"/><Relationship Id="rId12" Type="http://schemas.openxmlformats.org/officeDocument/2006/relationships/slideLayout" Target="../slideLayouts/slideLayout82.xml"/><Relationship Id="rId17" Type="http://schemas.openxmlformats.org/officeDocument/2006/relationships/slideLayout" Target="../slideLayouts/slideLayout87.xml"/><Relationship Id="rId25" Type="http://schemas.openxmlformats.org/officeDocument/2006/relationships/slideLayout" Target="../slideLayouts/slideLayout95.xml"/><Relationship Id="rId33" Type="http://schemas.openxmlformats.org/officeDocument/2006/relationships/slideLayout" Target="../slideLayouts/slideLayout103.xml"/><Relationship Id="rId38" Type="http://schemas.openxmlformats.org/officeDocument/2006/relationships/slideLayout" Target="../slideLayouts/slideLayout108.xml"/><Relationship Id="rId46" Type="http://schemas.openxmlformats.org/officeDocument/2006/relationships/slideLayout" Target="../slideLayouts/slideLayout116.xml"/><Relationship Id="rId59" Type="http://schemas.openxmlformats.org/officeDocument/2006/relationships/slideLayout" Target="../slideLayouts/slideLayout129.xml"/><Relationship Id="rId67" Type="http://schemas.openxmlformats.org/officeDocument/2006/relationships/theme" Target="../theme/theme2.xml"/><Relationship Id="rId20" Type="http://schemas.openxmlformats.org/officeDocument/2006/relationships/slideLayout" Target="../slideLayouts/slideLayout90.xml"/><Relationship Id="rId41" Type="http://schemas.openxmlformats.org/officeDocument/2006/relationships/slideLayout" Target="../slideLayouts/slideLayout111.xml"/><Relationship Id="rId54" Type="http://schemas.openxmlformats.org/officeDocument/2006/relationships/slideLayout" Target="../slideLayouts/slideLayout124.xml"/><Relationship Id="rId62" Type="http://schemas.openxmlformats.org/officeDocument/2006/relationships/slideLayout" Target="../slideLayouts/slideLayout132.xml"/><Relationship Id="rId70" Type="http://schemas.openxmlformats.org/officeDocument/2006/relationships/oleObject" Target="../embeddings/oleObject9.bin"/><Relationship Id="rId1" Type="http://schemas.openxmlformats.org/officeDocument/2006/relationships/slideLayout" Target="../slideLayouts/slideLayout71.xml"/><Relationship Id="rId6" Type="http://schemas.openxmlformats.org/officeDocument/2006/relationships/slideLayout" Target="../slideLayouts/slideLayout76.xml"/><Relationship Id="rId15" Type="http://schemas.openxmlformats.org/officeDocument/2006/relationships/slideLayout" Target="../slideLayouts/slideLayout85.xml"/><Relationship Id="rId23" Type="http://schemas.openxmlformats.org/officeDocument/2006/relationships/slideLayout" Target="../slideLayouts/slideLayout93.xml"/><Relationship Id="rId28" Type="http://schemas.openxmlformats.org/officeDocument/2006/relationships/slideLayout" Target="../slideLayouts/slideLayout98.xml"/><Relationship Id="rId36" Type="http://schemas.openxmlformats.org/officeDocument/2006/relationships/slideLayout" Target="../slideLayouts/slideLayout106.xml"/><Relationship Id="rId49" Type="http://schemas.openxmlformats.org/officeDocument/2006/relationships/slideLayout" Target="../slideLayouts/slideLayout119.xml"/><Relationship Id="rId57" Type="http://schemas.openxmlformats.org/officeDocument/2006/relationships/slideLayout" Target="../slideLayouts/slideLayout127.xml"/><Relationship Id="rId10" Type="http://schemas.openxmlformats.org/officeDocument/2006/relationships/slideLayout" Target="../slideLayouts/slideLayout80.xml"/><Relationship Id="rId31" Type="http://schemas.openxmlformats.org/officeDocument/2006/relationships/slideLayout" Target="../slideLayouts/slideLayout101.xml"/><Relationship Id="rId44" Type="http://schemas.openxmlformats.org/officeDocument/2006/relationships/slideLayout" Target="../slideLayouts/slideLayout114.xml"/><Relationship Id="rId52" Type="http://schemas.openxmlformats.org/officeDocument/2006/relationships/slideLayout" Target="../slideLayouts/slideLayout122.xml"/><Relationship Id="rId60" Type="http://schemas.openxmlformats.org/officeDocument/2006/relationships/slideLayout" Target="../slideLayouts/slideLayout130.xml"/><Relationship Id="rId65" Type="http://schemas.openxmlformats.org/officeDocument/2006/relationships/slideLayout" Target="../slideLayouts/slideLayout135.xml"/><Relationship Id="rId4" Type="http://schemas.openxmlformats.org/officeDocument/2006/relationships/slideLayout" Target="../slideLayouts/slideLayout74.xml"/><Relationship Id="rId9" Type="http://schemas.openxmlformats.org/officeDocument/2006/relationships/slideLayout" Target="../slideLayouts/slideLayout79.xml"/><Relationship Id="rId13" Type="http://schemas.openxmlformats.org/officeDocument/2006/relationships/slideLayout" Target="../slideLayouts/slideLayout83.xml"/><Relationship Id="rId18" Type="http://schemas.openxmlformats.org/officeDocument/2006/relationships/slideLayout" Target="../slideLayouts/slideLayout88.xml"/><Relationship Id="rId39" Type="http://schemas.openxmlformats.org/officeDocument/2006/relationships/slideLayout" Target="../slideLayouts/slideLayout109.xml"/><Relationship Id="rId34" Type="http://schemas.openxmlformats.org/officeDocument/2006/relationships/slideLayout" Target="../slideLayouts/slideLayout104.xml"/><Relationship Id="rId50" Type="http://schemas.openxmlformats.org/officeDocument/2006/relationships/slideLayout" Target="../slideLayouts/slideLayout120.xml"/><Relationship Id="rId55" Type="http://schemas.openxmlformats.org/officeDocument/2006/relationships/slideLayout" Target="../slideLayouts/slideLayout125.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149.xml"/><Relationship Id="rId18" Type="http://schemas.openxmlformats.org/officeDocument/2006/relationships/slideLayout" Target="../slideLayouts/slideLayout154.xml"/><Relationship Id="rId26" Type="http://schemas.openxmlformats.org/officeDocument/2006/relationships/slideLayout" Target="../slideLayouts/slideLayout162.xml"/><Relationship Id="rId39" Type="http://schemas.openxmlformats.org/officeDocument/2006/relationships/slideLayout" Target="../slideLayouts/slideLayout175.xml"/><Relationship Id="rId21" Type="http://schemas.openxmlformats.org/officeDocument/2006/relationships/slideLayout" Target="../slideLayouts/slideLayout157.xml"/><Relationship Id="rId34" Type="http://schemas.openxmlformats.org/officeDocument/2006/relationships/slideLayout" Target="../slideLayouts/slideLayout170.xml"/><Relationship Id="rId42" Type="http://schemas.openxmlformats.org/officeDocument/2006/relationships/theme" Target="../theme/theme3.xml"/><Relationship Id="rId7" Type="http://schemas.openxmlformats.org/officeDocument/2006/relationships/slideLayout" Target="../slideLayouts/slideLayout143.xml"/><Relationship Id="rId2" Type="http://schemas.openxmlformats.org/officeDocument/2006/relationships/slideLayout" Target="../slideLayouts/slideLayout138.xml"/><Relationship Id="rId16" Type="http://schemas.openxmlformats.org/officeDocument/2006/relationships/slideLayout" Target="../slideLayouts/slideLayout152.xml"/><Relationship Id="rId29" Type="http://schemas.openxmlformats.org/officeDocument/2006/relationships/slideLayout" Target="../slideLayouts/slideLayout165.xml"/><Relationship Id="rId1" Type="http://schemas.openxmlformats.org/officeDocument/2006/relationships/slideLayout" Target="../slideLayouts/slideLayout137.xml"/><Relationship Id="rId6" Type="http://schemas.openxmlformats.org/officeDocument/2006/relationships/slideLayout" Target="../slideLayouts/slideLayout142.xml"/><Relationship Id="rId11" Type="http://schemas.openxmlformats.org/officeDocument/2006/relationships/slideLayout" Target="../slideLayouts/slideLayout147.xml"/><Relationship Id="rId24" Type="http://schemas.openxmlformats.org/officeDocument/2006/relationships/slideLayout" Target="../slideLayouts/slideLayout160.xml"/><Relationship Id="rId32" Type="http://schemas.openxmlformats.org/officeDocument/2006/relationships/slideLayout" Target="../slideLayouts/slideLayout168.xml"/><Relationship Id="rId37" Type="http://schemas.openxmlformats.org/officeDocument/2006/relationships/slideLayout" Target="../slideLayouts/slideLayout173.xml"/><Relationship Id="rId40" Type="http://schemas.openxmlformats.org/officeDocument/2006/relationships/slideLayout" Target="../slideLayouts/slideLayout176.xml"/><Relationship Id="rId45" Type="http://schemas.openxmlformats.org/officeDocument/2006/relationships/oleObject" Target="../embeddings/oleObject17.bin"/><Relationship Id="rId5" Type="http://schemas.openxmlformats.org/officeDocument/2006/relationships/slideLayout" Target="../slideLayouts/slideLayout141.xml"/><Relationship Id="rId15" Type="http://schemas.openxmlformats.org/officeDocument/2006/relationships/slideLayout" Target="../slideLayouts/slideLayout151.xml"/><Relationship Id="rId23" Type="http://schemas.openxmlformats.org/officeDocument/2006/relationships/slideLayout" Target="../slideLayouts/slideLayout159.xml"/><Relationship Id="rId28" Type="http://schemas.openxmlformats.org/officeDocument/2006/relationships/slideLayout" Target="../slideLayouts/slideLayout164.xml"/><Relationship Id="rId36" Type="http://schemas.openxmlformats.org/officeDocument/2006/relationships/slideLayout" Target="../slideLayouts/slideLayout172.xml"/><Relationship Id="rId10" Type="http://schemas.openxmlformats.org/officeDocument/2006/relationships/slideLayout" Target="../slideLayouts/slideLayout146.xml"/><Relationship Id="rId19" Type="http://schemas.openxmlformats.org/officeDocument/2006/relationships/slideLayout" Target="../slideLayouts/slideLayout155.xml"/><Relationship Id="rId31" Type="http://schemas.openxmlformats.org/officeDocument/2006/relationships/slideLayout" Target="../slideLayouts/slideLayout167.xml"/><Relationship Id="rId44" Type="http://schemas.openxmlformats.org/officeDocument/2006/relationships/tags" Target="../tags/tag35.xml"/><Relationship Id="rId4" Type="http://schemas.openxmlformats.org/officeDocument/2006/relationships/slideLayout" Target="../slideLayouts/slideLayout140.xml"/><Relationship Id="rId9" Type="http://schemas.openxmlformats.org/officeDocument/2006/relationships/slideLayout" Target="../slideLayouts/slideLayout145.xml"/><Relationship Id="rId14" Type="http://schemas.openxmlformats.org/officeDocument/2006/relationships/slideLayout" Target="../slideLayouts/slideLayout150.xml"/><Relationship Id="rId22" Type="http://schemas.openxmlformats.org/officeDocument/2006/relationships/slideLayout" Target="../slideLayouts/slideLayout158.xml"/><Relationship Id="rId27" Type="http://schemas.openxmlformats.org/officeDocument/2006/relationships/slideLayout" Target="../slideLayouts/slideLayout163.xml"/><Relationship Id="rId30" Type="http://schemas.openxmlformats.org/officeDocument/2006/relationships/slideLayout" Target="../slideLayouts/slideLayout166.xml"/><Relationship Id="rId35" Type="http://schemas.openxmlformats.org/officeDocument/2006/relationships/slideLayout" Target="../slideLayouts/slideLayout171.xml"/><Relationship Id="rId43" Type="http://schemas.openxmlformats.org/officeDocument/2006/relationships/tags" Target="../tags/tag34.xml"/><Relationship Id="rId8" Type="http://schemas.openxmlformats.org/officeDocument/2006/relationships/slideLayout" Target="../slideLayouts/slideLayout144.xml"/><Relationship Id="rId3" Type="http://schemas.openxmlformats.org/officeDocument/2006/relationships/slideLayout" Target="../slideLayouts/slideLayout139.xml"/><Relationship Id="rId12" Type="http://schemas.openxmlformats.org/officeDocument/2006/relationships/slideLayout" Target="../slideLayouts/slideLayout148.xml"/><Relationship Id="rId17" Type="http://schemas.openxmlformats.org/officeDocument/2006/relationships/slideLayout" Target="../slideLayouts/slideLayout153.xml"/><Relationship Id="rId25" Type="http://schemas.openxmlformats.org/officeDocument/2006/relationships/slideLayout" Target="../slideLayouts/slideLayout161.xml"/><Relationship Id="rId33" Type="http://schemas.openxmlformats.org/officeDocument/2006/relationships/slideLayout" Target="../slideLayouts/slideLayout169.xml"/><Relationship Id="rId38" Type="http://schemas.openxmlformats.org/officeDocument/2006/relationships/slideLayout" Target="../slideLayouts/slideLayout174.xml"/><Relationship Id="rId46" Type="http://schemas.openxmlformats.org/officeDocument/2006/relationships/image" Target="../media/image1.emf"/><Relationship Id="rId20" Type="http://schemas.openxmlformats.org/officeDocument/2006/relationships/slideLayout" Target="../slideLayouts/slideLayout156.xml"/><Relationship Id="rId41" Type="http://schemas.openxmlformats.org/officeDocument/2006/relationships/slideLayout" Target="../slideLayouts/slideLayout17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72"/>
            </p:custDataLst>
            <p:extLst>
              <p:ext uri="{D42A27DB-BD31-4B8C-83A1-F6EECF244321}">
                <p14:modId xmlns:p14="http://schemas.microsoft.com/office/powerpoint/2010/main" val="610448718"/>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74" imgW="270" imgH="270" progId="TCLayout.ActiveDocument.1">
                  <p:embed/>
                </p:oleObj>
              </mc:Choice>
              <mc:Fallback>
                <p:oleObj name="think-cell Slide" r:id="rId74" imgW="270" imgH="270" progId="TCLayout.ActiveDocument.1">
                  <p:embed/>
                  <p:pic>
                    <p:nvPicPr>
                      <p:cNvPr id="4" name="Object 3" hidden="1"/>
                      <p:cNvPicPr/>
                      <p:nvPr/>
                    </p:nvPicPr>
                    <p:blipFill>
                      <a:blip r:embed="rId75"/>
                      <a:stretch>
                        <a:fillRect/>
                      </a:stretch>
                    </p:blipFill>
                    <p:spPr>
                      <a:xfrm>
                        <a:off x="2118" y="1589"/>
                        <a:ext cx="2116" cy="1587"/>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E77A6D44-03D8-4B5C-A44F-DFA19D29D686}"/>
              </a:ext>
            </a:extLst>
          </p:cNvPr>
          <p:cNvSpPr/>
          <p:nvPr userDrawn="1">
            <p:custDataLst>
              <p:tags r:id="rId73"/>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a:lnSpc>
                <a:spcPct val="106000"/>
              </a:lnSpc>
              <a:buFont typeface="Wingdings 2" pitchFamily="18" charset="2"/>
              <a:buNone/>
            </a:pPr>
            <a:endParaRPr lang="en-US" sz="2100" b="0" i="0" baseline="0" dirty="0">
              <a:solidFill>
                <a:schemeClr val="bg1"/>
              </a:solidFill>
              <a:latin typeface="Calibri" panose="020F0502020204030204" pitchFamily="34" charset="0"/>
              <a:ea typeface="+mj-ea"/>
              <a:cs typeface="Calibri Light" panose="020F0302020204030204" pitchFamily="34" charset="0"/>
              <a:sym typeface="Calibri" panose="020F0502020204030204" pitchFamily="34" charset="0"/>
            </a:endParaRPr>
          </a:p>
        </p:txBody>
      </p:sp>
      <p:sp>
        <p:nvSpPr>
          <p:cNvPr id="2" name="Title Placeholder 1"/>
          <p:cNvSpPr>
            <a:spLocks noGrp="1"/>
          </p:cNvSpPr>
          <p:nvPr>
            <p:ph type="title"/>
          </p:nvPr>
        </p:nvSpPr>
        <p:spPr bwMode="gray">
          <a:xfrm>
            <a:off x="501651" y="317501"/>
            <a:ext cx="11188700" cy="309820"/>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8" name="Copyright"/>
          <p:cNvSpPr txBox="1"/>
          <p:nvPr/>
        </p:nvSpPr>
        <p:spPr>
          <a:xfrm>
            <a:off x="501650" y="6576920"/>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tx1"/>
                </a:solidFill>
                <a:latin typeface="Calibri" panose="020F0502020204030204" pitchFamily="34" charset="0"/>
                <a:cs typeface="Calibri" panose="020F0502020204030204" pitchFamily="34" charset="0"/>
              </a:rPr>
              <a:t>© 2022 Deloitte Touche Tohmatsu India LLP. </a:t>
            </a:r>
          </a:p>
        </p:txBody>
      </p:sp>
      <p:sp>
        <p:nvSpPr>
          <p:cNvPr id="19" name="Text Placeholder 18"/>
          <p:cNvSpPr>
            <a:spLocks noGrp="1"/>
          </p:cNvSpPr>
          <p:nvPr>
            <p:ph type="body" idx="1"/>
          </p:nvPr>
        </p:nvSpPr>
        <p:spPr>
          <a:xfrm>
            <a:off x="501650" y="1665289"/>
            <a:ext cx="11188700" cy="4716462"/>
          </a:xfrm>
          <a:prstGeom prst="rect">
            <a:avLst/>
          </a:prstGeom>
        </p:spPr>
        <p:txBody>
          <a:bodyPr vert="horz" lIns="0" tIns="0" rIns="0" bIns="0" rtlCol="0">
            <a:normAutofit/>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 name="Rectangle 2">
            <a:extLst>
              <a:ext uri="{FF2B5EF4-FFF2-40B4-BE49-F238E27FC236}">
                <a16:creationId xmlns:a16="http://schemas.microsoft.com/office/drawing/2014/main" id="{C69DBDC7-DF0D-40FE-8DE0-1C33F8DF42EC}"/>
              </a:ext>
            </a:extLst>
          </p:cNvPr>
          <p:cNvSpPr/>
          <p:nvPr/>
        </p:nvSpPr>
        <p:spPr>
          <a:xfrm>
            <a:off x="11555698" y="6646169"/>
            <a:ext cx="134652" cy="138499"/>
          </a:xfrm>
          <a:prstGeom prst="rect">
            <a:avLst/>
          </a:prstGeom>
        </p:spPr>
        <p:txBody>
          <a:bodyPr wrap="none" lIns="0" tIns="0" rIns="0" bIns="0">
            <a:spAutoFit/>
          </a:bodyPr>
          <a:lstStyle/>
          <a:p>
            <a:fld id="{C58DF478-B544-4ED8-9ED4-6A2648E2D233}" type="slidenum">
              <a:rPr lang="en-US" sz="900" noProof="0" smtClean="0">
                <a:solidFill>
                  <a:schemeClr val="tx1"/>
                </a:solidFill>
                <a:latin typeface="Calibri" panose="020F0502020204030204" pitchFamily="34" charset="0"/>
                <a:cs typeface="Calibri" panose="020F0502020204030204" pitchFamily="34" charset="0"/>
              </a:rPr>
              <a:pPr/>
              <a:t>‹#›</a:t>
            </a:fld>
            <a:endParaRPr lang="en-US" sz="900" dirty="0"/>
          </a:p>
        </p:txBody>
      </p:sp>
    </p:spTree>
    <p:extLst>
      <p:ext uri="{BB962C8B-B14F-4D97-AF65-F5344CB8AC3E}">
        <p14:creationId xmlns:p14="http://schemas.microsoft.com/office/powerpoint/2010/main" val="3414128804"/>
      </p:ext>
    </p:extLst>
  </p:cSld>
  <p:clrMap bg1="lt1" tx1="dk1" bg2="lt2" tx2="dk2" accent1="accent1" accent2="accent2" accent3="accent3" accent4="accent4" accent5="accent5" accent6="accent6" hlink="hlink" folHlink="folHlink"/>
  <p:sldLayoutIdLst>
    <p:sldLayoutId id="2147485023" r:id="rId1"/>
    <p:sldLayoutId id="2147485024" r:id="rId2"/>
    <p:sldLayoutId id="2147485048" r:id="rId3"/>
    <p:sldLayoutId id="2147485132" r:id="rId4"/>
    <p:sldLayoutId id="2147485050" r:id="rId5"/>
    <p:sldLayoutId id="2147485051" r:id="rId6"/>
    <p:sldLayoutId id="2147485052" r:id="rId7"/>
    <p:sldLayoutId id="2147485053" r:id="rId8"/>
    <p:sldLayoutId id="2147485054" r:id="rId9"/>
    <p:sldLayoutId id="2147485055" r:id="rId10"/>
    <p:sldLayoutId id="2147485056" r:id="rId11"/>
    <p:sldLayoutId id="2147485057" r:id="rId12"/>
    <p:sldLayoutId id="2147485058" r:id="rId13"/>
    <p:sldLayoutId id="2147485059" r:id="rId14"/>
    <p:sldLayoutId id="2147485060" r:id="rId15"/>
    <p:sldLayoutId id="2147485061" r:id="rId16"/>
    <p:sldLayoutId id="2147485062" r:id="rId17"/>
    <p:sldLayoutId id="2147485063" r:id="rId18"/>
    <p:sldLayoutId id="2147485064" r:id="rId19"/>
    <p:sldLayoutId id="2147485065" r:id="rId20"/>
    <p:sldLayoutId id="2147485066" r:id="rId21"/>
    <p:sldLayoutId id="2147485067" r:id="rId22"/>
    <p:sldLayoutId id="2147485068" r:id="rId23"/>
    <p:sldLayoutId id="2147485069" r:id="rId24"/>
    <p:sldLayoutId id="2147485070" r:id="rId25"/>
    <p:sldLayoutId id="2147485071" r:id="rId26"/>
    <p:sldLayoutId id="2147485072" r:id="rId27"/>
    <p:sldLayoutId id="2147485073" r:id="rId28"/>
    <p:sldLayoutId id="2147485074" r:id="rId29"/>
    <p:sldLayoutId id="2147485075" r:id="rId30"/>
    <p:sldLayoutId id="2147485076" r:id="rId31"/>
    <p:sldLayoutId id="2147485077" r:id="rId32"/>
    <p:sldLayoutId id="2147485078" r:id="rId33"/>
    <p:sldLayoutId id="2147485079" r:id="rId34"/>
    <p:sldLayoutId id="2147485080" r:id="rId35"/>
    <p:sldLayoutId id="2147485081" r:id="rId36"/>
    <p:sldLayoutId id="2147485082" r:id="rId37"/>
    <p:sldLayoutId id="2147485083" r:id="rId38"/>
    <p:sldLayoutId id="2147485084" r:id="rId39"/>
    <p:sldLayoutId id="2147485085" r:id="rId40"/>
    <p:sldLayoutId id="2147485086" r:id="rId41"/>
    <p:sldLayoutId id="2147485087" r:id="rId42"/>
    <p:sldLayoutId id="2147485088" r:id="rId43"/>
    <p:sldLayoutId id="2147485089" r:id="rId44"/>
    <p:sldLayoutId id="2147485090" r:id="rId45"/>
    <p:sldLayoutId id="2147485091" r:id="rId46"/>
    <p:sldLayoutId id="2147485092" r:id="rId47"/>
    <p:sldLayoutId id="2147485093" r:id="rId48"/>
    <p:sldLayoutId id="2147485094" r:id="rId49"/>
    <p:sldLayoutId id="2147485095" r:id="rId50"/>
    <p:sldLayoutId id="2147485096" r:id="rId51"/>
    <p:sldLayoutId id="2147485097" r:id="rId52"/>
    <p:sldLayoutId id="2147485098" r:id="rId53"/>
    <p:sldLayoutId id="2147485100" r:id="rId54"/>
    <p:sldLayoutId id="2147485101" r:id="rId55"/>
    <p:sldLayoutId id="2147485102" r:id="rId56"/>
    <p:sldLayoutId id="2147485103" r:id="rId57"/>
    <p:sldLayoutId id="2147485105" r:id="rId58"/>
    <p:sldLayoutId id="2147485106" r:id="rId59"/>
    <p:sldLayoutId id="2147485107" r:id="rId60"/>
    <p:sldLayoutId id="2147485108" r:id="rId61"/>
    <p:sldLayoutId id="2147485109" r:id="rId62"/>
    <p:sldLayoutId id="2147485112" r:id="rId63"/>
    <p:sldLayoutId id="2147485113" r:id="rId64"/>
    <p:sldLayoutId id="2147485119" r:id="rId65"/>
    <p:sldLayoutId id="2147485122" r:id="rId66"/>
    <p:sldLayoutId id="2147485123" r:id="rId67"/>
    <p:sldLayoutId id="2147485124" r:id="rId68"/>
    <p:sldLayoutId id="2147485126" r:id="rId69"/>
    <p:sldLayoutId id="2147485130" r:id="rId70"/>
  </p:sldLayoutIdLst>
  <p:transition>
    <p:fade/>
  </p:transition>
  <p:hf hdr="0" dt="0"/>
  <p:txStyles>
    <p:title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p:titleStyle>
    <p:body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312">
          <p15:clr>
            <a:srgbClr val="F26B43"/>
          </p15:clr>
        </p15:guide>
        <p15:guide id="3" pos="1392">
          <p15:clr>
            <a:srgbClr val="F26B43"/>
          </p15:clr>
        </p15:guide>
        <p15:guide id="4" pos="1512">
          <p15:clr>
            <a:srgbClr val="F26B43"/>
          </p15:clr>
        </p15:guide>
        <p15:guide id="5" pos="2592">
          <p15:clr>
            <a:srgbClr val="F26B43"/>
          </p15:clr>
        </p15:guide>
        <p15:guide id="6" pos="2712">
          <p15:clr>
            <a:srgbClr val="F26B43"/>
          </p15:clr>
        </p15:guide>
        <p15:guide id="7" pos="3768">
          <p15:clr>
            <a:srgbClr val="F26B43"/>
          </p15:clr>
        </p15:guide>
        <p15:guide id="8" pos="7368">
          <p15:clr>
            <a:srgbClr val="F26B43"/>
          </p15:clr>
        </p15:guide>
        <p15:guide id="9" pos="6288">
          <p15:clr>
            <a:srgbClr val="F26B43"/>
          </p15:clr>
        </p15:guide>
        <p15:guide id="10" pos="6168">
          <p15:clr>
            <a:srgbClr val="F26B43"/>
          </p15:clr>
        </p15:guide>
        <p15:guide id="11" pos="5088">
          <p15:clr>
            <a:srgbClr val="F26B43"/>
          </p15:clr>
        </p15:guide>
        <p15:guide id="12" pos="4968">
          <p15:clr>
            <a:srgbClr val="F26B43"/>
          </p15:clr>
        </p15:guide>
        <p15:guide id="13" pos="3912">
          <p15:clr>
            <a:srgbClr val="F26B43"/>
          </p15:clr>
        </p15:guide>
        <p15:guide id="14" orient="horz" pos="4104">
          <p15:clr>
            <a:srgbClr val="F26B43"/>
          </p15:clr>
        </p15:guide>
        <p15:guide id="15" orient="horz" pos="4032">
          <p15:clr>
            <a:srgbClr val="F26B43"/>
          </p15:clr>
        </p15:guide>
        <p15:guide id="16" orient="horz" pos="2232">
          <p15:clr>
            <a:srgbClr val="F26B43"/>
          </p15:clr>
        </p15:guide>
        <p15:guide id="17" orient="horz" pos="1056">
          <p15:clr>
            <a:srgbClr val="F26B43"/>
          </p15:clr>
        </p15:guide>
        <p15:guide id="18" orient="horz" pos="192">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68"/>
            </p:custDataLst>
            <p:extLst>
              <p:ext uri="{D42A27DB-BD31-4B8C-83A1-F6EECF244321}">
                <p14:modId xmlns:p14="http://schemas.microsoft.com/office/powerpoint/2010/main" val="2438642579"/>
              </p:ext>
            </p:extLst>
          </p:nvPr>
        </p:nvGraphicFramePr>
        <p:xfrm>
          <a:off x="2120" y="1589"/>
          <a:ext cx="2116" cy="1587"/>
        </p:xfrm>
        <a:graphic>
          <a:graphicData uri="http://schemas.openxmlformats.org/presentationml/2006/ole">
            <mc:AlternateContent xmlns:mc="http://schemas.openxmlformats.org/markup-compatibility/2006">
              <mc:Choice xmlns:v="urn:schemas-microsoft-com:vml" Requires="v">
                <p:oleObj name="think-cell Slide" r:id="rId70" imgW="270" imgH="270" progId="TCLayout.ActiveDocument.1">
                  <p:embed/>
                </p:oleObj>
              </mc:Choice>
              <mc:Fallback>
                <p:oleObj name="think-cell Slide" r:id="rId70" imgW="270" imgH="270" progId="TCLayout.ActiveDocument.1">
                  <p:embed/>
                  <p:pic>
                    <p:nvPicPr>
                      <p:cNvPr id="4" name="Object 3" hidden="1"/>
                      <p:cNvPicPr/>
                      <p:nvPr/>
                    </p:nvPicPr>
                    <p:blipFill>
                      <a:blip r:embed="rId71"/>
                      <a:stretch>
                        <a:fillRect/>
                      </a:stretch>
                    </p:blipFill>
                    <p:spPr>
                      <a:xfrm>
                        <a:off x="2120" y="1589"/>
                        <a:ext cx="2116" cy="1587"/>
                      </a:xfrm>
                      <a:prstGeom prst="rect">
                        <a:avLst/>
                      </a:prstGeom>
                    </p:spPr>
                  </p:pic>
                </p:oleObj>
              </mc:Fallback>
            </mc:AlternateContent>
          </a:graphicData>
        </a:graphic>
      </p:graphicFrame>
      <p:sp>
        <p:nvSpPr>
          <p:cNvPr id="6" name="Rectangle 5" hidden="1"/>
          <p:cNvSpPr/>
          <p:nvPr userDrawn="1">
            <p:custDataLst>
              <p:tags r:id="rId69"/>
            </p:custDataLst>
          </p:nvPr>
        </p:nvSpPr>
        <p:spPr bwMode="gray">
          <a:xfrm>
            <a:off x="0" y="0"/>
            <a:ext cx="181078" cy="143955"/>
          </a:xfrm>
          <a:prstGeom prst="rect">
            <a:avLst/>
          </a:prstGeom>
          <a:solidFill>
            <a:schemeClr val="accent3"/>
          </a:solidFill>
          <a:ln w="1905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buFont typeface="Wingdings 2" pitchFamily="18" charset="2"/>
              <a:buNone/>
            </a:pPr>
            <a:endParaRPr lang="en-US" sz="2282"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501651" y="317501"/>
            <a:ext cx="11188699" cy="692150"/>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8" name="TextBox 17"/>
          <p:cNvSpPr txBox="1"/>
          <p:nvPr userDrawn="1"/>
        </p:nvSpPr>
        <p:spPr>
          <a:xfrm>
            <a:off x="282959" y="6656743"/>
            <a:ext cx="5355168" cy="201260"/>
          </a:xfrm>
          <a:prstGeom prst="rect">
            <a:avLst/>
          </a:prstGeom>
          <a:noFill/>
        </p:spPr>
        <p:txBody>
          <a:bodyPr wrap="square" lIns="0" tIns="0" rIns="0" bIns="0" rtlCol="0">
            <a:noAutofit/>
          </a:bodyPr>
          <a:lstStyle/>
          <a:p>
            <a:pPr>
              <a:spcBef>
                <a:spcPts val="755"/>
              </a:spcBef>
              <a:buSzPct val="100000"/>
              <a:buFont typeface="Arial"/>
              <a:buNone/>
            </a:pPr>
            <a:r>
              <a:rPr lang="fr-FR" sz="798" dirty="0">
                <a:solidFill>
                  <a:prstClr val="black"/>
                </a:solidFill>
              </a:rPr>
              <a:t>© 2020 Deloitte Touche Tohmatsu India LLP</a:t>
            </a:r>
          </a:p>
        </p:txBody>
      </p:sp>
      <p:sp>
        <p:nvSpPr>
          <p:cNvPr id="19" name="Text Placeholder 18"/>
          <p:cNvSpPr>
            <a:spLocks noGrp="1"/>
          </p:cNvSpPr>
          <p:nvPr>
            <p:ph type="body" idx="1"/>
          </p:nvPr>
        </p:nvSpPr>
        <p:spPr>
          <a:xfrm>
            <a:off x="501651" y="1665292"/>
            <a:ext cx="11188699" cy="4716462"/>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TextBox 2"/>
          <p:cNvSpPr txBox="1"/>
          <p:nvPr userDrawn="1"/>
        </p:nvSpPr>
        <p:spPr>
          <a:xfrm>
            <a:off x="11617888" y="6657342"/>
            <a:ext cx="307974" cy="100027"/>
          </a:xfrm>
          <a:prstGeom prst="rect">
            <a:avLst/>
          </a:prstGeom>
          <a:noFill/>
        </p:spPr>
        <p:txBody>
          <a:bodyPr wrap="square" lIns="0" tIns="0" rIns="0" bIns="0" rtlCol="0">
            <a:noAutofit/>
          </a:bodyPr>
          <a:lstStyle/>
          <a:p>
            <a:pPr algn="r">
              <a:spcBef>
                <a:spcPts val="755"/>
              </a:spcBef>
              <a:buSzPct val="100000"/>
              <a:buFont typeface="Arial"/>
              <a:buNone/>
            </a:pPr>
            <a:fld id="{C58DF478-B544-4ED8-9ED4-6A2648E2D233}" type="slidenum">
              <a:rPr lang="en-US" sz="798" smtClean="0">
                <a:solidFill>
                  <a:prstClr val="black"/>
                </a:solidFill>
              </a:rPr>
              <a:pPr algn="r">
                <a:spcBef>
                  <a:spcPts val="755"/>
                </a:spcBef>
                <a:buSzPct val="100000"/>
                <a:buFont typeface="Arial"/>
                <a:buNone/>
              </a:pPr>
              <a:t>‹#›</a:t>
            </a:fld>
            <a:endParaRPr lang="en-US" sz="798" dirty="0">
              <a:solidFill>
                <a:prstClr val="black"/>
              </a:solidFill>
            </a:endParaRPr>
          </a:p>
        </p:txBody>
      </p:sp>
    </p:spTree>
    <p:extLst>
      <p:ext uri="{BB962C8B-B14F-4D97-AF65-F5344CB8AC3E}">
        <p14:creationId xmlns:p14="http://schemas.microsoft.com/office/powerpoint/2010/main" val="3940311843"/>
      </p:ext>
    </p:extLst>
  </p:cSld>
  <p:clrMap bg1="lt1" tx1="dk1" bg2="lt2" tx2="dk2" accent1="accent1" accent2="accent2" accent3="accent3" accent4="accent4" accent5="accent5" accent6="accent6" hlink="hlink" folHlink="folHlink"/>
  <p:sldLayoutIdLst>
    <p:sldLayoutId id="2147485134" r:id="rId1"/>
    <p:sldLayoutId id="2147485135" r:id="rId2"/>
    <p:sldLayoutId id="2147485136" r:id="rId3"/>
    <p:sldLayoutId id="2147485137" r:id="rId4"/>
    <p:sldLayoutId id="2147485138" r:id="rId5"/>
    <p:sldLayoutId id="2147485139" r:id="rId6"/>
    <p:sldLayoutId id="2147485140" r:id="rId7"/>
    <p:sldLayoutId id="2147485141" r:id="rId8"/>
    <p:sldLayoutId id="2147485142" r:id="rId9"/>
    <p:sldLayoutId id="2147485143" r:id="rId10"/>
    <p:sldLayoutId id="2147485144" r:id="rId11"/>
    <p:sldLayoutId id="2147485145" r:id="rId12"/>
    <p:sldLayoutId id="2147485146" r:id="rId13"/>
    <p:sldLayoutId id="2147485147" r:id="rId14"/>
    <p:sldLayoutId id="2147485148" r:id="rId15"/>
    <p:sldLayoutId id="2147485149" r:id="rId16"/>
    <p:sldLayoutId id="2147485150" r:id="rId17"/>
    <p:sldLayoutId id="2147485151" r:id="rId18"/>
    <p:sldLayoutId id="2147485152" r:id="rId19"/>
    <p:sldLayoutId id="2147485153" r:id="rId20"/>
    <p:sldLayoutId id="2147485154" r:id="rId21"/>
    <p:sldLayoutId id="2147485155" r:id="rId22"/>
    <p:sldLayoutId id="2147485156" r:id="rId23"/>
    <p:sldLayoutId id="2147485157" r:id="rId24"/>
    <p:sldLayoutId id="2147485158" r:id="rId25"/>
    <p:sldLayoutId id="2147485159" r:id="rId26"/>
    <p:sldLayoutId id="2147485160" r:id="rId27"/>
    <p:sldLayoutId id="2147485161" r:id="rId28"/>
    <p:sldLayoutId id="2147485162" r:id="rId29"/>
    <p:sldLayoutId id="2147485163" r:id="rId30"/>
    <p:sldLayoutId id="2147485164" r:id="rId31"/>
    <p:sldLayoutId id="2147485165" r:id="rId32"/>
    <p:sldLayoutId id="2147485166" r:id="rId33"/>
    <p:sldLayoutId id="2147485167" r:id="rId34"/>
    <p:sldLayoutId id="2147485168" r:id="rId35"/>
    <p:sldLayoutId id="2147485169" r:id="rId36"/>
    <p:sldLayoutId id="2147485170" r:id="rId37"/>
    <p:sldLayoutId id="2147485171" r:id="rId38"/>
    <p:sldLayoutId id="2147485172" r:id="rId39"/>
    <p:sldLayoutId id="2147485173" r:id="rId40"/>
    <p:sldLayoutId id="2147485174" r:id="rId41"/>
    <p:sldLayoutId id="2147485175" r:id="rId42"/>
    <p:sldLayoutId id="2147485176" r:id="rId43"/>
    <p:sldLayoutId id="2147485177" r:id="rId44"/>
    <p:sldLayoutId id="2147485178" r:id="rId45"/>
    <p:sldLayoutId id="2147485179" r:id="rId46"/>
    <p:sldLayoutId id="2147485180" r:id="rId47"/>
    <p:sldLayoutId id="2147485181" r:id="rId48"/>
    <p:sldLayoutId id="2147485182" r:id="rId49"/>
    <p:sldLayoutId id="2147485184" r:id="rId50"/>
    <p:sldLayoutId id="2147485185" r:id="rId51"/>
    <p:sldLayoutId id="2147485186" r:id="rId52"/>
    <p:sldLayoutId id="2147485187" r:id="rId53"/>
    <p:sldLayoutId id="2147485189" r:id="rId54"/>
    <p:sldLayoutId id="2147485190" r:id="rId55"/>
    <p:sldLayoutId id="2147485191" r:id="rId56"/>
    <p:sldLayoutId id="2147485192" r:id="rId57"/>
    <p:sldLayoutId id="2147485193" r:id="rId58"/>
    <p:sldLayoutId id="2147485196" r:id="rId59"/>
    <p:sldLayoutId id="2147485197" r:id="rId60"/>
    <p:sldLayoutId id="2147485203" r:id="rId61"/>
    <p:sldLayoutId id="2147485206" r:id="rId62"/>
    <p:sldLayoutId id="2147485207" r:id="rId63"/>
    <p:sldLayoutId id="2147485208" r:id="rId64"/>
    <p:sldLayoutId id="2147485210" r:id="rId65"/>
    <p:sldLayoutId id="2147485214" r:id="rId66"/>
  </p:sldLayoutIdLst>
  <p:transition>
    <p:fade/>
  </p:transition>
  <p:hf hdr="0" dt="0"/>
  <p:txStyles>
    <p:titleStyle>
      <a:lvl1pPr algn="l" defTabSz="1150154" rtl="0" eaLnBrk="1" latinLnBrk="0" hangingPunct="1">
        <a:spcBef>
          <a:spcPct val="0"/>
        </a:spcBef>
        <a:buNone/>
        <a:defRPr sz="2282" kern="1200">
          <a:solidFill>
            <a:schemeClr val="tx1"/>
          </a:solidFill>
          <a:latin typeface="+mj-lt"/>
          <a:ea typeface="+mj-ea"/>
          <a:cs typeface="+mj-cs"/>
        </a:defRPr>
      </a:lvl1pPr>
    </p:titleStyle>
    <p:bodyStyle>
      <a:lvl1pPr marL="0" indent="0" algn="l" defTabSz="1150154" rtl="0" eaLnBrk="1" latinLnBrk="0" hangingPunct="1">
        <a:spcBef>
          <a:spcPts val="0"/>
        </a:spcBef>
        <a:spcAft>
          <a:spcPts val="1258"/>
        </a:spcAft>
        <a:buSzPct val="100000"/>
        <a:buFont typeface="Arial" panose="020B0604020202020204" pitchFamily="34" charset="0"/>
        <a:buNone/>
        <a:defRPr sz="1141" b="0" kern="1200">
          <a:solidFill>
            <a:schemeClr val="tx1"/>
          </a:solidFill>
          <a:latin typeface="+mn-lt"/>
          <a:ea typeface="+mn-ea"/>
          <a:cs typeface="+mn-cs"/>
        </a:defRPr>
      </a:lvl1pPr>
      <a:lvl2pPr marL="0" indent="0" algn="l" defTabSz="1150154" rtl="0" eaLnBrk="1" latinLnBrk="0" hangingPunct="1">
        <a:spcBef>
          <a:spcPts val="0"/>
        </a:spcBef>
        <a:spcAft>
          <a:spcPts val="1258"/>
        </a:spcAft>
        <a:buClrTx/>
        <a:buSzPct val="100000"/>
        <a:buFont typeface="Arial"/>
        <a:buNone/>
        <a:defRPr lang="en-US" sz="1141" b="1" kern="1200" dirty="0" smtClean="0">
          <a:solidFill>
            <a:schemeClr val="tx1"/>
          </a:solidFill>
          <a:latin typeface="+mn-lt"/>
          <a:ea typeface="+mn-ea"/>
          <a:cs typeface="+mn-cs"/>
        </a:defRPr>
      </a:lvl2pPr>
      <a:lvl3pPr marL="221880" indent="-221880" algn="l" defTabSz="1150154" rtl="0" eaLnBrk="1" latinLnBrk="0" hangingPunct="1">
        <a:spcBef>
          <a:spcPts val="0"/>
        </a:spcBef>
        <a:spcAft>
          <a:spcPts val="1258"/>
        </a:spcAft>
        <a:buClrTx/>
        <a:buSzPct val="100000"/>
        <a:buFont typeface="Arial" panose="020B0604020202020204" pitchFamily="34" charset="0"/>
        <a:buChar char="•"/>
        <a:defRPr lang="en-US" sz="1141" kern="1200" dirty="0" smtClean="0">
          <a:solidFill>
            <a:schemeClr val="tx1"/>
          </a:solidFill>
          <a:latin typeface="+mn-lt"/>
          <a:ea typeface="+mn-ea"/>
          <a:cs typeface="+mn-cs"/>
        </a:defRPr>
      </a:lvl3pPr>
      <a:lvl4pPr marL="448288" indent="-221880" algn="l" defTabSz="1150154" rtl="0" eaLnBrk="1" latinLnBrk="0" hangingPunct="1">
        <a:spcBef>
          <a:spcPts val="0"/>
        </a:spcBef>
        <a:spcAft>
          <a:spcPts val="1258"/>
        </a:spcAft>
        <a:buClrTx/>
        <a:buSzPct val="100000"/>
        <a:buFont typeface="Verdana" panose="020B0604030504040204" pitchFamily="34" charset="0"/>
        <a:buChar char="−"/>
        <a:defRPr lang="en-US" sz="1141" kern="1200" baseline="0" dirty="0" smtClean="0">
          <a:solidFill>
            <a:schemeClr val="tx1"/>
          </a:solidFill>
          <a:latin typeface="+mn-lt"/>
          <a:ea typeface="+mn-ea"/>
          <a:cs typeface="+mn-cs"/>
        </a:defRPr>
      </a:lvl4pPr>
      <a:lvl5pPr marL="670169" indent="-221880" algn="l" defTabSz="1004389" rtl="0" eaLnBrk="1" latinLnBrk="0" hangingPunct="1">
        <a:spcBef>
          <a:spcPts val="0"/>
        </a:spcBef>
        <a:spcAft>
          <a:spcPts val="1258"/>
        </a:spcAft>
        <a:buClrTx/>
        <a:buSzPct val="100000"/>
        <a:buFont typeface="Verdana" panose="020B0604030504040204" pitchFamily="34" charset="0"/>
        <a:buChar char="−"/>
        <a:tabLst/>
        <a:defRPr lang="en-US" sz="1141" kern="1200" baseline="0" dirty="0" smtClean="0">
          <a:solidFill>
            <a:schemeClr val="tx1"/>
          </a:solidFill>
          <a:latin typeface="+mn-lt"/>
          <a:ea typeface="+mn-ea"/>
          <a:cs typeface="+mn-cs"/>
        </a:defRPr>
      </a:lvl5pPr>
      <a:lvl6pPr marL="670169" indent="-221880" algn="l" defTabSz="1150154"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6pPr>
      <a:lvl7pPr marL="670169" indent="-221880" algn="l" defTabSz="1150154" rtl="0" eaLnBrk="1" latinLnBrk="0" hangingPunct="1">
        <a:spcBef>
          <a:spcPts val="0"/>
        </a:spcBef>
        <a:spcAft>
          <a:spcPts val="1258"/>
        </a:spcAft>
        <a:buFont typeface="Verdana" panose="020B0604030504040204" pitchFamily="34" charset="0"/>
        <a:buChar char="−"/>
        <a:defRPr sz="1509" kern="1200">
          <a:solidFill>
            <a:schemeClr val="tx1"/>
          </a:solidFill>
          <a:latin typeface="+mn-lt"/>
          <a:ea typeface="+mn-ea"/>
          <a:cs typeface="+mn-cs"/>
        </a:defRPr>
      </a:lvl7pPr>
      <a:lvl8pPr marL="670169" indent="-221880" algn="l" defTabSz="1150154"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8pPr>
      <a:lvl9pPr marL="670169" indent="-221880" algn="l" defTabSz="1150154"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9pPr>
    </p:bodyStyle>
    <p:otherStyle>
      <a:defPPr>
        <a:defRPr lang="en-US"/>
      </a:defPPr>
      <a:lvl1pPr marL="0" algn="l" defTabSz="1150154" rtl="0" eaLnBrk="1" latinLnBrk="0" hangingPunct="1">
        <a:defRPr sz="2264" kern="1200">
          <a:solidFill>
            <a:schemeClr val="tx1"/>
          </a:solidFill>
          <a:latin typeface="+mn-lt"/>
          <a:ea typeface="+mn-ea"/>
          <a:cs typeface="+mn-cs"/>
        </a:defRPr>
      </a:lvl1pPr>
      <a:lvl2pPr marL="575077" algn="l" defTabSz="1150154" rtl="0" eaLnBrk="1" latinLnBrk="0" hangingPunct="1">
        <a:defRPr sz="2264" kern="1200">
          <a:solidFill>
            <a:schemeClr val="tx1"/>
          </a:solidFill>
          <a:latin typeface="+mn-lt"/>
          <a:ea typeface="+mn-ea"/>
          <a:cs typeface="+mn-cs"/>
        </a:defRPr>
      </a:lvl2pPr>
      <a:lvl3pPr marL="1150154" algn="l" defTabSz="1150154" rtl="0" eaLnBrk="1" latinLnBrk="0" hangingPunct="1">
        <a:defRPr sz="2264" kern="1200">
          <a:solidFill>
            <a:schemeClr val="tx1"/>
          </a:solidFill>
          <a:latin typeface="+mn-lt"/>
          <a:ea typeface="+mn-ea"/>
          <a:cs typeface="+mn-cs"/>
        </a:defRPr>
      </a:lvl3pPr>
      <a:lvl4pPr marL="1725231" algn="l" defTabSz="1150154" rtl="0" eaLnBrk="1" latinLnBrk="0" hangingPunct="1">
        <a:defRPr sz="2264" kern="1200">
          <a:solidFill>
            <a:schemeClr val="tx1"/>
          </a:solidFill>
          <a:latin typeface="+mn-lt"/>
          <a:ea typeface="+mn-ea"/>
          <a:cs typeface="+mn-cs"/>
        </a:defRPr>
      </a:lvl4pPr>
      <a:lvl5pPr marL="2300309" algn="l" defTabSz="1150154" rtl="0" eaLnBrk="1" latinLnBrk="0" hangingPunct="1">
        <a:defRPr sz="2264" kern="1200">
          <a:solidFill>
            <a:schemeClr val="tx1"/>
          </a:solidFill>
          <a:latin typeface="+mn-lt"/>
          <a:ea typeface="+mn-ea"/>
          <a:cs typeface="+mn-cs"/>
        </a:defRPr>
      </a:lvl5pPr>
      <a:lvl6pPr marL="2875386" algn="l" defTabSz="1150154" rtl="0" eaLnBrk="1" latinLnBrk="0" hangingPunct="1">
        <a:defRPr sz="2264" kern="1200">
          <a:solidFill>
            <a:schemeClr val="tx1"/>
          </a:solidFill>
          <a:latin typeface="+mn-lt"/>
          <a:ea typeface="+mn-ea"/>
          <a:cs typeface="+mn-cs"/>
        </a:defRPr>
      </a:lvl6pPr>
      <a:lvl7pPr marL="3450463" algn="l" defTabSz="1150154" rtl="0" eaLnBrk="1" latinLnBrk="0" hangingPunct="1">
        <a:defRPr sz="2264" kern="1200">
          <a:solidFill>
            <a:schemeClr val="tx1"/>
          </a:solidFill>
          <a:latin typeface="+mn-lt"/>
          <a:ea typeface="+mn-ea"/>
          <a:cs typeface="+mn-cs"/>
        </a:defRPr>
      </a:lvl7pPr>
      <a:lvl8pPr marL="4025540" algn="l" defTabSz="1150154" rtl="0" eaLnBrk="1" latinLnBrk="0" hangingPunct="1">
        <a:defRPr sz="2264" kern="1200">
          <a:solidFill>
            <a:schemeClr val="tx1"/>
          </a:solidFill>
          <a:latin typeface="+mn-lt"/>
          <a:ea typeface="+mn-ea"/>
          <a:cs typeface="+mn-cs"/>
        </a:defRPr>
      </a:lvl8pPr>
      <a:lvl9pPr marL="4600616" algn="l" defTabSz="1150154" rtl="0" eaLnBrk="1" latinLnBrk="0" hangingPunct="1">
        <a:defRPr sz="2264"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443">
          <p15:clr>
            <a:srgbClr val="F26B43"/>
          </p15:clr>
        </p15:guide>
        <p15:guide id="2" pos="348">
          <p15:clr>
            <a:srgbClr val="F26B43"/>
          </p15:clr>
        </p15:guide>
        <p15:guide id="3" pos="8131">
          <p15:clr>
            <a:srgbClr val="F26B43"/>
          </p15:clr>
        </p15:guide>
        <p15:guide id="4" orient="horz" pos="219">
          <p15:clr>
            <a:srgbClr val="F26B43"/>
          </p15:clr>
        </p15:guide>
        <p15:guide id="5" orient="horz" pos="1152">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3"/>
            </p:custDataLst>
            <p:extLst>
              <p:ext uri="{D42A27DB-BD31-4B8C-83A1-F6EECF244321}">
                <p14:modId xmlns:p14="http://schemas.microsoft.com/office/powerpoint/2010/main" val="2453912781"/>
              </p:ext>
            </p:extLst>
          </p:nvPr>
        </p:nvGraphicFramePr>
        <p:xfrm>
          <a:off x="2121" y="1592"/>
          <a:ext cx="2117" cy="1587"/>
        </p:xfrm>
        <a:graphic>
          <a:graphicData uri="http://schemas.openxmlformats.org/presentationml/2006/ole">
            <mc:AlternateContent xmlns:mc="http://schemas.openxmlformats.org/markup-compatibility/2006">
              <mc:Choice xmlns:v="urn:schemas-microsoft-com:vml" Requires="v">
                <p:oleObj name="think-cell Slide" r:id="rId45" imgW="270" imgH="270" progId="TCLayout.ActiveDocument.1">
                  <p:embed/>
                </p:oleObj>
              </mc:Choice>
              <mc:Fallback>
                <p:oleObj name="think-cell Slide" r:id="rId45" imgW="270" imgH="270" progId="TCLayout.ActiveDocument.1">
                  <p:embed/>
                  <p:pic>
                    <p:nvPicPr>
                      <p:cNvPr id="4" name="Object 3" hidden="1"/>
                      <p:cNvPicPr/>
                      <p:nvPr/>
                    </p:nvPicPr>
                    <p:blipFill>
                      <a:blip r:embed="rId46"/>
                      <a:stretch>
                        <a:fillRect/>
                      </a:stretch>
                    </p:blipFill>
                    <p:spPr>
                      <a:xfrm>
                        <a:off x="2121" y="1592"/>
                        <a:ext cx="2117" cy="1587"/>
                      </a:xfrm>
                      <a:prstGeom prst="rect">
                        <a:avLst/>
                      </a:prstGeom>
                    </p:spPr>
                  </p:pic>
                </p:oleObj>
              </mc:Fallback>
            </mc:AlternateContent>
          </a:graphicData>
        </a:graphic>
      </p:graphicFrame>
      <p:sp>
        <p:nvSpPr>
          <p:cNvPr id="5" name="Rectangle 4" hidden="1"/>
          <p:cNvSpPr/>
          <p:nvPr userDrawn="1">
            <p:custDataLst>
              <p:tags r:id="rId44"/>
            </p:custDataLst>
          </p:nvPr>
        </p:nvSpPr>
        <p:spPr bwMode="gray">
          <a:xfrm>
            <a:off x="0" y="0"/>
            <a:ext cx="140074" cy="140074"/>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eaLnBrk="1">
              <a:lnSpc>
                <a:spcPct val="106000"/>
              </a:lnSpc>
              <a:buFont typeface="Wingdings 2" pitchFamily="18" charset="2"/>
              <a:buNone/>
            </a:pPr>
            <a:endParaRPr lang="en-US" sz="2667"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501653" y="317505"/>
            <a:ext cx="11188700" cy="692150"/>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8" name="TextBox 17"/>
          <p:cNvSpPr txBox="1"/>
          <p:nvPr userDrawn="1"/>
        </p:nvSpPr>
        <p:spPr>
          <a:xfrm>
            <a:off x="501652" y="6629408"/>
            <a:ext cx="5355169" cy="201260"/>
          </a:xfrm>
          <a:prstGeom prst="rect">
            <a:avLst/>
          </a:prstGeom>
          <a:noFill/>
        </p:spPr>
        <p:txBody>
          <a:bodyPr wrap="square" lIns="0" tIns="0" rIns="0" bIns="0" rtlCol="0">
            <a:noAutofit/>
          </a:bodyPr>
          <a:lstStyle/>
          <a:p>
            <a:pPr>
              <a:spcBef>
                <a:spcPts val="800"/>
              </a:spcBef>
              <a:buSzPct val="100000"/>
              <a:buFont typeface="Arial"/>
              <a:buNone/>
            </a:pPr>
            <a:r>
              <a:rPr lang="fr-FR" sz="867" dirty="0">
                <a:solidFill>
                  <a:prstClr val="black"/>
                </a:solidFill>
              </a:rPr>
              <a:t>© 2022 Deloitte Touche Tohmatsu India LLP</a:t>
            </a:r>
          </a:p>
        </p:txBody>
      </p:sp>
      <p:sp>
        <p:nvSpPr>
          <p:cNvPr id="19" name="Text Placeholder 18"/>
          <p:cNvSpPr>
            <a:spLocks noGrp="1"/>
          </p:cNvSpPr>
          <p:nvPr>
            <p:ph type="body" idx="1"/>
          </p:nvPr>
        </p:nvSpPr>
        <p:spPr>
          <a:xfrm>
            <a:off x="501652" y="1665289"/>
            <a:ext cx="11188700" cy="4716462"/>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TextBox 2"/>
          <p:cNvSpPr txBox="1"/>
          <p:nvPr userDrawn="1"/>
        </p:nvSpPr>
        <p:spPr>
          <a:xfrm>
            <a:off x="11382379" y="6629405"/>
            <a:ext cx="307976" cy="100027"/>
          </a:xfrm>
          <a:prstGeom prst="rect">
            <a:avLst/>
          </a:prstGeom>
          <a:noFill/>
        </p:spPr>
        <p:txBody>
          <a:bodyPr wrap="square" lIns="0" tIns="0" rIns="0" bIns="0" rtlCol="0">
            <a:noAutofit/>
          </a:bodyPr>
          <a:lstStyle/>
          <a:p>
            <a:pPr algn="r">
              <a:spcBef>
                <a:spcPts val="800"/>
              </a:spcBef>
              <a:buSzPct val="100000"/>
              <a:buFont typeface="Arial"/>
              <a:buNone/>
            </a:pPr>
            <a:fld id="{C58DF478-B544-4ED8-9ED4-6A2648E2D233}" type="slidenum">
              <a:rPr lang="en-US" sz="867" smtClean="0">
                <a:solidFill>
                  <a:prstClr val="black"/>
                </a:solidFill>
              </a:rPr>
              <a:pPr algn="r">
                <a:spcBef>
                  <a:spcPts val="800"/>
                </a:spcBef>
                <a:buSzPct val="100000"/>
                <a:buFont typeface="Arial"/>
                <a:buNone/>
              </a:pPr>
              <a:t>‹#›</a:t>
            </a:fld>
            <a:endParaRPr lang="en-US" sz="867" dirty="0">
              <a:solidFill>
                <a:prstClr val="black"/>
              </a:solidFill>
            </a:endParaRPr>
          </a:p>
        </p:txBody>
      </p:sp>
    </p:spTree>
    <p:extLst>
      <p:ext uri="{BB962C8B-B14F-4D97-AF65-F5344CB8AC3E}">
        <p14:creationId xmlns:p14="http://schemas.microsoft.com/office/powerpoint/2010/main" val="3870557177"/>
      </p:ext>
    </p:extLst>
  </p:cSld>
  <p:clrMap bg1="lt1" tx1="dk1" bg2="lt2" tx2="dk2" accent1="accent1" accent2="accent2" accent3="accent3" accent4="accent4" accent5="accent5" accent6="accent6" hlink="hlink" folHlink="folHlink"/>
  <p:sldLayoutIdLst>
    <p:sldLayoutId id="2147485305" r:id="rId1"/>
    <p:sldLayoutId id="2147485306" r:id="rId2"/>
    <p:sldLayoutId id="2147485307" r:id="rId3"/>
    <p:sldLayoutId id="2147485308" r:id="rId4"/>
    <p:sldLayoutId id="2147485309" r:id="rId5"/>
    <p:sldLayoutId id="2147485310" r:id="rId6"/>
    <p:sldLayoutId id="2147485311" r:id="rId7"/>
    <p:sldLayoutId id="2147485312" r:id="rId8"/>
    <p:sldLayoutId id="2147485313" r:id="rId9"/>
    <p:sldLayoutId id="2147485314" r:id="rId10"/>
    <p:sldLayoutId id="2147485315" r:id="rId11"/>
    <p:sldLayoutId id="2147485316" r:id="rId12"/>
    <p:sldLayoutId id="2147485317" r:id="rId13"/>
    <p:sldLayoutId id="2147485318" r:id="rId14"/>
    <p:sldLayoutId id="2147485319" r:id="rId15"/>
    <p:sldLayoutId id="2147485320" r:id="rId16"/>
    <p:sldLayoutId id="2147485321" r:id="rId17"/>
    <p:sldLayoutId id="2147485322" r:id="rId18"/>
    <p:sldLayoutId id="2147485323" r:id="rId19"/>
    <p:sldLayoutId id="2147485324" r:id="rId20"/>
    <p:sldLayoutId id="2147485325" r:id="rId21"/>
    <p:sldLayoutId id="2147485326" r:id="rId22"/>
    <p:sldLayoutId id="2147485327" r:id="rId23"/>
    <p:sldLayoutId id="2147485328" r:id="rId24"/>
    <p:sldLayoutId id="2147485329" r:id="rId25"/>
    <p:sldLayoutId id="2147485330" r:id="rId26"/>
    <p:sldLayoutId id="2147485331" r:id="rId27"/>
    <p:sldLayoutId id="2147485332" r:id="rId28"/>
    <p:sldLayoutId id="2147485333" r:id="rId29"/>
    <p:sldLayoutId id="2147485334" r:id="rId30"/>
    <p:sldLayoutId id="2147485335" r:id="rId31"/>
    <p:sldLayoutId id="2147485336" r:id="rId32"/>
    <p:sldLayoutId id="2147485337" r:id="rId33"/>
    <p:sldLayoutId id="2147485338" r:id="rId34"/>
    <p:sldLayoutId id="2147485339" r:id="rId35"/>
    <p:sldLayoutId id="2147485340" r:id="rId36"/>
    <p:sldLayoutId id="2147485341" r:id="rId37"/>
    <p:sldLayoutId id="2147485342" r:id="rId38"/>
    <p:sldLayoutId id="2147485343" r:id="rId39"/>
    <p:sldLayoutId id="2147485344" r:id="rId40"/>
    <p:sldLayoutId id="2147485345" r:id="rId41"/>
  </p:sldLayoutIdLst>
  <p:transition>
    <p:fade/>
  </p:transition>
  <p:hf hdr="0" dt="0"/>
  <p:txStyles>
    <p:titleStyle>
      <a:lvl1pPr algn="l" defTabSz="1219231" rtl="0" eaLnBrk="1" latinLnBrk="0" hangingPunct="1">
        <a:spcBef>
          <a:spcPct val="0"/>
        </a:spcBef>
        <a:buNone/>
        <a:defRPr sz="2667" kern="1200">
          <a:solidFill>
            <a:schemeClr val="tx1"/>
          </a:solidFill>
          <a:latin typeface="+mj-lt"/>
          <a:ea typeface="+mj-ea"/>
          <a:cs typeface="+mj-cs"/>
        </a:defRPr>
      </a:lvl1pPr>
    </p:titleStyle>
    <p:body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231" rtl="0" eaLnBrk="1" latinLnBrk="0" hangingPunct="1">
        <a:defRPr sz="2400" kern="1200">
          <a:solidFill>
            <a:schemeClr val="tx1"/>
          </a:solidFill>
          <a:latin typeface="+mn-lt"/>
          <a:ea typeface="+mn-ea"/>
          <a:cs typeface="+mn-cs"/>
        </a:defRPr>
      </a:lvl1pPr>
      <a:lvl2pPr marL="609616" algn="l" defTabSz="1219231" rtl="0" eaLnBrk="1" latinLnBrk="0" hangingPunct="1">
        <a:defRPr sz="2400" kern="1200">
          <a:solidFill>
            <a:schemeClr val="tx1"/>
          </a:solidFill>
          <a:latin typeface="+mn-lt"/>
          <a:ea typeface="+mn-ea"/>
          <a:cs typeface="+mn-cs"/>
        </a:defRPr>
      </a:lvl2pPr>
      <a:lvl3pPr marL="1219231" algn="l" defTabSz="1219231" rtl="0" eaLnBrk="1" latinLnBrk="0" hangingPunct="1">
        <a:defRPr sz="2400" kern="1200">
          <a:solidFill>
            <a:schemeClr val="tx1"/>
          </a:solidFill>
          <a:latin typeface="+mn-lt"/>
          <a:ea typeface="+mn-ea"/>
          <a:cs typeface="+mn-cs"/>
        </a:defRPr>
      </a:lvl3pPr>
      <a:lvl4pPr marL="1828848" algn="l" defTabSz="1219231" rtl="0" eaLnBrk="1" latinLnBrk="0" hangingPunct="1">
        <a:defRPr sz="2400" kern="1200">
          <a:solidFill>
            <a:schemeClr val="tx1"/>
          </a:solidFill>
          <a:latin typeface="+mn-lt"/>
          <a:ea typeface="+mn-ea"/>
          <a:cs typeface="+mn-cs"/>
        </a:defRPr>
      </a:lvl4pPr>
      <a:lvl5pPr marL="2438464" algn="l" defTabSz="1219231" rtl="0" eaLnBrk="1" latinLnBrk="0" hangingPunct="1">
        <a:defRPr sz="2400" kern="1200">
          <a:solidFill>
            <a:schemeClr val="tx1"/>
          </a:solidFill>
          <a:latin typeface="+mn-lt"/>
          <a:ea typeface="+mn-ea"/>
          <a:cs typeface="+mn-cs"/>
        </a:defRPr>
      </a:lvl5pPr>
      <a:lvl6pPr marL="3048080" algn="l" defTabSz="1219231" rtl="0" eaLnBrk="1" latinLnBrk="0" hangingPunct="1">
        <a:defRPr sz="2400" kern="1200">
          <a:solidFill>
            <a:schemeClr val="tx1"/>
          </a:solidFill>
          <a:latin typeface="+mn-lt"/>
          <a:ea typeface="+mn-ea"/>
          <a:cs typeface="+mn-cs"/>
        </a:defRPr>
      </a:lvl6pPr>
      <a:lvl7pPr marL="3657695" algn="l" defTabSz="1219231" rtl="0" eaLnBrk="1" latinLnBrk="0" hangingPunct="1">
        <a:defRPr sz="2400" kern="1200">
          <a:solidFill>
            <a:schemeClr val="tx1"/>
          </a:solidFill>
          <a:latin typeface="+mn-lt"/>
          <a:ea typeface="+mn-ea"/>
          <a:cs typeface="+mn-cs"/>
        </a:defRPr>
      </a:lvl7pPr>
      <a:lvl8pPr marL="4267311" algn="l" defTabSz="1219231" rtl="0" eaLnBrk="1" latinLnBrk="0" hangingPunct="1">
        <a:defRPr sz="2400" kern="1200">
          <a:solidFill>
            <a:schemeClr val="tx1"/>
          </a:solidFill>
          <a:latin typeface="+mn-lt"/>
          <a:ea typeface="+mn-ea"/>
          <a:cs typeface="+mn-cs"/>
        </a:defRPr>
      </a:lvl8pPr>
      <a:lvl9pPr marL="4876928" algn="l" defTabSz="1219231"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556">
          <p15:clr>
            <a:srgbClr val="F26B43"/>
          </p15:clr>
        </p15:guide>
        <p15:guide id="2" pos="359">
          <p15:clr>
            <a:srgbClr val="F26B43"/>
          </p15:clr>
        </p15:guide>
        <p15:guide id="3" pos="8345">
          <p15:clr>
            <a:srgbClr val="F26B43"/>
          </p15:clr>
        </p15:guide>
        <p15:guide id="4" orient="horz" pos="227">
          <p15:clr>
            <a:srgbClr val="F26B43"/>
          </p15:clr>
        </p15:guide>
        <p15:guide id="5" orient="horz" pos="1189">
          <p15:clr>
            <a:srgbClr val="F26B43"/>
          </p15:clr>
        </p15:guide>
        <p15:guide id="6" orient="horz" pos="725">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37.xml"/><Relationship Id="rId7" Type="http://schemas.openxmlformats.org/officeDocument/2006/relationships/image" Target="../media/image3.emf"/><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oleObject" Target="../embeddings/oleObject19.bin"/><Relationship Id="rId5" Type="http://schemas.openxmlformats.org/officeDocument/2006/relationships/image" Target="../media/image10.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40.xml"/><Relationship Id="rId5" Type="http://schemas.openxmlformats.org/officeDocument/2006/relationships/image" Target="../media/image12.emf"/><Relationship Id="rId4" Type="http://schemas.openxmlformats.org/officeDocument/2006/relationships/oleObject" Target="../embeddings/oleObject20.bin"/></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1.xml"/><Relationship Id="rId1" Type="http://schemas.openxmlformats.org/officeDocument/2006/relationships/tags" Target="../tags/tag41.xml"/><Relationship Id="rId4" Type="http://schemas.openxmlformats.org/officeDocument/2006/relationships/image" Target="../media/image12.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1.xml"/><Relationship Id="rId1" Type="http://schemas.openxmlformats.org/officeDocument/2006/relationships/tags" Target="../tags/tag42.xml"/><Relationship Id="rId4" Type="http://schemas.openxmlformats.org/officeDocument/2006/relationships/image" Target="../media/image12.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1.xml"/><Relationship Id="rId1" Type="http://schemas.openxmlformats.org/officeDocument/2006/relationships/tags" Target="../tags/tag43.xml"/><Relationship Id="rId4" Type="http://schemas.openxmlformats.org/officeDocument/2006/relationships/image" Target="../media/image12.emf"/></Relationships>
</file>

<file path=ppt/slides/_rels/slide8.xml.rels><?xml version="1.0" encoding="UTF-8" standalone="yes"?>
<Relationships xmlns="http://schemas.openxmlformats.org/package/2006/relationships"><Relationship Id="rId8" Type="http://schemas.openxmlformats.org/officeDocument/2006/relationships/tags" Target="../tags/tag51.xml"/><Relationship Id="rId3" Type="http://schemas.openxmlformats.org/officeDocument/2006/relationships/tags" Target="../tags/tag46.xml"/><Relationship Id="rId7" Type="http://schemas.openxmlformats.org/officeDocument/2006/relationships/tags" Target="../tags/tag50.xml"/><Relationship Id="rId12" Type="http://schemas.openxmlformats.org/officeDocument/2006/relationships/image" Target="../media/image12.emf"/><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tags" Target="../tags/tag49.xml"/><Relationship Id="rId11" Type="http://schemas.openxmlformats.org/officeDocument/2006/relationships/oleObject" Target="../embeddings/oleObject24.bin"/><Relationship Id="rId5" Type="http://schemas.openxmlformats.org/officeDocument/2006/relationships/tags" Target="../tags/tag48.xml"/><Relationship Id="rId10" Type="http://schemas.openxmlformats.org/officeDocument/2006/relationships/notesSlide" Target="../notesSlides/notesSlide3.xml"/><Relationship Id="rId4" Type="http://schemas.openxmlformats.org/officeDocument/2006/relationships/tags" Target="../tags/tag47.xml"/><Relationship Id="rId9"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tags" Target="../tags/tag59.xml"/><Relationship Id="rId13" Type="http://schemas.openxmlformats.org/officeDocument/2006/relationships/slideLayout" Target="../slideLayouts/slideLayout1.xml"/><Relationship Id="rId3" Type="http://schemas.openxmlformats.org/officeDocument/2006/relationships/tags" Target="../tags/tag54.xml"/><Relationship Id="rId7" Type="http://schemas.openxmlformats.org/officeDocument/2006/relationships/tags" Target="../tags/tag58.xml"/><Relationship Id="rId12" Type="http://schemas.openxmlformats.org/officeDocument/2006/relationships/tags" Target="../tags/tag63.xml"/><Relationship Id="rId2" Type="http://schemas.openxmlformats.org/officeDocument/2006/relationships/tags" Target="../tags/tag53.xml"/><Relationship Id="rId16" Type="http://schemas.openxmlformats.org/officeDocument/2006/relationships/image" Target="../media/image12.emf"/><Relationship Id="rId1" Type="http://schemas.openxmlformats.org/officeDocument/2006/relationships/tags" Target="../tags/tag52.xml"/><Relationship Id="rId6" Type="http://schemas.openxmlformats.org/officeDocument/2006/relationships/tags" Target="../tags/tag57.xml"/><Relationship Id="rId11" Type="http://schemas.openxmlformats.org/officeDocument/2006/relationships/tags" Target="../tags/tag62.xml"/><Relationship Id="rId5" Type="http://schemas.openxmlformats.org/officeDocument/2006/relationships/tags" Target="../tags/tag56.xml"/><Relationship Id="rId15" Type="http://schemas.openxmlformats.org/officeDocument/2006/relationships/oleObject" Target="../embeddings/oleObject25.bin"/><Relationship Id="rId10" Type="http://schemas.openxmlformats.org/officeDocument/2006/relationships/tags" Target="../tags/tag61.xml"/><Relationship Id="rId4" Type="http://schemas.openxmlformats.org/officeDocument/2006/relationships/tags" Target="../tags/tag55.xml"/><Relationship Id="rId9" Type="http://schemas.openxmlformats.org/officeDocument/2006/relationships/tags" Target="../tags/tag60.xml"/><Relationship Id="rId14"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2.xml"/><Relationship Id="rId1" Type="http://schemas.openxmlformats.org/officeDocument/2006/relationships/tags" Target="../tags/tag64.xml"/><Relationship Id="rId4" Type="http://schemas.openxmlformats.org/officeDocument/2006/relationships/image" Target="../media/image12.emf"/></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3.emf"/><Relationship Id="rId5" Type="http://schemas.openxmlformats.org/officeDocument/2006/relationships/oleObject" Target="../embeddings/oleObject27.bin"/><Relationship Id="rId4"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image" Target="../media/image3.emf"/><Relationship Id="rId5" Type="http://schemas.openxmlformats.org/officeDocument/2006/relationships/oleObject" Target="../embeddings/oleObject28.bin"/><Relationship Id="rId4"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image" Target="../media/image3.emf"/><Relationship Id="rId5" Type="http://schemas.openxmlformats.org/officeDocument/2006/relationships/oleObject" Target="../embeddings/oleObject29.bin"/><Relationship Id="rId4"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72.xml"/><Relationship Id="rId1" Type="http://schemas.openxmlformats.org/officeDocument/2006/relationships/tags" Target="../tags/tag71.xml"/><Relationship Id="rId5" Type="http://schemas.openxmlformats.org/officeDocument/2006/relationships/image" Target="../media/image3.emf"/><Relationship Id="rId4" Type="http://schemas.openxmlformats.org/officeDocument/2006/relationships/oleObject" Target="../embeddings/oleObject30.bin"/></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6.xml"/><Relationship Id="rId1" Type="http://schemas.openxmlformats.org/officeDocument/2006/relationships/tags" Target="../tags/tag73.xml"/><Relationship Id="rId5" Type="http://schemas.openxmlformats.org/officeDocument/2006/relationships/image" Target="../media/image12.emf"/><Relationship Id="rId4" Type="http://schemas.openxmlformats.org/officeDocument/2006/relationships/oleObject" Target="../embeddings/oleObject31.bin"/></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4.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75.xml"/><Relationship Id="rId1" Type="http://schemas.openxmlformats.org/officeDocument/2006/relationships/tags" Target="../tags/tag74.xml"/><Relationship Id="rId5" Type="http://schemas.openxmlformats.org/officeDocument/2006/relationships/image" Target="../media/image3.emf"/><Relationship Id="rId4" Type="http://schemas.openxmlformats.org/officeDocument/2006/relationships/oleObject" Target="../embeddings/oleObject32.bin"/></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77.xml"/><Relationship Id="rId1" Type="http://schemas.openxmlformats.org/officeDocument/2006/relationships/tags" Target="../tags/tag76.xml"/><Relationship Id="rId5" Type="http://schemas.openxmlformats.org/officeDocument/2006/relationships/image" Target="../media/image3.emf"/><Relationship Id="rId4" Type="http://schemas.openxmlformats.org/officeDocument/2006/relationships/oleObject" Target="../embeddings/oleObject33.bin"/></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79.xml"/><Relationship Id="rId1" Type="http://schemas.openxmlformats.org/officeDocument/2006/relationships/tags" Target="../tags/tag78.xml"/><Relationship Id="rId5" Type="http://schemas.openxmlformats.org/officeDocument/2006/relationships/image" Target="../media/image3.emf"/><Relationship Id="rId4" Type="http://schemas.openxmlformats.org/officeDocument/2006/relationships/oleObject" Target="../embeddings/oleObject34.bin"/></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81.xml"/><Relationship Id="rId1" Type="http://schemas.openxmlformats.org/officeDocument/2006/relationships/tags" Target="../tags/tag80.xml"/><Relationship Id="rId5" Type="http://schemas.openxmlformats.org/officeDocument/2006/relationships/image" Target="../media/image3.emf"/><Relationship Id="rId4" Type="http://schemas.openxmlformats.org/officeDocument/2006/relationships/oleObject" Target="../embeddings/oleObject35.bin"/></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83.xml"/><Relationship Id="rId1" Type="http://schemas.openxmlformats.org/officeDocument/2006/relationships/tags" Target="../tags/tag82.xml"/><Relationship Id="rId5" Type="http://schemas.openxmlformats.org/officeDocument/2006/relationships/image" Target="../media/image3.emf"/><Relationship Id="rId4" Type="http://schemas.openxmlformats.org/officeDocument/2006/relationships/oleObject" Target="../embeddings/oleObject36.bin"/></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85.xml"/><Relationship Id="rId1" Type="http://schemas.openxmlformats.org/officeDocument/2006/relationships/tags" Target="../tags/tag84.xml"/><Relationship Id="rId5" Type="http://schemas.openxmlformats.org/officeDocument/2006/relationships/image" Target="../media/image3.emf"/><Relationship Id="rId4" Type="http://schemas.openxmlformats.org/officeDocument/2006/relationships/oleObject" Target="../embeddings/oleObject37.bin"/></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87.xml"/><Relationship Id="rId1" Type="http://schemas.openxmlformats.org/officeDocument/2006/relationships/tags" Target="../tags/tag86.xml"/><Relationship Id="rId5" Type="http://schemas.openxmlformats.org/officeDocument/2006/relationships/image" Target="../media/image3.emf"/><Relationship Id="rId4" Type="http://schemas.openxmlformats.org/officeDocument/2006/relationships/oleObject" Target="../embeddings/oleObject38.bin"/></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5">
            <a:lum/>
          </a:blip>
          <a:srcRect/>
          <a:stretch>
            <a:fillRect l="-1000" r="-1000"/>
          </a:stretch>
        </a:blipFill>
        <a:effectLst/>
      </p:bgPr>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
            </p:custDataLst>
          </p:nvPr>
        </p:nvGraphicFramePr>
        <p:xfrm>
          <a:off x="1791764" y="-246912"/>
          <a:ext cx="1495" cy="1495"/>
        </p:xfrm>
        <a:graphic>
          <a:graphicData uri="http://schemas.openxmlformats.org/presentationml/2006/ole">
            <mc:AlternateContent xmlns:mc="http://schemas.openxmlformats.org/markup-compatibility/2006">
              <mc:Choice xmlns:v="urn:schemas-microsoft-com:vml" Requires="v">
                <p:oleObj name="think-cell Slide" r:id="rId6" imgW="530" imgH="531" progId="TCLayout.ActiveDocument.1">
                  <p:embed/>
                </p:oleObj>
              </mc:Choice>
              <mc:Fallback>
                <p:oleObj name="think-cell Slide" r:id="rId6" imgW="530" imgH="531" progId="TCLayout.ActiveDocument.1">
                  <p:embed/>
                  <p:pic>
                    <p:nvPicPr>
                      <p:cNvPr id="8" name="Object 7" hidden="1"/>
                      <p:cNvPicPr/>
                      <p:nvPr/>
                    </p:nvPicPr>
                    <p:blipFill>
                      <a:blip r:embed="rId7"/>
                      <a:stretch>
                        <a:fillRect/>
                      </a:stretch>
                    </p:blipFill>
                    <p:spPr>
                      <a:xfrm>
                        <a:off x="1791764" y="-246912"/>
                        <a:ext cx="1495" cy="1495"/>
                      </a:xfrm>
                      <a:prstGeom prst="rect">
                        <a:avLst/>
                      </a:prstGeom>
                    </p:spPr>
                  </p:pic>
                </p:oleObj>
              </mc:Fallback>
            </mc:AlternateContent>
          </a:graphicData>
        </a:graphic>
      </p:graphicFrame>
      <p:sp>
        <p:nvSpPr>
          <p:cNvPr id="2" name="Rectangle 1" hidden="1"/>
          <p:cNvSpPr/>
          <p:nvPr>
            <p:custDataLst>
              <p:tags r:id="rId2"/>
            </p:custDataLst>
          </p:nvPr>
        </p:nvSpPr>
        <p:spPr bwMode="gray">
          <a:xfrm>
            <a:off x="796636" y="448108"/>
            <a:ext cx="138004" cy="138004"/>
          </a:xfrm>
          <a:prstGeom prst="rect">
            <a:avLst/>
          </a:prstGeom>
          <a:solidFill>
            <a:schemeClr val="accent3"/>
          </a:solidFill>
          <a:ln w="19050" algn="ctr">
            <a:noFill/>
            <a:miter lim="800000"/>
            <a:headEnd/>
            <a:tailEnd/>
          </a:ln>
        </p:spPr>
        <p:txBody>
          <a:bodyPr wrap="none" lIns="0" tIns="0" rIns="0" bIns="0" rtlCol="0" anchor="ctr"/>
          <a:lstStyle/>
          <a:p>
            <a:pPr marL="0" marR="0" lvl="0" indent="0" algn="ctr" defTabSz="914342" rtl="0" eaLnBrk="1" fontAlgn="auto" latinLnBrk="0" hangingPunct="1">
              <a:lnSpc>
                <a:spcPct val="100000"/>
              </a:lnSpc>
              <a:spcBef>
                <a:spcPct val="0"/>
              </a:spcBef>
              <a:spcAft>
                <a:spcPct val="0"/>
              </a:spcAft>
              <a:buClrTx/>
              <a:buSzTx/>
              <a:buFont typeface="Wingdings 2" pitchFamily="18" charset="2"/>
              <a:buNone/>
              <a:tabLst/>
              <a:defRPr/>
            </a:pPr>
            <a:endParaRPr kumimoji="0" lang="en-US" sz="1739" b="0" i="0" u="none" strike="noStrike" kern="1200" cap="none" spc="0" normalizeH="0" baseline="0" noProof="0" dirty="0">
              <a:ln>
                <a:noFill/>
              </a:ln>
              <a:solidFill>
                <a:prstClr val="white"/>
              </a:solidFill>
              <a:effectLst/>
              <a:uLnTx/>
              <a:uFillTx/>
              <a:latin typeface="Verdana" panose="020B0604030504040204" pitchFamily="34" charset="0"/>
              <a:ea typeface="+mn-ea"/>
              <a:cs typeface="+mn-cs"/>
              <a:sym typeface="Verdana" panose="020B0604030504040204" pitchFamily="34" charset="0"/>
            </a:endParaRPr>
          </a:p>
        </p:txBody>
      </p:sp>
      <p:sp>
        <p:nvSpPr>
          <p:cNvPr id="5" name="Text Placeholder 4"/>
          <p:cNvSpPr>
            <a:spLocks noGrp="1"/>
          </p:cNvSpPr>
          <p:nvPr>
            <p:ph type="body" sz="quarter" idx="10"/>
          </p:nvPr>
        </p:nvSpPr>
        <p:spPr>
          <a:xfrm>
            <a:off x="262165" y="6400252"/>
            <a:ext cx="6084205" cy="169277"/>
          </a:xfrm>
        </p:spPr>
        <p:txBody>
          <a:bodyPr anchor="ctr" anchorCtr="0">
            <a:spAutoFit/>
          </a:bodyPr>
          <a:lstStyle/>
          <a:p>
            <a:r>
              <a:rPr lang="en-US" sz="1100" dirty="0">
                <a:solidFill>
                  <a:schemeClr val="accent1"/>
                </a:solidFill>
              </a:rPr>
              <a:t>Deloitte Touche Tohmatsu India LLP</a:t>
            </a:r>
            <a:endParaRPr lang="en-US" sz="1050" dirty="0">
              <a:solidFill>
                <a:schemeClr val="accent1"/>
              </a:solidFill>
            </a:endParaRPr>
          </a:p>
        </p:txBody>
      </p:sp>
      <p:sp>
        <p:nvSpPr>
          <p:cNvPr id="4" name="Subtitle 3"/>
          <p:cNvSpPr>
            <a:spLocks noGrp="1"/>
          </p:cNvSpPr>
          <p:nvPr>
            <p:ph type="subTitle" idx="1"/>
          </p:nvPr>
        </p:nvSpPr>
        <p:spPr>
          <a:xfrm>
            <a:off x="262166" y="4156760"/>
            <a:ext cx="5115178" cy="1609095"/>
          </a:xfrm>
        </p:spPr>
        <p:txBody>
          <a:bodyPr wrap="square" anchor="ctr" anchorCtr="0">
            <a:spAutoFit/>
          </a:bodyPr>
          <a:lstStyle/>
          <a:p>
            <a:pPr algn="just">
              <a:lnSpc>
                <a:spcPct val="114000"/>
              </a:lnSpc>
              <a:spcAft>
                <a:spcPts val="600"/>
              </a:spcAft>
            </a:pPr>
            <a:r>
              <a:rPr lang="en-US" sz="1800" b="0" dirty="0">
                <a:solidFill>
                  <a:srgbClr val="43B02A"/>
                </a:solidFill>
              </a:rPr>
              <a:t>WBDPL/NITE/GM(T)/ITC/166/3-Engagement of an ERP Roadmap Consultant</a:t>
            </a:r>
          </a:p>
          <a:p>
            <a:pPr algn="just">
              <a:lnSpc>
                <a:spcPct val="114000"/>
              </a:lnSpc>
              <a:spcAft>
                <a:spcPts val="600"/>
              </a:spcAft>
            </a:pPr>
            <a:r>
              <a:rPr lang="en-US" sz="1800" b="0" dirty="0">
                <a:solidFill>
                  <a:srgbClr val="00ABAB"/>
                </a:solidFill>
              </a:rPr>
              <a:t>The Durgapur Projects Limited</a:t>
            </a:r>
          </a:p>
          <a:p>
            <a:pPr algn="just">
              <a:spcAft>
                <a:spcPts val="600"/>
              </a:spcAft>
            </a:pPr>
            <a:r>
              <a:rPr lang="en-US" sz="1400" b="0" dirty="0"/>
              <a:t>Kick-Off Presentation</a:t>
            </a:r>
          </a:p>
          <a:p>
            <a:pPr algn="just">
              <a:spcAft>
                <a:spcPts val="600"/>
              </a:spcAft>
            </a:pPr>
            <a:r>
              <a:rPr lang="en-US" sz="1400" b="0" dirty="0"/>
              <a:t>April 2022</a:t>
            </a:r>
            <a:endParaRPr lang="en-US" sz="2400" b="0" dirty="0"/>
          </a:p>
        </p:txBody>
      </p:sp>
    </p:spTree>
    <p:extLst>
      <p:ext uri="{BB962C8B-B14F-4D97-AF65-F5344CB8AC3E}">
        <p14:creationId xmlns:p14="http://schemas.microsoft.com/office/powerpoint/2010/main" val="289173355"/>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A1A1AFA-4908-43F3-B780-A4767A349B9F}"/>
              </a:ext>
            </a:extLst>
          </p:cNvPr>
          <p:cNvSpPr/>
          <p:nvPr/>
        </p:nvSpPr>
        <p:spPr bwMode="gray">
          <a:xfrm>
            <a:off x="-20685" y="2"/>
            <a:ext cx="12212685" cy="6857998"/>
          </a:xfrm>
          <a:prstGeom prst="rect">
            <a:avLst/>
          </a:prstGeom>
          <a:solidFill>
            <a:schemeClr val="tx1">
              <a:alpha val="87000"/>
            </a:schemeClr>
          </a:solidFill>
          <a:ln w="19050" algn="ctr">
            <a:noFill/>
            <a:miter lim="800000"/>
            <a:headEnd/>
            <a:tailEnd/>
          </a:ln>
        </p:spPr>
        <p:txBody>
          <a:bodyPr wrap="square" lIns="80615" tIns="80615" rIns="80615" bIns="80615" rtlCol="0" anchor="ct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IN" sz="1451" b="1" i="0" u="none" strike="noStrike" kern="1200" cap="none" spc="0" normalizeH="0" baseline="0" noProof="0" dirty="0">
              <a:ln>
                <a:noFill/>
              </a:ln>
              <a:solidFill>
                <a:prstClr val="white"/>
              </a:solidFill>
              <a:effectLst/>
              <a:uLnTx/>
              <a:uFillTx/>
              <a:latin typeface="Verdana"/>
              <a:ea typeface="+mn-ea"/>
              <a:cs typeface="+mn-cs"/>
            </a:endParaRPr>
          </a:p>
        </p:txBody>
      </p:sp>
      <p:sp>
        <p:nvSpPr>
          <p:cNvPr id="4" name="Rectangle 3">
            <a:extLst>
              <a:ext uri="{FF2B5EF4-FFF2-40B4-BE49-F238E27FC236}">
                <a16:creationId xmlns:a16="http://schemas.microsoft.com/office/drawing/2014/main" id="{9D7007A1-C7F4-4CE0-9CDA-3597F295AFFB}"/>
              </a:ext>
            </a:extLst>
          </p:cNvPr>
          <p:cNvSpPr/>
          <p:nvPr/>
        </p:nvSpPr>
        <p:spPr>
          <a:xfrm>
            <a:off x="453294" y="620865"/>
            <a:ext cx="2437205" cy="446597"/>
          </a:xfrm>
          <a:prstGeom prst="rect">
            <a:avLst/>
          </a:prstGeom>
        </p:spPr>
        <p:txBody>
          <a:bodyPr wrap="square" lIns="0" tIns="0" rIns="0" bIns="0">
            <a:spAutoFit/>
          </a:bodyPr>
          <a:lstStyle/>
          <a:p>
            <a:pPr marL="0" marR="0" lvl="0" indent="0" algn="l" defTabSz="945677" rtl="0" eaLnBrk="1" fontAlgn="auto" latinLnBrk="0" hangingPunct="1">
              <a:lnSpc>
                <a:spcPct val="100000"/>
              </a:lnSpc>
              <a:spcBef>
                <a:spcPts val="0"/>
              </a:spcBef>
              <a:spcAft>
                <a:spcPts val="0"/>
              </a:spcAft>
              <a:buClrTx/>
              <a:buSzTx/>
              <a:buFontTx/>
              <a:buNone/>
              <a:tabLst/>
              <a:defRPr/>
            </a:pPr>
            <a:r>
              <a:rPr kumimoji="0" lang="en-AU" sz="2902" b="0" i="0" u="none" strike="noStrike" kern="1200" cap="none" spc="272" normalizeH="0" baseline="0" noProof="0" dirty="0">
                <a:ln>
                  <a:noFill/>
                </a:ln>
                <a:solidFill>
                  <a:prstClr val="white"/>
                </a:solidFill>
                <a:effectLst/>
                <a:uLnTx/>
                <a:uFillTx/>
                <a:latin typeface="Verdana"/>
                <a:ea typeface="+mn-ea"/>
                <a:cs typeface="+mn-cs"/>
              </a:rPr>
              <a:t>COVERAGE </a:t>
            </a:r>
            <a:endParaRPr kumimoji="0" lang="en-IN" sz="2902" b="0" i="0" u="none" strike="noStrike" kern="1200" cap="none" spc="272" normalizeH="0" baseline="0" noProof="0" dirty="0">
              <a:ln>
                <a:noFill/>
              </a:ln>
              <a:solidFill>
                <a:prstClr val="white"/>
              </a:solidFill>
              <a:effectLst/>
              <a:uLnTx/>
              <a:uFillTx/>
              <a:latin typeface="Verdana"/>
              <a:ea typeface="+mn-ea"/>
              <a:cs typeface="+mn-cs"/>
            </a:endParaRPr>
          </a:p>
        </p:txBody>
      </p:sp>
      <p:graphicFrame>
        <p:nvGraphicFramePr>
          <p:cNvPr id="5" name="Table 4">
            <a:extLst>
              <a:ext uri="{FF2B5EF4-FFF2-40B4-BE49-F238E27FC236}">
                <a16:creationId xmlns:a16="http://schemas.microsoft.com/office/drawing/2014/main" id="{EC955B6D-9E2E-44A0-A0A9-8BEF02287B3A}"/>
              </a:ext>
            </a:extLst>
          </p:cNvPr>
          <p:cNvGraphicFramePr>
            <a:graphicFrameLocks noGrp="1"/>
          </p:cNvGraphicFramePr>
          <p:nvPr>
            <p:extLst>
              <p:ext uri="{D42A27DB-BD31-4B8C-83A1-F6EECF244321}">
                <p14:modId xmlns:p14="http://schemas.microsoft.com/office/powerpoint/2010/main" val="3242951477"/>
              </p:ext>
            </p:extLst>
          </p:nvPr>
        </p:nvGraphicFramePr>
        <p:xfrm>
          <a:off x="453294" y="1386442"/>
          <a:ext cx="5642706" cy="3605620"/>
        </p:xfrm>
        <a:graphic>
          <a:graphicData uri="http://schemas.openxmlformats.org/drawingml/2006/table">
            <a:tbl>
              <a:tblPr>
                <a:tableStyleId>{2D5ABB26-0587-4C30-8999-92F81FD0307C}</a:tableStyleId>
              </a:tblPr>
              <a:tblGrid>
                <a:gridCol w="794590">
                  <a:extLst>
                    <a:ext uri="{9D8B030D-6E8A-4147-A177-3AD203B41FA5}">
                      <a16:colId xmlns:a16="http://schemas.microsoft.com/office/drawing/2014/main" val="20000"/>
                    </a:ext>
                  </a:extLst>
                </a:gridCol>
                <a:gridCol w="4848116">
                  <a:extLst>
                    <a:ext uri="{9D8B030D-6E8A-4147-A177-3AD203B41FA5}">
                      <a16:colId xmlns:a16="http://schemas.microsoft.com/office/drawing/2014/main" val="20001"/>
                    </a:ext>
                  </a:extLst>
                </a:gridCol>
              </a:tblGrid>
              <a:tr h="744361">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dirty="0">
                        <a:ln>
                          <a:noFill/>
                        </a:ln>
                        <a:solidFill>
                          <a:schemeClr val="tx2"/>
                        </a:solidFill>
                        <a:effectLst/>
                        <a:latin typeface="+mn-lt"/>
                        <a:ea typeface="+mn-ea"/>
                        <a:cs typeface="+mn-cs"/>
                      </a:endParaRPr>
                    </a:p>
                  </a:txBody>
                  <a:tcPr marL="82918" marR="82918" marT="41459" marB="41459"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mn-lt"/>
                          <a:ea typeface="+mn-ea"/>
                          <a:cs typeface="+mn-cs"/>
                        </a:rPr>
                        <a:t>Project Context</a:t>
                      </a:r>
                    </a:p>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00ABAB"/>
                          </a:solidFill>
                          <a:effectLst/>
                          <a:uLnTx/>
                          <a:uFillTx/>
                          <a:latin typeface="+mn-lt"/>
                          <a:ea typeface="+mn-ea"/>
                          <a:cs typeface="+mn-cs"/>
                        </a:rPr>
                        <a:t>Our understanding of the project</a:t>
                      </a:r>
                    </a:p>
                  </a:txBody>
                  <a:tcPr marL="82918" marR="82918" marT="41459" marB="41459"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10000"/>
                  </a:ext>
                </a:extLst>
              </a:tr>
              <a:tr h="732441">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dirty="0">
                        <a:ln>
                          <a:noFill/>
                        </a:ln>
                        <a:solidFill>
                          <a:schemeClr val="tx2"/>
                        </a:solidFill>
                        <a:effectLst/>
                        <a:latin typeface="+mn-lt"/>
                        <a:ea typeface="+mn-ea"/>
                        <a:cs typeface="+mn-cs"/>
                      </a:endParaRPr>
                    </a:p>
                  </a:txBody>
                  <a:tcPr marL="82918" marR="82918" marT="41459" marB="41459"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mn-lt"/>
                          <a:ea typeface="+mn-ea"/>
                          <a:cs typeface="+mn-cs"/>
                        </a:rPr>
                        <a:t>Scope of Work</a:t>
                      </a:r>
                    </a:p>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00ABAB"/>
                          </a:solidFill>
                          <a:effectLst/>
                          <a:uLnTx/>
                          <a:uFillTx/>
                          <a:latin typeface="+mn-lt"/>
                          <a:ea typeface="+mn-ea"/>
                          <a:cs typeface="+mn-cs"/>
                        </a:rPr>
                        <a:t>Summary of the scope and key deliverables</a:t>
                      </a:r>
                    </a:p>
                  </a:txBody>
                  <a:tcPr marL="82918" marR="82918" marT="41459" marB="41459"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10001"/>
                  </a:ext>
                </a:extLst>
              </a:tr>
              <a:tr h="718855">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dirty="0">
                        <a:ln>
                          <a:noFill/>
                        </a:ln>
                        <a:solidFill>
                          <a:schemeClr val="tx2"/>
                        </a:solidFill>
                        <a:effectLst/>
                        <a:latin typeface="+mn-lt"/>
                        <a:ea typeface="+mn-ea"/>
                        <a:cs typeface="+mn-cs"/>
                      </a:endParaRPr>
                    </a:p>
                  </a:txBody>
                  <a:tcPr marL="82918" marR="82918" marT="41459" marB="41459"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1"/>
                          </a:solidFill>
                          <a:effectLst/>
                          <a:uLnTx/>
                          <a:uFillTx/>
                          <a:latin typeface="+mn-lt"/>
                          <a:ea typeface="+mn-ea"/>
                          <a:cs typeface="+mn-cs"/>
                        </a:rPr>
                        <a:t>Our Approach and Methodology</a:t>
                      </a:r>
                    </a:p>
                    <a:p>
                      <a:pPr marL="0" marR="0" lvl="0" indent="0" algn="l" defTabSz="859512" rtl="0" eaLnBrk="1" fontAlgn="auto" latinLnBrk="0" hangingPunct="1">
                        <a:lnSpc>
                          <a:spcPct val="100000"/>
                        </a:lnSpc>
                        <a:spcBef>
                          <a:spcPts val="0"/>
                        </a:spcBef>
                        <a:spcAft>
                          <a:spcPts val="600"/>
                        </a:spcAft>
                        <a:buClrTx/>
                        <a:buSzTx/>
                        <a:buFontTx/>
                        <a:buNone/>
                        <a:tabLst/>
                        <a:defRPr/>
                      </a:pPr>
                      <a:r>
                        <a:rPr kumimoji="0" lang="en-US" sz="1100" b="0" i="1" u="none" strike="noStrike" kern="1200" cap="none" spc="0" normalizeH="0" baseline="0" noProof="0" dirty="0">
                          <a:ln>
                            <a:noFill/>
                          </a:ln>
                          <a:solidFill>
                            <a:srgbClr val="00ABAB"/>
                          </a:solidFill>
                          <a:effectLst/>
                          <a:uLnTx/>
                          <a:uFillTx/>
                          <a:latin typeface="+mn-lt"/>
                          <a:ea typeface="+mn-ea"/>
                          <a:cs typeface="+mn-cs"/>
                        </a:rPr>
                        <a:t>Key considerations for our approach and methodology</a:t>
                      </a:r>
                    </a:p>
                  </a:txBody>
                  <a:tcPr marL="82918" marR="82918" marT="41459" marB="41459"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10002"/>
                  </a:ext>
                </a:extLst>
              </a:tr>
              <a:tr h="746620">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dirty="0">
                        <a:ln>
                          <a:noFill/>
                        </a:ln>
                        <a:solidFill>
                          <a:schemeClr val="tx2"/>
                        </a:solidFill>
                        <a:effectLst/>
                        <a:latin typeface="+mn-lt"/>
                        <a:ea typeface="+mn-ea"/>
                        <a:cs typeface="+mn-cs"/>
                      </a:endParaRPr>
                    </a:p>
                  </a:txBody>
                  <a:tcPr marL="82918" marR="82918" marT="41459" marB="41459"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1"/>
                          </a:solidFill>
                          <a:effectLst/>
                          <a:uLnTx/>
                          <a:uFillTx/>
                          <a:latin typeface="+mn-lt"/>
                          <a:ea typeface="+mn-ea"/>
                          <a:cs typeface="+mn-cs"/>
                        </a:rPr>
                        <a:t>Work Plan</a:t>
                      </a:r>
                    </a:p>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00ABAB"/>
                          </a:solidFill>
                          <a:effectLst/>
                          <a:uLnTx/>
                          <a:uFillTx/>
                          <a:latin typeface="+mn-lt"/>
                          <a:ea typeface="+mn-ea"/>
                          <a:cs typeface="+mn-cs"/>
                        </a:rPr>
                        <a:t>Summarized activities and delivery timelines</a:t>
                      </a:r>
                    </a:p>
                  </a:txBody>
                  <a:tcPr marL="82918" marR="82918" marT="41459" marB="41459"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10006"/>
                  </a:ext>
                </a:extLst>
              </a:tr>
              <a:tr h="663343">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dirty="0">
                        <a:ln>
                          <a:noFill/>
                        </a:ln>
                        <a:solidFill>
                          <a:schemeClr val="tx2"/>
                        </a:solidFill>
                        <a:effectLst/>
                        <a:latin typeface="+mn-lt"/>
                        <a:ea typeface="+mn-ea"/>
                        <a:cs typeface="+mn-cs"/>
                      </a:endParaRPr>
                    </a:p>
                  </a:txBody>
                  <a:tcPr marL="82918" marR="82918" marT="41459" marB="41459"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1"/>
                          </a:solidFill>
                          <a:effectLst/>
                          <a:uLnTx/>
                          <a:uFillTx/>
                          <a:latin typeface="+mn-lt"/>
                          <a:ea typeface="+mn-ea"/>
                          <a:cs typeface="+mn-cs"/>
                        </a:rPr>
                        <a:t>Next Steps</a:t>
                      </a:r>
                    </a:p>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00ABAB"/>
                          </a:solidFill>
                          <a:effectLst/>
                          <a:uLnTx/>
                          <a:uFillTx/>
                          <a:latin typeface="+mn-lt"/>
                          <a:ea typeface="+mn-ea"/>
                          <a:cs typeface="+mn-cs"/>
                        </a:rPr>
                        <a:t>Way </a:t>
                      </a:r>
                      <a:r>
                        <a:rPr kumimoji="0" lang="en-US" sz="1100" b="0" i="1" u="none" strike="noStrike" kern="1200" cap="none" spc="0" normalizeH="0" baseline="0" noProof="0" dirty="0">
                          <a:ln>
                            <a:noFill/>
                          </a:ln>
                          <a:solidFill>
                            <a:srgbClr val="00ABAB"/>
                          </a:solidFill>
                          <a:effectLst/>
                          <a:uLnTx/>
                          <a:uFillTx/>
                          <a:latin typeface="+mn-lt"/>
                          <a:ea typeface="+mn-ea"/>
                          <a:cs typeface="+mn-cs"/>
                        </a:rPr>
                        <a:t>F</a:t>
                      </a:r>
                      <a:r>
                        <a:rPr kumimoji="0" lang="en-US" sz="1100" b="0" i="1" u="none" strike="noStrike" kern="1200" cap="none" spc="0" normalizeH="0" baseline="0" noProof="0">
                          <a:ln>
                            <a:noFill/>
                          </a:ln>
                          <a:solidFill>
                            <a:srgbClr val="00ABAB"/>
                          </a:solidFill>
                          <a:effectLst/>
                          <a:uLnTx/>
                          <a:uFillTx/>
                          <a:latin typeface="+mn-lt"/>
                          <a:ea typeface="+mn-ea"/>
                          <a:cs typeface="+mn-cs"/>
                        </a:rPr>
                        <a:t>orward</a:t>
                      </a:r>
                      <a:endParaRPr kumimoji="0" lang="en-US" sz="1100" b="0" i="1" u="none" strike="noStrike" kern="1200" cap="none" spc="0" normalizeH="0" baseline="0" noProof="0" dirty="0">
                        <a:ln>
                          <a:noFill/>
                        </a:ln>
                        <a:solidFill>
                          <a:srgbClr val="00ABAB"/>
                        </a:solidFill>
                        <a:effectLst/>
                        <a:uLnTx/>
                        <a:uFillTx/>
                        <a:latin typeface="+mn-lt"/>
                        <a:ea typeface="+mn-ea"/>
                        <a:cs typeface="+mn-cs"/>
                      </a:endParaRPr>
                    </a:p>
                  </a:txBody>
                  <a:tcPr marL="82918" marR="82918" marT="41459" marB="41459"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1958107146"/>
                  </a:ext>
                </a:extLst>
              </a:tr>
            </a:tbl>
          </a:graphicData>
        </a:graphic>
      </p:graphicFrame>
      <p:sp>
        <p:nvSpPr>
          <p:cNvPr id="6" name="Oval 5">
            <a:extLst>
              <a:ext uri="{FF2B5EF4-FFF2-40B4-BE49-F238E27FC236}">
                <a16:creationId xmlns:a16="http://schemas.microsoft.com/office/drawing/2014/main" id="{D8070BE0-AF3B-4479-935F-548B283357BC}"/>
              </a:ext>
            </a:extLst>
          </p:cNvPr>
          <p:cNvSpPr>
            <a:spLocks noChangeAspect="1"/>
          </p:cNvSpPr>
          <p:nvPr/>
        </p:nvSpPr>
        <p:spPr>
          <a:xfrm>
            <a:off x="660973" y="1537599"/>
            <a:ext cx="390751" cy="390751"/>
          </a:xfrm>
          <a:prstGeom prst="ellipse">
            <a:avLst/>
          </a:prstGeom>
          <a:solidFill>
            <a:srgbClr val="00ABAB"/>
          </a:solidFill>
          <a:ln>
            <a:noFill/>
          </a:ln>
        </p:spPr>
        <p:style>
          <a:lnRef idx="2">
            <a:schemeClr val="accent1">
              <a:shade val="50000"/>
            </a:schemeClr>
          </a:lnRef>
          <a:fillRef idx="1">
            <a:schemeClr val="accent1"/>
          </a:fillRef>
          <a:effectRef idx="0">
            <a:schemeClr val="accent1"/>
          </a:effectRef>
          <a:fontRef idx="minor">
            <a:schemeClr val="lt1"/>
          </a:fontRef>
        </p:style>
        <p:txBody>
          <a:bodyPr lIns="82798" tIns="41397" rIns="82798" bIns="41397" rtlCol="0" anchor="ctr"/>
          <a:lstStyle/>
          <a:p>
            <a:pPr marL="0" marR="0" lvl="0" indent="0" algn="ctr" defTabSz="945677" rtl="0" eaLnBrk="1" fontAlgn="auto" latinLnBrk="0" hangingPunct="1">
              <a:lnSpc>
                <a:spcPct val="100000"/>
              </a:lnSpc>
              <a:spcBef>
                <a:spcPts val="0"/>
              </a:spcBef>
              <a:spcAft>
                <a:spcPts val="0"/>
              </a:spcAft>
              <a:buClrTx/>
              <a:buSzTx/>
              <a:buFontTx/>
              <a:buNone/>
              <a:tabLst/>
              <a:defRPr/>
            </a:pPr>
            <a:r>
              <a:rPr kumimoji="0" lang="en-US" sz="1480" b="0" i="0" u="none" strike="noStrike" kern="1200" cap="none" spc="0" normalizeH="0" baseline="0" noProof="0" dirty="0">
                <a:ln>
                  <a:noFill/>
                </a:ln>
                <a:solidFill>
                  <a:prstClr val="white"/>
                </a:solidFill>
                <a:effectLst/>
                <a:uLnTx/>
                <a:uFillTx/>
                <a:latin typeface="Verdana"/>
                <a:ea typeface="+mn-ea"/>
                <a:cs typeface="+mn-cs"/>
              </a:rPr>
              <a:t>1</a:t>
            </a:r>
          </a:p>
        </p:txBody>
      </p:sp>
      <p:sp>
        <p:nvSpPr>
          <p:cNvPr id="7" name="Oval 6">
            <a:extLst>
              <a:ext uri="{FF2B5EF4-FFF2-40B4-BE49-F238E27FC236}">
                <a16:creationId xmlns:a16="http://schemas.microsoft.com/office/drawing/2014/main" id="{D40672A5-0039-40A5-8DAD-7B5D1993C012}"/>
              </a:ext>
            </a:extLst>
          </p:cNvPr>
          <p:cNvSpPr>
            <a:spLocks noChangeAspect="1"/>
          </p:cNvSpPr>
          <p:nvPr/>
        </p:nvSpPr>
        <p:spPr>
          <a:xfrm>
            <a:off x="660973" y="2275575"/>
            <a:ext cx="390751" cy="390751"/>
          </a:xfrm>
          <a:prstGeom prst="ellipse">
            <a:avLst/>
          </a:prstGeom>
          <a:solidFill>
            <a:srgbClr val="00ABAB"/>
          </a:solidFill>
          <a:ln>
            <a:noFill/>
          </a:ln>
        </p:spPr>
        <p:style>
          <a:lnRef idx="2">
            <a:schemeClr val="accent1">
              <a:shade val="50000"/>
            </a:schemeClr>
          </a:lnRef>
          <a:fillRef idx="1">
            <a:schemeClr val="accent1"/>
          </a:fillRef>
          <a:effectRef idx="0">
            <a:schemeClr val="accent1"/>
          </a:effectRef>
          <a:fontRef idx="minor">
            <a:schemeClr val="lt1"/>
          </a:fontRef>
        </p:style>
        <p:txBody>
          <a:bodyPr lIns="82798" tIns="41397" rIns="82798" bIns="41397" rtlCol="0" anchor="ctr"/>
          <a:lstStyle/>
          <a:p>
            <a:pPr marL="0" marR="0" lvl="0" indent="0" algn="ctr" defTabSz="945677" rtl="0" eaLnBrk="1" fontAlgn="auto" latinLnBrk="0" hangingPunct="1">
              <a:lnSpc>
                <a:spcPct val="100000"/>
              </a:lnSpc>
              <a:spcBef>
                <a:spcPts val="0"/>
              </a:spcBef>
              <a:spcAft>
                <a:spcPts val="0"/>
              </a:spcAft>
              <a:buClrTx/>
              <a:buSzTx/>
              <a:buFontTx/>
              <a:buNone/>
              <a:tabLst/>
              <a:defRPr/>
            </a:pPr>
            <a:r>
              <a:rPr kumimoji="0" lang="en-US" sz="1480" b="0" i="0" u="none" strike="noStrike" kern="1200" cap="none" spc="0" normalizeH="0" baseline="0" noProof="0" dirty="0">
                <a:ln>
                  <a:noFill/>
                </a:ln>
                <a:solidFill>
                  <a:prstClr val="white"/>
                </a:solidFill>
                <a:effectLst/>
                <a:uLnTx/>
                <a:uFillTx/>
                <a:latin typeface="Verdana"/>
                <a:ea typeface="+mn-ea"/>
                <a:cs typeface="+mn-cs"/>
              </a:rPr>
              <a:t>2</a:t>
            </a:r>
          </a:p>
        </p:txBody>
      </p:sp>
      <p:sp>
        <p:nvSpPr>
          <p:cNvPr id="8" name="Oval 7">
            <a:extLst>
              <a:ext uri="{FF2B5EF4-FFF2-40B4-BE49-F238E27FC236}">
                <a16:creationId xmlns:a16="http://schemas.microsoft.com/office/drawing/2014/main" id="{329005B1-D749-412F-AA33-D6AD8910EF63}"/>
              </a:ext>
            </a:extLst>
          </p:cNvPr>
          <p:cNvSpPr>
            <a:spLocks noChangeAspect="1"/>
          </p:cNvSpPr>
          <p:nvPr/>
        </p:nvSpPr>
        <p:spPr>
          <a:xfrm>
            <a:off x="660973" y="3018911"/>
            <a:ext cx="390751" cy="390751"/>
          </a:xfrm>
          <a:prstGeom prst="ellipse">
            <a:avLst/>
          </a:prstGeom>
          <a:solidFill>
            <a:srgbClr val="00ABAB"/>
          </a:solidFill>
          <a:ln>
            <a:noFill/>
          </a:ln>
        </p:spPr>
        <p:style>
          <a:lnRef idx="2">
            <a:schemeClr val="accent1">
              <a:shade val="50000"/>
            </a:schemeClr>
          </a:lnRef>
          <a:fillRef idx="1">
            <a:schemeClr val="accent1"/>
          </a:fillRef>
          <a:effectRef idx="0">
            <a:schemeClr val="accent1"/>
          </a:effectRef>
          <a:fontRef idx="minor">
            <a:schemeClr val="lt1"/>
          </a:fontRef>
        </p:style>
        <p:txBody>
          <a:bodyPr lIns="82798" tIns="41397" rIns="82798" bIns="41397" rtlCol="0" anchor="ctr"/>
          <a:lstStyle/>
          <a:p>
            <a:pPr marL="0" marR="0" lvl="0" indent="0" algn="ctr" defTabSz="945677" rtl="0" eaLnBrk="1" fontAlgn="auto" latinLnBrk="0" hangingPunct="1">
              <a:lnSpc>
                <a:spcPct val="100000"/>
              </a:lnSpc>
              <a:spcBef>
                <a:spcPts val="0"/>
              </a:spcBef>
              <a:spcAft>
                <a:spcPts val="0"/>
              </a:spcAft>
              <a:buClrTx/>
              <a:buSzTx/>
              <a:buFontTx/>
              <a:buNone/>
              <a:tabLst/>
              <a:defRPr/>
            </a:pPr>
            <a:r>
              <a:rPr kumimoji="0" lang="en-US" sz="1480" b="0" i="0" u="none" strike="noStrike" kern="1200" cap="none" spc="0" normalizeH="0" baseline="0" noProof="0" dirty="0">
                <a:ln>
                  <a:noFill/>
                </a:ln>
                <a:solidFill>
                  <a:prstClr val="white"/>
                </a:solidFill>
                <a:effectLst/>
                <a:uLnTx/>
                <a:uFillTx/>
                <a:latin typeface="Verdana"/>
                <a:ea typeface="+mn-ea"/>
                <a:cs typeface="+mn-cs"/>
              </a:rPr>
              <a:t>3</a:t>
            </a:r>
          </a:p>
        </p:txBody>
      </p:sp>
      <p:sp>
        <p:nvSpPr>
          <p:cNvPr id="9" name="Oval 8">
            <a:extLst>
              <a:ext uri="{FF2B5EF4-FFF2-40B4-BE49-F238E27FC236}">
                <a16:creationId xmlns:a16="http://schemas.microsoft.com/office/drawing/2014/main" id="{3273B13A-D4B8-40C0-84EA-C9DA70E457DA}"/>
              </a:ext>
            </a:extLst>
          </p:cNvPr>
          <p:cNvSpPr>
            <a:spLocks noChangeAspect="1"/>
          </p:cNvSpPr>
          <p:nvPr/>
        </p:nvSpPr>
        <p:spPr>
          <a:xfrm>
            <a:off x="660973" y="3739502"/>
            <a:ext cx="390751" cy="390751"/>
          </a:xfrm>
          <a:prstGeom prst="ellipse">
            <a:avLst/>
          </a:prstGeom>
          <a:solidFill>
            <a:srgbClr val="00ABAB"/>
          </a:solidFill>
          <a:ln>
            <a:noFill/>
          </a:ln>
        </p:spPr>
        <p:style>
          <a:lnRef idx="2">
            <a:schemeClr val="accent1">
              <a:shade val="50000"/>
            </a:schemeClr>
          </a:lnRef>
          <a:fillRef idx="1">
            <a:schemeClr val="accent1"/>
          </a:fillRef>
          <a:effectRef idx="0">
            <a:schemeClr val="accent1"/>
          </a:effectRef>
          <a:fontRef idx="minor">
            <a:schemeClr val="lt1"/>
          </a:fontRef>
        </p:style>
        <p:txBody>
          <a:bodyPr lIns="82798" tIns="41397" rIns="82798" bIns="41397" rtlCol="0" anchor="ctr"/>
          <a:lstStyle/>
          <a:p>
            <a:pPr marL="0" marR="0" lvl="0" indent="0" algn="ctr" defTabSz="945677" rtl="0" eaLnBrk="1" fontAlgn="auto" latinLnBrk="0" hangingPunct="1">
              <a:lnSpc>
                <a:spcPct val="100000"/>
              </a:lnSpc>
              <a:spcBef>
                <a:spcPts val="0"/>
              </a:spcBef>
              <a:spcAft>
                <a:spcPts val="0"/>
              </a:spcAft>
              <a:buClrTx/>
              <a:buSzTx/>
              <a:buFontTx/>
              <a:buNone/>
              <a:tabLst/>
              <a:defRPr/>
            </a:pPr>
            <a:r>
              <a:rPr kumimoji="0" lang="en-US" sz="1480" b="0" i="0" u="none" strike="noStrike" kern="1200" cap="none" spc="0" normalizeH="0" baseline="0" noProof="0" dirty="0">
                <a:ln>
                  <a:noFill/>
                </a:ln>
                <a:solidFill>
                  <a:prstClr val="white"/>
                </a:solidFill>
                <a:effectLst/>
                <a:uLnTx/>
                <a:uFillTx/>
                <a:latin typeface="Verdana"/>
                <a:ea typeface="+mn-ea"/>
                <a:cs typeface="+mn-cs"/>
              </a:rPr>
              <a:t>4</a:t>
            </a:r>
          </a:p>
        </p:txBody>
      </p:sp>
      <p:sp>
        <p:nvSpPr>
          <p:cNvPr id="10" name="Oval 9">
            <a:extLst>
              <a:ext uri="{FF2B5EF4-FFF2-40B4-BE49-F238E27FC236}">
                <a16:creationId xmlns:a16="http://schemas.microsoft.com/office/drawing/2014/main" id="{A1D0D3E3-B19B-4FE2-9161-C5EFB2FB9037}"/>
              </a:ext>
            </a:extLst>
          </p:cNvPr>
          <p:cNvSpPr>
            <a:spLocks noChangeAspect="1"/>
          </p:cNvSpPr>
          <p:nvPr/>
        </p:nvSpPr>
        <p:spPr>
          <a:xfrm>
            <a:off x="660973" y="4455438"/>
            <a:ext cx="390751" cy="390751"/>
          </a:xfrm>
          <a:prstGeom prst="ellipse">
            <a:avLst/>
          </a:prstGeom>
          <a:solidFill>
            <a:srgbClr val="00ABAB"/>
          </a:solidFill>
          <a:ln>
            <a:noFill/>
          </a:ln>
        </p:spPr>
        <p:style>
          <a:lnRef idx="2">
            <a:schemeClr val="accent1">
              <a:shade val="50000"/>
            </a:schemeClr>
          </a:lnRef>
          <a:fillRef idx="1">
            <a:schemeClr val="accent1"/>
          </a:fillRef>
          <a:effectRef idx="0">
            <a:schemeClr val="accent1"/>
          </a:effectRef>
          <a:fontRef idx="minor">
            <a:schemeClr val="lt1"/>
          </a:fontRef>
        </p:style>
        <p:txBody>
          <a:bodyPr lIns="82798" tIns="41397" rIns="82798" bIns="41397" rtlCol="0" anchor="ctr"/>
          <a:lstStyle/>
          <a:p>
            <a:pPr marL="0" marR="0" lvl="0" indent="0" algn="ctr" defTabSz="945677" rtl="0" eaLnBrk="1" fontAlgn="auto" latinLnBrk="0" hangingPunct="1">
              <a:lnSpc>
                <a:spcPct val="100000"/>
              </a:lnSpc>
              <a:spcBef>
                <a:spcPts val="0"/>
              </a:spcBef>
              <a:spcAft>
                <a:spcPts val="0"/>
              </a:spcAft>
              <a:buClrTx/>
              <a:buSzTx/>
              <a:buFontTx/>
              <a:buNone/>
              <a:tabLst/>
              <a:defRPr/>
            </a:pPr>
            <a:r>
              <a:rPr kumimoji="0" lang="en-US" sz="1480" b="0" i="0" u="none" strike="noStrike" kern="1200" cap="none" spc="0" normalizeH="0" baseline="0" noProof="0" dirty="0">
                <a:ln>
                  <a:noFill/>
                </a:ln>
                <a:solidFill>
                  <a:prstClr val="white"/>
                </a:solidFill>
                <a:effectLst/>
                <a:uLnTx/>
                <a:uFillTx/>
                <a:latin typeface="Verdana"/>
                <a:ea typeface="+mn-ea"/>
                <a:cs typeface="+mn-cs"/>
              </a:rPr>
              <a:t>5</a:t>
            </a:r>
          </a:p>
        </p:txBody>
      </p:sp>
      <p:pic>
        <p:nvPicPr>
          <p:cNvPr id="236" name="Picture 235">
            <a:extLst>
              <a:ext uri="{FF2B5EF4-FFF2-40B4-BE49-F238E27FC236}">
                <a16:creationId xmlns:a16="http://schemas.microsoft.com/office/drawing/2014/main" id="{17DFCE1A-DD97-4B9A-A969-53DF79A768C4}"/>
              </a:ext>
            </a:extLst>
          </p:cNvPr>
          <p:cNvPicPr>
            <a:picLocks noChangeAspect="1"/>
          </p:cNvPicPr>
          <p:nvPr/>
        </p:nvPicPr>
        <p:blipFill rotWithShape="1">
          <a:blip r:embed="rId2"/>
          <a:srcRect r="20468" b="10390"/>
          <a:stretch/>
        </p:blipFill>
        <p:spPr>
          <a:xfrm>
            <a:off x="6470547" y="2678726"/>
            <a:ext cx="5721453" cy="4179274"/>
          </a:xfrm>
          <a:prstGeom prst="rect">
            <a:avLst/>
          </a:prstGeom>
        </p:spPr>
      </p:pic>
    </p:spTree>
    <p:extLst>
      <p:ext uri="{BB962C8B-B14F-4D97-AF65-F5344CB8AC3E}">
        <p14:creationId xmlns:p14="http://schemas.microsoft.com/office/powerpoint/2010/main" val="12414345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bwMode="gray">
          <a:xfrm>
            <a:off x="485539" y="1610813"/>
            <a:ext cx="11225125" cy="3436613"/>
          </a:xfrm>
          <a:prstGeom prst="rect">
            <a:avLst/>
          </a:prstGeom>
          <a:solidFill>
            <a:schemeClr val="bg1">
              <a:lumMod val="9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sp>
        <p:nvSpPr>
          <p:cNvPr id="2" name="Text Placeholder 1"/>
          <p:cNvSpPr>
            <a:spLocks noGrp="1"/>
          </p:cNvSpPr>
          <p:nvPr>
            <p:ph type="body" sz="quarter" idx="13"/>
          </p:nvPr>
        </p:nvSpPr>
        <p:spPr/>
        <p:txBody>
          <a:bodyPr/>
          <a:lstStyle/>
          <a:p>
            <a:pPr algn="just"/>
            <a:r>
              <a:rPr lang="en-US" dirty="0"/>
              <a:t>With technological advancements and ever-growing business demands, the business opportunities and efficiency for DPL lies in integration of its business processes through ERP </a:t>
            </a:r>
          </a:p>
        </p:txBody>
      </p:sp>
      <p:sp>
        <p:nvSpPr>
          <p:cNvPr id="6" name="Title 5"/>
          <p:cNvSpPr>
            <a:spLocks noGrp="1"/>
          </p:cNvSpPr>
          <p:nvPr>
            <p:ph type="title"/>
          </p:nvPr>
        </p:nvSpPr>
        <p:spPr/>
        <p:txBody>
          <a:bodyPr/>
          <a:lstStyle/>
          <a:p>
            <a:r>
              <a:rPr lang="en-US" dirty="0"/>
              <a:t>Project Context</a:t>
            </a:r>
            <a:endParaRPr lang="en-GB" dirty="0"/>
          </a:p>
        </p:txBody>
      </p:sp>
      <p:cxnSp>
        <p:nvCxnSpPr>
          <p:cNvPr id="7" name="Straight Connector 6"/>
          <p:cNvCxnSpPr/>
          <p:nvPr/>
        </p:nvCxnSpPr>
        <p:spPr>
          <a:xfrm flipV="1">
            <a:off x="529225" y="1430116"/>
            <a:ext cx="1119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5100320" y="1313981"/>
            <a:ext cx="1991360" cy="189545"/>
          </a:xfrm>
          <a:prstGeom prst="rect">
            <a:avLst/>
          </a:prstGeom>
          <a:solidFill>
            <a:schemeClr val="bg1"/>
          </a:solidFill>
        </p:spPr>
        <p:txBody>
          <a:bodyPr wrap="square" lIns="0" tIns="0" rIns="0" bIns="0" rtlCol="0">
            <a:spAutoFit/>
          </a:bodyPr>
          <a:lstStyle/>
          <a:p>
            <a:pPr algn="ctr">
              <a:spcBef>
                <a:spcPts val="600"/>
              </a:spcBef>
              <a:buSzPct val="100000"/>
            </a:pPr>
            <a:r>
              <a:rPr lang="en-GB" sz="1200" b="1" dirty="0">
                <a:solidFill>
                  <a:srgbClr val="313131"/>
                </a:solidFill>
              </a:rPr>
              <a:t>Initial discussions with DPL </a:t>
            </a:r>
          </a:p>
        </p:txBody>
      </p:sp>
      <p:sp>
        <p:nvSpPr>
          <p:cNvPr id="14" name="Rectangle 13"/>
          <p:cNvSpPr/>
          <p:nvPr/>
        </p:nvSpPr>
        <p:spPr bwMode="gray">
          <a:xfrm>
            <a:off x="611941" y="1888968"/>
            <a:ext cx="3315293" cy="769235"/>
          </a:xfrm>
          <a:prstGeom prst="rect">
            <a:avLst/>
          </a:prstGeom>
          <a:ln>
            <a:headEnd/>
            <a:tailEn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5565" tIns="75565" rIns="75565" bIns="75565"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100" b="1" i="0" u="none" strike="noStrike" kern="0" cap="none" spc="0" normalizeH="0" baseline="0" noProof="0" dirty="0">
              <a:ln>
                <a:noFill/>
              </a:ln>
              <a:effectLst/>
              <a:uLnTx/>
              <a:uFillTx/>
              <a:latin typeface="+mj-lt"/>
            </a:endParaRPr>
          </a:p>
        </p:txBody>
      </p:sp>
      <p:sp>
        <p:nvSpPr>
          <p:cNvPr id="30" name="Rectangle 29"/>
          <p:cNvSpPr/>
          <p:nvPr/>
        </p:nvSpPr>
        <p:spPr bwMode="gray">
          <a:xfrm>
            <a:off x="479787" y="5608810"/>
            <a:ext cx="11210563" cy="931690"/>
          </a:xfrm>
          <a:prstGeom prst="rect">
            <a:avLst/>
          </a:prstGeom>
          <a:solidFill>
            <a:schemeClr val="bg1">
              <a:lumMod val="95000"/>
            </a:schemeClr>
          </a:solidFill>
          <a:ln w="19050" algn="ctr">
            <a:noFill/>
            <a:miter lim="800000"/>
            <a:headEnd/>
            <a:tailEnd/>
          </a:ln>
        </p:spPr>
        <p:txBody>
          <a:bodyPr wrap="square" lIns="88900" tIns="88900" rIns="88900" bIns="88900" rtlCol="0" anchor="ctr"/>
          <a:lstStyle/>
          <a:p>
            <a:pPr algn="ctr">
              <a:lnSpc>
                <a:spcPct val="106000"/>
              </a:lnSpc>
            </a:pPr>
            <a:r>
              <a:rPr lang="en-US" sz="1400" dirty="0"/>
              <a:t>Several aspects would need to be studied such as</a:t>
            </a:r>
          </a:p>
          <a:p>
            <a:pPr algn="ctr">
              <a:lnSpc>
                <a:spcPct val="106000"/>
              </a:lnSpc>
            </a:pPr>
            <a:r>
              <a:rPr lang="en-US" sz="1400" dirty="0"/>
              <a:t> </a:t>
            </a:r>
            <a:r>
              <a:rPr lang="en-US" sz="1400" b="1" i="1" dirty="0"/>
              <a:t>(i) Identification of improvement opportunities for existing business processes and IT Infrastructure (ii) Cost assessment of ERP implementation</a:t>
            </a:r>
            <a:r>
              <a:rPr lang="en-US" sz="1400" dirty="0"/>
              <a:t>         </a:t>
            </a:r>
            <a:r>
              <a:rPr lang="en-US" sz="1400" b="1" i="1" dirty="0"/>
              <a:t>(iii) identifying Implementation challenges and addressing them upfront.</a:t>
            </a:r>
            <a:r>
              <a:rPr lang="en-US" sz="1400" dirty="0"/>
              <a:t> </a:t>
            </a:r>
          </a:p>
        </p:txBody>
      </p:sp>
      <p:sp>
        <p:nvSpPr>
          <p:cNvPr id="3" name="Isosceles Triangle 2"/>
          <p:cNvSpPr/>
          <p:nvPr/>
        </p:nvSpPr>
        <p:spPr bwMode="gray">
          <a:xfrm rot="10800000">
            <a:off x="500100" y="5081612"/>
            <a:ext cx="11225125" cy="239304"/>
          </a:xfrm>
          <a:prstGeom prst="triangle">
            <a:avLst>
              <a:gd name="adj" fmla="val 50000"/>
            </a:avLst>
          </a:prstGeom>
          <a:solidFill>
            <a:schemeClr val="tx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sp>
        <p:nvSpPr>
          <p:cNvPr id="31" name="Rectangle 30"/>
          <p:cNvSpPr/>
          <p:nvPr/>
        </p:nvSpPr>
        <p:spPr>
          <a:xfrm>
            <a:off x="4185967" y="3418059"/>
            <a:ext cx="7416832" cy="411480"/>
          </a:xfrm>
          <a:prstGeom prst="rect">
            <a:avLst/>
          </a:prstGeom>
          <a:solidFill>
            <a:schemeClr val="accent5"/>
          </a:solidFill>
          <a:ln w="12700" cap="flat" cmpd="sng" algn="ctr">
            <a:solidFill>
              <a:srgbClr val="0D8390"/>
            </a:solidFill>
            <a:prstDash val="solid"/>
            <a:miter lim="800000"/>
          </a:ln>
          <a:effectLst/>
        </p:spPr>
        <p:txBody>
          <a:bodyPr rtlCol="0" anchor="ctr"/>
          <a:lstStyle/>
          <a:p>
            <a:pPr lvl="0" algn="ctr">
              <a:defRPr/>
            </a:pPr>
            <a:r>
              <a:rPr lang="en-US" sz="1200" kern="0" dirty="0">
                <a:solidFill>
                  <a:schemeClr val="bg1"/>
                </a:solidFill>
                <a:latin typeface="+mj-lt"/>
                <a:ea typeface="Verdana" panose="020B0604030504040204" pitchFamily="34" charset="0"/>
                <a:cs typeface="Verdana" panose="020B0604030504040204" pitchFamily="34" charset="0"/>
              </a:rPr>
              <a:t>Existing IT systems not catering to key business functionality and </a:t>
            </a:r>
            <a:r>
              <a:rPr lang="en-US" sz="1200" kern="0" dirty="0">
                <a:solidFill>
                  <a:schemeClr val="bg1"/>
                </a:solidFill>
                <a:ea typeface="Verdana" panose="020B0604030504040204" pitchFamily="34" charset="0"/>
                <a:cs typeface="Verdana" panose="020B0604030504040204" pitchFamily="34" charset="0"/>
              </a:rPr>
              <a:t>business requirements</a:t>
            </a:r>
            <a:endParaRPr lang="en-US" sz="1200" kern="0" dirty="0">
              <a:solidFill>
                <a:schemeClr val="bg1"/>
              </a:solidFill>
              <a:latin typeface="+mj-lt"/>
              <a:ea typeface="Verdana" panose="020B0604030504040204" pitchFamily="34" charset="0"/>
              <a:cs typeface="Verdana" panose="020B0604030504040204" pitchFamily="34" charset="0"/>
            </a:endParaRPr>
          </a:p>
        </p:txBody>
      </p:sp>
      <p:sp>
        <p:nvSpPr>
          <p:cNvPr id="32" name="Rectangle 31"/>
          <p:cNvSpPr/>
          <p:nvPr/>
        </p:nvSpPr>
        <p:spPr>
          <a:xfrm>
            <a:off x="4185967" y="3916633"/>
            <a:ext cx="7416832" cy="411480"/>
          </a:xfrm>
          <a:prstGeom prst="rect">
            <a:avLst/>
          </a:prstGeom>
          <a:solidFill>
            <a:schemeClr val="accent5"/>
          </a:solidFill>
          <a:ln w="12700" cap="flat" cmpd="sng" algn="ctr">
            <a:solidFill>
              <a:srgbClr val="0D8390"/>
            </a:solidFill>
            <a:prstDash val="solid"/>
            <a:miter lim="800000"/>
          </a:ln>
          <a:effectLst/>
        </p:spPr>
        <p:txBody>
          <a:bodyPr rtlCol="0" anchor="ctr"/>
          <a:lstStyle/>
          <a:p>
            <a:pPr lvl="0" algn="ctr">
              <a:defRPr/>
            </a:pPr>
            <a:r>
              <a:rPr lang="en-US" sz="1200" kern="0" dirty="0">
                <a:solidFill>
                  <a:schemeClr val="bg1"/>
                </a:solidFill>
                <a:latin typeface="+mj-lt"/>
                <a:ea typeface="Verdana" panose="020B0604030504040204" pitchFamily="34" charset="0"/>
                <a:cs typeface="Verdana" panose="020B0604030504040204" pitchFamily="34" charset="0"/>
              </a:rPr>
              <a:t>Difficulty in integration of existing IT systems from diversified software components</a:t>
            </a:r>
          </a:p>
        </p:txBody>
      </p:sp>
      <p:sp>
        <p:nvSpPr>
          <p:cNvPr id="33" name="Rectangle 32"/>
          <p:cNvSpPr/>
          <p:nvPr/>
        </p:nvSpPr>
        <p:spPr>
          <a:xfrm>
            <a:off x="4185967" y="2420911"/>
            <a:ext cx="7416832" cy="411480"/>
          </a:xfrm>
          <a:prstGeom prst="rect">
            <a:avLst/>
          </a:prstGeom>
          <a:solidFill>
            <a:schemeClr val="accent5"/>
          </a:solidFill>
          <a:ln w="12700" cap="flat" cmpd="sng" algn="ctr">
            <a:solidFill>
              <a:srgbClr val="0D8390"/>
            </a:solidFill>
            <a:prstDash val="solid"/>
            <a:miter lim="800000"/>
          </a:ln>
          <a:effectLst/>
        </p:spPr>
        <p:txBody>
          <a:bodyPr rtlCol="0" anchor="ctr"/>
          <a:lstStyle/>
          <a:p>
            <a:pPr marR="0" lvl="0" algn="ctr" defTabSz="914400" eaLnBrk="1" fontAlgn="auto" latinLnBrk="0" hangingPunct="1">
              <a:lnSpc>
                <a:spcPct val="100000"/>
              </a:lnSpc>
              <a:spcBef>
                <a:spcPts val="0"/>
              </a:spcBef>
              <a:spcAft>
                <a:spcPts val="0"/>
              </a:spcAft>
              <a:buClrTx/>
              <a:buSzTx/>
              <a:tabLst/>
              <a:defRPr/>
            </a:pPr>
            <a:r>
              <a:rPr lang="en-US" sz="1200" kern="0" dirty="0">
                <a:solidFill>
                  <a:schemeClr val="bg1"/>
                </a:solidFill>
                <a:latin typeface="+mj-lt"/>
                <a:ea typeface="Verdana" panose="020B0604030504040204" pitchFamily="34" charset="0"/>
                <a:cs typeface="Verdana" panose="020B0604030504040204" pitchFamily="34" charset="0"/>
              </a:rPr>
              <a:t>As per  Microsoft, FoxPro software has reached end of life and future support will be limited </a:t>
            </a:r>
            <a:endParaRPr kumimoji="0" lang="en-US" sz="1200" b="0" i="0" u="none" strike="noStrike" kern="0" cap="none" spc="0" normalizeH="0" baseline="0" noProof="0" dirty="0">
              <a:ln>
                <a:noFill/>
              </a:ln>
              <a:solidFill>
                <a:schemeClr val="bg1"/>
              </a:solidFill>
              <a:effectLst/>
              <a:uLnTx/>
              <a:uFillTx/>
              <a:latin typeface="+mj-lt"/>
              <a:ea typeface="Verdana" panose="020B0604030504040204" pitchFamily="34" charset="0"/>
              <a:cs typeface="Verdana" panose="020B0604030504040204" pitchFamily="34" charset="0"/>
            </a:endParaRPr>
          </a:p>
        </p:txBody>
      </p:sp>
      <p:sp>
        <p:nvSpPr>
          <p:cNvPr id="34" name="Rectangle 33"/>
          <p:cNvSpPr/>
          <p:nvPr/>
        </p:nvSpPr>
        <p:spPr>
          <a:xfrm>
            <a:off x="4185967" y="2919485"/>
            <a:ext cx="7416832" cy="411480"/>
          </a:xfrm>
          <a:prstGeom prst="rect">
            <a:avLst/>
          </a:prstGeom>
          <a:solidFill>
            <a:schemeClr val="accent5"/>
          </a:solidFill>
          <a:ln w="12700" cap="flat" cmpd="sng" algn="ctr">
            <a:solidFill>
              <a:srgbClr val="0D8390"/>
            </a:solidFill>
            <a:prstDash val="solid"/>
            <a:miter lim="800000"/>
          </a:ln>
          <a:effectLst/>
        </p:spPr>
        <p:txBody>
          <a:bodyPr rtlCol="0" anchor="ctr"/>
          <a:lstStyle/>
          <a:p>
            <a:pPr lvl="0" algn="ctr">
              <a:defRPr/>
            </a:pPr>
            <a:r>
              <a:rPr lang="en-US" sz="1200" kern="0" dirty="0">
                <a:solidFill>
                  <a:schemeClr val="bg1"/>
                </a:solidFill>
                <a:latin typeface="+mj-lt"/>
                <a:ea typeface="Verdana" panose="020B0604030504040204" pitchFamily="34" charset="0"/>
                <a:cs typeface="Verdana" panose="020B0604030504040204" pitchFamily="34" charset="0"/>
              </a:rPr>
              <a:t>No automated system for generating MIS. Reliance on manual data collection and reporting for MIS</a:t>
            </a:r>
          </a:p>
        </p:txBody>
      </p:sp>
      <p:sp>
        <p:nvSpPr>
          <p:cNvPr id="35" name="Rectangle 34"/>
          <p:cNvSpPr/>
          <p:nvPr/>
        </p:nvSpPr>
        <p:spPr>
          <a:xfrm>
            <a:off x="4185967" y="1922337"/>
            <a:ext cx="7416832" cy="411480"/>
          </a:xfrm>
          <a:prstGeom prst="rect">
            <a:avLst/>
          </a:prstGeom>
          <a:solidFill>
            <a:schemeClr val="accent5"/>
          </a:solidFill>
          <a:ln w="12700" cap="flat" cmpd="sng" algn="ctr">
            <a:solidFill>
              <a:srgbClr val="0D8390"/>
            </a:solidFill>
            <a:prstDash val="solid"/>
            <a:miter lim="800000"/>
          </a:ln>
          <a:effectLst/>
        </p:spPr>
        <p:txBody>
          <a:bodyPr rtlCol="0" anchor="ctr"/>
          <a:lstStyle/>
          <a:p>
            <a:pPr marR="0" lvl="0" algn="ctr" defTabSz="914400" eaLnBrk="1" fontAlgn="auto" latinLnBrk="0" hangingPunct="1">
              <a:lnSpc>
                <a:spcPct val="100000"/>
              </a:lnSpc>
              <a:spcBef>
                <a:spcPts val="0"/>
              </a:spcBef>
              <a:spcAft>
                <a:spcPts val="0"/>
              </a:spcAft>
              <a:buClrTx/>
              <a:buSzTx/>
              <a:tabLst/>
              <a:defRPr/>
            </a:pPr>
            <a:r>
              <a:rPr kumimoji="0" lang="en-US" sz="1200" b="0" i="0" u="none" strike="noStrike" kern="0" cap="none" spc="0" normalizeH="0" noProof="0" dirty="0">
                <a:ln>
                  <a:noFill/>
                </a:ln>
                <a:solidFill>
                  <a:schemeClr val="bg1"/>
                </a:solidFill>
                <a:effectLst/>
                <a:uLnTx/>
                <a:uFillTx/>
                <a:latin typeface="+mj-lt"/>
                <a:ea typeface="Verdana" panose="020B0604030504040204" pitchFamily="34" charset="0"/>
                <a:cs typeface="Verdana" panose="020B0604030504040204" pitchFamily="34" charset="0"/>
              </a:rPr>
              <a:t>Requirement </a:t>
            </a:r>
            <a:r>
              <a:rPr lang="en-US" sz="1200" kern="0" dirty="0">
                <a:solidFill>
                  <a:schemeClr val="bg1"/>
                </a:solidFill>
                <a:latin typeface="+mj-lt"/>
                <a:ea typeface="Verdana" panose="020B0604030504040204" pitchFamily="34" charset="0"/>
                <a:cs typeface="Verdana" panose="020B0604030504040204" pitchFamily="34" charset="0"/>
              </a:rPr>
              <a:t>of</a:t>
            </a:r>
            <a:r>
              <a:rPr kumimoji="0" lang="en-US" sz="1200" b="0" i="0" u="none" strike="noStrike" kern="0" cap="none" spc="0" normalizeH="0" noProof="0" dirty="0">
                <a:ln>
                  <a:noFill/>
                </a:ln>
                <a:solidFill>
                  <a:schemeClr val="bg1"/>
                </a:solidFill>
                <a:effectLst/>
                <a:uLnTx/>
                <a:uFillTx/>
                <a:latin typeface="+mj-lt"/>
                <a:ea typeface="Verdana" panose="020B0604030504040204" pitchFamily="34" charset="0"/>
                <a:cs typeface="Verdana" panose="020B0604030504040204" pitchFamily="34" charset="0"/>
              </a:rPr>
              <a:t> systems </a:t>
            </a:r>
            <a:r>
              <a:rPr lang="en-US" sz="1200" kern="0" dirty="0">
                <a:solidFill>
                  <a:schemeClr val="bg1"/>
                </a:solidFill>
                <a:latin typeface="+mj-lt"/>
                <a:ea typeface="Verdana" panose="020B0604030504040204" pitchFamily="34" charset="0"/>
                <a:cs typeface="Verdana" panose="020B0604030504040204" pitchFamily="34" charset="0"/>
              </a:rPr>
              <a:t>for Human Resource Management, Material Management , Finance, Plant O&amp;M</a:t>
            </a:r>
            <a:endParaRPr kumimoji="0" lang="en-US" sz="1200" b="0" i="0" u="none" strike="noStrike" kern="0" cap="none" spc="0" normalizeH="0" baseline="0" noProof="0" dirty="0">
              <a:ln>
                <a:noFill/>
              </a:ln>
              <a:solidFill>
                <a:schemeClr val="bg1"/>
              </a:solidFill>
              <a:effectLst/>
              <a:uLnTx/>
              <a:uFillTx/>
              <a:latin typeface="+mj-lt"/>
              <a:ea typeface="Verdana" panose="020B0604030504040204" pitchFamily="34" charset="0"/>
              <a:cs typeface="Verdana" panose="020B0604030504040204" pitchFamily="34" charset="0"/>
            </a:endParaRPr>
          </a:p>
        </p:txBody>
      </p:sp>
      <p:sp>
        <p:nvSpPr>
          <p:cNvPr id="4" name="TextBox 3"/>
          <p:cNvSpPr txBox="1"/>
          <p:nvPr/>
        </p:nvSpPr>
        <p:spPr>
          <a:xfrm>
            <a:off x="6112662" y="1617043"/>
            <a:ext cx="3219856" cy="215444"/>
          </a:xfrm>
          <a:prstGeom prst="rect">
            <a:avLst/>
          </a:prstGeom>
          <a:noFill/>
        </p:spPr>
        <p:txBody>
          <a:bodyPr wrap="square" lIns="0" tIns="0" rIns="0" bIns="0" rtlCol="0">
            <a:spAutoFit/>
          </a:bodyPr>
          <a:lstStyle/>
          <a:p>
            <a:pPr algn="ctr">
              <a:spcBef>
                <a:spcPts val="600"/>
              </a:spcBef>
              <a:buSzPct val="100000"/>
            </a:pPr>
            <a:r>
              <a:rPr lang="en-GB" sz="1400" i="1" dirty="0">
                <a:solidFill>
                  <a:srgbClr val="313131"/>
                </a:solidFill>
              </a:rPr>
              <a:t>Challenges</a:t>
            </a:r>
          </a:p>
        </p:txBody>
      </p:sp>
      <p:sp>
        <p:nvSpPr>
          <p:cNvPr id="37" name="TextBox 36"/>
          <p:cNvSpPr txBox="1"/>
          <p:nvPr/>
        </p:nvSpPr>
        <p:spPr>
          <a:xfrm>
            <a:off x="753232" y="1612237"/>
            <a:ext cx="3219856" cy="215444"/>
          </a:xfrm>
          <a:prstGeom prst="rect">
            <a:avLst/>
          </a:prstGeom>
          <a:noFill/>
        </p:spPr>
        <p:txBody>
          <a:bodyPr wrap="square" lIns="0" tIns="0" rIns="0" bIns="0" rtlCol="0">
            <a:spAutoFit/>
          </a:bodyPr>
          <a:lstStyle/>
          <a:p>
            <a:pPr algn="ctr">
              <a:spcBef>
                <a:spcPts val="600"/>
              </a:spcBef>
              <a:buSzPct val="100000"/>
            </a:pPr>
            <a:r>
              <a:rPr lang="en-GB" sz="1400" i="1" dirty="0">
                <a:solidFill>
                  <a:srgbClr val="313131"/>
                </a:solidFill>
              </a:rPr>
              <a:t>Existing System</a:t>
            </a:r>
          </a:p>
        </p:txBody>
      </p:sp>
      <p:sp>
        <p:nvSpPr>
          <p:cNvPr id="36" name="Rectangle 35"/>
          <p:cNvSpPr/>
          <p:nvPr/>
        </p:nvSpPr>
        <p:spPr bwMode="gray">
          <a:xfrm>
            <a:off x="500100" y="5404173"/>
            <a:ext cx="11225125" cy="284396"/>
          </a:xfrm>
          <a:prstGeom prst="rect">
            <a:avLst/>
          </a:prstGeom>
          <a:solidFill>
            <a:schemeClr val="accent5"/>
          </a:solidFill>
          <a:ln w="12700" cap="flat" cmpd="sng" algn="ctr">
            <a:noFill/>
            <a:prstDash val="solid"/>
            <a:miter lim="800000"/>
          </a:ln>
          <a:effectLst/>
        </p:spPr>
        <p:txBody>
          <a:bodyPr lIns="77724" tIns="77724" rIns="77724" bIns="77724" rtlCol="0" anchor="ctr"/>
          <a:lstStyle/>
          <a:p>
            <a:pPr lvl="0" algn="ctr">
              <a:defRPr/>
            </a:pPr>
            <a:r>
              <a:rPr kumimoji="0" lang="en-US" sz="1300" b="1" i="0" u="none" strike="noStrike" kern="0" cap="none" spc="0" normalizeH="0" baseline="0" noProof="0" dirty="0">
                <a:ln>
                  <a:noFill/>
                </a:ln>
                <a:solidFill>
                  <a:prstClr val="white"/>
                </a:solidFill>
                <a:effectLst/>
                <a:uLnTx/>
                <a:uFillTx/>
                <a:ea typeface="Verdana" panose="020B0604030504040204" pitchFamily="34" charset="0"/>
                <a:cs typeface="Verdana" panose="020B0604030504040204" pitchFamily="34" charset="0"/>
              </a:rPr>
              <a:t>It is in this context</a:t>
            </a:r>
            <a:r>
              <a:rPr lang="en-US" sz="1300" b="1" kern="0" dirty="0">
                <a:solidFill>
                  <a:prstClr val="white"/>
                </a:solidFill>
                <a:ea typeface="Verdana" panose="020B0604030504040204" pitchFamily="34" charset="0"/>
                <a:cs typeface="Verdana" panose="020B0604030504040204" pitchFamily="34" charset="0"/>
              </a:rPr>
              <a:t> that DPL looks forward to evaluating a comprehensive ERP package </a:t>
            </a:r>
            <a:endParaRPr kumimoji="0" lang="en-US" sz="1300" b="0" i="0" u="none" strike="noStrike" kern="0" cap="none" spc="0" normalizeH="0" baseline="0" noProof="0" dirty="0">
              <a:ln>
                <a:noFill/>
              </a:ln>
              <a:solidFill>
                <a:prstClr val="black"/>
              </a:solidFill>
              <a:effectLst/>
              <a:uLnTx/>
              <a:uFillTx/>
              <a:ea typeface="Verdana" panose="020B0604030504040204" pitchFamily="34" charset="0"/>
              <a:cs typeface="Verdana" panose="020B0604030504040204" pitchFamily="34" charset="0"/>
            </a:endParaRPr>
          </a:p>
        </p:txBody>
      </p:sp>
      <p:sp>
        <p:nvSpPr>
          <p:cNvPr id="21" name="Rectangle 20">
            <a:extLst>
              <a:ext uri="{FF2B5EF4-FFF2-40B4-BE49-F238E27FC236}">
                <a16:creationId xmlns:a16="http://schemas.microsoft.com/office/drawing/2014/main" id="{2AC604C1-65FE-4934-AA6D-CD5391F74DC4}"/>
              </a:ext>
            </a:extLst>
          </p:cNvPr>
          <p:cNvSpPr/>
          <p:nvPr/>
        </p:nvSpPr>
        <p:spPr>
          <a:xfrm>
            <a:off x="1531346" y="1893241"/>
            <a:ext cx="1184940" cy="261610"/>
          </a:xfrm>
          <a:prstGeom prst="rect">
            <a:avLst/>
          </a:prstGeom>
        </p:spPr>
        <p:txBody>
          <a:bodyPr wrap="none">
            <a:spAutoFit/>
          </a:bodyPr>
          <a:lstStyle/>
          <a:p>
            <a:r>
              <a:rPr lang="en-US" sz="1100" b="1" dirty="0">
                <a:solidFill>
                  <a:prstClr val="black"/>
                </a:solidFill>
                <a:latin typeface="+mj-lt"/>
                <a:ea typeface="Verdana" panose="020B0604030504040204" pitchFamily="34" charset="0"/>
                <a:cs typeface="Verdana" panose="020B0604030504040204" pitchFamily="34" charset="0"/>
              </a:rPr>
              <a:t>FoxPro Software </a:t>
            </a:r>
            <a:endParaRPr lang="en-IN" sz="1100" b="1" dirty="0">
              <a:solidFill>
                <a:prstClr val="black"/>
              </a:solidFill>
              <a:latin typeface="+mj-lt"/>
              <a:ea typeface="Verdana" panose="020B0604030504040204" pitchFamily="34" charset="0"/>
              <a:cs typeface="Verdana" panose="020B0604030504040204" pitchFamily="34" charset="0"/>
            </a:endParaRPr>
          </a:p>
        </p:txBody>
      </p:sp>
      <p:sp>
        <p:nvSpPr>
          <p:cNvPr id="22" name="Rectangle 21">
            <a:extLst>
              <a:ext uri="{FF2B5EF4-FFF2-40B4-BE49-F238E27FC236}">
                <a16:creationId xmlns:a16="http://schemas.microsoft.com/office/drawing/2014/main" id="{997C56FF-55E4-45E1-876A-81A0C66B595C}"/>
              </a:ext>
            </a:extLst>
          </p:cNvPr>
          <p:cNvSpPr/>
          <p:nvPr/>
        </p:nvSpPr>
        <p:spPr bwMode="gray">
          <a:xfrm>
            <a:off x="611943" y="2156431"/>
            <a:ext cx="882802" cy="504384"/>
          </a:xfrm>
          <a:prstGeom prst="rect">
            <a:avLst/>
          </a:prstGeom>
          <a:solidFill>
            <a:srgbClr val="A0DCFF"/>
          </a:solidFill>
          <a:ln/>
        </p:spPr>
        <p:style>
          <a:lnRef idx="2">
            <a:schemeClr val="dk1"/>
          </a:lnRef>
          <a:fillRef idx="1">
            <a:schemeClr val="lt1"/>
          </a:fillRef>
          <a:effectRef idx="0">
            <a:schemeClr val="dk1"/>
          </a:effectRef>
          <a:fontRef idx="minor">
            <a:schemeClr val="dk1"/>
          </a:fontRef>
        </p:style>
        <p:txBody>
          <a:bodyPr lIns="45720" tIns="45720" rIns="4572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i="0" u="none" strike="noStrike" kern="0" cap="none" spc="0" normalizeH="0" baseline="0" noProof="0" dirty="0">
                <a:ln>
                  <a:noFill/>
                </a:ln>
                <a:solidFill>
                  <a:schemeClr val="tx1"/>
                </a:solidFill>
                <a:effectLst/>
                <a:uLnTx/>
                <a:uFillTx/>
                <a:latin typeface="+mj-lt"/>
                <a:ea typeface="Verdana" panose="020B0604030504040204" pitchFamily="34" charset="0"/>
                <a:cs typeface="Verdana" panose="020B0604030504040204" pitchFamily="34" charset="0"/>
              </a:rPr>
              <a:t>Stores Accounting</a:t>
            </a:r>
          </a:p>
        </p:txBody>
      </p:sp>
      <p:sp>
        <p:nvSpPr>
          <p:cNvPr id="23" name="Rectangle 22">
            <a:extLst>
              <a:ext uri="{FF2B5EF4-FFF2-40B4-BE49-F238E27FC236}">
                <a16:creationId xmlns:a16="http://schemas.microsoft.com/office/drawing/2014/main" id="{46EBFD28-2DF4-4D37-B015-025517ECE9F6}"/>
              </a:ext>
            </a:extLst>
          </p:cNvPr>
          <p:cNvSpPr/>
          <p:nvPr/>
        </p:nvSpPr>
        <p:spPr bwMode="gray">
          <a:xfrm>
            <a:off x="2615791" y="2156432"/>
            <a:ext cx="1311444" cy="501772"/>
          </a:xfrm>
          <a:prstGeom prst="rect">
            <a:avLst/>
          </a:prstGeom>
          <a:solidFill>
            <a:srgbClr val="A0DCFF"/>
          </a:solidFill>
          <a:ln/>
        </p:spPr>
        <p:style>
          <a:lnRef idx="2">
            <a:schemeClr val="dk1"/>
          </a:lnRef>
          <a:fillRef idx="1">
            <a:schemeClr val="lt1"/>
          </a:fillRef>
          <a:effectRef idx="0">
            <a:schemeClr val="dk1"/>
          </a:effectRef>
          <a:fontRef idx="minor">
            <a:schemeClr val="dk1"/>
          </a:fontRef>
        </p:style>
        <p:txBody>
          <a:bodyPr lIns="45720" tIns="45720" rIns="4572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i="0" u="none" strike="noStrike" kern="0" cap="none" spc="0" normalizeH="0" baseline="0" noProof="0" dirty="0">
                <a:ln>
                  <a:noFill/>
                </a:ln>
                <a:solidFill>
                  <a:schemeClr val="tx1"/>
                </a:solidFill>
                <a:effectLst/>
                <a:uLnTx/>
                <a:uFillTx/>
                <a:latin typeface="+mj-lt"/>
                <a:ea typeface="Verdana" panose="020B0604030504040204" pitchFamily="34" charset="0"/>
                <a:cs typeface="Verdana" panose="020B0604030504040204" pitchFamily="34" charset="0"/>
              </a:rPr>
              <a:t>Final Accounts</a:t>
            </a:r>
          </a:p>
        </p:txBody>
      </p:sp>
      <p:sp>
        <p:nvSpPr>
          <p:cNvPr id="24" name="Rectangle 23">
            <a:extLst>
              <a:ext uri="{FF2B5EF4-FFF2-40B4-BE49-F238E27FC236}">
                <a16:creationId xmlns:a16="http://schemas.microsoft.com/office/drawing/2014/main" id="{F55C807E-CF66-4E4E-8BEB-129FEEC1289F}"/>
              </a:ext>
            </a:extLst>
          </p:cNvPr>
          <p:cNvSpPr/>
          <p:nvPr/>
        </p:nvSpPr>
        <p:spPr bwMode="gray">
          <a:xfrm>
            <a:off x="1489751" y="2156431"/>
            <a:ext cx="1136121" cy="501772"/>
          </a:xfrm>
          <a:prstGeom prst="rect">
            <a:avLst/>
          </a:prstGeom>
          <a:solidFill>
            <a:srgbClr val="A0DCFF"/>
          </a:solidFill>
          <a:ln/>
        </p:spPr>
        <p:style>
          <a:lnRef idx="2">
            <a:schemeClr val="dk1"/>
          </a:lnRef>
          <a:fillRef idx="1">
            <a:schemeClr val="lt1"/>
          </a:fillRef>
          <a:effectRef idx="0">
            <a:schemeClr val="dk1"/>
          </a:effectRef>
          <a:fontRef idx="minor">
            <a:schemeClr val="dk1"/>
          </a:fontRef>
        </p:style>
        <p:txBody>
          <a:bodyPr lIns="45720" tIns="45720" rIns="4572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i="0" u="none" strike="noStrike" kern="0" cap="none" spc="0" normalizeH="0" baseline="0" noProof="0" dirty="0">
                <a:ln>
                  <a:noFill/>
                </a:ln>
                <a:solidFill>
                  <a:schemeClr val="tx1"/>
                </a:solidFill>
                <a:effectLst/>
                <a:uLnTx/>
                <a:uFillTx/>
                <a:latin typeface="+mj-lt"/>
                <a:ea typeface="Verdana" panose="020B0604030504040204" pitchFamily="34" charset="0"/>
                <a:cs typeface="Verdana" panose="020B0604030504040204" pitchFamily="34" charset="0"/>
              </a:rPr>
              <a:t>License fee &amp; Water bill</a:t>
            </a:r>
            <a:r>
              <a:rPr lang="en-US" sz="1050" kern="0" dirty="0">
                <a:solidFill>
                  <a:schemeClr val="tx1"/>
                </a:solidFill>
                <a:latin typeface="+mj-lt"/>
                <a:ea typeface="Verdana" panose="020B0604030504040204" pitchFamily="34" charset="0"/>
                <a:cs typeface="Verdana" panose="020B0604030504040204" pitchFamily="34" charset="0"/>
              </a:rPr>
              <a:t> generation</a:t>
            </a:r>
            <a:endParaRPr kumimoji="0" lang="en-US" sz="1050" i="0" u="none" strike="noStrike" kern="0" cap="none" spc="0" normalizeH="0" baseline="0" noProof="0" dirty="0">
              <a:ln>
                <a:noFill/>
              </a:ln>
              <a:solidFill>
                <a:schemeClr val="tx1"/>
              </a:solidFill>
              <a:effectLst/>
              <a:uLnTx/>
              <a:uFillTx/>
              <a:latin typeface="+mj-lt"/>
              <a:ea typeface="Verdana" panose="020B0604030504040204" pitchFamily="34" charset="0"/>
              <a:cs typeface="Verdana" panose="020B0604030504040204" pitchFamily="34" charset="0"/>
            </a:endParaRPr>
          </a:p>
        </p:txBody>
      </p:sp>
      <p:sp>
        <p:nvSpPr>
          <p:cNvPr id="25" name="Rectangle 24">
            <a:extLst>
              <a:ext uri="{FF2B5EF4-FFF2-40B4-BE49-F238E27FC236}">
                <a16:creationId xmlns:a16="http://schemas.microsoft.com/office/drawing/2014/main" id="{F0763343-90B6-4EA1-A7C6-50D1715B4605}"/>
              </a:ext>
            </a:extLst>
          </p:cNvPr>
          <p:cNvSpPr/>
          <p:nvPr/>
        </p:nvSpPr>
        <p:spPr bwMode="gray">
          <a:xfrm>
            <a:off x="620350" y="2706737"/>
            <a:ext cx="3306885" cy="1574801"/>
          </a:xfrm>
          <a:prstGeom prst="rect">
            <a:avLst/>
          </a:prstGeom>
          <a:ln>
            <a:headEnd/>
            <a:tailEn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5565" tIns="75565" rIns="75565" bIns="75565"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100" b="1" i="0" u="none" strike="noStrike" kern="0" cap="none" spc="0" normalizeH="0" baseline="0" noProof="0" dirty="0">
              <a:ln>
                <a:noFill/>
              </a:ln>
              <a:effectLst/>
              <a:uLnTx/>
              <a:uFillTx/>
              <a:latin typeface="+mj-lt"/>
            </a:endParaRPr>
          </a:p>
        </p:txBody>
      </p:sp>
      <p:sp>
        <p:nvSpPr>
          <p:cNvPr id="26" name="Rectangle 25">
            <a:extLst>
              <a:ext uri="{FF2B5EF4-FFF2-40B4-BE49-F238E27FC236}">
                <a16:creationId xmlns:a16="http://schemas.microsoft.com/office/drawing/2014/main" id="{300B8778-867D-460B-80FA-CF04D8F3809E}"/>
              </a:ext>
            </a:extLst>
          </p:cNvPr>
          <p:cNvSpPr/>
          <p:nvPr/>
        </p:nvSpPr>
        <p:spPr>
          <a:xfrm>
            <a:off x="1411484" y="2702290"/>
            <a:ext cx="1441420" cy="261610"/>
          </a:xfrm>
          <a:prstGeom prst="rect">
            <a:avLst/>
          </a:prstGeom>
        </p:spPr>
        <p:txBody>
          <a:bodyPr wrap="none">
            <a:spAutoFit/>
          </a:bodyPr>
          <a:lstStyle/>
          <a:p>
            <a:r>
              <a:rPr lang="en-US" sz="1100" b="1" dirty="0">
                <a:solidFill>
                  <a:prstClr val="black"/>
                </a:solidFill>
                <a:latin typeface="+mj-lt"/>
                <a:ea typeface="Verdana" panose="020B0604030504040204" pitchFamily="34" charset="0"/>
                <a:cs typeface="Verdana" panose="020B0604030504040204" pitchFamily="34" charset="0"/>
              </a:rPr>
              <a:t>Java/Oracle Software</a:t>
            </a:r>
            <a:endParaRPr lang="en-IN" sz="1100" b="1" dirty="0">
              <a:solidFill>
                <a:prstClr val="black"/>
              </a:solidFill>
              <a:latin typeface="+mj-lt"/>
              <a:ea typeface="Verdana" panose="020B0604030504040204" pitchFamily="34" charset="0"/>
              <a:cs typeface="Verdana" panose="020B0604030504040204" pitchFamily="34" charset="0"/>
            </a:endParaRPr>
          </a:p>
        </p:txBody>
      </p:sp>
      <p:sp>
        <p:nvSpPr>
          <p:cNvPr id="27" name="Rectangle 26">
            <a:extLst>
              <a:ext uri="{FF2B5EF4-FFF2-40B4-BE49-F238E27FC236}">
                <a16:creationId xmlns:a16="http://schemas.microsoft.com/office/drawing/2014/main" id="{8D555CFA-602D-4D41-A8A6-6DA5266045FC}"/>
              </a:ext>
            </a:extLst>
          </p:cNvPr>
          <p:cNvSpPr/>
          <p:nvPr/>
        </p:nvSpPr>
        <p:spPr bwMode="gray">
          <a:xfrm>
            <a:off x="618897" y="2980934"/>
            <a:ext cx="870856" cy="491731"/>
          </a:xfrm>
          <a:prstGeom prst="rect">
            <a:avLst/>
          </a:prstGeom>
          <a:solidFill>
            <a:srgbClr val="9DD4CF"/>
          </a:solidFill>
          <a:ln/>
        </p:spPr>
        <p:style>
          <a:lnRef idx="2">
            <a:schemeClr val="dk1"/>
          </a:lnRef>
          <a:fillRef idx="1">
            <a:schemeClr val="lt1"/>
          </a:fillRef>
          <a:effectRef idx="0">
            <a:schemeClr val="dk1"/>
          </a:effectRef>
          <a:fontRef idx="minor">
            <a:schemeClr val="dk1"/>
          </a:fontRef>
        </p:style>
        <p:txBody>
          <a:bodyPr lIns="45720" tIns="45720" rIns="4572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i="0" u="none" strike="noStrike" kern="0" cap="none" spc="0" normalizeH="0" baseline="0" noProof="0" dirty="0">
                <a:ln>
                  <a:noFill/>
                </a:ln>
                <a:solidFill>
                  <a:schemeClr val="tx1"/>
                </a:solidFill>
                <a:effectLst/>
                <a:uLnTx/>
                <a:uFillTx/>
                <a:latin typeface="+mj-lt"/>
                <a:ea typeface="Verdana" panose="020B0604030504040204" pitchFamily="34" charset="0"/>
                <a:cs typeface="Verdana" panose="020B0604030504040204" pitchFamily="34" charset="0"/>
              </a:rPr>
              <a:t>Payroll Mgt</a:t>
            </a:r>
          </a:p>
        </p:txBody>
      </p:sp>
      <p:sp>
        <p:nvSpPr>
          <p:cNvPr id="28" name="Rectangle 27">
            <a:extLst>
              <a:ext uri="{FF2B5EF4-FFF2-40B4-BE49-F238E27FC236}">
                <a16:creationId xmlns:a16="http://schemas.microsoft.com/office/drawing/2014/main" id="{A59B9F67-9849-401B-ACEA-278489618C86}"/>
              </a:ext>
            </a:extLst>
          </p:cNvPr>
          <p:cNvSpPr/>
          <p:nvPr/>
        </p:nvSpPr>
        <p:spPr bwMode="gray">
          <a:xfrm>
            <a:off x="1489752" y="2980934"/>
            <a:ext cx="1126039" cy="494738"/>
          </a:xfrm>
          <a:prstGeom prst="rect">
            <a:avLst/>
          </a:prstGeom>
          <a:solidFill>
            <a:srgbClr val="9DD4CF"/>
          </a:solidFill>
          <a:ln/>
        </p:spPr>
        <p:style>
          <a:lnRef idx="2">
            <a:schemeClr val="dk1"/>
          </a:lnRef>
          <a:fillRef idx="1">
            <a:schemeClr val="lt1"/>
          </a:fillRef>
          <a:effectRef idx="0">
            <a:schemeClr val="dk1"/>
          </a:effectRef>
          <a:fontRef idx="minor">
            <a:schemeClr val="dk1"/>
          </a:fontRef>
        </p:style>
        <p:txBody>
          <a:bodyPr lIns="45720" tIns="45720" rIns="4572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i="0" u="none" strike="noStrike" kern="0" cap="none" spc="0" normalizeH="0" baseline="0" noProof="0" dirty="0">
                <a:ln>
                  <a:noFill/>
                </a:ln>
                <a:solidFill>
                  <a:schemeClr val="tx1"/>
                </a:solidFill>
                <a:effectLst/>
                <a:uLnTx/>
                <a:uFillTx/>
                <a:latin typeface="+mj-lt"/>
                <a:ea typeface="Verdana" panose="020B0604030504040204" pitchFamily="34" charset="0"/>
                <a:cs typeface="Verdana" panose="020B0604030504040204" pitchFamily="34" charset="0"/>
              </a:rPr>
              <a:t>PPF, Wages, Treasury and Cash.</a:t>
            </a:r>
          </a:p>
        </p:txBody>
      </p:sp>
      <p:sp>
        <p:nvSpPr>
          <p:cNvPr id="29" name="Rectangle 28">
            <a:extLst>
              <a:ext uri="{FF2B5EF4-FFF2-40B4-BE49-F238E27FC236}">
                <a16:creationId xmlns:a16="http://schemas.microsoft.com/office/drawing/2014/main" id="{1E1C3317-D0C0-4611-8788-D8D013218D0F}"/>
              </a:ext>
            </a:extLst>
          </p:cNvPr>
          <p:cNvSpPr/>
          <p:nvPr/>
        </p:nvSpPr>
        <p:spPr bwMode="gray">
          <a:xfrm>
            <a:off x="2615791" y="2977050"/>
            <a:ext cx="1308509" cy="515958"/>
          </a:xfrm>
          <a:prstGeom prst="rect">
            <a:avLst/>
          </a:prstGeom>
          <a:solidFill>
            <a:srgbClr val="9DD4CF"/>
          </a:solidFill>
          <a:ln/>
        </p:spPr>
        <p:style>
          <a:lnRef idx="2">
            <a:schemeClr val="dk1"/>
          </a:lnRef>
          <a:fillRef idx="1">
            <a:schemeClr val="lt1"/>
          </a:fillRef>
          <a:effectRef idx="0">
            <a:schemeClr val="dk1"/>
          </a:effectRef>
          <a:fontRef idx="minor">
            <a:schemeClr val="dk1"/>
          </a:fontRef>
        </p:style>
        <p:txBody>
          <a:bodyPr lIns="45720" tIns="45720" rIns="4572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i="0" u="none" strike="noStrike" kern="0" cap="none" spc="0" normalizeH="0" baseline="0" noProof="0" dirty="0">
                <a:ln>
                  <a:noFill/>
                </a:ln>
                <a:solidFill>
                  <a:schemeClr val="tx1"/>
                </a:solidFill>
                <a:effectLst/>
                <a:uLnTx/>
                <a:uFillTx/>
                <a:latin typeface="+mj-lt"/>
                <a:ea typeface="Verdana" panose="020B0604030504040204" pitchFamily="34" charset="0"/>
                <a:cs typeface="Verdana" panose="020B0604030504040204" pitchFamily="34" charset="0"/>
              </a:rPr>
              <a:t>Fly Ash and Pond Ash. Plant MIS portal</a:t>
            </a:r>
          </a:p>
        </p:txBody>
      </p:sp>
      <p:sp>
        <p:nvSpPr>
          <p:cNvPr id="38" name="Rectangle 37">
            <a:extLst>
              <a:ext uri="{FF2B5EF4-FFF2-40B4-BE49-F238E27FC236}">
                <a16:creationId xmlns:a16="http://schemas.microsoft.com/office/drawing/2014/main" id="{EA43F7EB-E627-4494-91B6-7E273E1C176A}"/>
              </a:ext>
            </a:extLst>
          </p:cNvPr>
          <p:cNvSpPr/>
          <p:nvPr/>
        </p:nvSpPr>
        <p:spPr bwMode="gray">
          <a:xfrm>
            <a:off x="623888" y="3472381"/>
            <a:ext cx="907458" cy="491731"/>
          </a:xfrm>
          <a:prstGeom prst="rect">
            <a:avLst/>
          </a:prstGeom>
          <a:solidFill>
            <a:srgbClr val="9DD4CF"/>
          </a:solidFill>
          <a:ln/>
        </p:spPr>
        <p:style>
          <a:lnRef idx="2">
            <a:schemeClr val="dk1"/>
          </a:lnRef>
          <a:fillRef idx="1">
            <a:schemeClr val="lt1"/>
          </a:fillRef>
          <a:effectRef idx="0">
            <a:schemeClr val="dk1"/>
          </a:effectRef>
          <a:fontRef idx="minor">
            <a:schemeClr val="dk1"/>
          </a:fontRef>
        </p:style>
        <p:txBody>
          <a:bodyPr lIns="45720" tIns="45720" rIns="4572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i="0" u="none" strike="noStrike" kern="0" cap="none" spc="0" normalizeH="0" baseline="0" noProof="0" dirty="0">
                <a:ln>
                  <a:noFill/>
                </a:ln>
                <a:solidFill>
                  <a:schemeClr val="tx1"/>
                </a:solidFill>
                <a:effectLst/>
                <a:uLnTx/>
                <a:uFillTx/>
                <a:latin typeface="+mj-lt"/>
                <a:ea typeface="Verdana" panose="020B0604030504040204" pitchFamily="34" charset="0"/>
                <a:cs typeface="Verdana" panose="020B0604030504040204" pitchFamily="34" charset="0"/>
              </a:rPr>
              <a:t>File tracking system and Website DPL</a:t>
            </a:r>
          </a:p>
        </p:txBody>
      </p:sp>
      <p:sp>
        <p:nvSpPr>
          <p:cNvPr id="40" name="Rectangle 39">
            <a:extLst>
              <a:ext uri="{FF2B5EF4-FFF2-40B4-BE49-F238E27FC236}">
                <a16:creationId xmlns:a16="http://schemas.microsoft.com/office/drawing/2014/main" id="{6584589A-0E23-44C3-A65D-F818A0455612}"/>
              </a:ext>
            </a:extLst>
          </p:cNvPr>
          <p:cNvSpPr/>
          <p:nvPr/>
        </p:nvSpPr>
        <p:spPr bwMode="gray">
          <a:xfrm>
            <a:off x="1488081" y="3475671"/>
            <a:ext cx="1136121" cy="488441"/>
          </a:xfrm>
          <a:prstGeom prst="rect">
            <a:avLst/>
          </a:prstGeom>
          <a:solidFill>
            <a:srgbClr val="9DD4CF"/>
          </a:solidFill>
          <a:ln/>
        </p:spPr>
        <p:style>
          <a:lnRef idx="2">
            <a:schemeClr val="dk1"/>
          </a:lnRef>
          <a:fillRef idx="1">
            <a:schemeClr val="lt1"/>
          </a:fillRef>
          <a:effectRef idx="0">
            <a:schemeClr val="dk1"/>
          </a:effectRef>
          <a:fontRef idx="minor">
            <a:schemeClr val="dk1"/>
          </a:fontRef>
        </p:style>
        <p:txBody>
          <a:bodyPr lIns="45720" tIns="45720" rIns="4572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i="0" u="none" strike="noStrike" kern="0" cap="none" spc="0" normalizeH="0" baseline="0" noProof="0" dirty="0">
                <a:ln>
                  <a:noFill/>
                </a:ln>
                <a:solidFill>
                  <a:schemeClr val="tx1"/>
                </a:solidFill>
                <a:effectLst/>
                <a:uLnTx/>
                <a:uFillTx/>
                <a:latin typeface="+mj-lt"/>
                <a:ea typeface="Verdana" panose="020B0604030504040204" pitchFamily="34" charset="0"/>
                <a:cs typeface="Verdana" panose="020B0604030504040204" pitchFamily="34" charset="0"/>
              </a:rPr>
              <a:t>GST Return software and E-invoicing</a:t>
            </a:r>
          </a:p>
        </p:txBody>
      </p:sp>
      <p:sp>
        <p:nvSpPr>
          <p:cNvPr id="41" name="Rectangle 40">
            <a:extLst>
              <a:ext uri="{FF2B5EF4-FFF2-40B4-BE49-F238E27FC236}">
                <a16:creationId xmlns:a16="http://schemas.microsoft.com/office/drawing/2014/main" id="{4DC359EE-66C7-4865-AF69-707B0DE21679}"/>
              </a:ext>
            </a:extLst>
          </p:cNvPr>
          <p:cNvSpPr/>
          <p:nvPr/>
        </p:nvSpPr>
        <p:spPr bwMode="gray">
          <a:xfrm>
            <a:off x="2624202" y="3472382"/>
            <a:ext cx="1303033" cy="494982"/>
          </a:xfrm>
          <a:prstGeom prst="rect">
            <a:avLst/>
          </a:prstGeom>
          <a:solidFill>
            <a:srgbClr val="9DD4CF"/>
          </a:solidFill>
          <a:ln/>
        </p:spPr>
        <p:style>
          <a:lnRef idx="2">
            <a:schemeClr val="dk1"/>
          </a:lnRef>
          <a:fillRef idx="1">
            <a:schemeClr val="lt1"/>
          </a:fillRef>
          <a:effectRef idx="0">
            <a:schemeClr val="dk1"/>
          </a:effectRef>
          <a:fontRef idx="minor">
            <a:schemeClr val="dk1"/>
          </a:fontRef>
        </p:style>
        <p:txBody>
          <a:bodyPr lIns="45720" tIns="45720" rIns="4572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50" kern="0" dirty="0">
                <a:solidFill>
                  <a:schemeClr val="tx1"/>
                </a:solidFill>
                <a:latin typeface="+mj-lt"/>
                <a:ea typeface="Verdana" panose="020B0604030504040204" pitchFamily="34" charset="0"/>
                <a:cs typeface="Verdana" panose="020B0604030504040204" pitchFamily="34" charset="0"/>
              </a:rPr>
              <a:t>Accounts payable and Enquiry portal. </a:t>
            </a:r>
            <a:endParaRPr kumimoji="0" lang="en-US" sz="1050" i="0" u="none" strike="noStrike" kern="0" cap="none" spc="0" normalizeH="0" baseline="0" noProof="0" dirty="0">
              <a:ln>
                <a:noFill/>
              </a:ln>
              <a:solidFill>
                <a:schemeClr val="tx1"/>
              </a:solidFill>
              <a:effectLst/>
              <a:uLnTx/>
              <a:uFillTx/>
              <a:latin typeface="+mj-lt"/>
              <a:ea typeface="Verdana" panose="020B0604030504040204" pitchFamily="34" charset="0"/>
              <a:cs typeface="Verdana" panose="020B0604030504040204" pitchFamily="34" charset="0"/>
            </a:endParaRPr>
          </a:p>
        </p:txBody>
      </p:sp>
      <p:sp>
        <p:nvSpPr>
          <p:cNvPr id="43" name="Rectangle 42">
            <a:extLst>
              <a:ext uri="{FF2B5EF4-FFF2-40B4-BE49-F238E27FC236}">
                <a16:creationId xmlns:a16="http://schemas.microsoft.com/office/drawing/2014/main" id="{4B55FA83-4B86-4ECF-B699-B1115ED5E2CC}"/>
              </a:ext>
            </a:extLst>
          </p:cNvPr>
          <p:cNvSpPr/>
          <p:nvPr/>
        </p:nvSpPr>
        <p:spPr bwMode="gray">
          <a:xfrm>
            <a:off x="618897" y="3964112"/>
            <a:ext cx="3308338" cy="323825"/>
          </a:xfrm>
          <a:prstGeom prst="rect">
            <a:avLst/>
          </a:prstGeom>
          <a:solidFill>
            <a:schemeClr val="tx2">
              <a:lumMod val="20000"/>
              <a:lumOff val="80000"/>
            </a:schemeClr>
          </a:solidFill>
          <a:ln/>
        </p:spPr>
        <p:style>
          <a:lnRef idx="2">
            <a:schemeClr val="dk1"/>
          </a:lnRef>
          <a:fillRef idx="1">
            <a:schemeClr val="lt1"/>
          </a:fillRef>
          <a:effectRef idx="0">
            <a:schemeClr val="dk1"/>
          </a:effectRef>
          <a:fontRef idx="minor">
            <a:schemeClr val="dk1"/>
          </a:fontRef>
        </p:style>
        <p:txBody>
          <a:bodyPr lIns="45720" tIns="45720" rIns="4572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chemeClr val="tx1"/>
                </a:solidFill>
                <a:effectLst/>
                <a:uLnTx/>
                <a:uFillTx/>
                <a:latin typeface="+mj-lt"/>
                <a:ea typeface="Verdana" panose="020B0604030504040204" pitchFamily="34" charset="0"/>
                <a:cs typeface="Verdana" panose="020B0604030504040204" pitchFamily="34" charset="0"/>
              </a:rPr>
              <a:t>Support management software and GST Return Software.</a:t>
            </a:r>
          </a:p>
        </p:txBody>
      </p:sp>
      <p:sp>
        <p:nvSpPr>
          <p:cNvPr id="46" name="Rectangle 45">
            <a:extLst>
              <a:ext uri="{FF2B5EF4-FFF2-40B4-BE49-F238E27FC236}">
                <a16:creationId xmlns:a16="http://schemas.microsoft.com/office/drawing/2014/main" id="{D5DAC46A-A6F8-43BB-97B7-F9CAE07E2422}"/>
              </a:ext>
            </a:extLst>
          </p:cNvPr>
          <p:cNvSpPr/>
          <p:nvPr/>
        </p:nvSpPr>
        <p:spPr bwMode="gray">
          <a:xfrm>
            <a:off x="618896" y="4324356"/>
            <a:ext cx="3305404" cy="719573"/>
          </a:xfrm>
          <a:prstGeom prst="rect">
            <a:avLst/>
          </a:prstGeom>
          <a:ln>
            <a:headEnd/>
            <a:tailEn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5565" tIns="75565" rIns="75565" bIns="75565"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100" b="1" i="0" u="none" strike="noStrike" kern="0" cap="none" spc="0" normalizeH="0" baseline="0" noProof="0" dirty="0">
              <a:ln>
                <a:noFill/>
              </a:ln>
              <a:effectLst/>
              <a:uLnTx/>
              <a:uFillTx/>
              <a:latin typeface="+mj-lt"/>
            </a:endParaRPr>
          </a:p>
        </p:txBody>
      </p:sp>
      <p:sp>
        <p:nvSpPr>
          <p:cNvPr id="47" name="Rectangle 46">
            <a:extLst>
              <a:ext uri="{FF2B5EF4-FFF2-40B4-BE49-F238E27FC236}">
                <a16:creationId xmlns:a16="http://schemas.microsoft.com/office/drawing/2014/main" id="{FE227B5F-F0DC-4168-8A85-FB3D802C17F4}"/>
              </a:ext>
            </a:extLst>
          </p:cNvPr>
          <p:cNvSpPr/>
          <p:nvPr/>
        </p:nvSpPr>
        <p:spPr>
          <a:xfrm>
            <a:off x="1488081" y="4301751"/>
            <a:ext cx="1284326" cy="261610"/>
          </a:xfrm>
          <a:prstGeom prst="rect">
            <a:avLst/>
          </a:prstGeom>
        </p:spPr>
        <p:txBody>
          <a:bodyPr wrap="none">
            <a:spAutoFit/>
          </a:bodyPr>
          <a:lstStyle/>
          <a:p>
            <a:r>
              <a:rPr lang="en-US" sz="1100" b="1" dirty="0">
                <a:solidFill>
                  <a:prstClr val="black"/>
                </a:solidFill>
                <a:latin typeface="+mj-lt"/>
                <a:ea typeface="Verdana" panose="020B0604030504040204" pitchFamily="34" charset="0"/>
                <a:cs typeface="Verdana" panose="020B0604030504040204" pitchFamily="34" charset="0"/>
              </a:rPr>
              <a:t>Java/SQL Software</a:t>
            </a:r>
            <a:endParaRPr lang="en-IN" sz="1100" b="1" dirty="0">
              <a:solidFill>
                <a:prstClr val="black"/>
              </a:solidFill>
              <a:latin typeface="+mj-lt"/>
              <a:ea typeface="Verdana" panose="020B0604030504040204" pitchFamily="34" charset="0"/>
              <a:cs typeface="Verdana" panose="020B0604030504040204" pitchFamily="34" charset="0"/>
            </a:endParaRPr>
          </a:p>
        </p:txBody>
      </p:sp>
      <p:sp>
        <p:nvSpPr>
          <p:cNvPr id="50" name="Rectangle 49">
            <a:extLst>
              <a:ext uri="{FF2B5EF4-FFF2-40B4-BE49-F238E27FC236}">
                <a16:creationId xmlns:a16="http://schemas.microsoft.com/office/drawing/2014/main" id="{169A9FA0-0BFE-47E3-9526-C9A63C100545}"/>
              </a:ext>
            </a:extLst>
          </p:cNvPr>
          <p:cNvSpPr/>
          <p:nvPr/>
        </p:nvSpPr>
        <p:spPr bwMode="gray">
          <a:xfrm>
            <a:off x="618896" y="4541399"/>
            <a:ext cx="912450" cy="491731"/>
          </a:xfrm>
          <a:prstGeom prst="rect">
            <a:avLst/>
          </a:prstGeom>
          <a:solidFill>
            <a:schemeClr val="accent4">
              <a:lumMod val="20000"/>
              <a:lumOff val="80000"/>
            </a:schemeClr>
          </a:solidFill>
          <a:ln/>
        </p:spPr>
        <p:style>
          <a:lnRef idx="2">
            <a:schemeClr val="dk1"/>
          </a:lnRef>
          <a:fillRef idx="1">
            <a:schemeClr val="lt1"/>
          </a:fillRef>
          <a:effectRef idx="0">
            <a:schemeClr val="dk1"/>
          </a:effectRef>
          <a:fontRef idx="minor">
            <a:schemeClr val="dk1"/>
          </a:fontRef>
        </p:style>
        <p:txBody>
          <a:bodyPr lIns="45720" tIns="45720" rIns="4572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i="0" u="none" strike="noStrike" kern="0" cap="none" spc="0" normalizeH="0" baseline="0" noProof="0" dirty="0">
                <a:ln>
                  <a:noFill/>
                </a:ln>
                <a:solidFill>
                  <a:schemeClr val="tx1"/>
                </a:solidFill>
                <a:effectLst/>
                <a:uLnTx/>
                <a:uFillTx/>
                <a:latin typeface="+mj-lt"/>
                <a:ea typeface="Verdana" panose="020B0604030504040204" pitchFamily="34" charset="0"/>
                <a:cs typeface="Verdana" panose="020B0604030504040204" pitchFamily="34" charset="0"/>
              </a:rPr>
              <a:t>Tariff and tender portal</a:t>
            </a:r>
          </a:p>
        </p:txBody>
      </p:sp>
      <p:sp>
        <p:nvSpPr>
          <p:cNvPr id="51" name="Rectangle 50">
            <a:extLst>
              <a:ext uri="{FF2B5EF4-FFF2-40B4-BE49-F238E27FC236}">
                <a16:creationId xmlns:a16="http://schemas.microsoft.com/office/drawing/2014/main" id="{AE99CA83-C891-415E-BA7C-36BA9ADD9E83}"/>
              </a:ext>
            </a:extLst>
          </p:cNvPr>
          <p:cNvSpPr/>
          <p:nvPr/>
        </p:nvSpPr>
        <p:spPr bwMode="gray">
          <a:xfrm>
            <a:off x="1531346" y="4540414"/>
            <a:ext cx="1126039" cy="491731"/>
          </a:xfrm>
          <a:prstGeom prst="rect">
            <a:avLst/>
          </a:prstGeom>
          <a:solidFill>
            <a:schemeClr val="accent4">
              <a:lumMod val="20000"/>
              <a:lumOff val="80000"/>
            </a:schemeClr>
          </a:solidFill>
          <a:ln/>
        </p:spPr>
        <p:style>
          <a:lnRef idx="2">
            <a:schemeClr val="dk1"/>
          </a:lnRef>
          <a:fillRef idx="1">
            <a:schemeClr val="lt1"/>
          </a:fillRef>
          <a:effectRef idx="0">
            <a:schemeClr val="dk1"/>
          </a:effectRef>
          <a:fontRef idx="minor">
            <a:schemeClr val="dk1"/>
          </a:fontRef>
        </p:style>
        <p:txBody>
          <a:bodyPr lIns="45720" tIns="45720" rIns="4572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i="0" u="none" strike="noStrike" kern="0" cap="none" spc="0" normalizeH="0" baseline="0" noProof="0" dirty="0">
                <a:ln>
                  <a:noFill/>
                </a:ln>
                <a:solidFill>
                  <a:schemeClr val="tx1"/>
                </a:solidFill>
                <a:effectLst/>
                <a:uLnTx/>
                <a:uFillTx/>
                <a:latin typeface="+mj-lt"/>
                <a:ea typeface="Verdana" panose="020B0604030504040204" pitchFamily="34" charset="0"/>
                <a:cs typeface="Verdana" panose="020B0604030504040204" pitchFamily="34" charset="0"/>
              </a:rPr>
              <a:t>Environmental data portal</a:t>
            </a:r>
          </a:p>
        </p:txBody>
      </p:sp>
      <p:sp>
        <p:nvSpPr>
          <p:cNvPr id="52" name="Rectangle 51">
            <a:extLst>
              <a:ext uri="{FF2B5EF4-FFF2-40B4-BE49-F238E27FC236}">
                <a16:creationId xmlns:a16="http://schemas.microsoft.com/office/drawing/2014/main" id="{A040CEFE-FAE3-4F35-A465-2B230782B8FD}"/>
              </a:ext>
            </a:extLst>
          </p:cNvPr>
          <p:cNvSpPr/>
          <p:nvPr/>
        </p:nvSpPr>
        <p:spPr bwMode="gray">
          <a:xfrm>
            <a:off x="2652376" y="4540414"/>
            <a:ext cx="1274859" cy="491732"/>
          </a:xfrm>
          <a:prstGeom prst="rect">
            <a:avLst/>
          </a:prstGeom>
          <a:solidFill>
            <a:schemeClr val="accent4">
              <a:lumMod val="20000"/>
              <a:lumOff val="80000"/>
            </a:schemeClr>
          </a:solidFill>
          <a:ln/>
        </p:spPr>
        <p:style>
          <a:lnRef idx="2">
            <a:schemeClr val="dk1"/>
          </a:lnRef>
          <a:fillRef idx="1">
            <a:schemeClr val="lt1"/>
          </a:fillRef>
          <a:effectRef idx="0">
            <a:schemeClr val="dk1"/>
          </a:effectRef>
          <a:fontRef idx="minor">
            <a:schemeClr val="dk1"/>
          </a:fontRef>
        </p:style>
        <p:txBody>
          <a:bodyPr lIns="45720" tIns="45720" rIns="4572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50" kern="0" dirty="0">
                <a:solidFill>
                  <a:schemeClr val="tx1"/>
                </a:solidFill>
                <a:latin typeface="+mj-lt"/>
                <a:ea typeface="Verdana" panose="020B0604030504040204" pitchFamily="34" charset="0"/>
                <a:cs typeface="Verdana" panose="020B0604030504040204" pitchFamily="34" charset="0"/>
              </a:rPr>
              <a:t>ALCD portal and inside plant billing</a:t>
            </a:r>
            <a:endParaRPr kumimoji="0" lang="en-US" sz="1050" i="0" u="none" strike="noStrike" kern="0" cap="none" spc="0" normalizeH="0" baseline="0" noProof="0" dirty="0">
              <a:ln>
                <a:noFill/>
              </a:ln>
              <a:solidFill>
                <a:schemeClr val="tx1"/>
              </a:solidFill>
              <a:effectLst/>
              <a:uLnTx/>
              <a:uFillTx/>
              <a:latin typeface="+mj-lt"/>
              <a:ea typeface="Verdana" panose="020B0604030504040204" pitchFamily="34" charset="0"/>
              <a:cs typeface="Verdana" panose="020B0604030504040204" pitchFamily="34" charset="0"/>
            </a:endParaRPr>
          </a:p>
        </p:txBody>
      </p:sp>
      <p:sp>
        <p:nvSpPr>
          <p:cNvPr id="39" name="Rectangle 38">
            <a:extLst>
              <a:ext uri="{FF2B5EF4-FFF2-40B4-BE49-F238E27FC236}">
                <a16:creationId xmlns:a16="http://schemas.microsoft.com/office/drawing/2014/main" id="{EEAF920D-7B9C-41FC-8C24-38BF98364C22}"/>
              </a:ext>
            </a:extLst>
          </p:cNvPr>
          <p:cNvSpPr/>
          <p:nvPr/>
        </p:nvSpPr>
        <p:spPr>
          <a:xfrm>
            <a:off x="4185967" y="4415209"/>
            <a:ext cx="7416832" cy="411480"/>
          </a:xfrm>
          <a:prstGeom prst="rect">
            <a:avLst/>
          </a:prstGeom>
          <a:solidFill>
            <a:schemeClr val="accent5"/>
          </a:solidFill>
          <a:ln w="12700" cap="flat" cmpd="sng" algn="ctr">
            <a:solidFill>
              <a:srgbClr val="0D8390"/>
            </a:solidFill>
            <a:prstDash val="solid"/>
            <a:miter lim="800000"/>
          </a:ln>
          <a:effectLst/>
        </p:spPr>
        <p:txBody>
          <a:bodyPr rtlCol="0" anchor="ctr"/>
          <a:lstStyle/>
          <a:p>
            <a:pPr lvl="0" algn="ctr">
              <a:defRPr/>
            </a:pPr>
            <a:r>
              <a:rPr lang="en-US" sz="1200" kern="0" dirty="0">
                <a:solidFill>
                  <a:schemeClr val="bg1"/>
                </a:solidFill>
                <a:latin typeface="+mj-lt"/>
                <a:ea typeface="Verdana" panose="020B0604030504040204" pitchFamily="34" charset="0"/>
                <a:cs typeface="Verdana" panose="020B0604030504040204" pitchFamily="34" charset="0"/>
              </a:rPr>
              <a:t>Need to finalize the future application roadmap at the earliest </a:t>
            </a:r>
          </a:p>
        </p:txBody>
      </p:sp>
    </p:spTree>
    <p:extLst>
      <p:ext uri="{BB962C8B-B14F-4D97-AF65-F5344CB8AC3E}">
        <p14:creationId xmlns:p14="http://schemas.microsoft.com/office/powerpoint/2010/main" val="157820705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0CDB4C89-DECF-4CE5-B170-756A908EBD82}"/>
              </a:ext>
            </a:extLst>
          </p:cNvPr>
          <p:cNvGraphicFramePr>
            <a:graphicFrameLocks noChangeAspect="1"/>
          </p:cNvGraphicFramePr>
          <p:nvPr>
            <p:custDataLst>
              <p:tags r:id="rId1"/>
            </p:custDataLst>
            <p:extLst>
              <p:ext uri="{D42A27DB-BD31-4B8C-83A1-F6EECF244321}">
                <p14:modId xmlns:p14="http://schemas.microsoft.com/office/powerpoint/2010/main" val="178227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4" name="Object 3" hidden="1">
                        <a:extLst>
                          <a:ext uri="{FF2B5EF4-FFF2-40B4-BE49-F238E27FC236}">
                            <a16:creationId xmlns:a16="http://schemas.microsoft.com/office/drawing/2014/main" id="{0CDB4C89-DECF-4CE5-B170-756A908EBD8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ext Placeholder 1"/>
          <p:cNvSpPr>
            <a:spLocks noGrp="1"/>
          </p:cNvSpPr>
          <p:nvPr>
            <p:ph type="body" sz="quarter" idx="13"/>
          </p:nvPr>
        </p:nvSpPr>
        <p:spPr/>
        <p:txBody>
          <a:bodyPr/>
          <a:lstStyle/>
          <a:p>
            <a:pPr algn="just"/>
            <a:r>
              <a:rPr lang="en-US" dirty="0"/>
              <a:t>We understand that the objective of this assignment is to assist DPL in identifying business requirements, assessing feasibility of ERP implementation with a roadmap</a:t>
            </a:r>
          </a:p>
        </p:txBody>
      </p:sp>
      <p:sp>
        <p:nvSpPr>
          <p:cNvPr id="6" name="Title 5"/>
          <p:cNvSpPr>
            <a:spLocks noGrp="1"/>
          </p:cNvSpPr>
          <p:nvPr>
            <p:ph type="title"/>
          </p:nvPr>
        </p:nvSpPr>
        <p:spPr/>
        <p:txBody>
          <a:bodyPr vert="horz"/>
          <a:lstStyle/>
          <a:p>
            <a:r>
              <a:rPr lang="en-US" dirty="0"/>
              <a:t>Summary of Scope of Work (1/2)</a:t>
            </a:r>
            <a:endParaRPr lang="en-GB" dirty="0"/>
          </a:p>
        </p:txBody>
      </p:sp>
      <p:cxnSp>
        <p:nvCxnSpPr>
          <p:cNvPr id="7" name="Straight Connector 6"/>
          <p:cNvCxnSpPr>
            <a:cxnSpLocks/>
          </p:cNvCxnSpPr>
          <p:nvPr/>
        </p:nvCxnSpPr>
        <p:spPr>
          <a:xfrm flipV="1">
            <a:off x="501650" y="1408785"/>
            <a:ext cx="11209312" cy="185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4100866" y="1334114"/>
            <a:ext cx="3826749" cy="184666"/>
          </a:xfrm>
          <a:prstGeom prst="rect">
            <a:avLst/>
          </a:prstGeom>
          <a:solidFill>
            <a:schemeClr val="bg1"/>
          </a:solidFill>
        </p:spPr>
        <p:txBody>
          <a:bodyPr wrap="square" lIns="0" tIns="0" rIns="0" bIns="0" rtlCol="0">
            <a:spAutoFit/>
          </a:bodyPr>
          <a:lstStyle/>
          <a:p>
            <a:pPr algn="ctr">
              <a:spcBef>
                <a:spcPts val="600"/>
              </a:spcBef>
              <a:buSzPct val="100000"/>
            </a:pPr>
            <a:r>
              <a:rPr lang="en-GB" sz="1200" b="1" dirty="0">
                <a:solidFill>
                  <a:srgbClr val="313131"/>
                </a:solidFill>
              </a:rPr>
              <a:t>Proposed Scope of Work</a:t>
            </a:r>
          </a:p>
        </p:txBody>
      </p:sp>
      <p:sp>
        <p:nvSpPr>
          <p:cNvPr id="22" name="Pentagon 71">
            <a:extLst>
              <a:ext uri="{FF2B5EF4-FFF2-40B4-BE49-F238E27FC236}">
                <a16:creationId xmlns:a16="http://schemas.microsoft.com/office/drawing/2014/main" id="{E1F6EAD0-3A0F-455C-86CA-6F089B5448D6}"/>
              </a:ext>
            </a:extLst>
          </p:cNvPr>
          <p:cNvSpPr/>
          <p:nvPr/>
        </p:nvSpPr>
        <p:spPr bwMode="gray">
          <a:xfrm rot="5400000">
            <a:off x="95900" y="2316991"/>
            <a:ext cx="4401200" cy="3201722"/>
          </a:xfrm>
          <a:custGeom>
            <a:avLst/>
            <a:gdLst>
              <a:gd name="connsiteX0" fmla="*/ 0 w 4333557"/>
              <a:gd name="connsiteY0" fmla="*/ 0 h 3201722"/>
              <a:gd name="connsiteX1" fmla="*/ 3896714 w 4333557"/>
              <a:gd name="connsiteY1" fmla="*/ 0 h 3201722"/>
              <a:gd name="connsiteX2" fmla="*/ 4333557 w 4333557"/>
              <a:gd name="connsiteY2" fmla="*/ 1600861 h 3201722"/>
              <a:gd name="connsiteX3" fmla="*/ 3896714 w 4333557"/>
              <a:gd name="connsiteY3" fmla="*/ 3201722 h 3201722"/>
              <a:gd name="connsiteX4" fmla="*/ 0 w 4333557"/>
              <a:gd name="connsiteY4" fmla="*/ 3201722 h 3201722"/>
              <a:gd name="connsiteX5" fmla="*/ 0 w 4333557"/>
              <a:gd name="connsiteY5" fmla="*/ 0 h 3201722"/>
              <a:gd name="connsiteX0" fmla="*/ 0 w 3910479"/>
              <a:gd name="connsiteY0" fmla="*/ 0 h 3201722"/>
              <a:gd name="connsiteX1" fmla="*/ 3896714 w 3910479"/>
              <a:gd name="connsiteY1" fmla="*/ 0 h 3201722"/>
              <a:gd name="connsiteX2" fmla="*/ 3910479 w 3910479"/>
              <a:gd name="connsiteY2" fmla="*/ 1546270 h 3201722"/>
              <a:gd name="connsiteX3" fmla="*/ 3896714 w 3910479"/>
              <a:gd name="connsiteY3" fmla="*/ 3201722 h 3201722"/>
              <a:gd name="connsiteX4" fmla="*/ 0 w 3910479"/>
              <a:gd name="connsiteY4" fmla="*/ 3201722 h 3201722"/>
              <a:gd name="connsiteX5" fmla="*/ 0 w 3910479"/>
              <a:gd name="connsiteY5" fmla="*/ 0 h 3201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10479" h="3201722">
                <a:moveTo>
                  <a:pt x="0" y="0"/>
                </a:moveTo>
                <a:lnTo>
                  <a:pt x="3896714" y="0"/>
                </a:lnTo>
                <a:lnTo>
                  <a:pt x="3910479" y="1546270"/>
                </a:lnTo>
                <a:lnTo>
                  <a:pt x="3896714" y="3201722"/>
                </a:lnTo>
                <a:lnTo>
                  <a:pt x="0" y="3201722"/>
                </a:lnTo>
                <a:lnTo>
                  <a:pt x="0" y="0"/>
                </a:lnTo>
                <a:close/>
              </a:path>
            </a:pathLst>
          </a:custGeom>
          <a:solidFill>
            <a:srgbClr val="86BC25">
              <a:lumMod val="20000"/>
              <a:lumOff val="80000"/>
            </a:srgbClr>
          </a:solidFill>
          <a:ln w="19050" algn="ctr">
            <a:noFill/>
            <a:miter lim="800000"/>
            <a:headEnd/>
            <a:tailEnd/>
          </a:ln>
        </p:spPr>
        <p:txBody>
          <a:bodyPr wrap="square" lIns="88900" tIns="88900" rIns="88900" bIns="88900" rtlCol="0" anchor="ctr"/>
          <a:lstStyle/>
          <a:p>
            <a:pPr algn="ctr" defTabSz="1219170">
              <a:lnSpc>
                <a:spcPct val="106000"/>
              </a:lnSpc>
              <a:defRPr/>
            </a:pPr>
            <a:endParaRPr lang="en-GB" sz="1600" b="1" kern="0" dirty="0">
              <a:solidFill>
                <a:prstClr val="white"/>
              </a:solidFill>
            </a:endParaRPr>
          </a:p>
        </p:txBody>
      </p:sp>
      <p:sp>
        <p:nvSpPr>
          <p:cNvPr id="23" name="Rectangle 22">
            <a:extLst>
              <a:ext uri="{FF2B5EF4-FFF2-40B4-BE49-F238E27FC236}">
                <a16:creationId xmlns:a16="http://schemas.microsoft.com/office/drawing/2014/main" id="{FDDEA4F7-8B12-4F3E-87B0-FDF673273F23}"/>
              </a:ext>
            </a:extLst>
          </p:cNvPr>
          <p:cNvSpPr/>
          <p:nvPr/>
        </p:nvSpPr>
        <p:spPr bwMode="gray">
          <a:xfrm>
            <a:off x="482781" y="1703604"/>
            <a:ext cx="3627438" cy="859134"/>
          </a:xfrm>
          <a:prstGeom prst="rect">
            <a:avLst/>
          </a:prstGeom>
          <a:solidFill>
            <a:schemeClr val="accent1"/>
          </a:solidFill>
          <a:ln w="19050" algn="ctr">
            <a:noFill/>
            <a:miter lim="800000"/>
            <a:headEnd/>
            <a:tailEnd/>
          </a:ln>
        </p:spPr>
        <p:txBody>
          <a:bodyPr wrap="square" lIns="88900" tIns="88900" rIns="88900" bIns="88900" rtlCol="0" anchor="ctr"/>
          <a:lstStyle/>
          <a:p>
            <a:pPr algn="ctr" defTabSz="1219170">
              <a:lnSpc>
                <a:spcPct val="106000"/>
              </a:lnSpc>
            </a:pPr>
            <a:endParaRPr lang="en-GB" sz="1600" b="1" dirty="0">
              <a:solidFill>
                <a:prstClr val="white"/>
              </a:solidFill>
            </a:endParaRPr>
          </a:p>
        </p:txBody>
      </p:sp>
      <p:sp>
        <p:nvSpPr>
          <p:cNvPr id="24" name="Right Triangle 23">
            <a:extLst>
              <a:ext uri="{FF2B5EF4-FFF2-40B4-BE49-F238E27FC236}">
                <a16:creationId xmlns:a16="http://schemas.microsoft.com/office/drawing/2014/main" id="{3CD42F41-A362-4D05-9F91-BC56C3FB280E}"/>
              </a:ext>
            </a:extLst>
          </p:cNvPr>
          <p:cNvSpPr/>
          <p:nvPr/>
        </p:nvSpPr>
        <p:spPr bwMode="gray">
          <a:xfrm flipV="1">
            <a:off x="3899907" y="2562124"/>
            <a:ext cx="210312" cy="210312"/>
          </a:xfrm>
          <a:prstGeom prst="rtTriangle">
            <a:avLst/>
          </a:prstGeom>
          <a:solidFill>
            <a:srgbClr val="046A38"/>
          </a:solidFill>
          <a:ln w="19050" algn="ctr">
            <a:noFill/>
            <a:miter lim="800000"/>
            <a:headEnd/>
            <a:tailEnd/>
          </a:ln>
        </p:spPr>
        <p:txBody>
          <a:bodyPr wrap="square" lIns="88900" tIns="88900" rIns="88900" bIns="88900" rtlCol="0" anchor="ctr"/>
          <a:lstStyle/>
          <a:p>
            <a:pPr algn="ctr" defTabSz="1219170">
              <a:lnSpc>
                <a:spcPct val="106000"/>
              </a:lnSpc>
              <a:defRPr/>
            </a:pPr>
            <a:endParaRPr lang="en-GB" sz="1600" b="1" kern="0" dirty="0">
              <a:solidFill>
                <a:prstClr val="white"/>
              </a:solidFill>
            </a:endParaRPr>
          </a:p>
        </p:txBody>
      </p:sp>
      <p:sp>
        <p:nvSpPr>
          <p:cNvPr id="25" name="Right Triangle 24">
            <a:extLst>
              <a:ext uri="{FF2B5EF4-FFF2-40B4-BE49-F238E27FC236}">
                <a16:creationId xmlns:a16="http://schemas.microsoft.com/office/drawing/2014/main" id="{5A3B9648-8ECC-4840-A9C0-3311857DCA2C}"/>
              </a:ext>
            </a:extLst>
          </p:cNvPr>
          <p:cNvSpPr/>
          <p:nvPr/>
        </p:nvSpPr>
        <p:spPr bwMode="gray">
          <a:xfrm flipH="1" flipV="1">
            <a:off x="478962" y="2562124"/>
            <a:ext cx="210312" cy="210312"/>
          </a:xfrm>
          <a:prstGeom prst="rtTriangle">
            <a:avLst/>
          </a:prstGeom>
          <a:solidFill>
            <a:srgbClr val="046A38"/>
          </a:solidFill>
          <a:ln w="19050" algn="ctr">
            <a:noFill/>
            <a:miter lim="800000"/>
            <a:headEnd/>
            <a:tailEnd/>
          </a:ln>
        </p:spPr>
        <p:txBody>
          <a:bodyPr wrap="square" lIns="88900" tIns="88900" rIns="88900" bIns="88900" rtlCol="0" anchor="ctr"/>
          <a:lstStyle/>
          <a:p>
            <a:pPr algn="ctr" defTabSz="1219170">
              <a:lnSpc>
                <a:spcPct val="106000"/>
              </a:lnSpc>
              <a:defRPr/>
            </a:pPr>
            <a:endParaRPr lang="en-GB" sz="1600" b="1" kern="0" dirty="0">
              <a:solidFill>
                <a:prstClr val="white"/>
              </a:solidFill>
            </a:endParaRPr>
          </a:p>
        </p:txBody>
      </p:sp>
      <p:sp>
        <p:nvSpPr>
          <p:cNvPr id="30" name="Pentagon 79">
            <a:extLst>
              <a:ext uri="{FF2B5EF4-FFF2-40B4-BE49-F238E27FC236}">
                <a16:creationId xmlns:a16="http://schemas.microsoft.com/office/drawing/2014/main" id="{1916D4AF-0E99-4767-9013-B31293DE4937}"/>
              </a:ext>
            </a:extLst>
          </p:cNvPr>
          <p:cNvSpPr/>
          <p:nvPr/>
        </p:nvSpPr>
        <p:spPr bwMode="gray">
          <a:xfrm rot="5400000">
            <a:off x="3913297" y="2303340"/>
            <a:ext cx="4401197" cy="3201722"/>
          </a:xfrm>
          <a:custGeom>
            <a:avLst/>
            <a:gdLst>
              <a:gd name="connsiteX0" fmla="*/ 0 w 4333557"/>
              <a:gd name="connsiteY0" fmla="*/ 0 h 3201722"/>
              <a:gd name="connsiteX1" fmla="*/ 3896714 w 4333557"/>
              <a:gd name="connsiteY1" fmla="*/ 0 h 3201722"/>
              <a:gd name="connsiteX2" fmla="*/ 4333557 w 4333557"/>
              <a:gd name="connsiteY2" fmla="*/ 1600861 h 3201722"/>
              <a:gd name="connsiteX3" fmla="*/ 3896714 w 4333557"/>
              <a:gd name="connsiteY3" fmla="*/ 3201722 h 3201722"/>
              <a:gd name="connsiteX4" fmla="*/ 0 w 4333557"/>
              <a:gd name="connsiteY4" fmla="*/ 3201722 h 3201722"/>
              <a:gd name="connsiteX5" fmla="*/ 0 w 4333557"/>
              <a:gd name="connsiteY5" fmla="*/ 0 h 3201722"/>
              <a:gd name="connsiteX0" fmla="*/ 0 w 3910478"/>
              <a:gd name="connsiteY0" fmla="*/ 0 h 3201722"/>
              <a:gd name="connsiteX1" fmla="*/ 3896714 w 3910478"/>
              <a:gd name="connsiteY1" fmla="*/ 0 h 3201722"/>
              <a:gd name="connsiteX2" fmla="*/ 3910478 w 3910478"/>
              <a:gd name="connsiteY2" fmla="*/ 1641805 h 3201722"/>
              <a:gd name="connsiteX3" fmla="*/ 3896714 w 3910478"/>
              <a:gd name="connsiteY3" fmla="*/ 3201722 h 3201722"/>
              <a:gd name="connsiteX4" fmla="*/ 0 w 3910478"/>
              <a:gd name="connsiteY4" fmla="*/ 3201722 h 3201722"/>
              <a:gd name="connsiteX5" fmla="*/ 0 w 3910478"/>
              <a:gd name="connsiteY5" fmla="*/ 0 h 3201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10478" h="3201722">
                <a:moveTo>
                  <a:pt x="0" y="0"/>
                </a:moveTo>
                <a:lnTo>
                  <a:pt x="3896714" y="0"/>
                </a:lnTo>
                <a:lnTo>
                  <a:pt x="3910478" y="1641805"/>
                </a:lnTo>
                <a:lnTo>
                  <a:pt x="3896714" y="3201722"/>
                </a:lnTo>
                <a:lnTo>
                  <a:pt x="0" y="3201722"/>
                </a:lnTo>
                <a:lnTo>
                  <a:pt x="0" y="0"/>
                </a:lnTo>
                <a:close/>
              </a:path>
            </a:pathLst>
          </a:custGeom>
          <a:solidFill>
            <a:srgbClr val="62B5E5">
              <a:lumMod val="20000"/>
              <a:lumOff val="80000"/>
            </a:srgbClr>
          </a:solidFill>
          <a:ln w="19050" algn="ctr">
            <a:noFill/>
            <a:miter lim="800000"/>
            <a:headEnd/>
            <a:tailEnd/>
          </a:ln>
        </p:spPr>
        <p:txBody>
          <a:bodyPr wrap="square" lIns="88900" tIns="88900" rIns="88900" bIns="88900" rtlCol="0" anchor="ctr"/>
          <a:lstStyle/>
          <a:p>
            <a:pPr algn="ctr" defTabSz="1219170">
              <a:lnSpc>
                <a:spcPct val="106000"/>
              </a:lnSpc>
              <a:defRPr/>
            </a:pPr>
            <a:endParaRPr lang="en-GB" sz="1600" b="1" kern="0" dirty="0">
              <a:solidFill>
                <a:prstClr val="white"/>
              </a:solidFill>
            </a:endParaRPr>
          </a:p>
        </p:txBody>
      </p:sp>
      <p:sp>
        <p:nvSpPr>
          <p:cNvPr id="31" name="Rectangle 30">
            <a:extLst>
              <a:ext uri="{FF2B5EF4-FFF2-40B4-BE49-F238E27FC236}">
                <a16:creationId xmlns:a16="http://schemas.microsoft.com/office/drawing/2014/main" id="{BA485F6C-CB55-42CE-A102-8989B42F76E9}"/>
              </a:ext>
            </a:extLst>
          </p:cNvPr>
          <p:cNvSpPr/>
          <p:nvPr/>
        </p:nvSpPr>
        <p:spPr bwMode="gray">
          <a:xfrm>
            <a:off x="4300177" y="1703604"/>
            <a:ext cx="3627438" cy="859134"/>
          </a:xfrm>
          <a:prstGeom prst="rect">
            <a:avLst/>
          </a:prstGeom>
          <a:solidFill>
            <a:srgbClr val="0076A8"/>
          </a:solidFill>
          <a:ln w="19050" algn="ctr">
            <a:noFill/>
            <a:miter lim="800000"/>
            <a:headEnd/>
            <a:tailEnd/>
          </a:ln>
        </p:spPr>
        <p:txBody>
          <a:bodyPr wrap="square" lIns="88900" tIns="88900" rIns="88900" bIns="88900" rtlCol="0" anchor="ctr"/>
          <a:lstStyle/>
          <a:p>
            <a:pPr algn="ctr" defTabSz="1219170">
              <a:lnSpc>
                <a:spcPct val="106000"/>
              </a:lnSpc>
            </a:pPr>
            <a:endParaRPr lang="en-GB" sz="1600" b="1" dirty="0">
              <a:solidFill>
                <a:prstClr val="white"/>
              </a:solidFill>
            </a:endParaRPr>
          </a:p>
        </p:txBody>
      </p:sp>
      <p:sp>
        <p:nvSpPr>
          <p:cNvPr id="32" name="Right Triangle 31">
            <a:extLst>
              <a:ext uri="{FF2B5EF4-FFF2-40B4-BE49-F238E27FC236}">
                <a16:creationId xmlns:a16="http://schemas.microsoft.com/office/drawing/2014/main" id="{3B26D04F-175E-4162-AEE6-6A942D9F438A}"/>
              </a:ext>
            </a:extLst>
          </p:cNvPr>
          <p:cNvSpPr/>
          <p:nvPr/>
        </p:nvSpPr>
        <p:spPr bwMode="gray">
          <a:xfrm flipV="1">
            <a:off x="7717303" y="2562124"/>
            <a:ext cx="210312" cy="210312"/>
          </a:xfrm>
          <a:prstGeom prst="rtTriangle">
            <a:avLst/>
          </a:prstGeom>
          <a:solidFill>
            <a:srgbClr val="012169"/>
          </a:solidFill>
          <a:ln w="19050" algn="ctr">
            <a:noFill/>
            <a:miter lim="800000"/>
            <a:headEnd/>
            <a:tailEnd/>
          </a:ln>
        </p:spPr>
        <p:txBody>
          <a:bodyPr wrap="square" lIns="88900" tIns="88900" rIns="88900" bIns="88900" rtlCol="0" anchor="ctr"/>
          <a:lstStyle/>
          <a:p>
            <a:pPr algn="ctr" defTabSz="1219170">
              <a:lnSpc>
                <a:spcPct val="106000"/>
              </a:lnSpc>
              <a:defRPr/>
            </a:pPr>
            <a:endParaRPr lang="en-GB" sz="1600" b="1" kern="0" dirty="0">
              <a:solidFill>
                <a:prstClr val="white"/>
              </a:solidFill>
            </a:endParaRPr>
          </a:p>
        </p:txBody>
      </p:sp>
      <p:sp>
        <p:nvSpPr>
          <p:cNvPr id="33" name="Right Triangle 32">
            <a:extLst>
              <a:ext uri="{FF2B5EF4-FFF2-40B4-BE49-F238E27FC236}">
                <a16:creationId xmlns:a16="http://schemas.microsoft.com/office/drawing/2014/main" id="{993495F6-A1E6-411A-9182-7E591FA67B3D}"/>
              </a:ext>
            </a:extLst>
          </p:cNvPr>
          <p:cNvSpPr/>
          <p:nvPr/>
        </p:nvSpPr>
        <p:spPr bwMode="gray">
          <a:xfrm flipH="1" flipV="1">
            <a:off x="4300177" y="2562124"/>
            <a:ext cx="210312" cy="210312"/>
          </a:xfrm>
          <a:prstGeom prst="rtTriangle">
            <a:avLst/>
          </a:prstGeom>
          <a:solidFill>
            <a:srgbClr val="012169"/>
          </a:solidFill>
          <a:ln w="19050" algn="ctr">
            <a:noFill/>
            <a:miter lim="800000"/>
            <a:headEnd/>
            <a:tailEnd/>
          </a:ln>
        </p:spPr>
        <p:txBody>
          <a:bodyPr wrap="square" lIns="88900" tIns="88900" rIns="88900" bIns="88900" rtlCol="0" anchor="ctr"/>
          <a:lstStyle/>
          <a:p>
            <a:pPr algn="ctr" defTabSz="1219170">
              <a:lnSpc>
                <a:spcPct val="106000"/>
              </a:lnSpc>
              <a:defRPr/>
            </a:pPr>
            <a:endParaRPr lang="en-GB" sz="1600" b="1" kern="0" dirty="0">
              <a:solidFill>
                <a:prstClr val="white"/>
              </a:solidFill>
            </a:endParaRPr>
          </a:p>
        </p:txBody>
      </p:sp>
      <p:sp>
        <p:nvSpPr>
          <p:cNvPr id="38" name="Pentagon 87">
            <a:extLst>
              <a:ext uri="{FF2B5EF4-FFF2-40B4-BE49-F238E27FC236}">
                <a16:creationId xmlns:a16="http://schemas.microsoft.com/office/drawing/2014/main" id="{9E072543-2114-4C68-A2F0-BB0EA60D76B0}"/>
              </a:ext>
            </a:extLst>
          </p:cNvPr>
          <p:cNvSpPr/>
          <p:nvPr/>
        </p:nvSpPr>
        <p:spPr bwMode="gray">
          <a:xfrm rot="5400000">
            <a:off x="7720662" y="2316991"/>
            <a:ext cx="4401200" cy="3201722"/>
          </a:xfrm>
          <a:custGeom>
            <a:avLst/>
            <a:gdLst>
              <a:gd name="connsiteX0" fmla="*/ 0 w 4333557"/>
              <a:gd name="connsiteY0" fmla="*/ 0 h 3201722"/>
              <a:gd name="connsiteX1" fmla="*/ 3896714 w 4333557"/>
              <a:gd name="connsiteY1" fmla="*/ 0 h 3201722"/>
              <a:gd name="connsiteX2" fmla="*/ 4333557 w 4333557"/>
              <a:gd name="connsiteY2" fmla="*/ 1600861 h 3201722"/>
              <a:gd name="connsiteX3" fmla="*/ 3896714 w 4333557"/>
              <a:gd name="connsiteY3" fmla="*/ 3201722 h 3201722"/>
              <a:gd name="connsiteX4" fmla="*/ 0 w 4333557"/>
              <a:gd name="connsiteY4" fmla="*/ 3201722 h 3201722"/>
              <a:gd name="connsiteX5" fmla="*/ 0 w 4333557"/>
              <a:gd name="connsiteY5" fmla="*/ 0 h 3201722"/>
              <a:gd name="connsiteX0" fmla="*/ 0 w 3910479"/>
              <a:gd name="connsiteY0" fmla="*/ 0 h 3201722"/>
              <a:gd name="connsiteX1" fmla="*/ 3896714 w 3910479"/>
              <a:gd name="connsiteY1" fmla="*/ 0 h 3201722"/>
              <a:gd name="connsiteX2" fmla="*/ 3910479 w 3910479"/>
              <a:gd name="connsiteY2" fmla="*/ 1682747 h 3201722"/>
              <a:gd name="connsiteX3" fmla="*/ 3896714 w 3910479"/>
              <a:gd name="connsiteY3" fmla="*/ 3201722 h 3201722"/>
              <a:gd name="connsiteX4" fmla="*/ 0 w 3910479"/>
              <a:gd name="connsiteY4" fmla="*/ 3201722 h 3201722"/>
              <a:gd name="connsiteX5" fmla="*/ 0 w 3910479"/>
              <a:gd name="connsiteY5" fmla="*/ 0 h 3201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10479" h="3201722">
                <a:moveTo>
                  <a:pt x="0" y="0"/>
                </a:moveTo>
                <a:lnTo>
                  <a:pt x="3896714" y="0"/>
                </a:lnTo>
                <a:lnTo>
                  <a:pt x="3910479" y="1682747"/>
                </a:lnTo>
                <a:lnTo>
                  <a:pt x="3896714" y="3201722"/>
                </a:lnTo>
                <a:lnTo>
                  <a:pt x="0" y="3201722"/>
                </a:lnTo>
                <a:lnTo>
                  <a:pt x="0" y="0"/>
                </a:lnTo>
                <a:close/>
              </a:path>
            </a:pathLst>
          </a:custGeom>
          <a:solidFill>
            <a:schemeClr val="bg1">
              <a:lumMod val="95000"/>
            </a:schemeClr>
          </a:solidFill>
          <a:ln w="19050" algn="ctr">
            <a:noFill/>
            <a:miter lim="800000"/>
            <a:headEnd/>
            <a:tailEnd/>
          </a:ln>
        </p:spPr>
        <p:txBody>
          <a:bodyPr wrap="square" lIns="88900" tIns="88900" rIns="88900" bIns="88900" rtlCol="0" anchor="ctr"/>
          <a:lstStyle/>
          <a:p>
            <a:pPr algn="ctr" defTabSz="1219170">
              <a:lnSpc>
                <a:spcPct val="106000"/>
              </a:lnSpc>
              <a:defRPr/>
            </a:pPr>
            <a:endParaRPr lang="en-GB" sz="1600" b="1" kern="0" dirty="0">
              <a:solidFill>
                <a:prstClr val="white"/>
              </a:solidFill>
            </a:endParaRPr>
          </a:p>
        </p:txBody>
      </p:sp>
      <p:sp>
        <p:nvSpPr>
          <p:cNvPr id="39" name="Rectangle 38">
            <a:extLst>
              <a:ext uri="{FF2B5EF4-FFF2-40B4-BE49-F238E27FC236}">
                <a16:creationId xmlns:a16="http://schemas.microsoft.com/office/drawing/2014/main" id="{06F301D6-9D84-4E7A-AB71-7AF55EEBB255}"/>
              </a:ext>
            </a:extLst>
          </p:cNvPr>
          <p:cNvSpPr/>
          <p:nvPr/>
        </p:nvSpPr>
        <p:spPr bwMode="gray">
          <a:xfrm>
            <a:off x="8107543" y="1703604"/>
            <a:ext cx="3627438" cy="859134"/>
          </a:xfrm>
          <a:prstGeom prst="rect">
            <a:avLst/>
          </a:prstGeom>
          <a:solidFill>
            <a:schemeClr val="accent4"/>
          </a:solidFill>
          <a:ln w="19050" algn="ctr">
            <a:noFill/>
            <a:miter lim="800000"/>
            <a:headEnd/>
            <a:tailEnd/>
          </a:ln>
        </p:spPr>
        <p:txBody>
          <a:bodyPr wrap="square" lIns="88900" tIns="88900" rIns="88900" bIns="88900" rtlCol="0" anchor="ctr"/>
          <a:lstStyle/>
          <a:p>
            <a:pPr algn="ctr" defTabSz="1219170">
              <a:lnSpc>
                <a:spcPct val="106000"/>
              </a:lnSpc>
              <a:defRPr/>
            </a:pPr>
            <a:endParaRPr lang="en-GB" sz="1600" b="1" kern="0" dirty="0">
              <a:solidFill>
                <a:prstClr val="white"/>
              </a:solidFill>
            </a:endParaRPr>
          </a:p>
        </p:txBody>
      </p:sp>
      <p:sp>
        <p:nvSpPr>
          <p:cNvPr id="40" name="Right Triangle 39">
            <a:extLst>
              <a:ext uri="{FF2B5EF4-FFF2-40B4-BE49-F238E27FC236}">
                <a16:creationId xmlns:a16="http://schemas.microsoft.com/office/drawing/2014/main" id="{39017319-7C1B-43CA-9718-43B387BCD90A}"/>
              </a:ext>
            </a:extLst>
          </p:cNvPr>
          <p:cNvSpPr/>
          <p:nvPr/>
        </p:nvSpPr>
        <p:spPr bwMode="gray">
          <a:xfrm flipV="1">
            <a:off x="11525942" y="2562124"/>
            <a:ext cx="210312" cy="210312"/>
          </a:xfrm>
          <a:prstGeom prst="rtTriangle">
            <a:avLst/>
          </a:prstGeom>
          <a:solidFill>
            <a:srgbClr val="046A38">
              <a:lumMod val="50000"/>
            </a:srgbClr>
          </a:solidFill>
          <a:ln w="19050" algn="ctr">
            <a:noFill/>
            <a:miter lim="800000"/>
            <a:headEnd/>
            <a:tailEnd/>
          </a:ln>
        </p:spPr>
        <p:txBody>
          <a:bodyPr wrap="square" lIns="88900" tIns="88900" rIns="88900" bIns="88900" rtlCol="0" anchor="ctr"/>
          <a:lstStyle/>
          <a:p>
            <a:pPr algn="ctr" defTabSz="1219170">
              <a:lnSpc>
                <a:spcPct val="106000"/>
              </a:lnSpc>
              <a:defRPr/>
            </a:pPr>
            <a:endParaRPr lang="en-GB" sz="1600" b="1" kern="0" dirty="0">
              <a:solidFill>
                <a:prstClr val="white"/>
              </a:solidFill>
            </a:endParaRPr>
          </a:p>
        </p:txBody>
      </p:sp>
      <p:sp>
        <p:nvSpPr>
          <p:cNvPr id="41" name="Right Triangle 40">
            <a:extLst>
              <a:ext uri="{FF2B5EF4-FFF2-40B4-BE49-F238E27FC236}">
                <a16:creationId xmlns:a16="http://schemas.microsoft.com/office/drawing/2014/main" id="{956C4C27-7799-4357-A6DC-9C8A8FCC2787}"/>
              </a:ext>
            </a:extLst>
          </p:cNvPr>
          <p:cNvSpPr/>
          <p:nvPr/>
        </p:nvSpPr>
        <p:spPr bwMode="gray">
          <a:xfrm flipH="1" flipV="1">
            <a:off x="8107543" y="2562124"/>
            <a:ext cx="210312" cy="210312"/>
          </a:xfrm>
          <a:prstGeom prst="rtTriangle">
            <a:avLst/>
          </a:prstGeom>
          <a:solidFill>
            <a:srgbClr val="046A38">
              <a:lumMod val="50000"/>
            </a:srgbClr>
          </a:solidFill>
          <a:ln w="19050" algn="ctr">
            <a:noFill/>
            <a:miter lim="800000"/>
            <a:headEnd/>
            <a:tailEnd/>
          </a:ln>
        </p:spPr>
        <p:txBody>
          <a:bodyPr wrap="square" lIns="88900" tIns="88900" rIns="88900" bIns="88900" rtlCol="0" anchor="ctr"/>
          <a:lstStyle/>
          <a:p>
            <a:pPr algn="ctr" defTabSz="1219170">
              <a:lnSpc>
                <a:spcPct val="106000"/>
              </a:lnSpc>
              <a:defRPr/>
            </a:pPr>
            <a:endParaRPr lang="en-GB" sz="1600" b="1" kern="0" dirty="0">
              <a:solidFill>
                <a:prstClr val="white"/>
              </a:solidFill>
            </a:endParaRPr>
          </a:p>
        </p:txBody>
      </p:sp>
      <p:sp>
        <p:nvSpPr>
          <p:cNvPr id="47" name="TextBox 46">
            <a:extLst>
              <a:ext uri="{FF2B5EF4-FFF2-40B4-BE49-F238E27FC236}">
                <a16:creationId xmlns:a16="http://schemas.microsoft.com/office/drawing/2014/main" id="{AECB8147-5B0B-401F-B65E-DF2F63662788}"/>
              </a:ext>
            </a:extLst>
          </p:cNvPr>
          <p:cNvSpPr txBox="1"/>
          <p:nvPr/>
        </p:nvSpPr>
        <p:spPr>
          <a:xfrm>
            <a:off x="1046106" y="1818575"/>
            <a:ext cx="2857619" cy="667106"/>
          </a:xfrm>
          <a:prstGeom prst="rect">
            <a:avLst/>
          </a:prstGeom>
          <a:noFill/>
        </p:spPr>
        <p:txBody>
          <a:bodyPr wrap="square">
            <a:spAutoFit/>
          </a:bodyPr>
          <a:lstStyle/>
          <a:p>
            <a:pPr algn="ctr">
              <a:lnSpc>
                <a:spcPct val="106000"/>
              </a:lnSpc>
            </a:pPr>
            <a:r>
              <a:rPr lang="en-US" sz="1800" dirty="0">
                <a:solidFill>
                  <a:schemeClr val="bg1"/>
                </a:solidFill>
              </a:rPr>
              <a:t>Functional Requirement Specifications</a:t>
            </a:r>
          </a:p>
        </p:txBody>
      </p:sp>
      <p:sp>
        <p:nvSpPr>
          <p:cNvPr id="49" name="TextBox 48">
            <a:extLst>
              <a:ext uri="{FF2B5EF4-FFF2-40B4-BE49-F238E27FC236}">
                <a16:creationId xmlns:a16="http://schemas.microsoft.com/office/drawing/2014/main" id="{442E978F-8EDC-47D3-98D8-0793913E8752}"/>
              </a:ext>
            </a:extLst>
          </p:cNvPr>
          <p:cNvSpPr txBox="1"/>
          <p:nvPr/>
        </p:nvSpPr>
        <p:spPr>
          <a:xfrm>
            <a:off x="5286004" y="1954234"/>
            <a:ext cx="1938626" cy="369332"/>
          </a:xfrm>
          <a:prstGeom prst="rect">
            <a:avLst/>
          </a:prstGeom>
          <a:noFill/>
        </p:spPr>
        <p:txBody>
          <a:bodyPr wrap="square">
            <a:spAutoFit/>
          </a:bodyPr>
          <a:lstStyle/>
          <a:p>
            <a:r>
              <a:rPr lang="en-US" sz="1800" dirty="0">
                <a:solidFill>
                  <a:schemeClr val="bg1"/>
                </a:solidFill>
              </a:rPr>
              <a:t>Feasibility Study </a:t>
            </a:r>
            <a:endParaRPr lang="en-US" dirty="0"/>
          </a:p>
        </p:txBody>
      </p:sp>
      <p:sp>
        <p:nvSpPr>
          <p:cNvPr id="51" name="TextBox 50">
            <a:extLst>
              <a:ext uri="{FF2B5EF4-FFF2-40B4-BE49-F238E27FC236}">
                <a16:creationId xmlns:a16="http://schemas.microsoft.com/office/drawing/2014/main" id="{87264D0E-13E7-4ABA-A184-79D3E0F113BE}"/>
              </a:ext>
            </a:extLst>
          </p:cNvPr>
          <p:cNvSpPr txBox="1"/>
          <p:nvPr/>
        </p:nvSpPr>
        <p:spPr>
          <a:xfrm>
            <a:off x="8612250" y="1813455"/>
            <a:ext cx="2750455" cy="373500"/>
          </a:xfrm>
          <a:prstGeom prst="rect">
            <a:avLst/>
          </a:prstGeom>
          <a:noFill/>
        </p:spPr>
        <p:txBody>
          <a:bodyPr wrap="square">
            <a:spAutoFit/>
          </a:bodyPr>
          <a:lstStyle/>
          <a:p>
            <a:pPr lvl="1" algn="ctr">
              <a:lnSpc>
                <a:spcPct val="106000"/>
              </a:lnSpc>
            </a:pPr>
            <a:r>
              <a:rPr lang="en-US" dirty="0">
                <a:solidFill>
                  <a:schemeClr val="bg1"/>
                </a:solidFill>
              </a:rPr>
              <a:t>Results</a:t>
            </a:r>
          </a:p>
        </p:txBody>
      </p:sp>
      <p:sp>
        <p:nvSpPr>
          <p:cNvPr id="53" name="TextBox 52">
            <a:extLst>
              <a:ext uri="{FF2B5EF4-FFF2-40B4-BE49-F238E27FC236}">
                <a16:creationId xmlns:a16="http://schemas.microsoft.com/office/drawing/2014/main" id="{31AD6569-5376-4225-9703-991CEFA60B6B}"/>
              </a:ext>
            </a:extLst>
          </p:cNvPr>
          <p:cNvSpPr txBox="1"/>
          <p:nvPr/>
        </p:nvSpPr>
        <p:spPr>
          <a:xfrm>
            <a:off x="756486" y="2691004"/>
            <a:ext cx="3054879" cy="3354765"/>
          </a:xfrm>
          <a:prstGeom prst="rect">
            <a:avLst/>
          </a:prstGeom>
          <a:noFill/>
        </p:spPr>
        <p:txBody>
          <a:bodyPr wrap="square">
            <a:spAutoFit/>
          </a:bodyPr>
          <a:lstStyle/>
          <a:p>
            <a:pPr marL="0" lvl="1" algn="ctr">
              <a:spcBef>
                <a:spcPts val="600"/>
              </a:spcBef>
              <a:spcAft>
                <a:spcPts val="300"/>
              </a:spcAft>
              <a:buSzPct val="100000"/>
            </a:pPr>
            <a:r>
              <a:rPr lang="en-US" sz="1400" b="1" dirty="0"/>
              <a:t>As-Is Study/Assessment (Business Process &amp; Existing IT Infrastructure)</a:t>
            </a:r>
          </a:p>
          <a:p>
            <a:pPr marL="127000" lvl="1" indent="-127000">
              <a:spcBef>
                <a:spcPts val="600"/>
              </a:spcBef>
              <a:spcAft>
                <a:spcPts val="300"/>
              </a:spcAft>
              <a:buSzPct val="100000"/>
              <a:buFont typeface="Arial"/>
              <a:buChar char="•"/>
            </a:pPr>
            <a:r>
              <a:rPr lang="en-US" sz="1400" dirty="0"/>
              <a:t>Discussion with DPL Departments to understand requirements and current challenges</a:t>
            </a:r>
          </a:p>
          <a:p>
            <a:pPr marL="127000" lvl="1" indent="-127000">
              <a:spcBef>
                <a:spcPts val="600"/>
              </a:spcBef>
              <a:spcAft>
                <a:spcPts val="300"/>
              </a:spcAft>
              <a:buSzPct val="100000"/>
              <a:buFont typeface="Arial"/>
              <a:buChar char="•"/>
            </a:pPr>
            <a:r>
              <a:rPr lang="en-US" sz="1400" dirty="0"/>
              <a:t>Identify and detail ERP requirements for identified functions</a:t>
            </a:r>
          </a:p>
          <a:p>
            <a:pPr marL="127000" lvl="1" indent="-127000">
              <a:spcBef>
                <a:spcPts val="600"/>
              </a:spcBef>
              <a:spcAft>
                <a:spcPts val="300"/>
              </a:spcAft>
              <a:buSzPct val="100000"/>
              <a:buFont typeface="Arial"/>
              <a:buChar char="•"/>
            </a:pPr>
            <a:r>
              <a:rPr lang="en-US" sz="1400" dirty="0"/>
              <a:t>Prepare draft Functional Requirement Specifications (FRS)</a:t>
            </a:r>
          </a:p>
          <a:p>
            <a:pPr marL="127000" lvl="1" indent="-127000">
              <a:spcBef>
                <a:spcPts val="600"/>
              </a:spcBef>
              <a:spcAft>
                <a:spcPts val="300"/>
              </a:spcAft>
              <a:buSzPct val="100000"/>
              <a:buFont typeface="Arial"/>
              <a:buChar char="•"/>
            </a:pPr>
            <a:r>
              <a:rPr lang="en-US" sz="1400" dirty="0"/>
              <a:t>Discussion and feedback from DPL to finalize Functional Requirement Specifications (FRS) for ERP implementation</a:t>
            </a:r>
          </a:p>
        </p:txBody>
      </p:sp>
      <p:sp>
        <p:nvSpPr>
          <p:cNvPr id="55" name="TextBox 54">
            <a:extLst>
              <a:ext uri="{FF2B5EF4-FFF2-40B4-BE49-F238E27FC236}">
                <a16:creationId xmlns:a16="http://schemas.microsoft.com/office/drawing/2014/main" id="{0568B31F-A1A6-422F-9FCC-08E290B8986B}"/>
              </a:ext>
            </a:extLst>
          </p:cNvPr>
          <p:cNvSpPr txBox="1"/>
          <p:nvPr/>
        </p:nvSpPr>
        <p:spPr>
          <a:xfrm>
            <a:off x="4544798" y="2702393"/>
            <a:ext cx="3201722" cy="3254737"/>
          </a:xfrm>
          <a:prstGeom prst="rect">
            <a:avLst/>
          </a:prstGeom>
          <a:noFill/>
        </p:spPr>
        <p:txBody>
          <a:bodyPr wrap="square">
            <a:spAutoFit/>
          </a:bodyPr>
          <a:lstStyle/>
          <a:p>
            <a:pPr marL="0" lvl="1" algn="ctr">
              <a:spcBef>
                <a:spcPts val="600"/>
              </a:spcBef>
              <a:spcAft>
                <a:spcPts val="300"/>
              </a:spcAft>
              <a:buSzPct val="100000"/>
            </a:pPr>
            <a:r>
              <a:rPr lang="en-US" sz="1400" b="1" dirty="0"/>
              <a:t>Preparation of Road Map Blueprint for ERP Implementation</a:t>
            </a:r>
          </a:p>
          <a:p>
            <a:pPr marL="127000" lvl="1" indent="-127000">
              <a:spcBef>
                <a:spcPts val="600"/>
              </a:spcBef>
              <a:spcAft>
                <a:spcPts val="300"/>
              </a:spcAft>
              <a:buSzPct val="100000"/>
              <a:buFont typeface="Arial"/>
              <a:buChar char="•"/>
            </a:pPr>
            <a:r>
              <a:rPr lang="en-US" sz="1400" dirty="0"/>
              <a:t>Conduct feasibility study for ERP implementation at DPL’s </a:t>
            </a:r>
          </a:p>
          <a:p>
            <a:pPr marL="127000" lvl="1" indent="-127000">
              <a:spcBef>
                <a:spcPts val="600"/>
              </a:spcBef>
              <a:spcAft>
                <a:spcPts val="300"/>
              </a:spcAft>
              <a:buSzPct val="100000"/>
              <a:buFont typeface="Arial"/>
              <a:buChar char="•"/>
            </a:pPr>
            <a:r>
              <a:rPr lang="en-US" sz="1400" dirty="0"/>
              <a:t>Assess challenges in ERP Implementation and identify issues, risks, and their mitigation steps</a:t>
            </a:r>
          </a:p>
          <a:p>
            <a:pPr marL="127000" lvl="1" indent="-127000">
              <a:spcBef>
                <a:spcPts val="600"/>
              </a:spcBef>
              <a:spcAft>
                <a:spcPts val="300"/>
              </a:spcAft>
              <a:buSzPct val="100000"/>
              <a:buFont typeface="Arial"/>
              <a:buChar char="•"/>
            </a:pPr>
            <a:r>
              <a:rPr lang="en-US" sz="1400" dirty="0"/>
              <a:t>Prepare cost assessment for ERP implementation at DPL</a:t>
            </a:r>
          </a:p>
          <a:p>
            <a:pPr marL="127000" lvl="1" indent="-127000">
              <a:spcBef>
                <a:spcPts val="600"/>
              </a:spcBef>
              <a:spcAft>
                <a:spcPts val="300"/>
              </a:spcAft>
              <a:buSzPct val="100000"/>
              <a:buFont typeface="Arial"/>
              <a:buChar char="•"/>
            </a:pPr>
            <a:r>
              <a:rPr lang="en-US" sz="1400" dirty="0"/>
              <a:t>Feedback from DPL to finalize To-Be design’s FRS for ERP implementation</a:t>
            </a:r>
          </a:p>
          <a:p>
            <a:pPr marL="127000" lvl="1" indent="-127000">
              <a:spcBef>
                <a:spcPts val="600"/>
              </a:spcBef>
              <a:spcAft>
                <a:spcPts val="300"/>
              </a:spcAft>
              <a:buSzPct val="100000"/>
              <a:buFont typeface="Arial"/>
              <a:buChar char="•"/>
            </a:pPr>
            <a:endParaRPr lang="en-US" sz="1400" dirty="0"/>
          </a:p>
        </p:txBody>
      </p:sp>
      <p:sp>
        <p:nvSpPr>
          <p:cNvPr id="57" name="TextBox 56">
            <a:extLst>
              <a:ext uri="{FF2B5EF4-FFF2-40B4-BE49-F238E27FC236}">
                <a16:creationId xmlns:a16="http://schemas.microsoft.com/office/drawing/2014/main" id="{C9F7BB49-04C8-4D69-A704-1CA7AD7FFE88}"/>
              </a:ext>
            </a:extLst>
          </p:cNvPr>
          <p:cNvSpPr txBox="1"/>
          <p:nvPr/>
        </p:nvSpPr>
        <p:spPr>
          <a:xfrm>
            <a:off x="8488340" y="2690989"/>
            <a:ext cx="3033783" cy="3039294"/>
          </a:xfrm>
          <a:prstGeom prst="rect">
            <a:avLst/>
          </a:prstGeom>
          <a:noFill/>
        </p:spPr>
        <p:txBody>
          <a:bodyPr wrap="square">
            <a:spAutoFit/>
          </a:bodyPr>
          <a:lstStyle/>
          <a:p>
            <a:pPr marL="0" lvl="1" algn="ctr">
              <a:spcBef>
                <a:spcPts val="600"/>
              </a:spcBef>
              <a:spcAft>
                <a:spcPts val="300"/>
              </a:spcAft>
              <a:buSzPct val="100000"/>
            </a:pPr>
            <a:r>
              <a:rPr lang="en-US" sz="1400" b="1" dirty="0"/>
              <a:t>Selection of ERP Implementation Agency (IA) &amp; Program Management</a:t>
            </a:r>
            <a:endParaRPr lang="en-US" sz="1400" dirty="0"/>
          </a:p>
          <a:p>
            <a:pPr marL="127000" lvl="1" indent="-127000">
              <a:spcBef>
                <a:spcPts val="600"/>
              </a:spcBef>
              <a:spcAft>
                <a:spcPts val="300"/>
              </a:spcAft>
              <a:buSzPct val="100000"/>
              <a:buFont typeface="Arial"/>
              <a:buChar char="•"/>
            </a:pPr>
            <a:r>
              <a:rPr lang="en-US" sz="1400" dirty="0"/>
              <a:t>Preparation of bid documents for ERP solution &amp; Implementation Agency</a:t>
            </a:r>
          </a:p>
          <a:p>
            <a:pPr marL="127000" lvl="1" indent="-127000">
              <a:spcBef>
                <a:spcPts val="600"/>
              </a:spcBef>
              <a:spcAft>
                <a:spcPts val="300"/>
              </a:spcAft>
              <a:buSzPct val="100000"/>
              <a:buFont typeface="Arial"/>
              <a:buChar char="•"/>
            </a:pPr>
            <a:r>
              <a:rPr lang="en-US" sz="1400" dirty="0"/>
              <a:t>Advise DPL on evaluation and selection of bidders</a:t>
            </a:r>
          </a:p>
          <a:p>
            <a:pPr marL="127000" lvl="1" indent="-127000">
              <a:spcBef>
                <a:spcPts val="600"/>
              </a:spcBef>
              <a:spcAft>
                <a:spcPts val="300"/>
              </a:spcAft>
              <a:buSzPct val="100000"/>
              <a:buFont typeface="Arial"/>
              <a:buChar char="•"/>
            </a:pPr>
            <a:r>
              <a:rPr lang="en-US" sz="1400" dirty="0"/>
              <a:t>Coordination between DPL and the Implementation Agency staff</a:t>
            </a:r>
          </a:p>
          <a:p>
            <a:pPr marL="127000" lvl="1" indent="-127000">
              <a:spcBef>
                <a:spcPts val="600"/>
              </a:spcBef>
              <a:spcAft>
                <a:spcPts val="300"/>
              </a:spcAft>
              <a:buSzPct val="100000"/>
              <a:buFont typeface="Arial"/>
              <a:buChar char="•"/>
            </a:pPr>
            <a:r>
              <a:rPr lang="en-US" sz="1400" dirty="0"/>
              <a:t>Monitor, supervise and guide the implementation process</a:t>
            </a:r>
          </a:p>
          <a:p>
            <a:pPr marL="127000" lvl="1" indent="-127000">
              <a:spcBef>
                <a:spcPts val="600"/>
              </a:spcBef>
              <a:spcAft>
                <a:spcPts val="300"/>
              </a:spcAft>
              <a:buSzPct val="100000"/>
              <a:buFont typeface="Arial"/>
              <a:buChar char="•"/>
            </a:pPr>
            <a:r>
              <a:rPr lang="en-US" sz="1400" dirty="0"/>
              <a:t>Post implementation review </a:t>
            </a:r>
          </a:p>
        </p:txBody>
      </p:sp>
      <p:grpSp>
        <p:nvGrpSpPr>
          <p:cNvPr id="58" name="Graphic 4">
            <a:extLst>
              <a:ext uri="{FF2B5EF4-FFF2-40B4-BE49-F238E27FC236}">
                <a16:creationId xmlns:a16="http://schemas.microsoft.com/office/drawing/2014/main" id="{91608A7A-7E2A-4C85-8094-98C13FF495CD}"/>
              </a:ext>
            </a:extLst>
          </p:cNvPr>
          <p:cNvGrpSpPr/>
          <p:nvPr/>
        </p:nvGrpSpPr>
        <p:grpSpPr>
          <a:xfrm>
            <a:off x="8223028" y="1865367"/>
            <a:ext cx="548640" cy="548640"/>
            <a:chOff x="8840477" y="1885990"/>
            <a:chExt cx="362312" cy="361971"/>
          </a:xfrm>
          <a:solidFill>
            <a:schemeClr val="bg1"/>
          </a:solidFill>
        </p:grpSpPr>
        <p:sp>
          <p:nvSpPr>
            <p:cNvPr id="59" name="Graphic 4">
              <a:extLst>
                <a:ext uri="{FF2B5EF4-FFF2-40B4-BE49-F238E27FC236}">
                  <a16:creationId xmlns:a16="http://schemas.microsoft.com/office/drawing/2014/main" id="{C7AFE77B-0999-4131-B6A3-146156B63422}"/>
                </a:ext>
              </a:extLst>
            </p:cNvPr>
            <p:cNvSpPr/>
            <p:nvPr/>
          </p:nvSpPr>
          <p:spPr>
            <a:xfrm>
              <a:off x="8840477" y="1885990"/>
              <a:ext cx="362312" cy="361971"/>
            </a:xfrm>
            <a:custGeom>
              <a:avLst/>
              <a:gdLst>
                <a:gd name="connsiteX0" fmla="*/ 181474 w 362312"/>
                <a:gd name="connsiteY0" fmla="*/ 0 h 361971"/>
                <a:gd name="connsiteX1" fmla="*/ 0 w 362312"/>
                <a:gd name="connsiteY1" fmla="*/ 180667 h 361971"/>
                <a:gd name="connsiteX2" fmla="*/ 180836 w 362312"/>
                <a:gd name="connsiteY2" fmla="*/ 361972 h 361971"/>
                <a:gd name="connsiteX3" fmla="*/ 362309 w 362312"/>
                <a:gd name="connsiteY3" fmla="*/ 181305 h 361971"/>
                <a:gd name="connsiteX4" fmla="*/ 362309 w 362312"/>
                <a:gd name="connsiteY4" fmla="*/ 181305 h 361971"/>
                <a:gd name="connsiteX5" fmla="*/ 181474 w 362312"/>
                <a:gd name="connsiteY5" fmla="*/ 0 h 361971"/>
                <a:gd name="connsiteX6" fmla="*/ 181474 w 362312"/>
                <a:gd name="connsiteY6" fmla="*/ 348565 h 361971"/>
                <a:gd name="connsiteX7" fmla="*/ 12780 w 362312"/>
                <a:gd name="connsiteY7" fmla="*/ 180667 h 361971"/>
                <a:gd name="connsiteX8" fmla="*/ 180836 w 362312"/>
                <a:gd name="connsiteY8" fmla="*/ 12130 h 361971"/>
                <a:gd name="connsiteX9" fmla="*/ 349529 w 362312"/>
                <a:gd name="connsiteY9" fmla="*/ 180028 h 361971"/>
                <a:gd name="connsiteX10" fmla="*/ 349529 w 362312"/>
                <a:gd name="connsiteY10" fmla="*/ 180028 h 361971"/>
                <a:gd name="connsiteX11" fmla="*/ 181474 w 362312"/>
                <a:gd name="connsiteY11"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2312" h="361971">
                  <a:moveTo>
                    <a:pt x="181474" y="0"/>
                  </a:moveTo>
                  <a:cubicBezTo>
                    <a:pt x="81152" y="0"/>
                    <a:pt x="0" y="81077"/>
                    <a:pt x="0" y="180667"/>
                  </a:cubicBezTo>
                  <a:cubicBezTo>
                    <a:pt x="0" y="280895"/>
                    <a:pt x="81152" y="361972"/>
                    <a:pt x="180836" y="361972"/>
                  </a:cubicBezTo>
                  <a:cubicBezTo>
                    <a:pt x="281157" y="361972"/>
                    <a:pt x="362309" y="280895"/>
                    <a:pt x="362309" y="181305"/>
                  </a:cubicBezTo>
                  <a:cubicBezTo>
                    <a:pt x="362309" y="181305"/>
                    <a:pt x="362309" y="181305"/>
                    <a:pt x="362309" y="181305"/>
                  </a:cubicBezTo>
                  <a:cubicBezTo>
                    <a:pt x="362949" y="80438"/>
                    <a:pt x="281796" y="0"/>
                    <a:pt x="181474" y="0"/>
                  </a:cubicBezTo>
                  <a:close/>
                  <a:moveTo>
                    <a:pt x="181474" y="348565"/>
                  </a:moveTo>
                  <a:cubicBezTo>
                    <a:pt x="88181" y="348565"/>
                    <a:pt x="12780" y="273235"/>
                    <a:pt x="12780" y="180667"/>
                  </a:cubicBezTo>
                  <a:cubicBezTo>
                    <a:pt x="12780" y="87461"/>
                    <a:pt x="88181" y="12130"/>
                    <a:pt x="180836" y="12130"/>
                  </a:cubicBezTo>
                  <a:cubicBezTo>
                    <a:pt x="274128" y="12130"/>
                    <a:pt x="349529" y="87461"/>
                    <a:pt x="349529" y="180028"/>
                  </a:cubicBezTo>
                  <a:cubicBezTo>
                    <a:pt x="349529" y="180028"/>
                    <a:pt x="349529" y="180028"/>
                    <a:pt x="349529" y="180028"/>
                  </a:cubicBezTo>
                  <a:cubicBezTo>
                    <a:pt x="350169" y="273235"/>
                    <a:pt x="274767" y="348565"/>
                    <a:pt x="181474" y="348565"/>
                  </a:cubicBezTo>
                  <a:close/>
                </a:path>
              </a:pathLst>
            </a:custGeom>
            <a:grpFill/>
            <a:ln w="6390" cap="flat">
              <a:noFill/>
              <a:prstDash val="solid"/>
              <a:miter/>
            </a:ln>
          </p:spPr>
          <p:txBody>
            <a:bodyPr rtlCol="0" anchor="ctr"/>
            <a:lstStyle/>
            <a:p>
              <a:endParaRPr lang="en-US"/>
            </a:p>
          </p:txBody>
        </p:sp>
        <p:sp>
          <p:nvSpPr>
            <p:cNvPr id="60" name="Graphic 4">
              <a:extLst>
                <a:ext uri="{FF2B5EF4-FFF2-40B4-BE49-F238E27FC236}">
                  <a16:creationId xmlns:a16="http://schemas.microsoft.com/office/drawing/2014/main" id="{18C86BA8-C442-437E-9984-27F27C45C62E}"/>
                </a:ext>
              </a:extLst>
            </p:cNvPr>
            <p:cNvSpPr/>
            <p:nvPr/>
          </p:nvSpPr>
          <p:spPr>
            <a:xfrm>
              <a:off x="8947349" y="1952622"/>
              <a:ext cx="150163" cy="227669"/>
            </a:xfrm>
            <a:custGeom>
              <a:avLst/>
              <a:gdLst>
                <a:gd name="connsiteX0" fmla="*/ 146170 w 150163"/>
                <a:gd name="connsiteY0" fmla="*/ 29128 h 227669"/>
                <a:gd name="connsiteX1" fmla="*/ 72047 w 150163"/>
                <a:gd name="connsiteY1" fmla="*/ 400 h 227669"/>
                <a:gd name="connsiteX2" fmla="*/ 63739 w 150163"/>
                <a:gd name="connsiteY2" fmla="*/ 4230 h 227669"/>
                <a:gd name="connsiteX3" fmla="*/ 57989 w 150163"/>
                <a:gd name="connsiteY3" fmla="*/ 18914 h 227669"/>
                <a:gd name="connsiteX4" fmla="*/ 57989 w 150163"/>
                <a:gd name="connsiteY4" fmla="*/ 24021 h 227669"/>
                <a:gd name="connsiteX5" fmla="*/ 61823 w 150163"/>
                <a:gd name="connsiteY5" fmla="*/ 31682 h 227669"/>
                <a:gd name="connsiteX6" fmla="*/ 38819 w 150163"/>
                <a:gd name="connsiteY6" fmla="*/ 91691 h 227669"/>
                <a:gd name="connsiteX7" fmla="*/ 18371 w 150163"/>
                <a:gd name="connsiteY7" fmla="*/ 91053 h 227669"/>
                <a:gd name="connsiteX8" fmla="*/ 11981 w 150163"/>
                <a:gd name="connsiteY8" fmla="*/ 94883 h 227669"/>
                <a:gd name="connsiteX9" fmla="*/ 480 w 150163"/>
                <a:gd name="connsiteY9" fmla="*/ 124249 h 227669"/>
                <a:gd name="connsiteX10" fmla="*/ 480 w 150163"/>
                <a:gd name="connsiteY10" fmla="*/ 129356 h 227669"/>
                <a:gd name="connsiteX11" fmla="*/ 4314 w 150163"/>
                <a:gd name="connsiteY11" fmla="*/ 132548 h 227669"/>
                <a:gd name="connsiteX12" fmla="*/ 50321 w 150163"/>
                <a:gd name="connsiteY12" fmla="*/ 150423 h 227669"/>
                <a:gd name="connsiteX13" fmla="*/ 24122 w 150163"/>
                <a:gd name="connsiteY13" fmla="*/ 218732 h 227669"/>
                <a:gd name="connsiteX14" fmla="*/ 27956 w 150163"/>
                <a:gd name="connsiteY14" fmla="*/ 227031 h 227669"/>
                <a:gd name="connsiteX15" fmla="*/ 27956 w 150163"/>
                <a:gd name="connsiteY15" fmla="*/ 227031 h 227669"/>
                <a:gd name="connsiteX16" fmla="*/ 30512 w 150163"/>
                <a:gd name="connsiteY16" fmla="*/ 227670 h 227669"/>
                <a:gd name="connsiteX17" fmla="*/ 36263 w 150163"/>
                <a:gd name="connsiteY17" fmla="*/ 223839 h 227669"/>
                <a:gd name="connsiteX18" fmla="*/ 62462 w 150163"/>
                <a:gd name="connsiteY18" fmla="*/ 155531 h 227669"/>
                <a:gd name="connsiteX19" fmla="*/ 108469 w 150163"/>
                <a:gd name="connsiteY19" fmla="*/ 173406 h 227669"/>
                <a:gd name="connsiteX20" fmla="*/ 111025 w 150163"/>
                <a:gd name="connsiteY20" fmla="*/ 174044 h 227669"/>
                <a:gd name="connsiteX21" fmla="*/ 113581 w 150163"/>
                <a:gd name="connsiteY21" fmla="*/ 173406 h 227669"/>
                <a:gd name="connsiteX22" fmla="*/ 116776 w 150163"/>
                <a:gd name="connsiteY22" fmla="*/ 169575 h 227669"/>
                <a:gd name="connsiteX23" fmla="*/ 128278 w 150163"/>
                <a:gd name="connsiteY23" fmla="*/ 140209 h 227669"/>
                <a:gd name="connsiteX24" fmla="*/ 126361 w 150163"/>
                <a:gd name="connsiteY24" fmla="*/ 133187 h 227669"/>
                <a:gd name="connsiteX25" fmla="*/ 110386 w 150163"/>
                <a:gd name="connsiteY25" fmla="*/ 120419 h 227669"/>
                <a:gd name="connsiteX26" fmla="*/ 133390 w 150163"/>
                <a:gd name="connsiteY26" fmla="*/ 60409 h 227669"/>
                <a:gd name="connsiteX27" fmla="*/ 141058 w 150163"/>
                <a:gd name="connsiteY27" fmla="*/ 57217 h 227669"/>
                <a:gd name="connsiteX28" fmla="*/ 144253 w 150163"/>
                <a:gd name="connsiteY28" fmla="*/ 54025 h 227669"/>
                <a:gd name="connsiteX29" fmla="*/ 150004 w 150163"/>
                <a:gd name="connsiteY29" fmla="*/ 39342 h 227669"/>
                <a:gd name="connsiteX30" fmla="*/ 146170 w 150163"/>
                <a:gd name="connsiteY30" fmla="*/ 29128 h 227669"/>
                <a:gd name="connsiteX31" fmla="*/ 146170 w 150163"/>
                <a:gd name="connsiteY31" fmla="*/ 29128 h 227669"/>
                <a:gd name="connsiteX32" fmla="*/ 133390 w 150163"/>
                <a:gd name="connsiteY32" fmla="*/ 45088 h 227669"/>
                <a:gd name="connsiteX33" fmla="*/ 125722 w 150163"/>
                <a:gd name="connsiteY33" fmla="*/ 48280 h 227669"/>
                <a:gd name="connsiteX34" fmla="*/ 122527 w 150163"/>
                <a:gd name="connsiteY34" fmla="*/ 52110 h 227669"/>
                <a:gd name="connsiteX35" fmla="*/ 96968 w 150163"/>
                <a:gd name="connsiteY35" fmla="*/ 119142 h 227669"/>
                <a:gd name="connsiteX36" fmla="*/ 98884 w 150163"/>
                <a:gd name="connsiteY36" fmla="*/ 126164 h 227669"/>
                <a:gd name="connsiteX37" fmla="*/ 114859 w 150163"/>
                <a:gd name="connsiteY37" fmla="*/ 138932 h 227669"/>
                <a:gd name="connsiteX38" fmla="*/ 107191 w 150163"/>
                <a:gd name="connsiteY38" fmla="*/ 158084 h 227669"/>
                <a:gd name="connsiteX39" fmla="*/ 15176 w 150163"/>
                <a:gd name="connsiteY39" fmla="*/ 122972 h 227669"/>
                <a:gd name="connsiteX40" fmla="*/ 22844 w 150163"/>
                <a:gd name="connsiteY40" fmla="*/ 103820 h 227669"/>
                <a:gd name="connsiteX41" fmla="*/ 43292 w 150163"/>
                <a:gd name="connsiteY41" fmla="*/ 104459 h 227669"/>
                <a:gd name="connsiteX42" fmla="*/ 49682 w 150163"/>
                <a:gd name="connsiteY42" fmla="*/ 100628 h 227669"/>
                <a:gd name="connsiteX43" fmla="*/ 75242 w 150163"/>
                <a:gd name="connsiteY43" fmla="*/ 33597 h 227669"/>
                <a:gd name="connsiteX44" fmla="*/ 75242 w 150163"/>
                <a:gd name="connsiteY44" fmla="*/ 28490 h 227669"/>
                <a:gd name="connsiteX45" fmla="*/ 71408 w 150163"/>
                <a:gd name="connsiteY45" fmla="*/ 20829 h 227669"/>
                <a:gd name="connsiteX46" fmla="*/ 73964 w 150163"/>
                <a:gd name="connsiteY46" fmla="*/ 14445 h 227669"/>
                <a:gd name="connsiteX47" fmla="*/ 136585 w 150163"/>
                <a:gd name="connsiteY47" fmla="*/ 38066 h 227669"/>
                <a:gd name="connsiteX48" fmla="*/ 133390 w 150163"/>
                <a:gd name="connsiteY48" fmla="*/ 45088 h 227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50163" h="227669">
                  <a:moveTo>
                    <a:pt x="146170" y="29128"/>
                  </a:moveTo>
                  <a:lnTo>
                    <a:pt x="72047" y="400"/>
                  </a:lnTo>
                  <a:cubicBezTo>
                    <a:pt x="68852" y="-877"/>
                    <a:pt x="65018" y="1038"/>
                    <a:pt x="63739" y="4230"/>
                  </a:cubicBezTo>
                  <a:lnTo>
                    <a:pt x="57989" y="18914"/>
                  </a:lnTo>
                  <a:cubicBezTo>
                    <a:pt x="57350" y="20190"/>
                    <a:pt x="57350" y="22106"/>
                    <a:pt x="57989" y="24021"/>
                  </a:cubicBezTo>
                  <a:lnTo>
                    <a:pt x="61823" y="31682"/>
                  </a:lnTo>
                  <a:lnTo>
                    <a:pt x="38819" y="91691"/>
                  </a:lnTo>
                  <a:lnTo>
                    <a:pt x="18371" y="91053"/>
                  </a:lnTo>
                  <a:cubicBezTo>
                    <a:pt x="15815" y="91053"/>
                    <a:pt x="13260" y="92329"/>
                    <a:pt x="11981" y="94883"/>
                  </a:cubicBezTo>
                  <a:lnTo>
                    <a:pt x="480" y="124249"/>
                  </a:lnTo>
                  <a:cubicBezTo>
                    <a:pt x="-160" y="125526"/>
                    <a:pt x="-160" y="127441"/>
                    <a:pt x="480" y="129356"/>
                  </a:cubicBezTo>
                  <a:cubicBezTo>
                    <a:pt x="1119" y="130633"/>
                    <a:pt x="2396" y="131910"/>
                    <a:pt x="4314" y="132548"/>
                  </a:cubicBezTo>
                  <a:lnTo>
                    <a:pt x="50321" y="150423"/>
                  </a:lnTo>
                  <a:lnTo>
                    <a:pt x="24122" y="218732"/>
                  </a:lnTo>
                  <a:cubicBezTo>
                    <a:pt x="22844" y="221924"/>
                    <a:pt x="24761" y="225755"/>
                    <a:pt x="27956" y="227031"/>
                  </a:cubicBezTo>
                  <a:cubicBezTo>
                    <a:pt x="27956" y="227031"/>
                    <a:pt x="27956" y="227031"/>
                    <a:pt x="27956" y="227031"/>
                  </a:cubicBezTo>
                  <a:cubicBezTo>
                    <a:pt x="28595" y="227031"/>
                    <a:pt x="29234" y="227670"/>
                    <a:pt x="30512" y="227670"/>
                  </a:cubicBezTo>
                  <a:cubicBezTo>
                    <a:pt x="33068" y="227670"/>
                    <a:pt x="35624" y="225755"/>
                    <a:pt x="36263" y="223839"/>
                  </a:cubicBezTo>
                  <a:lnTo>
                    <a:pt x="62462" y="155531"/>
                  </a:lnTo>
                  <a:lnTo>
                    <a:pt x="108469" y="173406"/>
                  </a:lnTo>
                  <a:cubicBezTo>
                    <a:pt x="109109" y="173406"/>
                    <a:pt x="109747" y="174044"/>
                    <a:pt x="111025" y="174044"/>
                  </a:cubicBezTo>
                  <a:cubicBezTo>
                    <a:pt x="111664" y="174044"/>
                    <a:pt x="112942" y="174044"/>
                    <a:pt x="113581" y="173406"/>
                  </a:cubicBezTo>
                  <a:cubicBezTo>
                    <a:pt x="114859" y="172767"/>
                    <a:pt x="116137" y="171491"/>
                    <a:pt x="116776" y="169575"/>
                  </a:cubicBezTo>
                  <a:lnTo>
                    <a:pt x="128278" y="140209"/>
                  </a:lnTo>
                  <a:cubicBezTo>
                    <a:pt x="129556" y="137656"/>
                    <a:pt x="128278" y="134464"/>
                    <a:pt x="126361" y="133187"/>
                  </a:cubicBezTo>
                  <a:lnTo>
                    <a:pt x="110386" y="120419"/>
                  </a:lnTo>
                  <a:lnTo>
                    <a:pt x="133390" y="60409"/>
                  </a:lnTo>
                  <a:lnTo>
                    <a:pt x="141058" y="57217"/>
                  </a:lnTo>
                  <a:cubicBezTo>
                    <a:pt x="142336" y="56579"/>
                    <a:pt x="143614" y="55302"/>
                    <a:pt x="144253" y="54025"/>
                  </a:cubicBezTo>
                  <a:lnTo>
                    <a:pt x="150004" y="39342"/>
                  </a:lnTo>
                  <a:cubicBezTo>
                    <a:pt x="150643" y="34235"/>
                    <a:pt x="149365" y="30405"/>
                    <a:pt x="146170" y="29128"/>
                  </a:cubicBezTo>
                  <a:cubicBezTo>
                    <a:pt x="146170" y="29128"/>
                    <a:pt x="146170" y="29128"/>
                    <a:pt x="146170" y="29128"/>
                  </a:cubicBezTo>
                  <a:close/>
                  <a:moveTo>
                    <a:pt x="133390" y="45088"/>
                  </a:moveTo>
                  <a:lnTo>
                    <a:pt x="125722" y="48280"/>
                  </a:lnTo>
                  <a:cubicBezTo>
                    <a:pt x="124444" y="48918"/>
                    <a:pt x="123166" y="50195"/>
                    <a:pt x="122527" y="52110"/>
                  </a:cubicBezTo>
                  <a:lnTo>
                    <a:pt x="96968" y="119142"/>
                  </a:lnTo>
                  <a:cubicBezTo>
                    <a:pt x="95689" y="121696"/>
                    <a:pt x="96968" y="124888"/>
                    <a:pt x="98884" y="126164"/>
                  </a:cubicBezTo>
                  <a:lnTo>
                    <a:pt x="114859" y="138932"/>
                  </a:lnTo>
                  <a:lnTo>
                    <a:pt x="107191" y="158084"/>
                  </a:lnTo>
                  <a:lnTo>
                    <a:pt x="15176" y="122972"/>
                  </a:lnTo>
                  <a:lnTo>
                    <a:pt x="22844" y="103820"/>
                  </a:lnTo>
                  <a:lnTo>
                    <a:pt x="43292" y="104459"/>
                  </a:lnTo>
                  <a:cubicBezTo>
                    <a:pt x="45848" y="104459"/>
                    <a:pt x="48404" y="103182"/>
                    <a:pt x="49682" y="100628"/>
                  </a:cubicBezTo>
                  <a:lnTo>
                    <a:pt x="75242" y="33597"/>
                  </a:lnTo>
                  <a:cubicBezTo>
                    <a:pt x="75881" y="32320"/>
                    <a:pt x="75881" y="30405"/>
                    <a:pt x="75242" y="28490"/>
                  </a:cubicBezTo>
                  <a:lnTo>
                    <a:pt x="71408" y="20829"/>
                  </a:lnTo>
                  <a:lnTo>
                    <a:pt x="73964" y="14445"/>
                  </a:lnTo>
                  <a:lnTo>
                    <a:pt x="136585" y="38066"/>
                  </a:lnTo>
                  <a:lnTo>
                    <a:pt x="133390" y="45088"/>
                  </a:lnTo>
                  <a:close/>
                </a:path>
              </a:pathLst>
            </a:custGeom>
            <a:grpFill/>
            <a:ln w="6390" cap="flat">
              <a:noFill/>
              <a:prstDash val="solid"/>
              <a:miter/>
            </a:ln>
          </p:spPr>
          <p:txBody>
            <a:bodyPr rtlCol="0" anchor="ctr"/>
            <a:lstStyle/>
            <a:p>
              <a:endParaRPr lang="en-US"/>
            </a:p>
          </p:txBody>
        </p:sp>
      </p:grpSp>
      <p:grpSp>
        <p:nvGrpSpPr>
          <p:cNvPr id="61" name="Graphic 4">
            <a:extLst>
              <a:ext uri="{FF2B5EF4-FFF2-40B4-BE49-F238E27FC236}">
                <a16:creationId xmlns:a16="http://schemas.microsoft.com/office/drawing/2014/main" id="{B1D417EB-1B2A-4755-9C4B-D74AE15818C2}"/>
              </a:ext>
            </a:extLst>
          </p:cNvPr>
          <p:cNvGrpSpPr/>
          <p:nvPr/>
        </p:nvGrpSpPr>
        <p:grpSpPr>
          <a:xfrm>
            <a:off x="4642994" y="1873475"/>
            <a:ext cx="548640" cy="548640"/>
            <a:chOff x="8840477" y="1885990"/>
            <a:chExt cx="362312" cy="361971"/>
          </a:xfrm>
          <a:solidFill>
            <a:schemeClr val="bg1"/>
          </a:solidFill>
        </p:grpSpPr>
        <p:sp>
          <p:nvSpPr>
            <p:cNvPr id="62" name="Graphic 4">
              <a:extLst>
                <a:ext uri="{FF2B5EF4-FFF2-40B4-BE49-F238E27FC236}">
                  <a16:creationId xmlns:a16="http://schemas.microsoft.com/office/drawing/2014/main" id="{C1A99D2F-C6C0-47CC-AB8F-14D040DE071D}"/>
                </a:ext>
              </a:extLst>
            </p:cNvPr>
            <p:cNvSpPr/>
            <p:nvPr/>
          </p:nvSpPr>
          <p:spPr>
            <a:xfrm>
              <a:off x="8840477" y="1885990"/>
              <a:ext cx="362312" cy="361971"/>
            </a:xfrm>
            <a:custGeom>
              <a:avLst/>
              <a:gdLst>
                <a:gd name="connsiteX0" fmla="*/ 181474 w 362312"/>
                <a:gd name="connsiteY0" fmla="*/ 0 h 361971"/>
                <a:gd name="connsiteX1" fmla="*/ 0 w 362312"/>
                <a:gd name="connsiteY1" fmla="*/ 180667 h 361971"/>
                <a:gd name="connsiteX2" fmla="*/ 180836 w 362312"/>
                <a:gd name="connsiteY2" fmla="*/ 361972 h 361971"/>
                <a:gd name="connsiteX3" fmla="*/ 362309 w 362312"/>
                <a:gd name="connsiteY3" fmla="*/ 181305 h 361971"/>
                <a:gd name="connsiteX4" fmla="*/ 362309 w 362312"/>
                <a:gd name="connsiteY4" fmla="*/ 181305 h 361971"/>
                <a:gd name="connsiteX5" fmla="*/ 181474 w 362312"/>
                <a:gd name="connsiteY5" fmla="*/ 0 h 361971"/>
                <a:gd name="connsiteX6" fmla="*/ 181474 w 362312"/>
                <a:gd name="connsiteY6" fmla="*/ 348565 h 361971"/>
                <a:gd name="connsiteX7" fmla="*/ 12780 w 362312"/>
                <a:gd name="connsiteY7" fmla="*/ 180667 h 361971"/>
                <a:gd name="connsiteX8" fmla="*/ 180836 w 362312"/>
                <a:gd name="connsiteY8" fmla="*/ 12130 h 361971"/>
                <a:gd name="connsiteX9" fmla="*/ 349529 w 362312"/>
                <a:gd name="connsiteY9" fmla="*/ 180028 h 361971"/>
                <a:gd name="connsiteX10" fmla="*/ 349529 w 362312"/>
                <a:gd name="connsiteY10" fmla="*/ 180028 h 361971"/>
                <a:gd name="connsiteX11" fmla="*/ 181474 w 362312"/>
                <a:gd name="connsiteY11"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2312" h="361971">
                  <a:moveTo>
                    <a:pt x="181474" y="0"/>
                  </a:moveTo>
                  <a:cubicBezTo>
                    <a:pt x="81152" y="0"/>
                    <a:pt x="0" y="81077"/>
                    <a:pt x="0" y="180667"/>
                  </a:cubicBezTo>
                  <a:cubicBezTo>
                    <a:pt x="0" y="280895"/>
                    <a:pt x="81152" y="361972"/>
                    <a:pt x="180836" y="361972"/>
                  </a:cubicBezTo>
                  <a:cubicBezTo>
                    <a:pt x="281157" y="361972"/>
                    <a:pt x="362309" y="280895"/>
                    <a:pt x="362309" y="181305"/>
                  </a:cubicBezTo>
                  <a:cubicBezTo>
                    <a:pt x="362309" y="181305"/>
                    <a:pt x="362309" y="181305"/>
                    <a:pt x="362309" y="181305"/>
                  </a:cubicBezTo>
                  <a:cubicBezTo>
                    <a:pt x="362949" y="80438"/>
                    <a:pt x="281796" y="0"/>
                    <a:pt x="181474" y="0"/>
                  </a:cubicBezTo>
                  <a:close/>
                  <a:moveTo>
                    <a:pt x="181474" y="348565"/>
                  </a:moveTo>
                  <a:cubicBezTo>
                    <a:pt x="88181" y="348565"/>
                    <a:pt x="12780" y="273235"/>
                    <a:pt x="12780" y="180667"/>
                  </a:cubicBezTo>
                  <a:cubicBezTo>
                    <a:pt x="12780" y="87461"/>
                    <a:pt x="88181" y="12130"/>
                    <a:pt x="180836" y="12130"/>
                  </a:cubicBezTo>
                  <a:cubicBezTo>
                    <a:pt x="274128" y="12130"/>
                    <a:pt x="349529" y="87461"/>
                    <a:pt x="349529" y="180028"/>
                  </a:cubicBezTo>
                  <a:cubicBezTo>
                    <a:pt x="349529" y="180028"/>
                    <a:pt x="349529" y="180028"/>
                    <a:pt x="349529" y="180028"/>
                  </a:cubicBezTo>
                  <a:cubicBezTo>
                    <a:pt x="350169" y="273235"/>
                    <a:pt x="274767" y="348565"/>
                    <a:pt x="181474" y="348565"/>
                  </a:cubicBezTo>
                  <a:close/>
                </a:path>
              </a:pathLst>
            </a:custGeom>
            <a:grpFill/>
            <a:ln w="6390" cap="flat">
              <a:noFill/>
              <a:prstDash val="solid"/>
              <a:miter/>
            </a:ln>
          </p:spPr>
          <p:txBody>
            <a:bodyPr rtlCol="0" anchor="ctr"/>
            <a:lstStyle/>
            <a:p>
              <a:endParaRPr lang="en-US"/>
            </a:p>
          </p:txBody>
        </p:sp>
        <p:sp>
          <p:nvSpPr>
            <p:cNvPr id="63" name="Graphic 4">
              <a:extLst>
                <a:ext uri="{FF2B5EF4-FFF2-40B4-BE49-F238E27FC236}">
                  <a16:creationId xmlns:a16="http://schemas.microsoft.com/office/drawing/2014/main" id="{EA025A22-01FA-4486-AD68-EB70F757E0A9}"/>
                </a:ext>
              </a:extLst>
            </p:cNvPr>
            <p:cNvSpPr/>
            <p:nvPr/>
          </p:nvSpPr>
          <p:spPr>
            <a:xfrm>
              <a:off x="8947349" y="1952622"/>
              <a:ext cx="150163" cy="227669"/>
            </a:xfrm>
            <a:custGeom>
              <a:avLst/>
              <a:gdLst>
                <a:gd name="connsiteX0" fmla="*/ 146170 w 150163"/>
                <a:gd name="connsiteY0" fmla="*/ 29128 h 227669"/>
                <a:gd name="connsiteX1" fmla="*/ 72047 w 150163"/>
                <a:gd name="connsiteY1" fmla="*/ 400 h 227669"/>
                <a:gd name="connsiteX2" fmla="*/ 63739 w 150163"/>
                <a:gd name="connsiteY2" fmla="*/ 4230 h 227669"/>
                <a:gd name="connsiteX3" fmla="*/ 57989 w 150163"/>
                <a:gd name="connsiteY3" fmla="*/ 18914 h 227669"/>
                <a:gd name="connsiteX4" fmla="*/ 57989 w 150163"/>
                <a:gd name="connsiteY4" fmla="*/ 24021 h 227669"/>
                <a:gd name="connsiteX5" fmla="*/ 61823 w 150163"/>
                <a:gd name="connsiteY5" fmla="*/ 31682 h 227669"/>
                <a:gd name="connsiteX6" fmla="*/ 38819 w 150163"/>
                <a:gd name="connsiteY6" fmla="*/ 91691 h 227669"/>
                <a:gd name="connsiteX7" fmla="*/ 18371 w 150163"/>
                <a:gd name="connsiteY7" fmla="*/ 91053 h 227669"/>
                <a:gd name="connsiteX8" fmla="*/ 11981 w 150163"/>
                <a:gd name="connsiteY8" fmla="*/ 94883 h 227669"/>
                <a:gd name="connsiteX9" fmla="*/ 480 w 150163"/>
                <a:gd name="connsiteY9" fmla="*/ 124249 h 227669"/>
                <a:gd name="connsiteX10" fmla="*/ 480 w 150163"/>
                <a:gd name="connsiteY10" fmla="*/ 129356 h 227669"/>
                <a:gd name="connsiteX11" fmla="*/ 4314 w 150163"/>
                <a:gd name="connsiteY11" fmla="*/ 132548 h 227669"/>
                <a:gd name="connsiteX12" fmla="*/ 50321 w 150163"/>
                <a:gd name="connsiteY12" fmla="*/ 150423 h 227669"/>
                <a:gd name="connsiteX13" fmla="*/ 24122 w 150163"/>
                <a:gd name="connsiteY13" fmla="*/ 218732 h 227669"/>
                <a:gd name="connsiteX14" fmla="*/ 27956 w 150163"/>
                <a:gd name="connsiteY14" fmla="*/ 227031 h 227669"/>
                <a:gd name="connsiteX15" fmla="*/ 27956 w 150163"/>
                <a:gd name="connsiteY15" fmla="*/ 227031 h 227669"/>
                <a:gd name="connsiteX16" fmla="*/ 30512 w 150163"/>
                <a:gd name="connsiteY16" fmla="*/ 227670 h 227669"/>
                <a:gd name="connsiteX17" fmla="*/ 36263 w 150163"/>
                <a:gd name="connsiteY17" fmla="*/ 223839 h 227669"/>
                <a:gd name="connsiteX18" fmla="*/ 62462 w 150163"/>
                <a:gd name="connsiteY18" fmla="*/ 155531 h 227669"/>
                <a:gd name="connsiteX19" fmla="*/ 108469 w 150163"/>
                <a:gd name="connsiteY19" fmla="*/ 173406 h 227669"/>
                <a:gd name="connsiteX20" fmla="*/ 111025 w 150163"/>
                <a:gd name="connsiteY20" fmla="*/ 174044 h 227669"/>
                <a:gd name="connsiteX21" fmla="*/ 113581 w 150163"/>
                <a:gd name="connsiteY21" fmla="*/ 173406 h 227669"/>
                <a:gd name="connsiteX22" fmla="*/ 116776 w 150163"/>
                <a:gd name="connsiteY22" fmla="*/ 169575 h 227669"/>
                <a:gd name="connsiteX23" fmla="*/ 128278 w 150163"/>
                <a:gd name="connsiteY23" fmla="*/ 140209 h 227669"/>
                <a:gd name="connsiteX24" fmla="*/ 126361 w 150163"/>
                <a:gd name="connsiteY24" fmla="*/ 133187 h 227669"/>
                <a:gd name="connsiteX25" fmla="*/ 110386 w 150163"/>
                <a:gd name="connsiteY25" fmla="*/ 120419 h 227669"/>
                <a:gd name="connsiteX26" fmla="*/ 133390 w 150163"/>
                <a:gd name="connsiteY26" fmla="*/ 60409 h 227669"/>
                <a:gd name="connsiteX27" fmla="*/ 141058 w 150163"/>
                <a:gd name="connsiteY27" fmla="*/ 57217 h 227669"/>
                <a:gd name="connsiteX28" fmla="*/ 144253 w 150163"/>
                <a:gd name="connsiteY28" fmla="*/ 54025 h 227669"/>
                <a:gd name="connsiteX29" fmla="*/ 150004 w 150163"/>
                <a:gd name="connsiteY29" fmla="*/ 39342 h 227669"/>
                <a:gd name="connsiteX30" fmla="*/ 146170 w 150163"/>
                <a:gd name="connsiteY30" fmla="*/ 29128 h 227669"/>
                <a:gd name="connsiteX31" fmla="*/ 146170 w 150163"/>
                <a:gd name="connsiteY31" fmla="*/ 29128 h 227669"/>
                <a:gd name="connsiteX32" fmla="*/ 133390 w 150163"/>
                <a:gd name="connsiteY32" fmla="*/ 45088 h 227669"/>
                <a:gd name="connsiteX33" fmla="*/ 125722 w 150163"/>
                <a:gd name="connsiteY33" fmla="*/ 48280 h 227669"/>
                <a:gd name="connsiteX34" fmla="*/ 122527 w 150163"/>
                <a:gd name="connsiteY34" fmla="*/ 52110 h 227669"/>
                <a:gd name="connsiteX35" fmla="*/ 96968 w 150163"/>
                <a:gd name="connsiteY35" fmla="*/ 119142 h 227669"/>
                <a:gd name="connsiteX36" fmla="*/ 98884 w 150163"/>
                <a:gd name="connsiteY36" fmla="*/ 126164 h 227669"/>
                <a:gd name="connsiteX37" fmla="*/ 114859 w 150163"/>
                <a:gd name="connsiteY37" fmla="*/ 138932 h 227669"/>
                <a:gd name="connsiteX38" fmla="*/ 107191 w 150163"/>
                <a:gd name="connsiteY38" fmla="*/ 158084 h 227669"/>
                <a:gd name="connsiteX39" fmla="*/ 15176 w 150163"/>
                <a:gd name="connsiteY39" fmla="*/ 122972 h 227669"/>
                <a:gd name="connsiteX40" fmla="*/ 22844 w 150163"/>
                <a:gd name="connsiteY40" fmla="*/ 103820 h 227669"/>
                <a:gd name="connsiteX41" fmla="*/ 43292 w 150163"/>
                <a:gd name="connsiteY41" fmla="*/ 104459 h 227669"/>
                <a:gd name="connsiteX42" fmla="*/ 49682 w 150163"/>
                <a:gd name="connsiteY42" fmla="*/ 100628 h 227669"/>
                <a:gd name="connsiteX43" fmla="*/ 75242 w 150163"/>
                <a:gd name="connsiteY43" fmla="*/ 33597 h 227669"/>
                <a:gd name="connsiteX44" fmla="*/ 75242 w 150163"/>
                <a:gd name="connsiteY44" fmla="*/ 28490 h 227669"/>
                <a:gd name="connsiteX45" fmla="*/ 71408 w 150163"/>
                <a:gd name="connsiteY45" fmla="*/ 20829 h 227669"/>
                <a:gd name="connsiteX46" fmla="*/ 73964 w 150163"/>
                <a:gd name="connsiteY46" fmla="*/ 14445 h 227669"/>
                <a:gd name="connsiteX47" fmla="*/ 136585 w 150163"/>
                <a:gd name="connsiteY47" fmla="*/ 38066 h 227669"/>
                <a:gd name="connsiteX48" fmla="*/ 133390 w 150163"/>
                <a:gd name="connsiteY48" fmla="*/ 45088 h 227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50163" h="227669">
                  <a:moveTo>
                    <a:pt x="146170" y="29128"/>
                  </a:moveTo>
                  <a:lnTo>
                    <a:pt x="72047" y="400"/>
                  </a:lnTo>
                  <a:cubicBezTo>
                    <a:pt x="68852" y="-877"/>
                    <a:pt x="65018" y="1038"/>
                    <a:pt x="63739" y="4230"/>
                  </a:cubicBezTo>
                  <a:lnTo>
                    <a:pt x="57989" y="18914"/>
                  </a:lnTo>
                  <a:cubicBezTo>
                    <a:pt x="57350" y="20190"/>
                    <a:pt x="57350" y="22106"/>
                    <a:pt x="57989" y="24021"/>
                  </a:cubicBezTo>
                  <a:lnTo>
                    <a:pt x="61823" y="31682"/>
                  </a:lnTo>
                  <a:lnTo>
                    <a:pt x="38819" y="91691"/>
                  </a:lnTo>
                  <a:lnTo>
                    <a:pt x="18371" y="91053"/>
                  </a:lnTo>
                  <a:cubicBezTo>
                    <a:pt x="15815" y="91053"/>
                    <a:pt x="13260" y="92329"/>
                    <a:pt x="11981" y="94883"/>
                  </a:cubicBezTo>
                  <a:lnTo>
                    <a:pt x="480" y="124249"/>
                  </a:lnTo>
                  <a:cubicBezTo>
                    <a:pt x="-160" y="125526"/>
                    <a:pt x="-160" y="127441"/>
                    <a:pt x="480" y="129356"/>
                  </a:cubicBezTo>
                  <a:cubicBezTo>
                    <a:pt x="1119" y="130633"/>
                    <a:pt x="2396" y="131910"/>
                    <a:pt x="4314" y="132548"/>
                  </a:cubicBezTo>
                  <a:lnTo>
                    <a:pt x="50321" y="150423"/>
                  </a:lnTo>
                  <a:lnTo>
                    <a:pt x="24122" y="218732"/>
                  </a:lnTo>
                  <a:cubicBezTo>
                    <a:pt x="22844" y="221924"/>
                    <a:pt x="24761" y="225755"/>
                    <a:pt x="27956" y="227031"/>
                  </a:cubicBezTo>
                  <a:cubicBezTo>
                    <a:pt x="27956" y="227031"/>
                    <a:pt x="27956" y="227031"/>
                    <a:pt x="27956" y="227031"/>
                  </a:cubicBezTo>
                  <a:cubicBezTo>
                    <a:pt x="28595" y="227031"/>
                    <a:pt x="29234" y="227670"/>
                    <a:pt x="30512" y="227670"/>
                  </a:cubicBezTo>
                  <a:cubicBezTo>
                    <a:pt x="33068" y="227670"/>
                    <a:pt x="35624" y="225755"/>
                    <a:pt x="36263" y="223839"/>
                  </a:cubicBezTo>
                  <a:lnTo>
                    <a:pt x="62462" y="155531"/>
                  </a:lnTo>
                  <a:lnTo>
                    <a:pt x="108469" y="173406"/>
                  </a:lnTo>
                  <a:cubicBezTo>
                    <a:pt x="109109" y="173406"/>
                    <a:pt x="109747" y="174044"/>
                    <a:pt x="111025" y="174044"/>
                  </a:cubicBezTo>
                  <a:cubicBezTo>
                    <a:pt x="111664" y="174044"/>
                    <a:pt x="112942" y="174044"/>
                    <a:pt x="113581" y="173406"/>
                  </a:cubicBezTo>
                  <a:cubicBezTo>
                    <a:pt x="114859" y="172767"/>
                    <a:pt x="116137" y="171491"/>
                    <a:pt x="116776" y="169575"/>
                  </a:cubicBezTo>
                  <a:lnTo>
                    <a:pt x="128278" y="140209"/>
                  </a:lnTo>
                  <a:cubicBezTo>
                    <a:pt x="129556" y="137656"/>
                    <a:pt x="128278" y="134464"/>
                    <a:pt x="126361" y="133187"/>
                  </a:cubicBezTo>
                  <a:lnTo>
                    <a:pt x="110386" y="120419"/>
                  </a:lnTo>
                  <a:lnTo>
                    <a:pt x="133390" y="60409"/>
                  </a:lnTo>
                  <a:lnTo>
                    <a:pt x="141058" y="57217"/>
                  </a:lnTo>
                  <a:cubicBezTo>
                    <a:pt x="142336" y="56579"/>
                    <a:pt x="143614" y="55302"/>
                    <a:pt x="144253" y="54025"/>
                  </a:cubicBezTo>
                  <a:lnTo>
                    <a:pt x="150004" y="39342"/>
                  </a:lnTo>
                  <a:cubicBezTo>
                    <a:pt x="150643" y="34235"/>
                    <a:pt x="149365" y="30405"/>
                    <a:pt x="146170" y="29128"/>
                  </a:cubicBezTo>
                  <a:cubicBezTo>
                    <a:pt x="146170" y="29128"/>
                    <a:pt x="146170" y="29128"/>
                    <a:pt x="146170" y="29128"/>
                  </a:cubicBezTo>
                  <a:close/>
                  <a:moveTo>
                    <a:pt x="133390" y="45088"/>
                  </a:moveTo>
                  <a:lnTo>
                    <a:pt x="125722" y="48280"/>
                  </a:lnTo>
                  <a:cubicBezTo>
                    <a:pt x="124444" y="48918"/>
                    <a:pt x="123166" y="50195"/>
                    <a:pt x="122527" y="52110"/>
                  </a:cubicBezTo>
                  <a:lnTo>
                    <a:pt x="96968" y="119142"/>
                  </a:lnTo>
                  <a:cubicBezTo>
                    <a:pt x="95689" y="121696"/>
                    <a:pt x="96968" y="124888"/>
                    <a:pt x="98884" y="126164"/>
                  </a:cubicBezTo>
                  <a:lnTo>
                    <a:pt x="114859" y="138932"/>
                  </a:lnTo>
                  <a:lnTo>
                    <a:pt x="107191" y="158084"/>
                  </a:lnTo>
                  <a:lnTo>
                    <a:pt x="15176" y="122972"/>
                  </a:lnTo>
                  <a:lnTo>
                    <a:pt x="22844" y="103820"/>
                  </a:lnTo>
                  <a:lnTo>
                    <a:pt x="43292" y="104459"/>
                  </a:lnTo>
                  <a:cubicBezTo>
                    <a:pt x="45848" y="104459"/>
                    <a:pt x="48404" y="103182"/>
                    <a:pt x="49682" y="100628"/>
                  </a:cubicBezTo>
                  <a:lnTo>
                    <a:pt x="75242" y="33597"/>
                  </a:lnTo>
                  <a:cubicBezTo>
                    <a:pt x="75881" y="32320"/>
                    <a:pt x="75881" y="30405"/>
                    <a:pt x="75242" y="28490"/>
                  </a:cubicBezTo>
                  <a:lnTo>
                    <a:pt x="71408" y="20829"/>
                  </a:lnTo>
                  <a:lnTo>
                    <a:pt x="73964" y="14445"/>
                  </a:lnTo>
                  <a:lnTo>
                    <a:pt x="136585" y="38066"/>
                  </a:lnTo>
                  <a:lnTo>
                    <a:pt x="133390" y="45088"/>
                  </a:lnTo>
                  <a:close/>
                </a:path>
              </a:pathLst>
            </a:custGeom>
            <a:grpFill/>
            <a:ln w="6390" cap="flat">
              <a:noFill/>
              <a:prstDash val="solid"/>
              <a:miter/>
            </a:ln>
          </p:spPr>
          <p:txBody>
            <a:bodyPr rtlCol="0" anchor="ctr"/>
            <a:lstStyle/>
            <a:p>
              <a:endParaRPr lang="en-US"/>
            </a:p>
          </p:txBody>
        </p:sp>
      </p:grpSp>
      <p:grpSp>
        <p:nvGrpSpPr>
          <p:cNvPr id="64" name="Graphic 4">
            <a:extLst>
              <a:ext uri="{FF2B5EF4-FFF2-40B4-BE49-F238E27FC236}">
                <a16:creationId xmlns:a16="http://schemas.microsoft.com/office/drawing/2014/main" id="{DFEF9E61-2361-45D3-91C5-295308835B68}"/>
              </a:ext>
            </a:extLst>
          </p:cNvPr>
          <p:cNvGrpSpPr/>
          <p:nvPr/>
        </p:nvGrpSpPr>
        <p:grpSpPr>
          <a:xfrm>
            <a:off x="704600" y="1858851"/>
            <a:ext cx="548640" cy="548640"/>
            <a:chOff x="8840477" y="1885990"/>
            <a:chExt cx="362312" cy="361971"/>
          </a:xfrm>
          <a:solidFill>
            <a:schemeClr val="bg1"/>
          </a:solidFill>
        </p:grpSpPr>
        <p:sp>
          <p:nvSpPr>
            <p:cNvPr id="65" name="Graphic 4">
              <a:extLst>
                <a:ext uri="{FF2B5EF4-FFF2-40B4-BE49-F238E27FC236}">
                  <a16:creationId xmlns:a16="http://schemas.microsoft.com/office/drawing/2014/main" id="{46B8986F-A5F2-46D6-AD9C-C02ED3DED298}"/>
                </a:ext>
              </a:extLst>
            </p:cNvPr>
            <p:cNvSpPr/>
            <p:nvPr/>
          </p:nvSpPr>
          <p:spPr>
            <a:xfrm>
              <a:off x="8840477" y="1885990"/>
              <a:ext cx="362312" cy="361971"/>
            </a:xfrm>
            <a:custGeom>
              <a:avLst/>
              <a:gdLst>
                <a:gd name="connsiteX0" fmla="*/ 181474 w 362312"/>
                <a:gd name="connsiteY0" fmla="*/ 0 h 361971"/>
                <a:gd name="connsiteX1" fmla="*/ 0 w 362312"/>
                <a:gd name="connsiteY1" fmla="*/ 180667 h 361971"/>
                <a:gd name="connsiteX2" fmla="*/ 180836 w 362312"/>
                <a:gd name="connsiteY2" fmla="*/ 361972 h 361971"/>
                <a:gd name="connsiteX3" fmla="*/ 362309 w 362312"/>
                <a:gd name="connsiteY3" fmla="*/ 181305 h 361971"/>
                <a:gd name="connsiteX4" fmla="*/ 362309 w 362312"/>
                <a:gd name="connsiteY4" fmla="*/ 181305 h 361971"/>
                <a:gd name="connsiteX5" fmla="*/ 181474 w 362312"/>
                <a:gd name="connsiteY5" fmla="*/ 0 h 361971"/>
                <a:gd name="connsiteX6" fmla="*/ 181474 w 362312"/>
                <a:gd name="connsiteY6" fmla="*/ 348565 h 361971"/>
                <a:gd name="connsiteX7" fmla="*/ 12780 w 362312"/>
                <a:gd name="connsiteY7" fmla="*/ 180667 h 361971"/>
                <a:gd name="connsiteX8" fmla="*/ 180836 w 362312"/>
                <a:gd name="connsiteY8" fmla="*/ 12130 h 361971"/>
                <a:gd name="connsiteX9" fmla="*/ 349529 w 362312"/>
                <a:gd name="connsiteY9" fmla="*/ 180028 h 361971"/>
                <a:gd name="connsiteX10" fmla="*/ 349529 w 362312"/>
                <a:gd name="connsiteY10" fmla="*/ 180028 h 361971"/>
                <a:gd name="connsiteX11" fmla="*/ 181474 w 362312"/>
                <a:gd name="connsiteY11"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2312" h="361971">
                  <a:moveTo>
                    <a:pt x="181474" y="0"/>
                  </a:moveTo>
                  <a:cubicBezTo>
                    <a:pt x="81152" y="0"/>
                    <a:pt x="0" y="81077"/>
                    <a:pt x="0" y="180667"/>
                  </a:cubicBezTo>
                  <a:cubicBezTo>
                    <a:pt x="0" y="280895"/>
                    <a:pt x="81152" y="361972"/>
                    <a:pt x="180836" y="361972"/>
                  </a:cubicBezTo>
                  <a:cubicBezTo>
                    <a:pt x="281157" y="361972"/>
                    <a:pt x="362309" y="280895"/>
                    <a:pt x="362309" y="181305"/>
                  </a:cubicBezTo>
                  <a:cubicBezTo>
                    <a:pt x="362309" y="181305"/>
                    <a:pt x="362309" y="181305"/>
                    <a:pt x="362309" y="181305"/>
                  </a:cubicBezTo>
                  <a:cubicBezTo>
                    <a:pt x="362949" y="80438"/>
                    <a:pt x="281796" y="0"/>
                    <a:pt x="181474" y="0"/>
                  </a:cubicBezTo>
                  <a:close/>
                  <a:moveTo>
                    <a:pt x="181474" y="348565"/>
                  </a:moveTo>
                  <a:cubicBezTo>
                    <a:pt x="88181" y="348565"/>
                    <a:pt x="12780" y="273235"/>
                    <a:pt x="12780" y="180667"/>
                  </a:cubicBezTo>
                  <a:cubicBezTo>
                    <a:pt x="12780" y="87461"/>
                    <a:pt x="88181" y="12130"/>
                    <a:pt x="180836" y="12130"/>
                  </a:cubicBezTo>
                  <a:cubicBezTo>
                    <a:pt x="274128" y="12130"/>
                    <a:pt x="349529" y="87461"/>
                    <a:pt x="349529" y="180028"/>
                  </a:cubicBezTo>
                  <a:cubicBezTo>
                    <a:pt x="349529" y="180028"/>
                    <a:pt x="349529" y="180028"/>
                    <a:pt x="349529" y="180028"/>
                  </a:cubicBezTo>
                  <a:cubicBezTo>
                    <a:pt x="350169" y="273235"/>
                    <a:pt x="274767" y="348565"/>
                    <a:pt x="181474" y="348565"/>
                  </a:cubicBezTo>
                  <a:close/>
                </a:path>
              </a:pathLst>
            </a:custGeom>
            <a:grpFill/>
            <a:ln w="6390" cap="flat">
              <a:noFill/>
              <a:prstDash val="solid"/>
              <a:miter/>
            </a:ln>
          </p:spPr>
          <p:txBody>
            <a:bodyPr rtlCol="0" anchor="ctr"/>
            <a:lstStyle/>
            <a:p>
              <a:endParaRPr lang="en-US"/>
            </a:p>
          </p:txBody>
        </p:sp>
        <p:sp>
          <p:nvSpPr>
            <p:cNvPr id="66" name="Graphic 4">
              <a:extLst>
                <a:ext uri="{FF2B5EF4-FFF2-40B4-BE49-F238E27FC236}">
                  <a16:creationId xmlns:a16="http://schemas.microsoft.com/office/drawing/2014/main" id="{4CA2125D-560F-4794-A6CF-425002C54EC8}"/>
                </a:ext>
              </a:extLst>
            </p:cNvPr>
            <p:cNvSpPr/>
            <p:nvPr/>
          </p:nvSpPr>
          <p:spPr>
            <a:xfrm>
              <a:off x="8947349" y="1952622"/>
              <a:ext cx="150163" cy="227669"/>
            </a:xfrm>
            <a:custGeom>
              <a:avLst/>
              <a:gdLst>
                <a:gd name="connsiteX0" fmla="*/ 146170 w 150163"/>
                <a:gd name="connsiteY0" fmla="*/ 29128 h 227669"/>
                <a:gd name="connsiteX1" fmla="*/ 72047 w 150163"/>
                <a:gd name="connsiteY1" fmla="*/ 400 h 227669"/>
                <a:gd name="connsiteX2" fmla="*/ 63739 w 150163"/>
                <a:gd name="connsiteY2" fmla="*/ 4230 h 227669"/>
                <a:gd name="connsiteX3" fmla="*/ 57989 w 150163"/>
                <a:gd name="connsiteY3" fmla="*/ 18914 h 227669"/>
                <a:gd name="connsiteX4" fmla="*/ 57989 w 150163"/>
                <a:gd name="connsiteY4" fmla="*/ 24021 h 227669"/>
                <a:gd name="connsiteX5" fmla="*/ 61823 w 150163"/>
                <a:gd name="connsiteY5" fmla="*/ 31682 h 227669"/>
                <a:gd name="connsiteX6" fmla="*/ 38819 w 150163"/>
                <a:gd name="connsiteY6" fmla="*/ 91691 h 227669"/>
                <a:gd name="connsiteX7" fmla="*/ 18371 w 150163"/>
                <a:gd name="connsiteY7" fmla="*/ 91053 h 227669"/>
                <a:gd name="connsiteX8" fmla="*/ 11981 w 150163"/>
                <a:gd name="connsiteY8" fmla="*/ 94883 h 227669"/>
                <a:gd name="connsiteX9" fmla="*/ 480 w 150163"/>
                <a:gd name="connsiteY9" fmla="*/ 124249 h 227669"/>
                <a:gd name="connsiteX10" fmla="*/ 480 w 150163"/>
                <a:gd name="connsiteY10" fmla="*/ 129356 h 227669"/>
                <a:gd name="connsiteX11" fmla="*/ 4314 w 150163"/>
                <a:gd name="connsiteY11" fmla="*/ 132548 h 227669"/>
                <a:gd name="connsiteX12" fmla="*/ 50321 w 150163"/>
                <a:gd name="connsiteY12" fmla="*/ 150423 h 227669"/>
                <a:gd name="connsiteX13" fmla="*/ 24122 w 150163"/>
                <a:gd name="connsiteY13" fmla="*/ 218732 h 227669"/>
                <a:gd name="connsiteX14" fmla="*/ 27956 w 150163"/>
                <a:gd name="connsiteY14" fmla="*/ 227031 h 227669"/>
                <a:gd name="connsiteX15" fmla="*/ 27956 w 150163"/>
                <a:gd name="connsiteY15" fmla="*/ 227031 h 227669"/>
                <a:gd name="connsiteX16" fmla="*/ 30512 w 150163"/>
                <a:gd name="connsiteY16" fmla="*/ 227670 h 227669"/>
                <a:gd name="connsiteX17" fmla="*/ 36263 w 150163"/>
                <a:gd name="connsiteY17" fmla="*/ 223839 h 227669"/>
                <a:gd name="connsiteX18" fmla="*/ 62462 w 150163"/>
                <a:gd name="connsiteY18" fmla="*/ 155531 h 227669"/>
                <a:gd name="connsiteX19" fmla="*/ 108469 w 150163"/>
                <a:gd name="connsiteY19" fmla="*/ 173406 h 227669"/>
                <a:gd name="connsiteX20" fmla="*/ 111025 w 150163"/>
                <a:gd name="connsiteY20" fmla="*/ 174044 h 227669"/>
                <a:gd name="connsiteX21" fmla="*/ 113581 w 150163"/>
                <a:gd name="connsiteY21" fmla="*/ 173406 h 227669"/>
                <a:gd name="connsiteX22" fmla="*/ 116776 w 150163"/>
                <a:gd name="connsiteY22" fmla="*/ 169575 h 227669"/>
                <a:gd name="connsiteX23" fmla="*/ 128278 w 150163"/>
                <a:gd name="connsiteY23" fmla="*/ 140209 h 227669"/>
                <a:gd name="connsiteX24" fmla="*/ 126361 w 150163"/>
                <a:gd name="connsiteY24" fmla="*/ 133187 h 227669"/>
                <a:gd name="connsiteX25" fmla="*/ 110386 w 150163"/>
                <a:gd name="connsiteY25" fmla="*/ 120419 h 227669"/>
                <a:gd name="connsiteX26" fmla="*/ 133390 w 150163"/>
                <a:gd name="connsiteY26" fmla="*/ 60409 h 227669"/>
                <a:gd name="connsiteX27" fmla="*/ 141058 w 150163"/>
                <a:gd name="connsiteY27" fmla="*/ 57217 h 227669"/>
                <a:gd name="connsiteX28" fmla="*/ 144253 w 150163"/>
                <a:gd name="connsiteY28" fmla="*/ 54025 h 227669"/>
                <a:gd name="connsiteX29" fmla="*/ 150004 w 150163"/>
                <a:gd name="connsiteY29" fmla="*/ 39342 h 227669"/>
                <a:gd name="connsiteX30" fmla="*/ 146170 w 150163"/>
                <a:gd name="connsiteY30" fmla="*/ 29128 h 227669"/>
                <a:gd name="connsiteX31" fmla="*/ 146170 w 150163"/>
                <a:gd name="connsiteY31" fmla="*/ 29128 h 227669"/>
                <a:gd name="connsiteX32" fmla="*/ 133390 w 150163"/>
                <a:gd name="connsiteY32" fmla="*/ 45088 h 227669"/>
                <a:gd name="connsiteX33" fmla="*/ 125722 w 150163"/>
                <a:gd name="connsiteY33" fmla="*/ 48280 h 227669"/>
                <a:gd name="connsiteX34" fmla="*/ 122527 w 150163"/>
                <a:gd name="connsiteY34" fmla="*/ 52110 h 227669"/>
                <a:gd name="connsiteX35" fmla="*/ 96968 w 150163"/>
                <a:gd name="connsiteY35" fmla="*/ 119142 h 227669"/>
                <a:gd name="connsiteX36" fmla="*/ 98884 w 150163"/>
                <a:gd name="connsiteY36" fmla="*/ 126164 h 227669"/>
                <a:gd name="connsiteX37" fmla="*/ 114859 w 150163"/>
                <a:gd name="connsiteY37" fmla="*/ 138932 h 227669"/>
                <a:gd name="connsiteX38" fmla="*/ 107191 w 150163"/>
                <a:gd name="connsiteY38" fmla="*/ 158084 h 227669"/>
                <a:gd name="connsiteX39" fmla="*/ 15176 w 150163"/>
                <a:gd name="connsiteY39" fmla="*/ 122972 h 227669"/>
                <a:gd name="connsiteX40" fmla="*/ 22844 w 150163"/>
                <a:gd name="connsiteY40" fmla="*/ 103820 h 227669"/>
                <a:gd name="connsiteX41" fmla="*/ 43292 w 150163"/>
                <a:gd name="connsiteY41" fmla="*/ 104459 h 227669"/>
                <a:gd name="connsiteX42" fmla="*/ 49682 w 150163"/>
                <a:gd name="connsiteY42" fmla="*/ 100628 h 227669"/>
                <a:gd name="connsiteX43" fmla="*/ 75242 w 150163"/>
                <a:gd name="connsiteY43" fmla="*/ 33597 h 227669"/>
                <a:gd name="connsiteX44" fmla="*/ 75242 w 150163"/>
                <a:gd name="connsiteY44" fmla="*/ 28490 h 227669"/>
                <a:gd name="connsiteX45" fmla="*/ 71408 w 150163"/>
                <a:gd name="connsiteY45" fmla="*/ 20829 h 227669"/>
                <a:gd name="connsiteX46" fmla="*/ 73964 w 150163"/>
                <a:gd name="connsiteY46" fmla="*/ 14445 h 227669"/>
                <a:gd name="connsiteX47" fmla="*/ 136585 w 150163"/>
                <a:gd name="connsiteY47" fmla="*/ 38066 h 227669"/>
                <a:gd name="connsiteX48" fmla="*/ 133390 w 150163"/>
                <a:gd name="connsiteY48" fmla="*/ 45088 h 227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50163" h="227669">
                  <a:moveTo>
                    <a:pt x="146170" y="29128"/>
                  </a:moveTo>
                  <a:lnTo>
                    <a:pt x="72047" y="400"/>
                  </a:lnTo>
                  <a:cubicBezTo>
                    <a:pt x="68852" y="-877"/>
                    <a:pt x="65018" y="1038"/>
                    <a:pt x="63739" y="4230"/>
                  </a:cubicBezTo>
                  <a:lnTo>
                    <a:pt x="57989" y="18914"/>
                  </a:lnTo>
                  <a:cubicBezTo>
                    <a:pt x="57350" y="20190"/>
                    <a:pt x="57350" y="22106"/>
                    <a:pt x="57989" y="24021"/>
                  </a:cubicBezTo>
                  <a:lnTo>
                    <a:pt x="61823" y="31682"/>
                  </a:lnTo>
                  <a:lnTo>
                    <a:pt x="38819" y="91691"/>
                  </a:lnTo>
                  <a:lnTo>
                    <a:pt x="18371" y="91053"/>
                  </a:lnTo>
                  <a:cubicBezTo>
                    <a:pt x="15815" y="91053"/>
                    <a:pt x="13260" y="92329"/>
                    <a:pt x="11981" y="94883"/>
                  </a:cubicBezTo>
                  <a:lnTo>
                    <a:pt x="480" y="124249"/>
                  </a:lnTo>
                  <a:cubicBezTo>
                    <a:pt x="-160" y="125526"/>
                    <a:pt x="-160" y="127441"/>
                    <a:pt x="480" y="129356"/>
                  </a:cubicBezTo>
                  <a:cubicBezTo>
                    <a:pt x="1119" y="130633"/>
                    <a:pt x="2396" y="131910"/>
                    <a:pt x="4314" y="132548"/>
                  </a:cubicBezTo>
                  <a:lnTo>
                    <a:pt x="50321" y="150423"/>
                  </a:lnTo>
                  <a:lnTo>
                    <a:pt x="24122" y="218732"/>
                  </a:lnTo>
                  <a:cubicBezTo>
                    <a:pt x="22844" y="221924"/>
                    <a:pt x="24761" y="225755"/>
                    <a:pt x="27956" y="227031"/>
                  </a:cubicBezTo>
                  <a:cubicBezTo>
                    <a:pt x="27956" y="227031"/>
                    <a:pt x="27956" y="227031"/>
                    <a:pt x="27956" y="227031"/>
                  </a:cubicBezTo>
                  <a:cubicBezTo>
                    <a:pt x="28595" y="227031"/>
                    <a:pt x="29234" y="227670"/>
                    <a:pt x="30512" y="227670"/>
                  </a:cubicBezTo>
                  <a:cubicBezTo>
                    <a:pt x="33068" y="227670"/>
                    <a:pt x="35624" y="225755"/>
                    <a:pt x="36263" y="223839"/>
                  </a:cubicBezTo>
                  <a:lnTo>
                    <a:pt x="62462" y="155531"/>
                  </a:lnTo>
                  <a:lnTo>
                    <a:pt x="108469" y="173406"/>
                  </a:lnTo>
                  <a:cubicBezTo>
                    <a:pt x="109109" y="173406"/>
                    <a:pt x="109747" y="174044"/>
                    <a:pt x="111025" y="174044"/>
                  </a:cubicBezTo>
                  <a:cubicBezTo>
                    <a:pt x="111664" y="174044"/>
                    <a:pt x="112942" y="174044"/>
                    <a:pt x="113581" y="173406"/>
                  </a:cubicBezTo>
                  <a:cubicBezTo>
                    <a:pt x="114859" y="172767"/>
                    <a:pt x="116137" y="171491"/>
                    <a:pt x="116776" y="169575"/>
                  </a:cubicBezTo>
                  <a:lnTo>
                    <a:pt x="128278" y="140209"/>
                  </a:lnTo>
                  <a:cubicBezTo>
                    <a:pt x="129556" y="137656"/>
                    <a:pt x="128278" y="134464"/>
                    <a:pt x="126361" y="133187"/>
                  </a:cubicBezTo>
                  <a:lnTo>
                    <a:pt x="110386" y="120419"/>
                  </a:lnTo>
                  <a:lnTo>
                    <a:pt x="133390" y="60409"/>
                  </a:lnTo>
                  <a:lnTo>
                    <a:pt x="141058" y="57217"/>
                  </a:lnTo>
                  <a:cubicBezTo>
                    <a:pt x="142336" y="56579"/>
                    <a:pt x="143614" y="55302"/>
                    <a:pt x="144253" y="54025"/>
                  </a:cubicBezTo>
                  <a:lnTo>
                    <a:pt x="150004" y="39342"/>
                  </a:lnTo>
                  <a:cubicBezTo>
                    <a:pt x="150643" y="34235"/>
                    <a:pt x="149365" y="30405"/>
                    <a:pt x="146170" y="29128"/>
                  </a:cubicBezTo>
                  <a:cubicBezTo>
                    <a:pt x="146170" y="29128"/>
                    <a:pt x="146170" y="29128"/>
                    <a:pt x="146170" y="29128"/>
                  </a:cubicBezTo>
                  <a:close/>
                  <a:moveTo>
                    <a:pt x="133390" y="45088"/>
                  </a:moveTo>
                  <a:lnTo>
                    <a:pt x="125722" y="48280"/>
                  </a:lnTo>
                  <a:cubicBezTo>
                    <a:pt x="124444" y="48918"/>
                    <a:pt x="123166" y="50195"/>
                    <a:pt x="122527" y="52110"/>
                  </a:cubicBezTo>
                  <a:lnTo>
                    <a:pt x="96968" y="119142"/>
                  </a:lnTo>
                  <a:cubicBezTo>
                    <a:pt x="95689" y="121696"/>
                    <a:pt x="96968" y="124888"/>
                    <a:pt x="98884" y="126164"/>
                  </a:cubicBezTo>
                  <a:lnTo>
                    <a:pt x="114859" y="138932"/>
                  </a:lnTo>
                  <a:lnTo>
                    <a:pt x="107191" y="158084"/>
                  </a:lnTo>
                  <a:lnTo>
                    <a:pt x="15176" y="122972"/>
                  </a:lnTo>
                  <a:lnTo>
                    <a:pt x="22844" y="103820"/>
                  </a:lnTo>
                  <a:lnTo>
                    <a:pt x="43292" y="104459"/>
                  </a:lnTo>
                  <a:cubicBezTo>
                    <a:pt x="45848" y="104459"/>
                    <a:pt x="48404" y="103182"/>
                    <a:pt x="49682" y="100628"/>
                  </a:cubicBezTo>
                  <a:lnTo>
                    <a:pt x="75242" y="33597"/>
                  </a:lnTo>
                  <a:cubicBezTo>
                    <a:pt x="75881" y="32320"/>
                    <a:pt x="75881" y="30405"/>
                    <a:pt x="75242" y="28490"/>
                  </a:cubicBezTo>
                  <a:lnTo>
                    <a:pt x="71408" y="20829"/>
                  </a:lnTo>
                  <a:lnTo>
                    <a:pt x="73964" y="14445"/>
                  </a:lnTo>
                  <a:lnTo>
                    <a:pt x="136585" y="38066"/>
                  </a:lnTo>
                  <a:lnTo>
                    <a:pt x="133390" y="45088"/>
                  </a:lnTo>
                  <a:close/>
                </a:path>
              </a:pathLst>
            </a:custGeom>
            <a:grpFill/>
            <a:ln w="6390" cap="flat">
              <a:noFill/>
              <a:prstDash val="solid"/>
              <a:miter/>
            </a:ln>
          </p:spPr>
          <p:txBody>
            <a:bodyPr rtlCol="0" anchor="ctr"/>
            <a:lstStyle/>
            <a:p>
              <a:endParaRPr lang="en-US"/>
            </a:p>
          </p:txBody>
        </p:sp>
      </p:grpSp>
      <p:sp>
        <p:nvSpPr>
          <p:cNvPr id="70" name="TextBox 69">
            <a:extLst>
              <a:ext uri="{FF2B5EF4-FFF2-40B4-BE49-F238E27FC236}">
                <a16:creationId xmlns:a16="http://schemas.microsoft.com/office/drawing/2014/main" id="{8FB7CE29-84A0-4001-909A-842D40AFC209}"/>
              </a:ext>
            </a:extLst>
          </p:cNvPr>
          <p:cNvSpPr txBox="1"/>
          <p:nvPr/>
        </p:nvSpPr>
        <p:spPr>
          <a:xfrm>
            <a:off x="584118" y="6266563"/>
            <a:ext cx="10825562" cy="276999"/>
          </a:xfrm>
          <a:prstGeom prst="rect">
            <a:avLst/>
          </a:prstGeom>
          <a:noFill/>
        </p:spPr>
        <p:txBody>
          <a:bodyPr wrap="square">
            <a:spAutoFit/>
          </a:bodyPr>
          <a:lstStyle/>
          <a:p>
            <a:pPr marL="0" lvl="1">
              <a:spcBef>
                <a:spcPts val="600"/>
              </a:spcBef>
              <a:spcAft>
                <a:spcPts val="300"/>
              </a:spcAft>
              <a:buSzPct val="100000"/>
            </a:pPr>
            <a:r>
              <a:rPr lang="en-US" sz="1200" b="1" dirty="0"/>
              <a:t>Note - Detailed Scope of Work to be followed as per the tender document throughout the course of assignment </a:t>
            </a:r>
          </a:p>
        </p:txBody>
      </p:sp>
    </p:spTree>
    <p:extLst>
      <p:ext uri="{BB962C8B-B14F-4D97-AF65-F5344CB8AC3E}">
        <p14:creationId xmlns:p14="http://schemas.microsoft.com/office/powerpoint/2010/main" val="2300748945"/>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48791B7-418C-4E16-B45E-00927741301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4" name="Object 3" hidden="1">
                        <a:extLst>
                          <a:ext uri="{FF2B5EF4-FFF2-40B4-BE49-F238E27FC236}">
                            <a16:creationId xmlns:a16="http://schemas.microsoft.com/office/drawing/2014/main" id="{348791B7-418C-4E16-B45E-00927741301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
          <p:cNvSpPr>
            <a:spLocks noGrp="1"/>
          </p:cNvSpPr>
          <p:nvPr>
            <p:ph type="body" sz="quarter" idx="13"/>
          </p:nvPr>
        </p:nvSpPr>
        <p:spPr>
          <a:xfrm>
            <a:off x="516407" y="662539"/>
            <a:ext cx="11188700" cy="757255"/>
          </a:xfrm>
        </p:spPr>
        <p:txBody>
          <a:bodyPr/>
          <a:lstStyle/>
          <a:p>
            <a:pPr algn="just"/>
            <a:r>
              <a:rPr lang="en-US" dirty="0"/>
              <a:t>Conduct As-Is assessment and design to-be processes for each functional area for inclusion in requirements</a:t>
            </a:r>
          </a:p>
        </p:txBody>
      </p:sp>
      <p:sp>
        <p:nvSpPr>
          <p:cNvPr id="6" name="Title 5"/>
          <p:cNvSpPr>
            <a:spLocks noGrp="1"/>
          </p:cNvSpPr>
          <p:nvPr>
            <p:ph type="title"/>
          </p:nvPr>
        </p:nvSpPr>
        <p:spPr>
          <a:xfrm>
            <a:off x="501650" y="314438"/>
            <a:ext cx="11188700" cy="334099"/>
          </a:xfrm>
        </p:spPr>
        <p:txBody>
          <a:bodyPr vert="horz"/>
          <a:lstStyle/>
          <a:p>
            <a:r>
              <a:rPr lang="en-US" dirty="0"/>
              <a:t>Summary of Scope of Work (2/2)</a:t>
            </a:r>
            <a:endParaRPr lang="en-GB" dirty="0"/>
          </a:p>
        </p:txBody>
      </p:sp>
      <p:sp>
        <p:nvSpPr>
          <p:cNvPr id="41" name="Rectangle 4">
            <a:extLst>
              <a:ext uri="{FF2B5EF4-FFF2-40B4-BE49-F238E27FC236}">
                <a16:creationId xmlns:a16="http://schemas.microsoft.com/office/drawing/2014/main" id="{F517D00A-D78F-469C-B67E-D5722BAD53A6}"/>
              </a:ext>
            </a:extLst>
          </p:cNvPr>
          <p:cNvSpPr>
            <a:spLocks noChangeArrowheads="1"/>
          </p:cNvSpPr>
          <p:nvPr/>
        </p:nvSpPr>
        <p:spPr bwMode="auto">
          <a:xfrm>
            <a:off x="-337565" y="868268"/>
            <a:ext cx="184731"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accent1"/>
                </a:solidFill>
                <a:miter lim="800000"/>
                <a:headEnd/>
                <a:tailEnd type="none" w="lg"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91440" bIns="91440" anchor="ctr">
            <a:spAutoFit/>
          </a:bodyPr>
          <a:lstStyle>
            <a:lvl1pPr>
              <a:spcBef>
                <a:spcPct val="50000"/>
              </a:spcBef>
              <a:defRPr sz="1600">
                <a:solidFill>
                  <a:schemeClr val="tx1"/>
                </a:solidFill>
                <a:latin typeface="Futura Bk" pitchFamily="34" charset="0"/>
              </a:defRPr>
            </a:lvl1pPr>
            <a:lvl2pPr marL="742950" indent="-285750">
              <a:spcBef>
                <a:spcPct val="50000"/>
              </a:spcBef>
              <a:defRPr sz="1600">
                <a:solidFill>
                  <a:schemeClr val="tx1"/>
                </a:solidFill>
                <a:latin typeface="Futura Bk" pitchFamily="34" charset="0"/>
              </a:defRPr>
            </a:lvl2pPr>
            <a:lvl3pPr marL="1143000" indent="-228600">
              <a:spcBef>
                <a:spcPct val="50000"/>
              </a:spcBef>
              <a:defRPr sz="1600">
                <a:solidFill>
                  <a:schemeClr val="tx1"/>
                </a:solidFill>
                <a:latin typeface="Futura Bk" pitchFamily="34" charset="0"/>
              </a:defRPr>
            </a:lvl3pPr>
            <a:lvl4pPr marL="1600200" indent="-228600">
              <a:spcBef>
                <a:spcPct val="50000"/>
              </a:spcBef>
              <a:defRPr sz="1600">
                <a:solidFill>
                  <a:schemeClr val="tx1"/>
                </a:solidFill>
                <a:latin typeface="Futura Bk" pitchFamily="34" charset="0"/>
              </a:defRPr>
            </a:lvl4pPr>
            <a:lvl5pPr marL="2057400" indent="-228600">
              <a:spcBef>
                <a:spcPct val="50000"/>
              </a:spcBef>
              <a:defRPr sz="1600">
                <a:solidFill>
                  <a:schemeClr val="tx1"/>
                </a:solidFill>
                <a:latin typeface="Futura Bk" pitchFamily="34" charset="0"/>
              </a:defRPr>
            </a:lvl5pPr>
            <a:lvl6pPr marL="2514600" indent="-228600" eaLnBrk="0" fontAlgn="base" hangingPunct="0">
              <a:spcBef>
                <a:spcPct val="50000"/>
              </a:spcBef>
              <a:spcAft>
                <a:spcPct val="0"/>
              </a:spcAft>
              <a:defRPr sz="1600">
                <a:solidFill>
                  <a:schemeClr val="tx1"/>
                </a:solidFill>
                <a:latin typeface="Futura Bk" pitchFamily="34" charset="0"/>
              </a:defRPr>
            </a:lvl6pPr>
            <a:lvl7pPr marL="2971800" indent="-228600" eaLnBrk="0" fontAlgn="base" hangingPunct="0">
              <a:spcBef>
                <a:spcPct val="50000"/>
              </a:spcBef>
              <a:spcAft>
                <a:spcPct val="0"/>
              </a:spcAft>
              <a:defRPr sz="1600">
                <a:solidFill>
                  <a:schemeClr val="tx1"/>
                </a:solidFill>
                <a:latin typeface="Futura Bk" pitchFamily="34" charset="0"/>
              </a:defRPr>
            </a:lvl7pPr>
            <a:lvl8pPr marL="3429000" indent="-228600" eaLnBrk="0" fontAlgn="base" hangingPunct="0">
              <a:spcBef>
                <a:spcPct val="50000"/>
              </a:spcBef>
              <a:spcAft>
                <a:spcPct val="0"/>
              </a:spcAft>
              <a:defRPr sz="1600">
                <a:solidFill>
                  <a:schemeClr val="tx1"/>
                </a:solidFill>
                <a:latin typeface="Futura Bk" pitchFamily="34" charset="0"/>
              </a:defRPr>
            </a:lvl8pPr>
            <a:lvl9pPr marL="3886200" indent="-228600" eaLnBrk="0" fontAlgn="base" hangingPunct="0">
              <a:spcBef>
                <a:spcPct val="50000"/>
              </a:spcBef>
              <a:spcAft>
                <a:spcPct val="0"/>
              </a:spcAft>
              <a:defRPr sz="1600">
                <a:solidFill>
                  <a:schemeClr val="tx1"/>
                </a:solidFill>
                <a:latin typeface="Futura Bk" pitchFamily="34" charset="0"/>
              </a:defRPr>
            </a:lvl9pPr>
          </a:lstStyle>
          <a:p>
            <a:pPr marL="0" marR="0" lvl="0" indent="0" algn="l" defTabSz="914400" rtl="0" eaLnBrk="1" fontAlgn="auto" latinLnBrk="0" hangingPunct="1">
              <a:spcBef>
                <a:spcPts val="0"/>
              </a:spcBef>
              <a:spcAft>
                <a:spcPts val="0"/>
              </a:spcAft>
              <a:buClrTx/>
              <a:buSzTx/>
              <a:buFontTx/>
              <a:buNone/>
              <a:tabLst/>
              <a:defRPr/>
            </a:pPr>
            <a:endParaRPr kumimoji="0" lang="en-US" altLang="en-US" sz="1300" b="0" i="0" u="none" strike="noStrike" kern="1200" cap="none" spc="0" normalizeH="0" baseline="0" noProof="0">
              <a:ln>
                <a:noFill/>
              </a:ln>
              <a:solidFill>
                <a:prstClr val="black"/>
              </a:solidFill>
              <a:effectLst/>
              <a:uLnTx/>
              <a:uFillTx/>
              <a:latin typeface="Futura Bk" pitchFamily="34" charset="0"/>
              <a:ea typeface="华文细黑"/>
              <a:cs typeface="+mn-cs"/>
            </a:endParaRPr>
          </a:p>
        </p:txBody>
      </p:sp>
      <p:sp>
        <p:nvSpPr>
          <p:cNvPr id="42" name="Rectangle 5">
            <a:extLst>
              <a:ext uri="{FF2B5EF4-FFF2-40B4-BE49-F238E27FC236}">
                <a16:creationId xmlns:a16="http://schemas.microsoft.com/office/drawing/2014/main" id="{422E3C54-809F-4584-8B6F-9CCE80D40880}"/>
              </a:ext>
            </a:extLst>
          </p:cNvPr>
          <p:cNvSpPr>
            <a:spLocks noChangeArrowheads="1"/>
          </p:cNvSpPr>
          <p:nvPr/>
        </p:nvSpPr>
        <p:spPr bwMode="auto">
          <a:xfrm>
            <a:off x="-337565" y="873405"/>
            <a:ext cx="184731"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accent1"/>
                </a:solidFill>
                <a:miter lim="800000"/>
                <a:headEnd/>
                <a:tailEnd type="none" w="lg"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91440" bIns="91440" anchor="ctr">
            <a:spAutoFit/>
          </a:bodyPr>
          <a:lstStyle>
            <a:lvl1pPr>
              <a:spcBef>
                <a:spcPct val="50000"/>
              </a:spcBef>
              <a:defRPr sz="1600">
                <a:solidFill>
                  <a:schemeClr val="tx1"/>
                </a:solidFill>
                <a:latin typeface="Futura Bk" pitchFamily="34" charset="0"/>
              </a:defRPr>
            </a:lvl1pPr>
            <a:lvl2pPr marL="742950" indent="-285750">
              <a:spcBef>
                <a:spcPct val="50000"/>
              </a:spcBef>
              <a:defRPr sz="1600">
                <a:solidFill>
                  <a:schemeClr val="tx1"/>
                </a:solidFill>
                <a:latin typeface="Futura Bk" pitchFamily="34" charset="0"/>
              </a:defRPr>
            </a:lvl2pPr>
            <a:lvl3pPr marL="1143000" indent="-228600">
              <a:spcBef>
                <a:spcPct val="50000"/>
              </a:spcBef>
              <a:defRPr sz="1600">
                <a:solidFill>
                  <a:schemeClr val="tx1"/>
                </a:solidFill>
                <a:latin typeface="Futura Bk" pitchFamily="34" charset="0"/>
              </a:defRPr>
            </a:lvl3pPr>
            <a:lvl4pPr marL="1600200" indent="-228600">
              <a:spcBef>
                <a:spcPct val="50000"/>
              </a:spcBef>
              <a:defRPr sz="1600">
                <a:solidFill>
                  <a:schemeClr val="tx1"/>
                </a:solidFill>
                <a:latin typeface="Futura Bk" pitchFamily="34" charset="0"/>
              </a:defRPr>
            </a:lvl4pPr>
            <a:lvl5pPr marL="2057400" indent="-228600">
              <a:spcBef>
                <a:spcPct val="50000"/>
              </a:spcBef>
              <a:defRPr sz="1600">
                <a:solidFill>
                  <a:schemeClr val="tx1"/>
                </a:solidFill>
                <a:latin typeface="Futura Bk" pitchFamily="34" charset="0"/>
              </a:defRPr>
            </a:lvl5pPr>
            <a:lvl6pPr marL="2514600" indent="-228600" eaLnBrk="0" fontAlgn="base" hangingPunct="0">
              <a:spcBef>
                <a:spcPct val="50000"/>
              </a:spcBef>
              <a:spcAft>
                <a:spcPct val="0"/>
              </a:spcAft>
              <a:defRPr sz="1600">
                <a:solidFill>
                  <a:schemeClr val="tx1"/>
                </a:solidFill>
                <a:latin typeface="Futura Bk" pitchFamily="34" charset="0"/>
              </a:defRPr>
            </a:lvl6pPr>
            <a:lvl7pPr marL="2971800" indent="-228600" eaLnBrk="0" fontAlgn="base" hangingPunct="0">
              <a:spcBef>
                <a:spcPct val="50000"/>
              </a:spcBef>
              <a:spcAft>
                <a:spcPct val="0"/>
              </a:spcAft>
              <a:defRPr sz="1600">
                <a:solidFill>
                  <a:schemeClr val="tx1"/>
                </a:solidFill>
                <a:latin typeface="Futura Bk" pitchFamily="34" charset="0"/>
              </a:defRPr>
            </a:lvl7pPr>
            <a:lvl8pPr marL="3429000" indent="-228600" eaLnBrk="0" fontAlgn="base" hangingPunct="0">
              <a:spcBef>
                <a:spcPct val="50000"/>
              </a:spcBef>
              <a:spcAft>
                <a:spcPct val="0"/>
              </a:spcAft>
              <a:defRPr sz="1600">
                <a:solidFill>
                  <a:schemeClr val="tx1"/>
                </a:solidFill>
                <a:latin typeface="Futura Bk" pitchFamily="34" charset="0"/>
              </a:defRPr>
            </a:lvl8pPr>
            <a:lvl9pPr marL="3886200" indent="-228600" eaLnBrk="0" fontAlgn="base" hangingPunct="0">
              <a:spcBef>
                <a:spcPct val="50000"/>
              </a:spcBef>
              <a:spcAft>
                <a:spcPct val="0"/>
              </a:spcAft>
              <a:defRPr sz="1600">
                <a:solidFill>
                  <a:schemeClr val="tx1"/>
                </a:solidFill>
                <a:latin typeface="Futura Bk" pitchFamily="34" charset="0"/>
              </a:defRPr>
            </a:lvl9pPr>
          </a:lstStyle>
          <a:p>
            <a:pPr marL="0" marR="0" lvl="0" indent="0" algn="l" defTabSz="914400" rtl="0" eaLnBrk="1" fontAlgn="auto" latinLnBrk="0" hangingPunct="1">
              <a:spcBef>
                <a:spcPts val="0"/>
              </a:spcBef>
              <a:spcAft>
                <a:spcPts val="0"/>
              </a:spcAft>
              <a:buClrTx/>
              <a:buSzTx/>
              <a:buFontTx/>
              <a:buNone/>
              <a:tabLst/>
              <a:defRPr/>
            </a:pPr>
            <a:endParaRPr kumimoji="0" lang="en-US" altLang="en-US" sz="1300" b="0" i="0" u="none" strike="noStrike" kern="1200" cap="none" spc="0" normalizeH="0" baseline="0" noProof="0">
              <a:ln>
                <a:noFill/>
              </a:ln>
              <a:solidFill>
                <a:prstClr val="black"/>
              </a:solidFill>
              <a:effectLst/>
              <a:uLnTx/>
              <a:uFillTx/>
              <a:latin typeface="Futura Bk" pitchFamily="34" charset="0"/>
              <a:ea typeface="华文细黑"/>
              <a:cs typeface="+mn-cs"/>
            </a:endParaRPr>
          </a:p>
        </p:txBody>
      </p:sp>
      <p:grpSp>
        <p:nvGrpSpPr>
          <p:cNvPr id="43" name="组合 746">
            <a:extLst>
              <a:ext uri="{FF2B5EF4-FFF2-40B4-BE49-F238E27FC236}">
                <a16:creationId xmlns:a16="http://schemas.microsoft.com/office/drawing/2014/main" id="{DD52A7E7-81EF-4E41-BC7A-5C29D86DF7C4}"/>
              </a:ext>
            </a:extLst>
          </p:cNvPr>
          <p:cNvGrpSpPr/>
          <p:nvPr/>
        </p:nvGrpSpPr>
        <p:grpSpPr>
          <a:xfrm>
            <a:off x="640167" y="1425664"/>
            <a:ext cx="5391683" cy="757255"/>
            <a:chOff x="1371600" y="2181225"/>
            <a:chExt cx="3716338" cy="574675"/>
          </a:xfrm>
        </p:grpSpPr>
        <p:sp>
          <p:nvSpPr>
            <p:cNvPr id="46" name="Freeform 5">
              <a:extLst>
                <a:ext uri="{FF2B5EF4-FFF2-40B4-BE49-F238E27FC236}">
                  <a16:creationId xmlns:a16="http://schemas.microsoft.com/office/drawing/2014/main" id="{2A879D06-2927-4450-8842-53EB5874F4D3}"/>
                </a:ext>
              </a:extLst>
            </p:cNvPr>
            <p:cNvSpPr>
              <a:spLocks/>
            </p:cNvSpPr>
            <p:nvPr/>
          </p:nvSpPr>
          <p:spPr bwMode="auto">
            <a:xfrm>
              <a:off x="1371600" y="2181225"/>
              <a:ext cx="3522663" cy="574675"/>
            </a:xfrm>
            <a:custGeom>
              <a:avLst/>
              <a:gdLst>
                <a:gd name="T0" fmla="*/ 2164 w 2219"/>
                <a:gd name="T1" fmla="*/ 0 h 362"/>
                <a:gd name="T2" fmla="*/ 1880 w 2219"/>
                <a:gd name="T3" fmla="*/ 362 h 362"/>
                <a:gd name="T4" fmla="*/ 1809 w 2219"/>
                <a:gd name="T5" fmla="*/ 362 h 362"/>
                <a:gd name="T6" fmla="*/ 2093 w 2219"/>
                <a:gd name="T7" fmla="*/ 0 h 362"/>
                <a:gd name="T8" fmla="*/ 285 w 2219"/>
                <a:gd name="T9" fmla="*/ 0 h 362"/>
                <a:gd name="T10" fmla="*/ 0 w 2219"/>
                <a:gd name="T11" fmla="*/ 362 h 362"/>
                <a:gd name="T12" fmla="*/ 1934 w 2219"/>
                <a:gd name="T13" fmla="*/ 362 h 362"/>
                <a:gd name="T14" fmla="*/ 2219 w 2219"/>
                <a:gd name="T15" fmla="*/ 0 h 362"/>
                <a:gd name="T16" fmla="*/ 2164 w 2219"/>
                <a:gd name="T17" fmla="*/ 0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19" h="362">
                  <a:moveTo>
                    <a:pt x="2164" y="0"/>
                  </a:moveTo>
                  <a:lnTo>
                    <a:pt x="1880" y="362"/>
                  </a:lnTo>
                  <a:lnTo>
                    <a:pt x="1809" y="362"/>
                  </a:lnTo>
                  <a:lnTo>
                    <a:pt x="2093" y="0"/>
                  </a:lnTo>
                  <a:lnTo>
                    <a:pt x="285" y="0"/>
                  </a:lnTo>
                  <a:lnTo>
                    <a:pt x="0" y="362"/>
                  </a:lnTo>
                  <a:lnTo>
                    <a:pt x="1934" y="362"/>
                  </a:lnTo>
                  <a:lnTo>
                    <a:pt x="2219" y="0"/>
                  </a:lnTo>
                  <a:lnTo>
                    <a:pt x="2164" y="0"/>
                  </a:ln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00"/>
            </a:p>
          </p:txBody>
        </p:sp>
        <p:sp>
          <p:nvSpPr>
            <p:cNvPr id="47" name="Freeform 6">
              <a:extLst>
                <a:ext uri="{FF2B5EF4-FFF2-40B4-BE49-F238E27FC236}">
                  <a16:creationId xmlns:a16="http://schemas.microsoft.com/office/drawing/2014/main" id="{3513395B-ED67-4C2D-A8EE-FF3462FA17AB}"/>
                </a:ext>
              </a:extLst>
            </p:cNvPr>
            <p:cNvSpPr>
              <a:spLocks/>
            </p:cNvSpPr>
            <p:nvPr/>
          </p:nvSpPr>
          <p:spPr bwMode="auto">
            <a:xfrm>
              <a:off x="4549775" y="2181225"/>
              <a:ext cx="538163" cy="574675"/>
            </a:xfrm>
            <a:custGeom>
              <a:avLst/>
              <a:gdLst>
                <a:gd name="T0" fmla="*/ 284 w 339"/>
                <a:gd name="T1" fmla="*/ 0 h 362"/>
                <a:gd name="T2" fmla="*/ 0 w 339"/>
                <a:gd name="T3" fmla="*/ 362 h 362"/>
                <a:gd name="T4" fmla="*/ 54 w 339"/>
                <a:gd name="T5" fmla="*/ 362 h 362"/>
                <a:gd name="T6" fmla="*/ 339 w 339"/>
                <a:gd name="T7" fmla="*/ 0 h 362"/>
                <a:gd name="T8" fmla="*/ 284 w 339"/>
                <a:gd name="T9" fmla="*/ 0 h 362"/>
              </a:gdLst>
              <a:ahLst/>
              <a:cxnLst>
                <a:cxn ang="0">
                  <a:pos x="T0" y="T1"/>
                </a:cxn>
                <a:cxn ang="0">
                  <a:pos x="T2" y="T3"/>
                </a:cxn>
                <a:cxn ang="0">
                  <a:pos x="T4" y="T5"/>
                </a:cxn>
                <a:cxn ang="0">
                  <a:pos x="T6" y="T7"/>
                </a:cxn>
                <a:cxn ang="0">
                  <a:pos x="T8" y="T9"/>
                </a:cxn>
              </a:cxnLst>
              <a:rect l="0" t="0" r="r" b="b"/>
              <a:pathLst>
                <a:path w="339" h="362">
                  <a:moveTo>
                    <a:pt x="284" y="0"/>
                  </a:moveTo>
                  <a:lnTo>
                    <a:pt x="0" y="362"/>
                  </a:lnTo>
                  <a:lnTo>
                    <a:pt x="54" y="362"/>
                  </a:lnTo>
                  <a:lnTo>
                    <a:pt x="339" y="0"/>
                  </a:lnTo>
                  <a:lnTo>
                    <a:pt x="284" y="0"/>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sz="1300"/>
            </a:p>
          </p:txBody>
        </p:sp>
      </p:grpSp>
      <p:sp>
        <p:nvSpPr>
          <p:cNvPr id="48" name="íṥ1íḑé">
            <a:extLst>
              <a:ext uri="{FF2B5EF4-FFF2-40B4-BE49-F238E27FC236}">
                <a16:creationId xmlns:a16="http://schemas.microsoft.com/office/drawing/2014/main" id="{8BCDDCBD-ADC7-43D5-A622-4D2573BFAC23}"/>
              </a:ext>
            </a:extLst>
          </p:cNvPr>
          <p:cNvSpPr/>
          <p:nvPr/>
        </p:nvSpPr>
        <p:spPr bwMode="auto">
          <a:xfrm>
            <a:off x="1900965" y="1447531"/>
            <a:ext cx="2839997" cy="712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lvl="0"/>
            <a:r>
              <a:rPr lang="en-US" altLang="zh-CN" sz="1600" dirty="0">
                <a:solidFill>
                  <a:srgbClr val="FFFFFF"/>
                </a:solidFill>
                <a:ea typeface="Verdana" panose="020B0604030504040204" pitchFamily="34" charset="0"/>
                <a:cs typeface="Verdana" panose="020B0604030504040204" pitchFamily="34" charset="0"/>
              </a:rPr>
              <a:t>Human Resource Management – Master Data Preparation</a:t>
            </a:r>
          </a:p>
        </p:txBody>
      </p:sp>
      <p:grpSp>
        <p:nvGrpSpPr>
          <p:cNvPr id="51" name="Group 50">
            <a:extLst>
              <a:ext uri="{FF2B5EF4-FFF2-40B4-BE49-F238E27FC236}">
                <a16:creationId xmlns:a16="http://schemas.microsoft.com/office/drawing/2014/main" id="{A5BF67DC-77AF-49AE-B27A-6F08C544F7D5}"/>
              </a:ext>
            </a:extLst>
          </p:cNvPr>
          <p:cNvGrpSpPr/>
          <p:nvPr/>
        </p:nvGrpSpPr>
        <p:grpSpPr>
          <a:xfrm>
            <a:off x="647152" y="2360168"/>
            <a:ext cx="5350964" cy="757255"/>
            <a:chOff x="8003869" y="1743316"/>
            <a:chExt cx="3716338" cy="922672"/>
          </a:xfrm>
        </p:grpSpPr>
        <p:sp>
          <p:nvSpPr>
            <p:cNvPr id="52" name="Freeform 5">
              <a:extLst>
                <a:ext uri="{FF2B5EF4-FFF2-40B4-BE49-F238E27FC236}">
                  <a16:creationId xmlns:a16="http://schemas.microsoft.com/office/drawing/2014/main" id="{DE20D404-07FB-4F7F-B1D2-26608C18C4D8}"/>
                </a:ext>
              </a:extLst>
            </p:cNvPr>
            <p:cNvSpPr>
              <a:spLocks/>
            </p:cNvSpPr>
            <p:nvPr/>
          </p:nvSpPr>
          <p:spPr bwMode="auto">
            <a:xfrm>
              <a:off x="8003869" y="1743316"/>
              <a:ext cx="3522663" cy="922672"/>
            </a:xfrm>
            <a:custGeom>
              <a:avLst/>
              <a:gdLst>
                <a:gd name="T0" fmla="*/ 2164 w 2219"/>
                <a:gd name="T1" fmla="*/ 0 h 362"/>
                <a:gd name="T2" fmla="*/ 1880 w 2219"/>
                <a:gd name="T3" fmla="*/ 362 h 362"/>
                <a:gd name="T4" fmla="*/ 1809 w 2219"/>
                <a:gd name="T5" fmla="*/ 362 h 362"/>
                <a:gd name="T6" fmla="*/ 2093 w 2219"/>
                <a:gd name="T7" fmla="*/ 0 h 362"/>
                <a:gd name="T8" fmla="*/ 285 w 2219"/>
                <a:gd name="T9" fmla="*/ 0 h 362"/>
                <a:gd name="T10" fmla="*/ 0 w 2219"/>
                <a:gd name="T11" fmla="*/ 362 h 362"/>
                <a:gd name="T12" fmla="*/ 1934 w 2219"/>
                <a:gd name="T13" fmla="*/ 362 h 362"/>
                <a:gd name="T14" fmla="*/ 2219 w 2219"/>
                <a:gd name="T15" fmla="*/ 0 h 362"/>
                <a:gd name="T16" fmla="*/ 2164 w 2219"/>
                <a:gd name="T17" fmla="*/ 0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19" h="362">
                  <a:moveTo>
                    <a:pt x="2164" y="0"/>
                  </a:moveTo>
                  <a:lnTo>
                    <a:pt x="1880" y="362"/>
                  </a:lnTo>
                  <a:lnTo>
                    <a:pt x="1809" y="362"/>
                  </a:lnTo>
                  <a:lnTo>
                    <a:pt x="2093" y="0"/>
                  </a:lnTo>
                  <a:lnTo>
                    <a:pt x="285" y="0"/>
                  </a:lnTo>
                  <a:lnTo>
                    <a:pt x="0" y="362"/>
                  </a:lnTo>
                  <a:lnTo>
                    <a:pt x="1934" y="362"/>
                  </a:lnTo>
                  <a:lnTo>
                    <a:pt x="2219" y="0"/>
                  </a:lnTo>
                  <a:lnTo>
                    <a:pt x="2164" y="0"/>
                  </a:lnTo>
                  <a:close/>
                </a:path>
              </a:pathLst>
            </a:custGeom>
            <a:solidFill>
              <a:srgbClr val="43B02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00"/>
            </a:p>
          </p:txBody>
        </p:sp>
        <p:sp>
          <p:nvSpPr>
            <p:cNvPr id="53" name="Freeform 6">
              <a:extLst>
                <a:ext uri="{FF2B5EF4-FFF2-40B4-BE49-F238E27FC236}">
                  <a16:creationId xmlns:a16="http://schemas.microsoft.com/office/drawing/2014/main" id="{3D277371-F601-4508-8EEA-7CBF5F193CE0}"/>
                </a:ext>
              </a:extLst>
            </p:cNvPr>
            <p:cNvSpPr>
              <a:spLocks/>
            </p:cNvSpPr>
            <p:nvPr/>
          </p:nvSpPr>
          <p:spPr bwMode="auto">
            <a:xfrm>
              <a:off x="11182044" y="1743316"/>
              <a:ext cx="538163" cy="922672"/>
            </a:xfrm>
            <a:custGeom>
              <a:avLst/>
              <a:gdLst>
                <a:gd name="T0" fmla="*/ 284 w 339"/>
                <a:gd name="T1" fmla="*/ 0 h 362"/>
                <a:gd name="T2" fmla="*/ 0 w 339"/>
                <a:gd name="T3" fmla="*/ 362 h 362"/>
                <a:gd name="T4" fmla="*/ 54 w 339"/>
                <a:gd name="T5" fmla="*/ 362 h 362"/>
                <a:gd name="T6" fmla="*/ 339 w 339"/>
                <a:gd name="T7" fmla="*/ 0 h 362"/>
                <a:gd name="T8" fmla="*/ 284 w 339"/>
                <a:gd name="T9" fmla="*/ 0 h 362"/>
              </a:gdLst>
              <a:ahLst/>
              <a:cxnLst>
                <a:cxn ang="0">
                  <a:pos x="T0" y="T1"/>
                </a:cxn>
                <a:cxn ang="0">
                  <a:pos x="T2" y="T3"/>
                </a:cxn>
                <a:cxn ang="0">
                  <a:pos x="T4" y="T5"/>
                </a:cxn>
                <a:cxn ang="0">
                  <a:pos x="T6" y="T7"/>
                </a:cxn>
                <a:cxn ang="0">
                  <a:pos x="T8" y="T9"/>
                </a:cxn>
              </a:cxnLst>
              <a:rect l="0" t="0" r="r" b="b"/>
              <a:pathLst>
                <a:path w="339" h="362">
                  <a:moveTo>
                    <a:pt x="284" y="0"/>
                  </a:moveTo>
                  <a:lnTo>
                    <a:pt x="0" y="362"/>
                  </a:lnTo>
                  <a:lnTo>
                    <a:pt x="54" y="362"/>
                  </a:lnTo>
                  <a:lnTo>
                    <a:pt x="339" y="0"/>
                  </a:lnTo>
                  <a:lnTo>
                    <a:pt x="284" y="0"/>
                  </a:lnTo>
                  <a:close/>
                </a:path>
              </a:pathLst>
            </a:custGeom>
            <a:solidFill>
              <a:srgbClr val="86BC25"/>
            </a:solidFill>
            <a:ln>
              <a:noFill/>
            </a:ln>
          </p:spPr>
          <p:txBody>
            <a:bodyPr vert="horz" wrap="square" lIns="91440" tIns="45720" rIns="91440" bIns="45720" numCol="1" anchor="t" anchorCtr="0" compatLnSpc="1">
              <a:prstTxWarp prst="textNoShape">
                <a:avLst/>
              </a:prstTxWarp>
            </a:bodyPr>
            <a:lstStyle/>
            <a:p>
              <a:endParaRPr lang="en-US" sz="1300"/>
            </a:p>
          </p:txBody>
        </p:sp>
      </p:grpSp>
      <p:sp>
        <p:nvSpPr>
          <p:cNvPr id="54" name="íṥ1íḑé">
            <a:extLst>
              <a:ext uri="{FF2B5EF4-FFF2-40B4-BE49-F238E27FC236}">
                <a16:creationId xmlns:a16="http://schemas.microsoft.com/office/drawing/2014/main" id="{525BBDB6-061D-4485-BBA9-A32525278E65}"/>
              </a:ext>
            </a:extLst>
          </p:cNvPr>
          <p:cNvSpPr/>
          <p:nvPr/>
        </p:nvSpPr>
        <p:spPr bwMode="auto">
          <a:xfrm>
            <a:off x="2374924" y="2436249"/>
            <a:ext cx="2793062" cy="712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marL="180000" lvl="0" indent="-180000">
              <a:buFont typeface="Arial" panose="020B0604020202020204" pitchFamily="34" charset="0"/>
              <a:buChar char="•"/>
            </a:pPr>
            <a:endParaRPr lang="en-US" altLang="zh-CN" sz="1300" dirty="0">
              <a:solidFill>
                <a:srgbClr val="FFFFFF"/>
              </a:solidFill>
              <a:ea typeface="Verdana" panose="020B0604030504040204" pitchFamily="34" charset="0"/>
              <a:cs typeface="Verdana" panose="020B0604030504040204" pitchFamily="34" charset="0"/>
            </a:endParaRPr>
          </a:p>
        </p:txBody>
      </p:sp>
      <p:grpSp>
        <p:nvGrpSpPr>
          <p:cNvPr id="63" name="组合 12">
            <a:extLst>
              <a:ext uri="{FF2B5EF4-FFF2-40B4-BE49-F238E27FC236}">
                <a16:creationId xmlns:a16="http://schemas.microsoft.com/office/drawing/2014/main" id="{F40E83D6-A7ED-4E6F-A9B7-D8B329115499}"/>
              </a:ext>
            </a:extLst>
          </p:cNvPr>
          <p:cNvGrpSpPr/>
          <p:nvPr/>
        </p:nvGrpSpPr>
        <p:grpSpPr>
          <a:xfrm>
            <a:off x="640167" y="4201690"/>
            <a:ext cx="5381320" cy="757255"/>
            <a:chOff x="1371600" y="2181225"/>
            <a:chExt cx="3716338" cy="574675"/>
          </a:xfrm>
        </p:grpSpPr>
        <p:sp>
          <p:nvSpPr>
            <p:cNvPr id="64" name="Freeform 5">
              <a:extLst>
                <a:ext uri="{FF2B5EF4-FFF2-40B4-BE49-F238E27FC236}">
                  <a16:creationId xmlns:a16="http://schemas.microsoft.com/office/drawing/2014/main" id="{33F8CC4B-D6D6-4431-8523-D44C183181D4}"/>
                </a:ext>
              </a:extLst>
            </p:cNvPr>
            <p:cNvSpPr>
              <a:spLocks/>
            </p:cNvSpPr>
            <p:nvPr/>
          </p:nvSpPr>
          <p:spPr bwMode="auto">
            <a:xfrm>
              <a:off x="1371600" y="2181225"/>
              <a:ext cx="3522663" cy="574675"/>
            </a:xfrm>
            <a:custGeom>
              <a:avLst/>
              <a:gdLst>
                <a:gd name="T0" fmla="*/ 2164 w 2219"/>
                <a:gd name="T1" fmla="*/ 0 h 362"/>
                <a:gd name="T2" fmla="*/ 1880 w 2219"/>
                <a:gd name="T3" fmla="*/ 362 h 362"/>
                <a:gd name="T4" fmla="*/ 1809 w 2219"/>
                <a:gd name="T5" fmla="*/ 362 h 362"/>
                <a:gd name="T6" fmla="*/ 2093 w 2219"/>
                <a:gd name="T7" fmla="*/ 0 h 362"/>
                <a:gd name="T8" fmla="*/ 285 w 2219"/>
                <a:gd name="T9" fmla="*/ 0 h 362"/>
                <a:gd name="T10" fmla="*/ 0 w 2219"/>
                <a:gd name="T11" fmla="*/ 362 h 362"/>
                <a:gd name="T12" fmla="*/ 1934 w 2219"/>
                <a:gd name="T13" fmla="*/ 362 h 362"/>
                <a:gd name="T14" fmla="*/ 2219 w 2219"/>
                <a:gd name="T15" fmla="*/ 0 h 362"/>
                <a:gd name="T16" fmla="*/ 2164 w 2219"/>
                <a:gd name="T17" fmla="*/ 0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19" h="362">
                  <a:moveTo>
                    <a:pt x="2164" y="0"/>
                  </a:moveTo>
                  <a:lnTo>
                    <a:pt x="1880" y="362"/>
                  </a:lnTo>
                  <a:lnTo>
                    <a:pt x="1809" y="362"/>
                  </a:lnTo>
                  <a:lnTo>
                    <a:pt x="2093" y="0"/>
                  </a:lnTo>
                  <a:lnTo>
                    <a:pt x="285" y="0"/>
                  </a:lnTo>
                  <a:lnTo>
                    <a:pt x="0" y="362"/>
                  </a:lnTo>
                  <a:lnTo>
                    <a:pt x="1934" y="362"/>
                  </a:lnTo>
                  <a:lnTo>
                    <a:pt x="2219" y="0"/>
                  </a:lnTo>
                  <a:lnTo>
                    <a:pt x="2164" y="0"/>
                  </a:lnTo>
                  <a:close/>
                </a:path>
              </a:pathLst>
            </a:custGeom>
            <a:solidFill>
              <a:srgbClr val="004F5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00"/>
            </a:p>
          </p:txBody>
        </p:sp>
        <p:sp>
          <p:nvSpPr>
            <p:cNvPr id="65" name="Freeform 6">
              <a:extLst>
                <a:ext uri="{FF2B5EF4-FFF2-40B4-BE49-F238E27FC236}">
                  <a16:creationId xmlns:a16="http://schemas.microsoft.com/office/drawing/2014/main" id="{68CEF110-CD14-4699-A7B9-720AF3DF9F82}"/>
                </a:ext>
              </a:extLst>
            </p:cNvPr>
            <p:cNvSpPr>
              <a:spLocks/>
            </p:cNvSpPr>
            <p:nvPr/>
          </p:nvSpPr>
          <p:spPr bwMode="auto">
            <a:xfrm>
              <a:off x="4549775" y="2181225"/>
              <a:ext cx="538163" cy="574675"/>
            </a:xfrm>
            <a:custGeom>
              <a:avLst/>
              <a:gdLst>
                <a:gd name="T0" fmla="*/ 284 w 339"/>
                <a:gd name="T1" fmla="*/ 0 h 362"/>
                <a:gd name="T2" fmla="*/ 0 w 339"/>
                <a:gd name="T3" fmla="*/ 362 h 362"/>
                <a:gd name="T4" fmla="*/ 54 w 339"/>
                <a:gd name="T5" fmla="*/ 362 h 362"/>
                <a:gd name="T6" fmla="*/ 339 w 339"/>
                <a:gd name="T7" fmla="*/ 0 h 362"/>
                <a:gd name="T8" fmla="*/ 284 w 339"/>
                <a:gd name="T9" fmla="*/ 0 h 362"/>
              </a:gdLst>
              <a:ahLst/>
              <a:cxnLst>
                <a:cxn ang="0">
                  <a:pos x="T0" y="T1"/>
                </a:cxn>
                <a:cxn ang="0">
                  <a:pos x="T2" y="T3"/>
                </a:cxn>
                <a:cxn ang="0">
                  <a:pos x="T4" y="T5"/>
                </a:cxn>
                <a:cxn ang="0">
                  <a:pos x="T6" y="T7"/>
                </a:cxn>
                <a:cxn ang="0">
                  <a:pos x="T8" y="T9"/>
                </a:cxn>
              </a:cxnLst>
              <a:rect l="0" t="0" r="r" b="b"/>
              <a:pathLst>
                <a:path w="339" h="362">
                  <a:moveTo>
                    <a:pt x="284" y="0"/>
                  </a:moveTo>
                  <a:lnTo>
                    <a:pt x="0" y="362"/>
                  </a:lnTo>
                  <a:lnTo>
                    <a:pt x="54" y="362"/>
                  </a:lnTo>
                  <a:lnTo>
                    <a:pt x="339" y="0"/>
                  </a:lnTo>
                  <a:lnTo>
                    <a:pt x="284" y="0"/>
                  </a:lnTo>
                  <a:close/>
                </a:path>
              </a:pathLst>
            </a:custGeom>
            <a:solidFill>
              <a:srgbClr val="75787B"/>
            </a:solidFill>
            <a:ln>
              <a:noFill/>
            </a:ln>
          </p:spPr>
          <p:txBody>
            <a:bodyPr vert="horz" wrap="square" lIns="91440" tIns="45720" rIns="91440" bIns="45720" numCol="1" anchor="t" anchorCtr="0" compatLnSpc="1">
              <a:prstTxWarp prst="textNoShape">
                <a:avLst/>
              </a:prstTxWarp>
            </a:bodyPr>
            <a:lstStyle/>
            <a:p>
              <a:endParaRPr lang="en-US" sz="1300"/>
            </a:p>
          </p:txBody>
        </p:sp>
      </p:grpSp>
      <p:grpSp>
        <p:nvGrpSpPr>
          <p:cNvPr id="89" name="Group 88">
            <a:extLst>
              <a:ext uri="{FF2B5EF4-FFF2-40B4-BE49-F238E27FC236}">
                <a16:creationId xmlns:a16="http://schemas.microsoft.com/office/drawing/2014/main" id="{7992EB61-CE1E-4AC5-AD1F-4AD265BA03FA}"/>
              </a:ext>
            </a:extLst>
          </p:cNvPr>
          <p:cNvGrpSpPr/>
          <p:nvPr/>
        </p:nvGrpSpPr>
        <p:grpSpPr>
          <a:xfrm>
            <a:off x="645481" y="5127197"/>
            <a:ext cx="5350964" cy="757255"/>
            <a:chOff x="8003869" y="1743316"/>
            <a:chExt cx="3716338" cy="922672"/>
          </a:xfrm>
        </p:grpSpPr>
        <p:sp>
          <p:nvSpPr>
            <p:cNvPr id="90" name="Freeform 5">
              <a:extLst>
                <a:ext uri="{FF2B5EF4-FFF2-40B4-BE49-F238E27FC236}">
                  <a16:creationId xmlns:a16="http://schemas.microsoft.com/office/drawing/2014/main" id="{20D18DC8-82A9-4168-AFCD-209ACF45E2FE}"/>
                </a:ext>
              </a:extLst>
            </p:cNvPr>
            <p:cNvSpPr>
              <a:spLocks/>
            </p:cNvSpPr>
            <p:nvPr/>
          </p:nvSpPr>
          <p:spPr bwMode="auto">
            <a:xfrm>
              <a:off x="8003869" y="1743316"/>
              <a:ext cx="3522663" cy="922672"/>
            </a:xfrm>
            <a:custGeom>
              <a:avLst/>
              <a:gdLst>
                <a:gd name="T0" fmla="*/ 2164 w 2219"/>
                <a:gd name="T1" fmla="*/ 0 h 362"/>
                <a:gd name="T2" fmla="*/ 1880 w 2219"/>
                <a:gd name="T3" fmla="*/ 362 h 362"/>
                <a:gd name="T4" fmla="*/ 1809 w 2219"/>
                <a:gd name="T5" fmla="*/ 362 h 362"/>
                <a:gd name="T6" fmla="*/ 2093 w 2219"/>
                <a:gd name="T7" fmla="*/ 0 h 362"/>
                <a:gd name="T8" fmla="*/ 285 w 2219"/>
                <a:gd name="T9" fmla="*/ 0 h 362"/>
                <a:gd name="T10" fmla="*/ 0 w 2219"/>
                <a:gd name="T11" fmla="*/ 362 h 362"/>
                <a:gd name="T12" fmla="*/ 1934 w 2219"/>
                <a:gd name="T13" fmla="*/ 362 h 362"/>
                <a:gd name="T14" fmla="*/ 2219 w 2219"/>
                <a:gd name="T15" fmla="*/ 0 h 362"/>
                <a:gd name="T16" fmla="*/ 2164 w 2219"/>
                <a:gd name="T17" fmla="*/ 0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19" h="362">
                  <a:moveTo>
                    <a:pt x="2164" y="0"/>
                  </a:moveTo>
                  <a:lnTo>
                    <a:pt x="1880" y="362"/>
                  </a:lnTo>
                  <a:lnTo>
                    <a:pt x="1809" y="362"/>
                  </a:lnTo>
                  <a:lnTo>
                    <a:pt x="2093" y="0"/>
                  </a:lnTo>
                  <a:lnTo>
                    <a:pt x="285" y="0"/>
                  </a:lnTo>
                  <a:lnTo>
                    <a:pt x="0" y="362"/>
                  </a:lnTo>
                  <a:lnTo>
                    <a:pt x="1934" y="362"/>
                  </a:lnTo>
                  <a:lnTo>
                    <a:pt x="2219" y="0"/>
                  </a:lnTo>
                  <a:lnTo>
                    <a:pt x="2164" y="0"/>
                  </a:ln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00"/>
            </a:p>
          </p:txBody>
        </p:sp>
        <p:sp>
          <p:nvSpPr>
            <p:cNvPr id="91" name="Freeform 6">
              <a:extLst>
                <a:ext uri="{FF2B5EF4-FFF2-40B4-BE49-F238E27FC236}">
                  <a16:creationId xmlns:a16="http://schemas.microsoft.com/office/drawing/2014/main" id="{2A5B30E1-5DFD-442B-A3C2-D190C241FB79}"/>
                </a:ext>
              </a:extLst>
            </p:cNvPr>
            <p:cNvSpPr>
              <a:spLocks/>
            </p:cNvSpPr>
            <p:nvPr/>
          </p:nvSpPr>
          <p:spPr bwMode="auto">
            <a:xfrm>
              <a:off x="11182044" y="1743316"/>
              <a:ext cx="538163" cy="922672"/>
            </a:xfrm>
            <a:custGeom>
              <a:avLst/>
              <a:gdLst>
                <a:gd name="T0" fmla="*/ 284 w 339"/>
                <a:gd name="T1" fmla="*/ 0 h 362"/>
                <a:gd name="T2" fmla="*/ 0 w 339"/>
                <a:gd name="T3" fmla="*/ 362 h 362"/>
                <a:gd name="T4" fmla="*/ 54 w 339"/>
                <a:gd name="T5" fmla="*/ 362 h 362"/>
                <a:gd name="T6" fmla="*/ 339 w 339"/>
                <a:gd name="T7" fmla="*/ 0 h 362"/>
                <a:gd name="T8" fmla="*/ 284 w 339"/>
                <a:gd name="T9" fmla="*/ 0 h 362"/>
              </a:gdLst>
              <a:ahLst/>
              <a:cxnLst>
                <a:cxn ang="0">
                  <a:pos x="T0" y="T1"/>
                </a:cxn>
                <a:cxn ang="0">
                  <a:pos x="T2" y="T3"/>
                </a:cxn>
                <a:cxn ang="0">
                  <a:pos x="T4" y="T5"/>
                </a:cxn>
                <a:cxn ang="0">
                  <a:pos x="T6" y="T7"/>
                </a:cxn>
                <a:cxn ang="0">
                  <a:pos x="T8" y="T9"/>
                </a:cxn>
              </a:cxnLst>
              <a:rect l="0" t="0" r="r" b="b"/>
              <a:pathLst>
                <a:path w="339" h="362">
                  <a:moveTo>
                    <a:pt x="284" y="0"/>
                  </a:moveTo>
                  <a:lnTo>
                    <a:pt x="0" y="362"/>
                  </a:lnTo>
                  <a:lnTo>
                    <a:pt x="54" y="362"/>
                  </a:lnTo>
                  <a:lnTo>
                    <a:pt x="339" y="0"/>
                  </a:lnTo>
                  <a:lnTo>
                    <a:pt x="284" y="0"/>
                  </a:lnTo>
                  <a:close/>
                </a:path>
              </a:pathLst>
            </a:custGeom>
            <a:solidFill>
              <a:srgbClr val="86BC25"/>
            </a:solidFill>
            <a:ln>
              <a:noFill/>
            </a:ln>
          </p:spPr>
          <p:txBody>
            <a:bodyPr vert="horz" wrap="square" lIns="91440" tIns="45720" rIns="91440" bIns="45720" numCol="1" anchor="t" anchorCtr="0" compatLnSpc="1">
              <a:prstTxWarp prst="textNoShape">
                <a:avLst/>
              </a:prstTxWarp>
            </a:bodyPr>
            <a:lstStyle/>
            <a:p>
              <a:endParaRPr lang="en-US" sz="1300"/>
            </a:p>
          </p:txBody>
        </p:sp>
      </p:grpSp>
      <p:grpSp>
        <p:nvGrpSpPr>
          <p:cNvPr id="103" name="Group 102">
            <a:extLst>
              <a:ext uri="{FF2B5EF4-FFF2-40B4-BE49-F238E27FC236}">
                <a16:creationId xmlns:a16="http://schemas.microsoft.com/office/drawing/2014/main" id="{A1B5CABB-2E67-4C23-A500-130B13B560BC}"/>
              </a:ext>
            </a:extLst>
          </p:cNvPr>
          <p:cNvGrpSpPr/>
          <p:nvPr/>
        </p:nvGrpSpPr>
        <p:grpSpPr>
          <a:xfrm>
            <a:off x="647152" y="3294672"/>
            <a:ext cx="5350964" cy="757255"/>
            <a:chOff x="8003869" y="1743316"/>
            <a:chExt cx="3716338" cy="922672"/>
          </a:xfrm>
        </p:grpSpPr>
        <p:sp>
          <p:nvSpPr>
            <p:cNvPr id="104" name="Freeform 5">
              <a:extLst>
                <a:ext uri="{FF2B5EF4-FFF2-40B4-BE49-F238E27FC236}">
                  <a16:creationId xmlns:a16="http://schemas.microsoft.com/office/drawing/2014/main" id="{55769933-30AA-4F12-8F10-D93662D2E3FF}"/>
                </a:ext>
              </a:extLst>
            </p:cNvPr>
            <p:cNvSpPr>
              <a:spLocks/>
            </p:cNvSpPr>
            <p:nvPr/>
          </p:nvSpPr>
          <p:spPr bwMode="auto">
            <a:xfrm>
              <a:off x="8003869" y="1743316"/>
              <a:ext cx="3522663" cy="922672"/>
            </a:xfrm>
            <a:custGeom>
              <a:avLst/>
              <a:gdLst>
                <a:gd name="T0" fmla="*/ 2164 w 2219"/>
                <a:gd name="T1" fmla="*/ 0 h 362"/>
                <a:gd name="T2" fmla="*/ 1880 w 2219"/>
                <a:gd name="T3" fmla="*/ 362 h 362"/>
                <a:gd name="T4" fmla="*/ 1809 w 2219"/>
                <a:gd name="T5" fmla="*/ 362 h 362"/>
                <a:gd name="T6" fmla="*/ 2093 w 2219"/>
                <a:gd name="T7" fmla="*/ 0 h 362"/>
                <a:gd name="T8" fmla="*/ 285 w 2219"/>
                <a:gd name="T9" fmla="*/ 0 h 362"/>
                <a:gd name="T10" fmla="*/ 0 w 2219"/>
                <a:gd name="T11" fmla="*/ 362 h 362"/>
                <a:gd name="T12" fmla="*/ 1934 w 2219"/>
                <a:gd name="T13" fmla="*/ 362 h 362"/>
                <a:gd name="T14" fmla="*/ 2219 w 2219"/>
                <a:gd name="T15" fmla="*/ 0 h 362"/>
                <a:gd name="T16" fmla="*/ 2164 w 2219"/>
                <a:gd name="T17" fmla="*/ 0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19" h="362">
                  <a:moveTo>
                    <a:pt x="2164" y="0"/>
                  </a:moveTo>
                  <a:lnTo>
                    <a:pt x="1880" y="362"/>
                  </a:lnTo>
                  <a:lnTo>
                    <a:pt x="1809" y="362"/>
                  </a:lnTo>
                  <a:lnTo>
                    <a:pt x="2093" y="0"/>
                  </a:lnTo>
                  <a:lnTo>
                    <a:pt x="285" y="0"/>
                  </a:lnTo>
                  <a:lnTo>
                    <a:pt x="0" y="362"/>
                  </a:lnTo>
                  <a:lnTo>
                    <a:pt x="1934" y="362"/>
                  </a:lnTo>
                  <a:lnTo>
                    <a:pt x="2219" y="0"/>
                  </a:lnTo>
                  <a:lnTo>
                    <a:pt x="2164" y="0"/>
                  </a:lnTo>
                  <a:close/>
                </a:path>
              </a:pathLst>
            </a:custGeom>
            <a:solidFill>
              <a:srgbClr val="0097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00"/>
            </a:p>
          </p:txBody>
        </p:sp>
        <p:sp>
          <p:nvSpPr>
            <p:cNvPr id="105" name="Freeform 6">
              <a:extLst>
                <a:ext uri="{FF2B5EF4-FFF2-40B4-BE49-F238E27FC236}">
                  <a16:creationId xmlns:a16="http://schemas.microsoft.com/office/drawing/2014/main" id="{E575C5F7-49B3-467B-900E-964A76792CFB}"/>
                </a:ext>
              </a:extLst>
            </p:cNvPr>
            <p:cNvSpPr>
              <a:spLocks/>
            </p:cNvSpPr>
            <p:nvPr/>
          </p:nvSpPr>
          <p:spPr bwMode="auto">
            <a:xfrm>
              <a:off x="11182044" y="1743316"/>
              <a:ext cx="538163" cy="922672"/>
            </a:xfrm>
            <a:custGeom>
              <a:avLst/>
              <a:gdLst>
                <a:gd name="T0" fmla="*/ 284 w 339"/>
                <a:gd name="T1" fmla="*/ 0 h 362"/>
                <a:gd name="T2" fmla="*/ 0 w 339"/>
                <a:gd name="T3" fmla="*/ 362 h 362"/>
                <a:gd name="T4" fmla="*/ 54 w 339"/>
                <a:gd name="T5" fmla="*/ 362 h 362"/>
                <a:gd name="T6" fmla="*/ 339 w 339"/>
                <a:gd name="T7" fmla="*/ 0 h 362"/>
                <a:gd name="T8" fmla="*/ 284 w 339"/>
                <a:gd name="T9" fmla="*/ 0 h 362"/>
              </a:gdLst>
              <a:ahLst/>
              <a:cxnLst>
                <a:cxn ang="0">
                  <a:pos x="T0" y="T1"/>
                </a:cxn>
                <a:cxn ang="0">
                  <a:pos x="T2" y="T3"/>
                </a:cxn>
                <a:cxn ang="0">
                  <a:pos x="T4" y="T5"/>
                </a:cxn>
                <a:cxn ang="0">
                  <a:pos x="T6" y="T7"/>
                </a:cxn>
                <a:cxn ang="0">
                  <a:pos x="T8" y="T9"/>
                </a:cxn>
              </a:cxnLst>
              <a:rect l="0" t="0" r="r" b="b"/>
              <a:pathLst>
                <a:path w="339" h="362">
                  <a:moveTo>
                    <a:pt x="284" y="0"/>
                  </a:moveTo>
                  <a:lnTo>
                    <a:pt x="0" y="362"/>
                  </a:lnTo>
                  <a:lnTo>
                    <a:pt x="54" y="362"/>
                  </a:lnTo>
                  <a:lnTo>
                    <a:pt x="339" y="0"/>
                  </a:lnTo>
                  <a:lnTo>
                    <a:pt x="284" y="0"/>
                  </a:lnTo>
                  <a:close/>
                </a:path>
              </a:pathLst>
            </a:custGeom>
            <a:solidFill>
              <a:schemeClr val="accent6">
                <a:lumMod val="75000"/>
              </a:schemeClr>
            </a:solidFill>
            <a:ln>
              <a:noFill/>
            </a:ln>
          </p:spPr>
          <p:txBody>
            <a:bodyPr vert="horz" wrap="square" lIns="91440" tIns="45720" rIns="91440" bIns="45720" numCol="1" anchor="t" anchorCtr="0" compatLnSpc="1">
              <a:prstTxWarp prst="textNoShape">
                <a:avLst/>
              </a:prstTxWarp>
            </a:bodyPr>
            <a:lstStyle/>
            <a:p>
              <a:endParaRPr lang="en-US" sz="1300" dirty="0"/>
            </a:p>
          </p:txBody>
        </p:sp>
      </p:grpSp>
      <p:sp>
        <p:nvSpPr>
          <p:cNvPr id="117" name="íṥ1íḑé">
            <a:extLst>
              <a:ext uri="{FF2B5EF4-FFF2-40B4-BE49-F238E27FC236}">
                <a16:creationId xmlns:a16="http://schemas.microsoft.com/office/drawing/2014/main" id="{A00DA84B-D604-4CEE-8547-7B71A61F1904}"/>
              </a:ext>
            </a:extLst>
          </p:cNvPr>
          <p:cNvSpPr/>
          <p:nvPr/>
        </p:nvSpPr>
        <p:spPr bwMode="auto">
          <a:xfrm>
            <a:off x="2143162" y="2392753"/>
            <a:ext cx="2839997" cy="712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lvl="0"/>
            <a:r>
              <a:rPr lang="en-US" altLang="zh-CN" sz="1600" dirty="0">
                <a:solidFill>
                  <a:srgbClr val="FFFFFF"/>
                </a:solidFill>
                <a:ea typeface="Verdana" panose="020B0604030504040204" pitchFamily="34" charset="0"/>
                <a:cs typeface="Verdana" panose="020B0604030504040204" pitchFamily="34" charset="0"/>
              </a:rPr>
              <a:t>Material Management</a:t>
            </a:r>
          </a:p>
        </p:txBody>
      </p:sp>
      <p:sp>
        <p:nvSpPr>
          <p:cNvPr id="118" name="íṥ1íḑé">
            <a:extLst>
              <a:ext uri="{FF2B5EF4-FFF2-40B4-BE49-F238E27FC236}">
                <a16:creationId xmlns:a16="http://schemas.microsoft.com/office/drawing/2014/main" id="{7D931080-C1EF-4481-8401-441DA7DE3C5F}"/>
              </a:ext>
            </a:extLst>
          </p:cNvPr>
          <p:cNvSpPr/>
          <p:nvPr/>
        </p:nvSpPr>
        <p:spPr bwMode="auto">
          <a:xfrm>
            <a:off x="1330960" y="3325019"/>
            <a:ext cx="3590505" cy="712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lvl="0"/>
            <a:r>
              <a:rPr lang="en-US" altLang="zh-CN" sz="1600" dirty="0">
                <a:solidFill>
                  <a:srgbClr val="FFFFFF"/>
                </a:solidFill>
                <a:ea typeface="Verdana" panose="020B0604030504040204" pitchFamily="34" charset="0"/>
                <a:cs typeface="Verdana" panose="020B0604030504040204" pitchFamily="34" charset="0"/>
              </a:rPr>
              <a:t>Sales &amp; Distribution Management</a:t>
            </a:r>
          </a:p>
        </p:txBody>
      </p:sp>
      <p:sp>
        <p:nvSpPr>
          <p:cNvPr id="119" name="íṥ1íḑé">
            <a:extLst>
              <a:ext uri="{FF2B5EF4-FFF2-40B4-BE49-F238E27FC236}">
                <a16:creationId xmlns:a16="http://schemas.microsoft.com/office/drawing/2014/main" id="{9FD81766-E53B-4501-BCD5-04D4A933CA4C}"/>
              </a:ext>
            </a:extLst>
          </p:cNvPr>
          <p:cNvSpPr/>
          <p:nvPr/>
        </p:nvSpPr>
        <p:spPr bwMode="auto">
          <a:xfrm>
            <a:off x="1223128" y="4230698"/>
            <a:ext cx="3813097" cy="728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lvl="0"/>
            <a:r>
              <a:rPr lang="en-US" altLang="zh-CN" sz="1600" dirty="0">
                <a:solidFill>
                  <a:srgbClr val="FFFFFF"/>
                </a:solidFill>
                <a:ea typeface="Verdana" panose="020B0604030504040204" pitchFamily="34" charset="0"/>
                <a:cs typeface="Verdana" panose="020B0604030504040204" pitchFamily="34" charset="0"/>
              </a:rPr>
              <a:t>Financial Accounting and Management</a:t>
            </a:r>
          </a:p>
        </p:txBody>
      </p:sp>
      <p:sp>
        <p:nvSpPr>
          <p:cNvPr id="120" name="íṥ1íḑé">
            <a:extLst>
              <a:ext uri="{FF2B5EF4-FFF2-40B4-BE49-F238E27FC236}">
                <a16:creationId xmlns:a16="http://schemas.microsoft.com/office/drawing/2014/main" id="{DAEABF1E-D3B7-4192-837C-1FA0B5B9D4DE}"/>
              </a:ext>
            </a:extLst>
          </p:cNvPr>
          <p:cNvSpPr/>
          <p:nvPr/>
        </p:nvSpPr>
        <p:spPr bwMode="auto">
          <a:xfrm>
            <a:off x="1147627" y="5156385"/>
            <a:ext cx="4027952" cy="712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lvl="0" algn="ctr"/>
            <a:r>
              <a:rPr lang="en-US" altLang="zh-CN" sz="1600" dirty="0">
                <a:solidFill>
                  <a:srgbClr val="FFFFFF"/>
                </a:solidFill>
                <a:ea typeface="Verdana" panose="020B0604030504040204" pitchFamily="34" charset="0"/>
                <a:cs typeface="Verdana" panose="020B0604030504040204" pitchFamily="34" charset="0"/>
              </a:rPr>
              <a:t>Plant Operation &amp; Maintenance Management including permit to work module</a:t>
            </a:r>
          </a:p>
        </p:txBody>
      </p:sp>
      <p:sp>
        <p:nvSpPr>
          <p:cNvPr id="123" name="Freeform 26">
            <a:extLst>
              <a:ext uri="{FF2B5EF4-FFF2-40B4-BE49-F238E27FC236}">
                <a16:creationId xmlns:a16="http://schemas.microsoft.com/office/drawing/2014/main" id="{35299F6B-C6A1-4B2A-B96F-F086A2AFC68E}"/>
              </a:ext>
            </a:extLst>
          </p:cNvPr>
          <p:cNvSpPr>
            <a:spLocks noEditPoints="1"/>
          </p:cNvSpPr>
          <p:nvPr/>
        </p:nvSpPr>
        <p:spPr bwMode="auto">
          <a:xfrm>
            <a:off x="6274953" y="1447531"/>
            <a:ext cx="5131280" cy="4440225"/>
          </a:xfrm>
          <a:prstGeom prst="round2DiagRect">
            <a:avLst>
              <a:gd name="adj1" fmla="val 13616"/>
              <a:gd name="adj2" fmla="val 0"/>
            </a:avLst>
          </a:prstGeom>
          <a:solidFill>
            <a:schemeClr val="bg1">
              <a:lumMod val="95000"/>
            </a:schemeClr>
          </a:solidFill>
          <a:ln>
            <a:solidFill>
              <a:srgbClr val="43B02A"/>
            </a:solidFill>
          </a:ln>
        </p:spPr>
        <p:txBody>
          <a:bodyPr vert="horz" wrap="square" lIns="91440" tIns="182880" rIns="0" bIns="91440" numCol="1" anchor="t" anchorCtr="0" compatLnSpc="1">
            <a:prstTxWarp prst="textNoShape">
              <a:avLst/>
            </a:prstTxWarp>
          </a:bodyPr>
          <a:lstStyle/>
          <a:p>
            <a:pPr algn="ctr" defTabSz="913686"/>
            <a:r>
              <a:rPr lang="en-US" sz="1600" b="1" dirty="0">
                <a:solidFill>
                  <a:srgbClr val="43B02A"/>
                </a:solidFill>
                <a:cs typeface="Arial" panose="020B0604020202020204" pitchFamily="34" charset="0"/>
              </a:rPr>
              <a:t>Key aspects to be covered for Functional Study</a:t>
            </a:r>
            <a:endParaRPr lang="en-US" sz="1200" b="1" dirty="0">
              <a:solidFill>
                <a:srgbClr val="000000"/>
              </a:solidFill>
              <a:cs typeface="Arial" panose="020B0604020202020204" pitchFamily="34" charset="0"/>
            </a:endParaRPr>
          </a:p>
        </p:txBody>
      </p:sp>
      <p:grpSp>
        <p:nvGrpSpPr>
          <p:cNvPr id="124" name="Group 123">
            <a:extLst>
              <a:ext uri="{FF2B5EF4-FFF2-40B4-BE49-F238E27FC236}">
                <a16:creationId xmlns:a16="http://schemas.microsoft.com/office/drawing/2014/main" id="{59830ABF-0FB9-4AAF-98A6-2FE476EF4755}"/>
              </a:ext>
            </a:extLst>
          </p:cNvPr>
          <p:cNvGrpSpPr/>
          <p:nvPr/>
        </p:nvGrpSpPr>
        <p:grpSpPr>
          <a:xfrm>
            <a:off x="10544818" y="4982961"/>
            <a:ext cx="881735" cy="877825"/>
            <a:chOff x="2616467" y="5484875"/>
            <a:chExt cx="881735" cy="877825"/>
          </a:xfrm>
        </p:grpSpPr>
        <p:sp>
          <p:nvSpPr>
            <p:cNvPr id="125" name="Oval 124">
              <a:extLst>
                <a:ext uri="{FF2B5EF4-FFF2-40B4-BE49-F238E27FC236}">
                  <a16:creationId xmlns:a16="http://schemas.microsoft.com/office/drawing/2014/main" id="{243845AE-5F9A-492C-8DDD-B012FFF82C08}"/>
                </a:ext>
              </a:extLst>
            </p:cNvPr>
            <p:cNvSpPr/>
            <p:nvPr/>
          </p:nvSpPr>
          <p:spPr bwMode="gray">
            <a:xfrm>
              <a:off x="2616467" y="5484876"/>
              <a:ext cx="881735" cy="877824"/>
            </a:xfrm>
            <a:prstGeom prst="ellipse">
              <a:avLst/>
            </a:prstGeom>
            <a:solidFill>
              <a:srgbClr val="FFFFFF"/>
            </a:solidFill>
            <a:ln w="19050" algn="ctr">
              <a:noFill/>
              <a:miter lim="800000"/>
              <a:headEnd/>
              <a:tailEnd/>
            </a:ln>
          </p:spPr>
          <p:txBody>
            <a:bodyPr wrap="square" lIns="91440" tIns="182880" rIns="0" bIns="91440" rtlCol="0" anchor="ctr"/>
            <a:lstStyle/>
            <a:p>
              <a:pPr algn="ctr">
                <a:defRPr/>
              </a:pPr>
              <a:endParaRPr lang="en-US" sz="1200" b="1" kern="0" dirty="0">
                <a:solidFill>
                  <a:prstClr val="white"/>
                </a:solidFill>
                <a:latin typeface="Verdana"/>
              </a:endParaRPr>
            </a:p>
          </p:txBody>
        </p:sp>
        <p:sp>
          <p:nvSpPr>
            <p:cNvPr id="126" name="Arc 125">
              <a:extLst>
                <a:ext uri="{FF2B5EF4-FFF2-40B4-BE49-F238E27FC236}">
                  <a16:creationId xmlns:a16="http://schemas.microsoft.com/office/drawing/2014/main" id="{61CEF2A8-92E9-48B7-9F91-93BCB584B5F0}"/>
                </a:ext>
              </a:extLst>
            </p:cNvPr>
            <p:cNvSpPr/>
            <p:nvPr/>
          </p:nvSpPr>
          <p:spPr bwMode="gray">
            <a:xfrm>
              <a:off x="2616467" y="5484875"/>
              <a:ext cx="881735" cy="877824"/>
            </a:xfrm>
            <a:prstGeom prst="arc">
              <a:avLst>
                <a:gd name="adj1" fmla="val 5469556"/>
                <a:gd name="adj2" fmla="val 0"/>
              </a:avLst>
            </a:prstGeom>
            <a:solidFill>
              <a:srgbClr val="FFFFFF"/>
            </a:solidFill>
            <a:ln w="19050" algn="ctr">
              <a:solidFill>
                <a:srgbClr val="43B02A"/>
              </a:solidFill>
              <a:miter lim="800000"/>
              <a:headEnd/>
              <a:tailEnd/>
            </a:ln>
          </p:spPr>
          <p:txBody>
            <a:bodyPr wrap="square" lIns="91440" tIns="182880" rIns="0" bIns="91440" rtlCol="0" anchor="ctr"/>
            <a:lstStyle/>
            <a:p>
              <a:pPr algn="ctr">
                <a:defRPr/>
              </a:pPr>
              <a:endParaRPr lang="en-US" sz="1200" b="1" kern="0" dirty="0">
                <a:solidFill>
                  <a:prstClr val="white"/>
                </a:solidFill>
                <a:latin typeface="Verdana"/>
              </a:endParaRPr>
            </a:p>
          </p:txBody>
        </p:sp>
      </p:grpSp>
      <p:sp>
        <p:nvSpPr>
          <p:cNvPr id="127" name="Freeform 680">
            <a:extLst>
              <a:ext uri="{FF2B5EF4-FFF2-40B4-BE49-F238E27FC236}">
                <a16:creationId xmlns:a16="http://schemas.microsoft.com/office/drawing/2014/main" id="{A25B41D5-9629-499E-8B33-DB1FFE1B3B7D}"/>
              </a:ext>
            </a:extLst>
          </p:cNvPr>
          <p:cNvSpPr>
            <a:spLocks noChangeAspect="1" noEditPoints="1"/>
          </p:cNvSpPr>
          <p:nvPr/>
        </p:nvSpPr>
        <p:spPr bwMode="auto">
          <a:xfrm>
            <a:off x="10704178" y="5142625"/>
            <a:ext cx="548641" cy="548640"/>
          </a:xfrm>
          <a:custGeom>
            <a:avLst/>
            <a:gdLst>
              <a:gd name="T0" fmla="*/ 337 w 512"/>
              <a:gd name="T1" fmla="*/ 202 h 512"/>
              <a:gd name="T2" fmla="*/ 309 w 512"/>
              <a:gd name="T3" fmla="*/ 175 h 512"/>
              <a:gd name="T4" fmla="*/ 215 w 512"/>
              <a:gd name="T5" fmla="*/ 312 h 512"/>
              <a:gd name="T6" fmla="*/ 226 w 512"/>
              <a:gd name="T7" fmla="*/ 300 h 512"/>
              <a:gd name="T8" fmla="*/ 138 w 512"/>
              <a:gd name="T9" fmla="*/ 207 h 512"/>
              <a:gd name="T10" fmla="*/ 197 w 512"/>
              <a:gd name="T11" fmla="*/ 299 h 512"/>
              <a:gd name="T12" fmla="*/ 512 w 512"/>
              <a:gd name="T13" fmla="*/ 256 h 512"/>
              <a:gd name="T14" fmla="*/ 0 w 512"/>
              <a:gd name="T15" fmla="*/ 256 h 512"/>
              <a:gd name="T16" fmla="*/ 512 w 512"/>
              <a:gd name="T17" fmla="*/ 256 h 512"/>
              <a:gd name="T18" fmla="*/ 195 w 512"/>
              <a:gd name="T19" fmla="*/ 327 h 512"/>
              <a:gd name="T20" fmla="*/ 242 w 512"/>
              <a:gd name="T21" fmla="*/ 341 h 512"/>
              <a:gd name="T22" fmla="*/ 253 w 512"/>
              <a:gd name="T23" fmla="*/ 338 h 512"/>
              <a:gd name="T24" fmla="*/ 245 w 512"/>
              <a:gd name="T25" fmla="*/ 285 h 512"/>
              <a:gd name="T26" fmla="*/ 146 w 512"/>
              <a:gd name="T27" fmla="*/ 184 h 512"/>
              <a:gd name="T28" fmla="*/ 99 w 512"/>
              <a:gd name="T29" fmla="*/ 216 h 512"/>
              <a:gd name="T30" fmla="*/ 373 w 512"/>
              <a:gd name="T31" fmla="*/ 213 h 512"/>
              <a:gd name="T32" fmla="*/ 372 w 512"/>
              <a:gd name="T33" fmla="*/ 209 h 512"/>
              <a:gd name="T34" fmla="*/ 306 w 512"/>
              <a:gd name="T35" fmla="*/ 141 h 512"/>
              <a:gd name="T36" fmla="*/ 298 w 512"/>
              <a:gd name="T37" fmla="*/ 138 h 512"/>
              <a:gd name="T38" fmla="*/ 170 w 512"/>
              <a:gd name="T39" fmla="*/ 149 h 512"/>
              <a:gd name="T40" fmla="*/ 181 w 512"/>
              <a:gd name="T41" fmla="*/ 192 h 512"/>
              <a:gd name="T42" fmla="*/ 192 w 512"/>
              <a:gd name="T43" fmla="*/ 160 h 512"/>
              <a:gd name="T44" fmla="*/ 288 w 512"/>
              <a:gd name="T45" fmla="*/ 213 h 512"/>
              <a:gd name="T46" fmla="*/ 352 w 512"/>
              <a:gd name="T47" fmla="*/ 224 h 512"/>
              <a:gd name="T48" fmla="*/ 192 w 512"/>
              <a:gd name="T49" fmla="*/ 394 h 512"/>
              <a:gd name="T50" fmla="*/ 181 w 512"/>
              <a:gd name="T51" fmla="*/ 341 h 512"/>
              <a:gd name="T52" fmla="*/ 170 w 512"/>
              <a:gd name="T53" fmla="*/ 405 h 512"/>
              <a:gd name="T54" fmla="*/ 362 w 512"/>
              <a:gd name="T55" fmla="*/ 416 h 512"/>
              <a:gd name="T56" fmla="*/ 373 w 512"/>
              <a:gd name="T57" fmla="*/ 213 h 512"/>
              <a:gd name="T58" fmla="*/ 320 w 512"/>
              <a:gd name="T59" fmla="*/ 277 h 512"/>
              <a:gd name="T60" fmla="*/ 266 w 512"/>
              <a:gd name="T61" fmla="*/ 288 h 512"/>
              <a:gd name="T62" fmla="*/ 320 w 512"/>
              <a:gd name="T63" fmla="*/ 298 h 512"/>
              <a:gd name="T64" fmla="*/ 320 w 512"/>
              <a:gd name="T65" fmla="*/ 320 h 512"/>
              <a:gd name="T66" fmla="*/ 277 w 512"/>
              <a:gd name="T67" fmla="*/ 330 h 512"/>
              <a:gd name="T68" fmla="*/ 320 w 512"/>
              <a:gd name="T69" fmla="*/ 341 h 512"/>
              <a:gd name="T70" fmla="*/ 320 w 512"/>
              <a:gd name="T71" fmla="*/ 32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12" h="512">
                <a:moveTo>
                  <a:pt x="309" y="175"/>
                </a:moveTo>
                <a:cubicBezTo>
                  <a:pt x="337" y="202"/>
                  <a:pt x="337" y="202"/>
                  <a:pt x="337" y="202"/>
                </a:cubicBezTo>
                <a:cubicBezTo>
                  <a:pt x="309" y="202"/>
                  <a:pt x="309" y="202"/>
                  <a:pt x="309" y="202"/>
                </a:cubicBezTo>
                <a:lnTo>
                  <a:pt x="309" y="175"/>
                </a:lnTo>
                <a:close/>
                <a:moveTo>
                  <a:pt x="226" y="300"/>
                </a:moveTo>
                <a:cubicBezTo>
                  <a:pt x="215" y="312"/>
                  <a:pt x="215" y="312"/>
                  <a:pt x="215" y="312"/>
                </a:cubicBezTo>
                <a:cubicBezTo>
                  <a:pt x="230" y="316"/>
                  <a:pt x="230" y="316"/>
                  <a:pt x="230" y="316"/>
                </a:cubicBezTo>
                <a:lnTo>
                  <a:pt x="226" y="300"/>
                </a:lnTo>
                <a:close/>
                <a:moveTo>
                  <a:pt x="214" y="282"/>
                </a:moveTo>
                <a:cubicBezTo>
                  <a:pt x="138" y="207"/>
                  <a:pt x="138" y="207"/>
                  <a:pt x="138" y="207"/>
                </a:cubicBezTo>
                <a:cubicBezTo>
                  <a:pt x="121" y="224"/>
                  <a:pt x="121" y="224"/>
                  <a:pt x="121" y="224"/>
                </a:cubicBezTo>
                <a:cubicBezTo>
                  <a:pt x="197" y="299"/>
                  <a:pt x="197" y="299"/>
                  <a:pt x="197" y="299"/>
                </a:cubicBezTo>
                <a:lnTo>
                  <a:pt x="214" y="282"/>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99" y="231"/>
                </a:moveTo>
                <a:cubicBezTo>
                  <a:pt x="195" y="327"/>
                  <a:pt x="195" y="327"/>
                  <a:pt x="195" y="327"/>
                </a:cubicBezTo>
                <a:cubicBezTo>
                  <a:pt x="196" y="329"/>
                  <a:pt x="198" y="330"/>
                  <a:pt x="200" y="330"/>
                </a:cubicBezTo>
                <a:cubicBezTo>
                  <a:pt x="242" y="341"/>
                  <a:pt x="242" y="341"/>
                  <a:pt x="242" y="341"/>
                </a:cubicBezTo>
                <a:cubicBezTo>
                  <a:pt x="243" y="341"/>
                  <a:pt x="244" y="341"/>
                  <a:pt x="245" y="341"/>
                </a:cubicBezTo>
                <a:cubicBezTo>
                  <a:pt x="248" y="341"/>
                  <a:pt x="251" y="340"/>
                  <a:pt x="253" y="338"/>
                </a:cubicBezTo>
                <a:cubicBezTo>
                  <a:pt x="255" y="335"/>
                  <a:pt x="256" y="331"/>
                  <a:pt x="255" y="328"/>
                </a:cubicBezTo>
                <a:cubicBezTo>
                  <a:pt x="245" y="285"/>
                  <a:pt x="245" y="285"/>
                  <a:pt x="245" y="285"/>
                </a:cubicBezTo>
                <a:cubicBezTo>
                  <a:pt x="244" y="283"/>
                  <a:pt x="243" y="281"/>
                  <a:pt x="242" y="280"/>
                </a:cubicBezTo>
                <a:cubicBezTo>
                  <a:pt x="146" y="184"/>
                  <a:pt x="146" y="184"/>
                  <a:pt x="146" y="184"/>
                </a:cubicBezTo>
                <a:cubicBezTo>
                  <a:pt x="142" y="180"/>
                  <a:pt x="135" y="180"/>
                  <a:pt x="131" y="184"/>
                </a:cubicBezTo>
                <a:cubicBezTo>
                  <a:pt x="99" y="216"/>
                  <a:pt x="99" y="216"/>
                  <a:pt x="99" y="216"/>
                </a:cubicBezTo>
                <a:cubicBezTo>
                  <a:pt x="95" y="220"/>
                  <a:pt x="95" y="227"/>
                  <a:pt x="99" y="231"/>
                </a:cubicBezTo>
                <a:close/>
                <a:moveTo>
                  <a:pt x="373" y="213"/>
                </a:moveTo>
                <a:cubicBezTo>
                  <a:pt x="373" y="213"/>
                  <a:pt x="373" y="213"/>
                  <a:pt x="373" y="213"/>
                </a:cubicBezTo>
                <a:cubicBezTo>
                  <a:pt x="373" y="211"/>
                  <a:pt x="373" y="210"/>
                  <a:pt x="372" y="209"/>
                </a:cubicBezTo>
                <a:cubicBezTo>
                  <a:pt x="372" y="208"/>
                  <a:pt x="371" y="206"/>
                  <a:pt x="370" y="205"/>
                </a:cubicBezTo>
                <a:cubicBezTo>
                  <a:pt x="306" y="141"/>
                  <a:pt x="306" y="141"/>
                  <a:pt x="306" y="141"/>
                </a:cubicBezTo>
                <a:cubicBezTo>
                  <a:pt x="305" y="140"/>
                  <a:pt x="304" y="140"/>
                  <a:pt x="302" y="139"/>
                </a:cubicBezTo>
                <a:cubicBezTo>
                  <a:pt x="301" y="139"/>
                  <a:pt x="300" y="138"/>
                  <a:pt x="298" y="138"/>
                </a:cubicBezTo>
                <a:cubicBezTo>
                  <a:pt x="181" y="138"/>
                  <a:pt x="181" y="138"/>
                  <a:pt x="181" y="138"/>
                </a:cubicBezTo>
                <a:cubicBezTo>
                  <a:pt x="175" y="138"/>
                  <a:pt x="170" y="143"/>
                  <a:pt x="170" y="149"/>
                </a:cubicBezTo>
                <a:cubicBezTo>
                  <a:pt x="170" y="181"/>
                  <a:pt x="170" y="181"/>
                  <a:pt x="170" y="181"/>
                </a:cubicBezTo>
                <a:cubicBezTo>
                  <a:pt x="170" y="187"/>
                  <a:pt x="175" y="192"/>
                  <a:pt x="181" y="192"/>
                </a:cubicBezTo>
                <a:cubicBezTo>
                  <a:pt x="187" y="192"/>
                  <a:pt x="192" y="187"/>
                  <a:pt x="192" y="181"/>
                </a:cubicBezTo>
                <a:cubicBezTo>
                  <a:pt x="192" y="160"/>
                  <a:pt x="192" y="160"/>
                  <a:pt x="192" y="160"/>
                </a:cubicBezTo>
                <a:cubicBezTo>
                  <a:pt x="288" y="160"/>
                  <a:pt x="288" y="160"/>
                  <a:pt x="288" y="160"/>
                </a:cubicBezTo>
                <a:cubicBezTo>
                  <a:pt x="288" y="213"/>
                  <a:pt x="288" y="213"/>
                  <a:pt x="288" y="213"/>
                </a:cubicBezTo>
                <a:cubicBezTo>
                  <a:pt x="288" y="219"/>
                  <a:pt x="292" y="224"/>
                  <a:pt x="298" y="224"/>
                </a:cubicBezTo>
                <a:cubicBezTo>
                  <a:pt x="352" y="224"/>
                  <a:pt x="352" y="224"/>
                  <a:pt x="352" y="224"/>
                </a:cubicBezTo>
                <a:cubicBezTo>
                  <a:pt x="352" y="394"/>
                  <a:pt x="352" y="394"/>
                  <a:pt x="352" y="394"/>
                </a:cubicBezTo>
                <a:cubicBezTo>
                  <a:pt x="192" y="394"/>
                  <a:pt x="192" y="394"/>
                  <a:pt x="192" y="394"/>
                </a:cubicBezTo>
                <a:cubicBezTo>
                  <a:pt x="192" y="352"/>
                  <a:pt x="192" y="352"/>
                  <a:pt x="192" y="352"/>
                </a:cubicBezTo>
                <a:cubicBezTo>
                  <a:pt x="192" y="346"/>
                  <a:pt x="187" y="341"/>
                  <a:pt x="181" y="341"/>
                </a:cubicBezTo>
                <a:cubicBezTo>
                  <a:pt x="175" y="341"/>
                  <a:pt x="170" y="346"/>
                  <a:pt x="170" y="352"/>
                </a:cubicBezTo>
                <a:cubicBezTo>
                  <a:pt x="170" y="405"/>
                  <a:pt x="170" y="405"/>
                  <a:pt x="170" y="405"/>
                </a:cubicBezTo>
                <a:cubicBezTo>
                  <a:pt x="170" y="411"/>
                  <a:pt x="175" y="416"/>
                  <a:pt x="181" y="416"/>
                </a:cubicBezTo>
                <a:cubicBezTo>
                  <a:pt x="362" y="416"/>
                  <a:pt x="362" y="416"/>
                  <a:pt x="362" y="416"/>
                </a:cubicBezTo>
                <a:cubicBezTo>
                  <a:pt x="368" y="416"/>
                  <a:pt x="373" y="411"/>
                  <a:pt x="373" y="405"/>
                </a:cubicBezTo>
                <a:lnTo>
                  <a:pt x="373" y="213"/>
                </a:lnTo>
                <a:close/>
                <a:moveTo>
                  <a:pt x="330" y="288"/>
                </a:moveTo>
                <a:cubicBezTo>
                  <a:pt x="330" y="282"/>
                  <a:pt x="326" y="277"/>
                  <a:pt x="320" y="277"/>
                </a:cubicBezTo>
                <a:cubicBezTo>
                  <a:pt x="277" y="277"/>
                  <a:pt x="277" y="277"/>
                  <a:pt x="277" y="277"/>
                </a:cubicBezTo>
                <a:cubicBezTo>
                  <a:pt x="271" y="277"/>
                  <a:pt x="266" y="282"/>
                  <a:pt x="266" y="288"/>
                </a:cubicBezTo>
                <a:cubicBezTo>
                  <a:pt x="266" y="294"/>
                  <a:pt x="271" y="298"/>
                  <a:pt x="277" y="298"/>
                </a:cubicBezTo>
                <a:cubicBezTo>
                  <a:pt x="320" y="298"/>
                  <a:pt x="320" y="298"/>
                  <a:pt x="320" y="298"/>
                </a:cubicBezTo>
                <a:cubicBezTo>
                  <a:pt x="326" y="298"/>
                  <a:pt x="330" y="294"/>
                  <a:pt x="330" y="288"/>
                </a:cubicBezTo>
                <a:close/>
                <a:moveTo>
                  <a:pt x="320" y="320"/>
                </a:moveTo>
                <a:cubicBezTo>
                  <a:pt x="288" y="320"/>
                  <a:pt x="288" y="320"/>
                  <a:pt x="288" y="320"/>
                </a:cubicBezTo>
                <a:cubicBezTo>
                  <a:pt x="282" y="320"/>
                  <a:pt x="277" y="324"/>
                  <a:pt x="277" y="330"/>
                </a:cubicBezTo>
                <a:cubicBezTo>
                  <a:pt x="277" y="336"/>
                  <a:pt x="282" y="341"/>
                  <a:pt x="288" y="341"/>
                </a:cubicBezTo>
                <a:cubicBezTo>
                  <a:pt x="320" y="341"/>
                  <a:pt x="320" y="341"/>
                  <a:pt x="320" y="341"/>
                </a:cubicBezTo>
                <a:cubicBezTo>
                  <a:pt x="326" y="341"/>
                  <a:pt x="330" y="336"/>
                  <a:pt x="330" y="330"/>
                </a:cubicBezTo>
                <a:cubicBezTo>
                  <a:pt x="330" y="324"/>
                  <a:pt x="326" y="320"/>
                  <a:pt x="320" y="32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solidFill>
                <a:prstClr val="black"/>
              </a:solidFill>
              <a:latin typeface="Verdana"/>
            </a:endParaRPr>
          </a:p>
        </p:txBody>
      </p:sp>
      <p:sp>
        <p:nvSpPr>
          <p:cNvPr id="128" name="TextBox 127">
            <a:extLst>
              <a:ext uri="{FF2B5EF4-FFF2-40B4-BE49-F238E27FC236}">
                <a16:creationId xmlns:a16="http://schemas.microsoft.com/office/drawing/2014/main" id="{52316432-AD04-444D-8284-DF2AE3FB68F4}"/>
              </a:ext>
            </a:extLst>
          </p:cNvPr>
          <p:cNvSpPr txBox="1"/>
          <p:nvPr/>
        </p:nvSpPr>
        <p:spPr>
          <a:xfrm>
            <a:off x="584118" y="6266563"/>
            <a:ext cx="10825562" cy="276999"/>
          </a:xfrm>
          <a:prstGeom prst="rect">
            <a:avLst/>
          </a:prstGeom>
          <a:noFill/>
        </p:spPr>
        <p:txBody>
          <a:bodyPr wrap="square">
            <a:spAutoFit/>
          </a:bodyPr>
          <a:lstStyle/>
          <a:p>
            <a:pPr marL="0" lvl="1">
              <a:spcBef>
                <a:spcPts val="600"/>
              </a:spcBef>
              <a:spcAft>
                <a:spcPts val="300"/>
              </a:spcAft>
              <a:buSzPct val="100000"/>
            </a:pPr>
            <a:r>
              <a:rPr lang="en-US" sz="1200" b="1" dirty="0"/>
              <a:t>Note - Detailed Scope of Work to be followed as per the tender document throughout the course of assignment </a:t>
            </a:r>
          </a:p>
        </p:txBody>
      </p:sp>
      <p:sp>
        <p:nvSpPr>
          <p:cNvPr id="129" name="TextBox 128">
            <a:extLst>
              <a:ext uri="{FF2B5EF4-FFF2-40B4-BE49-F238E27FC236}">
                <a16:creationId xmlns:a16="http://schemas.microsoft.com/office/drawing/2014/main" id="{8F47D718-EE9E-4E21-B44D-6821ACA2E9DA}"/>
              </a:ext>
            </a:extLst>
          </p:cNvPr>
          <p:cNvSpPr txBox="1"/>
          <p:nvPr/>
        </p:nvSpPr>
        <p:spPr>
          <a:xfrm>
            <a:off x="516407" y="1126771"/>
            <a:ext cx="6163017" cy="200055"/>
          </a:xfrm>
          <a:prstGeom prst="rect">
            <a:avLst/>
          </a:prstGeom>
          <a:solidFill>
            <a:schemeClr val="bg1"/>
          </a:solidFill>
        </p:spPr>
        <p:txBody>
          <a:bodyPr wrap="square" lIns="0" tIns="0" rIns="0" bIns="0" rtlCol="0">
            <a:spAutoFit/>
          </a:bodyPr>
          <a:lstStyle/>
          <a:p>
            <a:pPr algn="ctr">
              <a:spcBef>
                <a:spcPts val="600"/>
              </a:spcBef>
              <a:buSzPct val="100000"/>
            </a:pPr>
            <a:r>
              <a:rPr lang="en-GB" sz="1300" b="1" dirty="0">
                <a:solidFill>
                  <a:srgbClr val="313131"/>
                </a:solidFill>
              </a:rPr>
              <a:t>Functional Areas under the proposed ERP system and Key Considerations</a:t>
            </a:r>
          </a:p>
        </p:txBody>
      </p:sp>
      <p:sp>
        <p:nvSpPr>
          <p:cNvPr id="36" name="TextBox 35">
            <a:extLst>
              <a:ext uri="{FF2B5EF4-FFF2-40B4-BE49-F238E27FC236}">
                <a16:creationId xmlns:a16="http://schemas.microsoft.com/office/drawing/2014/main" id="{A8939329-2E24-4D6D-A701-8F9F8237919B}"/>
              </a:ext>
            </a:extLst>
          </p:cNvPr>
          <p:cNvSpPr txBox="1"/>
          <p:nvPr/>
        </p:nvSpPr>
        <p:spPr>
          <a:xfrm>
            <a:off x="6318689" y="2160321"/>
            <a:ext cx="4934130" cy="2708434"/>
          </a:xfrm>
          <a:prstGeom prst="rect">
            <a:avLst/>
          </a:prstGeom>
          <a:noFill/>
        </p:spPr>
        <p:txBody>
          <a:bodyPr wrap="square">
            <a:spAutoFit/>
          </a:bodyPr>
          <a:lstStyle/>
          <a:p>
            <a:pPr marL="171450" lvl="0" indent="-171450" algn="just">
              <a:spcBef>
                <a:spcPts val="400"/>
              </a:spcBef>
              <a:spcAft>
                <a:spcPts val="200"/>
              </a:spcAft>
              <a:buClr>
                <a:schemeClr val="tx1"/>
              </a:buClr>
              <a:buFont typeface="Wingdings" panose="05000000000000000000" pitchFamily="2" charset="2"/>
              <a:buChar char="§"/>
            </a:pPr>
            <a:r>
              <a:rPr lang="en-US" sz="1500" kern="0" dirty="0">
                <a:solidFill>
                  <a:srgbClr val="000000"/>
                </a:solidFill>
                <a:latin typeface="+mj-lt"/>
              </a:rPr>
              <a:t>As-is assessment of the existing business processes vis-a-vis. best in class practices</a:t>
            </a:r>
            <a:endParaRPr lang="en-US" sz="1500" b="1" kern="0" dirty="0">
              <a:solidFill>
                <a:srgbClr val="000000"/>
              </a:solidFill>
              <a:latin typeface="+mj-lt"/>
            </a:endParaRPr>
          </a:p>
          <a:p>
            <a:pPr marL="171450" lvl="0" indent="-171450" algn="just">
              <a:spcBef>
                <a:spcPts val="400"/>
              </a:spcBef>
              <a:spcAft>
                <a:spcPts val="200"/>
              </a:spcAft>
              <a:buClr>
                <a:schemeClr val="tx1"/>
              </a:buClr>
              <a:buFont typeface="Wingdings" panose="05000000000000000000" pitchFamily="2" charset="2"/>
              <a:buChar char="§"/>
            </a:pPr>
            <a:r>
              <a:rPr lang="en-US" sz="1500" kern="0" dirty="0">
                <a:solidFill>
                  <a:srgbClr val="000000"/>
                </a:solidFill>
                <a:latin typeface="+mj-lt"/>
              </a:rPr>
              <a:t>Assess ways of integrating existing processes, systems with proposed ERP system</a:t>
            </a:r>
            <a:endParaRPr lang="en-US" sz="1500" kern="0" dirty="0">
              <a:solidFill>
                <a:srgbClr val="FF0000"/>
              </a:solidFill>
              <a:latin typeface="+mj-lt"/>
            </a:endParaRPr>
          </a:p>
          <a:p>
            <a:pPr marL="171450" lvl="0" indent="-171450" algn="just">
              <a:spcBef>
                <a:spcPts val="400"/>
              </a:spcBef>
              <a:spcAft>
                <a:spcPts val="200"/>
              </a:spcAft>
              <a:buClr>
                <a:schemeClr val="tx1"/>
              </a:buClr>
              <a:buFont typeface="Wingdings" panose="05000000000000000000" pitchFamily="2" charset="2"/>
              <a:buChar char="§"/>
            </a:pPr>
            <a:r>
              <a:rPr lang="en-US" sz="1500" kern="0" dirty="0">
                <a:latin typeface="+mj-lt"/>
              </a:rPr>
              <a:t>Listing changes in business processes required and effort in affecting those changes before implementing  ERP</a:t>
            </a:r>
          </a:p>
          <a:p>
            <a:pPr marL="171450" lvl="0" indent="-171450" algn="just">
              <a:spcBef>
                <a:spcPts val="400"/>
              </a:spcBef>
              <a:spcAft>
                <a:spcPts val="200"/>
              </a:spcAft>
              <a:buClr>
                <a:schemeClr val="tx1"/>
              </a:buClr>
              <a:buFont typeface="Wingdings" panose="05000000000000000000" pitchFamily="2" charset="2"/>
              <a:buChar char="§"/>
            </a:pPr>
            <a:r>
              <a:rPr lang="en-US" sz="1500" kern="0" dirty="0">
                <a:solidFill>
                  <a:srgbClr val="000000"/>
                </a:solidFill>
                <a:latin typeface="+mj-lt"/>
              </a:rPr>
              <a:t>Design of to-be business processes required for affecting changes</a:t>
            </a:r>
          </a:p>
          <a:p>
            <a:pPr marL="171450" lvl="0" indent="-171450" algn="just">
              <a:spcBef>
                <a:spcPts val="400"/>
              </a:spcBef>
              <a:spcAft>
                <a:spcPts val="200"/>
              </a:spcAft>
              <a:buClr>
                <a:schemeClr val="tx1"/>
              </a:buClr>
              <a:buFont typeface="Wingdings" panose="05000000000000000000" pitchFamily="2" charset="2"/>
              <a:buChar char="§"/>
            </a:pPr>
            <a:r>
              <a:rPr lang="en-US" sz="1500" kern="0" dirty="0">
                <a:solidFill>
                  <a:srgbClr val="000000"/>
                </a:solidFill>
                <a:latin typeface="+mj-lt"/>
              </a:rPr>
              <a:t>Assess need for Customization vis-a-vis ERP products available in market</a:t>
            </a:r>
          </a:p>
        </p:txBody>
      </p:sp>
      <p:sp>
        <p:nvSpPr>
          <p:cNvPr id="38" name="TextBox 37">
            <a:extLst>
              <a:ext uri="{FF2B5EF4-FFF2-40B4-BE49-F238E27FC236}">
                <a16:creationId xmlns:a16="http://schemas.microsoft.com/office/drawing/2014/main" id="{D1ECAA47-34E3-4865-BB4B-5E4E0C1BB58B}"/>
              </a:ext>
            </a:extLst>
          </p:cNvPr>
          <p:cNvSpPr txBox="1"/>
          <p:nvPr/>
        </p:nvSpPr>
        <p:spPr>
          <a:xfrm>
            <a:off x="6318689" y="4796715"/>
            <a:ext cx="4205809" cy="553998"/>
          </a:xfrm>
          <a:prstGeom prst="rect">
            <a:avLst/>
          </a:prstGeom>
          <a:noFill/>
        </p:spPr>
        <p:txBody>
          <a:bodyPr wrap="square">
            <a:spAutoFit/>
          </a:bodyPr>
          <a:lstStyle/>
          <a:p>
            <a:pPr marL="171450" lvl="0" indent="-171450" algn="just">
              <a:spcBef>
                <a:spcPts val="400"/>
              </a:spcBef>
              <a:spcAft>
                <a:spcPts val="200"/>
              </a:spcAft>
              <a:buClr>
                <a:schemeClr val="tx1"/>
              </a:buClr>
              <a:buFont typeface="Wingdings" panose="05000000000000000000" pitchFamily="2" charset="2"/>
              <a:buChar char="§"/>
            </a:pPr>
            <a:r>
              <a:rPr lang="en-US" sz="1500" kern="0" dirty="0">
                <a:solidFill>
                  <a:srgbClr val="000000"/>
                </a:solidFill>
                <a:latin typeface="+mj-lt"/>
              </a:rPr>
              <a:t>Develop functional requirements specifications which are critical for development of RFP</a:t>
            </a:r>
          </a:p>
        </p:txBody>
      </p:sp>
    </p:spTree>
    <p:extLst>
      <p:ext uri="{BB962C8B-B14F-4D97-AF65-F5344CB8AC3E}">
        <p14:creationId xmlns:p14="http://schemas.microsoft.com/office/powerpoint/2010/main" val="503098661"/>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5" name="Object 44" hidden="1">
            <a:extLst>
              <a:ext uri="{FF2B5EF4-FFF2-40B4-BE49-F238E27FC236}">
                <a16:creationId xmlns:a16="http://schemas.microsoft.com/office/drawing/2014/main" id="{73DF7792-6DEB-4383-9472-86B867795584}"/>
              </a:ext>
            </a:extLst>
          </p:cNvPr>
          <p:cNvGraphicFramePr>
            <a:graphicFrameLocks noChangeAspect="1"/>
          </p:cNvGraphicFramePr>
          <p:nvPr>
            <p:custDataLst>
              <p:tags r:id="rId1"/>
            </p:custDataLst>
            <p:extLst>
              <p:ext uri="{D42A27DB-BD31-4B8C-83A1-F6EECF244321}">
                <p14:modId xmlns:p14="http://schemas.microsoft.com/office/powerpoint/2010/main" val="25622777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45" name="Object 44" hidden="1">
                        <a:extLst>
                          <a:ext uri="{FF2B5EF4-FFF2-40B4-BE49-F238E27FC236}">
                            <a16:creationId xmlns:a16="http://schemas.microsoft.com/office/drawing/2014/main" id="{73DF7792-6DEB-4383-9472-86B8677955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
          <p:cNvSpPr>
            <a:spLocks noGrp="1"/>
          </p:cNvSpPr>
          <p:nvPr>
            <p:ph type="body" sz="quarter" idx="13"/>
          </p:nvPr>
        </p:nvSpPr>
        <p:spPr/>
        <p:txBody>
          <a:bodyPr/>
          <a:lstStyle/>
          <a:p>
            <a:pPr algn="just"/>
            <a:r>
              <a:rPr lang="en-US" dirty="0"/>
              <a:t>Functional Requirement Specifications (FRS) – Regular discussions would be held with different DPL departments. Removing process inefficiencies and brining process improvements will be the key priorities</a:t>
            </a:r>
          </a:p>
          <a:p>
            <a:pPr algn="just"/>
            <a:r>
              <a:rPr lang="en-US" dirty="0"/>
              <a:t> </a:t>
            </a:r>
          </a:p>
        </p:txBody>
      </p:sp>
      <p:sp>
        <p:nvSpPr>
          <p:cNvPr id="6" name="Title 5"/>
          <p:cNvSpPr>
            <a:spLocks noGrp="1"/>
          </p:cNvSpPr>
          <p:nvPr>
            <p:ph type="title"/>
          </p:nvPr>
        </p:nvSpPr>
        <p:spPr/>
        <p:txBody>
          <a:bodyPr vert="horz"/>
          <a:lstStyle/>
          <a:p>
            <a:r>
              <a:rPr lang="en-US" dirty="0"/>
              <a:t>Our Approach and Methodology (1/2)</a:t>
            </a:r>
            <a:endParaRPr lang="en-GB" dirty="0"/>
          </a:p>
        </p:txBody>
      </p:sp>
      <p:sp>
        <p:nvSpPr>
          <p:cNvPr id="9" name="Rectangle 3">
            <a:extLst>
              <a:ext uri="{FF2B5EF4-FFF2-40B4-BE49-F238E27FC236}">
                <a16:creationId xmlns:a16="http://schemas.microsoft.com/office/drawing/2014/main" id="{47E4E550-6B9C-49CE-B524-5A7AFA3D5B37}"/>
              </a:ext>
            </a:extLst>
          </p:cNvPr>
          <p:cNvSpPr/>
          <p:nvPr/>
        </p:nvSpPr>
        <p:spPr>
          <a:xfrm>
            <a:off x="490220" y="2156219"/>
            <a:ext cx="1728000" cy="3534995"/>
          </a:xfrm>
          <a:prstGeom prst="rect">
            <a:avLst/>
          </a:prstGeom>
          <a:solidFill>
            <a:schemeClr val="bg1">
              <a:lumMod val="95000"/>
            </a:schemeClr>
          </a:solidFill>
          <a:ln w="28575">
            <a:solidFill>
              <a:srgbClr val="005587"/>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1088232"/>
            <a:r>
              <a:rPr lang="en-US" altLang="zh-CN" sz="1600" b="1" dirty="0">
                <a:solidFill>
                  <a:schemeClr val="tx1"/>
                </a:solidFill>
                <a:ea typeface="Open Sans" pitchFamily="34" charset="0"/>
                <a:cs typeface="Open Sans" pitchFamily="34" charset="0"/>
              </a:rPr>
              <a:t>Integrated</a:t>
            </a:r>
            <a:endParaRPr lang="en-US" altLang="zh-CN" sz="1600" dirty="0">
              <a:solidFill>
                <a:schemeClr val="tx1"/>
              </a:solidFill>
              <a:ea typeface="Open Sans" pitchFamily="34" charset="0"/>
              <a:cs typeface="Open Sans" pitchFamily="34" charset="0"/>
            </a:endParaRPr>
          </a:p>
          <a:p>
            <a:pPr marL="173038" indent="-173038" defTabSz="1088232">
              <a:buFont typeface="Arial" panose="020B0604020202020204" pitchFamily="34" charset="0"/>
              <a:buChar char="•"/>
            </a:pPr>
            <a:r>
              <a:rPr lang="en-US" altLang="zh-CN" sz="1200" dirty="0">
                <a:solidFill>
                  <a:schemeClr val="tx1"/>
                </a:solidFill>
                <a:ea typeface="Open Sans" pitchFamily="34" charset="0"/>
                <a:cs typeface="Open Sans" pitchFamily="34" charset="0"/>
              </a:rPr>
              <a:t>Operate across the entire value chain.</a:t>
            </a:r>
          </a:p>
          <a:p>
            <a:pPr marL="173038" indent="-173038" defTabSz="1088232">
              <a:buFont typeface="Arial" panose="020B0604020202020204" pitchFamily="34" charset="0"/>
              <a:buChar char="•"/>
            </a:pPr>
            <a:r>
              <a:rPr lang="en-US" altLang="zh-CN" sz="1200" dirty="0">
                <a:solidFill>
                  <a:schemeClr val="tx1"/>
                </a:solidFill>
                <a:ea typeface="Open Sans" pitchFamily="34" charset="0"/>
                <a:cs typeface="Open Sans" pitchFamily="34" charset="0"/>
              </a:rPr>
              <a:t>Operations include exploration, production, transportation, refining/ processing and marketing of oil, natural gas, and petroleum products.</a:t>
            </a:r>
          </a:p>
          <a:p>
            <a:pPr marL="173038" indent="-173038" defTabSz="1088232">
              <a:buFont typeface="Arial" panose="020B0604020202020204" pitchFamily="34" charset="0"/>
              <a:buChar char="•"/>
            </a:pPr>
            <a:r>
              <a:rPr lang="en-US" altLang="zh-CN" sz="1200" dirty="0">
                <a:solidFill>
                  <a:schemeClr val="tx1"/>
                </a:solidFill>
                <a:ea typeface="Open Sans" pitchFamily="34" charset="0"/>
                <a:cs typeface="Open Sans" pitchFamily="34" charset="0"/>
              </a:rPr>
              <a:t>Many include petrochemicals</a:t>
            </a:r>
            <a:r>
              <a:rPr lang="en-US" altLang="zh-CN" sz="1300" dirty="0">
                <a:solidFill>
                  <a:schemeClr val="tx1"/>
                </a:solidFill>
                <a:ea typeface="Open Sans" pitchFamily="34" charset="0"/>
                <a:cs typeface="Open Sans" pitchFamily="34" charset="0"/>
              </a:rPr>
              <a:t>.</a:t>
            </a:r>
          </a:p>
        </p:txBody>
      </p:sp>
      <p:sp>
        <p:nvSpPr>
          <p:cNvPr id="10" name="Rectangle 4">
            <a:extLst>
              <a:ext uri="{FF2B5EF4-FFF2-40B4-BE49-F238E27FC236}">
                <a16:creationId xmlns:a16="http://schemas.microsoft.com/office/drawing/2014/main" id="{7085DA44-B763-4D5A-A7F8-69DF20FED815}"/>
              </a:ext>
            </a:extLst>
          </p:cNvPr>
          <p:cNvSpPr/>
          <p:nvPr/>
        </p:nvSpPr>
        <p:spPr>
          <a:xfrm>
            <a:off x="2844195" y="1400382"/>
            <a:ext cx="1728000" cy="3518503"/>
          </a:xfrm>
          <a:prstGeom prst="rect">
            <a:avLst/>
          </a:prstGeom>
          <a:solidFill>
            <a:schemeClr val="bg1">
              <a:lumMod val="95000"/>
            </a:schemeClr>
          </a:solidFill>
          <a:ln w="28575">
            <a:solidFill>
              <a:srgbClr val="62B5E5"/>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1088232"/>
            <a:r>
              <a:rPr lang="en-US" altLang="zh-CN" sz="1600" b="1" dirty="0">
                <a:solidFill>
                  <a:schemeClr val="tx1"/>
                </a:solidFill>
                <a:ea typeface="Open Sans" pitchFamily="34" charset="0"/>
                <a:cs typeface="Open Sans" pitchFamily="34" charset="0"/>
              </a:rPr>
              <a:t>Upstream (Exploration &amp; Production)</a:t>
            </a:r>
          </a:p>
          <a:p>
            <a:pPr marL="173038" indent="-173038" defTabSz="1088232">
              <a:buFont typeface="Arial" panose="020B0604020202020204" pitchFamily="34" charset="0"/>
              <a:buChar char="•"/>
            </a:pPr>
            <a:r>
              <a:rPr lang="en-US" sz="1200" dirty="0">
                <a:solidFill>
                  <a:schemeClr val="tx1"/>
                </a:solidFill>
                <a:ea typeface="Open Sans" pitchFamily="34" charset="0"/>
                <a:cs typeface="Open Sans" pitchFamily="34" charset="0"/>
              </a:rPr>
              <a:t>Acquisition, exploration, and development of properties for production of crude oil and natural gas from underground reservoirs</a:t>
            </a:r>
          </a:p>
        </p:txBody>
      </p:sp>
      <p:sp>
        <p:nvSpPr>
          <p:cNvPr id="12" name="Rectangle 7">
            <a:extLst>
              <a:ext uri="{FF2B5EF4-FFF2-40B4-BE49-F238E27FC236}">
                <a16:creationId xmlns:a16="http://schemas.microsoft.com/office/drawing/2014/main" id="{1E255CEB-943C-4C25-8E03-203CE4097179}"/>
              </a:ext>
            </a:extLst>
          </p:cNvPr>
          <p:cNvSpPr/>
          <p:nvPr/>
        </p:nvSpPr>
        <p:spPr>
          <a:xfrm>
            <a:off x="5198169" y="2156219"/>
            <a:ext cx="1728000" cy="3534995"/>
          </a:xfrm>
          <a:prstGeom prst="rect">
            <a:avLst/>
          </a:prstGeom>
          <a:solidFill>
            <a:schemeClr val="bg1">
              <a:lumMod val="95000"/>
            </a:schemeClr>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1088232"/>
            <a:r>
              <a:rPr lang="en-US" altLang="zh-CN" sz="1600" b="1" dirty="0">
                <a:solidFill>
                  <a:schemeClr val="tx1"/>
                </a:solidFill>
                <a:ea typeface="Open Sans" pitchFamily="34" charset="0"/>
                <a:cs typeface="Open Sans" pitchFamily="34" charset="0"/>
              </a:rPr>
              <a:t>Oilfield Services </a:t>
            </a:r>
            <a:endParaRPr lang="en-US" altLang="zh-CN" sz="1600" dirty="0">
              <a:solidFill>
                <a:schemeClr val="tx1"/>
              </a:solidFill>
              <a:ea typeface="Open Sans" pitchFamily="34" charset="0"/>
              <a:cs typeface="Open Sans" pitchFamily="34" charset="0"/>
            </a:endParaRPr>
          </a:p>
          <a:p>
            <a:pPr marL="173038" indent="-173038" defTabSz="1088232">
              <a:buFont typeface="Arial" panose="020B0604020202020204" pitchFamily="34" charset="0"/>
              <a:buChar char="•"/>
            </a:pPr>
            <a:r>
              <a:rPr lang="en-US" altLang="zh-CN" sz="1200" dirty="0">
                <a:solidFill>
                  <a:schemeClr val="tx1"/>
                </a:solidFill>
                <a:ea typeface="Open Sans" pitchFamily="34" charset="0"/>
                <a:cs typeface="Open Sans" pitchFamily="34" charset="0"/>
              </a:rPr>
              <a:t>Supplying manufactured equipment, technology and services related to evaluation of hydrocarbon formations, drilling and completion, production, transportation of oil and natural gas.</a:t>
            </a:r>
          </a:p>
          <a:p>
            <a:pPr marL="173038" indent="-173038" defTabSz="1088232">
              <a:buFont typeface="Arial" panose="020B0604020202020204" pitchFamily="34" charset="0"/>
              <a:buChar char="•"/>
            </a:pPr>
            <a:r>
              <a:rPr lang="en-US" altLang="zh-CN" sz="1200" dirty="0">
                <a:solidFill>
                  <a:schemeClr val="tx1"/>
                </a:solidFill>
                <a:ea typeface="Open Sans" pitchFamily="34" charset="0"/>
                <a:cs typeface="Open Sans" pitchFamily="34" charset="0"/>
              </a:rPr>
              <a:t>Offshore installations, marine oil and gas carriers</a:t>
            </a:r>
          </a:p>
        </p:txBody>
      </p:sp>
      <p:sp>
        <p:nvSpPr>
          <p:cNvPr id="13" name="Rectangle 8">
            <a:extLst>
              <a:ext uri="{FF2B5EF4-FFF2-40B4-BE49-F238E27FC236}">
                <a16:creationId xmlns:a16="http://schemas.microsoft.com/office/drawing/2014/main" id="{B3DD8163-9E29-4A8F-9F2C-4ACA7561C16C}"/>
              </a:ext>
            </a:extLst>
          </p:cNvPr>
          <p:cNvSpPr/>
          <p:nvPr/>
        </p:nvSpPr>
        <p:spPr>
          <a:xfrm>
            <a:off x="7552144" y="1400381"/>
            <a:ext cx="1728000" cy="4227419"/>
          </a:xfrm>
          <a:prstGeom prst="rect">
            <a:avLst/>
          </a:prstGeom>
          <a:solidFill>
            <a:schemeClr val="bg1">
              <a:lumMod val="95000"/>
            </a:schemeClr>
          </a:solidFill>
          <a:ln w="28575">
            <a:solidFill>
              <a:srgbClr val="041E4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1088232"/>
            <a:r>
              <a:rPr lang="en-US" altLang="zh-CN" sz="1600" b="1" dirty="0">
                <a:solidFill>
                  <a:schemeClr val="tx1"/>
                </a:solidFill>
                <a:ea typeface="Open Sans" pitchFamily="34" charset="0"/>
                <a:cs typeface="Open Sans" pitchFamily="34" charset="0"/>
              </a:rPr>
              <a:t>Midstream  (Transportation &amp; Storage) </a:t>
            </a:r>
          </a:p>
          <a:p>
            <a:pPr marL="285750" indent="-285750" defTabSz="1088232">
              <a:buFont typeface="Arial" panose="020B0604020202020204" pitchFamily="34" charset="0"/>
              <a:buChar char="•"/>
            </a:pPr>
            <a:r>
              <a:rPr lang="en-US" altLang="zh-CN" sz="1200" dirty="0">
                <a:solidFill>
                  <a:schemeClr val="tx1"/>
                </a:solidFill>
                <a:ea typeface="Open Sans" pitchFamily="34" charset="0"/>
                <a:cs typeface="Times New Roman" panose="02020603050405020304" pitchFamily="18" charset="0"/>
              </a:rPr>
              <a:t>Gathering, processing, storage, and transmission of natural gas and crude oil</a:t>
            </a:r>
          </a:p>
          <a:p>
            <a:pPr marL="285750" indent="-285750" defTabSz="1088232">
              <a:buFont typeface="Arial" panose="020B0604020202020204" pitchFamily="34" charset="0"/>
              <a:buChar char="•"/>
            </a:pPr>
            <a:r>
              <a:rPr lang="en-US" altLang="zh-CN" sz="1200" dirty="0">
                <a:solidFill>
                  <a:schemeClr val="tx1"/>
                </a:solidFill>
                <a:ea typeface="Open Sans" pitchFamily="34" charset="0"/>
                <a:cs typeface="Times New Roman" panose="02020603050405020304" pitchFamily="18" charset="0"/>
              </a:rPr>
              <a:t>Transportation, fractionation and storage of petroleum products and natural gas liquids (NGLs); Liquefied Natural Gas (LNG) and Liquefied </a:t>
            </a:r>
            <a:r>
              <a:rPr lang="en-US" altLang="zh-CN" sz="1200" dirty="0">
                <a:solidFill>
                  <a:schemeClr val="tx1"/>
                </a:solidFill>
                <a:ea typeface="Open Sans" pitchFamily="34" charset="0"/>
                <a:cs typeface="Open Sans" pitchFamily="34" charset="0"/>
              </a:rPr>
              <a:t>Petroleum Gas (LPG) carriers</a:t>
            </a:r>
          </a:p>
        </p:txBody>
      </p:sp>
      <p:sp>
        <p:nvSpPr>
          <p:cNvPr id="14" name="Rectangle 11">
            <a:extLst>
              <a:ext uri="{FF2B5EF4-FFF2-40B4-BE49-F238E27FC236}">
                <a16:creationId xmlns:a16="http://schemas.microsoft.com/office/drawing/2014/main" id="{0E9C32B3-6A6D-4EAC-82C3-E01033EBC72D}"/>
              </a:ext>
            </a:extLst>
          </p:cNvPr>
          <p:cNvSpPr/>
          <p:nvPr/>
        </p:nvSpPr>
        <p:spPr>
          <a:xfrm>
            <a:off x="9906119" y="2156218"/>
            <a:ext cx="1728000" cy="3537567"/>
          </a:xfrm>
          <a:prstGeom prst="rect">
            <a:avLst/>
          </a:prstGeom>
          <a:solidFill>
            <a:schemeClr val="bg1">
              <a:lumMod val="95000"/>
            </a:schemeClr>
          </a:solidFill>
          <a:ln w="28575">
            <a:solidFill>
              <a:srgbClr val="63666A"/>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1088232"/>
            <a:r>
              <a:rPr lang="en-US" altLang="zh-CN" sz="1600" b="1" dirty="0">
                <a:solidFill>
                  <a:schemeClr val="tx1"/>
                </a:solidFill>
                <a:ea typeface="Open Sans" pitchFamily="34" charset="0"/>
                <a:cs typeface="Open Sans" pitchFamily="34" charset="0"/>
              </a:rPr>
              <a:t>Downstream (Refining, Trading &amp; Marketing) </a:t>
            </a:r>
            <a:endParaRPr lang="en-US" altLang="zh-CN" sz="1600" dirty="0">
              <a:solidFill>
                <a:schemeClr val="tx1"/>
              </a:solidFill>
              <a:ea typeface="Open Sans" pitchFamily="34" charset="0"/>
              <a:cs typeface="Open Sans" pitchFamily="34" charset="0"/>
            </a:endParaRPr>
          </a:p>
          <a:p>
            <a:pPr marL="173038" indent="-173038" defTabSz="1088232">
              <a:buFont typeface="Arial" panose="020B0604020202020204" pitchFamily="34" charset="0"/>
              <a:buChar char="•"/>
            </a:pPr>
            <a:r>
              <a:rPr lang="en-US" altLang="zh-CN" sz="1200" dirty="0">
                <a:solidFill>
                  <a:schemeClr val="tx1"/>
                </a:solidFill>
                <a:latin typeface="+mj-lt"/>
                <a:ea typeface="Open Sans" pitchFamily="34" charset="0"/>
                <a:cs typeface="Times New Roman" panose="02020603050405020304" pitchFamily="18" charset="0"/>
              </a:rPr>
              <a:t>Refining crude oil into various hydrocarbon products including gasoline, jet fuel, fuel oils, and diesel</a:t>
            </a:r>
          </a:p>
          <a:p>
            <a:pPr marL="173038" indent="-173038" defTabSz="1088232">
              <a:buFont typeface="Arial" panose="020B0604020202020204" pitchFamily="34" charset="0"/>
              <a:buChar char="•"/>
            </a:pPr>
            <a:r>
              <a:rPr lang="en-US" altLang="zh-CN" sz="1200" dirty="0">
                <a:solidFill>
                  <a:schemeClr val="tx1"/>
                </a:solidFill>
                <a:latin typeface="+mj-lt"/>
                <a:ea typeface="Open Sans" pitchFamily="34" charset="0"/>
                <a:cs typeface="Times New Roman" panose="02020603050405020304" pitchFamily="18" charset="0"/>
              </a:rPr>
              <a:t>petrochemicals production by integrated oil companies.</a:t>
            </a:r>
          </a:p>
          <a:p>
            <a:pPr marL="173038" indent="-173038" defTabSz="1088232">
              <a:buFont typeface="Arial" panose="020B0604020202020204" pitchFamily="34" charset="0"/>
              <a:buChar char="•"/>
            </a:pPr>
            <a:r>
              <a:rPr lang="en-US" altLang="zh-CN" sz="1200" dirty="0">
                <a:solidFill>
                  <a:schemeClr val="tx1"/>
                </a:solidFill>
                <a:latin typeface="+mj-lt"/>
                <a:ea typeface="Open Sans" pitchFamily="34" charset="0"/>
                <a:cs typeface="Times New Roman" panose="02020603050405020304" pitchFamily="18" charset="0"/>
              </a:rPr>
              <a:t>Marketing and trading products through wholesale and retail channels</a:t>
            </a:r>
          </a:p>
          <a:p>
            <a:pPr defTabSz="1088232"/>
            <a:endParaRPr lang="en-US" altLang="zh-CN" sz="1300" dirty="0">
              <a:solidFill>
                <a:schemeClr val="tx1"/>
              </a:solidFill>
              <a:ea typeface="Open Sans" pitchFamily="34" charset="0"/>
              <a:cs typeface="Open Sans" pitchFamily="34" charset="0"/>
            </a:endParaRPr>
          </a:p>
        </p:txBody>
      </p:sp>
      <p:sp>
        <p:nvSpPr>
          <p:cNvPr id="15" name="Rectangle 4">
            <a:extLst>
              <a:ext uri="{FF2B5EF4-FFF2-40B4-BE49-F238E27FC236}">
                <a16:creationId xmlns:a16="http://schemas.microsoft.com/office/drawing/2014/main" id="{284365EF-4827-42A0-90FA-2011C8D949A8}"/>
              </a:ext>
            </a:extLst>
          </p:cNvPr>
          <p:cNvSpPr/>
          <p:nvPr/>
        </p:nvSpPr>
        <p:spPr>
          <a:xfrm>
            <a:off x="490220" y="1395708"/>
            <a:ext cx="1728000" cy="760511"/>
          </a:xfrm>
          <a:prstGeom prst="rect">
            <a:avLst/>
          </a:prstGeom>
          <a:solidFill>
            <a:srgbClr val="005587"/>
          </a:solidFill>
          <a:ln w="28575">
            <a:solidFill>
              <a:srgbClr val="0055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mj-lt"/>
            </a:endParaRPr>
          </a:p>
        </p:txBody>
      </p:sp>
      <p:sp>
        <p:nvSpPr>
          <p:cNvPr id="19" name="Rectangle 4">
            <a:extLst>
              <a:ext uri="{FF2B5EF4-FFF2-40B4-BE49-F238E27FC236}">
                <a16:creationId xmlns:a16="http://schemas.microsoft.com/office/drawing/2014/main" id="{5E2B071E-724A-48B7-AACB-C30005FF6D6C}"/>
              </a:ext>
            </a:extLst>
          </p:cNvPr>
          <p:cNvSpPr/>
          <p:nvPr/>
        </p:nvSpPr>
        <p:spPr>
          <a:xfrm>
            <a:off x="2856508" y="4930703"/>
            <a:ext cx="1728000" cy="760511"/>
          </a:xfrm>
          <a:prstGeom prst="rect">
            <a:avLst/>
          </a:prstGeom>
          <a:solidFill>
            <a:srgbClr val="62B5E5"/>
          </a:solidFill>
          <a:ln w="28575">
            <a:solidFill>
              <a:srgbClr val="62B5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j-lt"/>
            </a:endParaRPr>
          </a:p>
        </p:txBody>
      </p:sp>
      <p:sp>
        <p:nvSpPr>
          <p:cNvPr id="23" name="Rectangle 4">
            <a:extLst>
              <a:ext uri="{FF2B5EF4-FFF2-40B4-BE49-F238E27FC236}">
                <a16:creationId xmlns:a16="http://schemas.microsoft.com/office/drawing/2014/main" id="{1799A96D-ABD9-466C-BB1C-206FD8526C85}"/>
              </a:ext>
            </a:extLst>
          </p:cNvPr>
          <p:cNvSpPr/>
          <p:nvPr/>
        </p:nvSpPr>
        <p:spPr>
          <a:xfrm>
            <a:off x="5198169" y="1398280"/>
            <a:ext cx="1728000" cy="760511"/>
          </a:xfrm>
          <a:prstGeom prst="rect">
            <a:avLst/>
          </a:prstGeom>
          <a:solidFill>
            <a:srgbClr val="C0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mj-lt"/>
            </a:endParaRPr>
          </a:p>
        </p:txBody>
      </p:sp>
      <p:sp>
        <p:nvSpPr>
          <p:cNvPr id="27" name="Rectangle 4">
            <a:extLst>
              <a:ext uri="{FF2B5EF4-FFF2-40B4-BE49-F238E27FC236}">
                <a16:creationId xmlns:a16="http://schemas.microsoft.com/office/drawing/2014/main" id="{D2700F53-45BA-4B1F-8291-3540442F187C}"/>
              </a:ext>
            </a:extLst>
          </p:cNvPr>
          <p:cNvSpPr/>
          <p:nvPr/>
        </p:nvSpPr>
        <p:spPr>
          <a:xfrm>
            <a:off x="9906119" y="1391033"/>
            <a:ext cx="1728000" cy="760511"/>
          </a:xfrm>
          <a:prstGeom prst="rect">
            <a:avLst/>
          </a:prstGeom>
          <a:solidFill>
            <a:srgbClr val="75787B"/>
          </a:solidFill>
          <a:ln w="28575">
            <a:solidFill>
              <a:srgbClr val="6366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mj-lt"/>
            </a:endParaRPr>
          </a:p>
        </p:txBody>
      </p:sp>
      <p:sp>
        <p:nvSpPr>
          <p:cNvPr id="31" name="Rectangle 4">
            <a:extLst>
              <a:ext uri="{FF2B5EF4-FFF2-40B4-BE49-F238E27FC236}">
                <a16:creationId xmlns:a16="http://schemas.microsoft.com/office/drawing/2014/main" id="{E82A81E9-6133-4E5B-89E9-3D1E9D4452E6}"/>
              </a:ext>
            </a:extLst>
          </p:cNvPr>
          <p:cNvSpPr/>
          <p:nvPr/>
        </p:nvSpPr>
        <p:spPr>
          <a:xfrm>
            <a:off x="7552143" y="4933275"/>
            <a:ext cx="1728000" cy="760511"/>
          </a:xfrm>
          <a:prstGeom prst="rect">
            <a:avLst/>
          </a:prstGeom>
          <a:solidFill>
            <a:srgbClr val="041E42"/>
          </a:solidFill>
          <a:ln w="28575">
            <a:solidFill>
              <a:srgbClr val="041E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mj-lt"/>
            </a:endParaRPr>
          </a:p>
        </p:txBody>
      </p:sp>
      <p:sp>
        <p:nvSpPr>
          <p:cNvPr id="39" name="Freeform 728">
            <a:extLst>
              <a:ext uri="{FF2B5EF4-FFF2-40B4-BE49-F238E27FC236}">
                <a16:creationId xmlns:a16="http://schemas.microsoft.com/office/drawing/2014/main" id="{DCF8E56D-B09D-4D28-9933-30F8925A3897}"/>
              </a:ext>
            </a:extLst>
          </p:cNvPr>
          <p:cNvSpPr>
            <a:spLocks noEditPoints="1"/>
          </p:cNvSpPr>
          <p:nvPr/>
        </p:nvSpPr>
        <p:spPr bwMode="auto">
          <a:xfrm>
            <a:off x="1085910" y="1537066"/>
            <a:ext cx="451422" cy="453786"/>
          </a:xfrm>
          <a:custGeom>
            <a:avLst/>
            <a:gdLst>
              <a:gd name="T0" fmla="*/ 256 w 288"/>
              <a:gd name="T1" fmla="*/ 32 h 288"/>
              <a:gd name="T2" fmla="*/ 245 w 288"/>
              <a:gd name="T3" fmla="*/ 0 h 288"/>
              <a:gd name="T4" fmla="*/ 235 w 288"/>
              <a:gd name="T5" fmla="*/ 39 h 288"/>
              <a:gd name="T6" fmla="*/ 139 w 288"/>
              <a:gd name="T7" fmla="*/ 11 h 288"/>
              <a:gd name="T8" fmla="*/ 44 w 288"/>
              <a:gd name="T9" fmla="*/ 251 h 288"/>
              <a:gd name="T10" fmla="*/ 24 w 288"/>
              <a:gd name="T11" fmla="*/ 285 h 288"/>
              <a:gd name="T12" fmla="*/ 40 w 288"/>
              <a:gd name="T13" fmla="*/ 285 h 288"/>
              <a:gd name="T14" fmla="*/ 139 w 288"/>
              <a:gd name="T15" fmla="*/ 288 h 288"/>
              <a:gd name="T16" fmla="*/ 238 w 288"/>
              <a:gd name="T17" fmla="*/ 285 h 288"/>
              <a:gd name="T18" fmla="*/ 253 w 288"/>
              <a:gd name="T19" fmla="*/ 285 h 288"/>
              <a:gd name="T20" fmla="*/ 233 w 288"/>
              <a:gd name="T21" fmla="*/ 251 h 288"/>
              <a:gd name="T22" fmla="*/ 244 w 288"/>
              <a:gd name="T23" fmla="*/ 60 h 288"/>
              <a:gd name="T24" fmla="*/ 277 w 288"/>
              <a:gd name="T25" fmla="*/ 54 h 288"/>
              <a:gd name="T26" fmla="*/ 277 w 288"/>
              <a:gd name="T27" fmla="*/ 32 h 288"/>
              <a:gd name="T28" fmla="*/ 139 w 288"/>
              <a:gd name="T29" fmla="*/ 267 h 288"/>
              <a:gd name="T30" fmla="*/ 139 w 288"/>
              <a:gd name="T31" fmla="*/ 32 h 288"/>
              <a:gd name="T32" fmla="*/ 199 w 288"/>
              <a:gd name="T33" fmla="*/ 75 h 288"/>
              <a:gd name="T34" fmla="*/ 43 w 288"/>
              <a:gd name="T35" fmla="*/ 150 h 288"/>
              <a:gd name="T36" fmla="*/ 235 w 288"/>
              <a:gd name="T37" fmla="*/ 150 h 288"/>
              <a:gd name="T38" fmla="*/ 229 w 288"/>
              <a:gd name="T39" fmla="*/ 75 h 288"/>
              <a:gd name="T40" fmla="*/ 213 w 288"/>
              <a:gd name="T41" fmla="*/ 150 h 288"/>
              <a:gd name="T42" fmla="*/ 64 w 288"/>
              <a:gd name="T43" fmla="*/ 150 h 288"/>
              <a:gd name="T44" fmla="*/ 183 w 288"/>
              <a:gd name="T45" fmla="*/ 90 h 288"/>
              <a:gd name="T46" fmla="*/ 139 w 288"/>
              <a:gd name="T47" fmla="*/ 96 h 288"/>
              <a:gd name="T48" fmla="*/ 139 w 288"/>
              <a:gd name="T49" fmla="*/ 203 h 288"/>
              <a:gd name="T50" fmla="*/ 183 w 288"/>
              <a:gd name="T51" fmla="*/ 120 h 288"/>
              <a:gd name="T52" fmla="*/ 213 w 288"/>
              <a:gd name="T53" fmla="*/ 150 h 288"/>
              <a:gd name="T54" fmla="*/ 139 w 288"/>
              <a:gd name="T55" fmla="*/ 182 h 288"/>
              <a:gd name="T56" fmla="*/ 139 w 288"/>
              <a:gd name="T57" fmla="*/ 118 h 288"/>
              <a:gd name="T58" fmla="*/ 131 w 288"/>
              <a:gd name="T59" fmla="*/ 142 h 288"/>
              <a:gd name="T60" fmla="*/ 139 w 288"/>
              <a:gd name="T61" fmla="*/ 160 h 288"/>
              <a:gd name="T62" fmla="*/ 167 w 288"/>
              <a:gd name="T63" fmla="*/ 136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88" h="288">
                <a:moveTo>
                  <a:pt x="277" y="32"/>
                </a:moveTo>
                <a:cubicBezTo>
                  <a:pt x="256" y="32"/>
                  <a:pt x="256" y="32"/>
                  <a:pt x="256" y="32"/>
                </a:cubicBezTo>
                <a:cubicBezTo>
                  <a:pt x="256" y="11"/>
                  <a:pt x="256" y="11"/>
                  <a:pt x="256" y="11"/>
                </a:cubicBezTo>
                <a:cubicBezTo>
                  <a:pt x="256" y="5"/>
                  <a:pt x="251" y="0"/>
                  <a:pt x="245" y="0"/>
                </a:cubicBezTo>
                <a:cubicBezTo>
                  <a:pt x="239" y="0"/>
                  <a:pt x="235" y="5"/>
                  <a:pt x="235" y="11"/>
                </a:cubicBezTo>
                <a:cubicBezTo>
                  <a:pt x="235" y="39"/>
                  <a:pt x="235" y="39"/>
                  <a:pt x="235" y="39"/>
                </a:cubicBezTo>
                <a:cubicBezTo>
                  <a:pt x="229" y="44"/>
                  <a:pt x="229" y="44"/>
                  <a:pt x="229" y="44"/>
                </a:cubicBezTo>
                <a:cubicBezTo>
                  <a:pt x="205" y="24"/>
                  <a:pt x="173" y="11"/>
                  <a:pt x="139" y="11"/>
                </a:cubicBezTo>
                <a:cubicBezTo>
                  <a:pt x="62" y="11"/>
                  <a:pt x="0" y="73"/>
                  <a:pt x="0" y="150"/>
                </a:cubicBezTo>
                <a:cubicBezTo>
                  <a:pt x="0" y="189"/>
                  <a:pt x="17" y="225"/>
                  <a:pt x="44" y="251"/>
                </a:cubicBezTo>
                <a:cubicBezTo>
                  <a:pt x="24" y="270"/>
                  <a:pt x="24" y="270"/>
                  <a:pt x="24" y="270"/>
                </a:cubicBezTo>
                <a:cubicBezTo>
                  <a:pt x="20" y="274"/>
                  <a:pt x="20" y="281"/>
                  <a:pt x="24" y="285"/>
                </a:cubicBezTo>
                <a:cubicBezTo>
                  <a:pt x="27" y="287"/>
                  <a:pt x="29" y="288"/>
                  <a:pt x="32" y="288"/>
                </a:cubicBezTo>
                <a:cubicBezTo>
                  <a:pt x="35" y="288"/>
                  <a:pt x="37" y="287"/>
                  <a:pt x="40" y="285"/>
                </a:cubicBezTo>
                <a:cubicBezTo>
                  <a:pt x="61" y="264"/>
                  <a:pt x="61" y="264"/>
                  <a:pt x="61" y="264"/>
                </a:cubicBezTo>
                <a:cubicBezTo>
                  <a:pt x="83" y="279"/>
                  <a:pt x="110" y="288"/>
                  <a:pt x="139" y="288"/>
                </a:cubicBezTo>
                <a:cubicBezTo>
                  <a:pt x="168" y="288"/>
                  <a:pt x="194" y="279"/>
                  <a:pt x="217" y="264"/>
                </a:cubicBezTo>
                <a:cubicBezTo>
                  <a:pt x="238" y="285"/>
                  <a:pt x="238" y="285"/>
                  <a:pt x="238" y="285"/>
                </a:cubicBezTo>
                <a:cubicBezTo>
                  <a:pt x="240" y="287"/>
                  <a:pt x="243" y="288"/>
                  <a:pt x="245" y="288"/>
                </a:cubicBezTo>
                <a:cubicBezTo>
                  <a:pt x="248" y="288"/>
                  <a:pt x="251" y="287"/>
                  <a:pt x="253" y="285"/>
                </a:cubicBezTo>
                <a:cubicBezTo>
                  <a:pt x="257" y="281"/>
                  <a:pt x="257" y="274"/>
                  <a:pt x="253" y="270"/>
                </a:cubicBezTo>
                <a:cubicBezTo>
                  <a:pt x="233" y="251"/>
                  <a:pt x="233" y="251"/>
                  <a:pt x="233" y="251"/>
                </a:cubicBezTo>
                <a:cubicBezTo>
                  <a:pt x="260" y="225"/>
                  <a:pt x="277" y="189"/>
                  <a:pt x="277" y="150"/>
                </a:cubicBezTo>
                <a:cubicBezTo>
                  <a:pt x="277" y="115"/>
                  <a:pt x="265" y="84"/>
                  <a:pt x="244" y="60"/>
                </a:cubicBezTo>
                <a:cubicBezTo>
                  <a:pt x="250" y="54"/>
                  <a:pt x="250" y="54"/>
                  <a:pt x="250" y="54"/>
                </a:cubicBezTo>
                <a:cubicBezTo>
                  <a:pt x="277" y="54"/>
                  <a:pt x="277" y="54"/>
                  <a:pt x="277" y="54"/>
                </a:cubicBezTo>
                <a:cubicBezTo>
                  <a:pt x="283" y="54"/>
                  <a:pt x="288" y="49"/>
                  <a:pt x="288" y="43"/>
                </a:cubicBezTo>
                <a:cubicBezTo>
                  <a:pt x="288" y="37"/>
                  <a:pt x="283" y="32"/>
                  <a:pt x="277" y="32"/>
                </a:cubicBezTo>
                <a:close/>
                <a:moveTo>
                  <a:pt x="256" y="150"/>
                </a:moveTo>
                <a:cubicBezTo>
                  <a:pt x="256" y="214"/>
                  <a:pt x="203" y="267"/>
                  <a:pt x="139" y="267"/>
                </a:cubicBezTo>
                <a:cubicBezTo>
                  <a:pt x="74" y="267"/>
                  <a:pt x="21" y="214"/>
                  <a:pt x="21" y="150"/>
                </a:cubicBezTo>
                <a:cubicBezTo>
                  <a:pt x="21" y="85"/>
                  <a:pt x="74" y="32"/>
                  <a:pt x="139" y="32"/>
                </a:cubicBezTo>
                <a:cubicBezTo>
                  <a:pt x="167" y="32"/>
                  <a:pt x="193" y="43"/>
                  <a:pt x="214" y="60"/>
                </a:cubicBezTo>
                <a:cubicBezTo>
                  <a:pt x="199" y="75"/>
                  <a:pt x="199" y="75"/>
                  <a:pt x="199" y="75"/>
                </a:cubicBezTo>
                <a:cubicBezTo>
                  <a:pt x="182" y="62"/>
                  <a:pt x="161" y="54"/>
                  <a:pt x="139" y="54"/>
                </a:cubicBezTo>
                <a:cubicBezTo>
                  <a:pt x="86" y="54"/>
                  <a:pt x="43" y="97"/>
                  <a:pt x="43" y="150"/>
                </a:cubicBezTo>
                <a:cubicBezTo>
                  <a:pt x="43" y="203"/>
                  <a:pt x="86" y="246"/>
                  <a:pt x="139" y="246"/>
                </a:cubicBezTo>
                <a:cubicBezTo>
                  <a:pt x="192" y="246"/>
                  <a:pt x="235" y="203"/>
                  <a:pt x="235" y="150"/>
                </a:cubicBezTo>
                <a:cubicBezTo>
                  <a:pt x="235" y="127"/>
                  <a:pt x="227" y="106"/>
                  <a:pt x="214" y="90"/>
                </a:cubicBezTo>
                <a:cubicBezTo>
                  <a:pt x="229" y="75"/>
                  <a:pt x="229" y="75"/>
                  <a:pt x="229" y="75"/>
                </a:cubicBezTo>
                <a:cubicBezTo>
                  <a:pt x="246" y="95"/>
                  <a:pt x="256" y="121"/>
                  <a:pt x="256" y="150"/>
                </a:cubicBezTo>
                <a:close/>
                <a:moveTo>
                  <a:pt x="213" y="150"/>
                </a:moveTo>
                <a:cubicBezTo>
                  <a:pt x="213" y="191"/>
                  <a:pt x="180" y="224"/>
                  <a:pt x="139" y="224"/>
                </a:cubicBezTo>
                <a:cubicBezTo>
                  <a:pt x="97" y="224"/>
                  <a:pt x="64" y="191"/>
                  <a:pt x="64" y="150"/>
                </a:cubicBezTo>
                <a:cubicBezTo>
                  <a:pt x="64" y="108"/>
                  <a:pt x="97" y="75"/>
                  <a:pt x="139" y="75"/>
                </a:cubicBezTo>
                <a:cubicBezTo>
                  <a:pt x="155" y="75"/>
                  <a:pt x="171" y="81"/>
                  <a:pt x="183" y="90"/>
                </a:cubicBezTo>
                <a:cubicBezTo>
                  <a:pt x="168" y="105"/>
                  <a:pt x="168" y="105"/>
                  <a:pt x="168" y="105"/>
                </a:cubicBezTo>
                <a:cubicBezTo>
                  <a:pt x="160" y="100"/>
                  <a:pt x="150" y="96"/>
                  <a:pt x="139" y="96"/>
                </a:cubicBezTo>
                <a:cubicBezTo>
                  <a:pt x="109" y="96"/>
                  <a:pt x="85" y="120"/>
                  <a:pt x="85" y="150"/>
                </a:cubicBezTo>
                <a:cubicBezTo>
                  <a:pt x="85" y="179"/>
                  <a:pt x="109" y="203"/>
                  <a:pt x="139" y="203"/>
                </a:cubicBezTo>
                <a:cubicBezTo>
                  <a:pt x="168" y="203"/>
                  <a:pt x="192" y="179"/>
                  <a:pt x="192" y="150"/>
                </a:cubicBezTo>
                <a:cubicBezTo>
                  <a:pt x="192" y="139"/>
                  <a:pt x="189" y="129"/>
                  <a:pt x="183" y="120"/>
                </a:cubicBezTo>
                <a:cubicBezTo>
                  <a:pt x="198" y="105"/>
                  <a:pt x="198" y="105"/>
                  <a:pt x="198" y="105"/>
                </a:cubicBezTo>
                <a:cubicBezTo>
                  <a:pt x="208" y="118"/>
                  <a:pt x="213" y="133"/>
                  <a:pt x="213" y="150"/>
                </a:cubicBezTo>
                <a:close/>
                <a:moveTo>
                  <a:pt x="171" y="150"/>
                </a:moveTo>
                <a:cubicBezTo>
                  <a:pt x="171" y="167"/>
                  <a:pt x="156" y="182"/>
                  <a:pt x="139" y="182"/>
                </a:cubicBezTo>
                <a:cubicBezTo>
                  <a:pt x="121" y="182"/>
                  <a:pt x="107" y="167"/>
                  <a:pt x="107" y="150"/>
                </a:cubicBezTo>
                <a:cubicBezTo>
                  <a:pt x="107" y="132"/>
                  <a:pt x="121" y="118"/>
                  <a:pt x="139" y="118"/>
                </a:cubicBezTo>
                <a:cubicBezTo>
                  <a:pt x="144" y="118"/>
                  <a:pt x="148" y="119"/>
                  <a:pt x="152" y="121"/>
                </a:cubicBezTo>
                <a:cubicBezTo>
                  <a:pt x="131" y="142"/>
                  <a:pt x="131" y="142"/>
                  <a:pt x="131" y="142"/>
                </a:cubicBezTo>
                <a:cubicBezTo>
                  <a:pt x="127" y="146"/>
                  <a:pt x="127" y="153"/>
                  <a:pt x="131" y="157"/>
                </a:cubicBezTo>
                <a:cubicBezTo>
                  <a:pt x="133" y="159"/>
                  <a:pt x="136" y="160"/>
                  <a:pt x="139" y="160"/>
                </a:cubicBezTo>
                <a:cubicBezTo>
                  <a:pt x="141" y="160"/>
                  <a:pt x="144" y="159"/>
                  <a:pt x="146" y="157"/>
                </a:cubicBezTo>
                <a:cubicBezTo>
                  <a:pt x="167" y="136"/>
                  <a:pt x="167" y="136"/>
                  <a:pt x="167" y="136"/>
                </a:cubicBezTo>
                <a:cubicBezTo>
                  <a:pt x="169" y="140"/>
                  <a:pt x="171" y="145"/>
                  <a:pt x="171" y="150"/>
                </a:cubicBezTo>
                <a:close/>
              </a:path>
            </a:pathLst>
          </a:custGeom>
          <a:solidFill>
            <a:schemeClr val="bg1">
              <a:lumMod val="95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00"/>
          </a:p>
        </p:txBody>
      </p:sp>
      <p:sp>
        <p:nvSpPr>
          <p:cNvPr id="40" name="Freeform 728">
            <a:extLst>
              <a:ext uri="{FF2B5EF4-FFF2-40B4-BE49-F238E27FC236}">
                <a16:creationId xmlns:a16="http://schemas.microsoft.com/office/drawing/2014/main" id="{CB4950AC-E361-4AAD-8050-2003141B5E99}"/>
              </a:ext>
            </a:extLst>
          </p:cNvPr>
          <p:cNvSpPr>
            <a:spLocks noEditPoints="1"/>
          </p:cNvSpPr>
          <p:nvPr/>
        </p:nvSpPr>
        <p:spPr bwMode="auto">
          <a:xfrm>
            <a:off x="5821316" y="1547625"/>
            <a:ext cx="451422" cy="453786"/>
          </a:xfrm>
          <a:custGeom>
            <a:avLst/>
            <a:gdLst>
              <a:gd name="T0" fmla="*/ 256 w 288"/>
              <a:gd name="T1" fmla="*/ 32 h 288"/>
              <a:gd name="T2" fmla="*/ 245 w 288"/>
              <a:gd name="T3" fmla="*/ 0 h 288"/>
              <a:gd name="T4" fmla="*/ 235 w 288"/>
              <a:gd name="T5" fmla="*/ 39 h 288"/>
              <a:gd name="T6" fmla="*/ 139 w 288"/>
              <a:gd name="T7" fmla="*/ 11 h 288"/>
              <a:gd name="T8" fmla="*/ 44 w 288"/>
              <a:gd name="T9" fmla="*/ 251 h 288"/>
              <a:gd name="T10" fmla="*/ 24 w 288"/>
              <a:gd name="T11" fmla="*/ 285 h 288"/>
              <a:gd name="T12" fmla="*/ 40 w 288"/>
              <a:gd name="T13" fmla="*/ 285 h 288"/>
              <a:gd name="T14" fmla="*/ 139 w 288"/>
              <a:gd name="T15" fmla="*/ 288 h 288"/>
              <a:gd name="T16" fmla="*/ 238 w 288"/>
              <a:gd name="T17" fmla="*/ 285 h 288"/>
              <a:gd name="T18" fmla="*/ 253 w 288"/>
              <a:gd name="T19" fmla="*/ 285 h 288"/>
              <a:gd name="T20" fmla="*/ 233 w 288"/>
              <a:gd name="T21" fmla="*/ 251 h 288"/>
              <a:gd name="T22" fmla="*/ 244 w 288"/>
              <a:gd name="T23" fmla="*/ 60 h 288"/>
              <a:gd name="T24" fmla="*/ 277 w 288"/>
              <a:gd name="T25" fmla="*/ 54 h 288"/>
              <a:gd name="T26" fmla="*/ 277 w 288"/>
              <a:gd name="T27" fmla="*/ 32 h 288"/>
              <a:gd name="T28" fmla="*/ 139 w 288"/>
              <a:gd name="T29" fmla="*/ 267 h 288"/>
              <a:gd name="T30" fmla="*/ 139 w 288"/>
              <a:gd name="T31" fmla="*/ 32 h 288"/>
              <a:gd name="T32" fmla="*/ 199 w 288"/>
              <a:gd name="T33" fmla="*/ 75 h 288"/>
              <a:gd name="T34" fmla="*/ 43 w 288"/>
              <a:gd name="T35" fmla="*/ 150 h 288"/>
              <a:gd name="T36" fmla="*/ 235 w 288"/>
              <a:gd name="T37" fmla="*/ 150 h 288"/>
              <a:gd name="T38" fmla="*/ 229 w 288"/>
              <a:gd name="T39" fmla="*/ 75 h 288"/>
              <a:gd name="T40" fmla="*/ 213 w 288"/>
              <a:gd name="T41" fmla="*/ 150 h 288"/>
              <a:gd name="T42" fmla="*/ 64 w 288"/>
              <a:gd name="T43" fmla="*/ 150 h 288"/>
              <a:gd name="T44" fmla="*/ 183 w 288"/>
              <a:gd name="T45" fmla="*/ 90 h 288"/>
              <a:gd name="T46" fmla="*/ 139 w 288"/>
              <a:gd name="T47" fmla="*/ 96 h 288"/>
              <a:gd name="T48" fmla="*/ 139 w 288"/>
              <a:gd name="T49" fmla="*/ 203 h 288"/>
              <a:gd name="T50" fmla="*/ 183 w 288"/>
              <a:gd name="T51" fmla="*/ 120 h 288"/>
              <a:gd name="T52" fmla="*/ 213 w 288"/>
              <a:gd name="T53" fmla="*/ 150 h 288"/>
              <a:gd name="T54" fmla="*/ 139 w 288"/>
              <a:gd name="T55" fmla="*/ 182 h 288"/>
              <a:gd name="T56" fmla="*/ 139 w 288"/>
              <a:gd name="T57" fmla="*/ 118 h 288"/>
              <a:gd name="T58" fmla="*/ 131 w 288"/>
              <a:gd name="T59" fmla="*/ 142 h 288"/>
              <a:gd name="T60" fmla="*/ 139 w 288"/>
              <a:gd name="T61" fmla="*/ 160 h 288"/>
              <a:gd name="T62" fmla="*/ 167 w 288"/>
              <a:gd name="T63" fmla="*/ 136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88" h="288">
                <a:moveTo>
                  <a:pt x="277" y="32"/>
                </a:moveTo>
                <a:cubicBezTo>
                  <a:pt x="256" y="32"/>
                  <a:pt x="256" y="32"/>
                  <a:pt x="256" y="32"/>
                </a:cubicBezTo>
                <a:cubicBezTo>
                  <a:pt x="256" y="11"/>
                  <a:pt x="256" y="11"/>
                  <a:pt x="256" y="11"/>
                </a:cubicBezTo>
                <a:cubicBezTo>
                  <a:pt x="256" y="5"/>
                  <a:pt x="251" y="0"/>
                  <a:pt x="245" y="0"/>
                </a:cubicBezTo>
                <a:cubicBezTo>
                  <a:pt x="239" y="0"/>
                  <a:pt x="235" y="5"/>
                  <a:pt x="235" y="11"/>
                </a:cubicBezTo>
                <a:cubicBezTo>
                  <a:pt x="235" y="39"/>
                  <a:pt x="235" y="39"/>
                  <a:pt x="235" y="39"/>
                </a:cubicBezTo>
                <a:cubicBezTo>
                  <a:pt x="229" y="44"/>
                  <a:pt x="229" y="44"/>
                  <a:pt x="229" y="44"/>
                </a:cubicBezTo>
                <a:cubicBezTo>
                  <a:pt x="205" y="24"/>
                  <a:pt x="173" y="11"/>
                  <a:pt x="139" y="11"/>
                </a:cubicBezTo>
                <a:cubicBezTo>
                  <a:pt x="62" y="11"/>
                  <a:pt x="0" y="73"/>
                  <a:pt x="0" y="150"/>
                </a:cubicBezTo>
                <a:cubicBezTo>
                  <a:pt x="0" y="189"/>
                  <a:pt x="17" y="225"/>
                  <a:pt x="44" y="251"/>
                </a:cubicBezTo>
                <a:cubicBezTo>
                  <a:pt x="24" y="270"/>
                  <a:pt x="24" y="270"/>
                  <a:pt x="24" y="270"/>
                </a:cubicBezTo>
                <a:cubicBezTo>
                  <a:pt x="20" y="274"/>
                  <a:pt x="20" y="281"/>
                  <a:pt x="24" y="285"/>
                </a:cubicBezTo>
                <a:cubicBezTo>
                  <a:pt x="27" y="287"/>
                  <a:pt x="29" y="288"/>
                  <a:pt x="32" y="288"/>
                </a:cubicBezTo>
                <a:cubicBezTo>
                  <a:pt x="35" y="288"/>
                  <a:pt x="37" y="287"/>
                  <a:pt x="40" y="285"/>
                </a:cubicBezTo>
                <a:cubicBezTo>
                  <a:pt x="61" y="264"/>
                  <a:pt x="61" y="264"/>
                  <a:pt x="61" y="264"/>
                </a:cubicBezTo>
                <a:cubicBezTo>
                  <a:pt x="83" y="279"/>
                  <a:pt x="110" y="288"/>
                  <a:pt x="139" y="288"/>
                </a:cubicBezTo>
                <a:cubicBezTo>
                  <a:pt x="168" y="288"/>
                  <a:pt x="194" y="279"/>
                  <a:pt x="217" y="264"/>
                </a:cubicBezTo>
                <a:cubicBezTo>
                  <a:pt x="238" y="285"/>
                  <a:pt x="238" y="285"/>
                  <a:pt x="238" y="285"/>
                </a:cubicBezTo>
                <a:cubicBezTo>
                  <a:pt x="240" y="287"/>
                  <a:pt x="243" y="288"/>
                  <a:pt x="245" y="288"/>
                </a:cubicBezTo>
                <a:cubicBezTo>
                  <a:pt x="248" y="288"/>
                  <a:pt x="251" y="287"/>
                  <a:pt x="253" y="285"/>
                </a:cubicBezTo>
                <a:cubicBezTo>
                  <a:pt x="257" y="281"/>
                  <a:pt x="257" y="274"/>
                  <a:pt x="253" y="270"/>
                </a:cubicBezTo>
                <a:cubicBezTo>
                  <a:pt x="233" y="251"/>
                  <a:pt x="233" y="251"/>
                  <a:pt x="233" y="251"/>
                </a:cubicBezTo>
                <a:cubicBezTo>
                  <a:pt x="260" y="225"/>
                  <a:pt x="277" y="189"/>
                  <a:pt x="277" y="150"/>
                </a:cubicBezTo>
                <a:cubicBezTo>
                  <a:pt x="277" y="115"/>
                  <a:pt x="265" y="84"/>
                  <a:pt x="244" y="60"/>
                </a:cubicBezTo>
                <a:cubicBezTo>
                  <a:pt x="250" y="54"/>
                  <a:pt x="250" y="54"/>
                  <a:pt x="250" y="54"/>
                </a:cubicBezTo>
                <a:cubicBezTo>
                  <a:pt x="277" y="54"/>
                  <a:pt x="277" y="54"/>
                  <a:pt x="277" y="54"/>
                </a:cubicBezTo>
                <a:cubicBezTo>
                  <a:pt x="283" y="54"/>
                  <a:pt x="288" y="49"/>
                  <a:pt x="288" y="43"/>
                </a:cubicBezTo>
                <a:cubicBezTo>
                  <a:pt x="288" y="37"/>
                  <a:pt x="283" y="32"/>
                  <a:pt x="277" y="32"/>
                </a:cubicBezTo>
                <a:close/>
                <a:moveTo>
                  <a:pt x="256" y="150"/>
                </a:moveTo>
                <a:cubicBezTo>
                  <a:pt x="256" y="214"/>
                  <a:pt x="203" y="267"/>
                  <a:pt x="139" y="267"/>
                </a:cubicBezTo>
                <a:cubicBezTo>
                  <a:pt x="74" y="267"/>
                  <a:pt x="21" y="214"/>
                  <a:pt x="21" y="150"/>
                </a:cubicBezTo>
                <a:cubicBezTo>
                  <a:pt x="21" y="85"/>
                  <a:pt x="74" y="32"/>
                  <a:pt x="139" y="32"/>
                </a:cubicBezTo>
                <a:cubicBezTo>
                  <a:pt x="167" y="32"/>
                  <a:pt x="193" y="43"/>
                  <a:pt x="214" y="60"/>
                </a:cubicBezTo>
                <a:cubicBezTo>
                  <a:pt x="199" y="75"/>
                  <a:pt x="199" y="75"/>
                  <a:pt x="199" y="75"/>
                </a:cubicBezTo>
                <a:cubicBezTo>
                  <a:pt x="182" y="62"/>
                  <a:pt x="161" y="54"/>
                  <a:pt x="139" y="54"/>
                </a:cubicBezTo>
                <a:cubicBezTo>
                  <a:pt x="86" y="54"/>
                  <a:pt x="43" y="97"/>
                  <a:pt x="43" y="150"/>
                </a:cubicBezTo>
                <a:cubicBezTo>
                  <a:pt x="43" y="203"/>
                  <a:pt x="86" y="246"/>
                  <a:pt x="139" y="246"/>
                </a:cubicBezTo>
                <a:cubicBezTo>
                  <a:pt x="192" y="246"/>
                  <a:pt x="235" y="203"/>
                  <a:pt x="235" y="150"/>
                </a:cubicBezTo>
                <a:cubicBezTo>
                  <a:pt x="235" y="127"/>
                  <a:pt x="227" y="106"/>
                  <a:pt x="214" y="90"/>
                </a:cubicBezTo>
                <a:cubicBezTo>
                  <a:pt x="229" y="75"/>
                  <a:pt x="229" y="75"/>
                  <a:pt x="229" y="75"/>
                </a:cubicBezTo>
                <a:cubicBezTo>
                  <a:pt x="246" y="95"/>
                  <a:pt x="256" y="121"/>
                  <a:pt x="256" y="150"/>
                </a:cubicBezTo>
                <a:close/>
                <a:moveTo>
                  <a:pt x="213" y="150"/>
                </a:moveTo>
                <a:cubicBezTo>
                  <a:pt x="213" y="191"/>
                  <a:pt x="180" y="224"/>
                  <a:pt x="139" y="224"/>
                </a:cubicBezTo>
                <a:cubicBezTo>
                  <a:pt x="97" y="224"/>
                  <a:pt x="64" y="191"/>
                  <a:pt x="64" y="150"/>
                </a:cubicBezTo>
                <a:cubicBezTo>
                  <a:pt x="64" y="108"/>
                  <a:pt x="97" y="75"/>
                  <a:pt x="139" y="75"/>
                </a:cubicBezTo>
                <a:cubicBezTo>
                  <a:pt x="155" y="75"/>
                  <a:pt x="171" y="81"/>
                  <a:pt x="183" y="90"/>
                </a:cubicBezTo>
                <a:cubicBezTo>
                  <a:pt x="168" y="105"/>
                  <a:pt x="168" y="105"/>
                  <a:pt x="168" y="105"/>
                </a:cubicBezTo>
                <a:cubicBezTo>
                  <a:pt x="160" y="100"/>
                  <a:pt x="150" y="96"/>
                  <a:pt x="139" y="96"/>
                </a:cubicBezTo>
                <a:cubicBezTo>
                  <a:pt x="109" y="96"/>
                  <a:pt x="85" y="120"/>
                  <a:pt x="85" y="150"/>
                </a:cubicBezTo>
                <a:cubicBezTo>
                  <a:pt x="85" y="179"/>
                  <a:pt x="109" y="203"/>
                  <a:pt x="139" y="203"/>
                </a:cubicBezTo>
                <a:cubicBezTo>
                  <a:pt x="168" y="203"/>
                  <a:pt x="192" y="179"/>
                  <a:pt x="192" y="150"/>
                </a:cubicBezTo>
                <a:cubicBezTo>
                  <a:pt x="192" y="139"/>
                  <a:pt x="189" y="129"/>
                  <a:pt x="183" y="120"/>
                </a:cubicBezTo>
                <a:cubicBezTo>
                  <a:pt x="198" y="105"/>
                  <a:pt x="198" y="105"/>
                  <a:pt x="198" y="105"/>
                </a:cubicBezTo>
                <a:cubicBezTo>
                  <a:pt x="208" y="118"/>
                  <a:pt x="213" y="133"/>
                  <a:pt x="213" y="150"/>
                </a:cubicBezTo>
                <a:close/>
                <a:moveTo>
                  <a:pt x="171" y="150"/>
                </a:moveTo>
                <a:cubicBezTo>
                  <a:pt x="171" y="167"/>
                  <a:pt x="156" y="182"/>
                  <a:pt x="139" y="182"/>
                </a:cubicBezTo>
                <a:cubicBezTo>
                  <a:pt x="121" y="182"/>
                  <a:pt x="107" y="167"/>
                  <a:pt x="107" y="150"/>
                </a:cubicBezTo>
                <a:cubicBezTo>
                  <a:pt x="107" y="132"/>
                  <a:pt x="121" y="118"/>
                  <a:pt x="139" y="118"/>
                </a:cubicBezTo>
                <a:cubicBezTo>
                  <a:pt x="144" y="118"/>
                  <a:pt x="148" y="119"/>
                  <a:pt x="152" y="121"/>
                </a:cubicBezTo>
                <a:cubicBezTo>
                  <a:pt x="131" y="142"/>
                  <a:pt x="131" y="142"/>
                  <a:pt x="131" y="142"/>
                </a:cubicBezTo>
                <a:cubicBezTo>
                  <a:pt x="127" y="146"/>
                  <a:pt x="127" y="153"/>
                  <a:pt x="131" y="157"/>
                </a:cubicBezTo>
                <a:cubicBezTo>
                  <a:pt x="133" y="159"/>
                  <a:pt x="136" y="160"/>
                  <a:pt x="139" y="160"/>
                </a:cubicBezTo>
                <a:cubicBezTo>
                  <a:pt x="141" y="160"/>
                  <a:pt x="144" y="159"/>
                  <a:pt x="146" y="157"/>
                </a:cubicBezTo>
                <a:cubicBezTo>
                  <a:pt x="167" y="136"/>
                  <a:pt x="167" y="136"/>
                  <a:pt x="167" y="136"/>
                </a:cubicBezTo>
                <a:cubicBezTo>
                  <a:pt x="169" y="140"/>
                  <a:pt x="171" y="145"/>
                  <a:pt x="171" y="150"/>
                </a:cubicBezTo>
                <a:close/>
              </a:path>
            </a:pathLst>
          </a:custGeom>
          <a:solidFill>
            <a:schemeClr val="bg1">
              <a:lumMod val="95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00"/>
          </a:p>
        </p:txBody>
      </p:sp>
      <p:sp>
        <p:nvSpPr>
          <p:cNvPr id="41" name="Freeform 728">
            <a:extLst>
              <a:ext uri="{FF2B5EF4-FFF2-40B4-BE49-F238E27FC236}">
                <a16:creationId xmlns:a16="http://schemas.microsoft.com/office/drawing/2014/main" id="{CF8572D8-7FF3-439A-B2BE-2B219DBFF4E5}"/>
              </a:ext>
            </a:extLst>
          </p:cNvPr>
          <p:cNvSpPr>
            <a:spLocks noEditPoints="1"/>
          </p:cNvSpPr>
          <p:nvPr/>
        </p:nvSpPr>
        <p:spPr bwMode="auto">
          <a:xfrm>
            <a:off x="10556722" y="1537066"/>
            <a:ext cx="451422" cy="453786"/>
          </a:xfrm>
          <a:custGeom>
            <a:avLst/>
            <a:gdLst>
              <a:gd name="T0" fmla="*/ 256 w 288"/>
              <a:gd name="T1" fmla="*/ 32 h 288"/>
              <a:gd name="T2" fmla="*/ 245 w 288"/>
              <a:gd name="T3" fmla="*/ 0 h 288"/>
              <a:gd name="T4" fmla="*/ 235 w 288"/>
              <a:gd name="T5" fmla="*/ 39 h 288"/>
              <a:gd name="T6" fmla="*/ 139 w 288"/>
              <a:gd name="T7" fmla="*/ 11 h 288"/>
              <a:gd name="T8" fmla="*/ 44 w 288"/>
              <a:gd name="T9" fmla="*/ 251 h 288"/>
              <a:gd name="T10" fmla="*/ 24 w 288"/>
              <a:gd name="T11" fmla="*/ 285 h 288"/>
              <a:gd name="T12" fmla="*/ 40 w 288"/>
              <a:gd name="T13" fmla="*/ 285 h 288"/>
              <a:gd name="T14" fmla="*/ 139 w 288"/>
              <a:gd name="T15" fmla="*/ 288 h 288"/>
              <a:gd name="T16" fmla="*/ 238 w 288"/>
              <a:gd name="T17" fmla="*/ 285 h 288"/>
              <a:gd name="T18" fmla="*/ 253 w 288"/>
              <a:gd name="T19" fmla="*/ 285 h 288"/>
              <a:gd name="T20" fmla="*/ 233 w 288"/>
              <a:gd name="T21" fmla="*/ 251 h 288"/>
              <a:gd name="T22" fmla="*/ 244 w 288"/>
              <a:gd name="T23" fmla="*/ 60 h 288"/>
              <a:gd name="T24" fmla="*/ 277 w 288"/>
              <a:gd name="T25" fmla="*/ 54 h 288"/>
              <a:gd name="T26" fmla="*/ 277 w 288"/>
              <a:gd name="T27" fmla="*/ 32 h 288"/>
              <a:gd name="T28" fmla="*/ 139 w 288"/>
              <a:gd name="T29" fmla="*/ 267 h 288"/>
              <a:gd name="T30" fmla="*/ 139 w 288"/>
              <a:gd name="T31" fmla="*/ 32 h 288"/>
              <a:gd name="T32" fmla="*/ 199 w 288"/>
              <a:gd name="T33" fmla="*/ 75 h 288"/>
              <a:gd name="T34" fmla="*/ 43 w 288"/>
              <a:gd name="T35" fmla="*/ 150 h 288"/>
              <a:gd name="T36" fmla="*/ 235 w 288"/>
              <a:gd name="T37" fmla="*/ 150 h 288"/>
              <a:gd name="T38" fmla="*/ 229 w 288"/>
              <a:gd name="T39" fmla="*/ 75 h 288"/>
              <a:gd name="T40" fmla="*/ 213 w 288"/>
              <a:gd name="T41" fmla="*/ 150 h 288"/>
              <a:gd name="T42" fmla="*/ 64 w 288"/>
              <a:gd name="T43" fmla="*/ 150 h 288"/>
              <a:gd name="T44" fmla="*/ 183 w 288"/>
              <a:gd name="T45" fmla="*/ 90 h 288"/>
              <a:gd name="T46" fmla="*/ 139 w 288"/>
              <a:gd name="T47" fmla="*/ 96 h 288"/>
              <a:gd name="T48" fmla="*/ 139 w 288"/>
              <a:gd name="T49" fmla="*/ 203 h 288"/>
              <a:gd name="T50" fmla="*/ 183 w 288"/>
              <a:gd name="T51" fmla="*/ 120 h 288"/>
              <a:gd name="T52" fmla="*/ 213 w 288"/>
              <a:gd name="T53" fmla="*/ 150 h 288"/>
              <a:gd name="T54" fmla="*/ 139 w 288"/>
              <a:gd name="T55" fmla="*/ 182 h 288"/>
              <a:gd name="T56" fmla="*/ 139 w 288"/>
              <a:gd name="T57" fmla="*/ 118 h 288"/>
              <a:gd name="T58" fmla="*/ 131 w 288"/>
              <a:gd name="T59" fmla="*/ 142 h 288"/>
              <a:gd name="T60" fmla="*/ 139 w 288"/>
              <a:gd name="T61" fmla="*/ 160 h 288"/>
              <a:gd name="T62" fmla="*/ 167 w 288"/>
              <a:gd name="T63" fmla="*/ 136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88" h="288">
                <a:moveTo>
                  <a:pt x="277" y="32"/>
                </a:moveTo>
                <a:cubicBezTo>
                  <a:pt x="256" y="32"/>
                  <a:pt x="256" y="32"/>
                  <a:pt x="256" y="32"/>
                </a:cubicBezTo>
                <a:cubicBezTo>
                  <a:pt x="256" y="11"/>
                  <a:pt x="256" y="11"/>
                  <a:pt x="256" y="11"/>
                </a:cubicBezTo>
                <a:cubicBezTo>
                  <a:pt x="256" y="5"/>
                  <a:pt x="251" y="0"/>
                  <a:pt x="245" y="0"/>
                </a:cubicBezTo>
                <a:cubicBezTo>
                  <a:pt x="239" y="0"/>
                  <a:pt x="235" y="5"/>
                  <a:pt x="235" y="11"/>
                </a:cubicBezTo>
                <a:cubicBezTo>
                  <a:pt x="235" y="39"/>
                  <a:pt x="235" y="39"/>
                  <a:pt x="235" y="39"/>
                </a:cubicBezTo>
                <a:cubicBezTo>
                  <a:pt x="229" y="44"/>
                  <a:pt x="229" y="44"/>
                  <a:pt x="229" y="44"/>
                </a:cubicBezTo>
                <a:cubicBezTo>
                  <a:pt x="205" y="24"/>
                  <a:pt x="173" y="11"/>
                  <a:pt x="139" y="11"/>
                </a:cubicBezTo>
                <a:cubicBezTo>
                  <a:pt x="62" y="11"/>
                  <a:pt x="0" y="73"/>
                  <a:pt x="0" y="150"/>
                </a:cubicBezTo>
                <a:cubicBezTo>
                  <a:pt x="0" y="189"/>
                  <a:pt x="17" y="225"/>
                  <a:pt x="44" y="251"/>
                </a:cubicBezTo>
                <a:cubicBezTo>
                  <a:pt x="24" y="270"/>
                  <a:pt x="24" y="270"/>
                  <a:pt x="24" y="270"/>
                </a:cubicBezTo>
                <a:cubicBezTo>
                  <a:pt x="20" y="274"/>
                  <a:pt x="20" y="281"/>
                  <a:pt x="24" y="285"/>
                </a:cubicBezTo>
                <a:cubicBezTo>
                  <a:pt x="27" y="287"/>
                  <a:pt x="29" y="288"/>
                  <a:pt x="32" y="288"/>
                </a:cubicBezTo>
                <a:cubicBezTo>
                  <a:pt x="35" y="288"/>
                  <a:pt x="37" y="287"/>
                  <a:pt x="40" y="285"/>
                </a:cubicBezTo>
                <a:cubicBezTo>
                  <a:pt x="61" y="264"/>
                  <a:pt x="61" y="264"/>
                  <a:pt x="61" y="264"/>
                </a:cubicBezTo>
                <a:cubicBezTo>
                  <a:pt x="83" y="279"/>
                  <a:pt x="110" y="288"/>
                  <a:pt x="139" y="288"/>
                </a:cubicBezTo>
                <a:cubicBezTo>
                  <a:pt x="168" y="288"/>
                  <a:pt x="194" y="279"/>
                  <a:pt x="217" y="264"/>
                </a:cubicBezTo>
                <a:cubicBezTo>
                  <a:pt x="238" y="285"/>
                  <a:pt x="238" y="285"/>
                  <a:pt x="238" y="285"/>
                </a:cubicBezTo>
                <a:cubicBezTo>
                  <a:pt x="240" y="287"/>
                  <a:pt x="243" y="288"/>
                  <a:pt x="245" y="288"/>
                </a:cubicBezTo>
                <a:cubicBezTo>
                  <a:pt x="248" y="288"/>
                  <a:pt x="251" y="287"/>
                  <a:pt x="253" y="285"/>
                </a:cubicBezTo>
                <a:cubicBezTo>
                  <a:pt x="257" y="281"/>
                  <a:pt x="257" y="274"/>
                  <a:pt x="253" y="270"/>
                </a:cubicBezTo>
                <a:cubicBezTo>
                  <a:pt x="233" y="251"/>
                  <a:pt x="233" y="251"/>
                  <a:pt x="233" y="251"/>
                </a:cubicBezTo>
                <a:cubicBezTo>
                  <a:pt x="260" y="225"/>
                  <a:pt x="277" y="189"/>
                  <a:pt x="277" y="150"/>
                </a:cubicBezTo>
                <a:cubicBezTo>
                  <a:pt x="277" y="115"/>
                  <a:pt x="265" y="84"/>
                  <a:pt x="244" y="60"/>
                </a:cubicBezTo>
                <a:cubicBezTo>
                  <a:pt x="250" y="54"/>
                  <a:pt x="250" y="54"/>
                  <a:pt x="250" y="54"/>
                </a:cubicBezTo>
                <a:cubicBezTo>
                  <a:pt x="277" y="54"/>
                  <a:pt x="277" y="54"/>
                  <a:pt x="277" y="54"/>
                </a:cubicBezTo>
                <a:cubicBezTo>
                  <a:pt x="283" y="54"/>
                  <a:pt x="288" y="49"/>
                  <a:pt x="288" y="43"/>
                </a:cubicBezTo>
                <a:cubicBezTo>
                  <a:pt x="288" y="37"/>
                  <a:pt x="283" y="32"/>
                  <a:pt x="277" y="32"/>
                </a:cubicBezTo>
                <a:close/>
                <a:moveTo>
                  <a:pt x="256" y="150"/>
                </a:moveTo>
                <a:cubicBezTo>
                  <a:pt x="256" y="214"/>
                  <a:pt x="203" y="267"/>
                  <a:pt x="139" y="267"/>
                </a:cubicBezTo>
                <a:cubicBezTo>
                  <a:pt x="74" y="267"/>
                  <a:pt x="21" y="214"/>
                  <a:pt x="21" y="150"/>
                </a:cubicBezTo>
                <a:cubicBezTo>
                  <a:pt x="21" y="85"/>
                  <a:pt x="74" y="32"/>
                  <a:pt x="139" y="32"/>
                </a:cubicBezTo>
                <a:cubicBezTo>
                  <a:pt x="167" y="32"/>
                  <a:pt x="193" y="43"/>
                  <a:pt x="214" y="60"/>
                </a:cubicBezTo>
                <a:cubicBezTo>
                  <a:pt x="199" y="75"/>
                  <a:pt x="199" y="75"/>
                  <a:pt x="199" y="75"/>
                </a:cubicBezTo>
                <a:cubicBezTo>
                  <a:pt x="182" y="62"/>
                  <a:pt x="161" y="54"/>
                  <a:pt x="139" y="54"/>
                </a:cubicBezTo>
                <a:cubicBezTo>
                  <a:pt x="86" y="54"/>
                  <a:pt x="43" y="97"/>
                  <a:pt x="43" y="150"/>
                </a:cubicBezTo>
                <a:cubicBezTo>
                  <a:pt x="43" y="203"/>
                  <a:pt x="86" y="246"/>
                  <a:pt x="139" y="246"/>
                </a:cubicBezTo>
                <a:cubicBezTo>
                  <a:pt x="192" y="246"/>
                  <a:pt x="235" y="203"/>
                  <a:pt x="235" y="150"/>
                </a:cubicBezTo>
                <a:cubicBezTo>
                  <a:pt x="235" y="127"/>
                  <a:pt x="227" y="106"/>
                  <a:pt x="214" y="90"/>
                </a:cubicBezTo>
                <a:cubicBezTo>
                  <a:pt x="229" y="75"/>
                  <a:pt x="229" y="75"/>
                  <a:pt x="229" y="75"/>
                </a:cubicBezTo>
                <a:cubicBezTo>
                  <a:pt x="246" y="95"/>
                  <a:pt x="256" y="121"/>
                  <a:pt x="256" y="150"/>
                </a:cubicBezTo>
                <a:close/>
                <a:moveTo>
                  <a:pt x="213" y="150"/>
                </a:moveTo>
                <a:cubicBezTo>
                  <a:pt x="213" y="191"/>
                  <a:pt x="180" y="224"/>
                  <a:pt x="139" y="224"/>
                </a:cubicBezTo>
                <a:cubicBezTo>
                  <a:pt x="97" y="224"/>
                  <a:pt x="64" y="191"/>
                  <a:pt x="64" y="150"/>
                </a:cubicBezTo>
                <a:cubicBezTo>
                  <a:pt x="64" y="108"/>
                  <a:pt x="97" y="75"/>
                  <a:pt x="139" y="75"/>
                </a:cubicBezTo>
                <a:cubicBezTo>
                  <a:pt x="155" y="75"/>
                  <a:pt x="171" y="81"/>
                  <a:pt x="183" y="90"/>
                </a:cubicBezTo>
                <a:cubicBezTo>
                  <a:pt x="168" y="105"/>
                  <a:pt x="168" y="105"/>
                  <a:pt x="168" y="105"/>
                </a:cubicBezTo>
                <a:cubicBezTo>
                  <a:pt x="160" y="100"/>
                  <a:pt x="150" y="96"/>
                  <a:pt x="139" y="96"/>
                </a:cubicBezTo>
                <a:cubicBezTo>
                  <a:pt x="109" y="96"/>
                  <a:pt x="85" y="120"/>
                  <a:pt x="85" y="150"/>
                </a:cubicBezTo>
                <a:cubicBezTo>
                  <a:pt x="85" y="179"/>
                  <a:pt x="109" y="203"/>
                  <a:pt x="139" y="203"/>
                </a:cubicBezTo>
                <a:cubicBezTo>
                  <a:pt x="168" y="203"/>
                  <a:pt x="192" y="179"/>
                  <a:pt x="192" y="150"/>
                </a:cubicBezTo>
                <a:cubicBezTo>
                  <a:pt x="192" y="139"/>
                  <a:pt x="189" y="129"/>
                  <a:pt x="183" y="120"/>
                </a:cubicBezTo>
                <a:cubicBezTo>
                  <a:pt x="198" y="105"/>
                  <a:pt x="198" y="105"/>
                  <a:pt x="198" y="105"/>
                </a:cubicBezTo>
                <a:cubicBezTo>
                  <a:pt x="208" y="118"/>
                  <a:pt x="213" y="133"/>
                  <a:pt x="213" y="150"/>
                </a:cubicBezTo>
                <a:close/>
                <a:moveTo>
                  <a:pt x="171" y="150"/>
                </a:moveTo>
                <a:cubicBezTo>
                  <a:pt x="171" y="167"/>
                  <a:pt x="156" y="182"/>
                  <a:pt x="139" y="182"/>
                </a:cubicBezTo>
                <a:cubicBezTo>
                  <a:pt x="121" y="182"/>
                  <a:pt x="107" y="167"/>
                  <a:pt x="107" y="150"/>
                </a:cubicBezTo>
                <a:cubicBezTo>
                  <a:pt x="107" y="132"/>
                  <a:pt x="121" y="118"/>
                  <a:pt x="139" y="118"/>
                </a:cubicBezTo>
                <a:cubicBezTo>
                  <a:pt x="144" y="118"/>
                  <a:pt x="148" y="119"/>
                  <a:pt x="152" y="121"/>
                </a:cubicBezTo>
                <a:cubicBezTo>
                  <a:pt x="131" y="142"/>
                  <a:pt x="131" y="142"/>
                  <a:pt x="131" y="142"/>
                </a:cubicBezTo>
                <a:cubicBezTo>
                  <a:pt x="127" y="146"/>
                  <a:pt x="127" y="153"/>
                  <a:pt x="131" y="157"/>
                </a:cubicBezTo>
                <a:cubicBezTo>
                  <a:pt x="133" y="159"/>
                  <a:pt x="136" y="160"/>
                  <a:pt x="139" y="160"/>
                </a:cubicBezTo>
                <a:cubicBezTo>
                  <a:pt x="141" y="160"/>
                  <a:pt x="144" y="159"/>
                  <a:pt x="146" y="157"/>
                </a:cubicBezTo>
                <a:cubicBezTo>
                  <a:pt x="167" y="136"/>
                  <a:pt x="167" y="136"/>
                  <a:pt x="167" y="136"/>
                </a:cubicBezTo>
                <a:cubicBezTo>
                  <a:pt x="169" y="140"/>
                  <a:pt x="171" y="145"/>
                  <a:pt x="171" y="150"/>
                </a:cubicBezTo>
                <a:close/>
              </a:path>
            </a:pathLst>
          </a:custGeom>
          <a:solidFill>
            <a:schemeClr val="bg1">
              <a:lumMod val="95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00"/>
          </a:p>
        </p:txBody>
      </p:sp>
      <p:sp>
        <p:nvSpPr>
          <p:cNvPr id="42" name="Freeform 728">
            <a:extLst>
              <a:ext uri="{FF2B5EF4-FFF2-40B4-BE49-F238E27FC236}">
                <a16:creationId xmlns:a16="http://schemas.microsoft.com/office/drawing/2014/main" id="{6328F677-A400-4EC9-9FEE-C7CA04E66355}"/>
              </a:ext>
            </a:extLst>
          </p:cNvPr>
          <p:cNvSpPr>
            <a:spLocks noEditPoints="1"/>
          </p:cNvSpPr>
          <p:nvPr/>
        </p:nvSpPr>
        <p:spPr bwMode="auto">
          <a:xfrm>
            <a:off x="3470169" y="5084065"/>
            <a:ext cx="451422" cy="453786"/>
          </a:xfrm>
          <a:custGeom>
            <a:avLst/>
            <a:gdLst>
              <a:gd name="T0" fmla="*/ 256 w 288"/>
              <a:gd name="T1" fmla="*/ 32 h 288"/>
              <a:gd name="T2" fmla="*/ 245 w 288"/>
              <a:gd name="T3" fmla="*/ 0 h 288"/>
              <a:gd name="T4" fmla="*/ 235 w 288"/>
              <a:gd name="T5" fmla="*/ 39 h 288"/>
              <a:gd name="T6" fmla="*/ 139 w 288"/>
              <a:gd name="T7" fmla="*/ 11 h 288"/>
              <a:gd name="T8" fmla="*/ 44 w 288"/>
              <a:gd name="T9" fmla="*/ 251 h 288"/>
              <a:gd name="T10" fmla="*/ 24 w 288"/>
              <a:gd name="T11" fmla="*/ 285 h 288"/>
              <a:gd name="T12" fmla="*/ 40 w 288"/>
              <a:gd name="T13" fmla="*/ 285 h 288"/>
              <a:gd name="T14" fmla="*/ 139 w 288"/>
              <a:gd name="T15" fmla="*/ 288 h 288"/>
              <a:gd name="T16" fmla="*/ 238 w 288"/>
              <a:gd name="T17" fmla="*/ 285 h 288"/>
              <a:gd name="T18" fmla="*/ 253 w 288"/>
              <a:gd name="T19" fmla="*/ 285 h 288"/>
              <a:gd name="T20" fmla="*/ 233 w 288"/>
              <a:gd name="T21" fmla="*/ 251 h 288"/>
              <a:gd name="T22" fmla="*/ 244 w 288"/>
              <a:gd name="T23" fmla="*/ 60 h 288"/>
              <a:gd name="T24" fmla="*/ 277 w 288"/>
              <a:gd name="T25" fmla="*/ 54 h 288"/>
              <a:gd name="T26" fmla="*/ 277 w 288"/>
              <a:gd name="T27" fmla="*/ 32 h 288"/>
              <a:gd name="T28" fmla="*/ 139 w 288"/>
              <a:gd name="T29" fmla="*/ 267 h 288"/>
              <a:gd name="T30" fmla="*/ 139 w 288"/>
              <a:gd name="T31" fmla="*/ 32 h 288"/>
              <a:gd name="T32" fmla="*/ 199 w 288"/>
              <a:gd name="T33" fmla="*/ 75 h 288"/>
              <a:gd name="T34" fmla="*/ 43 w 288"/>
              <a:gd name="T35" fmla="*/ 150 h 288"/>
              <a:gd name="T36" fmla="*/ 235 w 288"/>
              <a:gd name="T37" fmla="*/ 150 h 288"/>
              <a:gd name="T38" fmla="*/ 229 w 288"/>
              <a:gd name="T39" fmla="*/ 75 h 288"/>
              <a:gd name="T40" fmla="*/ 213 w 288"/>
              <a:gd name="T41" fmla="*/ 150 h 288"/>
              <a:gd name="T42" fmla="*/ 64 w 288"/>
              <a:gd name="T43" fmla="*/ 150 h 288"/>
              <a:gd name="T44" fmla="*/ 183 w 288"/>
              <a:gd name="T45" fmla="*/ 90 h 288"/>
              <a:gd name="T46" fmla="*/ 139 w 288"/>
              <a:gd name="T47" fmla="*/ 96 h 288"/>
              <a:gd name="T48" fmla="*/ 139 w 288"/>
              <a:gd name="T49" fmla="*/ 203 h 288"/>
              <a:gd name="T50" fmla="*/ 183 w 288"/>
              <a:gd name="T51" fmla="*/ 120 h 288"/>
              <a:gd name="T52" fmla="*/ 213 w 288"/>
              <a:gd name="T53" fmla="*/ 150 h 288"/>
              <a:gd name="T54" fmla="*/ 139 w 288"/>
              <a:gd name="T55" fmla="*/ 182 h 288"/>
              <a:gd name="T56" fmla="*/ 139 w 288"/>
              <a:gd name="T57" fmla="*/ 118 h 288"/>
              <a:gd name="T58" fmla="*/ 131 w 288"/>
              <a:gd name="T59" fmla="*/ 142 h 288"/>
              <a:gd name="T60" fmla="*/ 139 w 288"/>
              <a:gd name="T61" fmla="*/ 160 h 288"/>
              <a:gd name="T62" fmla="*/ 167 w 288"/>
              <a:gd name="T63" fmla="*/ 136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88" h="288">
                <a:moveTo>
                  <a:pt x="277" y="32"/>
                </a:moveTo>
                <a:cubicBezTo>
                  <a:pt x="256" y="32"/>
                  <a:pt x="256" y="32"/>
                  <a:pt x="256" y="32"/>
                </a:cubicBezTo>
                <a:cubicBezTo>
                  <a:pt x="256" y="11"/>
                  <a:pt x="256" y="11"/>
                  <a:pt x="256" y="11"/>
                </a:cubicBezTo>
                <a:cubicBezTo>
                  <a:pt x="256" y="5"/>
                  <a:pt x="251" y="0"/>
                  <a:pt x="245" y="0"/>
                </a:cubicBezTo>
                <a:cubicBezTo>
                  <a:pt x="239" y="0"/>
                  <a:pt x="235" y="5"/>
                  <a:pt x="235" y="11"/>
                </a:cubicBezTo>
                <a:cubicBezTo>
                  <a:pt x="235" y="39"/>
                  <a:pt x="235" y="39"/>
                  <a:pt x="235" y="39"/>
                </a:cubicBezTo>
                <a:cubicBezTo>
                  <a:pt x="229" y="44"/>
                  <a:pt x="229" y="44"/>
                  <a:pt x="229" y="44"/>
                </a:cubicBezTo>
                <a:cubicBezTo>
                  <a:pt x="205" y="24"/>
                  <a:pt x="173" y="11"/>
                  <a:pt x="139" y="11"/>
                </a:cubicBezTo>
                <a:cubicBezTo>
                  <a:pt x="62" y="11"/>
                  <a:pt x="0" y="73"/>
                  <a:pt x="0" y="150"/>
                </a:cubicBezTo>
                <a:cubicBezTo>
                  <a:pt x="0" y="189"/>
                  <a:pt x="17" y="225"/>
                  <a:pt x="44" y="251"/>
                </a:cubicBezTo>
                <a:cubicBezTo>
                  <a:pt x="24" y="270"/>
                  <a:pt x="24" y="270"/>
                  <a:pt x="24" y="270"/>
                </a:cubicBezTo>
                <a:cubicBezTo>
                  <a:pt x="20" y="274"/>
                  <a:pt x="20" y="281"/>
                  <a:pt x="24" y="285"/>
                </a:cubicBezTo>
                <a:cubicBezTo>
                  <a:pt x="27" y="287"/>
                  <a:pt x="29" y="288"/>
                  <a:pt x="32" y="288"/>
                </a:cubicBezTo>
                <a:cubicBezTo>
                  <a:pt x="35" y="288"/>
                  <a:pt x="37" y="287"/>
                  <a:pt x="40" y="285"/>
                </a:cubicBezTo>
                <a:cubicBezTo>
                  <a:pt x="61" y="264"/>
                  <a:pt x="61" y="264"/>
                  <a:pt x="61" y="264"/>
                </a:cubicBezTo>
                <a:cubicBezTo>
                  <a:pt x="83" y="279"/>
                  <a:pt x="110" y="288"/>
                  <a:pt x="139" y="288"/>
                </a:cubicBezTo>
                <a:cubicBezTo>
                  <a:pt x="168" y="288"/>
                  <a:pt x="194" y="279"/>
                  <a:pt x="217" y="264"/>
                </a:cubicBezTo>
                <a:cubicBezTo>
                  <a:pt x="238" y="285"/>
                  <a:pt x="238" y="285"/>
                  <a:pt x="238" y="285"/>
                </a:cubicBezTo>
                <a:cubicBezTo>
                  <a:pt x="240" y="287"/>
                  <a:pt x="243" y="288"/>
                  <a:pt x="245" y="288"/>
                </a:cubicBezTo>
                <a:cubicBezTo>
                  <a:pt x="248" y="288"/>
                  <a:pt x="251" y="287"/>
                  <a:pt x="253" y="285"/>
                </a:cubicBezTo>
                <a:cubicBezTo>
                  <a:pt x="257" y="281"/>
                  <a:pt x="257" y="274"/>
                  <a:pt x="253" y="270"/>
                </a:cubicBezTo>
                <a:cubicBezTo>
                  <a:pt x="233" y="251"/>
                  <a:pt x="233" y="251"/>
                  <a:pt x="233" y="251"/>
                </a:cubicBezTo>
                <a:cubicBezTo>
                  <a:pt x="260" y="225"/>
                  <a:pt x="277" y="189"/>
                  <a:pt x="277" y="150"/>
                </a:cubicBezTo>
                <a:cubicBezTo>
                  <a:pt x="277" y="115"/>
                  <a:pt x="265" y="84"/>
                  <a:pt x="244" y="60"/>
                </a:cubicBezTo>
                <a:cubicBezTo>
                  <a:pt x="250" y="54"/>
                  <a:pt x="250" y="54"/>
                  <a:pt x="250" y="54"/>
                </a:cubicBezTo>
                <a:cubicBezTo>
                  <a:pt x="277" y="54"/>
                  <a:pt x="277" y="54"/>
                  <a:pt x="277" y="54"/>
                </a:cubicBezTo>
                <a:cubicBezTo>
                  <a:pt x="283" y="54"/>
                  <a:pt x="288" y="49"/>
                  <a:pt x="288" y="43"/>
                </a:cubicBezTo>
                <a:cubicBezTo>
                  <a:pt x="288" y="37"/>
                  <a:pt x="283" y="32"/>
                  <a:pt x="277" y="32"/>
                </a:cubicBezTo>
                <a:close/>
                <a:moveTo>
                  <a:pt x="256" y="150"/>
                </a:moveTo>
                <a:cubicBezTo>
                  <a:pt x="256" y="214"/>
                  <a:pt x="203" y="267"/>
                  <a:pt x="139" y="267"/>
                </a:cubicBezTo>
                <a:cubicBezTo>
                  <a:pt x="74" y="267"/>
                  <a:pt x="21" y="214"/>
                  <a:pt x="21" y="150"/>
                </a:cubicBezTo>
                <a:cubicBezTo>
                  <a:pt x="21" y="85"/>
                  <a:pt x="74" y="32"/>
                  <a:pt x="139" y="32"/>
                </a:cubicBezTo>
                <a:cubicBezTo>
                  <a:pt x="167" y="32"/>
                  <a:pt x="193" y="43"/>
                  <a:pt x="214" y="60"/>
                </a:cubicBezTo>
                <a:cubicBezTo>
                  <a:pt x="199" y="75"/>
                  <a:pt x="199" y="75"/>
                  <a:pt x="199" y="75"/>
                </a:cubicBezTo>
                <a:cubicBezTo>
                  <a:pt x="182" y="62"/>
                  <a:pt x="161" y="54"/>
                  <a:pt x="139" y="54"/>
                </a:cubicBezTo>
                <a:cubicBezTo>
                  <a:pt x="86" y="54"/>
                  <a:pt x="43" y="97"/>
                  <a:pt x="43" y="150"/>
                </a:cubicBezTo>
                <a:cubicBezTo>
                  <a:pt x="43" y="203"/>
                  <a:pt x="86" y="246"/>
                  <a:pt x="139" y="246"/>
                </a:cubicBezTo>
                <a:cubicBezTo>
                  <a:pt x="192" y="246"/>
                  <a:pt x="235" y="203"/>
                  <a:pt x="235" y="150"/>
                </a:cubicBezTo>
                <a:cubicBezTo>
                  <a:pt x="235" y="127"/>
                  <a:pt x="227" y="106"/>
                  <a:pt x="214" y="90"/>
                </a:cubicBezTo>
                <a:cubicBezTo>
                  <a:pt x="229" y="75"/>
                  <a:pt x="229" y="75"/>
                  <a:pt x="229" y="75"/>
                </a:cubicBezTo>
                <a:cubicBezTo>
                  <a:pt x="246" y="95"/>
                  <a:pt x="256" y="121"/>
                  <a:pt x="256" y="150"/>
                </a:cubicBezTo>
                <a:close/>
                <a:moveTo>
                  <a:pt x="213" y="150"/>
                </a:moveTo>
                <a:cubicBezTo>
                  <a:pt x="213" y="191"/>
                  <a:pt x="180" y="224"/>
                  <a:pt x="139" y="224"/>
                </a:cubicBezTo>
                <a:cubicBezTo>
                  <a:pt x="97" y="224"/>
                  <a:pt x="64" y="191"/>
                  <a:pt x="64" y="150"/>
                </a:cubicBezTo>
                <a:cubicBezTo>
                  <a:pt x="64" y="108"/>
                  <a:pt x="97" y="75"/>
                  <a:pt x="139" y="75"/>
                </a:cubicBezTo>
                <a:cubicBezTo>
                  <a:pt x="155" y="75"/>
                  <a:pt x="171" y="81"/>
                  <a:pt x="183" y="90"/>
                </a:cubicBezTo>
                <a:cubicBezTo>
                  <a:pt x="168" y="105"/>
                  <a:pt x="168" y="105"/>
                  <a:pt x="168" y="105"/>
                </a:cubicBezTo>
                <a:cubicBezTo>
                  <a:pt x="160" y="100"/>
                  <a:pt x="150" y="96"/>
                  <a:pt x="139" y="96"/>
                </a:cubicBezTo>
                <a:cubicBezTo>
                  <a:pt x="109" y="96"/>
                  <a:pt x="85" y="120"/>
                  <a:pt x="85" y="150"/>
                </a:cubicBezTo>
                <a:cubicBezTo>
                  <a:pt x="85" y="179"/>
                  <a:pt x="109" y="203"/>
                  <a:pt x="139" y="203"/>
                </a:cubicBezTo>
                <a:cubicBezTo>
                  <a:pt x="168" y="203"/>
                  <a:pt x="192" y="179"/>
                  <a:pt x="192" y="150"/>
                </a:cubicBezTo>
                <a:cubicBezTo>
                  <a:pt x="192" y="139"/>
                  <a:pt x="189" y="129"/>
                  <a:pt x="183" y="120"/>
                </a:cubicBezTo>
                <a:cubicBezTo>
                  <a:pt x="198" y="105"/>
                  <a:pt x="198" y="105"/>
                  <a:pt x="198" y="105"/>
                </a:cubicBezTo>
                <a:cubicBezTo>
                  <a:pt x="208" y="118"/>
                  <a:pt x="213" y="133"/>
                  <a:pt x="213" y="150"/>
                </a:cubicBezTo>
                <a:close/>
                <a:moveTo>
                  <a:pt x="171" y="150"/>
                </a:moveTo>
                <a:cubicBezTo>
                  <a:pt x="171" y="167"/>
                  <a:pt x="156" y="182"/>
                  <a:pt x="139" y="182"/>
                </a:cubicBezTo>
                <a:cubicBezTo>
                  <a:pt x="121" y="182"/>
                  <a:pt x="107" y="167"/>
                  <a:pt x="107" y="150"/>
                </a:cubicBezTo>
                <a:cubicBezTo>
                  <a:pt x="107" y="132"/>
                  <a:pt x="121" y="118"/>
                  <a:pt x="139" y="118"/>
                </a:cubicBezTo>
                <a:cubicBezTo>
                  <a:pt x="144" y="118"/>
                  <a:pt x="148" y="119"/>
                  <a:pt x="152" y="121"/>
                </a:cubicBezTo>
                <a:cubicBezTo>
                  <a:pt x="131" y="142"/>
                  <a:pt x="131" y="142"/>
                  <a:pt x="131" y="142"/>
                </a:cubicBezTo>
                <a:cubicBezTo>
                  <a:pt x="127" y="146"/>
                  <a:pt x="127" y="153"/>
                  <a:pt x="131" y="157"/>
                </a:cubicBezTo>
                <a:cubicBezTo>
                  <a:pt x="133" y="159"/>
                  <a:pt x="136" y="160"/>
                  <a:pt x="139" y="160"/>
                </a:cubicBezTo>
                <a:cubicBezTo>
                  <a:pt x="141" y="160"/>
                  <a:pt x="144" y="159"/>
                  <a:pt x="146" y="157"/>
                </a:cubicBezTo>
                <a:cubicBezTo>
                  <a:pt x="167" y="136"/>
                  <a:pt x="167" y="136"/>
                  <a:pt x="167" y="136"/>
                </a:cubicBezTo>
                <a:cubicBezTo>
                  <a:pt x="169" y="140"/>
                  <a:pt x="171" y="145"/>
                  <a:pt x="171" y="150"/>
                </a:cubicBezTo>
                <a:close/>
              </a:path>
            </a:pathLst>
          </a:custGeom>
          <a:solidFill>
            <a:schemeClr val="bg1">
              <a:lumMod val="95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00"/>
          </a:p>
        </p:txBody>
      </p:sp>
      <p:sp>
        <p:nvSpPr>
          <p:cNvPr id="43" name="Freeform 728">
            <a:extLst>
              <a:ext uri="{FF2B5EF4-FFF2-40B4-BE49-F238E27FC236}">
                <a16:creationId xmlns:a16="http://schemas.microsoft.com/office/drawing/2014/main" id="{70DFDADD-06E9-470F-9BC7-39A756C7AFA9}"/>
              </a:ext>
            </a:extLst>
          </p:cNvPr>
          <p:cNvSpPr>
            <a:spLocks noEditPoints="1"/>
          </p:cNvSpPr>
          <p:nvPr/>
        </p:nvSpPr>
        <p:spPr bwMode="auto">
          <a:xfrm>
            <a:off x="8190432" y="5086637"/>
            <a:ext cx="451422" cy="453786"/>
          </a:xfrm>
          <a:custGeom>
            <a:avLst/>
            <a:gdLst>
              <a:gd name="T0" fmla="*/ 256 w 288"/>
              <a:gd name="T1" fmla="*/ 32 h 288"/>
              <a:gd name="T2" fmla="*/ 245 w 288"/>
              <a:gd name="T3" fmla="*/ 0 h 288"/>
              <a:gd name="T4" fmla="*/ 235 w 288"/>
              <a:gd name="T5" fmla="*/ 39 h 288"/>
              <a:gd name="T6" fmla="*/ 139 w 288"/>
              <a:gd name="T7" fmla="*/ 11 h 288"/>
              <a:gd name="T8" fmla="*/ 44 w 288"/>
              <a:gd name="T9" fmla="*/ 251 h 288"/>
              <a:gd name="T10" fmla="*/ 24 w 288"/>
              <a:gd name="T11" fmla="*/ 285 h 288"/>
              <a:gd name="T12" fmla="*/ 40 w 288"/>
              <a:gd name="T13" fmla="*/ 285 h 288"/>
              <a:gd name="T14" fmla="*/ 139 w 288"/>
              <a:gd name="T15" fmla="*/ 288 h 288"/>
              <a:gd name="T16" fmla="*/ 238 w 288"/>
              <a:gd name="T17" fmla="*/ 285 h 288"/>
              <a:gd name="T18" fmla="*/ 253 w 288"/>
              <a:gd name="T19" fmla="*/ 285 h 288"/>
              <a:gd name="T20" fmla="*/ 233 w 288"/>
              <a:gd name="T21" fmla="*/ 251 h 288"/>
              <a:gd name="T22" fmla="*/ 244 w 288"/>
              <a:gd name="T23" fmla="*/ 60 h 288"/>
              <a:gd name="T24" fmla="*/ 277 w 288"/>
              <a:gd name="T25" fmla="*/ 54 h 288"/>
              <a:gd name="T26" fmla="*/ 277 w 288"/>
              <a:gd name="T27" fmla="*/ 32 h 288"/>
              <a:gd name="T28" fmla="*/ 139 w 288"/>
              <a:gd name="T29" fmla="*/ 267 h 288"/>
              <a:gd name="T30" fmla="*/ 139 w 288"/>
              <a:gd name="T31" fmla="*/ 32 h 288"/>
              <a:gd name="T32" fmla="*/ 199 w 288"/>
              <a:gd name="T33" fmla="*/ 75 h 288"/>
              <a:gd name="T34" fmla="*/ 43 w 288"/>
              <a:gd name="T35" fmla="*/ 150 h 288"/>
              <a:gd name="T36" fmla="*/ 235 w 288"/>
              <a:gd name="T37" fmla="*/ 150 h 288"/>
              <a:gd name="T38" fmla="*/ 229 w 288"/>
              <a:gd name="T39" fmla="*/ 75 h 288"/>
              <a:gd name="T40" fmla="*/ 213 w 288"/>
              <a:gd name="T41" fmla="*/ 150 h 288"/>
              <a:gd name="T42" fmla="*/ 64 w 288"/>
              <a:gd name="T43" fmla="*/ 150 h 288"/>
              <a:gd name="T44" fmla="*/ 183 w 288"/>
              <a:gd name="T45" fmla="*/ 90 h 288"/>
              <a:gd name="T46" fmla="*/ 139 w 288"/>
              <a:gd name="T47" fmla="*/ 96 h 288"/>
              <a:gd name="T48" fmla="*/ 139 w 288"/>
              <a:gd name="T49" fmla="*/ 203 h 288"/>
              <a:gd name="T50" fmla="*/ 183 w 288"/>
              <a:gd name="T51" fmla="*/ 120 h 288"/>
              <a:gd name="T52" fmla="*/ 213 w 288"/>
              <a:gd name="T53" fmla="*/ 150 h 288"/>
              <a:gd name="T54" fmla="*/ 139 w 288"/>
              <a:gd name="T55" fmla="*/ 182 h 288"/>
              <a:gd name="T56" fmla="*/ 139 w 288"/>
              <a:gd name="T57" fmla="*/ 118 h 288"/>
              <a:gd name="T58" fmla="*/ 131 w 288"/>
              <a:gd name="T59" fmla="*/ 142 h 288"/>
              <a:gd name="T60" fmla="*/ 139 w 288"/>
              <a:gd name="T61" fmla="*/ 160 h 288"/>
              <a:gd name="T62" fmla="*/ 167 w 288"/>
              <a:gd name="T63" fmla="*/ 136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88" h="288">
                <a:moveTo>
                  <a:pt x="277" y="32"/>
                </a:moveTo>
                <a:cubicBezTo>
                  <a:pt x="256" y="32"/>
                  <a:pt x="256" y="32"/>
                  <a:pt x="256" y="32"/>
                </a:cubicBezTo>
                <a:cubicBezTo>
                  <a:pt x="256" y="11"/>
                  <a:pt x="256" y="11"/>
                  <a:pt x="256" y="11"/>
                </a:cubicBezTo>
                <a:cubicBezTo>
                  <a:pt x="256" y="5"/>
                  <a:pt x="251" y="0"/>
                  <a:pt x="245" y="0"/>
                </a:cubicBezTo>
                <a:cubicBezTo>
                  <a:pt x="239" y="0"/>
                  <a:pt x="235" y="5"/>
                  <a:pt x="235" y="11"/>
                </a:cubicBezTo>
                <a:cubicBezTo>
                  <a:pt x="235" y="39"/>
                  <a:pt x="235" y="39"/>
                  <a:pt x="235" y="39"/>
                </a:cubicBezTo>
                <a:cubicBezTo>
                  <a:pt x="229" y="44"/>
                  <a:pt x="229" y="44"/>
                  <a:pt x="229" y="44"/>
                </a:cubicBezTo>
                <a:cubicBezTo>
                  <a:pt x="205" y="24"/>
                  <a:pt x="173" y="11"/>
                  <a:pt x="139" y="11"/>
                </a:cubicBezTo>
                <a:cubicBezTo>
                  <a:pt x="62" y="11"/>
                  <a:pt x="0" y="73"/>
                  <a:pt x="0" y="150"/>
                </a:cubicBezTo>
                <a:cubicBezTo>
                  <a:pt x="0" y="189"/>
                  <a:pt x="17" y="225"/>
                  <a:pt x="44" y="251"/>
                </a:cubicBezTo>
                <a:cubicBezTo>
                  <a:pt x="24" y="270"/>
                  <a:pt x="24" y="270"/>
                  <a:pt x="24" y="270"/>
                </a:cubicBezTo>
                <a:cubicBezTo>
                  <a:pt x="20" y="274"/>
                  <a:pt x="20" y="281"/>
                  <a:pt x="24" y="285"/>
                </a:cubicBezTo>
                <a:cubicBezTo>
                  <a:pt x="27" y="287"/>
                  <a:pt x="29" y="288"/>
                  <a:pt x="32" y="288"/>
                </a:cubicBezTo>
                <a:cubicBezTo>
                  <a:pt x="35" y="288"/>
                  <a:pt x="37" y="287"/>
                  <a:pt x="40" y="285"/>
                </a:cubicBezTo>
                <a:cubicBezTo>
                  <a:pt x="61" y="264"/>
                  <a:pt x="61" y="264"/>
                  <a:pt x="61" y="264"/>
                </a:cubicBezTo>
                <a:cubicBezTo>
                  <a:pt x="83" y="279"/>
                  <a:pt x="110" y="288"/>
                  <a:pt x="139" y="288"/>
                </a:cubicBezTo>
                <a:cubicBezTo>
                  <a:pt x="168" y="288"/>
                  <a:pt x="194" y="279"/>
                  <a:pt x="217" y="264"/>
                </a:cubicBezTo>
                <a:cubicBezTo>
                  <a:pt x="238" y="285"/>
                  <a:pt x="238" y="285"/>
                  <a:pt x="238" y="285"/>
                </a:cubicBezTo>
                <a:cubicBezTo>
                  <a:pt x="240" y="287"/>
                  <a:pt x="243" y="288"/>
                  <a:pt x="245" y="288"/>
                </a:cubicBezTo>
                <a:cubicBezTo>
                  <a:pt x="248" y="288"/>
                  <a:pt x="251" y="287"/>
                  <a:pt x="253" y="285"/>
                </a:cubicBezTo>
                <a:cubicBezTo>
                  <a:pt x="257" y="281"/>
                  <a:pt x="257" y="274"/>
                  <a:pt x="253" y="270"/>
                </a:cubicBezTo>
                <a:cubicBezTo>
                  <a:pt x="233" y="251"/>
                  <a:pt x="233" y="251"/>
                  <a:pt x="233" y="251"/>
                </a:cubicBezTo>
                <a:cubicBezTo>
                  <a:pt x="260" y="225"/>
                  <a:pt x="277" y="189"/>
                  <a:pt x="277" y="150"/>
                </a:cubicBezTo>
                <a:cubicBezTo>
                  <a:pt x="277" y="115"/>
                  <a:pt x="265" y="84"/>
                  <a:pt x="244" y="60"/>
                </a:cubicBezTo>
                <a:cubicBezTo>
                  <a:pt x="250" y="54"/>
                  <a:pt x="250" y="54"/>
                  <a:pt x="250" y="54"/>
                </a:cubicBezTo>
                <a:cubicBezTo>
                  <a:pt x="277" y="54"/>
                  <a:pt x="277" y="54"/>
                  <a:pt x="277" y="54"/>
                </a:cubicBezTo>
                <a:cubicBezTo>
                  <a:pt x="283" y="54"/>
                  <a:pt x="288" y="49"/>
                  <a:pt x="288" y="43"/>
                </a:cubicBezTo>
                <a:cubicBezTo>
                  <a:pt x="288" y="37"/>
                  <a:pt x="283" y="32"/>
                  <a:pt x="277" y="32"/>
                </a:cubicBezTo>
                <a:close/>
                <a:moveTo>
                  <a:pt x="256" y="150"/>
                </a:moveTo>
                <a:cubicBezTo>
                  <a:pt x="256" y="214"/>
                  <a:pt x="203" y="267"/>
                  <a:pt x="139" y="267"/>
                </a:cubicBezTo>
                <a:cubicBezTo>
                  <a:pt x="74" y="267"/>
                  <a:pt x="21" y="214"/>
                  <a:pt x="21" y="150"/>
                </a:cubicBezTo>
                <a:cubicBezTo>
                  <a:pt x="21" y="85"/>
                  <a:pt x="74" y="32"/>
                  <a:pt x="139" y="32"/>
                </a:cubicBezTo>
                <a:cubicBezTo>
                  <a:pt x="167" y="32"/>
                  <a:pt x="193" y="43"/>
                  <a:pt x="214" y="60"/>
                </a:cubicBezTo>
                <a:cubicBezTo>
                  <a:pt x="199" y="75"/>
                  <a:pt x="199" y="75"/>
                  <a:pt x="199" y="75"/>
                </a:cubicBezTo>
                <a:cubicBezTo>
                  <a:pt x="182" y="62"/>
                  <a:pt x="161" y="54"/>
                  <a:pt x="139" y="54"/>
                </a:cubicBezTo>
                <a:cubicBezTo>
                  <a:pt x="86" y="54"/>
                  <a:pt x="43" y="97"/>
                  <a:pt x="43" y="150"/>
                </a:cubicBezTo>
                <a:cubicBezTo>
                  <a:pt x="43" y="203"/>
                  <a:pt x="86" y="246"/>
                  <a:pt x="139" y="246"/>
                </a:cubicBezTo>
                <a:cubicBezTo>
                  <a:pt x="192" y="246"/>
                  <a:pt x="235" y="203"/>
                  <a:pt x="235" y="150"/>
                </a:cubicBezTo>
                <a:cubicBezTo>
                  <a:pt x="235" y="127"/>
                  <a:pt x="227" y="106"/>
                  <a:pt x="214" y="90"/>
                </a:cubicBezTo>
                <a:cubicBezTo>
                  <a:pt x="229" y="75"/>
                  <a:pt x="229" y="75"/>
                  <a:pt x="229" y="75"/>
                </a:cubicBezTo>
                <a:cubicBezTo>
                  <a:pt x="246" y="95"/>
                  <a:pt x="256" y="121"/>
                  <a:pt x="256" y="150"/>
                </a:cubicBezTo>
                <a:close/>
                <a:moveTo>
                  <a:pt x="213" y="150"/>
                </a:moveTo>
                <a:cubicBezTo>
                  <a:pt x="213" y="191"/>
                  <a:pt x="180" y="224"/>
                  <a:pt x="139" y="224"/>
                </a:cubicBezTo>
                <a:cubicBezTo>
                  <a:pt x="97" y="224"/>
                  <a:pt x="64" y="191"/>
                  <a:pt x="64" y="150"/>
                </a:cubicBezTo>
                <a:cubicBezTo>
                  <a:pt x="64" y="108"/>
                  <a:pt x="97" y="75"/>
                  <a:pt x="139" y="75"/>
                </a:cubicBezTo>
                <a:cubicBezTo>
                  <a:pt x="155" y="75"/>
                  <a:pt x="171" y="81"/>
                  <a:pt x="183" y="90"/>
                </a:cubicBezTo>
                <a:cubicBezTo>
                  <a:pt x="168" y="105"/>
                  <a:pt x="168" y="105"/>
                  <a:pt x="168" y="105"/>
                </a:cubicBezTo>
                <a:cubicBezTo>
                  <a:pt x="160" y="100"/>
                  <a:pt x="150" y="96"/>
                  <a:pt x="139" y="96"/>
                </a:cubicBezTo>
                <a:cubicBezTo>
                  <a:pt x="109" y="96"/>
                  <a:pt x="85" y="120"/>
                  <a:pt x="85" y="150"/>
                </a:cubicBezTo>
                <a:cubicBezTo>
                  <a:pt x="85" y="179"/>
                  <a:pt x="109" y="203"/>
                  <a:pt x="139" y="203"/>
                </a:cubicBezTo>
                <a:cubicBezTo>
                  <a:pt x="168" y="203"/>
                  <a:pt x="192" y="179"/>
                  <a:pt x="192" y="150"/>
                </a:cubicBezTo>
                <a:cubicBezTo>
                  <a:pt x="192" y="139"/>
                  <a:pt x="189" y="129"/>
                  <a:pt x="183" y="120"/>
                </a:cubicBezTo>
                <a:cubicBezTo>
                  <a:pt x="198" y="105"/>
                  <a:pt x="198" y="105"/>
                  <a:pt x="198" y="105"/>
                </a:cubicBezTo>
                <a:cubicBezTo>
                  <a:pt x="208" y="118"/>
                  <a:pt x="213" y="133"/>
                  <a:pt x="213" y="150"/>
                </a:cubicBezTo>
                <a:close/>
                <a:moveTo>
                  <a:pt x="171" y="150"/>
                </a:moveTo>
                <a:cubicBezTo>
                  <a:pt x="171" y="167"/>
                  <a:pt x="156" y="182"/>
                  <a:pt x="139" y="182"/>
                </a:cubicBezTo>
                <a:cubicBezTo>
                  <a:pt x="121" y="182"/>
                  <a:pt x="107" y="167"/>
                  <a:pt x="107" y="150"/>
                </a:cubicBezTo>
                <a:cubicBezTo>
                  <a:pt x="107" y="132"/>
                  <a:pt x="121" y="118"/>
                  <a:pt x="139" y="118"/>
                </a:cubicBezTo>
                <a:cubicBezTo>
                  <a:pt x="144" y="118"/>
                  <a:pt x="148" y="119"/>
                  <a:pt x="152" y="121"/>
                </a:cubicBezTo>
                <a:cubicBezTo>
                  <a:pt x="131" y="142"/>
                  <a:pt x="131" y="142"/>
                  <a:pt x="131" y="142"/>
                </a:cubicBezTo>
                <a:cubicBezTo>
                  <a:pt x="127" y="146"/>
                  <a:pt x="127" y="153"/>
                  <a:pt x="131" y="157"/>
                </a:cubicBezTo>
                <a:cubicBezTo>
                  <a:pt x="133" y="159"/>
                  <a:pt x="136" y="160"/>
                  <a:pt x="139" y="160"/>
                </a:cubicBezTo>
                <a:cubicBezTo>
                  <a:pt x="141" y="160"/>
                  <a:pt x="144" y="159"/>
                  <a:pt x="146" y="157"/>
                </a:cubicBezTo>
                <a:cubicBezTo>
                  <a:pt x="167" y="136"/>
                  <a:pt x="167" y="136"/>
                  <a:pt x="167" y="136"/>
                </a:cubicBezTo>
                <a:cubicBezTo>
                  <a:pt x="169" y="140"/>
                  <a:pt x="171" y="145"/>
                  <a:pt x="171" y="150"/>
                </a:cubicBezTo>
                <a:close/>
              </a:path>
            </a:pathLst>
          </a:custGeom>
          <a:solidFill>
            <a:schemeClr val="bg1">
              <a:lumMod val="95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00"/>
          </a:p>
        </p:txBody>
      </p:sp>
      <p:cxnSp>
        <p:nvCxnSpPr>
          <p:cNvPr id="47" name="Connector: Elbow 46">
            <a:extLst>
              <a:ext uri="{FF2B5EF4-FFF2-40B4-BE49-F238E27FC236}">
                <a16:creationId xmlns:a16="http://schemas.microsoft.com/office/drawing/2014/main" id="{97D9FD93-A6E8-5CD4-FDA7-5D6CC636820E}"/>
              </a:ext>
            </a:extLst>
          </p:cNvPr>
          <p:cNvCxnSpPr>
            <a:cxnSpLocks/>
            <a:stCxn id="15" idx="3"/>
            <a:endCxn id="19" idx="1"/>
          </p:cNvCxnSpPr>
          <p:nvPr/>
        </p:nvCxnSpPr>
        <p:spPr>
          <a:xfrm>
            <a:off x="2218220" y="1775964"/>
            <a:ext cx="638288" cy="3534995"/>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Connector: Elbow 49">
            <a:extLst>
              <a:ext uri="{FF2B5EF4-FFF2-40B4-BE49-F238E27FC236}">
                <a16:creationId xmlns:a16="http://schemas.microsoft.com/office/drawing/2014/main" id="{7F173D29-AFC8-9C78-BD33-997BD3BFDE70}"/>
              </a:ext>
            </a:extLst>
          </p:cNvPr>
          <p:cNvCxnSpPr>
            <a:cxnSpLocks/>
            <a:stCxn id="19" idx="3"/>
            <a:endCxn id="23" idx="1"/>
          </p:cNvCxnSpPr>
          <p:nvPr/>
        </p:nvCxnSpPr>
        <p:spPr>
          <a:xfrm flipV="1">
            <a:off x="4584508" y="1778536"/>
            <a:ext cx="613661" cy="3532423"/>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C229D53C-C518-89EC-609C-3EE88CCA8245}"/>
              </a:ext>
            </a:extLst>
          </p:cNvPr>
          <p:cNvCxnSpPr>
            <a:cxnSpLocks/>
            <a:stCxn id="23" idx="3"/>
            <a:endCxn id="31" idx="1"/>
          </p:cNvCxnSpPr>
          <p:nvPr/>
        </p:nvCxnSpPr>
        <p:spPr>
          <a:xfrm>
            <a:off x="6926169" y="1778536"/>
            <a:ext cx="625974" cy="3534995"/>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Connector: Elbow 55">
            <a:extLst>
              <a:ext uri="{FF2B5EF4-FFF2-40B4-BE49-F238E27FC236}">
                <a16:creationId xmlns:a16="http://schemas.microsoft.com/office/drawing/2014/main" id="{3CCF7343-4214-74BA-4FB1-E4E82DED579F}"/>
              </a:ext>
            </a:extLst>
          </p:cNvPr>
          <p:cNvCxnSpPr>
            <a:cxnSpLocks/>
            <a:stCxn id="31" idx="3"/>
            <a:endCxn id="27" idx="1"/>
          </p:cNvCxnSpPr>
          <p:nvPr/>
        </p:nvCxnSpPr>
        <p:spPr>
          <a:xfrm flipV="1">
            <a:off x="9280143" y="1771289"/>
            <a:ext cx="625976" cy="3542242"/>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7759803"/>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66C8C1DA-7CE5-40A4-BDC6-AD988D77AC1A}"/>
              </a:ext>
            </a:extLst>
          </p:cNvPr>
          <p:cNvGraphicFramePr>
            <a:graphicFrameLocks noChangeAspect="1"/>
          </p:cNvGraphicFramePr>
          <p:nvPr>
            <p:custDataLst>
              <p:tags r:id="rId1"/>
            </p:custDataLst>
            <p:extLst>
              <p:ext uri="{D42A27DB-BD31-4B8C-83A1-F6EECF244321}">
                <p14:modId xmlns:p14="http://schemas.microsoft.com/office/powerpoint/2010/main" val="42451430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7" name="Object 6" hidden="1">
                        <a:extLst>
                          <a:ext uri="{FF2B5EF4-FFF2-40B4-BE49-F238E27FC236}">
                            <a16:creationId xmlns:a16="http://schemas.microsoft.com/office/drawing/2014/main" id="{66C8C1DA-7CE5-40A4-BDC6-AD988D77AC1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
          <p:cNvSpPr>
            <a:spLocks noGrp="1"/>
          </p:cNvSpPr>
          <p:nvPr>
            <p:ph type="body" sz="quarter" idx="13"/>
          </p:nvPr>
        </p:nvSpPr>
        <p:spPr>
          <a:xfrm>
            <a:off x="501650" y="651601"/>
            <a:ext cx="11188700" cy="435520"/>
          </a:xfrm>
        </p:spPr>
        <p:txBody>
          <a:bodyPr/>
          <a:lstStyle/>
          <a:p>
            <a:pPr algn="just"/>
            <a:r>
              <a:rPr lang="en-US" dirty="0"/>
              <a:t>Implementation Support : We will undertake a detailed feasibility study, cost assessment as well support DPL in implementation of ERP </a:t>
            </a:r>
          </a:p>
        </p:txBody>
      </p:sp>
      <p:sp>
        <p:nvSpPr>
          <p:cNvPr id="6" name="Title 5"/>
          <p:cNvSpPr>
            <a:spLocks noGrp="1"/>
          </p:cNvSpPr>
          <p:nvPr>
            <p:ph type="title"/>
          </p:nvPr>
        </p:nvSpPr>
        <p:spPr/>
        <p:txBody>
          <a:bodyPr vert="horz"/>
          <a:lstStyle/>
          <a:p>
            <a:r>
              <a:rPr lang="en-US" dirty="0"/>
              <a:t>Our Approach and Methodology (2/2)</a:t>
            </a:r>
            <a:endParaRPr lang="en-GB" dirty="0"/>
          </a:p>
        </p:txBody>
      </p:sp>
      <p:grpSp>
        <p:nvGrpSpPr>
          <p:cNvPr id="3" name="Group 2">
            <a:extLst>
              <a:ext uri="{FF2B5EF4-FFF2-40B4-BE49-F238E27FC236}">
                <a16:creationId xmlns:a16="http://schemas.microsoft.com/office/drawing/2014/main" id="{B543EE1B-C90F-4550-BAD8-E8BE2FE20DB8}"/>
              </a:ext>
            </a:extLst>
          </p:cNvPr>
          <p:cNvGrpSpPr/>
          <p:nvPr/>
        </p:nvGrpSpPr>
        <p:grpSpPr>
          <a:xfrm>
            <a:off x="501649" y="1356373"/>
            <a:ext cx="11188701" cy="4975539"/>
            <a:chOff x="501649" y="1473818"/>
            <a:chExt cx="10647669" cy="4975539"/>
          </a:xfrm>
        </p:grpSpPr>
        <p:sp>
          <p:nvSpPr>
            <p:cNvPr id="29" name="Freeform 29">
              <a:extLst>
                <a:ext uri="{FF2B5EF4-FFF2-40B4-BE49-F238E27FC236}">
                  <a16:creationId xmlns:a16="http://schemas.microsoft.com/office/drawing/2014/main" id="{DD1F3FA6-3284-44DD-A651-643664D137F2}"/>
                </a:ext>
              </a:extLst>
            </p:cNvPr>
            <p:cNvSpPr/>
            <p:nvPr/>
          </p:nvSpPr>
          <p:spPr bwMode="gray">
            <a:xfrm>
              <a:off x="501650" y="1473818"/>
              <a:ext cx="10647668" cy="1554480"/>
            </a:xfrm>
            <a:custGeom>
              <a:avLst/>
              <a:gdLst>
                <a:gd name="connsiteX0" fmla="*/ 0 w 7458824"/>
                <a:gd name="connsiteY0" fmla="*/ 0 h 1536192"/>
                <a:gd name="connsiteX1" fmla="*/ 255746 w 7458824"/>
                <a:gd name="connsiteY1" fmla="*/ 0 h 1536192"/>
                <a:gd name="connsiteX2" fmla="*/ 677677 w 7458824"/>
                <a:gd name="connsiteY2" fmla="*/ 0 h 1536192"/>
                <a:gd name="connsiteX3" fmla="*/ 7203078 w 7458824"/>
                <a:gd name="connsiteY3" fmla="*/ 0 h 1536192"/>
                <a:gd name="connsiteX4" fmla="*/ 7458824 w 7458824"/>
                <a:gd name="connsiteY4" fmla="*/ 255746 h 1536192"/>
                <a:gd name="connsiteX5" fmla="*/ 7458824 w 7458824"/>
                <a:gd name="connsiteY5" fmla="*/ 1278701 h 1536192"/>
                <a:gd name="connsiteX6" fmla="*/ 7203078 w 7458824"/>
                <a:gd name="connsiteY6" fmla="*/ 1534447 h 1536192"/>
                <a:gd name="connsiteX7" fmla="*/ 677677 w 7458824"/>
                <a:gd name="connsiteY7" fmla="*/ 1534447 h 1536192"/>
                <a:gd name="connsiteX8" fmla="*/ 677677 w 7458824"/>
                <a:gd name="connsiteY8" fmla="*/ 1536192 h 1536192"/>
                <a:gd name="connsiteX9" fmla="*/ 0 w 7458824"/>
                <a:gd name="connsiteY9" fmla="*/ 1536192 h 1536192"/>
                <a:gd name="connsiteX10" fmla="*/ 0 w 7458824"/>
                <a:gd name="connsiteY10" fmla="*/ 1278701 h 1536192"/>
                <a:gd name="connsiteX11" fmla="*/ 0 w 7458824"/>
                <a:gd name="connsiteY11" fmla="*/ 255746 h 1536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58824" h="1536192">
                  <a:moveTo>
                    <a:pt x="0" y="0"/>
                  </a:moveTo>
                  <a:lnTo>
                    <a:pt x="255746" y="0"/>
                  </a:lnTo>
                  <a:lnTo>
                    <a:pt x="677677" y="0"/>
                  </a:lnTo>
                  <a:lnTo>
                    <a:pt x="7203078" y="0"/>
                  </a:lnTo>
                  <a:cubicBezTo>
                    <a:pt x="7344323" y="0"/>
                    <a:pt x="7458824" y="114501"/>
                    <a:pt x="7458824" y="255746"/>
                  </a:cubicBezTo>
                  <a:lnTo>
                    <a:pt x="7458824" y="1278701"/>
                  </a:lnTo>
                  <a:cubicBezTo>
                    <a:pt x="7458824" y="1419946"/>
                    <a:pt x="7344323" y="1534447"/>
                    <a:pt x="7203078" y="1534447"/>
                  </a:cubicBezTo>
                  <a:lnTo>
                    <a:pt x="677677" y="1534447"/>
                  </a:lnTo>
                  <a:lnTo>
                    <a:pt x="677677" y="1536192"/>
                  </a:lnTo>
                  <a:lnTo>
                    <a:pt x="0" y="1536192"/>
                  </a:lnTo>
                  <a:lnTo>
                    <a:pt x="0" y="1278701"/>
                  </a:lnTo>
                  <a:lnTo>
                    <a:pt x="0" y="255746"/>
                  </a:lnTo>
                  <a:close/>
                </a:path>
              </a:pathLst>
            </a:custGeom>
            <a:solidFill>
              <a:srgbClr val="004F59"/>
            </a:solidFill>
            <a:ln w="19050" algn="ctr">
              <a:noFill/>
              <a:miter lim="800000"/>
              <a:headEnd/>
              <a:tailEnd/>
            </a:ln>
          </p:spPr>
          <p:txBody>
            <a:bodyPr wrap="square" lIns="182880" tIns="88900" rIns="1800000" bIns="88900" rtlCol="0" anchor="ctr"/>
            <a:lstStyle/>
            <a:p>
              <a:pPr defTabSz="913686"/>
              <a:r>
                <a:rPr lang="en-US" sz="1300" b="1" dirty="0">
                  <a:solidFill>
                    <a:prstClr val="white"/>
                  </a:solidFill>
                </a:rPr>
                <a:t>Feasibility Study</a:t>
              </a:r>
            </a:p>
            <a:p>
              <a:pPr marL="171450" indent="-171450" defTabSz="913686">
                <a:buFont typeface="Arial" panose="020B0604020202020204" pitchFamily="34" charset="0"/>
                <a:buChar char="•"/>
              </a:pPr>
              <a:r>
                <a:rPr lang="en-US" sz="1300" dirty="0">
                  <a:solidFill>
                    <a:prstClr val="white"/>
                  </a:solidFill>
                </a:rPr>
                <a:t>Identification of Critical Success Factors (CSFs) required for successful ERP Implementation and DPL’s readiness </a:t>
              </a:r>
            </a:p>
            <a:p>
              <a:pPr marL="171450" indent="-171450" defTabSz="913686">
                <a:buFont typeface="Arial" panose="020B0604020202020204" pitchFamily="34" charset="0"/>
                <a:buChar char="•"/>
              </a:pPr>
              <a:r>
                <a:rPr lang="en-US" sz="1300" dirty="0">
                  <a:solidFill>
                    <a:prstClr val="white"/>
                  </a:solidFill>
                </a:rPr>
                <a:t>Evaluation/assessment of change resistance and change management</a:t>
              </a:r>
            </a:p>
            <a:p>
              <a:pPr marL="171450" indent="-171450" defTabSz="913686">
                <a:buFont typeface="Arial" panose="020B0604020202020204" pitchFamily="34" charset="0"/>
                <a:buChar char="•"/>
              </a:pPr>
              <a:r>
                <a:rPr lang="en-US" sz="1300" dirty="0">
                  <a:solidFill>
                    <a:prstClr val="white"/>
                  </a:solidFill>
                </a:rPr>
                <a:t>Hardware and software support, networking etc. </a:t>
              </a:r>
            </a:p>
            <a:p>
              <a:pPr marL="171450" indent="-171450" defTabSz="913686">
                <a:buFont typeface="Arial" panose="020B0604020202020204" pitchFamily="34" charset="0"/>
                <a:buChar char="•"/>
              </a:pPr>
              <a:r>
                <a:rPr lang="en-US" sz="1300" dirty="0">
                  <a:solidFill>
                    <a:prstClr val="white"/>
                  </a:solidFill>
                </a:rPr>
                <a:t>Assessment of risk mitigation factors for key challenges and potential solutions</a:t>
              </a:r>
            </a:p>
          </p:txBody>
        </p:sp>
        <p:sp>
          <p:nvSpPr>
            <p:cNvPr id="30" name="Freeform 30">
              <a:extLst>
                <a:ext uri="{FF2B5EF4-FFF2-40B4-BE49-F238E27FC236}">
                  <a16:creationId xmlns:a16="http://schemas.microsoft.com/office/drawing/2014/main" id="{C7A8F6D9-908F-48BF-AFEF-568D37D33EE1}"/>
                </a:ext>
              </a:extLst>
            </p:cNvPr>
            <p:cNvSpPr/>
            <p:nvPr/>
          </p:nvSpPr>
          <p:spPr bwMode="gray">
            <a:xfrm>
              <a:off x="501650" y="3083086"/>
              <a:ext cx="10647667" cy="1726936"/>
            </a:xfrm>
            <a:custGeom>
              <a:avLst/>
              <a:gdLst>
                <a:gd name="connsiteX0" fmla="*/ 0 w 7458824"/>
                <a:gd name="connsiteY0" fmla="*/ 0 h 1536192"/>
                <a:gd name="connsiteX1" fmla="*/ 255746 w 7458824"/>
                <a:gd name="connsiteY1" fmla="*/ 0 h 1536192"/>
                <a:gd name="connsiteX2" fmla="*/ 677677 w 7458824"/>
                <a:gd name="connsiteY2" fmla="*/ 0 h 1536192"/>
                <a:gd name="connsiteX3" fmla="*/ 7203078 w 7458824"/>
                <a:gd name="connsiteY3" fmla="*/ 0 h 1536192"/>
                <a:gd name="connsiteX4" fmla="*/ 7458824 w 7458824"/>
                <a:gd name="connsiteY4" fmla="*/ 255746 h 1536192"/>
                <a:gd name="connsiteX5" fmla="*/ 7458824 w 7458824"/>
                <a:gd name="connsiteY5" fmla="*/ 1278701 h 1536192"/>
                <a:gd name="connsiteX6" fmla="*/ 7203078 w 7458824"/>
                <a:gd name="connsiteY6" fmla="*/ 1534447 h 1536192"/>
                <a:gd name="connsiteX7" fmla="*/ 677677 w 7458824"/>
                <a:gd name="connsiteY7" fmla="*/ 1534447 h 1536192"/>
                <a:gd name="connsiteX8" fmla="*/ 677677 w 7458824"/>
                <a:gd name="connsiteY8" fmla="*/ 1536192 h 1536192"/>
                <a:gd name="connsiteX9" fmla="*/ 0 w 7458824"/>
                <a:gd name="connsiteY9" fmla="*/ 1536192 h 1536192"/>
                <a:gd name="connsiteX10" fmla="*/ 0 w 7458824"/>
                <a:gd name="connsiteY10" fmla="*/ 1278701 h 1536192"/>
                <a:gd name="connsiteX11" fmla="*/ 0 w 7458824"/>
                <a:gd name="connsiteY11" fmla="*/ 255746 h 1536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58824" h="1536192">
                  <a:moveTo>
                    <a:pt x="0" y="0"/>
                  </a:moveTo>
                  <a:lnTo>
                    <a:pt x="255746" y="0"/>
                  </a:lnTo>
                  <a:lnTo>
                    <a:pt x="677677" y="0"/>
                  </a:lnTo>
                  <a:lnTo>
                    <a:pt x="7203078" y="0"/>
                  </a:lnTo>
                  <a:cubicBezTo>
                    <a:pt x="7344323" y="0"/>
                    <a:pt x="7458824" y="114501"/>
                    <a:pt x="7458824" y="255746"/>
                  </a:cubicBezTo>
                  <a:lnTo>
                    <a:pt x="7458824" y="1278701"/>
                  </a:lnTo>
                  <a:cubicBezTo>
                    <a:pt x="7458824" y="1419946"/>
                    <a:pt x="7344323" y="1534447"/>
                    <a:pt x="7203078" y="1534447"/>
                  </a:cubicBezTo>
                  <a:lnTo>
                    <a:pt x="677677" y="1534447"/>
                  </a:lnTo>
                  <a:lnTo>
                    <a:pt x="677677" y="1536192"/>
                  </a:lnTo>
                  <a:lnTo>
                    <a:pt x="0" y="1536192"/>
                  </a:lnTo>
                  <a:lnTo>
                    <a:pt x="0" y="1278701"/>
                  </a:lnTo>
                  <a:lnTo>
                    <a:pt x="0" y="255746"/>
                  </a:lnTo>
                  <a:close/>
                </a:path>
              </a:pathLst>
            </a:custGeom>
            <a:solidFill>
              <a:srgbClr val="43B02A"/>
            </a:solidFill>
            <a:ln w="19050" algn="ctr">
              <a:noFill/>
              <a:miter lim="800000"/>
              <a:headEnd/>
              <a:tailEnd/>
            </a:ln>
          </p:spPr>
          <p:txBody>
            <a:bodyPr wrap="square" lIns="182880" tIns="88900" rIns="1800000" bIns="88900" rtlCol="0" anchor="ctr"/>
            <a:lstStyle/>
            <a:p>
              <a:pPr defTabSz="913686"/>
              <a:r>
                <a:rPr lang="en-US" sz="1300" b="1" dirty="0">
                  <a:solidFill>
                    <a:schemeClr val="bg1"/>
                  </a:solidFill>
                </a:rPr>
                <a:t>Cost Assessment</a:t>
              </a:r>
            </a:p>
            <a:p>
              <a:pPr defTabSz="913686"/>
              <a:r>
                <a:rPr lang="en-US" sz="1300" dirty="0">
                  <a:solidFill>
                    <a:schemeClr val="bg1"/>
                  </a:solidFill>
                </a:rPr>
                <a:t>Based on the feasibility study outcomes, detailed assessment of costs will be carried out for:</a:t>
              </a:r>
            </a:p>
            <a:p>
              <a:pPr marL="171450" indent="-171450" defTabSz="913686">
                <a:buFont typeface="Arial" panose="020B0604020202020204" pitchFamily="34" charset="0"/>
                <a:buChar char="•"/>
              </a:pPr>
              <a:r>
                <a:rPr lang="en-US" sz="1300" dirty="0">
                  <a:solidFill>
                    <a:schemeClr val="bg1"/>
                  </a:solidFill>
                </a:rPr>
                <a:t>Applications proposed to be implemented </a:t>
              </a:r>
            </a:p>
            <a:p>
              <a:pPr marL="171450" indent="-171450" defTabSz="913686">
                <a:buFont typeface="Arial" panose="020B0604020202020204" pitchFamily="34" charset="0"/>
                <a:buChar char="•"/>
              </a:pPr>
              <a:r>
                <a:rPr lang="en-US" sz="1300" dirty="0">
                  <a:solidFill>
                    <a:schemeClr val="bg1"/>
                  </a:solidFill>
                </a:rPr>
                <a:t>IT infrastructure requirements in terms of Servers and support IT requirement, Data Center requirements, Networking requirement, Database requirement</a:t>
              </a:r>
            </a:p>
            <a:p>
              <a:pPr marL="171450" indent="-171450" defTabSz="913686">
                <a:buFont typeface="Arial" panose="020B0604020202020204" pitchFamily="34" charset="0"/>
                <a:buChar char="•"/>
              </a:pPr>
              <a:r>
                <a:rPr lang="en-US" sz="1300" dirty="0">
                  <a:solidFill>
                    <a:schemeClr val="bg1"/>
                  </a:solidFill>
                </a:rPr>
                <a:t>Identification of costs incurred (Capex and Opex) for ERP implementation </a:t>
              </a:r>
            </a:p>
            <a:p>
              <a:pPr marL="171450" indent="-171450" defTabSz="913686">
                <a:buFont typeface="Arial" panose="020B0604020202020204" pitchFamily="34" charset="0"/>
                <a:buChar char="•"/>
              </a:pPr>
              <a:r>
                <a:rPr lang="en-US" sz="1300" dirty="0">
                  <a:solidFill>
                    <a:schemeClr val="bg1"/>
                  </a:solidFill>
                </a:rPr>
                <a:t>Benefits assessment from ERP for DPL</a:t>
              </a:r>
            </a:p>
            <a:p>
              <a:pPr marL="171450" indent="-171450" defTabSz="913686">
                <a:buFont typeface="Arial" panose="020B0604020202020204" pitchFamily="34" charset="0"/>
                <a:buChar char="•"/>
              </a:pPr>
              <a:r>
                <a:rPr lang="en-US" sz="1300" dirty="0">
                  <a:solidFill>
                    <a:schemeClr val="bg1"/>
                  </a:solidFill>
                </a:rPr>
                <a:t>Assessment of ERP Implementation in terms of Cloud vis-a-vis On-premise solution</a:t>
              </a:r>
            </a:p>
          </p:txBody>
        </p:sp>
        <p:sp>
          <p:nvSpPr>
            <p:cNvPr id="32" name="Freeform 31">
              <a:extLst>
                <a:ext uri="{FF2B5EF4-FFF2-40B4-BE49-F238E27FC236}">
                  <a16:creationId xmlns:a16="http://schemas.microsoft.com/office/drawing/2014/main" id="{3913D019-B74B-4C95-9567-07CE57DD8F70}"/>
                </a:ext>
              </a:extLst>
            </p:cNvPr>
            <p:cNvSpPr/>
            <p:nvPr/>
          </p:nvSpPr>
          <p:spPr bwMode="gray">
            <a:xfrm>
              <a:off x="501649" y="4894877"/>
              <a:ext cx="10647666" cy="1554480"/>
            </a:xfrm>
            <a:custGeom>
              <a:avLst/>
              <a:gdLst>
                <a:gd name="connsiteX0" fmla="*/ 0 w 7458824"/>
                <a:gd name="connsiteY0" fmla="*/ 0 h 1536192"/>
                <a:gd name="connsiteX1" fmla="*/ 255746 w 7458824"/>
                <a:gd name="connsiteY1" fmla="*/ 0 h 1536192"/>
                <a:gd name="connsiteX2" fmla="*/ 677677 w 7458824"/>
                <a:gd name="connsiteY2" fmla="*/ 0 h 1536192"/>
                <a:gd name="connsiteX3" fmla="*/ 7203078 w 7458824"/>
                <a:gd name="connsiteY3" fmla="*/ 0 h 1536192"/>
                <a:gd name="connsiteX4" fmla="*/ 7458824 w 7458824"/>
                <a:gd name="connsiteY4" fmla="*/ 255746 h 1536192"/>
                <a:gd name="connsiteX5" fmla="*/ 7458824 w 7458824"/>
                <a:gd name="connsiteY5" fmla="*/ 1278701 h 1536192"/>
                <a:gd name="connsiteX6" fmla="*/ 7203078 w 7458824"/>
                <a:gd name="connsiteY6" fmla="*/ 1534447 h 1536192"/>
                <a:gd name="connsiteX7" fmla="*/ 677677 w 7458824"/>
                <a:gd name="connsiteY7" fmla="*/ 1534447 h 1536192"/>
                <a:gd name="connsiteX8" fmla="*/ 677677 w 7458824"/>
                <a:gd name="connsiteY8" fmla="*/ 1536192 h 1536192"/>
                <a:gd name="connsiteX9" fmla="*/ 0 w 7458824"/>
                <a:gd name="connsiteY9" fmla="*/ 1536192 h 1536192"/>
                <a:gd name="connsiteX10" fmla="*/ 0 w 7458824"/>
                <a:gd name="connsiteY10" fmla="*/ 1278701 h 1536192"/>
                <a:gd name="connsiteX11" fmla="*/ 0 w 7458824"/>
                <a:gd name="connsiteY11" fmla="*/ 255746 h 1536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58824" h="1536192">
                  <a:moveTo>
                    <a:pt x="0" y="0"/>
                  </a:moveTo>
                  <a:lnTo>
                    <a:pt x="255746" y="0"/>
                  </a:lnTo>
                  <a:lnTo>
                    <a:pt x="677677" y="0"/>
                  </a:lnTo>
                  <a:lnTo>
                    <a:pt x="7203078" y="0"/>
                  </a:lnTo>
                  <a:cubicBezTo>
                    <a:pt x="7344323" y="0"/>
                    <a:pt x="7458824" y="114501"/>
                    <a:pt x="7458824" y="255746"/>
                  </a:cubicBezTo>
                  <a:lnTo>
                    <a:pt x="7458824" y="1278701"/>
                  </a:lnTo>
                  <a:cubicBezTo>
                    <a:pt x="7458824" y="1419946"/>
                    <a:pt x="7344323" y="1534447"/>
                    <a:pt x="7203078" y="1534447"/>
                  </a:cubicBezTo>
                  <a:lnTo>
                    <a:pt x="677677" y="1534447"/>
                  </a:lnTo>
                  <a:lnTo>
                    <a:pt x="677677" y="1536192"/>
                  </a:lnTo>
                  <a:lnTo>
                    <a:pt x="0" y="1536192"/>
                  </a:lnTo>
                  <a:lnTo>
                    <a:pt x="0" y="1278701"/>
                  </a:lnTo>
                  <a:lnTo>
                    <a:pt x="0" y="255746"/>
                  </a:lnTo>
                  <a:close/>
                </a:path>
              </a:pathLst>
            </a:custGeom>
            <a:solidFill>
              <a:srgbClr val="0D8390"/>
            </a:solidFill>
            <a:ln w="19050" algn="ctr">
              <a:noFill/>
              <a:miter lim="800000"/>
              <a:headEnd/>
              <a:tailEnd/>
            </a:ln>
          </p:spPr>
          <p:txBody>
            <a:bodyPr wrap="square" lIns="182880" tIns="88900" rIns="1800000" bIns="88900" rtlCol="0" anchor="ctr"/>
            <a:lstStyle/>
            <a:p>
              <a:pPr defTabSz="913686"/>
              <a:r>
                <a:rPr lang="en-US" sz="1300" b="1" dirty="0">
                  <a:solidFill>
                    <a:schemeClr val="bg1"/>
                  </a:solidFill>
                </a:rPr>
                <a:t>Bidding and Implementation Support</a:t>
              </a:r>
            </a:p>
            <a:p>
              <a:pPr marL="171450" indent="-171450" defTabSz="913686">
                <a:buFont typeface="Arial" panose="020B0604020202020204" pitchFamily="34" charset="0"/>
                <a:buChar char="•"/>
              </a:pPr>
              <a:r>
                <a:rPr lang="en-US" sz="1300" dirty="0">
                  <a:solidFill>
                    <a:schemeClr val="bg1"/>
                  </a:solidFill>
                </a:rPr>
                <a:t>Pre-Qualification requirements</a:t>
              </a:r>
            </a:p>
            <a:p>
              <a:pPr marL="171450" indent="-171450" defTabSz="913686">
                <a:buFont typeface="Arial" panose="020B0604020202020204" pitchFamily="34" charset="0"/>
                <a:buChar char="•"/>
              </a:pPr>
              <a:r>
                <a:rPr lang="en-US" sz="1300" dirty="0">
                  <a:solidFill>
                    <a:schemeClr val="bg1"/>
                  </a:solidFill>
                </a:rPr>
                <a:t>Bid Evaluation criteria</a:t>
              </a:r>
            </a:p>
            <a:p>
              <a:pPr marL="171450" indent="-171450" defTabSz="913686">
                <a:buFont typeface="Arial" panose="020B0604020202020204" pitchFamily="34" charset="0"/>
                <a:buChar char="•"/>
              </a:pPr>
              <a:r>
                <a:rPr lang="en-US" sz="1300" dirty="0">
                  <a:solidFill>
                    <a:schemeClr val="bg1"/>
                  </a:solidFill>
                </a:rPr>
                <a:t>Scope  of Work and Terms of Reference</a:t>
              </a:r>
            </a:p>
            <a:p>
              <a:pPr marL="171450" indent="-171450" defTabSz="913686">
                <a:buFont typeface="Arial" panose="020B0604020202020204" pitchFamily="34" charset="0"/>
                <a:buChar char="•"/>
              </a:pPr>
              <a:r>
                <a:rPr lang="en-US" sz="1300" dirty="0">
                  <a:solidFill>
                    <a:schemeClr val="bg1"/>
                  </a:solidFill>
                </a:rPr>
                <a:t>Post implementation arrangements</a:t>
              </a:r>
            </a:p>
            <a:p>
              <a:pPr marL="171450" indent="-171450" defTabSz="913686">
                <a:buFont typeface="Arial" panose="020B0604020202020204" pitchFamily="34" charset="0"/>
                <a:buChar char="•"/>
              </a:pPr>
              <a:r>
                <a:rPr lang="en-US" sz="1300" dirty="0">
                  <a:solidFill>
                    <a:schemeClr val="bg1"/>
                  </a:solidFill>
                </a:rPr>
                <a:t> Performance standards</a:t>
              </a:r>
            </a:p>
          </p:txBody>
        </p:sp>
        <p:cxnSp>
          <p:nvCxnSpPr>
            <p:cNvPr id="54" name="Straight Connector 53">
              <a:extLst>
                <a:ext uri="{FF2B5EF4-FFF2-40B4-BE49-F238E27FC236}">
                  <a16:creationId xmlns:a16="http://schemas.microsoft.com/office/drawing/2014/main" id="{A754BD07-5967-4E3D-A896-FC351AE34D9B}"/>
                </a:ext>
              </a:extLst>
            </p:cNvPr>
            <p:cNvCxnSpPr/>
            <p:nvPr/>
          </p:nvCxnSpPr>
          <p:spPr>
            <a:xfrm>
              <a:off x="9643098" y="1768561"/>
              <a:ext cx="0" cy="91440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58" name="Group 48">
              <a:extLst>
                <a:ext uri="{FF2B5EF4-FFF2-40B4-BE49-F238E27FC236}">
                  <a16:creationId xmlns:a16="http://schemas.microsoft.com/office/drawing/2014/main" id="{4A4076AE-B55D-4E40-83CC-B9F6E32A4E9A}"/>
                </a:ext>
              </a:extLst>
            </p:cNvPr>
            <p:cNvGrpSpPr>
              <a:grpSpLocks noChangeAspect="1"/>
            </p:cNvGrpSpPr>
            <p:nvPr/>
          </p:nvGrpSpPr>
          <p:grpSpPr bwMode="auto">
            <a:xfrm>
              <a:off x="9903772" y="1821018"/>
              <a:ext cx="812018" cy="809638"/>
              <a:chOff x="3100" y="2384"/>
              <a:chExt cx="341" cy="340"/>
            </a:xfrm>
            <a:solidFill>
              <a:schemeClr val="bg1"/>
            </a:solidFill>
          </p:grpSpPr>
          <p:sp>
            <p:nvSpPr>
              <p:cNvPr id="59" name="Freeform 342">
                <a:extLst>
                  <a:ext uri="{FF2B5EF4-FFF2-40B4-BE49-F238E27FC236}">
                    <a16:creationId xmlns:a16="http://schemas.microsoft.com/office/drawing/2014/main" id="{8748245A-BCE4-4A22-A822-382C226F918D}"/>
                  </a:ext>
                </a:extLst>
              </p:cNvPr>
              <p:cNvSpPr>
                <a:spLocks noEditPoints="1"/>
              </p:cNvSpPr>
              <p:nvPr/>
            </p:nvSpPr>
            <p:spPr bwMode="auto">
              <a:xfrm>
                <a:off x="3100" y="2384"/>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latin typeface="华文细黑" panose="02010600040101010101" pitchFamily="2" charset="-122"/>
                  <a:ea typeface="华文细黑" panose="02010600040101010101" pitchFamily="2" charset="-122"/>
                </a:endParaRPr>
              </a:p>
            </p:txBody>
          </p:sp>
          <p:sp>
            <p:nvSpPr>
              <p:cNvPr id="60" name="Freeform 343">
                <a:extLst>
                  <a:ext uri="{FF2B5EF4-FFF2-40B4-BE49-F238E27FC236}">
                    <a16:creationId xmlns:a16="http://schemas.microsoft.com/office/drawing/2014/main" id="{3799D8FA-7684-49B3-A9B7-4417B6FDB7BE}"/>
                  </a:ext>
                </a:extLst>
              </p:cNvPr>
              <p:cNvSpPr>
                <a:spLocks noEditPoints="1"/>
              </p:cNvSpPr>
              <p:nvPr/>
            </p:nvSpPr>
            <p:spPr bwMode="auto">
              <a:xfrm>
                <a:off x="3185" y="2462"/>
                <a:ext cx="171" cy="184"/>
              </a:xfrm>
              <a:custGeom>
                <a:avLst/>
                <a:gdLst>
                  <a:gd name="T0" fmla="*/ 224 w 256"/>
                  <a:gd name="T1" fmla="*/ 213 h 277"/>
                  <a:gd name="T2" fmla="*/ 224 w 256"/>
                  <a:gd name="T3" fmla="*/ 267 h 277"/>
                  <a:gd name="T4" fmla="*/ 213 w 256"/>
                  <a:gd name="T5" fmla="*/ 277 h 277"/>
                  <a:gd name="T6" fmla="*/ 202 w 256"/>
                  <a:gd name="T7" fmla="*/ 267 h 277"/>
                  <a:gd name="T8" fmla="*/ 202 w 256"/>
                  <a:gd name="T9" fmla="*/ 242 h 277"/>
                  <a:gd name="T10" fmla="*/ 128 w 256"/>
                  <a:gd name="T11" fmla="*/ 267 h 277"/>
                  <a:gd name="T12" fmla="*/ 0 w 256"/>
                  <a:gd name="T13" fmla="*/ 139 h 277"/>
                  <a:gd name="T14" fmla="*/ 10 w 256"/>
                  <a:gd name="T15" fmla="*/ 128 h 277"/>
                  <a:gd name="T16" fmla="*/ 21 w 256"/>
                  <a:gd name="T17" fmla="*/ 139 h 277"/>
                  <a:gd name="T18" fmla="*/ 128 w 256"/>
                  <a:gd name="T19" fmla="*/ 245 h 277"/>
                  <a:gd name="T20" fmla="*/ 192 w 256"/>
                  <a:gd name="T21" fmla="*/ 224 h 277"/>
                  <a:gd name="T22" fmla="*/ 160 w 256"/>
                  <a:gd name="T23" fmla="*/ 224 h 277"/>
                  <a:gd name="T24" fmla="*/ 149 w 256"/>
                  <a:gd name="T25" fmla="*/ 213 h 277"/>
                  <a:gd name="T26" fmla="*/ 160 w 256"/>
                  <a:gd name="T27" fmla="*/ 203 h 277"/>
                  <a:gd name="T28" fmla="*/ 213 w 256"/>
                  <a:gd name="T29" fmla="*/ 203 h 277"/>
                  <a:gd name="T30" fmla="*/ 224 w 256"/>
                  <a:gd name="T31" fmla="*/ 213 h 277"/>
                  <a:gd name="T32" fmla="*/ 128 w 256"/>
                  <a:gd name="T33" fmla="*/ 11 h 277"/>
                  <a:gd name="T34" fmla="*/ 53 w 256"/>
                  <a:gd name="T35" fmla="*/ 35 h 277"/>
                  <a:gd name="T36" fmla="*/ 53 w 256"/>
                  <a:gd name="T37" fmla="*/ 11 h 277"/>
                  <a:gd name="T38" fmla="*/ 42 w 256"/>
                  <a:gd name="T39" fmla="*/ 0 h 277"/>
                  <a:gd name="T40" fmla="*/ 32 w 256"/>
                  <a:gd name="T41" fmla="*/ 11 h 277"/>
                  <a:gd name="T42" fmla="*/ 32 w 256"/>
                  <a:gd name="T43" fmla="*/ 64 h 277"/>
                  <a:gd name="T44" fmla="*/ 42 w 256"/>
                  <a:gd name="T45" fmla="*/ 75 h 277"/>
                  <a:gd name="T46" fmla="*/ 96 w 256"/>
                  <a:gd name="T47" fmla="*/ 75 h 277"/>
                  <a:gd name="T48" fmla="*/ 106 w 256"/>
                  <a:gd name="T49" fmla="*/ 64 h 277"/>
                  <a:gd name="T50" fmla="*/ 96 w 256"/>
                  <a:gd name="T51" fmla="*/ 53 h 277"/>
                  <a:gd name="T52" fmla="*/ 64 w 256"/>
                  <a:gd name="T53" fmla="*/ 53 h 277"/>
                  <a:gd name="T54" fmla="*/ 128 w 256"/>
                  <a:gd name="T55" fmla="*/ 32 h 277"/>
                  <a:gd name="T56" fmla="*/ 234 w 256"/>
                  <a:gd name="T57" fmla="*/ 139 h 277"/>
                  <a:gd name="T58" fmla="*/ 245 w 256"/>
                  <a:gd name="T59" fmla="*/ 149 h 277"/>
                  <a:gd name="T60" fmla="*/ 256 w 256"/>
                  <a:gd name="T61" fmla="*/ 139 h 277"/>
                  <a:gd name="T62" fmla="*/ 128 w 256"/>
                  <a:gd name="T63" fmla="*/ 11 h 277"/>
                  <a:gd name="T64" fmla="*/ 117 w 256"/>
                  <a:gd name="T65" fmla="*/ 181 h 277"/>
                  <a:gd name="T66" fmla="*/ 125 w 256"/>
                  <a:gd name="T67" fmla="*/ 178 h 277"/>
                  <a:gd name="T68" fmla="*/ 189 w 256"/>
                  <a:gd name="T69" fmla="*/ 114 h 277"/>
                  <a:gd name="T70" fmla="*/ 189 w 256"/>
                  <a:gd name="T71" fmla="*/ 99 h 277"/>
                  <a:gd name="T72" fmla="*/ 173 w 256"/>
                  <a:gd name="T73" fmla="*/ 99 h 277"/>
                  <a:gd name="T74" fmla="*/ 117 w 256"/>
                  <a:gd name="T75" fmla="*/ 156 h 277"/>
                  <a:gd name="T76" fmla="*/ 93 w 256"/>
                  <a:gd name="T77" fmla="*/ 131 h 277"/>
                  <a:gd name="T78" fmla="*/ 77 w 256"/>
                  <a:gd name="T79" fmla="*/ 131 h 277"/>
                  <a:gd name="T80" fmla="*/ 77 w 256"/>
                  <a:gd name="T81" fmla="*/ 146 h 277"/>
                  <a:gd name="T82" fmla="*/ 109 w 256"/>
                  <a:gd name="T83" fmla="*/ 178 h 277"/>
                  <a:gd name="T84" fmla="*/ 117 w 256"/>
                  <a:gd name="T85" fmla="*/ 181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56" h="277">
                    <a:moveTo>
                      <a:pt x="224" y="213"/>
                    </a:moveTo>
                    <a:cubicBezTo>
                      <a:pt x="224" y="267"/>
                      <a:pt x="224" y="267"/>
                      <a:pt x="224" y="267"/>
                    </a:cubicBezTo>
                    <a:cubicBezTo>
                      <a:pt x="224" y="273"/>
                      <a:pt x="219" y="277"/>
                      <a:pt x="213" y="277"/>
                    </a:cubicBezTo>
                    <a:cubicBezTo>
                      <a:pt x="207" y="277"/>
                      <a:pt x="202" y="273"/>
                      <a:pt x="202" y="267"/>
                    </a:cubicBezTo>
                    <a:cubicBezTo>
                      <a:pt x="202" y="242"/>
                      <a:pt x="202" y="242"/>
                      <a:pt x="202" y="242"/>
                    </a:cubicBezTo>
                    <a:cubicBezTo>
                      <a:pt x="181" y="258"/>
                      <a:pt x="155" y="267"/>
                      <a:pt x="128" y="267"/>
                    </a:cubicBezTo>
                    <a:cubicBezTo>
                      <a:pt x="57" y="267"/>
                      <a:pt x="0" y="209"/>
                      <a:pt x="0" y="139"/>
                    </a:cubicBezTo>
                    <a:cubicBezTo>
                      <a:pt x="0" y="133"/>
                      <a:pt x="4" y="128"/>
                      <a:pt x="10" y="128"/>
                    </a:cubicBezTo>
                    <a:cubicBezTo>
                      <a:pt x="16" y="128"/>
                      <a:pt x="21" y="133"/>
                      <a:pt x="21" y="139"/>
                    </a:cubicBezTo>
                    <a:cubicBezTo>
                      <a:pt x="21" y="197"/>
                      <a:pt x="69" y="245"/>
                      <a:pt x="128" y="245"/>
                    </a:cubicBezTo>
                    <a:cubicBezTo>
                      <a:pt x="151" y="245"/>
                      <a:pt x="173" y="238"/>
                      <a:pt x="192" y="224"/>
                    </a:cubicBezTo>
                    <a:cubicBezTo>
                      <a:pt x="160" y="224"/>
                      <a:pt x="160" y="224"/>
                      <a:pt x="160" y="224"/>
                    </a:cubicBezTo>
                    <a:cubicBezTo>
                      <a:pt x="154" y="224"/>
                      <a:pt x="149" y="219"/>
                      <a:pt x="149" y="213"/>
                    </a:cubicBezTo>
                    <a:cubicBezTo>
                      <a:pt x="149" y="207"/>
                      <a:pt x="154" y="203"/>
                      <a:pt x="160" y="203"/>
                    </a:cubicBezTo>
                    <a:cubicBezTo>
                      <a:pt x="213" y="203"/>
                      <a:pt x="213" y="203"/>
                      <a:pt x="213" y="203"/>
                    </a:cubicBezTo>
                    <a:cubicBezTo>
                      <a:pt x="219" y="203"/>
                      <a:pt x="224" y="207"/>
                      <a:pt x="224" y="213"/>
                    </a:cubicBezTo>
                    <a:close/>
                    <a:moveTo>
                      <a:pt x="128" y="11"/>
                    </a:moveTo>
                    <a:cubicBezTo>
                      <a:pt x="101" y="11"/>
                      <a:pt x="75" y="19"/>
                      <a:pt x="53" y="35"/>
                    </a:cubicBezTo>
                    <a:cubicBezTo>
                      <a:pt x="53" y="11"/>
                      <a:pt x="53" y="11"/>
                      <a:pt x="53" y="11"/>
                    </a:cubicBezTo>
                    <a:cubicBezTo>
                      <a:pt x="53" y="5"/>
                      <a:pt x="48" y="0"/>
                      <a:pt x="42" y="0"/>
                    </a:cubicBezTo>
                    <a:cubicBezTo>
                      <a:pt x="36" y="0"/>
                      <a:pt x="32" y="5"/>
                      <a:pt x="32" y="11"/>
                    </a:cubicBezTo>
                    <a:cubicBezTo>
                      <a:pt x="32" y="64"/>
                      <a:pt x="32" y="64"/>
                      <a:pt x="32" y="64"/>
                    </a:cubicBezTo>
                    <a:cubicBezTo>
                      <a:pt x="32" y="70"/>
                      <a:pt x="36" y="75"/>
                      <a:pt x="42" y="75"/>
                    </a:cubicBezTo>
                    <a:cubicBezTo>
                      <a:pt x="96" y="75"/>
                      <a:pt x="96" y="75"/>
                      <a:pt x="96" y="75"/>
                    </a:cubicBezTo>
                    <a:cubicBezTo>
                      <a:pt x="102" y="75"/>
                      <a:pt x="106" y="70"/>
                      <a:pt x="106" y="64"/>
                    </a:cubicBezTo>
                    <a:cubicBezTo>
                      <a:pt x="106" y="58"/>
                      <a:pt x="102" y="53"/>
                      <a:pt x="96" y="53"/>
                    </a:cubicBezTo>
                    <a:cubicBezTo>
                      <a:pt x="64" y="53"/>
                      <a:pt x="64" y="53"/>
                      <a:pt x="64" y="53"/>
                    </a:cubicBezTo>
                    <a:cubicBezTo>
                      <a:pt x="82" y="40"/>
                      <a:pt x="104" y="32"/>
                      <a:pt x="128" y="32"/>
                    </a:cubicBezTo>
                    <a:cubicBezTo>
                      <a:pt x="186" y="32"/>
                      <a:pt x="234" y="80"/>
                      <a:pt x="234" y="139"/>
                    </a:cubicBezTo>
                    <a:cubicBezTo>
                      <a:pt x="234" y="145"/>
                      <a:pt x="239" y="149"/>
                      <a:pt x="245" y="149"/>
                    </a:cubicBezTo>
                    <a:cubicBezTo>
                      <a:pt x="251" y="149"/>
                      <a:pt x="256" y="145"/>
                      <a:pt x="256" y="139"/>
                    </a:cubicBezTo>
                    <a:cubicBezTo>
                      <a:pt x="256" y="68"/>
                      <a:pt x="198" y="11"/>
                      <a:pt x="128" y="11"/>
                    </a:cubicBezTo>
                    <a:close/>
                    <a:moveTo>
                      <a:pt x="117" y="181"/>
                    </a:moveTo>
                    <a:cubicBezTo>
                      <a:pt x="120" y="181"/>
                      <a:pt x="122" y="180"/>
                      <a:pt x="125" y="178"/>
                    </a:cubicBezTo>
                    <a:cubicBezTo>
                      <a:pt x="189" y="114"/>
                      <a:pt x="189" y="114"/>
                      <a:pt x="189" y="114"/>
                    </a:cubicBezTo>
                    <a:cubicBezTo>
                      <a:pt x="193" y="110"/>
                      <a:pt x="193" y="103"/>
                      <a:pt x="189" y="99"/>
                    </a:cubicBezTo>
                    <a:cubicBezTo>
                      <a:pt x="184" y="95"/>
                      <a:pt x="178" y="95"/>
                      <a:pt x="173" y="99"/>
                    </a:cubicBezTo>
                    <a:cubicBezTo>
                      <a:pt x="117" y="156"/>
                      <a:pt x="117" y="156"/>
                      <a:pt x="117" y="156"/>
                    </a:cubicBezTo>
                    <a:cubicBezTo>
                      <a:pt x="93" y="131"/>
                      <a:pt x="93" y="131"/>
                      <a:pt x="93" y="131"/>
                    </a:cubicBezTo>
                    <a:cubicBezTo>
                      <a:pt x="88" y="127"/>
                      <a:pt x="82" y="127"/>
                      <a:pt x="77" y="131"/>
                    </a:cubicBezTo>
                    <a:cubicBezTo>
                      <a:pt x="73" y="135"/>
                      <a:pt x="73" y="142"/>
                      <a:pt x="77" y="146"/>
                    </a:cubicBezTo>
                    <a:cubicBezTo>
                      <a:pt x="109" y="178"/>
                      <a:pt x="109" y="178"/>
                      <a:pt x="109" y="178"/>
                    </a:cubicBezTo>
                    <a:cubicBezTo>
                      <a:pt x="112" y="180"/>
                      <a:pt x="114" y="181"/>
                      <a:pt x="117" y="18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latin typeface="华文细黑" panose="02010600040101010101" pitchFamily="2" charset="-122"/>
                  <a:ea typeface="华文细黑" panose="02010600040101010101" pitchFamily="2" charset="-122"/>
                </a:endParaRPr>
              </a:p>
            </p:txBody>
          </p:sp>
        </p:grpSp>
        <p:cxnSp>
          <p:nvCxnSpPr>
            <p:cNvPr id="67" name="Straight Connector 66">
              <a:extLst>
                <a:ext uri="{FF2B5EF4-FFF2-40B4-BE49-F238E27FC236}">
                  <a16:creationId xmlns:a16="http://schemas.microsoft.com/office/drawing/2014/main" id="{BCAEB684-283C-4815-B505-B91FCF8CEF13}"/>
                </a:ext>
              </a:extLst>
            </p:cNvPr>
            <p:cNvCxnSpPr/>
            <p:nvPr/>
          </p:nvCxnSpPr>
          <p:spPr>
            <a:xfrm>
              <a:off x="9643098" y="3533834"/>
              <a:ext cx="0" cy="91440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68" name="Group 48">
              <a:extLst>
                <a:ext uri="{FF2B5EF4-FFF2-40B4-BE49-F238E27FC236}">
                  <a16:creationId xmlns:a16="http://schemas.microsoft.com/office/drawing/2014/main" id="{05CFFE2F-6AF0-496A-BDA1-2D1B85C924ED}"/>
                </a:ext>
              </a:extLst>
            </p:cNvPr>
            <p:cNvGrpSpPr>
              <a:grpSpLocks noChangeAspect="1"/>
            </p:cNvGrpSpPr>
            <p:nvPr/>
          </p:nvGrpSpPr>
          <p:grpSpPr bwMode="auto">
            <a:xfrm>
              <a:off x="9903772" y="3568641"/>
              <a:ext cx="812018" cy="809638"/>
              <a:chOff x="3100" y="2440"/>
              <a:chExt cx="341" cy="340"/>
            </a:xfrm>
            <a:solidFill>
              <a:schemeClr val="bg1"/>
            </a:solidFill>
          </p:grpSpPr>
          <p:sp>
            <p:nvSpPr>
              <p:cNvPr id="69" name="Freeform 342">
                <a:extLst>
                  <a:ext uri="{FF2B5EF4-FFF2-40B4-BE49-F238E27FC236}">
                    <a16:creationId xmlns:a16="http://schemas.microsoft.com/office/drawing/2014/main" id="{3C13AB59-BEDB-49CE-9F81-90BCC07C1F33}"/>
                  </a:ext>
                </a:extLst>
              </p:cNvPr>
              <p:cNvSpPr>
                <a:spLocks noEditPoints="1"/>
              </p:cNvSpPr>
              <p:nvPr/>
            </p:nvSpPr>
            <p:spPr bwMode="auto">
              <a:xfrm>
                <a:off x="3100" y="2440"/>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latin typeface="华文细黑" panose="02010600040101010101" pitchFamily="2" charset="-122"/>
                  <a:ea typeface="华文细黑" panose="02010600040101010101" pitchFamily="2" charset="-122"/>
                </a:endParaRPr>
              </a:p>
            </p:txBody>
          </p:sp>
          <p:sp>
            <p:nvSpPr>
              <p:cNvPr id="70" name="Freeform 343">
                <a:extLst>
                  <a:ext uri="{FF2B5EF4-FFF2-40B4-BE49-F238E27FC236}">
                    <a16:creationId xmlns:a16="http://schemas.microsoft.com/office/drawing/2014/main" id="{72D4442D-805E-4ECF-B37D-FD649B13EB4D}"/>
                  </a:ext>
                </a:extLst>
              </p:cNvPr>
              <p:cNvSpPr>
                <a:spLocks noEditPoints="1"/>
              </p:cNvSpPr>
              <p:nvPr/>
            </p:nvSpPr>
            <p:spPr bwMode="auto">
              <a:xfrm>
                <a:off x="3185" y="2519"/>
                <a:ext cx="171" cy="184"/>
              </a:xfrm>
              <a:custGeom>
                <a:avLst/>
                <a:gdLst>
                  <a:gd name="T0" fmla="*/ 224 w 256"/>
                  <a:gd name="T1" fmla="*/ 213 h 277"/>
                  <a:gd name="T2" fmla="*/ 224 w 256"/>
                  <a:gd name="T3" fmla="*/ 267 h 277"/>
                  <a:gd name="T4" fmla="*/ 213 w 256"/>
                  <a:gd name="T5" fmla="*/ 277 h 277"/>
                  <a:gd name="T6" fmla="*/ 202 w 256"/>
                  <a:gd name="T7" fmla="*/ 267 h 277"/>
                  <a:gd name="T8" fmla="*/ 202 w 256"/>
                  <a:gd name="T9" fmla="*/ 242 h 277"/>
                  <a:gd name="T10" fmla="*/ 128 w 256"/>
                  <a:gd name="T11" fmla="*/ 267 h 277"/>
                  <a:gd name="T12" fmla="*/ 0 w 256"/>
                  <a:gd name="T13" fmla="*/ 139 h 277"/>
                  <a:gd name="T14" fmla="*/ 10 w 256"/>
                  <a:gd name="T15" fmla="*/ 128 h 277"/>
                  <a:gd name="T16" fmla="*/ 21 w 256"/>
                  <a:gd name="T17" fmla="*/ 139 h 277"/>
                  <a:gd name="T18" fmla="*/ 128 w 256"/>
                  <a:gd name="T19" fmla="*/ 245 h 277"/>
                  <a:gd name="T20" fmla="*/ 192 w 256"/>
                  <a:gd name="T21" fmla="*/ 224 h 277"/>
                  <a:gd name="T22" fmla="*/ 160 w 256"/>
                  <a:gd name="T23" fmla="*/ 224 h 277"/>
                  <a:gd name="T24" fmla="*/ 149 w 256"/>
                  <a:gd name="T25" fmla="*/ 213 h 277"/>
                  <a:gd name="T26" fmla="*/ 160 w 256"/>
                  <a:gd name="T27" fmla="*/ 203 h 277"/>
                  <a:gd name="T28" fmla="*/ 213 w 256"/>
                  <a:gd name="T29" fmla="*/ 203 h 277"/>
                  <a:gd name="T30" fmla="*/ 224 w 256"/>
                  <a:gd name="T31" fmla="*/ 213 h 277"/>
                  <a:gd name="T32" fmla="*/ 128 w 256"/>
                  <a:gd name="T33" fmla="*/ 11 h 277"/>
                  <a:gd name="T34" fmla="*/ 53 w 256"/>
                  <a:gd name="T35" fmla="*/ 35 h 277"/>
                  <a:gd name="T36" fmla="*/ 53 w 256"/>
                  <a:gd name="T37" fmla="*/ 11 h 277"/>
                  <a:gd name="T38" fmla="*/ 42 w 256"/>
                  <a:gd name="T39" fmla="*/ 0 h 277"/>
                  <a:gd name="T40" fmla="*/ 32 w 256"/>
                  <a:gd name="T41" fmla="*/ 11 h 277"/>
                  <a:gd name="T42" fmla="*/ 32 w 256"/>
                  <a:gd name="T43" fmla="*/ 64 h 277"/>
                  <a:gd name="T44" fmla="*/ 42 w 256"/>
                  <a:gd name="T45" fmla="*/ 75 h 277"/>
                  <a:gd name="T46" fmla="*/ 96 w 256"/>
                  <a:gd name="T47" fmla="*/ 75 h 277"/>
                  <a:gd name="T48" fmla="*/ 106 w 256"/>
                  <a:gd name="T49" fmla="*/ 64 h 277"/>
                  <a:gd name="T50" fmla="*/ 96 w 256"/>
                  <a:gd name="T51" fmla="*/ 53 h 277"/>
                  <a:gd name="T52" fmla="*/ 64 w 256"/>
                  <a:gd name="T53" fmla="*/ 53 h 277"/>
                  <a:gd name="T54" fmla="*/ 128 w 256"/>
                  <a:gd name="T55" fmla="*/ 32 h 277"/>
                  <a:gd name="T56" fmla="*/ 234 w 256"/>
                  <a:gd name="T57" fmla="*/ 139 h 277"/>
                  <a:gd name="T58" fmla="*/ 245 w 256"/>
                  <a:gd name="T59" fmla="*/ 149 h 277"/>
                  <a:gd name="T60" fmla="*/ 256 w 256"/>
                  <a:gd name="T61" fmla="*/ 139 h 277"/>
                  <a:gd name="T62" fmla="*/ 128 w 256"/>
                  <a:gd name="T63" fmla="*/ 11 h 277"/>
                  <a:gd name="T64" fmla="*/ 117 w 256"/>
                  <a:gd name="T65" fmla="*/ 181 h 277"/>
                  <a:gd name="T66" fmla="*/ 125 w 256"/>
                  <a:gd name="T67" fmla="*/ 178 h 277"/>
                  <a:gd name="T68" fmla="*/ 189 w 256"/>
                  <a:gd name="T69" fmla="*/ 114 h 277"/>
                  <a:gd name="T70" fmla="*/ 189 w 256"/>
                  <a:gd name="T71" fmla="*/ 99 h 277"/>
                  <a:gd name="T72" fmla="*/ 173 w 256"/>
                  <a:gd name="T73" fmla="*/ 99 h 277"/>
                  <a:gd name="T74" fmla="*/ 117 w 256"/>
                  <a:gd name="T75" fmla="*/ 156 h 277"/>
                  <a:gd name="T76" fmla="*/ 93 w 256"/>
                  <a:gd name="T77" fmla="*/ 131 h 277"/>
                  <a:gd name="T78" fmla="*/ 77 w 256"/>
                  <a:gd name="T79" fmla="*/ 131 h 277"/>
                  <a:gd name="T80" fmla="*/ 77 w 256"/>
                  <a:gd name="T81" fmla="*/ 146 h 277"/>
                  <a:gd name="T82" fmla="*/ 109 w 256"/>
                  <a:gd name="T83" fmla="*/ 178 h 277"/>
                  <a:gd name="T84" fmla="*/ 117 w 256"/>
                  <a:gd name="T85" fmla="*/ 181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56" h="277">
                    <a:moveTo>
                      <a:pt x="224" y="213"/>
                    </a:moveTo>
                    <a:cubicBezTo>
                      <a:pt x="224" y="267"/>
                      <a:pt x="224" y="267"/>
                      <a:pt x="224" y="267"/>
                    </a:cubicBezTo>
                    <a:cubicBezTo>
                      <a:pt x="224" y="273"/>
                      <a:pt x="219" y="277"/>
                      <a:pt x="213" y="277"/>
                    </a:cubicBezTo>
                    <a:cubicBezTo>
                      <a:pt x="207" y="277"/>
                      <a:pt x="202" y="273"/>
                      <a:pt x="202" y="267"/>
                    </a:cubicBezTo>
                    <a:cubicBezTo>
                      <a:pt x="202" y="242"/>
                      <a:pt x="202" y="242"/>
                      <a:pt x="202" y="242"/>
                    </a:cubicBezTo>
                    <a:cubicBezTo>
                      <a:pt x="181" y="258"/>
                      <a:pt x="155" y="267"/>
                      <a:pt x="128" y="267"/>
                    </a:cubicBezTo>
                    <a:cubicBezTo>
                      <a:pt x="57" y="267"/>
                      <a:pt x="0" y="209"/>
                      <a:pt x="0" y="139"/>
                    </a:cubicBezTo>
                    <a:cubicBezTo>
                      <a:pt x="0" y="133"/>
                      <a:pt x="4" y="128"/>
                      <a:pt x="10" y="128"/>
                    </a:cubicBezTo>
                    <a:cubicBezTo>
                      <a:pt x="16" y="128"/>
                      <a:pt x="21" y="133"/>
                      <a:pt x="21" y="139"/>
                    </a:cubicBezTo>
                    <a:cubicBezTo>
                      <a:pt x="21" y="197"/>
                      <a:pt x="69" y="245"/>
                      <a:pt x="128" y="245"/>
                    </a:cubicBezTo>
                    <a:cubicBezTo>
                      <a:pt x="151" y="245"/>
                      <a:pt x="173" y="238"/>
                      <a:pt x="192" y="224"/>
                    </a:cubicBezTo>
                    <a:cubicBezTo>
                      <a:pt x="160" y="224"/>
                      <a:pt x="160" y="224"/>
                      <a:pt x="160" y="224"/>
                    </a:cubicBezTo>
                    <a:cubicBezTo>
                      <a:pt x="154" y="224"/>
                      <a:pt x="149" y="219"/>
                      <a:pt x="149" y="213"/>
                    </a:cubicBezTo>
                    <a:cubicBezTo>
                      <a:pt x="149" y="207"/>
                      <a:pt x="154" y="203"/>
                      <a:pt x="160" y="203"/>
                    </a:cubicBezTo>
                    <a:cubicBezTo>
                      <a:pt x="213" y="203"/>
                      <a:pt x="213" y="203"/>
                      <a:pt x="213" y="203"/>
                    </a:cubicBezTo>
                    <a:cubicBezTo>
                      <a:pt x="219" y="203"/>
                      <a:pt x="224" y="207"/>
                      <a:pt x="224" y="213"/>
                    </a:cubicBezTo>
                    <a:close/>
                    <a:moveTo>
                      <a:pt x="128" y="11"/>
                    </a:moveTo>
                    <a:cubicBezTo>
                      <a:pt x="101" y="11"/>
                      <a:pt x="75" y="19"/>
                      <a:pt x="53" y="35"/>
                    </a:cubicBezTo>
                    <a:cubicBezTo>
                      <a:pt x="53" y="11"/>
                      <a:pt x="53" y="11"/>
                      <a:pt x="53" y="11"/>
                    </a:cubicBezTo>
                    <a:cubicBezTo>
                      <a:pt x="53" y="5"/>
                      <a:pt x="48" y="0"/>
                      <a:pt x="42" y="0"/>
                    </a:cubicBezTo>
                    <a:cubicBezTo>
                      <a:pt x="36" y="0"/>
                      <a:pt x="32" y="5"/>
                      <a:pt x="32" y="11"/>
                    </a:cubicBezTo>
                    <a:cubicBezTo>
                      <a:pt x="32" y="64"/>
                      <a:pt x="32" y="64"/>
                      <a:pt x="32" y="64"/>
                    </a:cubicBezTo>
                    <a:cubicBezTo>
                      <a:pt x="32" y="70"/>
                      <a:pt x="36" y="75"/>
                      <a:pt x="42" y="75"/>
                    </a:cubicBezTo>
                    <a:cubicBezTo>
                      <a:pt x="96" y="75"/>
                      <a:pt x="96" y="75"/>
                      <a:pt x="96" y="75"/>
                    </a:cubicBezTo>
                    <a:cubicBezTo>
                      <a:pt x="102" y="75"/>
                      <a:pt x="106" y="70"/>
                      <a:pt x="106" y="64"/>
                    </a:cubicBezTo>
                    <a:cubicBezTo>
                      <a:pt x="106" y="58"/>
                      <a:pt x="102" y="53"/>
                      <a:pt x="96" y="53"/>
                    </a:cubicBezTo>
                    <a:cubicBezTo>
                      <a:pt x="64" y="53"/>
                      <a:pt x="64" y="53"/>
                      <a:pt x="64" y="53"/>
                    </a:cubicBezTo>
                    <a:cubicBezTo>
                      <a:pt x="82" y="40"/>
                      <a:pt x="104" y="32"/>
                      <a:pt x="128" y="32"/>
                    </a:cubicBezTo>
                    <a:cubicBezTo>
                      <a:pt x="186" y="32"/>
                      <a:pt x="234" y="80"/>
                      <a:pt x="234" y="139"/>
                    </a:cubicBezTo>
                    <a:cubicBezTo>
                      <a:pt x="234" y="145"/>
                      <a:pt x="239" y="149"/>
                      <a:pt x="245" y="149"/>
                    </a:cubicBezTo>
                    <a:cubicBezTo>
                      <a:pt x="251" y="149"/>
                      <a:pt x="256" y="145"/>
                      <a:pt x="256" y="139"/>
                    </a:cubicBezTo>
                    <a:cubicBezTo>
                      <a:pt x="256" y="68"/>
                      <a:pt x="198" y="11"/>
                      <a:pt x="128" y="11"/>
                    </a:cubicBezTo>
                    <a:close/>
                    <a:moveTo>
                      <a:pt x="117" y="181"/>
                    </a:moveTo>
                    <a:cubicBezTo>
                      <a:pt x="120" y="181"/>
                      <a:pt x="122" y="180"/>
                      <a:pt x="125" y="178"/>
                    </a:cubicBezTo>
                    <a:cubicBezTo>
                      <a:pt x="189" y="114"/>
                      <a:pt x="189" y="114"/>
                      <a:pt x="189" y="114"/>
                    </a:cubicBezTo>
                    <a:cubicBezTo>
                      <a:pt x="193" y="110"/>
                      <a:pt x="193" y="103"/>
                      <a:pt x="189" y="99"/>
                    </a:cubicBezTo>
                    <a:cubicBezTo>
                      <a:pt x="184" y="95"/>
                      <a:pt x="178" y="95"/>
                      <a:pt x="173" y="99"/>
                    </a:cubicBezTo>
                    <a:cubicBezTo>
                      <a:pt x="117" y="156"/>
                      <a:pt x="117" y="156"/>
                      <a:pt x="117" y="156"/>
                    </a:cubicBezTo>
                    <a:cubicBezTo>
                      <a:pt x="93" y="131"/>
                      <a:pt x="93" y="131"/>
                      <a:pt x="93" y="131"/>
                    </a:cubicBezTo>
                    <a:cubicBezTo>
                      <a:pt x="88" y="127"/>
                      <a:pt x="82" y="127"/>
                      <a:pt x="77" y="131"/>
                    </a:cubicBezTo>
                    <a:cubicBezTo>
                      <a:pt x="73" y="135"/>
                      <a:pt x="73" y="142"/>
                      <a:pt x="77" y="146"/>
                    </a:cubicBezTo>
                    <a:cubicBezTo>
                      <a:pt x="109" y="178"/>
                      <a:pt x="109" y="178"/>
                      <a:pt x="109" y="178"/>
                    </a:cubicBezTo>
                    <a:cubicBezTo>
                      <a:pt x="112" y="180"/>
                      <a:pt x="114" y="181"/>
                      <a:pt x="117" y="18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latin typeface="华文细黑" panose="02010600040101010101" pitchFamily="2" charset="-122"/>
                  <a:ea typeface="华文细黑" panose="02010600040101010101" pitchFamily="2" charset="-122"/>
                </a:endParaRPr>
              </a:p>
            </p:txBody>
          </p:sp>
        </p:grpSp>
        <p:cxnSp>
          <p:nvCxnSpPr>
            <p:cNvPr id="71" name="Straight Connector 70">
              <a:extLst>
                <a:ext uri="{FF2B5EF4-FFF2-40B4-BE49-F238E27FC236}">
                  <a16:creationId xmlns:a16="http://schemas.microsoft.com/office/drawing/2014/main" id="{8F1CAAAD-9454-44BB-9F7A-804153D263E5}"/>
                </a:ext>
              </a:extLst>
            </p:cNvPr>
            <p:cNvCxnSpPr/>
            <p:nvPr/>
          </p:nvCxnSpPr>
          <p:spPr>
            <a:xfrm>
              <a:off x="9646450" y="5247433"/>
              <a:ext cx="0" cy="91440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72" name="Group 48">
              <a:extLst>
                <a:ext uri="{FF2B5EF4-FFF2-40B4-BE49-F238E27FC236}">
                  <a16:creationId xmlns:a16="http://schemas.microsoft.com/office/drawing/2014/main" id="{BED743B3-7FC2-4F1C-9FFA-9138B7F3F6FE}"/>
                </a:ext>
              </a:extLst>
            </p:cNvPr>
            <p:cNvGrpSpPr>
              <a:grpSpLocks noChangeAspect="1"/>
            </p:cNvGrpSpPr>
            <p:nvPr/>
          </p:nvGrpSpPr>
          <p:grpSpPr bwMode="auto">
            <a:xfrm>
              <a:off x="9907124" y="5295886"/>
              <a:ext cx="812018" cy="809640"/>
              <a:chOff x="3100" y="2488"/>
              <a:chExt cx="341" cy="340"/>
            </a:xfrm>
            <a:solidFill>
              <a:schemeClr val="bg1"/>
            </a:solidFill>
          </p:grpSpPr>
          <p:sp>
            <p:nvSpPr>
              <p:cNvPr id="73" name="Freeform 342">
                <a:extLst>
                  <a:ext uri="{FF2B5EF4-FFF2-40B4-BE49-F238E27FC236}">
                    <a16:creationId xmlns:a16="http://schemas.microsoft.com/office/drawing/2014/main" id="{C45C53F4-5E4F-4D96-813B-7A6E284FECCD}"/>
                  </a:ext>
                </a:extLst>
              </p:cNvPr>
              <p:cNvSpPr>
                <a:spLocks noEditPoints="1"/>
              </p:cNvSpPr>
              <p:nvPr/>
            </p:nvSpPr>
            <p:spPr bwMode="auto">
              <a:xfrm>
                <a:off x="3100" y="2488"/>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latin typeface="华文细黑" panose="02010600040101010101" pitchFamily="2" charset="-122"/>
                  <a:ea typeface="华文细黑" panose="02010600040101010101" pitchFamily="2" charset="-122"/>
                </a:endParaRPr>
              </a:p>
            </p:txBody>
          </p:sp>
          <p:sp>
            <p:nvSpPr>
              <p:cNvPr id="74" name="Freeform 343">
                <a:extLst>
                  <a:ext uri="{FF2B5EF4-FFF2-40B4-BE49-F238E27FC236}">
                    <a16:creationId xmlns:a16="http://schemas.microsoft.com/office/drawing/2014/main" id="{AE39D2FA-8EE8-472A-9CE1-25B737292581}"/>
                  </a:ext>
                </a:extLst>
              </p:cNvPr>
              <p:cNvSpPr>
                <a:spLocks noEditPoints="1"/>
              </p:cNvSpPr>
              <p:nvPr/>
            </p:nvSpPr>
            <p:spPr bwMode="auto">
              <a:xfrm>
                <a:off x="3185" y="2556"/>
                <a:ext cx="171" cy="184"/>
              </a:xfrm>
              <a:custGeom>
                <a:avLst/>
                <a:gdLst>
                  <a:gd name="T0" fmla="*/ 224 w 256"/>
                  <a:gd name="T1" fmla="*/ 213 h 277"/>
                  <a:gd name="T2" fmla="*/ 224 w 256"/>
                  <a:gd name="T3" fmla="*/ 267 h 277"/>
                  <a:gd name="T4" fmla="*/ 213 w 256"/>
                  <a:gd name="T5" fmla="*/ 277 h 277"/>
                  <a:gd name="T6" fmla="*/ 202 w 256"/>
                  <a:gd name="T7" fmla="*/ 267 h 277"/>
                  <a:gd name="T8" fmla="*/ 202 w 256"/>
                  <a:gd name="T9" fmla="*/ 242 h 277"/>
                  <a:gd name="T10" fmla="*/ 128 w 256"/>
                  <a:gd name="T11" fmla="*/ 267 h 277"/>
                  <a:gd name="T12" fmla="*/ 0 w 256"/>
                  <a:gd name="T13" fmla="*/ 139 h 277"/>
                  <a:gd name="T14" fmla="*/ 10 w 256"/>
                  <a:gd name="T15" fmla="*/ 128 h 277"/>
                  <a:gd name="T16" fmla="*/ 21 w 256"/>
                  <a:gd name="T17" fmla="*/ 139 h 277"/>
                  <a:gd name="T18" fmla="*/ 128 w 256"/>
                  <a:gd name="T19" fmla="*/ 245 h 277"/>
                  <a:gd name="T20" fmla="*/ 192 w 256"/>
                  <a:gd name="T21" fmla="*/ 224 h 277"/>
                  <a:gd name="T22" fmla="*/ 160 w 256"/>
                  <a:gd name="T23" fmla="*/ 224 h 277"/>
                  <a:gd name="T24" fmla="*/ 149 w 256"/>
                  <a:gd name="T25" fmla="*/ 213 h 277"/>
                  <a:gd name="T26" fmla="*/ 160 w 256"/>
                  <a:gd name="T27" fmla="*/ 203 h 277"/>
                  <a:gd name="T28" fmla="*/ 213 w 256"/>
                  <a:gd name="T29" fmla="*/ 203 h 277"/>
                  <a:gd name="T30" fmla="*/ 224 w 256"/>
                  <a:gd name="T31" fmla="*/ 213 h 277"/>
                  <a:gd name="T32" fmla="*/ 128 w 256"/>
                  <a:gd name="T33" fmla="*/ 11 h 277"/>
                  <a:gd name="T34" fmla="*/ 53 w 256"/>
                  <a:gd name="T35" fmla="*/ 35 h 277"/>
                  <a:gd name="T36" fmla="*/ 53 w 256"/>
                  <a:gd name="T37" fmla="*/ 11 h 277"/>
                  <a:gd name="T38" fmla="*/ 42 w 256"/>
                  <a:gd name="T39" fmla="*/ 0 h 277"/>
                  <a:gd name="T40" fmla="*/ 32 w 256"/>
                  <a:gd name="T41" fmla="*/ 11 h 277"/>
                  <a:gd name="T42" fmla="*/ 32 w 256"/>
                  <a:gd name="T43" fmla="*/ 64 h 277"/>
                  <a:gd name="T44" fmla="*/ 42 w 256"/>
                  <a:gd name="T45" fmla="*/ 75 h 277"/>
                  <a:gd name="T46" fmla="*/ 96 w 256"/>
                  <a:gd name="T47" fmla="*/ 75 h 277"/>
                  <a:gd name="T48" fmla="*/ 106 w 256"/>
                  <a:gd name="T49" fmla="*/ 64 h 277"/>
                  <a:gd name="T50" fmla="*/ 96 w 256"/>
                  <a:gd name="T51" fmla="*/ 53 h 277"/>
                  <a:gd name="T52" fmla="*/ 64 w 256"/>
                  <a:gd name="T53" fmla="*/ 53 h 277"/>
                  <a:gd name="T54" fmla="*/ 128 w 256"/>
                  <a:gd name="T55" fmla="*/ 32 h 277"/>
                  <a:gd name="T56" fmla="*/ 234 w 256"/>
                  <a:gd name="T57" fmla="*/ 139 h 277"/>
                  <a:gd name="T58" fmla="*/ 245 w 256"/>
                  <a:gd name="T59" fmla="*/ 149 h 277"/>
                  <a:gd name="T60" fmla="*/ 256 w 256"/>
                  <a:gd name="T61" fmla="*/ 139 h 277"/>
                  <a:gd name="T62" fmla="*/ 128 w 256"/>
                  <a:gd name="T63" fmla="*/ 11 h 277"/>
                  <a:gd name="T64" fmla="*/ 117 w 256"/>
                  <a:gd name="T65" fmla="*/ 181 h 277"/>
                  <a:gd name="T66" fmla="*/ 125 w 256"/>
                  <a:gd name="T67" fmla="*/ 178 h 277"/>
                  <a:gd name="T68" fmla="*/ 189 w 256"/>
                  <a:gd name="T69" fmla="*/ 114 h 277"/>
                  <a:gd name="T70" fmla="*/ 189 w 256"/>
                  <a:gd name="T71" fmla="*/ 99 h 277"/>
                  <a:gd name="T72" fmla="*/ 173 w 256"/>
                  <a:gd name="T73" fmla="*/ 99 h 277"/>
                  <a:gd name="T74" fmla="*/ 117 w 256"/>
                  <a:gd name="T75" fmla="*/ 156 h 277"/>
                  <a:gd name="T76" fmla="*/ 93 w 256"/>
                  <a:gd name="T77" fmla="*/ 131 h 277"/>
                  <a:gd name="T78" fmla="*/ 77 w 256"/>
                  <a:gd name="T79" fmla="*/ 131 h 277"/>
                  <a:gd name="T80" fmla="*/ 77 w 256"/>
                  <a:gd name="T81" fmla="*/ 146 h 277"/>
                  <a:gd name="T82" fmla="*/ 109 w 256"/>
                  <a:gd name="T83" fmla="*/ 178 h 277"/>
                  <a:gd name="T84" fmla="*/ 117 w 256"/>
                  <a:gd name="T85" fmla="*/ 181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56" h="277">
                    <a:moveTo>
                      <a:pt x="224" y="213"/>
                    </a:moveTo>
                    <a:cubicBezTo>
                      <a:pt x="224" y="267"/>
                      <a:pt x="224" y="267"/>
                      <a:pt x="224" y="267"/>
                    </a:cubicBezTo>
                    <a:cubicBezTo>
                      <a:pt x="224" y="273"/>
                      <a:pt x="219" y="277"/>
                      <a:pt x="213" y="277"/>
                    </a:cubicBezTo>
                    <a:cubicBezTo>
                      <a:pt x="207" y="277"/>
                      <a:pt x="202" y="273"/>
                      <a:pt x="202" y="267"/>
                    </a:cubicBezTo>
                    <a:cubicBezTo>
                      <a:pt x="202" y="242"/>
                      <a:pt x="202" y="242"/>
                      <a:pt x="202" y="242"/>
                    </a:cubicBezTo>
                    <a:cubicBezTo>
                      <a:pt x="181" y="258"/>
                      <a:pt x="155" y="267"/>
                      <a:pt x="128" y="267"/>
                    </a:cubicBezTo>
                    <a:cubicBezTo>
                      <a:pt x="57" y="267"/>
                      <a:pt x="0" y="209"/>
                      <a:pt x="0" y="139"/>
                    </a:cubicBezTo>
                    <a:cubicBezTo>
                      <a:pt x="0" y="133"/>
                      <a:pt x="4" y="128"/>
                      <a:pt x="10" y="128"/>
                    </a:cubicBezTo>
                    <a:cubicBezTo>
                      <a:pt x="16" y="128"/>
                      <a:pt x="21" y="133"/>
                      <a:pt x="21" y="139"/>
                    </a:cubicBezTo>
                    <a:cubicBezTo>
                      <a:pt x="21" y="197"/>
                      <a:pt x="69" y="245"/>
                      <a:pt x="128" y="245"/>
                    </a:cubicBezTo>
                    <a:cubicBezTo>
                      <a:pt x="151" y="245"/>
                      <a:pt x="173" y="238"/>
                      <a:pt x="192" y="224"/>
                    </a:cubicBezTo>
                    <a:cubicBezTo>
                      <a:pt x="160" y="224"/>
                      <a:pt x="160" y="224"/>
                      <a:pt x="160" y="224"/>
                    </a:cubicBezTo>
                    <a:cubicBezTo>
                      <a:pt x="154" y="224"/>
                      <a:pt x="149" y="219"/>
                      <a:pt x="149" y="213"/>
                    </a:cubicBezTo>
                    <a:cubicBezTo>
                      <a:pt x="149" y="207"/>
                      <a:pt x="154" y="203"/>
                      <a:pt x="160" y="203"/>
                    </a:cubicBezTo>
                    <a:cubicBezTo>
                      <a:pt x="213" y="203"/>
                      <a:pt x="213" y="203"/>
                      <a:pt x="213" y="203"/>
                    </a:cubicBezTo>
                    <a:cubicBezTo>
                      <a:pt x="219" y="203"/>
                      <a:pt x="224" y="207"/>
                      <a:pt x="224" y="213"/>
                    </a:cubicBezTo>
                    <a:close/>
                    <a:moveTo>
                      <a:pt x="128" y="11"/>
                    </a:moveTo>
                    <a:cubicBezTo>
                      <a:pt x="101" y="11"/>
                      <a:pt x="75" y="19"/>
                      <a:pt x="53" y="35"/>
                    </a:cubicBezTo>
                    <a:cubicBezTo>
                      <a:pt x="53" y="11"/>
                      <a:pt x="53" y="11"/>
                      <a:pt x="53" y="11"/>
                    </a:cubicBezTo>
                    <a:cubicBezTo>
                      <a:pt x="53" y="5"/>
                      <a:pt x="48" y="0"/>
                      <a:pt x="42" y="0"/>
                    </a:cubicBezTo>
                    <a:cubicBezTo>
                      <a:pt x="36" y="0"/>
                      <a:pt x="32" y="5"/>
                      <a:pt x="32" y="11"/>
                    </a:cubicBezTo>
                    <a:cubicBezTo>
                      <a:pt x="32" y="64"/>
                      <a:pt x="32" y="64"/>
                      <a:pt x="32" y="64"/>
                    </a:cubicBezTo>
                    <a:cubicBezTo>
                      <a:pt x="32" y="70"/>
                      <a:pt x="36" y="75"/>
                      <a:pt x="42" y="75"/>
                    </a:cubicBezTo>
                    <a:cubicBezTo>
                      <a:pt x="96" y="75"/>
                      <a:pt x="96" y="75"/>
                      <a:pt x="96" y="75"/>
                    </a:cubicBezTo>
                    <a:cubicBezTo>
                      <a:pt x="102" y="75"/>
                      <a:pt x="106" y="70"/>
                      <a:pt x="106" y="64"/>
                    </a:cubicBezTo>
                    <a:cubicBezTo>
                      <a:pt x="106" y="58"/>
                      <a:pt x="102" y="53"/>
                      <a:pt x="96" y="53"/>
                    </a:cubicBezTo>
                    <a:cubicBezTo>
                      <a:pt x="64" y="53"/>
                      <a:pt x="64" y="53"/>
                      <a:pt x="64" y="53"/>
                    </a:cubicBezTo>
                    <a:cubicBezTo>
                      <a:pt x="82" y="40"/>
                      <a:pt x="104" y="32"/>
                      <a:pt x="128" y="32"/>
                    </a:cubicBezTo>
                    <a:cubicBezTo>
                      <a:pt x="186" y="32"/>
                      <a:pt x="234" y="80"/>
                      <a:pt x="234" y="139"/>
                    </a:cubicBezTo>
                    <a:cubicBezTo>
                      <a:pt x="234" y="145"/>
                      <a:pt x="239" y="149"/>
                      <a:pt x="245" y="149"/>
                    </a:cubicBezTo>
                    <a:cubicBezTo>
                      <a:pt x="251" y="149"/>
                      <a:pt x="256" y="145"/>
                      <a:pt x="256" y="139"/>
                    </a:cubicBezTo>
                    <a:cubicBezTo>
                      <a:pt x="256" y="68"/>
                      <a:pt x="198" y="11"/>
                      <a:pt x="128" y="11"/>
                    </a:cubicBezTo>
                    <a:close/>
                    <a:moveTo>
                      <a:pt x="117" y="181"/>
                    </a:moveTo>
                    <a:cubicBezTo>
                      <a:pt x="120" y="181"/>
                      <a:pt x="122" y="180"/>
                      <a:pt x="125" y="178"/>
                    </a:cubicBezTo>
                    <a:cubicBezTo>
                      <a:pt x="189" y="114"/>
                      <a:pt x="189" y="114"/>
                      <a:pt x="189" y="114"/>
                    </a:cubicBezTo>
                    <a:cubicBezTo>
                      <a:pt x="193" y="110"/>
                      <a:pt x="193" y="103"/>
                      <a:pt x="189" y="99"/>
                    </a:cubicBezTo>
                    <a:cubicBezTo>
                      <a:pt x="184" y="95"/>
                      <a:pt x="178" y="95"/>
                      <a:pt x="173" y="99"/>
                    </a:cubicBezTo>
                    <a:cubicBezTo>
                      <a:pt x="117" y="156"/>
                      <a:pt x="117" y="156"/>
                      <a:pt x="117" y="156"/>
                    </a:cubicBezTo>
                    <a:cubicBezTo>
                      <a:pt x="93" y="131"/>
                      <a:pt x="93" y="131"/>
                      <a:pt x="93" y="131"/>
                    </a:cubicBezTo>
                    <a:cubicBezTo>
                      <a:pt x="88" y="127"/>
                      <a:pt x="82" y="127"/>
                      <a:pt x="77" y="131"/>
                    </a:cubicBezTo>
                    <a:cubicBezTo>
                      <a:pt x="73" y="135"/>
                      <a:pt x="73" y="142"/>
                      <a:pt x="77" y="146"/>
                    </a:cubicBezTo>
                    <a:cubicBezTo>
                      <a:pt x="109" y="178"/>
                      <a:pt x="109" y="178"/>
                      <a:pt x="109" y="178"/>
                    </a:cubicBezTo>
                    <a:cubicBezTo>
                      <a:pt x="112" y="180"/>
                      <a:pt x="114" y="181"/>
                      <a:pt x="117" y="18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latin typeface="华文细黑" panose="02010600040101010101" pitchFamily="2" charset="-122"/>
                  <a:ea typeface="华文细黑" panose="02010600040101010101" pitchFamily="2" charset="-122"/>
                </a:endParaRPr>
              </a:p>
            </p:txBody>
          </p:sp>
        </p:grpSp>
      </p:grpSp>
    </p:spTree>
    <p:extLst>
      <p:ext uri="{BB962C8B-B14F-4D97-AF65-F5344CB8AC3E}">
        <p14:creationId xmlns:p14="http://schemas.microsoft.com/office/powerpoint/2010/main" val="150016923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5754A7AC-FD2C-4BE4-9AA6-564FDBF20A77}"/>
              </a:ext>
            </a:extLst>
          </p:cNvPr>
          <p:cNvGraphicFramePr>
            <a:graphicFrameLocks noChangeAspect="1"/>
          </p:cNvGraphicFramePr>
          <p:nvPr>
            <p:custDataLst>
              <p:tags r:id="rId1"/>
            </p:custDataLst>
            <p:extLst>
              <p:ext uri="{D42A27DB-BD31-4B8C-83A1-F6EECF244321}">
                <p14:modId xmlns:p14="http://schemas.microsoft.com/office/powerpoint/2010/main" val="21109802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5" imgH="416" progId="TCLayout.ActiveDocument.1">
                  <p:embed/>
                </p:oleObj>
              </mc:Choice>
              <mc:Fallback>
                <p:oleObj name="think-cell Slide" r:id="rId11" imgW="415" imgH="416" progId="TCLayout.ActiveDocument.1">
                  <p:embed/>
                  <p:pic>
                    <p:nvPicPr>
                      <p:cNvPr id="9" name="Object 8" hidden="1">
                        <a:extLst>
                          <a:ext uri="{FF2B5EF4-FFF2-40B4-BE49-F238E27FC236}">
                            <a16:creationId xmlns:a16="http://schemas.microsoft.com/office/drawing/2014/main" id="{5754A7AC-FD2C-4BE4-9AA6-564FDBF20A77}"/>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cxnSp>
        <p:nvCxnSpPr>
          <p:cNvPr id="182" name="Straight Connector 181">
            <a:extLst>
              <a:ext uri="{FF2B5EF4-FFF2-40B4-BE49-F238E27FC236}">
                <a16:creationId xmlns:a16="http://schemas.microsoft.com/office/drawing/2014/main" id="{26D15A83-1758-4735-A264-675628974237}"/>
              </a:ext>
            </a:extLst>
          </p:cNvPr>
          <p:cNvCxnSpPr>
            <a:cxnSpLocks/>
            <a:endCxn id="99" idx="1"/>
          </p:cNvCxnSpPr>
          <p:nvPr/>
        </p:nvCxnSpPr>
        <p:spPr>
          <a:xfrm flipH="1">
            <a:off x="10343224" y="1887545"/>
            <a:ext cx="15782" cy="23582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4D42F9D8-3060-4E27-AE68-4D80DCA2846F}"/>
              </a:ext>
            </a:extLst>
          </p:cNvPr>
          <p:cNvCxnSpPr>
            <a:cxnSpLocks/>
          </p:cNvCxnSpPr>
          <p:nvPr/>
        </p:nvCxnSpPr>
        <p:spPr>
          <a:xfrm>
            <a:off x="7124079" y="2022457"/>
            <a:ext cx="3020" cy="19662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a:cxnSpLocks/>
          </p:cNvCxnSpPr>
          <p:nvPr/>
        </p:nvCxnSpPr>
        <p:spPr>
          <a:xfrm>
            <a:off x="4933620" y="1946800"/>
            <a:ext cx="2843" cy="138456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 Placeholder 1"/>
          <p:cNvSpPr>
            <a:spLocks noGrp="1"/>
          </p:cNvSpPr>
          <p:nvPr>
            <p:ph type="body" sz="quarter" idx="13"/>
          </p:nvPr>
        </p:nvSpPr>
        <p:spPr/>
        <p:txBody>
          <a:bodyPr/>
          <a:lstStyle/>
          <a:p>
            <a:pPr algn="just"/>
            <a:r>
              <a:rPr lang="en-US" dirty="0"/>
              <a:t>A structured approach to engaging key stakeholders across the organization based on a focused communication cadence, through local teams (for data collection) and use of various communication media to facilitate interactions</a:t>
            </a:r>
            <a:endParaRPr lang="en-IN" dirty="0"/>
          </a:p>
        </p:txBody>
      </p:sp>
      <p:sp>
        <p:nvSpPr>
          <p:cNvPr id="6" name="Title 5"/>
          <p:cNvSpPr>
            <a:spLocks noGrp="1"/>
          </p:cNvSpPr>
          <p:nvPr>
            <p:ph type="title"/>
          </p:nvPr>
        </p:nvSpPr>
        <p:spPr/>
        <p:txBody>
          <a:bodyPr vert="horz"/>
          <a:lstStyle/>
          <a:p>
            <a:r>
              <a:rPr lang="en-US" dirty="0"/>
              <a:t>Initial Study Work Plan (Week 1 – Week 7)</a:t>
            </a:r>
            <a:endParaRPr lang="en-GB" dirty="0"/>
          </a:p>
        </p:txBody>
      </p:sp>
      <p:cxnSp>
        <p:nvCxnSpPr>
          <p:cNvPr id="15" name="Straight Connector 14"/>
          <p:cNvCxnSpPr/>
          <p:nvPr/>
        </p:nvCxnSpPr>
        <p:spPr>
          <a:xfrm flipH="1">
            <a:off x="10996999" y="1653910"/>
            <a:ext cx="1948" cy="374904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H="1">
            <a:off x="6641893" y="1620344"/>
            <a:ext cx="1948" cy="374904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a:off x="8093594" y="1620344"/>
            <a:ext cx="1948" cy="374904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H="1">
            <a:off x="9545295" y="1620344"/>
            <a:ext cx="1948" cy="374904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H="1">
            <a:off x="2286790" y="1620344"/>
            <a:ext cx="1948" cy="374904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3738491" y="1620344"/>
            <a:ext cx="1948" cy="374904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a:off x="5190192" y="1620344"/>
            <a:ext cx="1948" cy="374904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894592" y="1759723"/>
            <a:ext cx="2016000"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p:cNvCxnSpPr>
            <a:cxnSpLocks/>
          </p:cNvCxnSpPr>
          <p:nvPr/>
        </p:nvCxnSpPr>
        <p:spPr>
          <a:xfrm>
            <a:off x="1082116" y="2648491"/>
            <a:ext cx="3798970"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31" name="TextBox 30"/>
          <p:cNvSpPr txBox="1"/>
          <p:nvPr/>
        </p:nvSpPr>
        <p:spPr>
          <a:xfrm>
            <a:off x="5157694" y="5117626"/>
            <a:ext cx="2415659" cy="173732"/>
          </a:xfrm>
          <a:prstGeom prst="rect">
            <a:avLst/>
          </a:prstGeom>
          <a:solidFill>
            <a:srgbClr val="86BC25">
              <a:lumMod val="20000"/>
              <a:lumOff val="80000"/>
            </a:srgbClr>
          </a:solid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lang="en-US" sz="1100" b="1" i="1" kern="0" dirty="0">
                <a:solidFill>
                  <a:srgbClr val="313131"/>
                </a:solidFill>
              </a:rPr>
              <a:t>Update Calls / Discussion Meetings</a:t>
            </a:r>
            <a:endParaRPr kumimoji="0" lang="en-IN" sz="1100" b="1" i="1" u="none" strike="noStrike" kern="0" cap="none" spc="0" normalizeH="0" baseline="0" noProof="0" dirty="0">
              <a:ln>
                <a:noFill/>
              </a:ln>
              <a:solidFill>
                <a:srgbClr val="313131"/>
              </a:solidFill>
              <a:effectLst/>
              <a:uLnTx/>
              <a:uFillTx/>
              <a:latin typeface="Arial" panose="020B0604020202020204" pitchFamily="34" charset="0"/>
              <a:cs typeface="Arial" panose="020B0604020202020204" pitchFamily="34" charset="0"/>
            </a:endParaRPr>
          </a:p>
        </p:txBody>
      </p:sp>
      <p:sp>
        <p:nvSpPr>
          <p:cNvPr id="32" name="TextBox 31"/>
          <p:cNvSpPr txBox="1"/>
          <p:nvPr/>
        </p:nvSpPr>
        <p:spPr>
          <a:xfrm>
            <a:off x="860094" y="1690474"/>
            <a:ext cx="900000" cy="138499"/>
          </a:xfrm>
          <a:prstGeom prst="rect">
            <a:avLst/>
          </a:prstGeom>
          <a:solidFill>
            <a:srgbClr val="86BC25">
              <a:lumMod val="20000"/>
              <a:lumOff val="80000"/>
            </a:srgbClr>
          </a:solid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900" b="1" i="1" u="none" strike="noStrike" kern="0" cap="none" spc="0" normalizeH="0" baseline="0" noProof="0" dirty="0">
                <a:ln>
                  <a:noFill/>
                </a:ln>
                <a:solidFill>
                  <a:srgbClr val="313131"/>
                </a:solidFill>
                <a:effectLst/>
                <a:uLnTx/>
                <a:uFillTx/>
                <a:latin typeface="Arial" panose="020B0604020202020204" pitchFamily="34" charset="0"/>
                <a:ea typeface="+mn-ea"/>
                <a:cs typeface="Arial" panose="020B0604020202020204" pitchFamily="34" charset="0"/>
              </a:rPr>
              <a:t>Weeks</a:t>
            </a:r>
            <a:endParaRPr kumimoji="0" lang="en-IN" sz="900" b="1" i="1" u="none" strike="noStrike" kern="0" cap="none" spc="0" normalizeH="0" baseline="0" noProof="0" dirty="0">
              <a:ln>
                <a:noFill/>
              </a:ln>
              <a:solidFill>
                <a:srgbClr val="313131"/>
              </a:solidFill>
              <a:effectLst/>
              <a:uLnTx/>
              <a:uFillTx/>
              <a:latin typeface="Arial" panose="020B0604020202020204" pitchFamily="34" charset="0"/>
              <a:ea typeface="+mn-ea"/>
              <a:cs typeface="Arial" panose="020B0604020202020204" pitchFamily="34" charset="0"/>
            </a:endParaRPr>
          </a:p>
        </p:txBody>
      </p:sp>
      <p:cxnSp>
        <p:nvCxnSpPr>
          <p:cNvPr id="33" name="Straight Connector 32"/>
          <p:cNvCxnSpPr/>
          <p:nvPr/>
        </p:nvCxnSpPr>
        <p:spPr>
          <a:xfrm flipH="1">
            <a:off x="835089" y="1620344"/>
            <a:ext cx="1948" cy="374904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4" name="Rectangle 33"/>
          <p:cNvSpPr/>
          <p:nvPr/>
        </p:nvSpPr>
        <p:spPr bwMode="gray">
          <a:xfrm>
            <a:off x="578959" y="5441806"/>
            <a:ext cx="10422633" cy="865724"/>
          </a:xfrm>
          <a:prstGeom prst="rect">
            <a:avLst/>
          </a:prstGeom>
          <a:noFill/>
          <a:ln w="3175" algn="ctr">
            <a:solidFill>
              <a:srgbClr val="0097A9"/>
            </a:solidFill>
            <a:miter lim="800000"/>
            <a:headEnd/>
            <a:tailEnd/>
          </a:ln>
        </p:spPr>
        <p:txBody>
          <a:bodyPr wrap="square" lIns="88900" tIns="88900" rIns="88900" bIns="88900" rtlCol="0" anchor="ctr"/>
          <a:lstStyle/>
          <a:p>
            <a:pPr marL="0" marR="0" lvl="0" indent="0" algn="ctr" defTabSz="914400" rtl="0" eaLnBrk="0" fontAlgn="base" latinLnBrk="0" hangingPunct="0">
              <a:lnSpc>
                <a:spcPct val="106000"/>
              </a:lnSpc>
              <a:spcBef>
                <a:spcPct val="0"/>
              </a:spcBef>
              <a:spcAft>
                <a:spcPct val="0"/>
              </a:spcAft>
              <a:buClrTx/>
              <a:buSzTx/>
              <a:buFont typeface="Wingdings 2" pitchFamily="18" charset="2"/>
              <a:buNone/>
              <a:tabLst/>
              <a:defRPr/>
            </a:pPr>
            <a:endParaRPr kumimoji="0" lang="en-IN" sz="16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5" name="TextBox 34"/>
          <p:cNvSpPr txBox="1"/>
          <p:nvPr/>
        </p:nvSpPr>
        <p:spPr>
          <a:xfrm>
            <a:off x="1159627" y="2303727"/>
            <a:ext cx="544522" cy="246221"/>
          </a:xfrm>
          <a:prstGeom prst="rect">
            <a:avLst/>
          </a:prstGeom>
          <a:solidFill>
            <a:schemeClr val="bg1"/>
          </a:solid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800" b="1" i="0" u="none" strike="noStrike" kern="0" cap="none" spc="0" normalizeH="0" baseline="0" noProof="0" dirty="0">
                <a:ln>
                  <a:noFill/>
                </a:ln>
                <a:solidFill>
                  <a:srgbClr val="0097A9">
                    <a:lumMod val="75000"/>
                  </a:srgbClr>
                </a:solidFill>
                <a:effectLst/>
                <a:uLnTx/>
                <a:uFillTx/>
                <a:latin typeface="Verdana" panose="020B0604030504040204" pitchFamily="34" charset="0"/>
                <a:ea typeface="Verdana" panose="020B0604030504040204" pitchFamily="34" charset="0"/>
                <a:cs typeface="Arial" panose="020B0604020202020204" pitchFamily="34" charset="0"/>
              </a:rPr>
              <a:t>Kick off Meeting</a:t>
            </a:r>
            <a:endParaRPr kumimoji="0" lang="en-IN" sz="800" b="1" i="0" u="none" strike="noStrike" kern="0" cap="none" spc="0" normalizeH="0" baseline="0" noProof="0" dirty="0">
              <a:ln>
                <a:noFill/>
              </a:ln>
              <a:solidFill>
                <a:srgbClr val="0097A9">
                  <a:lumMod val="75000"/>
                </a:srgbClr>
              </a:solidFill>
              <a:effectLst/>
              <a:uLnTx/>
              <a:uFillTx/>
              <a:latin typeface="Verdana" panose="020B0604030504040204" pitchFamily="34" charset="0"/>
              <a:ea typeface="Verdana" panose="020B0604030504040204" pitchFamily="34" charset="0"/>
              <a:cs typeface="Arial" panose="020B0604020202020204" pitchFamily="34" charset="0"/>
            </a:endParaRPr>
          </a:p>
        </p:txBody>
      </p:sp>
      <p:cxnSp>
        <p:nvCxnSpPr>
          <p:cNvPr id="36" name="Straight Connector 35"/>
          <p:cNvCxnSpPr/>
          <p:nvPr/>
        </p:nvCxnSpPr>
        <p:spPr>
          <a:xfrm>
            <a:off x="991781" y="1909950"/>
            <a:ext cx="0" cy="39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584544" y="5376302"/>
            <a:ext cx="940564" cy="170259"/>
          </a:xfrm>
          <a:prstGeom prst="roundRect">
            <a:avLst/>
          </a:prstGeom>
          <a:solidFill>
            <a:schemeClr val="accent5">
              <a:lumMod val="75000"/>
            </a:schemeClr>
          </a:solidFill>
        </p:spPr>
        <p:txBody>
          <a:bodyPr wrap="square" lIns="0" tIns="0" rIns="0" bIns="0" rtlCol="0">
            <a:spAutoFit/>
          </a:bodyPr>
          <a:lstStyle/>
          <a:p>
            <a:pPr marL="0" marR="0" lvl="0" indent="0" algn="ctr" defTabSz="914400" rtl="0" eaLnBrk="0" fontAlgn="base" latinLnBrk="0" hangingPunct="0">
              <a:lnSpc>
                <a:spcPct val="100000"/>
              </a:lnSpc>
              <a:spcBef>
                <a:spcPts val="115"/>
              </a:spcBef>
              <a:spcAft>
                <a:spcPct val="0"/>
              </a:spcAft>
              <a:buClrTx/>
              <a:buSzPct val="100000"/>
              <a:buFontTx/>
              <a:buNone/>
              <a:tabLst/>
              <a:defRPr/>
            </a:pPr>
            <a:r>
              <a:rPr kumimoji="0" lang="en-US" sz="1000" b="1" i="0" u="none" strike="noStrike" kern="1200" cap="none" spc="0" normalizeH="0" baseline="0" noProof="0" dirty="0">
                <a:ln>
                  <a:noFill/>
                </a:ln>
                <a:solidFill>
                  <a:schemeClr val="bg1"/>
                </a:solidFill>
                <a:effectLst/>
                <a:uLnTx/>
                <a:uFillTx/>
                <a:latin typeface="Verdana"/>
                <a:ea typeface="+mn-ea"/>
                <a:cs typeface="Arial" panose="020B0604020202020204" pitchFamily="34" charset="0"/>
              </a:rPr>
              <a:t>Legend</a:t>
            </a:r>
            <a:endParaRPr kumimoji="0" lang="en-IN" sz="1000" b="1" i="0" u="none" strike="noStrike" kern="1200" cap="none" spc="0" normalizeH="0" baseline="0" noProof="0" dirty="0">
              <a:ln>
                <a:noFill/>
              </a:ln>
              <a:solidFill>
                <a:schemeClr val="bg1"/>
              </a:solidFill>
              <a:effectLst/>
              <a:uLnTx/>
              <a:uFillTx/>
              <a:latin typeface="Verdana"/>
              <a:ea typeface="+mn-ea"/>
              <a:cs typeface="Arial" panose="020B0604020202020204" pitchFamily="34" charset="0"/>
            </a:endParaRPr>
          </a:p>
        </p:txBody>
      </p:sp>
      <p:sp>
        <p:nvSpPr>
          <p:cNvPr id="39" name="Rectangle 38"/>
          <p:cNvSpPr/>
          <p:nvPr/>
        </p:nvSpPr>
        <p:spPr>
          <a:xfrm>
            <a:off x="832385" y="1408855"/>
            <a:ext cx="822960" cy="216000"/>
          </a:xfrm>
          <a:prstGeom prst="rect">
            <a:avLst/>
          </a:prstGeom>
          <a:solidFill>
            <a:srgbClr val="595959"/>
          </a:solidFill>
          <a:ln w="9525"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100" b="1" i="0" u="none" strike="noStrike" kern="0" cap="small" spc="0" normalizeH="0" noProof="0" dirty="0">
                <a:ln>
                  <a:noFill/>
                </a:ln>
                <a:solidFill>
                  <a:schemeClr val="bg1"/>
                </a:solidFill>
                <a:effectLst/>
                <a:uLnTx/>
                <a:uFillTx/>
                <a:latin typeface="+mj-lt"/>
                <a:ea typeface="+mn-ea"/>
                <a:cs typeface="Arial" pitchFamily="34" charset="0"/>
              </a:rPr>
              <a:t>Initiation</a:t>
            </a:r>
          </a:p>
        </p:txBody>
      </p:sp>
      <p:sp>
        <p:nvSpPr>
          <p:cNvPr id="56" name="TextBox 55"/>
          <p:cNvSpPr txBox="1"/>
          <p:nvPr/>
        </p:nvSpPr>
        <p:spPr>
          <a:xfrm>
            <a:off x="1717377" y="2688366"/>
            <a:ext cx="2734420" cy="123111"/>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800" i="0" u="none" strike="noStrike" kern="0" cap="none" spc="0" normalizeH="0" baseline="0" noProof="0" dirty="0">
                <a:ln>
                  <a:noFill/>
                </a:ln>
                <a:solidFill>
                  <a:srgbClr val="0097A9">
                    <a:lumMod val="75000"/>
                  </a:srgbClr>
                </a:solidFill>
                <a:effectLst/>
                <a:uLnTx/>
                <a:uFillTx/>
                <a:latin typeface="Verdana" panose="020B0604030504040204" pitchFamily="34" charset="0"/>
                <a:ea typeface="Verdana" panose="020B0604030504040204" pitchFamily="34" charset="0"/>
                <a:cs typeface="Arial" panose="020B0604020202020204" pitchFamily="34" charset="0"/>
              </a:rPr>
              <a:t>Stakeholder Interactions – As-Is Assessment</a:t>
            </a:r>
            <a:endParaRPr kumimoji="0" lang="en-IN" sz="800" i="0" u="none" strike="noStrike" kern="0" cap="none" spc="0" normalizeH="0" baseline="0" noProof="0" dirty="0">
              <a:ln>
                <a:noFill/>
              </a:ln>
              <a:solidFill>
                <a:srgbClr val="0097A9">
                  <a:lumMod val="75000"/>
                </a:srgbClr>
              </a:solidFill>
              <a:effectLst/>
              <a:uLnTx/>
              <a:uFillTx/>
              <a:latin typeface="Verdana" panose="020B0604030504040204" pitchFamily="34" charset="0"/>
              <a:ea typeface="Verdana" panose="020B0604030504040204" pitchFamily="34" charset="0"/>
              <a:cs typeface="Arial" panose="020B0604020202020204" pitchFamily="34" charset="0"/>
            </a:endParaRPr>
          </a:p>
        </p:txBody>
      </p:sp>
      <p:cxnSp>
        <p:nvCxnSpPr>
          <p:cNvPr id="70" name="Straight Arrow Connector 69"/>
          <p:cNvCxnSpPr>
            <a:cxnSpLocks/>
          </p:cNvCxnSpPr>
          <p:nvPr/>
        </p:nvCxnSpPr>
        <p:spPr>
          <a:xfrm>
            <a:off x="837037" y="5038047"/>
            <a:ext cx="10157316"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71" name="Straight Connector 70"/>
          <p:cNvCxnSpPr>
            <a:cxnSpLocks/>
          </p:cNvCxnSpPr>
          <p:nvPr/>
        </p:nvCxnSpPr>
        <p:spPr>
          <a:xfrm>
            <a:off x="831237" y="5354145"/>
            <a:ext cx="10170356" cy="3856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2" name="Flowchart: Decision 71"/>
          <p:cNvSpPr/>
          <p:nvPr/>
        </p:nvSpPr>
        <p:spPr bwMode="gray">
          <a:xfrm rot="5400000">
            <a:off x="2906151" y="4971021"/>
            <a:ext cx="137160" cy="137160"/>
          </a:xfrm>
          <a:prstGeom prst="flowChartDecision">
            <a:avLst/>
          </a:prstGeom>
          <a:solidFill>
            <a:srgbClr val="7030A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100" b="1"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73" name="Flowchart: Decision 72"/>
          <p:cNvSpPr/>
          <p:nvPr/>
        </p:nvSpPr>
        <p:spPr bwMode="gray">
          <a:xfrm rot="5400000">
            <a:off x="7337831" y="4969233"/>
            <a:ext cx="137160" cy="137160"/>
          </a:xfrm>
          <a:prstGeom prst="flowChartDecision">
            <a:avLst/>
          </a:prstGeom>
          <a:solidFill>
            <a:srgbClr val="7030A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100" b="1"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74" name="Flowchart: Decision 73"/>
          <p:cNvSpPr/>
          <p:nvPr/>
        </p:nvSpPr>
        <p:spPr bwMode="gray">
          <a:xfrm rot="5400000">
            <a:off x="5126203" y="4962710"/>
            <a:ext cx="137160" cy="137160"/>
          </a:xfrm>
          <a:prstGeom prst="flowChartDecision">
            <a:avLst/>
          </a:prstGeom>
          <a:solidFill>
            <a:srgbClr val="7030A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100" b="1"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75" name="Flowchart: Decision 74"/>
          <p:cNvSpPr/>
          <p:nvPr/>
        </p:nvSpPr>
        <p:spPr bwMode="gray">
          <a:xfrm rot="5400000">
            <a:off x="9473822" y="4969233"/>
            <a:ext cx="137160" cy="137160"/>
          </a:xfrm>
          <a:prstGeom prst="flowChartDecision">
            <a:avLst/>
          </a:prstGeom>
          <a:solidFill>
            <a:srgbClr val="7030A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100" b="1"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graphicFrame>
        <p:nvGraphicFramePr>
          <p:cNvPr id="80" name="Table 79"/>
          <p:cNvGraphicFramePr>
            <a:graphicFrameLocks noGrp="1"/>
          </p:cNvGraphicFramePr>
          <p:nvPr>
            <p:extLst>
              <p:ext uri="{D42A27DB-BD31-4B8C-83A1-F6EECF244321}">
                <p14:modId xmlns:p14="http://schemas.microsoft.com/office/powerpoint/2010/main" val="2269378202"/>
              </p:ext>
            </p:extLst>
          </p:nvPr>
        </p:nvGraphicFramePr>
        <p:xfrm>
          <a:off x="747872" y="5582480"/>
          <a:ext cx="1978361" cy="637998"/>
        </p:xfrm>
        <a:graphic>
          <a:graphicData uri="http://schemas.openxmlformats.org/drawingml/2006/table">
            <a:tbl>
              <a:tblPr firstRow="1" bandRow="1">
                <a:tableStyleId>{0E3FDE45-AF77-4B5C-9715-49D594BDF05E}</a:tableStyleId>
              </a:tblPr>
              <a:tblGrid>
                <a:gridCol w="306727">
                  <a:extLst>
                    <a:ext uri="{9D8B030D-6E8A-4147-A177-3AD203B41FA5}">
                      <a16:colId xmlns:a16="http://schemas.microsoft.com/office/drawing/2014/main" val="1412291399"/>
                    </a:ext>
                  </a:extLst>
                </a:gridCol>
                <a:gridCol w="1671634">
                  <a:extLst>
                    <a:ext uri="{9D8B030D-6E8A-4147-A177-3AD203B41FA5}">
                      <a16:colId xmlns:a16="http://schemas.microsoft.com/office/drawing/2014/main" val="2927740918"/>
                    </a:ext>
                  </a:extLst>
                </a:gridCol>
              </a:tblGrid>
              <a:tr h="227742">
                <a:tc>
                  <a:txBody>
                    <a:bodyPr/>
                    <a:lstStyle/>
                    <a:p>
                      <a:endParaRPr lang="en-US" sz="1000" dirty="0"/>
                    </a:p>
                  </a:txBody>
                  <a:tcPr/>
                </a:tc>
                <a:tc>
                  <a:txBody>
                    <a:bodyPr/>
                    <a:lstStyle/>
                    <a:p>
                      <a:r>
                        <a:rPr lang="en-US" sz="1000" dirty="0"/>
                        <a:t>Deliverable</a:t>
                      </a:r>
                    </a:p>
                  </a:txBody>
                  <a:tcPr/>
                </a:tc>
                <a:extLst>
                  <a:ext uri="{0D108BD9-81ED-4DB2-BD59-A6C34878D82A}">
                    <a16:rowId xmlns:a16="http://schemas.microsoft.com/office/drawing/2014/main" val="1854898771"/>
                  </a:ext>
                </a:extLst>
              </a:tr>
              <a:tr h="394158">
                <a:tc gridSpan="2">
                  <a:txBody>
                    <a:bodyPr/>
                    <a:lstStyle/>
                    <a:p>
                      <a:r>
                        <a:rPr lang="en-US" sz="1000" dirty="0"/>
                        <a:t>Shared</a:t>
                      </a:r>
                      <a:r>
                        <a:rPr lang="en-US" sz="1000" baseline="0" dirty="0"/>
                        <a:t> to all within DPL</a:t>
                      </a:r>
                      <a:endParaRPr lang="en-US" sz="1000" dirty="0"/>
                    </a:p>
                  </a:txBody>
                  <a:tcPr/>
                </a:tc>
                <a:tc hMerge="1">
                  <a:txBody>
                    <a:bodyPr/>
                    <a:lstStyle/>
                    <a:p>
                      <a:endParaRPr lang="en-US" sz="800" dirty="0"/>
                    </a:p>
                  </a:txBody>
                  <a:tcPr/>
                </a:tc>
                <a:extLst>
                  <a:ext uri="{0D108BD9-81ED-4DB2-BD59-A6C34878D82A}">
                    <a16:rowId xmlns:a16="http://schemas.microsoft.com/office/drawing/2014/main" val="2616548257"/>
                  </a:ext>
                </a:extLst>
              </a:tr>
            </a:tbl>
          </a:graphicData>
        </a:graphic>
      </p:graphicFrame>
      <p:graphicFrame>
        <p:nvGraphicFramePr>
          <p:cNvPr id="81" name="Table 80"/>
          <p:cNvGraphicFramePr>
            <a:graphicFrameLocks noGrp="1"/>
          </p:cNvGraphicFramePr>
          <p:nvPr>
            <p:extLst>
              <p:ext uri="{D42A27DB-BD31-4B8C-83A1-F6EECF244321}">
                <p14:modId xmlns:p14="http://schemas.microsoft.com/office/powerpoint/2010/main" val="3826057960"/>
              </p:ext>
            </p:extLst>
          </p:nvPr>
        </p:nvGraphicFramePr>
        <p:xfrm>
          <a:off x="2846618" y="5592736"/>
          <a:ext cx="2929770" cy="640080"/>
        </p:xfrm>
        <a:graphic>
          <a:graphicData uri="http://schemas.openxmlformats.org/drawingml/2006/table">
            <a:tbl>
              <a:tblPr firstRow="1" bandRow="1">
                <a:tableStyleId>{0E3FDE45-AF77-4B5C-9715-49D594BDF05E}</a:tableStyleId>
              </a:tblPr>
              <a:tblGrid>
                <a:gridCol w="422099">
                  <a:extLst>
                    <a:ext uri="{9D8B030D-6E8A-4147-A177-3AD203B41FA5}">
                      <a16:colId xmlns:a16="http://schemas.microsoft.com/office/drawing/2014/main" val="1412291399"/>
                    </a:ext>
                  </a:extLst>
                </a:gridCol>
                <a:gridCol w="2507671">
                  <a:extLst>
                    <a:ext uri="{9D8B030D-6E8A-4147-A177-3AD203B41FA5}">
                      <a16:colId xmlns:a16="http://schemas.microsoft.com/office/drawing/2014/main" val="2927740918"/>
                    </a:ext>
                  </a:extLst>
                </a:gridCol>
              </a:tblGrid>
              <a:tr h="227742">
                <a:tc>
                  <a:txBody>
                    <a:bodyPr/>
                    <a:lstStyle/>
                    <a:p>
                      <a:endParaRPr lang="en-US" sz="1000" dirty="0"/>
                    </a:p>
                  </a:txBody>
                  <a:tcPr/>
                </a:tc>
                <a:tc>
                  <a:txBody>
                    <a:bodyPr/>
                    <a:lstStyle/>
                    <a:p>
                      <a:r>
                        <a:rPr lang="en-US" sz="1000" dirty="0"/>
                        <a:t>Stakeholder Meeting (one-on-one)</a:t>
                      </a:r>
                    </a:p>
                  </a:txBody>
                  <a:tcPr/>
                </a:tc>
                <a:extLst>
                  <a:ext uri="{0D108BD9-81ED-4DB2-BD59-A6C34878D82A}">
                    <a16:rowId xmlns:a16="http://schemas.microsoft.com/office/drawing/2014/main" val="1854898771"/>
                  </a:ext>
                </a:extLst>
              </a:tr>
              <a:tr h="227742">
                <a:tc gridSpan="2">
                  <a:txBody>
                    <a:bodyPr/>
                    <a:lstStyle/>
                    <a:p>
                      <a:r>
                        <a:rPr lang="en-US" sz="1000" dirty="0"/>
                        <a:t>Attendees: Functional</a:t>
                      </a:r>
                      <a:r>
                        <a:rPr lang="en-US" sz="1000" baseline="0" dirty="0"/>
                        <a:t> department teams, </a:t>
                      </a:r>
                      <a:r>
                        <a:rPr lang="en-US" sz="1000" dirty="0"/>
                        <a:t>HOD, IT Team</a:t>
                      </a:r>
                    </a:p>
                  </a:txBody>
                  <a:tcPr/>
                </a:tc>
                <a:tc hMerge="1">
                  <a:txBody>
                    <a:bodyPr/>
                    <a:lstStyle/>
                    <a:p>
                      <a:endParaRPr lang="en-US" sz="800" dirty="0"/>
                    </a:p>
                  </a:txBody>
                  <a:tcPr/>
                </a:tc>
                <a:extLst>
                  <a:ext uri="{0D108BD9-81ED-4DB2-BD59-A6C34878D82A}">
                    <a16:rowId xmlns:a16="http://schemas.microsoft.com/office/drawing/2014/main" val="2616548257"/>
                  </a:ext>
                </a:extLst>
              </a:tr>
            </a:tbl>
          </a:graphicData>
        </a:graphic>
      </p:graphicFrame>
      <p:graphicFrame>
        <p:nvGraphicFramePr>
          <p:cNvPr id="82" name="Table 81"/>
          <p:cNvGraphicFramePr>
            <a:graphicFrameLocks noGrp="1"/>
          </p:cNvGraphicFramePr>
          <p:nvPr>
            <p:extLst>
              <p:ext uri="{D42A27DB-BD31-4B8C-83A1-F6EECF244321}">
                <p14:modId xmlns:p14="http://schemas.microsoft.com/office/powerpoint/2010/main" val="3882562172"/>
              </p:ext>
            </p:extLst>
          </p:nvPr>
        </p:nvGraphicFramePr>
        <p:xfrm>
          <a:off x="5896772" y="5591955"/>
          <a:ext cx="2544703" cy="640080"/>
        </p:xfrm>
        <a:graphic>
          <a:graphicData uri="http://schemas.openxmlformats.org/drawingml/2006/table">
            <a:tbl>
              <a:tblPr firstRow="1" bandRow="1">
                <a:tableStyleId>{0E3FDE45-AF77-4B5C-9715-49D594BDF05E}</a:tableStyleId>
              </a:tblPr>
              <a:tblGrid>
                <a:gridCol w="366621">
                  <a:extLst>
                    <a:ext uri="{9D8B030D-6E8A-4147-A177-3AD203B41FA5}">
                      <a16:colId xmlns:a16="http://schemas.microsoft.com/office/drawing/2014/main" val="1412291399"/>
                    </a:ext>
                  </a:extLst>
                </a:gridCol>
                <a:gridCol w="2178082">
                  <a:extLst>
                    <a:ext uri="{9D8B030D-6E8A-4147-A177-3AD203B41FA5}">
                      <a16:colId xmlns:a16="http://schemas.microsoft.com/office/drawing/2014/main" val="2927740918"/>
                    </a:ext>
                  </a:extLst>
                </a:gridCol>
              </a:tblGrid>
              <a:tr h="227742">
                <a:tc>
                  <a:txBody>
                    <a:bodyPr/>
                    <a:lstStyle/>
                    <a:p>
                      <a:endParaRPr lang="en-US" sz="1000" dirty="0"/>
                    </a:p>
                  </a:txBody>
                  <a:tcPr/>
                </a:tc>
                <a:tc>
                  <a:txBody>
                    <a:bodyPr/>
                    <a:lstStyle/>
                    <a:p>
                      <a:r>
                        <a:rPr lang="en-US" sz="1000" dirty="0"/>
                        <a:t>Workshop</a:t>
                      </a:r>
                    </a:p>
                  </a:txBody>
                  <a:tcPr/>
                </a:tc>
                <a:extLst>
                  <a:ext uri="{0D108BD9-81ED-4DB2-BD59-A6C34878D82A}">
                    <a16:rowId xmlns:a16="http://schemas.microsoft.com/office/drawing/2014/main" val="1854898771"/>
                  </a:ext>
                </a:extLst>
              </a:tr>
              <a:tr h="227742">
                <a:tc gridSpan="2">
                  <a:txBody>
                    <a:bodyPr/>
                    <a:lstStyle/>
                    <a:p>
                      <a:r>
                        <a:rPr lang="en-US" sz="1000" dirty="0"/>
                        <a:t>Attendees: DPL Leadership, project personnel,</a:t>
                      </a:r>
                      <a:r>
                        <a:rPr lang="en-US" sz="1000" baseline="0" dirty="0"/>
                        <a:t> Project Core team</a:t>
                      </a:r>
                      <a:endParaRPr lang="en-US" sz="1000" dirty="0"/>
                    </a:p>
                  </a:txBody>
                  <a:tcPr/>
                </a:tc>
                <a:tc hMerge="1">
                  <a:txBody>
                    <a:bodyPr/>
                    <a:lstStyle/>
                    <a:p>
                      <a:endParaRPr lang="en-US" sz="800" dirty="0"/>
                    </a:p>
                  </a:txBody>
                  <a:tcPr/>
                </a:tc>
                <a:extLst>
                  <a:ext uri="{0D108BD9-81ED-4DB2-BD59-A6C34878D82A}">
                    <a16:rowId xmlns:a16="http://schemas.microsoft.com/office/drawing/2014/main" val="2616548257"/>
                  </a:ext>
                </a:extLst>
              </a:tr>
            </a:tbl>
          </a:graphicData>
        </a:graphic>
      </p:graphicFrame>
      <p:graphicFrame>
        <p:nvGraphicFramePr>
          <p:cNvPr id="83" name="Table 82"/>
          <p:cNvGraphicFramePr>
            <a:graphicFrameLocks noGrp="1"/>
          </p:cNvGraphicFramePr>
          <p:nvPr>
            <p:extLst>
              <p:ext uri="{D42A27DB-BD31-4B8C-83A1-F6EECF244321}">
                <p14:modId xmlns:p14="http://schemas.microsoft.com/office/powerpoint/2010/main" val="3557854015"/>
              </p:ext>
            </p:extLst>
          </p:nvPr>
        </p:nvGraphicFramePr>
        <p:xfrm>
          <a:off x="8561859" y="5591955"/>
          <a:ext cx="2319349" cy="640080"/>
        </p:xfrm>
        <a:graphic>
          <a:graphicData uri="http://schemas.openxmlformats.org/drawingml/2006/table">
            <a:tbl>
              <a:tblPr firstRow="1" bandRow="1">
                <a:tableStyleId>{0E3FDE45-AF77-4B5C-9715-49D594BDF05E}</a:tableStyleId>
              </a:tblPr>
              <a:tblGrid>
                <a:gridCol w="334154">
                  <a:extLst>
                    <a:ext uri="{9D8B030D-6E8A-4147-A177-3AD203B41FA5}">
                      <a16:colId xmlns:a16="http://schemas.microsoft.com/office/drawing/2014/main" val="1412291399"/>
                    </a:ext>
                  </a:extLst>
                </a:gridCol>
                <a:gridCol w="1985195">
                  <a:extLst>
                    <a:ext uri="{9D8B030D-6E8A-4147-A177-3AD203B41FA5}">
                      <a16:colId xmlns:a16="http://schemas.microsoft.com/office/drawing/2014/main" val="2927740918"/>
                    </a:ext>
                  </a:extLst>
                </a:gridCol>
              </a:tblGrid>
              <a:tr h="227742">
                <a:tc>
                  <a:txBody>
                    <a:bodyPr/>
                    <a:lstStyle/>
                    <a:p>
                      <a:endParaRPr lang="en-US" sz="1000" dirty="0"/>
                    </a:p>
                  </a:txBody>
                  <a:tcPr/>
                </a:tc>
                <a:tc>
                  <a:txBody>
                    <a:bodyPr/>
                    <a:lstStyle/>
                    <a:p>
                      <a:r>
                        <a:rPr lang="en-US" sz="1000" dirty="0"/>
                        <a:t>Working Team Meetings</a:t>
                      </a:r>
                    </a:p>
                  </a:txBody>
                  <a:tcPr/>
                </a:tc>
                <a:extLst>
                  <a:ext uri="{0D108BD9-81ED-4DB2-BD59-A6C34878D82A}">
                    <a16:rowId xmlns:a16="http://schemas.microsoft.com/office/drawing/2014/main" val="1854898771"/>
                  </a:ext>
                </a:extLst>
              </a:tr>
              <a:tr h="227742">
                <a:tc gridSpan="2">
                  <a:txBody>
                    <a:bodyPr/>
                    <a:lstStyle/>
                    <a:p>
                      <a:r>
                        <a:rPr lang="en-US" sz="1000" dirty="0"/>
                        <a:t>Attendees: DPL project</a:t>
                      </a:r>
                      <a:r>
                        <a:rPr lang="en-US" sz="1000" baseline="0" dirty="0"/>
                        <a:t> personnel, DI Team, Project Leadership (as required)</a:t>
                      </a:r>
                      <a:endParaRPr lang="en-US" sz="1000" dirty="0"/>
                    </a:p>
                  </a:txBody>
                  <a:tcPr/>
                </a:tc>
                <a:tc hMerge="1">
                  <a:txBody>
                    <a:bodyPr/>
                    <a:lstStyle/>
                    <a:p>
                      <a:endParaRPr lang="en-US" sz="800" dirty="0"/>
                    </a:p>
                  </a:txBody>
                  <a:tcPr/>
                </a:tc>
                <a:extLst>
                  <a:ext uri="{0D108BD9-81ED-4DB2-BD59-A6C34878D82A}">
                    <a16:rowId xmlns:a16="http://schemas.microsoft.com/office/drawing/2014/main" val="2616548257"/>
                  </a:ext>
                </a:extLst>
              </a:tr>
            </a:tbl>
          </a:graphicData>
        </a:graphic>
      </p:graphicFrame>
      <p:sp>
        <p:nvSpPr>
          <p:cNvPr id="84" name="Flowchart: Decision 83"/>
          <p:cNvSpPr/>
          <p:nvPr/>
        </p:nvSpPr>
        <p:spPr bwMode="gray">
          <a:xfrm rot="5400000">
            <a:off x="747873" y="5605809"/>
            <a:ext cx="164592" cy="164592"/>
          </a:xfrm>
          <a:prstGeom prst="flowChartDecision">
            <a:avLst/>
          </a:prstGeom>
          <a:solidFill>
            <a:schemeClr val="accent2"/>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100" b="1"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86" name="Flowchart: Decision 85"/>
          <p:cNvSpPr/>
          <p:nvPr/>
        </p:nvSpPr>
        <p:spPr bwMode="gray">
          <a:xfrm rot="5400000">
            <a:off x="3042427" y="5613513"/>
            <a:ext cx="164592" cy="164592"/>
          </a:xfrm>
          <a:prstGeom prst="flowChartDecision">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100" b="1"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87" name="Flowchart: Decision 86"/>
          <p:cNvSpPr/>
          <p:nvPr/>
        </p:nvSpPr>
        <p:spPr bwMode="gray">
          <a:xfrm rot="5400000">
            <a:off x="8750070" y="5634696"/>
            <a:ext cx="164592" cy="164592"/>
          </a:xfrm>
          <a:prstGeom prst="flowChartDecision">
            <a:avLst/>
          </a:prstGeom>
          <a:solidFill>
            <a:srgbClr val="7030A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100" b="1"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89" name="TextBox 88"/>
          <p:cNvSpPr txBox="1"/>
          <p:nvPr/>
        </p:nvSpPr>
        <p:spPr>
          <a:xfrm>
            <a:off x="6971548" y="4060664"/>
            <a:ext cx="297633" cy="123111"/>
          </a:xfrm>
          <a:prstGeom prst="rect">
            <a:avLst/>
          </a:prstGeom>
          <a:solidFill>
            <a:schemeClr val="bg1"/>
          </a:solid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800" i="0" u="none" strike="noStrike" kern="0" cap="none" spc="0" normalizeH="0" baseline="0" noProof="0" dirty="0">
                <a:ln>
                  <a:noFill/>
                </a:ln>
                <a:solidFill>
                  <a:srgbClr val="0097A9">
                    <a:lumMod val="75000"/>
                  </a:srgbClr>
                </a:solidFill>
                <a:effectLst/>
                <a:uLnTx/>
                <a:uFillTx/>
                <a:latin typeface="Verdana" panose="020B0604030504040204" pitchFamily="34" charset="0"/>
                <a:ea typeface="Verdana" panose="020B0604030504040204" pitchFamily="34" charset="0"/>
                <a:cs typeface="Arial" panose="020B0604020202020204" pitchFamily="34" charset="0"/>
              </a:rPr>
              <a:t> FRS</a:t>
            </a:r>
            <a:endParaRPr kumimoji="0" lang="en-IN" sz="800" i="0" u="none" strike="noStrike" kern="0" cap="none" spc="0" normalizeH="0" baseline="0" noProof="0" dirty="0">
              <a:ln>
                <a:noFill/>
              </a:ln>
              <a:solidFill>
                <a:schemeClr val="bg1">
                  <a:lumMod val="50000"/>
                </a:schemeClr>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91" name="Freeform 818"/>
          <p:cNvSpPr>
            <a:spLocks noEditPoints="1"/>
          </p:cNvSpPr>
          <p:nvPr/>
        </p:nvSpPr>
        <p:spPr bwMode="auto">
          <a:xfrm>
            <a:off x="6048905" y="5605809"/>
            <a:ext cx="180000" cy="180000"/>
          </a:xfrm>
          <a:custGeom>
            <a:avLst/>
            <a:gdLst>
              <a:gd name="T0" fmla="*/ 86 w 299"/>
              <a:gd name="T1" fmla="*/ 64 h 298"/>
              <a:gd name="T2" fmla="*/ 118 w 299"/>
              <a:gd name="T3" fmla="*/ 32 h 298"/>
              <a:gd name="T4" fmla="*/ 86 w 299"/>
              <a:gd name="T5" fmla="*/ 0 h 298"/>
              <a:gd name="T6" fmla="*/ 54 w 299"/>
              <a:gd name="T7" fmla="*/ 32 h 298"/>
              <a:gd name="T8" fmla="*/ 86 w 299"/>
              <a:gd name="T9" fmla="*/ 64 h 298"/>
              <a:gd name="T10" fmla="*/ 86 w 299"/>
              <a:gd name="T11" fmla="*/ 21 h 298"/>
              <a:gd name="T12" fmla="*/ 96 w 299"/>
              <a:gd name="T13" fmla="*/ 32 h 298"/>
              <a:gd name="T14" fmla="*/ 86 w 299"/>
              <a:gd name="T15" fmla="*/ 42 h 298"/>
              <a:gd name="T16" fmla="*/ 75 w 299"/>
              <a:gd name="T17" fmla="*/ 32 h 298"/>
              <a:gd name="T18" fmla="*/ 86 w 299"/>
              <a:gd name="T19" fmla="*/ 21 h 298"/>
              <a:gd name="T20" fmla="*/ 288 w 299"/>
              <a:gd name="T21" fmla="*/ 149 h 298"/>
              <a:gd name="T22" fmla="*/ 267 w 299"/>
              <a:gd name="T23" fmla="*/ 149 h 298"/>
              <a:gd name="T24" fmla="*/ 267 w 299"/>
              <a:gd name="T25" fmla="*/ 96 h 298"/>
              <a:gd name="T26" fmla="*/ 256 w 299"/>
              <a:gd name="T27" fmla="*/ 85 h 298"/>
              <a:gd name="T28" fmla="*/ 171 w 299"/>
              <a:gd name="T29" fmla="*/ 85 h 298"/>
              <a:gd name="T30" fmla="*/ 160 w 299"/>
              <a:gd name="T31" fmla="*/ 96 h 298"/>
              <a:gd name="T32" fmla="*/ 160 w 299"/>
              <a:gd name="T33" fmla="*/ 149 h 298"/>
              <a:gd name="T34" fmla="*/ 139 w 299"/>
              <a:gd name="T35" fmla="*/ 149 h 298"/>
              <a:gd name="T36" fmla="*/ 139 w 299"/>
              <a:gd name="T37" fmla="*/ 96 h 298"/>
              <a:gd name="T38" fmla="*/ 128 w 299"/>
              <a:gd name="T39" fmla="*/ 85 h 298"/>
              <a:gd name="T40" fmla="*/ 43 w 299"/>
              <a:gd name="T41" fmla="*/ 85 h 298"/>
              <a:gd name="T42" fmla="*/ 32 w 299"/>
              <a:gd name="T43" fmla="*/ 96 h 298"/>
              <a:gd name="T44" fmla="*/ 32 w 299"/>
              <a:gd name="T45" fmla="*/ 149 h 298"/>
              <a:gd name="T46" fmla="*/ 11 w 299"/>
              <a:gd name="T47" fmla="*/ 149 h 298"/>
              <a:gd name="T48" fmla="*/ 0 w 299"/>
              <a:gd name="T49" fmla="*/ 160 h 298"/>
              <a:gd name="T50" fmla="*/ 11 w 299"/>
              <a:gd name="T51" fmla="*/ 170 h 298"/>
              <a:gd name="T52" fmla="*/ 11 w 299"/>
              <a:gd name="T53" fmla="*/ 288 h 298"/>
              <a:gd name="T54" fmla="*/ 22 w 299"/>
              <a:gd name="T55" fmla="*/ 298 h 298"/>
              <a:gd name="T56" fmla="*/ 278 w 299"/>
              <a:gd name="T57" fmla="*/ 298 h 298"/>
              <a:gd name="T58" fmla="*/ 288 w 299"/>
              <a:gd name="T59" fmla="*/ 288 h 298"/>
              <a:gd name="T60" fmla="*/ 288 w 299"/>
              <a:gd name="T61" fmla="*/ 170 h 298"/>
              <a:gd name="T62" fmla="*/ 299 w 299"/>
              <a:gd name="T63" fmla="*/ 160 h 298"/>
              <a:gd name="T64" fmla="*/ 288 w 299"/>
              <a:gd name="T65" fmla="*/ 149 h 298"/>
              <a:gd name="T66" fmla="*/ 182 w 299"/>
              <a:gd name="T67" fmla="*/ 106 h 298"/>
              <a:gd name="T68" fmla="*/ 246 w 299"/>
              <a:gd name="T69" fmla="*/ 106 h 298"/>
              <a:gd name="T70" fmla="*/ 246 w 299"/>
              <a:gd name="T71" fmla="*/ 149 h 298"/>
              <a:gd name="T72" fmla="*/ 182 w 299"/>
              <a:gd name="T73" fmla="*/ 149 h 298"/>
              <a:gd name="T74" fmla="*/ 182 w 299"/>
              <a:gd name="T75" fmla="*/ 106 h 298"/>
              <a:gd name="T76" fmla="*/ 54 w 299"/>
              <a:gd name="T77" fmla="*/ 106 h 298"/>
              <a:gd name="T78" fmla="*/ 118 w 299"/>
              <a:gd name="T79" fmla="*/ 106 h 298"/>
              <a:gd name="T80" fmla="*/ 118 w 299"/>
              <a:gd name="T81" fmla="*/ 149 h 298"/>
              <a:gd name="T82" fmla="*/ 54 w 299"/>
              <a:gd name="T83" fmla="*/ 149 h 298"/>
              <a:gd name="T84" fmla="*/ 54 w 299"/>
              <a:gd name="T85" fmla="*/ 106 h 298"/>
              <a:gd name="T86" fmla="*/ 267 w 299"/>
              <a:gd name="T87" fmla="*/ 277 h 298"/>
              <a:gd name="T88" fmla="*/ 32 w 299"/>
              <a:gd name="T89" fmla="*/ 277 h 298"/>
              <a:gd name="T90" fmla="*/ 32 w 299"/>
              <a:gd name="T91" fmla="*/ 170 h 298"/>
              <a:gd name="T92" fmla="*/ 267 w 299"/>
              <a:gd name="T93" fmla="*/ 170 h 298"/>
              <a:gd name="T94" fmla="*/ 267 w 299"/>
              <a:gd name="T95" fmla="*/ 277 h 298"/>
              <a:gd name="T96" fmla="*/ 214 w 299"/>
              <a:gd name="T97" fmla="*/ 64 h 298"/>
              <a:gd name="T98" fmla="*/ 246 w 299"/>
              <a:gd name="T99" fmla="*/ 32 h 298"/>
              <a:gd name="T100" fmla="*/ 214 w 299"/>
              <a:gd name="T101" fmla="*/ 0 h 298"/>
              <a:gd name="T102" fmla="*/ 182 w 299"/>
              <a:gd name="T103" fmla="*/ 32 h 298"/>
              <a:gd name="T104" fmla="*/ 214 w 299"/>
              <a:gd name="T105" fmla="*/ 64 h 298"/>
              <a:gd name="T106" fmla="*/ 214 w 299"/>
              <a:gd name="T107" fmla="*/ 21 h 298"/>
              <a:gd name="T108" fmla="*/ 224 w 299"/>
              <a:gd name="T109" fmla="*/ 32 h 298"/>
              <a:gd name="T110" fmla="*/ 214 w 299"/>
              <a:gd name="T111" fmla="*/ 42 h 298"/>
              <a:gd name="T112" fmla="*/ 203 w 299"/>
              <a:gd name="T113" fmla="*/ 32 h 298"/>
              <a:gd name="T114" fmla="*/ 214 w 299"/>
              <a:gd name="T115" fmla="*/ 21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99" h="298">
                <a:moveTo>
                  <a:pt x="86" y="64"/>
                </a:moveTo>
                <a:cubicBezTo>
                  <a:pt x="103" y="64"/>
                  <a:pt x="118" y="49"/>
                  <a:pt x="118" y="32"/>
                </a:cubicBezTo>
                <a:cubicBezTo>
                  <a:pt x="118" y="14"/>
                  <a:pt x="103" y="0"/>
                  <a:pt x="86" y="0"/>
                </a:cubicBezTo>
                <a:cubicBezTo>
                  <a:pt x="68" y="0"/>
                  <a:pt x="54" y="14"/>
                  <a:pt x="54" y="32"/>
                </a:cubicBezTo>
                <a:cubicBezTo>
                  <a:pt x="54" y="49"/>
                  <a:pt x="68" y="64"/>
                  <a:pt x="86" y="64"/>
                </a:cubicBezTo>
                <a:close/>
                <a:moveTo>
                  <a:pt x="86" y="21"/>
                </a:moveTo>
                <a:cubicBezTo>
                  <a:pt x="92" y="21"/>
                  <a:pt x="96" y="26"/>
                  <a:pt x="96" y="32"/>
                </a:cubicBezTo>
                <a:cubicBezTo>
                  <a:pt x="96" y="38"/>
                  <a:pt x="92" y="42"/>
                  <a:pt x="86" y="42"/>
                </a:cubicBezTo>
                <a:cubicBezTo>
                  <a:pt x="80" y="42"/>
                  <a:pt x="75" y="38"/>
                  <a:pt x="75" y="32"/>
                </a:cubicBezTo>
                <a:cubicBezTo>
                  <a:pt x="75" y="26"/>
                  <a:pt x="80" y="21"/>
                  <a:pt x="86" y="21"/>
                </a:cubicBezTo>
                <a:close/>
                <a:moveTo>
                  <a:pt x="288" y="149"/>
                </a:moveTo>
                <a:cubicBezTo>
                  <a:pt x="267" y="149"/>
                  <a:pt x="267" y="149"/>
                  <a:pt x="267" y="149"/>
                </a:cubicBezTo>
                <a:cubicBezTo>
                  <a:pt x="267" y="96"/>
                  <a:pt x="267" y="96"/>
                  <a:pt x="267" y="96"/>
                </a:cubicBezTo>
                <a:cubicBezTo>
                  <a:pt x="267" y="90"/>
                  <a:pt x="262" y="85"/>
                  <a:pt x="256" y="85"/>
                </a:cubicBezTo>
                <a:cubicBezTo>
                  <a:pt x="171" y="85"/>
                  <a:pt x="171" y="85"/>
                  <a:pt x="171" y="85"/>
                </a:cubicBezTo>
                <a:cubicBezTo>
                  <a:pt x="165" y="85"/>
                  <a:pt x="160" y="90"/>
                  <a:pt x="160" y="96"/>
                </a:cubicBezTo>
                <a:cubicBezTo>
                  <a:pt x="160" y="149"/>
                  <a:pt x="160" y="149"/>
                  <a:pt x="160" y="149"/>
                </a:cubicBezTo>
                <a:cubicBezTo>
                  <a:pt x="139" y="149"/>
                  <a:pt x="139" y="149"/>
                  <a:pt x="139" y="149"/>
                </a:cubicBezTo>
                <a:cubicBezTo>
                  <a:pt x="139" y="96"/>
                  <a:pt x="139" y="96"/>
                  <a:pt x="139" y="96"/>
                </a:cubicBezTo>
                <a:cubicBezTo>
                  <a:pt x="139" y="90"/>
                  <a:pt x="134" y="85"/>
                  <a:pt x="128" y="85"/>
                </a:cubicBezTo>
                <a:cubicBezTo>
                  <a:pt x="43" y="85"/>
                  <a:pt x="43" y="85"/>
                  <a:pt x="43" y="85"/>
                </a:cubicBezTo>
                <a:cubicBezTo>
                  <a:pt x="37" y="85"/>
                  <a:pt x="32" y="90"/>
                  <a:pt x="32" y="96"/>
                </a:cubicBezTo>
                <a:cubicBezTo>
                  <a:pt x="32" y="149"/>
                  <a:pt x="32" y="149"/>
                  <a:pt x="32" y="149"/>
                </a:cubicBezTo>
                <a:cubicBezTo>
                  <a:pt x="11" y="149"/>
                  <a:pt x="11" y="149"/>
                  <a:pt x="11" y="149"/>
                </a:cubicBezTo>
                <a:cubicBezTo>
                  <a:pt x="5" y="149"/>
                  <a:pt x="0" y="154"/>
                  <a:pt x="0" y="160"/>
                </a:cubicBezTo>
                <a:cubicBezTo>
                  <a:pt x="0" y="166"/>
                  <a:pt x="6" y="170"/>
                  <a:pt x="11" y="170"/>
                </a:cubicBezTo>
                <a:cubicBezTo>
                  <a:pt x="11" y="288"/>
                  <a:pt x="11" y="288"/>
                  <a:pt x="11" y="288"/>
                </a:cubicBezTo>
                <a:cubicBezTo>
                  <a:pt x="11" y="294"/>
                  <a:pt x="16" y="298"/>
                  <a:pt x="22" y="298"/>
                </a:cubicBezTo>
                <a:cubicBezTo>
                  <a:pt x="278" y="298"/>
                  <a:pt x="278" y="298"/>
                  <a:pt x="278" y="298"/>
                </a:cubicBezTo>
                <a:cubicBezTo>
                  <a:pt x="284" y="298"/>
                  <a:pt x="288" y="294"/>
                  <a:pt x="288" y="288"/>
                </a:cubicBezTo>
                <a:cubicBezTo>
                  <a:pt x="288" y="170"/>
                  <a:pt x="288" y="170"/>
                  <a:pt x="288" y="170"/>
                </a:cubicBezTo>
                <a:cubicBezTo>
                  <a:pt x="294" y="170"/>
                  <a:pt x="299" y="166"/>
                  <a:pt x="299" y="160"/>
                </a:cubicBezTo>
                <a:cubicBezTo>
                  <a:pt x="299" y="154"/>
                  <a:pt x="294" y="149"/>
                  <a:pt x="288" y="149"/>
                </a:cubicBezTo>
                <a:close/>
                <a:moveTo>
                  <a:pt x="182" y="106"/>
                </a:moveTo>
                <a:cubicBezTo>
                  <a:pt x="246" y="106"/>
                  <a:pt x="246" y="106"/>
                  <a:pt x="246" y="106"/>
                </a:cubicBezTo>
                <a:cubicBezTo>
                  <a:pt x="246" y="149"/>
                  <a:pt x="246" y="149"/>
                  <a:pt x="246" y="149"/>
                </a:cubicBezTo>
                <a:cubicBezTo>
                  <a:pt x="182" y="149"/>
                  <a:pt x="182" y="149"/>
                  <a:pt x="182" y="149"/>
                </a:cubicBezTo>
                <a:lnTo>
                  <a:pt x="182" y="106"/>
                </a:lnTo>
                <a:close/>
                <a:moveTo>
                  <a:pt x="54" y="106"/>
                </a:moveTo>
                <a:cubicBezTo>
                  <a:pt x="118" y="106"/>
                  <a:pt x="118" y="106"/>
                  <a:pt x="118" y="106"/>
                </a:cubicBezTo>
                <a:cubicBezTo>
                  <a:pt x="118" y="149"/>
                  <a:pt x="118" y="149"/>
                  <a:pt x="118" y="149"/>
                </a:cubicBezTo>
                <a:cubicBezTo>
                  <a:pt x="54" y="149"/>
                  <a:pt x="54" y="149"/>
                  <a:pt x="54" y="149"/>
                </a:cubicBezTo>
                <a:lnTo>
                  <a:pt x="54" y="106"/>
                </a:lnTo>
                <a:close/>
                <a:moveTo>
                  <a:pt x="267" y="277"/>
                </a:moveTo>
                <a:cubicBezTo>
                  <a:pt x="32" y="277"/>
                  <a:pt x="32" y="277"/>
                  <a:pt x="32" y="277"/>
                </a:cubicBezTo>
                <a:cubicBezTo>
                  <a:pt x="32" y="170"/>
                  <a:pt x="32" y="170"/>
                  <a:pt x="32" y="170"/>
                </a:cubicBezTo>
                <a:cubicBezTo>
                  <a:pt x="267" y="170"/>
                  <a:pt x="267" y="170"/>
                  <a:pt x="267" y="170"/>
                </a:cubicBezTo>
                <a:lnTo>
                  <a:pt x="267" y="277"/>
                </a:lnTo>
                <a:close/>
                <a:moveTo>
                  <a:pt x="214" y="64"/>
                </a:moveTo>
                <a:cubicBezTo>
                  <a:pt x="231" y="64"/>
                  <a:pt x="246" y="49"/>
                  <a:pt x="246" y="32"/>
                </a:cubicBezTo>
                <a:cubicBezTo>
                  <a:pt x="246" y="14"/>
                  <a:pt x="231" y="0"/>
                  <a:pt x="214" y="0"/>
                </a:cubicBezTo>
                <a:cubicBezTo>
                  <a:pt x="196" y="0"/>
                  <a:pt x="182" y="14"/>
                  <a:pt x="182" y="32"/>
                </a:cubicBezTo>
                <a:cubicBezTo>
                  <a:pt x="182" y="49"/>
                  <a:pt x="196" y="64"/>
                  <a:pt x="214" y="64"/>
                </a:cubicBezTo>
                <a:close/>
                <a:moveTo>
                  <a:pt x="214" y="21"/>
                </a:moveTo>
                <a:cubicBezTo>
                  <a:pt x="220" y="21"/>
                  <a:pt x="224" y="26"/>
                  <a:pt x="224" y="32"/>
                </a:cubicBezTo>
                <a:cubicBezTo>
                  <a:pt x="224" y="38"/>
                  <a:pt x="220" y="42"/>
                  <a:pt x="214" y="42"/>
                </a:cubicBezTo>
                <a:cubicBezTo>
                  <a:pt x="208" y="42"/>
                  <a:pt x="203" y="38"/>
                  <a:pt x="203" y="32"/>
                </a:cubicBezTo>
                <a:cubicBezTo>
                  <a:pt x="203" y="26"/>
                  <a:pt x="208" y="21"/>
                  <a:pt x="214" y="21"/>
                </a:cubicBezTo>
                <a:close/>
              </a:path>
            </a:pathLst>
          </a:custGeom>
          <a:solidFill>
            <a:srgbClr val="00B050"/>
          </a:solidFill>
          <a:ln w="12700">
            <a:solidFill>
              <a:srgbClr val="00B050"/>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128016" tIns="64009" rIns="128016" bIns="64009" numCol="1" anchor="t" anchorCtr="0" compatLnSpc="1">
            <a:prstTxWarp prst="textNoShape">
              <a:avLst/>
            </a:prstTxWarp>
          </a:bodyPr>
          <a:lstStyle/>
          <a:p>
            <a:endParaRPr lang="en-GB" sz="2521" dirty="0"/>
          </a:p>
        </p:txBody>
      </p:sp>
      <p:sp>
        <p:nvSpPr>
          <p:cNvPr id="92" name="Freeform 818"/>
          <p:cNvSpPr>
            <a:spLocks noEditPoints="1"/>
          </p:cNvSpPr>
          <p:nvPr/>
        </p:nvSpPr>
        <p:spPr bwMode="auto">
          <a:xfrm>
            <a:off x="902116" y="2322604"/>
            <a:ext cx="180000" cy="180000"/>
          </a:xfrm>
          <a:custGeom>
            <a:avLst/>
            <a:gdLst>
              <a:gd name="T0" fmla="*/ 86 w 299"/>
              <a:gd name="T1" fmla="*/ 64 h 298"/>
              <a:gd name="T2" fmla="*/ 118 w 299"/>
              <a:gd name="T3" fmla="*/ 32 h 298"/>
              <a:gd name="T4" fmla="*/ 86 w 299"/>
              <a:gd name="T5" fmla="*/ 0 h 298"/>
              <a:gd name="T6" fmla="*/ 54 w 299"/>
              <a:gd name="T7" fmla="*/ 32 h 298"/>
              <a:gd name="T8" fmla="*/ 86 w 299"/>
              <a:gd name="T9" fmla="*/ 64 h 298"/>
              <a:gd name="T10" fmla="*/ 86 w 299"/>
              <a:gd name="T11" fmla="*/ 21 h 298"/>
              <a:gd name="T12" fmla="*/ 96 w 299"/>
              <a:gd name="T13" fmla="*/ 32 h 298"/>
              <a:gd name="T14" fmla="*/ 86 w 299"/>
              <a:gd name="T15" fmla="*/ 42 h 298"/>
              <a:gd name="T16" fmla="*/ 75 w 299"/>
              <a:gd name="T17" fmla="*/ 32 h 298"/>
              <a:gd name="T18" fmla="*/ 86 w 299"/>
              <a:gd name="T19" fmla="*/ 21 h 298"/>
              <a:gd name="T20" fmla="*/ 288 w 299"/>
              <a:gd name="T21" fmla="*/ 149 h 298"/>
              <a:gd name="T22" fmla="*/ 267 w 299"/>
              <a:gd name="T23" fmla="*/ 149 h 298"/>
              <a:gd name="T24" fmla="*/ 267 w 299"/>
              <a:gd name="T25" fmla="*/ 96 h 298"/>
              <a:gd name="T26" fmla="*/ 256 w 299"/>
              <a:gd name="T27" fmla="*/ 85 h 298"/>
              <a:gd name="T28" fmla="*/ 171 w 299"/>
              <a:gd name="T29" fmla="*/ 85 h 298"/>
              <a:gd name="T30" fmla="*/ 160 w 299"/>
              <a:gd name="T31" fmla="*/ 96 h 298"/>
              <a:gd name="T32" fmla="*/ 160 w 299"/>
              <a:gd name="T33" fmla="*/ 149 h 298"/>
              <a:gd name="T34" fmla="*/ 139 w 299"/>
              <a:gd name="T35" fmla="*/ 149 h 298"/>
              <a:gd name="T36" fmla="*/ 139 w 299"/>
              <a:gd name="T37" fmla="*/ 96 h 298"/>
              <a:gd name="T38" fmla="*/ 128 w 299"/>
              <a:gd name="T39" fmla="*/ 85 h 298"/>
              <a:gd name="T40" fmla="*/ 43 w 299"/>
              <a:gd name="T41" fmla="*/ 85 h 298"/>
              <a:gd name="T42" fmla="*/ 32 w 299"/>
              <a:gd name="T43" fmla="*/ 96 h 298"/>
              <a:gd name="T44" fmla="*/ 32 w 299"/>
              <a:gd name="T45" fmla="*/ 149 h 298"/>
              <a:gd name="T46" fmla="*/ 11 w 299"/>
              <a:gd name="T47" fmla="*/ 149 h 298"/>
              <a:gd name="T48" fmla="*/ 0 w 299"/>
              <a:gd name="T49" fmla="*/ 160 h 298"/>
              <a:gd name="T50" fmla="*/ 11 w 299"/>
              <a:gd name="T51" fmla="*/ 170 h 298"/>
              <a:gd name="T52" fmla="*/ 11 w 299"/>
              <a:gd name="T53" fmla="*/ 288 h 298"/>
              <a:gd name="T54" fmla="*/ 22 w 299"/>
              <a:gd name="T55" fmla="*/ 298 h 298"/>
              <a:gd name="T56" fmla="*/ 278 w 299"/>
              <a:gd name="T57" fmla="*/ 298 h 298"/>
              <a:gd name="T58" fmla="*/ 288 w 299"/>
              <a:gd name="T59" fmla="*/ 288 h 298"/>
              <a:gd name="T60" fmla="*/ 288 w 299"/>
              <a:gd name="T61" fmla="*/ 170 h 298"/>
              <a:gd name="T62" fmla="*/ 299 w 299"/>
              <a:gd name="T63" fmla="*/ 160 h 298"/>
              <a:gd name="T64" fmla="*/ 288 w 299"/>
              <a:gd name="T65" fmla="*/ 149 h 298"/>
              <a:gd name="T66" fmla="*/ 182 w 299"/>
              <a:gd name="T67" fmla="*/ 106 h 298"/>
              <a:gd name="T68" fmla="*/ 246 w 299"/>
              <a:gd name="T69" fmla="*/ 106 h 298"/>
              <a:gd name="T70" fmla="*/ 246 w 299"/>
              <a:gd name="T71" fmla="*/ 149 h 298"/>
              <a:gd name="T72" fmla="*/ 182 w 299"/>
              <a:gd name="T73" fmla="*/ 149 h 298"/>
              <a:gd name="T74" fmla="*/ 182 w 299"/>
              <a:gd name="T75" fmla="*/ 106 h 298"/>
              <a:gd name="T76" fmla="*/ 54 w 299"/>
              <a:gd name="T77" fmla="*/ 106 h 298"/>
              <a:gd name="T78" fmla="*/ 118 w 299"/>
              <a:gd name="T79" fmla="*/ 106 h 298"/>
              <a:gd name="T80" fmla="*/ 118 w 299"/>
              <a:gd name="T81" fmla="*/ 149 h 298"/>
              <a:gd name="T82" fmla="*/ 54 w 299"/>
              <a:gd name="T83" fmla="*/ 149 h 298"/>
              <a:gd name="T84" fmla="*/ 54 w 299"/>
              <a:gd name="T85" fmla="*/ 106 h 298"/>
              <a:gd name="T86" fmla="*/ 267 w 299"/>
              <a:gd name="T87" fmla="*/ 277 h 298"/>
              <a:gd name="T88" fmla="*/ 32 w 299"/>
              <a:gd name="T89" fmla="*/ 277 h 298"/>
              <a:gd name="T90" fmla="*/ 32 w 299"/>
              <a:gd name="T91" fmla="*/ 170 h 298"/>
              <a:gd name="T92" fmla="*/ 267 w 299"/>
              <a:gd name="T93" fmla="*/ 170 h 298"/>
              <a:gd name="T94" fmla="*/ 267 w 299"/>
              <a:gd name="T95" fmla="*/ 277 h 298"/>
              <a:gd name="T96" fmla="*/ 214 w 299"/>
              <a:gd name="T97" fmla="*/ 64 h 298"/>
              <a:gd name="T98" fmla="*/ 246 w 299"/>
              <a:gd name="T99" fmla="*/ 32 h 298"/>
              <a:gd name="T100" fmla="*/ 214 w 299"/>
              <a:gd name="T101" fmla="*/ 0 h 298"/>
              <a:gd name="T102" fmla="*/ 182 w 299"/>
              <a:gd name="T103" fmla="*/ 32 h 298"/>
              <a:gd name="T104" fmla="*/ 214 w 299"/>
              <a:gd name="T105" fmla="*/ 64 h 298"/>
              <a:gd name="T106" fmla="*/ 214 w 299"/>
              <a:gd name="T107" fmla="*/ 21 h 298"/>
              <a:gd name="T108" fmla="*/ 224 w 299"/>
              <a:gd name="T109" fmla="*/ 32 h 298"/>
              <a:gd name="T110" fmla="*/ 214 w 299"/>
              <a:gd name="T111" fmla="*/ 42 h 298"/>
              <a:gd name="T112" fmla="*/ 203 w 299"/>
              <a:gd name="T113" fmla="*/ 32 h 298"/>
              <a:gd name="T114" fmla="*/ 214 w 299"/>
              <a:gd name="T115" fmla="*/ 21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99" h="298">
                <a:moveTo>
                  <a:pt x="86" y="64"/>
                </a:moveTo>
                <a:cubicBezTo>
                  <a:pt x="103" y="64"/>
                  <a:pt x="118" y="49"/>
                  <a:pt x="118" y="32"/>
                </a:cubicBezTo>
                <a:cubicBezTo>
                  <a:pt x="118" y="14"/>
                  <a:pt x="103" y="0"/>
                  <a:pt x="86" y="0"/>
                </a:cubicBezTo>
                <a:cubicBezTo>
                  <a:pt x="68" y="0"/>
                  <a:pt x="54" y="14"/>
                  <a:pt x="54" y="32"/>
                </a:cubicBezTo>
                <a:cubicBezTo>
                  <a:pt x="54" y="49"/>
                  <a:pt x="68" y="64"/>
                  <a:pt x="86" y="64"/>
                </a:cubicBezTo>
                <a:close/>
                <a:moveTo>
                  <a:pt x="86" y="21"/>
                </a:moveTo>
                <a:cubicBezTo>
                  <a:pt x="92" y="21"/>
                  <a:pt x="96" y="26"/>
                  <a:pt x="96" y="32"/>
                </a:cubicBezTo>
                <a:cubicBezTo>
                  <a:pt x="96" y="38"/>
                  <a:pt x="92" y="42"/>
                  <a:pt x="86" y="42"/>
                </a:cubicBezTo>
                <a:cubicBezTo>
                  <a:pt x="80" y="42"/>
                  <a:pt x="75" y="38"/>
                  <a:pt x="75" y="32"/>
                </a:cubicBezTo>
                <a:cubicBezTo>
                  <a:pt x="75" y="26"/>
                  <a:pt x="80" y="21"/>
                  <a:pt x="86" y="21"/>
                </a:cubicBezTo>
                <a:close/>
                <a:moveTo>
                  <a:pt x="288" y="149"/>
                </a:moveTo>
                <a:cubicBezTo>
                  <a:pt x="267" y="149"/>
                  <a:pt x="267" y="149"/>
                  <a:pt x="267" y="149"/>
                </a:cubicBezTo>
                <a:cubicBezTo>
                  <a:pt x="267" y="96"/>
                  <a:pt x="267" y="96"/>
                  <a:pt x="267" y="96"/>
                </a:cubicBezTo>
                <a:cubicBezTo>
                  <a:pt x="267" y="90"/>
                  <a:pt x="262" y="85"/>
                  <a:pt x="256" y="85"/>
                </a:cubicBezTo>
                <a:cubicBezTo>
                  <a:pt x="171" y="85"/>
                  <a:pt x="171" y="85"/>
                  <a:pt x="171" y="85"/>
                </a:cubicBezTo>
                <a:cubicBezTo>
                  <a:pt x="165" y="85"/>
                  <a:pt x="160" y="90"/>
                  <a:pt x="160" y="96"/>
                </a:cubicBezTo>
                <a:cubicBezTo>
                  <a:pt x="160" y="149"/>
                  <a:pt x="160" y="149"/>
                  <a:pt x="160" y="149"/>
                </a:cubicBezTo>
                <a:cubicBezTo>
                  <a:pt x="139" y="149"/>
                  <a:pt x="139" y="149"/>
                  <a:pt x="139" y="149"/>
                </a:cubicBezTo>
                <a:cubicBezTo>
                  <a:pt x="139" y="96"/>
                  <a:pt x="139" y="96"/>
                  <a:pt x="139" y="96"/>
                </a:cubicBezTo>
                <a:cubicBezTo>
                  <a:pt x="139" y="90"/>
                  <a:pt x="134" y="85"/>
                  <a:pt x="128" y="85"/>
                </a:cubicBezTo>
                <a:cubicBezTo>
                  <a:pt x="43" y="85"/>
                  <a:pt x="43" y="85"/>
                  <a:pt x="43" y="85"/>
                </a:cubicBezTo>
                <a:cubicBezTo>
                  <a:pt x="37" y="85"/>
                  <a:pt x="32" y="90"/>
                  <a:pt x="32" y="96"/>
                </a:cubicBezTo>
                <a:cubicBezTo>
                  <a:pt x="32" y="149"/>
                  <a:pt x="32" y="149"/>
                  <a:pt x="32" y="149"/>
                </a:cubicBezTo>
                <a:cubicBezTo>
                  <a:pt x="11" y="149"/>
                  <a:pt x="11" y="149"/>
                  <a:pt x="11" y="149"/>
                </a:cubicBezTo>
                <a:cubicBezTo>
                  <a:pt x="5" y="149"/>
                  <a:pt x="0" y="154"/>
                  <a:pt x="0" y="160"/>
                </a:cubicBezTo>
                <a:cubicBezTo>
                  <a:pt x="0" y="166"/>
                  <a:pt x="6" y="170"/>
                  <a:pt x="11" y="170"/>
                </a:cubicBezTo>
                <a:cubicBezTo>
                  <a:pt x="11" y="288"/>
                  <a:pt x="11" y="288"/>
                  <a:pt x="11" y="288"/>
                </a:cubicBezTo>
                <a:cubicBezTo>
                  <a:pt x="11" y="294"/>
                  <a:pt x="16" y="298"/>
                  <a:pt x="22" y="298"/>
                </a:cubicBezTo>
                <a:cubicBezTo>
                  <a:pt x="278" y="298"/>
                  <a:pt x="278" y="298"/>
                  <a:pt x="278" y="298"/>
                </a:cubicBezTo>
                <a:cubicBezTo>
                  <a:pt x="284" y="298"/>
                  <a:pt x="288" y="294"/>
                  <a:pt x="288" y="288"/>
                </a:cubicBezTo>
                <a:cubicBezTo>
                  <a:pt x="288" y="170"/>
                  <a:pt x="288" y="170"/>
                  <a:pt x="288" y="170"/>
                </a:cubicBezTo>
                <a:cubicBezTo>
                  <a:pt x="294" y="170"/>
                  <a:pt x="299" y="166"/>
                  <a:pt x="299" y="160"/>
                </a:cubicBezTo>
                <a:cubicBezTo>
                  <a:pt x="299" y="154"/>
                  <a:pt x="294" y="149"/>
                  <a:pt x="288" y="149"/>
                </a:cubicBezTo>
                <a:close/>
                <a:moveTo>
                  <a:pt x="182" y="106"/>
                </a:moveTo>
                <a:cubicBezTo>
                  <a:pt x="246" y="106"/>
                  <a:pt x="246" y="106"/>
                  <a:pt x="246" y="106"/>
                </a:cubicBezTo>
                <a:cubicBezTo>
                  <a:pt x="246" y="149"/>
                  <a:pt x="246" y="149"/>
                  <a:pt x="246" y="149"/>
                </a:cubicBezTo>
                <a:cubicBezTo>
                  <a:pt x="182" y="149"/>
                  <a:pt x="182" y="149"/>
                  <a:pt x="182" y="149"/>
                </a:cubicBezTo>
                <a:lnTo>
                  <a:pt x="182" y="106"/>
                </a:lnTo>
                <a:close/>
                <a:moveTo>
                  <a:pt x="54" y="106"/>
                </a:moveTo>
                <a:cubicBezTo>
                  <a:pt x="118" y="106"/>
                  <a:pt x="118" y="106"/>
                  <a:pt x="118" y="106"/>
                </a:cubicBezTo>
                <a:cubicBezTo>
                  <a:pt x="118" y="149"/>
                  <a:pt x="118" y="149"/>
                  <a:pt x="118" y="149"/>
                </a:cubicBezTo>
                <a:cubicBezTo>
                  <a:pt x="54" y="149"/>
                  <a:pt x="54" y="149"/>
                  <a:pt x="54" y="149"/>
                </a:cubicBezTo>
                <a:lnTo>
                  <a:pt x="54" y="106"/>
                </a:lnTo>
                <a:close/>
                <a:moveTo>
                  <a:pt x="267" y="277"/>
                </a:moveTo>
                <a:cubicBezTo>
                  <a:pt x="32" y="277"/>
                  <a:pt x="32" y="277"/>
                  <a:pt x="32" y="277"/>
                </a:cubicBezTo>
                <a:cubicBezTo>
                  <a:pt x="32" y="170"/>
                  <a:pt x="32" y="170"/>
                  <a:pt x="32" y="170"/>
                </a:cubicBezTo>
                <a:cubicBezTo>
                  <a:pt x="267" y="170"/>
                  <a:pt x="267" y="170"/>
                  <a:pt x="267" y="170"/>
                </a:cubicBezTo>
                <a:lnTo>
                  <a:pt x="267" y="277"/>
                </a:lnTo>
                <a:close/>
                <a:moveTo>
                  <a:pt x="214" y="64"/>
                </a:moveTo>
                <a:cubicBezTo>
                  <a:pt x="231" y="64"/>
                  <a:pt x="246" y="49"/>
                  <a:pt x="246" y="32"/>
                </a:cubicBezTo>
                <a:cubicBezTo>
                  <a:pt x="246" y="14"/>
                  <a:pt x="231" y="0"/>
                  <a:pt x="214" y="0"/>
                </a:cubicBezTo>
                <a:cubicBezTo>
                  <a:pt x="196" y="0"/>
                  <a:pt x="182" y="14"/>
                  <a:pt x="182" y="32"/>
                </a:cubicBezTo>
                <a:cubicBezTo>
                  <a:pt x="182" y="49"/>
                  <a:pt x="196" y="64"/>
                  <a:pt x="214" y="64"/>
                </a:cubicBezTo>
                <a:close/>
                <a:moveTo>
                  <a:pt x="214" y="21"/>
                </a:moveTo>
                <a:cubicBezTo>
                  <a:pt x="220" y="21"/>
                  <a:pt x="224" y="26"/>
                  <a:pt x="224" y="32"/>
                </a:cubicBezTo>
                <a:cubicBezTo>
                  <a:pt x="224" y="38"/>
                  <a:pt x="220" y="42"/>
                  <a:pt x="214" y="42"/>
                </a:cubicBezTo>
                <a:cubicBezTo>
                  <a:pt x="208" y="42"/>
                  <a:pt x="203" y="38"/>
                  <a:pt x="203" y="32"/>
                </a:cubicBezTo>
                <a:cubicBezTo>
                  <a:pt x="203" y="26"/>
                  <a:pt x="208" y="21"/>
                  <a:pt x="214" y="21"/>
                </a:cubicBezTo>
                <a:close/>
              </a:path>
            </a:pathLst>
          </a:custGeom>
          <a:solidFill>
            <a:srgbClr val="00B050"/>
          </a:solidFill>
          <a:ln w="12700">
            <a:solidFill>
              <a:srgbClr val="00B050"/>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128016" tIns="64009" rIns="128016" bIns="64009" numCol="1" anchor="t" anchorCtr="0" compatLnSpc="1">
            <a:prstTxWarp prst="textNoShape">
              <a:avLst/>
            </a:prstTxWarp>
          </a:bodyPr>
          <a:lstStyle/>
          <a:p>
            <a:endParaRPr lang="en-GB" sz="800" dirty="0">
              <a:latin typeface="Verdana" panose="020B0604030504040204" pitchFamily="34" charset="0"/>
              <a:ea typeface="Verdana" panose="020B0604030504040204" pitchFamily="34" charset="0"/>
            </a:endParaRPr>
          </a:p>
        </p:txBody>
      </p:sp>
      <p:cxnSp>
        <p:nvCxnSpPr>
          <p:cNvPr id="93" name="Straight Connector 92"/>
          <p:cNvCxnSpPr>
            <a:cxnSpLocks/>
          </p:cNvCxnSpPr>
          <p:nvPr/>
        </p:nvCxnSpPr>
        <p:spPr>
          <a:xfrm>
            <a:off x="4931792" y="1929769"/>
            <a:ext cx="4625" cy="70018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5" name="Flowchart: Decision 94"/>
          <p:cNvSpPr/>
          <p:nvPr/>
        </p:nvSpPr>
        <p:spPr bwMode="gray">
          <a:xfrm rot="5400000">
            <a:off x="4872515" y="2585012"/>
            <a:ext cx="136800" cy="136800"/>
          </a:xfrm>
          <a:prstGeom prst="flowChartDecision">
            <a:avLst/>
          </a:prstGeom>
          <a:solidFill>
            <a:schemeClr val="accent2"/>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cxnSp>
        <p:nvCxnSpPr>
          <p:cNvPr id="97" name="Straight Arrow Connector 96"/>
          <p:cNvCxnSpPr>
            <a:cxnSpLocks/>
            <a:endCxn id="127" idx="2"/>
          </p:cNvCxnSpPr>
          <p:nvPr/>
        </p:nvCxnSpPr>
        <p:spPr>
          <a:xfrm>
            <a:off x="4886496" y="3572757"/>
            <a:ext cx="2174151"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12" name="Rectangle 111"/>
          <p:cNvSpPr/>
          <p:nvPr/>
        </p:nvSpPr>
        <p:spPr>
          <a:xfrm>
            <a:off x="1688242" y="1409371"/>
            <a:ext cx="5432123" cy="212524"/>
          </a:xfrm>
          <a:prstGeom prst="rect">
            <a:avLst/>
          </a:prstGeom>
          <a:solidFill>
            <a:schemeClr val="accent2"/>
          </a:solidFill>
          <a:ln w="9525"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100" b="1" i="0" u="none" strike="noStrike" kern="0" cap="small" spc="0" normalizeH="0" noProof="0" dirty="0">
                <a:ln>
                  <a:noFill/>
                </a:ln>
                <a:solidFill>
                  <a:schemeClr val="bg1"/>
                </a:solidFill>
                <a:effectLst/>
                <a:uLnTx/>
                <a:uFillTx/>
                <a:latin typeface="+mj-lt"/>
                <a:ea typeface="+mn-ea"/>
                <a:cs typeface="Arial" pitchFamily="34" charset="0"/>
              </a:rPr>
              <a:t>AS – IS Assessment And Roadmap Blueprint Documentation </a:t>
            </a:r>
          </a:p>
        </p:txBody>
      </p:sp>
      <p:sp>
        <p:nvSpPr>
          <p:cNvPr id="113" name="Rectangle 112"/>
          <p:cNvSpPr/>
          <p:nvPr/>
        </p:nvSpPr>
        <p:spPr>
          <a:xfrm>
            <a:off x="832385" y="1408856"/>
            <a:ext cx="822960" cy="216000"/>
          </a:xfrm>
          <a:prstGeom prst="rect">
            <a:avLst/>
          </a:prstGeom>
          <a:solidFill>
            <a:schemeClr val="accent2"/>
          </a:solidFill>
          <a:ln w="9525"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100" b="1" i="0" u="none" strike="noStrike" kern="0" cap="small" spc="0" normalizeH="0" noProof="0" dirty="0">
                <a:ln>
                  <a:noFill/>
                </a:ln>
                <a:solidFill>
                  <a:schemeClr val="bg1"/>
                </a:solidFill>
                <a:effectLst/>
                <a:uLnTx/>
                <a:uFillTx/>
                <a:latin typeface="+mj-lt"/>
                <a:ea typeface="+mn-ea"/>
                <a:cs typeface="Arial" pitchFamily="34" charset="0"/>
              </a:rPr>
              <a:t>Initiation</a:t>
            </a:r>
          </a:p>
        </p:txBody>
      </p:sp>
      <p:sp>
        <p:nvSpPr>
          <p:cNvPr id="117" name="TextBox 116"/>
          <p:cNvSpPr txBox="1"/>
          <p:nvPr/>
        </p:nvSpPr>
        <p:spPr>
          <a:xfrm>
            <a:off x="3876182" y="3281576"/>
            <a:ext cx="1027090" cy="246221"/>
          </a:xfrm>
          <a:prstGeom prst="rect">
            <a:avLst/>
          </a:prstGeom>
          <a:solidFill>
            <a:schemeClr val="bg1"/>
          </a:solid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lang="en-US" sz="800" kern="0" dirty="0">
                <a:solidFill>
                  <a:srgbClr val="0097A9">
                    <a:lumMod val="75000"/>
                  </a:srgbClr>
                </a:solidFill>
                <a:latin typeface="Verdana" panose="020B0604030504040204" pitchFamily="34" charset="0"/>
                <a:ea typeface="Verdana" panose="020B0604030504040204" pitchFamily="34" charset="0"/>
                <a:cs typeface="Arial" panose="020B0604020202020204" pitchFamily="34" charset="0"/>
              </a:rPr>
              <a:t>As-Is Process Understanding</a:t>
            </a:r>
            <a:endParaRPr kumimoji="0" lang="en-IN" sz="800" i="0" u="none" strike="noStrike" kern="0" cap="none" spc="0" normalizeH="0" baseline="0" noProof="0" dirty="0">
              <a:ln>
                <a:noFill/>
              </a:ln>
              <a:solidFill>
                <a:schemeClr val="bg1">
                  <a:lumMod val="50000"/>
                </a:schemeClr>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96" name="TextBox 95"/>
          <p:cNvSpPr txBox="1"/>
          <p:nvPr/>
        </p:nvSpPr>
        <p:spPr>
          <a:xfrm>
            <a:off x="5031615" y="2525381"/>
            <a:ext cx="915876" cy="246221"/>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800" b="1" i="0" u="none" strike="noStrike" kern="0" cap="none" spc="0" normalizeH="0" baseline="0" noProof="0" dirty="0">
                <a:ln>
                  <a:noFill/>
                </a:ln>
                <a:solidFill>
                  <a:srgbClr val="0097A9">
                    <a:lumMod val="75000"/>
                  </a:srgbClr>
                </a:solidFill>
                <a:effectLst/>
                <a:uLnTx/>
                <a:uFillTx/>
                <a:latin typeface="Verdana" panose="020B0604030504040204" pitchFamily="34" charset="0"/>
                <a:ea typeface="Verdana" panose="020B0604030504040204" pitchFamily="34" charset="0"/>
                <a:cs typeface="Arial" panose="020B0604020202020204" pitchFamily="34" charset="0"/>
              </a:rPr>
              <a:t>1. As-Is Report </a:t>
            </a:r>
            <a:r>
              <a:rPr kumimoji="0" lang="en-US" sz="800" b="1" i="0" u="none" strike="noStrike" kern="0" cap="none" spc="0" normalizeH="0" baseline="0" noProof="0" dirty="0">
                <a:ln>
                  <a:noFill/>
                </a:ln>
                <a:effectLst/>
                <a:uLnTx/>
                <a:uFillTx/>
                <a:latin typeface="Verdana" panose="020B0604030504040204" pitchFamily="34" charset="0"/>
                <a:ea typeface="Verdana" panose="020B0604030504040204" pitchFamily="34" charset="0"/>
                <a:cs typeface="Arial" panose="020B0604020202020204" pitchFamily="34" charset="0"/>
              </a:rPr>
              <a:t>(20 days)</a:t>
            </a:r>
            <a:endParaRPr kumimoji="0" lang="en-IN" sz="800" b="1" i="0" u="none" strike="noStrike" kern="0" cap="none" spc="0" normalizeH="0" baseline="0" noProof="0" dirty="0">
              <a:ln>
                <a:noFill/>
              </a:ln>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02" name="Freeform 818"/>
          <p:cNvSpPr>
            <a:spLocks noEditPoints="1"/>
          </p:cNvSpPr>
          <p:nvPr/>
        </p:nvSpPr>
        <p:spPr bwMode="auto">
          <a:xfrm>
            <a:off x="7022285" y="3877460"/>
            <a:ext cx="180000" cy="180000"/>
          </a:xfrm>
          <a:custGeom>
            <a:avLst/>
            <a:gdLst>
              <a:gd name="T0" fmla="*/ 86 w 299"/>
              <a:gd name="T1" fmla="*/ 64 h 298"/>
              <a:gd name="T2" fmla="*/ 118 w 299"/>
              <a:gd name="T3" fmla="*/ 32 h 298"/>
              <a:gd name="T4" fmla="*/ 86 w 299"/>
              <a:gd name="T5" fmla="*/ 0 h 298"/>
              <a:gd name="T6" fmla="*/ 54 w 299"/>
              <a:gd name="T7" fmla="*/ 32 h 298"/>
              <a:gd name="T8" fmla="*/ 86 w 299"/>
              <a:gd name="T9" fmla="*/ 64 h 298"/>
              <a:gd name="T10" fmla="*/ 86 w 299"/>
              <a:gd name="T11" fmla="*/ 21 h 298"/>
              <a:gd name="T12" fmla="*/ 96 w 299"/>
              <a:gd name="T13" fmla="*/ 32 h 298"/>
              <a:gd name="T14" fmla="*/ 86 w 299"/>
              <a:gd name="T15" fmla="*/ 42 h 298"/>
              <a:gd name="T16" fmla="*/ 75 w 299"/>
              <a:gd name="T17" fmla="*/ 32 h 298"/>
              <a:gd name="T18" fmla="*/ 86 w 299"/>
              <a:gd name="T19" fmla="*/ 21 h 298"/>
              <a:gd name="T20" fmla="*/ 288 w 299"/>
              <a:gd name="T21" fmla="*/ 149 h 298"/>
              <a:gd name="T22" fmla="*/ 267 w 299"/>
              <a:gd name="T23" fmla="*/ 149 h 298"/>
              <a:gd name="T24" fmla="*/ 267 w 299"/>
              <a:gd name="T25" fmla="*/ 96 h 298"/>
              <a:gd name="T26" fmla="*/ 256 w 299"/>
              <a:gd name="T27" fmla="*/ 85 h 298"/>
              <a:gd name="T28" fmla="*/ 171 w 299"/>
              <a:gd name="T29" fmla="*/ 85 h 298"/>
              <a:gd name="T30" fmla="*/ 160 w 299"/>
              <a:gd name="T31" fmla="*/ 96 h 298"/>
              <a:gd name="T32" fmla="*/ 160 w 299"/>
              <a:gd name="T33" fmla="*/ 149 h 298"/>
              <a:gd name="T34" fmla="*/ 139 w 299"/>
              <a:gd name="T35" fmla="*/ 149 h 298"/>
              <a:gd name="T36" fmla="*/ 139 w 299"/>
              <a:gd name="T37" fmla="*/ 96 h 298"/>
              <a:gd name="T38" fmla="*/ 128 w 299"/>
              <a:gd name="T39" fmla="*/ 85 h 298"/>
              <a:gd name="T40" fmla="*/ 43 w 299"/>
              <a:gd name="T41" fmla="*/ 85 h 298"/>
              <a:gd name="T42" fmla="*/ 32 w 299"/>
              <a:gd name="T43" fmla="*/ 96 h 298"/>
              <a:gd name="T44" fmla="*/ 32 w 299"/>
              <a:gd name="T45" fmla="*/ 149 h 298"/>
              <a:gd name="T46" fmla="*/ 11 w 299"/>
              <a:gd name="T47" fmla="*/ 149 h 298"/>
              <a:gd name="T48" fmla="*/ 0 w 299"/>
              <a:gd name="T49" fmla="*/ 160 h 298"/>
              <a:gd name="T50" fmla="*/ 11 w 299"/>
              <a:gd name="T51" fmla="*/ 170 h 298"/>
              <a:gd name="T52" fmla="*/ 11 w 299"/>
              <a:gd name="T53" fmla="*/ 288 h 298"/>
              <a:gd name="T54" fmla="*/ 22 w 299"/>
              <a:gd name="T55" fmla="*/ 298 h 298"/>
              <a:gd name="T56" fmla="*/ 278 w 299"/>
              <a:gd name="T57" fmla="*/ 298 h 298"/>
              <a:gd name="T58" fmla="*/ 288 w 299"/>
              <a:gd name="T59" fmla="*/ 288 h 298"/>
              <a:gd name="T60" fmla="*/ 288 w 299"/>
              <a:gd name="T61" fmla="*/ 170 h 298"/>
              <a:gd name="T62" fmla="*/ 299 w 299"/>
              <a:gd name="T63" fmla="*/ 160 h 298"/>
              <a:gd name="T64" fmla="*/ 288 w 299"/>
              <a:gd name="T65" fmla="*/ 149 h 298"/>
              <a:gd name="T66" fmla="*/ 182 w 299"/>
              <a:gd name="T67" fmla="*/ 106 h 298"/>
              <a:gd name="T68" fmla="*/ 246 w 299"/>
              <a:gd name="T69" fmla="*/ 106 h 298"/>
              <a:gd name="T70" fmla="*/ 246 w 299"/>
              <a:gd name="T71" fmla="*/ 149 h 298"/>
              <a:gd name="T72" fmla="*/ 182 w 299"/>
              <a:gd name="T73" fmla="*/ 149 h 298"/>
              <a:gd name="T74" fmla="*/ 182 w 299"/>
              <a:gd name="T75" fmla="*/ 106 h 298"/>
              <a:gd name="T76" fmla="*/ 54 w 299"/>
              <a:gd name="T77" fmla="*/ 106 h 298"/>
              <a:gd name="T78" fmla="*/ 118 w 299"/>
              <a:gd name="T79" fmla="*/ 106 h 298"/>
              <a:gd name="T80" fmla="*/ 118 w 299"/>
              <a:gd name="T81" fmla="*/ 149 h 298"/>
              <a:gd name="T82" fmla="*/ 54 w 299"/>
              <a:gd name="T83" fmla="*/ 149 h 298"/>
              <a:gd name="T84" fmla="*/ 54 w 299"/>
              <a:gd name="T85" fmla="*/ 106 h 298"/>
              <a:gd name="T86" fmla="*/ 267 w 299"/>
              <a:gd name="T87" fmla="*/ 277 h 298"/>
              <a:gd name="T88" fmla="*/ 32 w 299"/>
              <a:gd name="T89" fmla="*/ 277 h 298"/>
              <a:gd name="T90" fmla="*/ 32 w 299"/>
              <a:gd name="T91" fmla="*/ 170 h 298"/>
              <a:gd name="T92" fmla="*/ 267 w 299"/>
              <a:gd name="T93" fmla="*/ 170 h 298"/>
              <a:gd name="T94" fmla="*/ 267 w 299"/>
              <a:gd name="T95" fmla="*/ 277 h 298"/>
              <a:gd name="T96" fmla="*/ 214 w 299"/>
              <a:gd name="T97" fmla="*/ 64 h 298"/>
              <a:gd name="T98" fmla="*/ 246 w 299"/>
              <a:gd name="T99" fmla="*/ 32 h 298"/>
              <a:gd name="T100" fmla="*/ 214 w 299"/>
              <a:gd name="T101" fmla="*/ 0 h 298"/>
              <a:gd name="T102" fmla="*/ 182 w 299"/>
              <a:gd name="T103" fmla="*/ 32 h 298"/>
              <a:gd name="T104" fmla="*/ 214 w 299"/>
              <a:gd name="T105" fmla="*/ 64 h 298"/>
              <a:gd name="T106" fmla="*/ 214 w 299"/>
              <a:gd name="T107" fmla="*/ 21 h 298"/>
              <a:gd name="T108" fmla="*/ 224 w 299"/>
              <a:gd name="T109" fmla="*/ 32 h 298"/>
              <a:gd name="T110" fmla="*/ 214 w 299"/>
              <a:gd name="T111" fmla="*/ 42 h 298"/>
              <a:gd name="T112" fmla="*/ 203 w 299"/>
              <a:gd name="T113" fmla="*/ 32 h 298"/>
              <a:gd name="T114" fmla="*/ 214 w 299"/>
              <a:gd name="T115" fmla="*/ 21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99" h="298">
                <a:moveTo>
                  <a:pt x="86" y="64"/>
                </a:moveTo>
                <a:cubicBezTo>
                  <a:pt x="103" y="64"/>
                  <a:pt x="118" y="49"/>
                  <a:pt x="118" y="32"/>
                </a:cubicBezTo>
                <a:cubicBezTo>
                  <a:pt x="118" y="14"/>
                  <a:pt x="103" y="0"/>
                  <a:pt x="86" y="0"/>
                </a:cubicBezTo>
                <a:cubicBezTo>
                  <a:pt x="68" y="0"/>
                  <a:pt x="54" y="14"/>
                  <a:pt x="54" y="32"/>
                </a:cubicBezTo>
                <a:cubicBezTo>
                  <a:pt x="54" y="49"/>
                  <a:pt x="68" y="64"/>
                  <a:pt x="86" y="64"/>
                </a:cubicBezTo>
                <a:close/>
                <a:moveTo>
                  <a:pt x="86" y="21"/>
                </a:moveTo>
                <a:cubicBezTo>
                  <a:pt x="92" y="21"/>
                  <a:pt x="96" y="26"/>
                  <a:pt x="96" y="32"/>
                </a:cubicBezTo>
                <a:cubicBezTo>
                  <a:pt x="96" y="38"/>
                  <a:pt x="92" y="42"/>
                  <a:pt x="86" y="42"/>
                </a:cubicBezTo>
                <a:cubicBezTo>
                  <a:pt x="80" y="42"/>
                  <a:pt x="75" y="38"/>
                  <a:pt x="75" y="32"/>
                </a:cubicBezTo>
                <a:cubicBezTo>
                  <a:pt x="75" y="26"/>
                  <a:pt x="80" y="21"/>
                  <a:pt x="86" y="21"/>
                </a:cubicBezTo>
                <a:close/>
                <a:moveTo>
                  <a:pt x="288" y="149"/>
                </a:moveTo>
                <a:cubicBezTo>
                  <a:pt x="267" y="149"/>
                  <a:pt x="267" y="149"/>
                  <a:pt x="267" y="149"/>
                </a:cubicBezTo>
                <a:cubicBezTo>
                  <a:pt x="267" y="96"/>
                  <a:pt x="267" y="96"/>
                  <a:pt x="267" y="96"/>
                </a:cubicBezTo>
                <a:cubicBezTo>
                  <a:pt x="267" y="90"/>
                  <a:pt x="262" y="85"/>
                  <a:pt x="256" y="85"/>
                </a:cubicBezTo>
                <a:cubicBezTo>
                  <a:pt x="171" y="85"/>
                  <a:pt x="171" y="85"/>
                  <a:pt x="171" y="85"/>
                </a:cubicBezTo>
                <a:cubicBezTo>
                  <a:pt x="165" y="85"/>
                  <a:pt x="160" y="90"/>
                  <a:pt x="160" y="96"/>
                </a:cubicBezTo>
                <a:cubicBezTo>
                  <a:pt x="160" y="149"/>
                  <a:pt x="160" y="149"/>
                  <a:pt x="160" y="149"/>
                </a:cubicBezTo>
                <a:cubicBezTo>
                  <a:pt x="139" y="149"/>
                  <a:pt x="139" y="149"/>
                  <a:pt x="139" y="149"/>
                </a:cubicBezTo>
                <a:cubicBezTo>
                  <a:pt x="139" y="96"/>
                  <a:pt x="139" y="96"/>
                  <a:pt x="139" y="96"/>
                </a:cubicBezTo>
                <a:cubicBezTo>
                  <a:pt x="139" y="90"/>
                  <a:pt x="134" y="85"/>
                  <a:pt x="128" y="85"/>
                </a:cubicBezTo>
                <a:cubicBezTo>
                  <a:pt x="43" y="85"/>
                  <a:pt x="43" y="85"/>
                  <a:pt x="43" y="85"/>
                </a:cubicBezTo>
                <a:cubicBezTo>
                  <a:pt x="37" y="85"/>
                  <a:pt x="32" y="90"/>
                  <a:pt x="32" y="96"/>
                </a:cubicBezTo>
                <a:cubicBezTo>
                  <a:pt x="32" y="149"/>
                  <a:pt x="32" y="149"/>
                  <a:pt x="32" y="149"/>
                </a:cubicBezTo>
                <a:cubicBezTo>
                  <a:pt x="11" y="149"/>
                  <a:pt x="11" y="149"/>
                  <a:pt x="11" y="149"/>
                </a:cubicBezTo>
                <a:cubicBezTo>
                  <a:pt x="5" y="149"/>
                  <a:pt x="0" y="154"/>
                  <a:pt x="0" y="160"/>
                </a:cubicBezTo>
                <a:cubicBezTo>
                  <a:pt x="0" y="166"/>
                  <a:pt x="6" y="170"/>
                  <a:pt x="11" y="170"/>
                </a:cubicBezTo>
                <a:cubicBezTo>
                  <a:pt x="11" y="288"/>
                  <a:pt x="11" y="288"/>
                  <a:pt x="11" y="288"/>
                </a:cubicBezTo>
                <a:cubicBezTo>
                  <a:pt x="11" y="294"/>
                  <a:pt x="16" y="298"/>
                  <a:pt x="22" y="298"/>
                </a:cubicBezTo>
                <a:cubicBezTo>
                  <a:pt x="278" y="298"/>
                  <a:pt x="278" y="298"/>
                  <a:pt x="278" y="298"/>
                </a:cubicBezTo>
                <a:cubicBezTo>
                  <a:pt x="284" y="298"/>
                  <a:pt x="288" y="294"/>
                  <a:pt x="288" y="288"/>
                </a:cubicBezTo>
                <a:cubicBezTo>
                  <a:pt x="288" y="170"/>
                  <a:pt x="288" y="170"/>
                  <a:pt x="288" y="170"/>
                </a:cubicBezTo>
                <a:cubicBezTo>
                  <a:pt x="294" y="170"/>
                  <a:pt x="299" y="166"/>
                  <a:pt x="299" y="160"/>
                </a:cubicBezTo>
                <a:cubicBezTo>
                  <a:pt x="299" y="154"/>
                  <a:pt x="294" y="149"/>
                  <a:pt x="288" y="149"/>
                </a:cubicBezTo>
                <a:close/>
                <a:moveTo>
                  <a:pt x="182" y="106"/>
                </a:moveTo>
                <a:cubicBezTo>
                  <a:pt x="246" y="106"/>
                  <a:pt x="246" y="106"/>
                  <a:pt x="246" y="106"/>
                </a:cubicBezTo>
                <a:cubicBezTo>
                  <a:pt x="246" y="149"/>
                  <a:pt x="246" y="149"/>
                  <a:pt x="246" y="149"/>
                </a:cubicBezTo>
                <a:cubicBezTo>
                  <a:pt x="182" y="149"/>
                  <a:pt x="182" y="149"/>
                  <a:pt x="182" y="149"/>
                </a:cubicBezTo>
                <a:lnTo>
                  <a:pt x="182" y="106"/>
                </a:lnTo>
                <a:close/>
                <a:moveTo>
                  <a:pt x="54" y="106"/>
                </a:moveTo>
                <a:cubicBezTo>
                  <a:pt x="118" y="106"/>
                  <a:pt x="118" y="106"/>
                  <a:pt x="118" y="106"/>
                </a:cubicBezTo>
                <a:cubicBezTo>
                  <a:pt x="118" y="149"/>
                  <a:pt x="118" y="149"/>
                  <a:pt x="118" y="149"/>
                </a:cubicBezTo>
                <a:cubicBezTo>
                  <a:pt x="54" y="149"/>
                  <a:pt x="54" y="149"/>
                  <a:pt x="54" y="149"/>
                </a:cubicBezTo>
                <a:lnTo>
                  <a:pt x="54" y="106"/>
                </a:lnTo>
                <a:close/>
                <a:moveTo>
                  <a:pt x="267" y="277"/>
                </a:moveTo>
                <a:cubicBezTo>
                  <a:pt x="32" y="277"/>
                  <a:pt x="32" y="277"/>
                  <a:pt x="32" y="277"/>
                </a:cubicBezTo>
                <a:cubicBezTo>
                  <a:pt x="32" y="170"/>
                  <a:pt x="32" y="170"/>
                  <a:pt x="32" y="170"/>
                </a:cubicBezTo>
                <a:cubicBezTo>
                  <a:pt x="267" y="170"/>
                  <a:pt x="267" y="170"/>
                  <a:pt x="267" y="170"/>
                </a:cubicBezTo>
                <a:lnTo>
                  <a:pt x="267" y="277"/>
                </a:lnTo>
                <a:close/>
                <a:moveTo>
                  <a:pt x="214" y="64"/>
                </a:moveTo>
                <a:cubicBezTo>
                  <a:pt x="231" y="64"/>
                  <a:pt x="246" y="49"/>
                  <a:pt x="246" y="32"/>
                </a:cubicBezTo>
                <a:cubicBezTo>
                  <a:pt x="246" y="14"/>
                  <a:pt x="231" y="0"/>
                  <a:pt x="214" y="0"/>
                </a:cubicBezTo>
                <a:cubicBezTo>
                  <a:pt x="196" y="0"/>
                  <a:pt x="182" y="14"/>
                  <a:pt x="182" y="32"/>
                </a:cubicBezTo>
                <a:cubicBezTo>
                  <a:pt x="182" y="49"/>
                  <a:pt x="196" y="64"/>
                  <a:pt x="214" y="64"/>
                </a:cubicBezTo>
                <a:close/>
                <a:moveTo>
                  <a:pt x="214" y="21"/>
                </a:moveTo>
                <a:cubicBezTo>
                  <a:pt x="220" y="21"/>
                  <a:pt x="224" y="26"/>
                  <a:pt x="224" y="32"/>
                </a:cubicBezTo>
                <a:cubicBezTo>
                  <a:pt x="224" y="38"/>
                  <a:pt x="220" y="42"/>
                  <a:pt x="214" y="42"/>
                </a:cubicBezTo>
                <a:cubicBezTo>
                  <a:pt x="208" y="42"/>
                  <a:pt x="203" y="38"/>
                  <a:pt x="203" y="32"/>
                </a:cubicBezTo>
                <a:cubicBezTo>
                  <a:pt x="203" y="26"/>
                  <a:pt x="208" y="21"/>
                  <a:pt x="214" y="21"/>
                </a:cubicBezTo>
                <a:close/>
              </a:path>
            </a:pathLst>
          </a:custGeom>
          <a:solidFill>
            <a:srgbClr val="00B050"/>
          </a:solidFill>
          <a:ln w="12700">
            <a:solidFill>
              <a:srgbClr val="00B050"/>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128016" tIns="64009" rIns="128016" bIns="64009" numCol="1" anchor="t" anchorCtr="0" compatLnSpc="1">
            <a:prstTxWarp prst="textNoShape">
              <a:avLst/>
            </a:prstTxWarp>
          </a:bodyPr>
          <a:lstStyle/>
          <a:p>
            <a:endParaRPr lang="en-GB" sz="800" dirty="0">
              <a:latin typeface="Verdana" panose="020B0604030504040204" pitchFamily="34" charset="0"/>
              <a:ea typeface="Verdana" panose="020B0604030504040204" pitchFamily="34" charset="0"/>
            </a:endParaRPr>
          </a:p>
        </p:txBody>
      </p:sp>
      <p:cxnSp>
        <p:nvCxnSpPr>
          <p:cNvPr id="124" name="Straight Arrow Connector 123">
            <a:extLst>
              <a:ext uri="{FF2B5EF4-FFF2-40B4-BE49-F238E27FC236}">
                <a16:creationId xmlns:a16="http://schemas.microsoft.com/office/drawing/2014/main" id="{4C74430A-29B4-40A3-91D7-0618D9F06ACA}"/>
              </a:ext>
            </a:extLst>
          </p:cNvPr>
          <p:cNvCxnSpPr>
            <a:cxnSpLocks/>
            <a:endCxn id="128" idx="2"/>
          </p:cNvCxnSpPr>
          <p:nvPr/>
        </p:nvCxnSpPr>
        <p:spPr>
          <a:xfrm flipV="1">
            <a:off x="7242725" y="3974597"/>
            <a:ext cx="3037694" cy="5526"/>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26" name="TextBox 125">
            <a:extLst>
              <a:ext uri="{FF2B5EF4-FFF2-40B4-BE49-F238E27FC236}">
                <a16:creationId xmlns:a16="http://schemas.microsoft.com/office/drawing/2014/main" id="{B21E3D13-EFFB-49DB-9FF1-78BDDE94BCCF}"/>
              </a:ext>
            </a:extLst>
          </p:cNvPr>
          <p:cNvSpPr txBox="1"/>
          <p:nvPr/>
        </p:nvSpPr>
        <p:spPr>
          <a:xfrm>
            <a:off x="10417730" y="3847659"/>
            <a:ext cx="1076157" cy="369332"/>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lang="en-US" sz="800" b="1" kern="0" dirty="0">
                <a:solidFill>
                  <a:srgbClr val="0097A9">
                    <a:lumMod val="75000"/>
                  </a:srgbClr>
                </a:solidFill>
                <a:latin typeface="Verdana" panose="020B0604030504040204" pitchFamily="34" charset="0"/>
                <a:ea typeface="Verdana" panose="020B0604030504040204" pitchFamily="34" charset="0"/>
                <a:cs typeface="Arial" panose="020B0604020202020204" pitchFamily="34" charset="0"/>
              </a:rPr>
              <a:t>4</a:t>
            </a:r>
            <a:r>
              <a:rPr kumimoji="0" lang="en-US" sz="800" b="1" i="0" u="none" strike="noStrike" kern="0" cap="none" spc="0" normalizeH="0" baseline="0" noProof="0" dirty="0">
                <a:ln>
                  <a:noFill/>
                </a:ln>
                <a:solidFill>
                  <a:srgbClr val="0097A9">
                    <a:lumMod val="75000"/>
                  </a:srgbClr>
                </a:solidFill>
                <a:effectLst/>
                <a:uLnTx/>
                <a:uFillTx/>
                <a:latin typeface="Verdana" panose="020B0604030504040204" pitchFamily="34" charset="0"/>
                <a:ea typeface="Verdana" panose="020B0604030504040204" pitchFamily="34" charset="0"/>
                <a:cs typeface="Arial" panose="020B0604020202020204" pitchFamily="34" charset="0"/>
              </a:rPr>
              <a:t>. Submission of  RFP Document     </a:t>
            </a:r>
            <a:r>
              <a:rPr kumimoji="0" lang="en-US" sz="800" b="1" i="0" u="none" strike="noStrike" kern="0" cap="none" spc="0" normalizeH="0" baseline="0" noProof="0" dirty="0">
                <a:ln>
                  <a:noFill/>
                </a:ln>
                <a:effectLst/>
                <a:uLnTx/>
                <a:uFillTx/>
                <a:latin typeface="Verdana" panose="020B0604030504040204" pitchFamily="34" charset="0"/>
                <a:ea typeface="Verdana" panose="020B0604030504040204" pitchFamily="34" charset="0"/>
                <a:cs typeface="Arial" panose="020B0604020202020204" pitchFamily="34" charset="0"/>
              </a:rPr>
              <a:t>(45 days)</a:t>
            </a:r>
            <a:endParaRPr kumimoji="0" lang="en-IN" sz="800" b="1" i="0" u="none" strike="noStrike" kern="0" cap="none" spc="0" normalizeH="0" baseline="0" noProof="0" dirty="0">
              <a:ln>
                <a:noFill/>
              </a:ln>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27" name="Flowchart: Decision 126">
            <a:extLst>
              <a:ext uri="{FF2B5EF4-FFF2-40B4-BE49-F238E27FC236}">
                <a16:creationId xmlns:a16="http://schemas.microsoft.com/office/drawing/2014/main" id="{1538308E-01A7-46C0-BE94-57ED981B80A9}"/>
              </a:ext>
            </a:extLst>
          </p:cNvPr>
          <p:cNvSpPr/>
          <p:nvPr/>
        </p:nvSpPr>
        <p:spPr bwMode="gray">
          <a:xfrm rot="5400000">
            <a:off x="7060647" y="3504357"/>
            <a:ext cx="136800" cy="136800"/>
          </a:xfrm>
          <a:prstGeom prst="flowChartDecision">
            <a:avLst/>
          </a:prstGeom>
          <a:solidFill>
            <a:schemeClr val="accent2"/>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28" name="Flowchart: Decision 127">
            <a:extLst>
              <a:ext uri="{FF2B5EF4-FFF2-40B4-BE49-F238E27FC236}">
                <a16:creationId xmlns:a16="http://schemas.microsoft.com/office/drawing/2014/main" id="{152BB310-3862-4554-AEFF-192E46C335D4}"/>
              </a:ext>
            </a:extLst>
          </p:cNvPr>
          <p:cNvSpPr/>
          <p:nvPr/>
        </p:nvSpPr>
        <p:spPr bwMode="gray">
          <a:xfrm rot="5400000">
            <a:off x="10280419" y="3906197"/>
            <a:ext cx="136800" cy="136800"/>
          </a:xfrm>
          <a:prstGeom prst="flowChartDecision">
            <a:avLst/>
          </a:prstGeom>
          <a:solidFill>
            <a:schemeClr val="accent2"/>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41" name="Text Placeholder 18"/>
          <p:cNvSpPr>
            <a:spLocks noGrp="1"/>
          </p:cNvSpPr>
          <p:nvPr>
            <p:custDataLst>
              <p:tags r:id="rId2"/>
            </p:custDataLst>
          </p:nvPr>
        </p:nvSpPr>
        <p:spPr bwMode="auto">
          <a:xfrm>
            <a:off x="833022" y="1888724"/>
            <a:ext cx="1456689" cy="133733"/>
          </a:xfrm>
          <a:prstGeom prst="rect">
            <a:avLst/>
          </a:prstGeom>
          <a:solidFill>
            <a:schemeClr val="accent2">
              <a:lumMod val="20000"/>
              <a:lumOff val="80000"/>
            </a:schemeClr>
          </a:solidFill>
          <a:ln w="9525" algn="ctr">
            <a:solidFill>
              <a:schemeClr val="tx1"/>
            </a:solidFill>
          </a:ln>
        </p:spPr>
        <p:txBody>
          <a:bodyPr vert="horz" wrap="none" lIns="0" tIns="23813" rIns="0" bIns="23813" numCol="1" spcCol="0" rtlCol="0" anchor="ctr" anchorCtr="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1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kumimoji="0" lang="en-GB" sz="900" b="1" i="0" u="none" strike="noStrike" kern="1200" cap="none" spc="0" normalizeH="0" baseline="0" noProof="0" dirty="0">
                <a:ln>
                  <a:noFill/>
                </a:ln>
                <a:solidFill>
                  <a:prstClr val="black"/>
                </a:solidFill>
                <a:effectLst/>
                <a:uLnTx/>
                <a:uFillTx/>
                <a:latin typeface="Verdana"/>
                <a:ea typeface="+mn-ea"/>
                <a:cs typeface="+mn-cs"/>
                <a:sym typeface="+mn-lt"/>
              </a:rPr>
              <a:t>W1</a:t>
            </a:r>
          </a:p>
        </p:txBody>
      </p:sp>
      <p:sp>
        <p:nvSpPr>
          <p:cNvPr id="151" name="Text Placeholder 18">
            <a:extLst>
              <a:ext uri="{FF2B5EF4-FFF2-40B4-BE49-F238E27FC236}">
                <a16:creationId xmlns:a16="http://schemas.microsoft.com/office/drawing/2014/main" id="{23CCDEC4-D1BE-4E28-B983-953C7FC511ED}"/>
              </a:ext>
            </a:extLst>
          </p:cNvPr>
          <p:cNvSpPr>
            <a:spLocks noGrp="1"/>
          </p:cNvSpPr>
          <p:nvPr>
            <p:custDataLst>
              <p:tags r:id="rId3"/>
            </p:custDataLst>
          </p:nvPr>
        </p:nvSpPr>
        <p:spPr bwMode="auto">
          <a:xfrm>
            <a:off x="2295104" y="1887768"/>
            <a:ext cx="1451701" cy="133730"/>
          </a:xfrm>
          <a:prstGeom prst="rect">
            <a:avLst/>
          </a:prstGeom>
          <a:solidFill>
            <a:schemeClr val="accent2">
              <a:lumMod val="20000"/>
              <a:lumOff val="80000"/>
            </a:schemeClr>
          </a:solidFill>
          <a:ln w="9525" algn="ctr">
            <a:solidFill>
              <a:schemeClr val="tx1"/>
            </a:solidFill>
          </a:ln>
        </p:spPr>
        <p:txBody>
          <a:bodyPr vert="horz" wrap="none" lIns="0" tIns="23813" rIns="0" bIns="23813" numCol="1" spcCol="0" rtlCol="0" anchor="ctr" anchorCtr="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1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lang="en-GB" sz="900" b="1" dirty="0">
                <a:solidFill>
                  <a:prstClr val="black"/>
                </a:solidFill>
                <a:latin typeface="Verdana"/>
                <a:sym typeface="+mn-lt"/>
              </a:rPr>
              <a:t>W2</a:t>
            </a:r>
            <a:endParaRPr kumimoji="0" lang="en-GB" sz="900" b="1" i="0" u="none" strike="noStrike" kern="1200" cap="none" spc="0" normalizeH="0" baseline="0" noProof="0" dirty="0">
              <a:ln>
                <a:noFill/>
              </a:ln>
              <a:solidFill>
                <a:prstClr val="black"/>
              </a:solidFill>
              <a:effectLst/>
              <a:uLnTx/>
              <a:uFillTx/>
              <a:latin typeface="Verdana"/>
              <a:ea typeface="+mn-ea"/>
              <a:cs typeface="+mn-cs"/>
              <a:sym typeface="+mn-lt"/>
            </a:endParaRPr>
          </a:p>
        </p:txBody>
      </p:sp>
      <p:sp>
        <p:nvSpPr>
          <p:cNvPr id="152" name="Text Placeholder 18">
            <a:extLst>
              <a:ext uri="{FF2B5EF4-FFF2-40B4-BE49-F238E27FC236}">
                <a16:creationId xmlns:a16="http://schemas.microsoft.com/office/drawing/2014/main" id="{F5E9F78D-5F87-4A21-A494-C61CB223894C}"/>
              </a:ext>
            </a:extLst>
          </p:cNvPr>
          <p:cNvSpPr>
            <a:spLocks noGrp="1"/>
          </p:cNvSpPr>
          <p:nvPr>
            <p:custDataLst>
              <p:tags r:id="rId4"/>
            </p:custDataLst>
          </p:nvPr>
        </p:nvSpPr>
        <p:spPr bwMode="auto">
          <a:xfrm>
            <a:off x="3748270" y="1887928"/>
            <a:ext cx="1430550" cy="134528"/>
          </a:xfrm>
          <a:prstGeom prst="rect">
            <a:avLst/>
          </a:prstGeom>
          <a:solidFill>
            <a:schemeClr val="accent2">
              <a:lumMod val="20000"/>
              <a:lumOff val="80000"/>
            </a:schemeClr>
          </a:solidFill>
          <a:ln w="9525" algn="ctr">
            <a:solidFill>
              <a:schemeClr val="tx1"/>
            </a:solidFill>
          </a:ln>
        </p:spPr>
        <p:txBody>
          <a:bodyPr vert="horz" wrap="none" lIns="0" tIns="23813" rIns="0" bIns="23813" numCol="1" spcCol="0" rtlCol="0" anchor="ctr" anchorCtr="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1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lang="en-GB" sz="900" b="1" dirty="0">
                <a:solidFill>
                  <a:prstClr val="black"/>
                </a:solidFill>
                <a:latin typeface="Verdana"/>
                <a:sym typeface="+mn-lt"/>
              </a:rPr>
              <a:t>W3</a:t>
            </a:r>
            <a:endParaRPr kumimoji="0" lang="en-GB" sz="900" b="1" i="0" u="none" strike="noStrike" kern="1200" cap="none" spc="0" normalizeH="0" baseline="0" noProof="0" dirty="0">
              <a:ln>
                <a:noFill/>
              </a:ln>
              <a:solidFill>
                <a:prstClr val="black"/>
              </a:solidFill>
              <a:effectLst/>
              <a:uLnTx/>
              <a:uFillTx/>
              <a:latin typeface="Verdana"/>
              <a:ea typeface="+mn-ea"/>
              <a:cs typeface="+mn-cs"/>
              <a:sym typeface="+mn-lt"/>
            </a:endParaRPr>
          </a:p>
        </p:txBody>
      </p:sp>
      <p:sp>
        <p:nvSpPr>
          <p:cNvPr id="153" name="Text Placeholder 18">
            <a:extLst>
              <a:ext uri="{FF2B5EF4-FFF2-40B4-BE49-F238E27FC236}">
                <a16:creationId xmlns:a16="http://schemas.microsoft.com/office/drawing/2014/main" id="{86CD0418-C442-49C8-957D-33EA13E6FD1E}"/>
              </a:ext>
            </a:extLst>
          </p:cNvPr>
          <p:cNvSpPr>
            <a:spLocks noGrp="1"/>
          </p:cNvSpPr>
          <p:nvPr>
            <p:custDataLst>
              <p:tags r:id="rId5"/>
            </p:custDataLst>
          </p:nvPr>
        </p:nvSpPr>
        <p:spPr bwMode="auto">
          <a:xfrm>
            <a:off x="5184543" y="1889521"/>
            <a:ext cx="1461398" cy="134529"/>
          </a:xfrm>
          <a:prstGeom prst="rect">
            <a:avLst/>
          </a:prstGeom>
          <a:solidFill>
            <a:schemeClr val="accent2">
              <a:lumMod val="20000"/>
              <a:lumOff val="80000"/>
            </a:schemeClr>
          </a:solidFill>
          <a:ln w="9525" algn="ctr">
            <a:solidFill>
              <a:schemeClr val="tx1"/>
            </a:solidFill>
          </a:ln>
        </p:spPr>
        <p:txBody>
          <a:bodyPr vert="horz" wrap="none" lIns="0" tIns="23813" rIns="0" bIns="23813" numCol="1" spcCol="0" rtlCol="0" anchor="ctr" anchorCtr="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1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lang="en-GB" sz="900" b="1" dirty="0">
                <a:solidFill>
                  <a:prstClr val="black"/>
                </a:solidFill>
                <a:latin typeface="Verdana"/>
                <a:sym typeface="+mn-lt"/>
              </a:rPr>
              <a:t>W4</a:t>
            </a:r>
            <a:endParaRPr kumimoji="0" lang="en-GB" sz="900" b="1" i="0" u="none" strike="noStrike" kern="1200" cap="none" spc="0" normalizeH="0" baseline="0" noProof="0" dirty="0">
              <a:ln>
                <a:noFill/>
              </a:ln>
              <a:solidFill>
                <a:prstClr val="black"/>
              </a:solidFill>
              <a:effectLst/>
              <a:uLnTx/>
              <a:uFillTx/>
              <a:latin typeface="Verdana"/>
              <a:ea typeface="+mn-ea"/>
              <a:cs typeface="+mn-cs"/>
              <a:sym typeface="+mn-lt"/>
            </a:endParaRPr>
          </a:p>
        </p:txBody>
      </p:sp>
      <p:sp>
        <p:nvSpPr>
          <p:cNvPr id="116" name="Freeform 818"/>
          <p:cNvSpPr>
            <a:spLocks noEditPoints="1"/>
          </p:cNvSpPr>
          <p:nvPr/>
        </p:nvSpPr>
        <p:spPr bwMode="auto">
          <a:xfrm>
            <a:off x="4826898" y="3310000"/>
            <a:ext cx="180000" cy="180000"/>
          </a:xfrm>
          <a:custGeom>
            <a:avLst/>
            <a:gdLst>
              <a:gd name="T0" fmla="*/ 86 w 299"/>
              <a:gd name="T1" fmla="*/ 64 h 298"/>
              <a:gd name="T2" fmla="*/ 118 w 299"/>
              <a:gd name="T3" fmla="*/ 32 h 298"/>
              <a:gd name="T4" fmla="*/ 86 w 299"/>
              <a:gd name="T5" fmla="*/ 0 h 298"/>
              <a:gd name="T6" fmla="*/ 54 w 299"/>
              <a:gd name="T7" fmla="*/ 32 h 298"/>
              <a:gd name="T8" fmla="*/ 86 w 299"/>
              <a:gd name="T9" fmla="*/ 64 h 298"/>
              <a:gd name="T10" fmla="*/ 86 w 299"/>
              <a:gd name="T11" fmla="*/ 21 h 298"/>
              <a:gd name="T12" fmla="*/ 96 w 299"/>
              <a:gd name="T13" fmla="*/ 32 h 298"/>
              <a:gd name="T14" fmla="*/ 86 w 299"/>
              <a:gd name="T15" fmla="*/ 42 h 298"/>
              <a:gd name="T16" fmla="*/ 75 w 299"/>
              <a:gd name="T17" fmla="*/ 32 h 298"/>
              <a:gd name="T18" fmla="*/ 86 w 299"/>
              <a:gd name="T19" fmla="*/ 21 h 298"/>
              <a:gd name="T20" fmla="*/ 288 w 299"/>
              <a:gd name="T21" fmla="*/ 149 h 298"/>
              <a:gd name="T22" fmla="*/ 267 w 299"/>
              <a:gd name="T23" fmla="*/ 149 h 298"/>
              <a:gd name="T24" fmla="*/ 267 w 299"/>
              <a:gd name="T25" fmla="*/ 96 h 298"/>
              <a:gd name="T26" fmla="*/ 256 w 299"/>
              <a:gd name="T27" fmla="*/ 85 h 298"/>
              <a:gd name="T28" fmla="*/ 171 w 299"/>
              <a:gd name="T29" fmla="*/ 85 h 298"/>
              <a:gd name="T30" fmla="*/ 160 w 299"/>
              <a:gd name="T31" fmla="*/ 96 h 298"/>
              <a:gd name="T32" fmla="*/ 160 w 299"/>
              <a:gd name="T33" fmla="*/ 149 h 298"/>
              <a:gd name="T34" fmla="*/ 139 w 299"/>
              <a:gd name="T35" fmla="*/ 149 h 298"/>
              <a:gd name="T36" fmla="*/ 139 w 299"/>
              <a:gd name="T37" fmla="*/ 96 h 298"/>
              <a:gd name="T38" fmla="*/ 128 w 299"/>
              <a:gd name="T39" fmla="*/ 85 h 298"/>
              <a:gd name="T40" fmla="*/ 43 w 299"/>
              <a:gd name="T41" fmla="*/ 85 h 298"/>
              <a:gd name="T42" fmla="*/ 32 w 299"/>
              <a:gd name="T43" fmla="*/ 96 h 298"/>
              <a:gd name="T44" fmla="*/ 32 w 299"/>
              <a:gd name="T45" fmla="*/ 149 h 298"/>
              <a:gd name="T46" fmla="*/ 11 w 299"/>
              <a:gd name="T47" fmla="*/ 149 h 298"/>
              <a:gd name="T48" fmla="*/ 0 w 299"/>
              <a:gd name="T49" fmla="*/ 160 h 298"/>
              <a:gd name="T50" fmla="*/ 11 w 299"/>
              <a:gd name="T51" fmla="*/ 170 h 298"/>
              <a:gd name="T52" fmla="*/ 11 w 299"/>
              <a:gd name="T53" fmla="*/ 288 h 298"/>
              <a:gd name="T54" fmla="*/ 22 w 299"/>
              <a:gd name="T55" fmla="*/ 298 h 298"/>
              <a:gd name="T56" fmla="*/ 278 w 299"/>
              <a:gd name="T57" fmla="*/ 298 h 298"/>
              <a:gd name="T58" fmla="*/ 288 w 299"/>
              <a:gd name="T59" fmla="*/ 288 h 298"/>
              <a:gd name="T60" fmla="*/ 288 w 299"/>
              <a:gd name="T61" fmla="*/ 170 h 298"/>
              <a:gd name="T62" fmla="*/ 299 w 299"/>
              <a:gd name="T63" fmla="*/ 160 h 298"/>
              <a:gd name="T64" fmla="*/ 288 w 299"/>
              <a:gd name="T65" fmla="*/ 149 h 298"/>
              <a:gd name="T66" fmla="*/ 182 w 299"/>
              <a:gd name="T67" fmla="*/ 106 h 298"/>
              <a:gd name="T68" fmla="*/ 246 w 299"/>
              <a:gd name="T69" fmla="*/ 106 h 298"/>
              <a:gd name="T70" fmla="*/ 246 w 299"/>
              <a:gd name="T71" fmla="*/ 149 h 298"/>
              <a:gd name="T72" fmla="*/ 182 w 299"/>
              <a:gd name="T73" fmla="*/ 149 h 298"/>
              <a:gd name="T74" fmla="*/ 182 w 299"/>
              <a:gd name="T75" fmla="*/ 106 h 298"/>
              <a:gd name="T76" fmla="*/ 54 w 299"/>
              <a:gd name="T77" fmla="*/ 106 h 298"/>
              <a:gd name="T78" fmla="*/ 118 w 299"/>
              <a:gd name="T79" fmla="*/ 106 h 298"/>
              <a:gd name="T80" fmla="*/ 118 w 299"/>
              <a:gd name="T81" fmla="*/ 149 h 298"/>
              <a:gd name="T82" fmla="*/ 54 w 299"/>
              <a:gd name="T83" fmla="*/ 149 h 298"/>
              <a:gd name="T84" fmla="*/ 54 w 299"/>
              <a:gd name="T85" fmla="*/ 106 h 298"/>
              <a:gd name="T86" fmla="*/ 267 w 299"/>
              <a:gd name="T87" fmla="*/ 277 h 298"/>
              <a:gd name="T88" fmla="*/ 32 w 299"/>
              <a:gd name="T89" fmla="*/ 277 h 298"/>
              <a:gd name="T90" fmla="*/ 32 w 299"/>
              <a:gd name="T91" fmla="*/ 170 h 298"/>
              <a:gd name="T92" fmla="*/ 267 w 299"/>
              <a:gd name="T93" fmla="*/ 170 h 298"/>
              <a:gd name="T94" fmla="*/ 267 w 299"/>
              <a:gd name="T95" fmla="*/ 277 h 298"/>
              <a:gd name="T96" fmla="*/ 214 w 299"/>
              <a:gd name="T97" fmla="*/ 64 h 298"/>
              <a:gd name="T98" fmla="*/ 246 w 299"/>
              <a:gd name="T99" fmla="*/ 32 h 298"/>
              <a:gd name="T100" fmla="*/ 214 w 299"/>
              <a:gd name="T101" fmla="*/ 0 h 298"/>
              <a:gd name="T102" fmla="*/ 182 w 299"/>
              <a:gd name="T103" fmla="*/ 32 h 298"/>
              <a:gd name="T104" fmla="*/ 214 w 299"/>
              <a:gd name="T105" fmla="*/ 64 h 298"/>
              <a:gd name="T106" fmla="*/ 214 w 299"/>
              <a:gd name="T107" fmla="*/ 21 h 298"/>
              <a:gd name="T108" fmla="*/ 224 w 299"/>
              <a:gd name="T109" fmla="*/ 32 h 298"/>
              <a:gd name="T110" fmla="*/ 214 w 299"/>
              <a:gd name="T111" fmla="*/ 42 h 298"/>
              <a:gd name="T112" fmla="*/ 203 w 299"/>
              <a:gd name="T113" fmla="*/ 32 h 298"/>
              <a:gd name="T114" fmla="*/ 214 w 299"/>
              <a:gd name="T115" fmla="*/ 21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99" h="298">
                <a:moveTo>
                  <a:pt x="86" y="64"/>
                </a:moveTo>
                <a:cubicBezTo>
                  <a:pt x="103" y="64"/>
                  <a:pt x="118" y="49"/>
                  <a:pt x="118" y="32"/>
                </a:cubicBezTo>
                <a:cubicBezTo>
                  <a:pt x="118" y="14"/>
                  <a:pt x="103" y="0"/>
                  <a:pt x="86" y="0"/>
                </a:cubicBezTo>
                <a:cubicBezTo>
                  <a:pt x="68" y="0"/>
                  <a:pt x="54" y="14"/>
                  <a:pt x="54" y="32"/>
                </a:cubicBezTo>
                <a:cubicBezTo>
                  <a:pt x="54" y="49"/>
                  <a:pt x="68" y="64"/>
                  <a:pt x="86" y="64"/>
                </a:cubicBezTo>
                <a:close/>
                <a:moveTo>
                  <a:pt x="86" y="21"/>
                </a:moveTo>
                <a:cubicBezTo>
                  <a:pt x="92" y="21"/>
                  <a:pt x="96" y="26"/>
                  <a:pt x="96" y="32"/>
                </a:cubicBezTo>
                <a:cubicBezTo>
                  <a:pt x="96" y="38"/>
                  <a:pt x="92" y="42"/>
                  <a:pt x="86" y="42"/>
                </a:cubicBezTo>
                <a:cubicBezTo>
                  <a:pt x="80" y="42"/>
                  <a:pt x="75" y="38"/>
                  <a:pt x="75" y="32"/>
                </a:cubicBezTo>
                <a:cubicBezTo>
                  <a:pt x="75" y="26"/>
                  <a:pt x="80" y="21"/>
                  <a:pt x="86" y="21"/>
                </a:cubicBezTo>
                <a:close/>
                <a:moveTo>
                  <a:pt x="288" y="149"/>
                </a:moveTo>
                <a:cubicBezTo>
                  <a:pt x="267" y="149"/>
                  <a:pt x="267" y="149"/>
                  <a:pt x="267" y="149"/>
                </a:cubicBezTo>
                <a:cubicBezTo>
                  <a:pt x="267" y="96"/>
                  <a:pt x="267" y="96"/>
                  <a:pt x="267" y="96"/>
                </a:cubicBezTo>
                <a:cubicBezTo>
                  <a:pt x="267" y="90"/>
                  <a:pt x="262" y="85"/>
                  <a:pt x="256" y="85"/>
                </a:cubicBezTo>
                <a:cubicBezTo>
                  <a:pt x="171" y="85"/>
                  <a:pt x="171" y="85"/>
                  <a:pt x="171" y="85"/>
                </a:cubicBezTo>
                <a:cubicBezTo>
                  <a:pt x="165" y="85"/>
                  <a:pt x="160" y="90"/>
                  <a:pt x="160" y="96"/>
                </a:cubicBezTo>
                <a:cubicBezTo>
                  <a:pt x="160" y="149"/>
                  <a:pt x="160" y="149"/>
                  <a:pt x="160" y="149"/>
                </a:cubicBezTo>
                <a:cubicBezTo>
                  <a:pt x="139" y="149"/>
                  <a:pt x="139" y="149"/>
                  <a:pt x="139" y="149"/>
                </a:cubicBezTo>
                <a:cubicBezTo>
                  <a:pt x="139" y="96"/>
                  <a:pt x="139" y="96"/>
                  <a:pt x="139" y="96"/>
                </a:cubicBezTo>
                <a:cubicBezTo>
                  <a:pt x="139" y="90"/>
                  <a:pt x="134" y="85"/>
                  <a:pt x="128" y="85"/>
                </a:cubicBezTo>
                <a:cubicBezTo>
                  <a:pt x="43" y="85"/>
                  <a:pt x="43" y="85"/>
                  <a:pt x="43" y="85"/>
                </a:cubicBezTo>
                <a:cubicBezTo>
                  <a:pt x="37" y="85"/>
                  <a:pt x="32" y="90"/>
                  <a:pt x="32" y="96"/>
                </a:cubicBezTo>
                <a:cubicBezTo>
                  <a:pt x="32" y="149"/>
                  <a:pt x="32" y="149"/>
                  <a:pt x="32" y="149"/>
                </a:cubicBezTo>
                <a:cubicBezTo>
                  <a:pt x="11" y="149"/>
                  <a:pt x="11" y="149"/>
                  <a:pt x="11" y="149"/>
                </a:cubicBezTo>
                <a:cubicBezTo>
                  <a:pt x="5" y="149"/>
                  <a:pt x="0" y="154"/>
                  <a:pt x="0" y="160"/>
                </a:cubicBezTo>
                <a:cubicBezTo>
                  <a:pt x="0" y="166"/>
                  <a:pt x="6" y="170"/>
                  <a:pt x="11" y="170"/>
                </a:cubicBezTo>
                <a:cubicBezTo>
                  <a:pt x="11" y="288"/>
                  <a:pt x="11" y="288"/>
                  <a:pt x="11" y="288"/>
                </a:cubicBezTo>
                <a:cubicBezTo>
                  <a:pt x="11" y="294"/>
                  <a:pt x="16" y="298"/>
                  <a:pt x="22" y="298"/>
                </a:cubicBezTo>
                <a:cubicBezTo>
                  <a:pt x="278" y="298"/>
                  <a:pt x="278" y="298"/>
                  <a:pt x="278" y="298"/>
                </a:cubicBezTo>
                <a:cubicBezTo>
                  <a:pt x="284" y="298"/>
                  <a:pt x="288" y="294"/>
                  <a:pt x="288" y="288"/>
                </a:cubicBezTo>
                <a:cubicBezTo>
                  <a:pt x="288" y="170"/>
                  <a:pt x="288" y="170"/>
                  <a:pt x="288" y="170"/>
                </a:cubicBezTo>
                <a:cubicBezTo>
                  <a:pt x="294" y="170"/>
                  <a:pt x="299" y="166"/>
                  <a:pt x="299" y="160"/>
                </a:cubicBezTo>
                <a:cubicBezTo>
                  <a:pt x="299" y="154"/>
                  <a:pt x="294" y="149"/>
                  <a:pt x="288" y="149"/>
                </a:cubicBezTo>
                <a:close/>
                <a:moveTo>
                  <a:pt x="182" y="106"/>
                </a:moveTo>
                <a:cubicBezTo>
                  <a:pt x="246" y="106"/>
                  <a:pt x="246" y="106"/>
                  <a:pt x="246" y="106"/>
                </a:cubicBezTo>
                <a:cubicBezTo>
                  <a:pt x="246" y="149"/>
                  <a:pt x="246" y="149"/>
                  <a:pt x="246" y="149"/>
                </a:cubicBezTo>
                <a:cubicBezTo>
                  <a:pt x="182" y="149"/>
                  <a:pt x="182" y="149"/>
                  <a:pt x="182" y="149"/>
                </a:cubicBezTo>
                <a:lnTo>
                  <a:pt x="182" y="106"/>
                </a:lnTo>
                <a:close/>
                <a:moveTo>
                  <a:pt x="54" y="106"/>
                </a:moveTo>
                <a:cubicBezTo>
                  <a:pt x="118" y="106"/>
                  <a:pt x="118" y="106"/>
                  <a:pt x="118" y="106"/>
                </a:cubicBezTo>
                <a:cubicBezTo>
                  <a:pt x="118" y="149"/>
                  <a:pt x="118" y="149"/>
                  <a:pt x="118" y="149"/>
                </a:cubicBezTo>
                <a:cubicBezTo>
                  <a:pt x="54" y="149"/>
                  <a:pt x="54" y="149"/>
                  <a:pt x="54" y="149"/>
                </a:cubicBezTo>
                <a:lnTo>
                  <a:pt x="54" y="106"/>
                </a:lnTo>
                <a:close/>
                <a:moveTo>
                  <a:pt x="267" y="277"/>
                </a:moveTo>
                <a:cubicBezTo>
                  <a:pt x="32" y="277"/>
                  <a:pt x="32" y="277"/>
                  <a:pt x="32" y="277"/>
                </a:cubicBezTo>
                <a:cubicBezTo>
                  <a:pt x="32" y="170"/>
                  <a:pt x="32" y="170"/>
                  <a:pt x="32" y="170"/>
                </a:cubicBezTo>
                <a:cubicBezTo>
                  <a:pt x="267" y="170"/>
                  <a:pt x="267" y="170"/>
                  <a:pt x="267" y="170"/>
                </a:cubicBezTo>
                <a:lnTo>
                  <a:pt x="267" y="277"/>
                </a:lnTo>
                <a:close/>
                <a:moveTo>
                  <a:pt x="214" y="64"/>
                </a:moveTo>
                <a:cubicBezTo>
                  <a:pt x="231" y="64"/>
                  <a:pt x="246" y="49"/>
                  <a:pt x="246" y="32"/>
                </a:cubicBezTo>
                <a:cubicBezTo>
                  <a:pt x="246" y="14"/>
                  <a:pt x="231" y="0"/>
                  <a:pt x="214" y="0"/>
                </a:cubicBezTo>
                <a:cubicBezTo>
                  <a:pt x="196" y="0"/>
                  <a:pt x="182" y="14"/>
                  <a:pt x="182" y="32"/>
                </a:cubicBezTo>
                <a:cubicBezTo>
                  <a:pt x="182" y="49"/>
                  <a:pt x="196" y="64"/>
                  <a:pt x="214" y="64"/>
                </a:cubicBezTo>
                <a:close/>
                <a:moveTo>
                  <a:pt x="214" y="21"/>
                </a:moveTo>
                <a:cubicBezTo>
                  <a:pt x="220" y="21"/>
                  <a:pt x="224" y="26"/>
                  <a:pt x="224" y="32"/>
                </a:cubicBezTo>
                <a:cubicBezTo>
                  <a:pt x="224" y="38"/>
                  <a:pt x="220" y="42"/>
                  <a:pt x="214" y="42"/>
                </a:cubicBezTo>
                <a:cubicBezTo>
                  <a:pt x="208" y="42"/>
                  <a:pt x="203" y="38"/>
                  <a:pt x="203" y="32"/>
                </a:cubicBezTo>
                <a:cubicBezTo>
                  <a:pt x="203" y="26"/>
                  <a:pt x="208" y="21"/>
                  <a:pt x="214" y="21"/>
                </a:cubicBezTo>
                <a:close/>
              </a:path>
            </a:pathLst>
          </a:custGeom>
          <a:solidFill>
            <a:srgbClr val="00B050"/>
          </a:solidFill>
          <a:ln w="12700">
            <a:solidFill>
              <a:srgbClr val="00B050"/>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128016" tIns="64009" rIns="128016" bIns="64009" numCol="1" anchor="t" anchorCtr="0" compatLnSpc="1">
            <a:prstTxWarp prst="textNoShape">
              <a:avLst/>
            </a:prstTxWarp>
          </a:bodyPr>
          <a:lstStyle/>
          <a:p>
            <a:endParaRPr lang="en-GB" sz="800" dirty="0">
              <a:latin typeface="Verdana" panose="020B0604030504040204" pitchFamily="34" charset="0"/>
              <a:ea typeface="Verdana" panose="020B0604030504040204" pitchFamily="34" charset="0"/>
            </a:endParaRPr>
          </a:p>
        </p:txBody>
      </p:sp>
      <p:sp>
        <p:nvSpPr>
          <p:cNvPr id="171" name="TextBox 170">
            <a:extLst>
              <a:ext uri="{FF2B5EF4-FFF2-40B4-BE49-F238E27FC236}">
                <a16:creationId xmlns:a16="http://schemas.microsoft.com/office/drawing/2014/main" id="{B0E3E388-F542-40DC-93A2-6CA6CBD54CD7}"/>
              </a:ext>
            </a:extLst>
          </p:cNvPr>
          <p:cNvSpPr txBox="1"/>
          <p:nvPr/>
        </p:nvSpPr>
        <p:spPr>
          <a:xfrm>
            <a:off x="5324842" y="3206135"/>
            <a:ext cx="1706056" cy="338554"/>
          </a:xfrm>
          <a:prstGeom prst="rect">
            <a:avLst/>
          </a:prstGeom>
          <a:noFill/>
        </p:spPr>
        <p:txBody>
          <a:bodyPr wrap="square">
            <a:spAutoFit/>
          </a:bodyPr>
          <a:lstStyle/>
          <a:p>
            <a:pPr algn="ctr">
              <a:spcBef>
                <a:spcPts val="600"/>
              </a:spcBef>
              <a:buSzPct val="100000"/>
              <a:defRPr/>
            </a:pPr>
            <a:r>
              <a:rPr lang="en-US" sz="800" kern="0" dirty="0">
                <a:solidFill>
                  <a:srgbClr val="0097A9">
                    <a:lumMod val="75000"/>
                  </a:srgbClr>
                </a:solidFill>
                <a:latin typeface="Verdana" panose="020B0604030504040204" pitchFamily="34" charset="0"/>
                <a:ea typeface="Verdana" panose="020B0604030504040204" pitchFamily="34" charset="0"/>
                <a:cs typeface="Arial" panose="020B0604020202020204" pitchFamily="34" charset="0"/>
              </a:rPr>
              <a:t>Design of roadmap blueprint document</a:t>
            </a:r>
            <a:endParaRPr lang="en-IN" sz="800" kern="0" dirty="0">
              <a:solidFill>
                <a:srgbClr val="0097A9">
                  <a:lumMod val="75000"/>
                </a:srgbClr>
              </a:solidFill>
              <a:latin typeface="Verdana" panose="020B0604030504040204" pitchFamily="34" charset="0"/>
              <a:ea typeface="Verdana" panose="020B0604030504040204" pitchFamily="34" charset="0"/>
              <a:cs typeface="Arial" panose="020B0604020202020204" pitchFamily="34" charset="0"/>
            </a:endParaRPr>
          </a:p>
        </p:txBody>
      </p:sp>
      <p:sp>
        <p:nvSpPr>
          <p:cNvPr id="181" name="TextBox 180">
            <a:extLst>
              <a:ext uri="{FF2B5EF4-FFF2-40B4-BE49-F238E27FC236}">
                <a16:creationId xmlns:a16="http://schemas.microsoft.com/office/drawing/2014/main" id="{49F3FA2C-5632-4AAE-926A-D6284440548A}"/>
              </a:ext>
            </a:extLst>
          </p:cNvPr>
          <p:cNvSpPr txBox="1"/>
          <p:nvPr/>
        </p:nvSpPr>
        <p:spPr>
          <a:xfrm>
            <a:off x="7200252" y="3418189"/>
            <a:ext cx="1178806" cy="369332"/>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800" b="1" i="0" u="none" strike="noStrike" kern="0" cap="none" spc="0" normalizeH="0" baseline="0" noProof="0" dirty="0">
                <a:ln>
                  <a:noFill/>
                </a:ln>
                <a:solidFill>
                  <a:srgbClr val="0097A9">
                    <a:lumMod val="75000"/>
                  </a:srgbClr>
                </a:solidFill>
                <a:effectLst/>
                <a:uLnTx/>
                <a:uFillTx/>
                <a:latin typeface="Verdana" panose="020B0604030504040204" pitchFamily="34" charset="0"/>
                <a:ea typeface="Verdana" panose="020B0604030504040204" pitchFamily="34" charset="0"/>
                <a:cs typeface="Arial" panose="020B0604020202020204" pitchFamily="34" charset="0"/>
              </a:rPr>
              <a:t>3. Roadmap Blueprint Document </a:t>
            </a:r>
            <a:r>
              <a:rPr kumimoji="0" lang="en-US" sz="800" b="1" i="0" u="none" strike="noStrike" kern="0" cap="none" spc="0" normalizeH="0" baseline="0" noProof="0" dirty="0">
                <a:ln>
                  <a:noFill/>
                </a:ln>
                <a:effectLst/>
                <a:uLnTx/>
                <a:uFillTx/>
                <a:latin typeface="Verdana" panose="020B0604030504040204" pitchFamily="34" charset="0"/>
                <a:ea typeface="Verdana" panose="020B0604030504040204" pitchFamily="34" charset="0"/>
                <a:cs typeface="Arial" panose="020B0604020202020204" pitchFamily="34" charset="0"/>
              </a:rPr>
              <a:t>(30 days)</a:t>
            </a:r>
            <a:endParaRPr kumimoji="0" lang="en-IN" sz="800" b="1" i="0" u="none" strike="noStrike" kern="0" cap="none" spc="0" normalizeH="0" baseline="0" noProof="0" dirty="0">
              <a:ln>
                <a:noFill/>
              </a:ln>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85" name="TextBox 184">
            <a:extLst>
              <a:ext uri="{FF2B5EF4-FFF2-40B4-BE49-F238E27FC236}">
                <a16:creationId xmlns:a16="http://schemas.microsoft.com/office/drawing/2014/main" id="{1317CCB7-18AC-4708-BE2A-FEF87C40FE07}"/>
              </a:ext>
            </a:extLst>
          </p:cNvPr>
          <p:cNvSpPr txBox="1"/>
          <p:nvPr/>
        </p:nvSpPr>
        <p:spPr>
          <a:xfrm>
            <a:off x="8056856" y="4004646"/>
            <a:ext cx="1773148"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800" i="0" u="none" strike="noStrike" kern="0" cap="none" spc="0" normalizeH="0" baseline="0" noProof="0" dirty="0">
                <a:ln>
                  <a:noFill/>
                </a:ln>
                <a:solidFill>
                  <a:srgbClr val="0097A9">
                    <a:lumMod val="75000"/>
                  </a:srgbClr>
                </a:solidFill>
                <a:effectLst/>
                <a:uLnTx/>
                <a:uFillTx/>
                <a:latin typeface="Verdana" panose="020B0604030504040204" pitchFamily="34" charset="0"/>
                <a:ea typeface="Verdana" panose="020B0604030504040204" pitchFamily="34" charset="0"/>
                <a:cs typeface="Arial" panose="020B0604020202020204" pitchFamily="34" charset="0"/>
              </a:rPr>
              <a:t>Preparation of RFP for ERP Implementation</a:t>
            </a:r>
            <a:endParaRPr kumimoji="0" lang="en-IN" sz="800" i="0" u="none" strike="noStrike" kern="0" cap="none" spc="0" normalizeH="0" baseline="0" noProof="0" dirty="0">
              <a:ln>
                <a:noFill/>
              </a:ln>
              <a:solidFill>
                <a:srgbClr val="0097A9">
                  <a:lumMod val="75000"/>
                </a:srgbClr>
              </a:solidFill>
              <a:effectLst/>
              <a:uLnTx/>
              <a:uFillTx/>
              <a:latin typeface="Verdana" panose="020B0604030504040204" pitchFamily="34" charset="0"/>
              <a:ea typeface="Verdana" panose="020B0604030504040204" pitchFamily="34" charset="0"/>
              <a:cs typeface="Arial" panose="020B0604020202020204" pitchFamily="34" charset="0"/>
            </a:endParaRPr>
          </a:p>
        </p:txBody>
      </p:sp>
      <p:cxnSp>
        <p:nvCxnSpPr>
          <p:cNvPr id="188" name="Straight Arrow Connector 187">
            <a:extLst>
              <a:ext uri="{FF2B5EF4-FFF2-40B4-BE49-F238E27FC236}">
                <a16:creationId xmlns:a16="http://schemas.microsoft.com/office/drawing/2014/main" id="{B8A6CFE2-AD2E-49B9-96C4-B3F01EECC3A6}"/>
              </a:ext>
            </a:extLst>
          </p:cNvPr>
          <p:cNvCxnSpPr>
            <a:cxnSpLocks/>
          </p:cNvCxnSpPr>
          <p:nvPr/>
        </p:nvCxnSpPr>
        <p:spPr>
          <a:xfrm>
            <a:off x="10399260" y="4634418"/>
            <a:ext cx="1567839" cy="0"/>
          </a:xfrm>
          <a:prstGeom prst="straightConnector1">
            <a:avLst/>
          </a:prstGeom>
          <a:ln>
            <a:prstDash val="dash"/>
            <a:headEnd type="triangle"/>
            <a:tailEnd type="triangle"/>
          </a:ln>
        </p:spPr>
        <p:style>
          <a:lnRef idx="1">
            <a:schemeClr val="dk1"/>
          </a:lnRef>
          <a:fillRef idx="0">
            <a:schemeClr val="dk1"/>
          </a:fillRef>
          <a:effectRef idx="0">
            <a:schemeClr val="dk1"/>
          </a:effectRef>
          <a:fontRef idx="minor">
            <a:schemeClr val="tx1"/>
          </a:fontRef>
        </p:style>
      </p:cxnSp>
      <p:sp>
        <p:nvSpPr>
          <p:cNvPr id="189" name="TextBox 188">
            <a:extLst>
              <a:ext uri="{FF2B5EF4-FFF2-40B4-BE49-F238E27FC236}">
                <a16:creationId xmlns:a16="http://schemas.microsoft.com/office/drawing/2014/main" id="{58645CF9-B0D1-4946-873D-A6B0B85E323A}"/>
              </a:ext>
            </a:extLst>
          </p:cNvPr>
          <p:cNvSpPr txBox="1"/>
          <p:nvPr/>
        </p:nvSpPr>
        <p:spPr>
          <a:xfrm>
            <a:off x="10244677" y="4701346"/>
            <a:ext cx="1841719" cy="246221"/>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lang="en-US" sz="800" kern="0" dirty="0">
                <a:solidFill>
                  <a:srgbClr val="0097A9">
                    <a:lumMod val="75000"/>
                  </a:srgbClr>
                </a:solidFill>
                <a:latin typeface="Verdana" panose="020B0604030504040204" pitchFamily="34" charset="0"/>
                <a:ea typeface="Verdana" panose="020B0604030504040204" pitchFamily="34" charset="0"/>
                <a:cs typeface="Arial" panose="020B0604020202020204" pitchFamily="34" charset="0"/>
              </a:rPr>
              <a:t>Subsequent activities as per the Scope of Work</a:t>
            </a:r>
            <a:endParaRPr kumimoji="0" lang="en-IN" sz="800" i="0" u="none" strike="noStrike" kern="0" cap="none" spc="0" normalizeH="0" baseline="0" noProof="0" dirty="0">
              <a:ln>
                <a:noFill/>
              </a:ln>
              <a:solidFill>
                <a:srgbClr val="0097A9">
                  <a:lumMod val="75000"/>
                </a:srgbClr>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91" name="Flowchart: Decision 190">
            <a:extLst>
              <a:ext uri="{FF2B5EF4-FFF2-40B4-BE49-F238E27FC236}">
                <a16:creationId xmlns:a16="http://schemas.microsoft.com/office/drawing/2014/main" id="{10742AEF-8B22-4D85-A361-38127E6AB4E7}"/>
              </a:ext>
            </a:extLst>
          </p:cNvPr>
          <p:cNvSpPr/>
          <p:nvPr/>
        </p:nvSpPr>
        <p:spPr bwMode="gray">
          <a:xfrm rot="5400000">
            <a:off x="7696512" y="3910270"/>
            <a:ext cx="137160" cy="137160"/>
          </a:xfrm>
          <a:prstGeom prst="flowChartDecision">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96" name="Text Placeholder 18">
            <a:extLst>
              <a:ext uri="{FF2B5EF4-FFF2-40B4-BE49-F238E27FC236}">
                <a16:creationId xmlns:a16="http://schemas.microsoft.com/office/drawing/2014/main" id="{AB2087AB-3820-466E-9861-EFF9AD3B3199}"/>
              </a:ext>
            </a:extLst>
          </p:cNvPr>
          <p:cNvSpPr>
            <a:spLocks noGrp="1"/>
          </p:cNvSpPr>
          <p:nvPr>
            <p:custDataLst>
              <p:tags r:id="rId6"/>
            </p:custDataLst>
          </p:nvPr>
        </p:nvSpPr>
        <p:spPr bwMode="auto">
          <a:xfrm>
            <a:off x="6649234" y="1888382"/>
            <a:ext cx="1444359" cy="134596"/>
          </a:xfrm>
          <a:prstGeom prst="rect">
            <a:avLst/>
          </a:prstGeom>
          <a:solidFill>
            <a:schemeClr val="accent2">
              <a:lumMod val="20000"/>
              <a:lumOff val="80000"/>
            </a:schemeClr>
          </a:solidFill>
          <a:ln w="9525" algn="ctr">
            <a:solidFill>
              <a:schemeClr val="tx1"/>
            </a:solidFill>
          </a:ln>
        </p:spPr>
        <p:txBody>
          <a:bodyPr vert="horz" wrap="none" lIns="0" tIns="23813" rIns="0" bIns="23813" numCol="1" spcCol="0" rtlCol="0" anchor="ctr" anchorCtr="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1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lang="en-GB" sz="900" b="1" dirty="0">
                <a:solidFill>
                  <a:prstClr val="black"/>
                </a:solidFill>
                <a:latin typeface="Verdana"/>
                <a:sym typeface="+mn-lt"/>
              </a:rPr>
              <a:t>W5</a:t>
            </a:r>
            <a:endParaRPr kumimoji="0" lang="en-GB" sz="900" b="1" i="0" u="none" strike="noStrike" kern="1200" cap="none" spc="0" normalizeH="0" baseline="0" noProof="0" dirty="0">
              <a:ln>
                <a:noFill/>
              </a:ln>
              <a:solidFill>
                <a:prstClr val="black"/>
              </a:solidFill>
              <a:effectLst/>
              <a:uLnTx/>
              <a:uFillTx/>
              <a:latin typeface="Verdana"/>
              <a:ea typeface="+mn-ea"/>
              <a:cs typeface="+mn-cs"/>
              <a:sym typeface="+mn-lt"/>
            </a:endParaRPr>
          </a:p>
        </p:txBody>
      </p:sp>
      <p:sp>
        <p:nvSpPr>
          <p:cNvPr id="85" name="Rectangle 84">
            <a:extLst>
              <a:ext uri="{FF2B5EF4-FFF2-40B4-BE49-F238E27FC236}">
                <a16:creationId xmlns:a16="http://schemas.microsoft.com/office/drawing/2014/main" id="{78CBE8A8-B02B-425F-8613-137E168C36D8}"/>
              </a:ext>
            </a:extLst>
          </p:cNvPr>
          <p:cNvSpPr/>
          <p:nvPr/>
        </p:nvSpPr>
        <p:spPr>
          <a:xfrm>
            <a:off x="7153262" y="1409820"/>
            <a:ext cx="3841091" cy="209510"/>
          </a:xfrm>
          <a:prstGeom prst="rect">
            <a:avLst/>
          </a:prstGeom>
          <a:solidFill>
            <a:schemeClr val="accent2"/>
          </a:solidFill>
          <a:ln w="9525"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100" b="1" i="0" u="none" strike="noStrike" kern="0" cap="small" spc="0" normalizeH="0" noProof="0" dirty="0">
                <a:ln>
                  <a:noFill/>
                </a:ln>
                <a:solidFill>
                  <a:schemeClr val="bg1"/>
                </a:solidFill>
                <a:effectLst/>
                <a:uLnTx/>
                <a:uFillTx/>
                <a:latin typeface="+mj-lt"/>
                <a:ea typeface="+mn-ea"/>
                <a:cs typeface="Arial" pitchFamily="34" charset="0"/>
              </a:rPr>
              <a:t>Preparation &amp; Submission of RFP Document</a:t>
            </a:r>
          </a:p>
        </p:txBody>
      </p:sp>
      <p:sp>
        <p:nvSpPr>
          <p:cNvPr id="94" name="TextBox 93">
            <a:extLst>
              <a:ext uri="{FF2B5EF4-FFF2-40B4-BE49-F238E27FC236}">
                <a16:creationId xmlns:a16="http://schemas.microsoft.com/office/drawing/2014/main" id="{399C582D-81E7-440B-9C59-2FCDBED3D337}"/>
              </a:ext>
            </a:extLst>
          </p:cNvPr>
          <p:cNvSpPr txBox="1"/>
          <p:nvPr/>
        </p:nvSpPr>
        <p:spPr>
          <a:xfrm>
            <a:off x="10055139" y="4419708"/>
            <a:ext cx="614095" cy="123111"/>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800" i="0" u="none" strike="noStrike" kern="0" cap="none" spc="0" normalizeH="0" baseline="0" noProof="0" dirty="0">
                <a:ln>
                  <a:noFill/>
                </a:ln>
                <a:solidFill>
                  <a:srgbClr val="0097A9">
                    <a:lumMod val="75000"/>
                  </a:srgbClr>
                </a:solidFill>
                <a:effectLst/>
                <a:uLnTx/>
                <a:uFillTx/>
                <a:latin typeface="Verdana" panose="020B0604030504040204" pitchFamily="34" charset="0"/>
                <a:ea typeface="Verdana" panose="020B0604030504040204" pitchFamily="34" charset="0"/>
                <a:cs typeface="Arial" panose="020B0604020202020204" pitchFamily="34" charset="0"/>
              </a:rPr>
              <a:t>RFP</a:t>
            </a:r>
            <a:endParaRPr kumimoji="0" lang="en-IN" sz="800" i="0" u="none" strike="noStrike" kern="0" cap="none" spc="0" normalizeH="0" baseline="0" noProof="0" dirty="0">
              <a:ln>
                <a:noFill/>
              </a:ln>
              <a:solidFill>
                <a:schemeClr val="bg1">
                  <a:lumMod val="50000"/>
                </a:schemeClr>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99" name="Freeform 818">
            <a:extLst>
              <a:ext uri="{FF2B5EF4-FFF2-40B4-BE49-F238E27FC236}">
                <a16:creationId xmlns:a16="http://schemas.microsoft.com/office/drawing/2014/main" id="{A88B8CA7-CB85-4B7F-AE51-3B75F17989E2}"/>
              </a:ext>
            </a:extLst>
          </p:cNvPr>
          <p:cNvSpPr>
            <a:spLocks noEditPoints="1"/>
          </p:cNvSpPr>
          <p:nvPr/>
        </p:nvSpPr>
        <p:spPr bwMode="auto">
          <a:xfrm>
            <a:off x="10272187" y="4226477"/>
            <a:ext cx="180000" cy="180000"/>
          </a:xfrm>
          <a:custGeom>
            <a:avLst/>
            <a:gdLst>
              <a:gd name="T0" fmla="*/ 86 w 299"/>
              <a:gd name="T1" fmla="*/ 64 h 298"/>
              <a:gd name="T2" fmla="*/ 118 w 299"/>
              <a:gd name="T3" fmla="*/ 32 h 298"/>
              <a:gd name="T4" fmla="*/ 86 w 299"/>
              <a:gd name="T5" fmla="*/ 0 h 298"/>
              <a:gd name="T6" fmla="*/ 54 w 299"/>
              <a:gd name="T7" fmla="*/ 32 h 298"/>
              <a:gd name="T8" fmla="*/ 86 w 299"/>
              <a:gd name="T9" fmla="*/ 64 h 298"/>
              <a:gd name="T10" fmla="*/ 86 w 299"/>
              <a:gd name="T11" fmla="*/ 21 h 298"/>
              <a:gd name="T12" fmla="*/ 96 w 299"/>
              <a:gd name="T13" fmla="*/ 32 h 298"/>
              <a:gd name="T14" fmla="*/ 86 w 299"/>
              <a:gd name="T15" fmla="*/ 42 h 298"/>
              <a:gd name="T16" fmla="*/ 75 w 299"/>
              <a:gd name="T17" fmla="*/ 32 h 298"/>
              <a:gd name="T18" fmla="*/ 86 w 299"/>
              <a:gd name="T19" fmla="*/ 21 h 298"/>
              <a:gd name="T20" fmla="*/ 288 w 299"/>
              <a:gd name="T21" fmla="*/ 149 h 298"/>
              <a:gd name="T22" fmla="*/ 267 w 299"/>
              <a:gd name="T23" fmla="*/ 149 h 298"/>
              <a:gd name="T24" fmla="*/ 267 w 299"/>
              <a:gd name="T25" fmla="*/ 96 h 298"/>
              <a:gd name="T26" fmla="*/ 256 w 299"/>
              <a:gd name="T27" fmla="*/ 85 h 298"/>
              <a:gd name="T28" fmla="*/ 171 w 299"/>
              <a:gd name="T29" fmla="*/ 85 h 298"/>
              <a:gd name="T30" fmla="*/ 160 w 299"/>
              <a:gd name="T31" fmla="*/ 96 h 298"/>
              <a:gd name="T32" fmla="*/ 160 w 299"/>
              <a:gd name="T33" fmla="*/ 149 h 298"/>
              <a:gd name="T34" fmla="*/ 139 w 299"/>
              <a:gd name="T35" fmla="*/ 149 h 298"/>
              <a:gd name="T36" fmla="*/ 139 w 299"/>
              <a:gd name="T37" fmla="*/ 96 h 298"/>
              <a:gd name="T38" fmla="*/ 128 w 299"/>
              <a:gd name="T39" fmla="*/ 85 h 298"/>
              <a:gd name="T40" fmla="*/ 43 w 299"/>
              <a:gd name="T41" fmla="*/ 85 h 298"/>
              <a:gd name="T42" fmla="*/ 32 w 299"/>
              <a:gd name="T43" fmla="*/ 96 h 298"/>
              <a:gd name="T44" fmla="*/ 32 w 299"/>
              <a:gd name="T45" fmla="*/ 149 h 298"/>
              <a:gd name="T46" fmla="*/ 11 w 299"/>
              <a:gd name="T47" fmla="*/ 149 h 298"/>
              <a:gd name="T48" fmla="*/ 0 w 299"/>
              <a:gd name="T49" fmla="*/ 160 h 298"/>
              <a:gd name="T50" fmla="*/ 11 w 299"/>
              <a:gd name="T51" fmla="*/ 170 h 298"/>
              <a:gd name="T52" fmla="*/ 11 w 299"/>
              <a:gd name="T53" fmla="*/ 288 h 298"/>
              <a:gd name="T54" fmla="*/ 22 w 299"/>
              <a:gd name="T55" fmla="*/ 298 h 298"/>
              <a:gd name="T56" fmla="*/ 278 w 299"/>
              <a:gd name="T57" fmla="*/ 298 h 298"/>
              <a:gd name="T58" fmla="*/ 288 w 299"/>
              <a:gd name="T59" fmla="*/ 288 h 298"/>
              <a:gd name="T60" fmla="*/ 288 w 299"/>
              <a:gd name="T61" fmla="*/ 170 h 298"/>
              <a:gd name="T62" fmla="*/ 299 w 299"/>
              <a:gd name="T63" fmla="*/ 160 h 298"/>
              <a:gd name="T64" fmla="*/ 288 w 299"/>
              <a:gd name="T65" fmla="*/ 149 h 298"/>
              <a:gd name="T66" fmla="*/ 182 w 299"/>
              <a:gd name="T67" fmla="*/ 106 h 298"/>
              <a:gd name="T68" fmla="*/ 246 w 299"/>
              <a:gd name="T69" fmla="*/ 106 h 298"/>
              <a:gd name="T70" fmla="*/ 246 w 299"/>
              <a:gd name="T71" fmla="*/ 149 h 298"/>
              <a:gd name="T72" fmla="*/ 182 w 299"/>
              <a:gd name="T73" fmla="*/ 149 h 298"/>
              <a:gd name="T74" fmla="*/ 182 w 299"/>
              <a:gd name="T75" fmla="*/ 106 h 298"/>
              <a:gd name="T76" fmla="*/ 54 w 299"/>
              <a:gd name="T77" fmla="*/ 106 h 298"/>
              <a:gd name="T78" fmla="*/ 118 w 299"/>
              <a:gd name="T79" fmla="*/ 106 h 298"/>
              <a:gd name="T80" fmla="*/ 118 w 299"/>
              <a:gd name="T81" fmla="*/ 149 h 298"/>
              <a:gd name="T82" fmla="*/ 54 w 299"/>
              <a:gd name="T83" fmla="*/ 149 h 298"/>
              <a:gd name="T84" fmla="*/ 54 w 299"/>
              <a:gd name="T85" fmla="*/ 106 h 298"/>
              <a:gd name="T86" fmla="*/ 267 w 299"/>
              <a:gd name="T87" fmla="*/ 277 h 298"/>
              <a:gd name="T88" fmla="*/ 32 w 299"/>
              <a:gd name="T89" fmla="*/ 277 h 298"/>
              <a:gd name="T90" fmla="*/ 32 w 299"/>
              <a:gd name="T91" fmla="*/ 170 h 298"/>
              <a:gd name="T92" fmla="*/ 267 w 299"/>
              <a:gd name="T93" fmla="*/ 170 h 298"/>
              <a:gd name="T94" fmla="*/ 267 w 299"/>
              <a:gd name="T95" fmla="*/ 277 h 298"/>
              <a:gd name="T96" fmla="*/ 214 w 299"/>
              <a:gd name="T97" fmla="*/ 64 h 298"/>
              <a:gd name="T98" fmla="*/ 246 w 299"/>
              <a:gd name="T99" fmla="*/ 32 h 298"/>
              <a:gd name="T100" fmla="*/ 214 w 299"/>
              <a:gd name="T101" fmla="*/ 0 h 298"/>
              <a:gd name="T102" fmla="*/ 182 w 299"/>
              <a:gd name="T103" fmla="*/ 32 h 298"/>
              <a:gd name="T104" fmla="*/ 214 w 299"/>
              <a:gd name="T105" fmla="*/ 64 h 298"/>
              <a:gd name="T106" fmla="*/ 214 w 299"/>
              <a:gd name="T107" fmla="*/ 21 h 298"/>
              <a:gd name="T108" fmla="*/ 224 w 299"/>
              <a:gd name="T109" fmla="*/ 32 h 298"/>
              <a:gd name="T110" fmla="*/ 214 w 299"/>
              <a:gd name="T111" fmla="*/ 42 h 298"/>
              <a:gd name="T112" fmla="*/ 203 w 299"/>
              <a:gd name="T113" fmla="*/ 32 h 298"/>
              <a:gd name="T114" fmla="*/ 214 w 299"/>
              <a:gd name="T115" fmla="*/ 21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99" h="298">
                <a:moveTo>
                  <a:pt x="86" y="64"/>
                </a:moveTo>
                <a:cubicBezTo>
                  <a:pt x="103" y="64"/>
                  <a:pt x="118" y="49"/>
                  <a:pt x="118" y="32"/>
                </a:cubicBezTo>
                <a:cubicBezTo>
                  <a:pt x="118" y="14"/>
                  <a:pt x="103" y="0"/>
                  <a:pt x="86" y="0"/>
                </a:cubicBezTo>
                <a:cubicBezTo>
                  <a:pt x="68" y="0"/>
                  <a:pt x="54" y="14"/>
                  <a:pt x="54" y="32"/>
                </a:cubicBezTo>
                <a:cubicBezTo>
                  <a:pt x="54" y="49"/>
                  <a:pt x="68" y="64"/>
                  <a:pt x="86" y="64"/>
                </a:cubicBezTo>
                <a:close/>
                <a:moveTo>
                  <a:pt x="86" y="21"/>
                </a:moveTo>
                <a:cubicBezTo>
                  <a:pt x="92" y="21"/>
                  <a:pt x="96" y="26"/>
                  <a:pt x="96" y="32"/>
                </a:cubicBezTo>
                <a:cubicBezTo>
                  <a:pt x="96" y="38"/>
                  <a:pt x="92" y="42"/>
                  <a:pt x="86" y="42"/>
                </a:cubicBezTo>
                <a:cubicBezTo>
                  <a:pt x="80" y="42"/>
                  <a:pt x="75" y="38"/>
                  <a:pt x="75" y="32"/>
                </a:cubicBezTo>
                <a:cubicBezTo>
                  <a:pt x="75" y="26"/>
                  <a:pt x="80" y="21"/>
                  <a:pt x="86" y="21"/>
                </a:cubicBezTo>
                <a:close/>
                <a:moveTo>
                  <a:pt x="288" y="149"/>
                </a:moveTo>
                <a:cubicBezTo>
                  <a:pt x="267" y="149"/>
                  <a:pt x="267" y="149"/>
                  <a:pt x="267" y="149"/>
                </a:cubicBezTo>
                <a:cubicBezTo>
                  <a:pt x="267" y="96"/>
                  <a:pt x="267" y="96"/>
                  <a:pt x="267" y="96"/>
                </a:cubicBezTo>
                <a:cubicBezTo>
                  <a:pt x="267" y="90"/>
                  <a:pt x="262" y="85"/>
                  <a:pt x="256" y="85"/>
                </a:cubicBezTo>
                <a:cubicBezTo>
                  <a:pt x="171" y="85"/>
                  <a:pt x="171" y="85"/>
                  <a:pt x="171" y="85"/>
                </a:cubicBezTo>
                <a:cubicBezTo>
                  <a:pt x="165" y="85"/>
                  <a:pt x="160" y="90"/>
                  <a:pt x="160" y="96"/>
                </a:cubicBezTo>
                <a:cubicBezTo>
                  <a:pt x="160" y="149"/>
                  <a:pt x="160" y="149"/>
                  <a:pt x="160" y="149"/>
                </a:cubicBezTo>
                <a:cubicBezTo>
                  <a:pt x="139" y="149"/>
                  <a:pt x="139" y="149"/>
                  <a:pt x="139" y="149"/>
                </a:cubicBezTo>
                <a:cubicBezTo>
                  <a:pt x="139" y="96"/>
                  <a:pt x="139" y="96"/>
                  <a:pt x="139" y="96"/>
                </a:cubicBezTo>
                <a:cubicBezTo>
                  <a:pt x="139" y="90"/>
                  <a:pt x="134" y="85"/>
                  <a:pt x="128" y="85"/>
                </a:cubicBezTo>
                <a:cubicBezTo>
                  <a:pt x="43" y="85"/>
                  <a:pt x="43" y="85"/>
                  <a:pt x="43" y="85"/>
                </a:cubicBezTo>
                <a:cubicBezTo>
                  <a:pt x="37" y="85"/>
                  <a:pt x="32" y="90"/>
                  <a:pt x="32" y="96"/>
                </a:cubicBezTo>
                <a:cubicBezTo>
                  <a:pt x="32" y="149"/>
                  <a:pt x="32" y="149"/>
                  <a:pt x="32" y="149"/>
                </a:cubicBezTo>
                <a:cubicBezTo>
                  <a:pt x="11" y="149"/>
                  <a:pt x="11" y="149"/>
                  <a:pt x="11" y="149"/>
                </a:cubicBezTo>
                <a:cubicBezTo>
                  <a:pt x="5" y="149"/>
                  <a:pt x="0" y="154"/>
                  <a:pt x="0" y="160"/>
                </a:cubicBezTo>
                <a:cubicBezTo>
                  <a:pt x="0" y="166"/>
                  <a:pt x="6" y="170"/>
                  <a:pt x="11" y="170"/>
                </a:cubicBezTo>
                <a:cubicBezTo>
                  <a:pt x="11" y="288"/>
                  <a:pt x="11" y="288"/>
                  <a:pt x="11" y="288"/>
                </a:cubicBezTo>
                <a:cubicBezTo>
                  <a:pt x="11" y="294"/>
                  <a:pt x="16" y="298"/>
                  <a:pt x="22" y="298"/>
                </a:cubicBezTo>
                <a:cubicBezTo>
                  <a:pt x="278" y="298"/>
                  <a:pt x="278" y="298"/>
                  <a:pt x="278" y="298"/>
                </a:cubicBezTo>
                <a:cubicBezTo>
                  <a:pt x="284" y="298"/>
                  <a:pt x="288" y="294"/>
                  <a:pt x="288" y="288"/>
                </a:cubicBezTo>
                <a:cubicBezTo>
                  <a:pt x="288" y="170"/>
                  <a:pt x="288" y="170"/>
                  <a:pt x="288" y="170"/>
                </a:cubicBezTo>
                <a:cubicBezTo>
                  <a:pt x="294" y="170"/>
                  <a:pt x="299" y="166"/>
                  <a:pt x="299" y="160"/>
                </a:cubicBezTo>
                <a:cubicBezTo>
                  <a:pt x="299" y="154"/>
                  <a:pt x="294" y="149"/>
                  <a:pt x="288" y="149"/>
                </a:cubicBezTo>
                <a:close/>
                <a:moveTo>
                  <a:pt x="182" y="106"/>
                </a:moveTo>
                <a:cubicBezTo>
                  <a:pt x="246" y="106"/>
                  <a:pt x="246" y="106"/>
                  <a:pt x="246" y="106"/>
                </a:cubicBezTo>
                <a:cubicBezTo>
                  <a:pt x="246" y="149"/>
                  <a:pt x="246" y="149"/>
                  <a:pt x="246" y="149"/>
                </a:cubicBezTo>
                <a:cubicBezTo>
                  <a:pt x="182" y="149"/>
                  <a:pt x="182" y="149"/>
                  <a:pt x="182" y="149"/>
                </a:cubicBezTo>
                <a:lnTo>
                  <a:pt x="182" y="106"/>
                </a:lnTo>
                <a:close/>
                <a:moveTo>
                  <a:pt x="54" y="106"/>
                </a:moveTo>
                <a:cubicBezTo>
                  <a:pt x="118" y="106"/>
                  <a:pt x="118" y="106"/>
                  <a:pt x="118" y="106"/>
                </a:cubicBezTo>
                <a:cubicBezTo>
                  <a:pt x="118" y="149"/>
                  <a:pt x="118" y="149"/>
                  <a:pt x="118" y="149"/>
                </a:cubicBezTo>
                <a:cubicBezTo>
                  <a:pt x="54" y="149"/>
                  <a:pt x="54" y="149"/>
                  <a:pt x="54" y="149"/>
                </a:cubicBezTo>
                <a:lnTo>
                  <a:pt x="54" y="106"/>
                </a:lnTo>
                <a:close/>
                <a:moveTo>
                  <a:pt x="267" y="277"/>
                </a:moveTo>
                <a:cubicBezTo>
                  <a:pt x="32" y="277"/>
                  <a:pt x="32" y="277"/>
                  <a:pt x="32" y="277"/>
                </a:cubicBezTo>
                <a:cubicBezTo>
                  <a:pt x="32" y="170"/>
                  <a:pt x="32" y="170"/>
                  <a:pt x="32" y="170"/>
                </a:cubicBezTo>
                <a:cubicBezTo>
                  <a:pt x="267" y="170"/>
                  <a:pt x="267" y="170"/>
                  <a:pt x="267" y="170"/>
                </a:cubicBezTo>
                <a:lnTo>
                  <a:pt x="267" y="277"/>
                </a:lnTo>
                <a:close/>
                <a:moveTo>
                  <a:pt x="214" y="64"/>
                </a:moveTo>
                <a:cubicBezTo>
                  <a:pt x="231" y="64"/>
                  <a:pt x="246" y="49"/>
                  <a:pt x="246" y="32"/>
                </a:cubicBezTo>
                <a:cubicBezTo>
                  <a:pt x="246" y="14"/>
                  <a:pt x="231" y="0"/>
                  <a:pt x="214" y="0"/>
                </a:cubicBezTo>
                <a:cubicBezTo>
                  <a:pt x="196" y="0"/>
                  <a:pt x="182" y="14"/>
                  <a:pt x="182" y="32"/>
                </a:cubicBezTo>
                <a:cubicBezTo>
                  <a:pt x="182" y="49"/>
                  <a:pt x="196" y="64"/>
                  <a:pt x="214" y="64"/>
                </a:cubicBezTo>
                <a:close/>
                <a:moveTo>
                  <a:pt x="214" y="21"/>
                </a:moveTo>
                <a:cubicBezTo>
                  <a:pt x="220" y="21"/>
                  <a:pt x="224" y="26"/>
                  <a:pt x="224" y="32"/>
                </a:cubicBezTo>
                <a:cubicBezTo>
                  <a:pt x="224" y="38"/>
                  <a:pt x="220" y="42"/>
                  <a:pt x="214" y="42"/>
                </a:cubicBezTo>
                <a:cubicBezTo>
                  <a:pt x="208" y="42"/>
                  <a:pt x="203" y="38"/>
                  <a:pt x="203" y="32"/>
                </a:cubicBezTo>
                <a:cubicBezTo>
                  <a:pt x="203" y="26"/>
                  <a:pt x="208" y="21"/>
                  <a:pt x="214" y="21"/>
                </a:cubicBezTo>
                <a:close/>
              </a:path>
            </a:pathLst>
          </a:custGeom>
          <a:solidFill>
            <a:srgbClr val="00B050"/>
          </a:solidFill>
          <a:ln w="12700">
            <a:solidFill>
              <a:srgbClr val="00B050"/>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128016" tIns="64009" rIns="128016" bIns="64009" numCol="1" anchor="t" anchorCtr="0" compatLnSpc="1">
            <a:prstTxWarp prst="textNoShape">
              <a:avLst/>
            </a:prstTxWarp>
          </a:bodyPr>
          <a:lstStyle/>
          <a:p>
            <a:endParaRPr lang="en-GB" sz="800" dirty="0">
              <a:latin typeface="Verdana" panose="020B0604030504040204" pitchFamily="34" charset="0"/>
              <a:ea typeface="Verdana" panose="020B0604030504040204" pitchFamily="34" charset="0"/>
            </a:endParaRPr>
          </a:p>
        </p:txBody>
      </p:sp>
      <p:sp>
        <p:nvSpPr>
          <p:cNvPr id="100" name="Flowchart: Decision 99">
            <a:extLst>
              <a:ext uri="{FF2B5EF4-FFF2-40B4-BE49-F238E27FC236}">
                <a16:creationId xmlns:a16="http://schemas.microsoft.com/office/drawing/2014/main" id="{5B8FCDC8-5EF1-42D3-BEFF-8BB97DB9000C}"/>
              </a:ext>
            </a:extLst>
          </p:cNvPr>
          <p:cNvSpPr/>
          <p:nvPr/>
        </p:nvSpPr>
        <p:spPr bwMode="gray">
          <a:xfrm rot="5400000">
            <a:off x="1580217" y="2574418"/>
            <a:ext cx="137160" cy="137160"/>
          </a:xfrm>
          <a:prstGeom prst="flowChartDecision">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55" name="Flowchart: Decision 54"/>
          <p:cNvSpPr/>
          <p:nvPr/>
        </p:nvSpPr>
        <p:spPr bwMode="gray">
          <a:xfrm rot="5400000">
            <a:off x="5348092" y="3503814"/>
            <a:ext cx="137160" cy="137160"/>
          </a:xfrm>
          <a:prstGeom prst="flowChartDecision">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03" name="Text Placeholder 18">
            <a:extLst>
              <a:ext uri="{FF2B5EF4-FFF2-40B4-BE49-F238E27FC236}">
                <a16:creationId xmlns:a16="http://schemas.microsoft.com/office/drawing/2014/main" id="{334C91E5-4147-4EBC-B8C8-2492F5C436EF}"/>
              </a:ext>
            </a:extLst>
          </p:cNvPr>
          <p:cNvSpPr>
            <a:spLocks noGrp="1"/>
          </p:cNvSpPr>
          <p:nvPr>
            <p:custDataLst>
              <p:tags r:id="rId7"/>
            </p:custDataLst>
          </p:nvPr>
        </p:nvSpPr>
        <p:spPr bwMode="auto">
          <a:xfrm>
            <a:off x="8097806" y="1888327"/>
            <a:ext cx="1444359" cy="134596"/>
          </a:xfrm>
          <a:prstGeom prst="rect">
            <a:avLst/>
          </a:prstGeom>
          <a:solidFill>
            <a:schemeClr val="accent2">
              <a:lumMod val="20000"/>
              <a:lumOff val="80000"/>
            </a:schemeClr>
          </a:solidFill>
          <a:ln w="9525" algn="ctr">
            <a:solidFill>
              <a:schemeClr val="tx1"/>
            </a:solidFill>
          </a:ln>
        </p:spPr>
        <p:txBody>
          <a:bodyPr vert="horz" wrap="none" lIns="0" tIns="23813" rIns="0" bIns="23813" numCol="1" spcCol="0" rtlCol="0" anchor="ctr" anchorCtr="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1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lang="en-GB" sz="900" b="1" dirty="0">
                <a:solidFill>
                  <a:prstClr val="black"/>
                </a:solidFill>
                <a:latin typeface="Verdana"/>
                <a:sym typeface="+mn-lt"/>
              </a:rPr>
              <a:t>W6</a:t>
            </a:r>
            <a:endParaRPr kumimoji="0" lang="en-GB" sz="900" b="1" i="0" u="none" strike="noStrike" kern="1200" cap="none" spc="0" normalizeH="0" baseline="0" noProof="0" dirty="0">
              <a:ln>
                <a:noFill/>
              </a:ln>
              <a:solidFill>
                <a:prstClr val="black"/>
              </a:solidFill>
              <a:effectLst/>
              <a:uLnTx/>
              <a:uFillTx/>
              <a:latin typeface="Verdana"/>
              <a:ea typeface="+mn-ea"/>
              <a:cs typeface="+mn-cs"/>
              <a:sym typeface="+mn-lt"/>
            </a:endParaRPr>
          </a:p>
        </p:txBody>
      </p:sp>
      <p:sp>
        <p:nvSpPr>
          <p:cNvPr id="104" name="Text Placeholder 18">
            <a:extLst>
              <a:ext uri="{FF2B5EF4-FFF2-40B4-BE49-F238E27FC236}">
                <a16:creationId xmlns:a16="http://schemas.microsoft.com/office/drawing/2014/main" id="{C58CCC72-2401-472C-93EE-CC37975EF697}"/>
              </a:ext>
            </a:extLst>
          </p:cNvPr>
          <p:cNvSpPr>
            <a:spLocks noGrp="1"/>
          </p:cNvSpPr>
          <p:nvPr>
            <p:custDataLst>
              <p:tags r:id="rId8"/>
            </p:custDataLst>
          </p:nvPr>
        </p:nvSpPr>
        <p:spPr bwMode="auto">
          <a:xfrm>
            <a:off x="9544777" y="1888417"/>
            <a:ext cx="1444359" cy="134596"/>
          </a:xfrm>
          <a:prstGeom prst="rect">
            <a:avLst/>
          </a:prstGeom>
          <a:solidFill>
            <a:schemeClr val="accent2">
              <a:lumMod val="20000"/>
              <a:lumOff val="80000"/>
            </a:schemeClr>
          </a:solidFill>
          <a:ln w="9525" algn="ctr">
            <a:solidFill>
              <a:schemeClr val="tx1"/>
            </a:solidFill>
          </a:ln>
        </p:spPr>
        <p:txBody>
          <a:bodyPr vert="horz" wrap="none" lIns="0" tIns="23813" rIns="0" bIns="23813" numCol="1" spcCol="0" rtlCol="0" anchor="ctr" anchorCtr="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1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lang="en-GB" sz="900" b="1" dirty="0">
                <a:solidFill>
                  <a:prstClr val="black"/>
                </a:solidFill>
                <a:latin typeface="Verdana"/>
                <a:sym typeface="+mn-lt"/>
              </a:rPr>
              <a:t>W7</a:t>
            </a:r>
            <a:endParaRPr kumimoji="0" lang="en-GB" sz="900" b="1" i="0" u="none" strike="noStrike" kern="1200" cap="none" spc="0" normalizeH="0" baseline="0" noProof="0" dirty="0">
              <a:ln>
                <a:noFill/>
              </a:ln>
              <a:solidFill>
                <a:prstClr val="black"/>
              </a:solidFill>
              <a:effectLst/>
              <a:uLnTx/>
              <a:uFillTx/>
              <a:latin typeface="Verdana"/>
              <a:ea typeface="+mn-ea"/>
              <a:cs typeface="+mn-cs"/>
              <a:sym typeface="+mn-lt"/>
            </a:endParaRPr>
          </a:p>
        </p:txBody>
      </p:sp>
      <p:sp>
        <p:nvSpPr>
          <p:cNvPr id="110" name="Rectangle 109">
            <a:extLst>
              <a:ext uri="{FF2B5EF4-FFF2-40B4-BE49-F238E27FC236}">
                <a16:creationId xmlns:a16="http://schemas.microsoft.com/office/drawing/2014/main" id="{C714DED2-3200-477C-AF24-D01A28636296}"/>
              </a:ext>
            </a:extLst>
          </p:cNvPr>
          <p:cNvSpPr/>
          <p:nvPr/>
        </p:nvSpPr>
        <p:spPr>
          <a:xfrm rot="16200000">
            <a:off x="-957122" y="3582838"/>
            <a:ext cx="3272110" cy="196323"/>
          </a:xfrm>
          <a:prstGeom prst="rect">
            <a:avLst/>
          </a:prstGeom>
          <a:solidFill>
            <a:schemeClr val="accent2"/>
          </a:solidFill>
          <a:ln w="9525"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000" b="1" i="0" u="none" strike="noStrike" kern="0" cap="small" spc="0" normalizeH="0" noProof="0" dirty="0">
                <a:ln>
                  <a:noFill/>
                </a:ln>
                <a:solidFill>
                  <a:schemeClr val="bg1"/>
                </a:solidFill>
                <a:effectLst/>
                <a:uLnTx/>
                <a:uFillTx/>
                <a:latin typeface="+mj-lt"/>
                <a:ea typeface="+mn-ea"/>
                <a:cs typeface="Arial" pitchFamily="34" charset="0"/>
              </a:rPr>
              <a:t>Activities involving DPL Stakeholders</a:t>
            </a:r>
          </a:p>
        </p:txBody>
      </p:sp>
    </p:spTree>
    <p:extLst>
      <p:ext uri="{BB962C8B-B14F-4D97-AF65-F5344CB8AC3E}">
        <p14:creationId xmlns:p14="http://schemas.microsoft.com/office/powerpoint/2010/main" val="2278504742"/>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5754A7AC-FD2C-4BE4-9AA6-564FDBF20A77}"/>
              </a:ext>
            </a:extLst>
          </p:cNvPr>
          <p:cNvGraphicFramePr>
            <a:graphicFrameLocks noChangeAspect="1"/>
          </p:cNvGraphicFramePr>
          <p:nvPr>
            <p:custDataLst>
              <p:tags r:id="rId1"/>
            </p:custDataLst>
            <p:extLst>
              <p:ext uri="{D42A27DB-BD31-4B8C-83A1-F6EECF244321}">
                <p14:modId xmlns:p14="http://schemas.microsoft.com/office/powerpoint/2010/main" val="24383637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415" imgH="416" progId="TCLayout.ActiveDocument.1">
                  <p:embed/>
                </p:oleObj>
              </mc:Choice>
              <mc:Fallback>
                <p:oleObj name="think-cell Slide" r:id="rId15" imgW="415" imgH="416" progId="TCLayout.ActiveDocument.1">
                  <p:embed/>
                  <p:pic>
                    <p:nvPicPr>
                      <p:cNvPr id="9" name="Object 8" hidden="1">
                        <a:extLst>
                          <a:ext uri="{FF2B5EF4-FFF2-40B4-BE49-F238E27FC236}">
                            <a16:creationId xmlns:a16="http://schemas.microsoft.com/office/drawing/2014/main" id="{5754A7AC-FD2C-4BE4-9AA6-564FDBF20A77}"/>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cxnSp>
        <p:nvCxnSpPr>
          <p:cNvPr id="176" name="Straight Connector 175">
            <a:extLst>
              <a:ext uri="{FF2B5EF4-FFF2-40B4-BE49-F238E27FC236}">
                <a16:creationId xmlns:a16="http://schemas.microsoft.com/office/drawing/2014/main" id="{2FAF35C2-0E8B-4E9F-9A3A-A35FA16FC64A}"/>
              </a:ext>
            </a:extLst>
          </p:cNvPr>
          <p:cNvCxnSpPr>
            <a:cxnSpLocks/>
            <a:stCxn id="103" idx="2"/>
            <a:endCxn id="141" idx="1"/>
          </p:cNvCxnSpPr>
          <p:nvPr/>
        </p:nvCxnSpPr>
        <p:spPr>
          <a:xfrm>
            <a:off x="4941500" y="2005289"/>
            <a:ext cx="17642" cy="13916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a:cxnSpLocks/>
          </p:cNvCxnSpPr>
          <p:nvPr/>
        </p:nvCxnSpPr>
        <p:spPr>
          <a:xfrm>
            <a:off x="3050093" y="1826680"/>
            <a:ext cx="14368" cy="16511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 Placeholder 1"/>
          <p:cNvSpPr>
            <a:spLocks noGrp="1"/>
          </p:cNvSpPr>
          <p:nvPr>
            <p:ph type="body" sz="quarter" idx="13"/>
          </p:nvPr>
        </p:nvSpPr>
        <p:spPr/>
        <p:txBody>
          <a:bodyPr/>
          <a:lstStyle/>
          <a:p>
            <a:pPr algn="just"/>
            <a:r>
              <a:rPr lang="en-US" dirty="0"/>
              <a:t>A structured approach to engaging key stakeholders across the organization based on a focused communication cadence, through local teams (for data collection) and use of various communication media to facilitate interactions</a:t>
            </a:r>
            <a:endParaRPr lang="en-IN" dirty="0"/>
          </a:p>
        </p:txBody>
      </p:sp>
      <p:sp>
        <p:nvSpPr>
          <p:cNvPr id="6" name="Title 5"/>
          <p:cNvSpPr>
            <a:spLocks noGrp="1"/>
          </p:cNvSpPr>
          <p:nvPr>
            <p:ph type="title"/>
          </p:nvPr>
        </p:nvSpPr>
        <p:spPr/>
        <p:txBody>
          <a:bodyPr vert="horz"/>
          <a:lstStyle/>
          <a:p>
            <a:r>
              <a:rPr lang="en-US" dirty="0"/>
              <a:t>Work Plan (Week 8 onwards)</a:t>
            </a:r>
            <a:endParaRPr lang="en-GB" dirty="0"/>
          </a:p>
        </p:txBody>
      </p:sp>
      <p:cxnSp>
        <p:nvCxnSpPr>
          <p:cNvPr id="15" name="Straight Connector 14"/>
          <p:cNvCxnSpPr/>
          <p:nvPr/>
        </p:nvCxnSpPr>
        <p:spPr>
          <a:xfrm flipH="1">
            <a:off x="7361010" y="1572048"/>
            <a:ext cx="1948" cy="374904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H="1">
            <a:off x="4450023" y="1559479"/>
            <a:ext cx="1948" cy="374904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a:off x="5415985" y="1559479"/>
            <a:ext cx="1948" cy="374904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H="1">
            <a:off x="6382951" y="1559479"/>
            <a:ext cx="1948" cy="374904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H="1">
            <a:off x="1548164" y="1559479"/>
            <a:ext cx="1948" cy="374904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2509819" y="1559479"/>
            <a:ext cx="1948" cy="374904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a:off x="3480412" y="1559479"/>
            <a:ext cx="1948" cy="374904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646012" y="1698858"/>
            <a:ext cx="2016000"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p:cNvCxnSpPr>
            <a:cxnSpLocks/>
            <a:endCxn id="138" idx="2"/>
          </p:cNvCxnSpPr>
          <p:nvPr/>
        </p:nvCxnSpPr>
        <p:spPr>
          <a:xfrm>
            <a:off x="1054963" y="2867340"/>
            <a:ext cx="1396235" cy="3899"/>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31" name="TextBox 30"/>
          <p:cNvSpPr txBox="1"/>
          <p:nvPr/>
        </p:nvSpPr>
        <p:spPr>
          <a:xfrm>
            <a:off x="5163575" y="4778610"/>
            <a:ext cx="2415659" cy="173732"/>
          </a:xfrm>
          <a:prstGeom prst="rect">
            <a:avLst/>
          </a:prstGeom>
          <a:solidFill>
            <a:srgbClr val="86BC25">
              <a:lumMod val="20000"/>
              <a:lumOff val="80000"/>
            </a:srgbClr>
          </a:solid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lang="en-US" sz="1100" b="1" i="1" kern="0" dirty="0">
                <a:solidFill>
                  <a:srgbClr val="313131"/>
                </a:solidFill>
              </a:rPr>
              <a:t>Update Calls / Discussion Meetings</a:t>
            </a:r>
            <a:endParaRPr kumimoji="0" lang="en-IN" sz="1100" b="1" i="1" u="none" strike="noStrike" kern="0" cap="none" spc="0" normalizeH="0" baseline="0" noProof="0" dirty="0">
              <a:ln>
                <a:noFill/>
              </a:ln>
              <a:solidFill>
                <a:srgbClr val="313131"/>
              </a:solidFill>
              <a:effectLst/>
              <a:uLnTx/>
              <a:uFillTx/>
              <a:latin typeface="Arial" panose="020B0604020202020204" pitchFamily="34" charset="0"/>
              <a:cs typeface="Arial" panose="020B0604020202020204" pitchFamily="34" charset="0"/>
            </a:endParaRPr>
          </a:p>
        </p:txBody>
      </p:sp>
      <p:sp>
        <p:nvSpPr>
          <p:cNvPr id="32" name="TextBox 31"/>
          <p:cNvSpPr txBox="1"/>
          <p:nvPr/>
        </p:nvSpPr>
        <p:spPr>
          <a:xfrm>
            <a:off x="611514" y="1629609"/>
            <a:ext cx="900000" cy="138499"/>
          </a:xfrm>
          <a:prstGeom prst="rect">
            <a:avLst/>
          </a:prstGeom>
          <a:solidFill>
            <a:srgbClr val="86BC25">
              <a:lumMod val="20000"/>
              <a:lumOff val="80000"/>
            </a:srgbClr>
          </a:solid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900" b="1" i="1" u="none" strike="noStrike" kern="0" cap="none" spc="0" normalizeH="0" baseline="0" noProof="0" dirty="0">
                <a:ln>
                  <a:noFill/>
                </a:ln>
                <a:solidFill>
                  <a:srgbClr val="313131"/>
                </a:solidFill>
                <a:effectLst/>
                <a:uLnTx/>
                <a:uFillTx/>
                <a:latin typeface="Arial" panose="020B0604020202020204" pitchFamily="34" charset="0"/>
                <a:ea typeface="+mn-ea"/>
                <a:cs typeface="Arial" panose="020B0604020202020204" pitchFamily="34" charset="0"/>
              </a:rPr>
              <a:t>Months</a:t>
            </a:r>
            <a:endParaRPr kumimoji="0" lang="en-IN" sz="900" b="1" i="1" u="none" strike="noStrike" kern="0" cap="none" spc="0" normalizeH="0" baseline="0" noProof="0" dirty="0">
              <a:ln>
                <a:noFill/>
              </a:ln>
              <a:solidFill>
                <a:srgbClr val="313131"/>
              </a:solidFill>
              <a:effectLst/>
              <a:uLnTx/>
              <a:uFillTx/>
              <a:latin typeface="Arial" panose="020B0604020202020204" pitchFamily="34" charset="0"/>
              <a:ea typeface="+mn-ea"/>
              <a:cs typeface="Arial" panose="020B0604020202020204" pitchFamily="34" charset="0"/>
            </a:endParaRPr>
          </a:p>
        </p:txBody>
      </p:sp>
      <p:cxnSp>
        <p:nvCxnSpPr>
          <p:cNvPr id="33" name="Straight Connector 32"/>
          <p:cNvCxnSpPr/>
          <p:nvPr/>
        </p:nvCxnSpPr>
        <p:spPr>
          <a:xfrm flipH="1">
            <a:off x="586509" y="1559479"/>
            <a:ext cx="1948" cy="374904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4" name="Rectangle 33"/>
          <p:cNvSpPr/>
          <p:nvPr/>
        </p:nvSpPr>
        <p:spPr bwMode="gray">
          <a:xfrm>
            <a:off x="330379" y="5498556"/>
            <a:ext cx="10916853" cy="865724"/>
          </a:xfrm>
          <a:prstGeom prst="rect">
            <a:avLst/>
          </a:prstGeom>
          <a:noFill/>
          <a:ln w="3175" algn="ctr">
            <a:solidFill>
              <a:srgbClr val="0097A9"/>
            </a:solidFill>
            <a:miter lim="800000"/>
            <a:headEnd/>
            <a:tailEnd/>
          </a:ln>
        </p:spPr>
        <p:txBody>
          <a:bodyPr wrap="square" lIns="88900" tIns="88900" rIns="88900" bIns="88900" rtlCol="0" anchor="ctr"/>
          <a:lstStyle/>
          <a:p>
            <a:pPr marL="0" marR="0" lvl="0" indent="0" algn="ctr" defTabSz="914400" rtl="0" eaLnBrk="0" fontAlgn="base" latinLnBrk="0" hangingPunct="0">
              <a:lnSpc>
                <a:spcPct val="106000"/>
              </a:lnSpc>
              <a:spcBef>
                <a:spcPct val="0"/>
              </a:spcBef>
              <a:spcAft>
                <a:spcPct val="0"/>
              </a:spcAft>
              <a:buClrTx/>
              <a:buSzTx/>
              <a:buFont typeface="Wingdings 2" pitchFamily="18" charset="2"/>
              <a:buNone/>
              <a:tabLst/>
              <a:defRPr/>
            </a:pPr>
            <a:endParaRPr kumimoji="0" lang="en-IN" sz="16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7" name="TextBox 36"/>
          <p:cNvSpPr txBox="1"/>
          <p:nvPr/>
        </p:nvSpPr>
        <p:spPr>
          <a:xfrm>
            <a:off x="335964" y="5433052"/>
            <a:ext cx="940564" cy="170259"/>
          </a:xfrm>
          <a:prstGeom prst="roundRect">
            <a:avLst/>
          </a:prstGeom>
          <a:solidFill>
            <a:schemeClr val="accent5">
              <a:lumMod val="75000"/>
            </a:schemeClr>
          </a:solidFill>
        </p:spPr>
        <p:txBody>
          <a:bodyPr wrap="square" lIns="0" tIns="0" rIns="0" bIns="0" rtlCol="0">
            <a:spAutoFit/>
          </a:bodyPr>
          <a:lstStyle/>
          <a:p>
            <a:pPr marL="0" marR="0" lvl="0" indent="0" algn="ctr" defTabSz="914400" rtl="0" eaLnBrk="0" fontAlgn="base" latinLnBrk="0" hangingPunct="0">
              <a:lnSpc>
                <a:spcPct val="100000"/>
              </a:lnSpc>
              <a:spcBef>
                <a:spcPts val="115"/>
              </a:spcBef>
              <a:spcAft>
                <a:spcPct val="0"/>
              </a:spcAft>
              <a:buClrTx/>
              <a:buSzPct val="100000"/>
              <a:buFontTx/>
              <a:buNone/>
              <a:tabLst/>
              <a:defRPr/>
            </a:pPr>
            <a:r>
              <a:rPr kumimoji="0" lang="en-US" sz="1000" b="1" i="0" u="none" strike="noStrike" kern="1200" cap="none" spc="0" normalizeH="0" baseline="0" noProof="0" dirty="0">
                <a:ln>
                  <a:noFill/>
                </a:ln>
                <a:solidFill>
                  <a:schemeClr val="bg1"/>
                </a:solidFill>
                <a:effectLst/>
                <a:uLnTx/>
                <a:uFillTx/>
                <a:latin typeface="Verdana"/>
                <a:ea typeface="+mn-ea"/>
                <a:cs typeface="Arial" panose="020B0604020202020204" pitchFamily="34" charset="0"/>
              </a:rPr>
              <a:t>Legend</a:t>
            </a:r>
            <a:endParaRPr kumimoji="0" lang="en-IN" sz="1000" b="1" i="0" u="none" strike="noStrike" kern="1200" cap="none" spc="0" normalizeH="0" baseline="0" noProof="0" dirty="0">
              <a:ln>
                <a:noFill/>
              </a:ln>
              <a:solidFill>
                <a:schemeClr val="bg1"/>
              </a:solidFill>
              <a:effectLst/>
              <a:uLnTx/>
              <a:uFillTx/>
              <a:latin typeface="Verdana"/>
              <a:ea typeface="+mn-ea"/>
              <a:cs typeface="Arial" panose="020B0604020202020204" pitchFamily="34" charset="0"/>
            </a:endParaRPr>
          </a:p>
        </p:txBody>
      </p:sp>
      <p:sp>
        <p:nvSpPr>
          <p:cNvPr id="56" name="TextBox 55"/>
          <p:cNvSpPr txBox="1"/>
          <p:nvPr/>
        </p:nvSpPr>
        <p:spPr>
          <a:xfrm>
            <a:off x="1100421" y="2559110"/>
            <a:ext cx="1382201" cy="246221"/>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Aft>
                <a:spcPts val="0"/>
              </a:spcAft>
              <a:buClrTx/>
              <a:buSzPct val="100000"/>
              <a:buFontTx/>
              <a:buNone/>
              <a:tabLst/>
              <a:defRPr/>
            </a:pPr>
            <a:r>
              <a:rPr kumimoji="0" lang="en-US" sz="800" i="0" u="none" strike="noStrike" kern="0" cap="none" spc="0" normalizeH="0" baseline="0" noProof="0" dirty="0">
                <a:ln>
                  <a:noFill/>
                </a:ln>
                <a:solidFill>
                  <a:srgbClr val="0097A9">
                    <a:lumMod val="75000"/>
                  </a:srgbClr>
                </a:solidFill>
                <a:effectLst/>
                <a:uLnTx/>
                <a:uFillTx/>
                <a:latin typeface="Verdana" panose="020B0604030504040204" pitchFamily="34" charset="0"/>
                <a:ea typeface="Verdana" panose="020B0604030504040204" pitchFamily="34" charset="0"/>
                <a:cs typeface="Arial" panose="020B0604020202020204" pitchFamily="34" charset="0"/>
              </a:rPr>
              <a:t>Assistance in </a:t>
            </a:r>
          </a:p>
          <a:p>
            <a:pPr marL="0" marR="0" lvl="0" indent="0" algn="ctr" defTabSz="914400" rtl="0" eaLnBrk="1" fontAlgn="auto" latinLnBrk="0" hangingPunct="1">
              <a:lnSpc>
                <a:spcPct val="100000"/>
              </a:lnSpc>
              <a:spcAft>
                <a:spcPts val="0"/>
              </a:spcAft>
              <a:buClrTx/>
              <a:buSzPct val="100000"/>
              <a:buFontTx/>
              <a:buNone/>
              <a:tabLst/>
              <a:defRPr/>
            </a:pPr>
            <a:r>
              <a:rPr kumimoji="0" lang="en-US" sz="800" i="0" u="none" strike="noStrike" kern="0" cap="none" spc="0" normalizeH="0" baseline="0" noProof="0" dirty="0">
                <a:ln>
                  <a:noFill/>
                </a:ln>
                <a:solidFill>
                  <a:srgbClr val="0097A9">
                    <a:lumMod val="75000"/>
                  </a:srgbClr>
                </a:solidFill>
                <a:effectLst/>
                <a:uLnTx/>
                <a:uFillTx/>
                <a:latin typeface="Verdana" panose="020B0604030504040204" pitchFamily="34" charset="0"/>
                <a:ea typeface="Verdana" panose="020B0604030504040204" pitchFamily="34" charset="0"/>
                <a:cs typeface="Arial" panose="020B0604020202020204" pitchFamily="34" charset="0"/>
              </a:rPr>
              <a:t>Bid Evaluation</a:t>
            </a:r>
            <a:endParaRPr kumimoji="0" lang="en-IN" sz="800" i="0" u="none" strike="noStrike" kern="0" cap="none" spc="0" normalizeH="0" baseline="0" noProof="0" dirty="0">
              <a:ln>
                <a:noFill/>
              </a:ln>
              <a:solidFill>
                <a:srgbClr val="0097A9">
                  <a:lumMod val="75000"/>
                </a:srgbClr>
              </a:solidFill>
              <a:effectLst/>
              <a:uLnTx/>
              <a:uFillTx/>
              <a:latin typeface="Verdana" panose="020B0604030504040204" pitchFamily="34" charset="0"/>
              <a:ea typeface="Verdana" panose="020B0604030504040204" pitchFamily="34" charset="0"/>
              <a:cs typeface="Arial" panose="020B0604020202020204" pitchFamily="34" charset="0"/>
            </a:endParaRPr>
          </a:p>
        </p:txBody>
      </p:sp>
      <p:cxnSp>
        <p:nvCxnSpPr>
          <p:cNvPr id="70" name="Straight Arrow Connector 69"/>
          <p:cNvCxnSpPr>
            <a:cxnSpLocks/>
            <a:endCxn id="170" idx="0"/>
          </p:cNvCxnSpPr>
          <p:nvPr/>
        </p:nvCxnSpPr>
        <p:spPr>
          <a:xfrm flipV="1">
            <a:off x="588457" y="4638115"/>
            <a:ext cx="10712999" cy="31034"/>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71" name="Straight Connector 70"/>
          <p:cNvCxnSpPr>
            <a:cxnSpLocks/>
          </p:cNvCxnSpPr>
          <p:nvPr/>
        </p:nvCxnSpPr>
        <p:spPr>
          <a:xfrm flipV="1">
            <a:off x="582657" y="5265516"/>
            <a:ext cx="10664575" cy="3615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2" name="Flowchart: Decision 71"/>
          <p:cNvSpPr/>
          <p:nvPr/>
        </p:nvSpPr>
        <p:spPr bwMode="gray">
          <a:xfrm rot="5400000">
            <a:off x="1476648" y="4602979"/>
            <a:ext cx="137160" cy="137160"/>
          </a:xfrm>
          <a:prstGeom prst="flowChartDecision">
            <a:avLst/>
          </a:prstGeom>
          <a:solidFill>
            <a:srgbClr val="7030A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100" b="1"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73" name="Flowchart: Decision 72"/>
          <p:cNvSpPr/>
          <p:nvPr/>
        </p:nvSpPr>
        <p:spPr bwMode="gray">
          <a:xfrm rot="5400000">
            <a:off x="3412806" y="4599057"/>
            <a:ext cx="137160" cy="137160"/>
          </a:xfrm>
          <a:prstGeom prst="flowChartDecision">
            <a:avLst/>
          </a:prstGeom>
          <a:solidFill>
            <a:srgbClr val="7030A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100" b="1"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74" name="Flowchart: Decision 73"/>
          <p:cNvSpPr/>
          <p:nvPr/>
        </p:nvSpPr>
        <p:spPr bwMode="gray">
          <a:xfrm rot="5400000">
            <a:off x="2446550" y="4599057"/>
            <a:ext cx="137160" cy="137160"/>
          </a:xfrm>
          <a:prstGeom prst="flowChartDecision">
            <a:avLst/>
          </a:prstGeom>
          <a:solidFill>
            <a:srgbClr val="7030A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100" b="1"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75" name="Flowchart: Decision 74"/>
          <p:cNvSpPr/>
          <p:nvPr/>
        </p:nvSpPr>
        <p:spPr bwMode="gray">
          <a:xfrm rot="5400000">
            <a:off x="4385808" y="4593476"/>
            <a:ext cx="137160" cy="137160"/>
          </a:xfrm>
          <a:prstGeom prst="flowChartDecision">
            <a:avLst/>
          </a:prstGeom>
          <a:solidFill>
            <a:srgbClr val="7030A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100" b="1"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graphicFrame>
        <p:nvGraphicFramePr>
          <p:cNvPr id="80" name="Table 79"/>
          <p:cNvGraphicFramePr>
            <a:graphicFrameLocks noGrp="1"/>
          </p:cNvGraphicFramePr>
          <p:nvPr>
            <p:extLst>
              <p:ext uri="{D42A27DB-BD31-4B8C-83A1-F6EECF244321}">
                <p14:modId xmlns:p14="http://schemas.microsoft.com/office/powerpoint/2010/main" val="2246159092"/>
              </p:ext>
            </p:extLst>
          </p:nvPr>
        </p:nvGraphicFramePr>
        <p:xfrm>
          <a:off x="508360" y="5647833"/>
          <a:ext cx="1343096" cy="640080"/>
        </p:xfrm>
        <a:graphic>
          <a:graphicData uri="http://schemas.openxmlformats.org/drawingml/2006/table">
            <a:tbl>
              <a:tblPr firstRow="1" bandRow="1">
                <a:tableStyleId>{0E3FDE45-AF77-4B5C-9715-49D594BDF05E}</a:tableStyleId>
              </a:tblPr>
              <a:tblGrid>
                <a:gridCol w="208280">
                  <a:extLst>
                    <a:ext uri="{9D8B030D-6E8A-4147-A177-3AD203B41FA5}">
                      <a16:colId xmlns:a16="http://schemas.microsoft.com/office/drawing/2014/main" val="1412291399"/>
                    </a:ext>
                  </a:extLst>
                </a:gridCol>
                <a:gridCol w="1134816">
                  <a:extLst>
                    <a:ext uri="{9D8B030D-6E8A-4147-A177-3AD203B41FA5}">
                      <a16:colId xmlns:a16="http://schemas.microsoft.com/office/drawing/2014/main" val="2927740918"/>
                    </a:ext>
                  </a:extLst>
                </a:gridCol>
              </a:tblGrid>
              <a:tr h="227742">
                <a:tc>
                  <a:txBody>
                    <a:bodyPr/>
                    <a:lstStyle/>
                    <a:p>
                      <a:endParaRPr lang="en-US" sz="1000" dirty="0"/>
                    </a:p>
                  </a:txBody>
                  <a:tcPr/>
                </a:tc>
                <a:tc>
                  <a:txBody>
                    <a:bodyPr/>
                    <a:lstStyle/>
                    <a:p>
                      <a:r>
                        <a:rPr lang="en-US" sz="1000" dirty="0"/>
                        <a:t>Deliverable</a:t>
                      </a:r>
                    </a:p>
                  </a:txBody>
                  <a:tcPr/>
                </a:tc>
                <a:extLst>
                  <a:ext uri="{0D108BD9-81ED-4DB2-BD59-A6C34878D82A}">
                    <a16:rowId xmlns:a16="http://schemas.microsoft.com/office/drawing/2014/main" val="1854898771"/>
                  </a:ext>
                </a:extLst>
              </a:tr>
              <a:tr h="394158">
                <a:tc gridSpan="2">
                  <a:txBody>
                    <a:bodyPr/>
                    <a:lstStyle/>
                    <a:p>
                      <a:r>
                        <a:rPr lang="en-US" sz="1000" dirty="0"/>
                        <a:t>Shared</a:t>
                      </a:r>
                      <a:r>
                        <a:rPr lang="en-US" sz="1000" baseline="0" dirty="0"/>
                        <a:t> to all within DPL</a:t>
                      </a:r>
                      <a:endParaRPr lang="en-US" sz="1000" dirty="0"/>
                    </a:p>
                  </a:txBody>
                  <a:tcPr/>
                </a:tc>
                <a:tc hMerge="1">
                  <a:txBody>
                    <a:bodyPr/>
                    <a:lstStyle/>
                    <a:p>
                      <a:endParaRPr lang="en-US" sz="800" dirty="0"/>
                    </a:p>
                  </a:txBody>
                  <a:tcPr/>
                </a:tc>
                <a:extLst>
                  <a:ext uri="{0D108BD9-81ED-4DB2-BD59-A6C34878D82A}">
                    <a16:rowId xmlns:a16="http://schemas.microsoft.com/office/drawing/2014/main" val="2616548257"/>
                  </a:ext>
                </a:extLst>
              </a:tr>
            </a:tbl>
          </a:graphicData>
        </a:graphic>
      </p:graphicFrame>
      <p:graphicFrame>
        <p:nvGraphicFramePr>
          <p:cNvPr id="81" name="Table 80"/>
          <p:cNvGraphicFramePr>
            <a:graphicFrameLocks noGrp="1"/>
          </p:cNvGraphicFramePr>
          <p:nvPr>
            <p:extLst>
              <p:ext uri="{D42A27DB-BD31-4B8C-83A1-F6EECF244321}">
                <p14:modId xmlns:p14="http://schemas.microsoft.com/office/powerpoint/2010/main" val="1442790755"/>
              </p:ext>
            </p:extLst>
          </p:nvPr>
        </p:nvGraphicFramePr>
        <p:xfrm>
          <a:off x="3828035" y="5648529"/>
          <a:ext cx="2368808" cy="640080"/>
        </p:xfrm>
        <a:graphic>
          <a:graphicData uri="http://schemas.openxmlformats.org/drawingml/2006/table">
            <a:tbl>
              <a:tblPr firstRow="1" bandRow="1">
                <a:tableStyleId>{0E3FDE45-AF77-4B5C-9715-49D594BDF05E}</a:tableStyleId>
              </a:tblPr>
              <a:tblGrid>
                <a:gridCol w="341279">
                  <a:extLst>
                    <a:ext uri="{9D8B030D-6E8A-4147-A177-3AD203B41FA5}">
                      <a16:colId xmlns:a16="http://schemas.microsoft.com/office/drawing/2014/main" val="1412291399"/>
                    </a:ext>
                  </a:extLst>
                </a:gridCol>
                <a:gridCol w="2027529">
                  <a:extLst>
                    <a:ext uri="{9D8B030D-6E8A-4147-A177-3AD203B41FA5}">
                      <a16:colId xmlns:a16="http://schemas.microsoft.com/office/drawing/2014/main" val="2927740918"/>
                    </a:ext>
                  </a:extLst>
                </a:gridCol>
              </a:tblGrid>
              <a:tr h="227742">
                <a:tc>
                  <a:txBody>
                    <a:bodyPr/>
                    <a:lstStyle/>
                    <a:p>
                      <a:endParaRPr lang="en-US" sz="1000" dirty="0"/>
                    </a:p>
                  </a:txBody>
                  <a:tcPr/>
                </a:tc>
                <a:tc>
                  <a:txBody>
                    <a:bodyPr/>
                    <a:lstStyle/>
                    <a:p>
                      <a:r>
                        <a:rPr lang="en-US" sz="1000" dirty="0"/>
                        <a:t>Stakeholder Meeting (one-on-one)</a:t>
                      </a:r>
                    </a:p>
                  </a:txBody>
                  <a:tcPr/>
                </a:tc>
                <a:extLst>
                  <a:ext uri="{0D108BD9-81ED-4DB2-BD59-A6C34878D82A}">
                    <a16:rowId xmlns:a16="http://schemas.microsoft.com/office/drawing/2014/main" val="1854898771"/>
                  </a:ext>
                </a:extLst>
              </a:tr>
              <a:tr h="227742">
                <a:tc gridSpan="2">
                  <a:txBody>
                    <a:bodyPr/>
                    <a:lstStyle/>
                    <a:p>
                      <a:r>
                        <a:rPr lang="en-US" sz="1000" dirty="0"/>
                        <a:t>Attendees: Functional</a:t>
                      </a:r>
                      <a:r>
                        <a:rPr lang="en-US" sz="1000" baseline="0" dirty="0"/>
                        <a:t> department teams, </a:t>
                      </a:r>
                      <a:r>
                        <a:rPr lang="en-US" sz="1000" dirty="0"/>
                        <a:t>HOD, IT Team</a:t>
                      </a:r>
                    </a:p>
                  </a:txBody>
                  <a:tcPr/>
                </a:tc>
                <a:tc hMerge="1">
                  <a:txBody>
                    <a:bodyPr/>
                    <a:lstStyle/>
                    <a:p>
                      <a:endParaRPr lang="en-US" sz="800" dirty="0"/>
                    </a:p>
                  </a:txBody>
                  <a:tcPr/>
                </a:tc>
                <a:extLst>
                  <a:ext uri="{0D108BD9-81ED-4DB2-BD59-A6C34878D82A}">
                    <a16:rowId xmlns:a16="http://schemas.microsoft.com/office/drawing/2014/main" val="2616548257"/>
                  </a:ext>
                </a:extLst>
              </a:tr>
            </a:tbl>
          </a:graphicData>
        </a:graphic>
      </p:graphicFrame>
      <p:graphicFrame>
        <p:nvGraphicFramePr>
          <p:cNvPr id="82" name="Table 81"/>
          <p:cNvGraphicFramePr>
            <a:graphicFrameLocks noGrp="1"/>
          </p:cNvGraphicFramePr>
          <p:nvPr>
            <p:extLst>
              <p:ext uri="{D42A27DB-BD31-4B8C-83A1-F6EECF244321}">
                <p14:modId xmlns:p14="http://schemas.microsoft.com/office/powerpoint/2010/main" val="1661012280"/>
              </p:ext>
            </p:extLst>
          </p:nvPr>
        </p:nvGraphicFramePr>
        <p:xfrm>
          <a:off x="6328712" y="5648705"/>
          <a:ext cx="2262157" cy="640080"/>
        </p:xfrm>
        <a:graphic>
          <a:graphicData uri="http://schemas.openxmlformats.org/drawingml/2006/table">
            <a:tbl>
              <a:tblPr firstRow="1" bandRow="1">
                <a:tableStyleId>{0E3FDE45-AF77-4B5C-9715-49D594BDF05E}</a:tableStyleId>
              </a:tblPr>
              <a:tblGrid>
                <a:gridCol w="325915">
                  <a:extLst>
                    <a:ext uri="{9D8B030D-6E8A-4147-A177-3AD203B41FA5}">
                      <a16:colId xmlns:a16="http://schemas.microsoft.com/office/drawing/2014/main" val="1412291399"/>
                    </a:ext>
                  </a:extLst>
                </a:gridCol>
                <a:gridCol w="1936242">
                  <a:extLst>
                    <a:ext uri="{9D8B030D-6E8A-4147-A177-3AD203B41FA5}">
                      <a16:colId xmlns:a16="http://schemas.microsoft.com/office/drawing/2014/main" val="2927740918"/>
                    </a:ext>
                  </a:extLst>
                </a:gridCol>
              </a:tblGrid>
              <a:tr h="227742">
                <a:tc>
                  <a:txBody>
                    <a:bodyPr/>
                    <a:lstStyle/>
                    <a:p>
                      <a:endParaRPr lang="en-US" sz="1000" dirty="0"/>
                    </a:p>
                  </a:txBody>
                  <a:tcPr/>
                </a:tc>
                <a:tc>
                  <a:txBody>
                    <a:bodyPr/>
                    <a:lstStyle/>
                    <a:p>
                      <a:r>
                        <a:rPr lang="en-US" sz="1000" dirty="0"/>
                        <a:t>Workshop</a:t>
                      </a:r>
                    </a:p>
                  </a:txBody>
                  <a:tcPr/>
                </a:tc>
                <a:extLst>
                  <a:ext uri="{0D108BD9-81ED-4DB2-BD59-A6C34878D82A}">
                    <a16:rowId xmlns:a16="http://schemas.microsoft.com/office/drawing/2014/main" val="1854898771"/>
                  </a:ext>
                </a:extLst>
              </a:tr>
              <a:tr h="227742">
                <a:tc gridSpan="2">
                  <a:txBody>
                    <a:bodyPr/>
                    <a:lstStyle/>
                    <a:p>
                      <a:r>
                        <a:rPr lang="en-US" sz="1000" dirty="0"/>
                        <a:t>Attendees: DPL Leadership, project personnel,</a:t>
                      </a:r>
                      <a:r>
                        <a:rPr lang="en-US" sz="1000" baseline="0" dirty="0"/>
                        <a:t> Project Core team</a:t>
                      </a:r>
                      <a:endParaRPr lang="en-US" sz="1000" dirty="0"/>
                    </a:p>
                  </a:txBody>
                  <a:tcPr/>
                </a:tc>
                <a:tc hMerge="1">
                  <a:txBody>
                    <a:bodyPr/>
                    <a:lstStyle/>
                    <a:p>
                      <a:endParaRPr lang="en-US" sz="800" dirty="0"/>
                    </a:p>
                  </a:txBody>
                  <a:tcPr/>
                </a:tc>
                <a:extLst>
                  <a:ext uri="{0D108BD9-81ED-4DB2-BD59-A6C34878D82A}">
                    <a16:rowId xmlns:a16="http://schemas.microsoft.com/office/drawing/2014/main" val="2616548257"/>
                  </a:ext>
                </a:extLst>
              </a:tr>
            </a:tbl>
          </a:graphicData>
        </a:graphic>
      </p:graphicFrame>
      <p:graphicFrame>
        <p:nvGraphicFramePr>
          <p:cNvPr id="83" name="Table 82"/>
          <p:cNvGraphicFramePr>
            <a:graphicFrameLocks noGrp="1"/>
          </p:cNvGraphicFramePr>
          <p:nvPr>
            <p:extLst>
              <p:ext uri="{D42A27DB-BD31-4B8C-83A1-F6EECF244321}">
                <p14:modId xmlns:p14="http://schemas.microsoft.com/office/powerpoint/2010/main" val="3369485126"/>
              </p:ext>
            </p:extLst>
          </p:nvPr>
        </p:nvGraphicFramePr>
        <p:xfrm>
          <a:off x="8746987" y="5648705"/>
          <a:ext cx="2319349" cy="640080"/>
        </p:xfrm>
        <a:graphic>
          <a:graphicData uri="http://schemas.openxmlformats.org/drawingml/2006/table">
            <a:tbl>
              <a:tblPr firstRow="1" bandRow="1">
                <a:tableStyleId>{0E3FDE45-AF77-4B5C-9715-49D594BDF05E}</a:tableStyleId>
              </a:tblPr>
              <a:tblGrid>
                <a:gridCol w="334154">
                  <a:extLst>
                    <a:ext uri="{9D8B030D-6E8A-4147-A177-3AD203B41FA5}">
                      <a16:colId xmlns:a16="http://schemas.microsoft.com/office/drawing/2014/main" val="1412291399"/>
                    </a:ext>
                  </a:extLst>
                </a:gridCol>
                <a:gridCol w="1985195">
                  <a:extLst>
                    <a:ext uri="{9D8B030D-6E8A-4147-A177-3AD203B41FA5}">
                      <a16:colId xmlns:a16="http://schemas.microsoft.com/office/drawing/2014/main" val="2927740918"/>
                    </a:ext>
                  </a:extLst>
                </a:gridCol>
              </a:tblGrid>
              <a:tr h="227742">
                <a:tc>
                  <a:txBody>
                    <a:bodyPr/>
                    <a:lstStyle/>
                    <a:p>
                      <a:endParaRPr lang="en-US" sz="1000" dirty="0"/>
                    </a:p>
                  </a:txBody>
                  <a:tcPr/>
                </a:tc>
                <a:tc>
                  <a:txBody>
                    <a:bodyPr/>
                    <a:lstStyle/>
                    <a:p>
                      <a:r>
                        <a:rPr lang="en-US" sz="1000" dirty="0"/>
                        <a:t>Working Team Meetings</a:t>
                      </a:r>
                    </a:p>
                  </a:txBody>
                  <a:tcPr/>
                </a:tc>
                <a:extLst>
                  <a:ext uri="{0D108BD9-81ED-4DB2-BD59-A6C34878D82A}">
                    <a16:rowId xmlns:a16="http://schemas.microsoft.com/office/drawing/2014/main" val="1854898771"/>
                  </a:ext>
                </a:extLst>
              </a:tr>
              <a:tr h="227742">
                <a:tc gridSpan="2">
                  <a:txBody>
                    <a:bodyPr/>
                    <a:lstStyle/>
                    <a:p>
                      <a:r>
                        <a:rPr lang="en-US" sz="1000" dirty="0"/>
                        <a:t>Attendees: DPL project</a:t>
                      </a:r>
                      <a:r>
                        <a:rPr lang="en-US" sz="1000" baseline="0" dirty="0"/>
                        <a:t> personnel, DI Team, Project Leadership (as required)</a:t>
                      </a:r>
                      <a:endParaRPr lang="en-US" sz="1000" dirty="0"/>
                    </a:p>
                  </a:txBody>
                  <a:tcPr/>
                </a:tc>
                <a:tc hMerge="1">
                  <a:txBody>
                    <a:bodyPr/>
                    <a:lstStyle/>
                    <a:p>
                      <a:endParaRPr lang="en-US" sz="800" dirty="0"/>
                    </a:p>
                  </a:txBody>
                  <a:tcPr/>
                </a:tc>
                <a:extLst>
                  <a:ext uri="{0D108BD9-81ED-4DB2-BD59-A6C34878D82A}">
                    <a16:rowId xmlns:a16="http://schemas.microsoft.com/office/drawing/2014/main" val="2616548257"/>
                  </a:ext>
                </a:extLst>
              </a:tr>
            </a:tbl>
          </a:graphicData>
        </a:graphic>
      </p:graphicFrame>
      <p:sp>
        <p:nvSpPr>
          <p:cNvPr id="84" name="Flowchart: Decision 83"/>
          <p:cNvSpPr/>
          <p:nvPr/>
        </p:nvSpPr>
        <p:spPr bwMode="gray">
          <a:xfrm rot="5400000">
            <a:off x="611514" y="5678272"/>
            <a:ext cx="164592" cy="164592"/>
          </a:xfrm>
          <a:prstGeom prst="flowChartDecision">
            <a:avLst/>
          </a:prstGeom>
          <a:solidFill>
            <a:schemeClr val="accent2"/>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100" b="1"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86" name="Flowchart: Decision 85"/>
          <p:cNvSpPr/>
          <p:nvPr/>
        </p:nvSpPr>
        <p:spPr bwMode="gray">
          <a:xfrm rot="5400000">
            <a:off x="3998830" y="5678272"/>
            <a:ext cx="164592" cy="164592"/>
          </a:xfrm>
          <a:prstGeom prst="flowChartDecision">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100" b="1"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87" name="Flowchart: Decision 86"/>
          <p:cNvSpPr/>
          <p:nvPr/>
        </p:nvSpPr>
        <p:spPr bwMode="gray">
          <a:xfrm rot="5400000">
            <a:off x="8935198" y="5691446"/>
            <a:ext cx="164592" cy="164592"/>
          </a:xfrm>
          <a:prstGeom prst="flowChartDecision">
            <a:avLst/>
          </a:prstGeom>
          <a:solidFill>
            <a:srgbClr val="7030A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100" b="1"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89" name="TextBox 88"/>
          <p:cNvSpPr txBox="1"/>
          <p:nvPr/>
        </p:nvSpPr>
        <p:spPr>
          <a:xfrm>
            <a:off x="2488967" y="3568092"/>
            <a:ext cx="942712" cy="492443"/>
          </a:xfrm>
          <a:prstGeom prst="rect">
            <a:avLst/>
          </a:prstGeom>
          <a:solidFill>
            <a:schemeClr val="bg1"/>
          </a:solid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800" i="0" u="none" strike="noStrike" kern="0" cap="none" spc="0" normalizeH="0" baseline="0" noProof="0" dirty="0">
                <a:ln>
                  <a:noFill/>
                </a:ln>
                <a:solidFill>
                  <a:srgbClr val="0097A9">
                    <a:lumMod val="75000"/>
                  </a:srgbClr>
                </a:solidFill>
                <a:effectLst/>
                <a:uLnTx/>
                <a:uFillTx/>
                <a:latin typeface="Verdana" panose="020B0604030504040204" pitchFamily="34" charset="0"/>
                <a:ea typeface="Verdana" panose="020B0604030504040204" pitchFamily="34" charset="0"/>
                <a:cs typeface="Arial" panose="020B0604020202020204" pitchFamily="34" charset="0"/>
              </a:rPr>
              <a:t>5. Kick off meeting for ERP Implementation</a:t>
            </a:r>
            <a:r>
              <a:rPr lang="en-IN" sz="800" kern="0" dirty="0">
                <a:solidFill>
                  <a:schemeClr val="bg1">
                    <a:lumMod val="50000"/>
                  </a:schemeClr>
                </a:solidFill>
                <a:latin typeface="Verdana" panose="020B0604030504040204" pitchFamily="34" charset="0"/>
                <a:ea typeface="Verdana" panose="020B0604030504040204" pitchFamily="34" charset="0"/>
                <a:cs typeface="Arial" panose="020B0604020202020204" pitchFamily="34" charset="0"/>
              </a:rPr>
              <a:t> </a:t>
            </a:r>
            <a:r>
              <a:rPr lang="en-IN" sz="800" b="1" kern="0" dirty="0">
                <a:latin typeface="Verdana" panose="020B0604030504040204" pitchFamily="34" charset="0"/>
                <a:ea typeface="Verdana" panose="020B0604030504040204" pitchFamily="34" charset="0"/>
                <a:cs typeface="Arial" panose="020B0604020202020204" pitchFamily="34" charset="0"/>
              </a:rPr>
              <a:t>(105 Days)</a:t>
            </a:r>
            <a:endParaRPr kumimoji="0" lang="en-US" sz="800" b="1" i="0" u="none" strike="noStrike" kern="0" cap="none" spc="0" normalizeH="0" baseline="0" noProof="0" dirty="0">
              <a:ln>
                <a:noFill/>
              </a:ln>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91" name="Freeform 818"/>
          <p:cNvSpPr>
            <a:spLocks noEditPoints="1"/>
          </p:cNvSpPr>
          <p:nvPr/>
        </p:nvSpPr>
        <p:spPr bwMode="auto">
          <a:xfrm>
            <a:off x="6510385" y="5662864"/>
            <a:ext cx="180000" cy="180000"/>
          </a:xfrm>
          <a:custGeom>
            <a:avLst/>
            <a:gdLst>
              <a:gd name="T0" fmla="*/ 86 w 299"/>
              <a:gd name="T1" fmla="*/ 64 h 298"/>
              <a:gd name="T2" fmla="*/ 118 w 299"/>
              <a:gd name="T3" fmla="*/ 32 h 298"/>
              <a:gd name="T4" fmla="*/ 86 w 299"/>
              <a:gd name="T5" fmla="*/ 0 h 298"/>
              <a:gd name="T6" fmla="*/ 54 w 299"/>
              <a:gd name="T7" fmla="*/ 32 h 298"/>
              <a:gd name="T8" fmla="*/ 86 w 299"/>
              <a:gd name="T9" fmla="*/ 64 h 298"/>
              <a:gd name="T10" fmla="*/ 86 w 299"/>
              <a:gd name="T11" fmla="*/ 21 h 298"/>
              <a:gd name="T12" fmla="*/ 96 w 299"/>
              <a:gd name="T13" fmla="*/ 32 h 298"/>
              <a:gd name="T14" fmla="*/ 86 w 299"/>
              <a:gd name="T15" fmla="*/ 42 h 298"/>
              <a:gd name="T16" fmla="*/ 75 w 299"/>
              <a:gd name="T17" fmla="*/ 32 h 298"/>
              <a:gd name="T18" fmla="*/ 86 w 299"/>
              <a:gd name="T19" fmla="*/ 21 h 298"/>
              <a:gd name="T20" fmla="*/ 288 w 299"/>
              <a:gd name="T21" fmla="*/ 149 h 298"/>
              <a:gd name="T22" fmla="*/ 267 w 299"/>
              <a:gd name="T23" fmla="*/ 149 h 298"/>
              <a:gd name="T24" fmla="*/ 267 w 299"/>
              <a:gd name="T25" fmla="*/ 96 h 298"/>
              <a:gd name="T26" fmla="*/ 256 w 299"/>
              <a:gd name="T27" fmla="*/ 85 h 298"/>
              <a:gd name="T28" fmla="*/ 171 w 299"/>
              <a:gd name="T29" fmla="*/ 85 h 298"/>
              <a:gd name="T30" fmla="*/ 160 w 299"/>
              <a:gd name="T31" fmla="*/ 96 h 298"/>
              <a:gd name="T32" fmla="*/ 160 w 299"/>
              <a:gd name="T33" fmla="*/ 149 h 298"/>
              <a:gd name="T34" fmla="*/ 139 w 299"/>
              <a:gd name="T35" fmla="*/ 149 h 298"/>
              <a:gd name="T36" fmla="*/ 139 w 299"/>
              <a:gd name="T37" fmla="*/ 96 h 298"/>
              <a:gd name="T38" fmla="*/ 128 w 299"/>
              <a:gd name="T39" fmla="*/ 85 h 298"/>
              <a:gd name="T40" fmla="*/ 43 w 299"/>
              <a:gd name="T41" fmla="*/ 85 h 298"/>
              <a:gd name="T42" fmla="*/ 32 w 299"/>
              <a:gd name="T43" fmla="*/ 96 h 298"/>
              <a:gd name="T44" fmla="*/ 32 w 299"/>
              <a:gd name="T45" fmla="*/ 149 h 298"/>
              <a:gd name="T46" fmla="*/ 11 w 299"/>
              <a:gd name="T47" fmla="*/ 149 h 298"/>
              <a:gd name="T48" fmla="*/ 0 w 299"/>
              <a:gd name="T49" fmla="*/ 160 h 298"/>
              <a:gd name="T50" fmla="*/ 11 w 299"/>
              <a:gd name="T51" fmla="*/ 170 h 298"/>
              <a:gd name="T52" fmla="*/ 11 w 299"/>
              <a:gd name="T53" fmla="*/ 288 h 298"/>
              <a:gd name="T54" fmla="*/ 22 w 299"/>
              <a:gd name="T55" fmla="*/ 298 h 298"/>
              <a:gd name="T56" fmla="*/ 278 w 299"/>
              <a:gd name="T57" fmla="*/ 298 h 298"/>
              <a:gd name="T58" fmla="*/ 288 w 299"/>
              <a:gd name="T59" fmla="*/ 288 h 298"/>
              <a:gd name="T60" fmla="*/ 288 w 299"/>
              <a:gd name="T61" fmla="*/ 170 h 298"/>
              <a:gd name="T62" fmla="*/ 299 w 299"/>
              <a:gd name="T63" fmla="*/ 160 h 298"/>
              <a:gd name="T64" fmla="*/ 288 w 299"/>
              <a:gd name="T65" fmla="*/ 149 h 298"/>
              <a:gd name="T66" fmla="*/ 182 w 299"/>
              <a:gd name="T67" fmla="*/ 106 h 298"/>
              <a:gd name="T68" fmla="*/ 246 w 299"/>
              <a:gd name="T69" fmla="*/ 106 h 298"/>
              <a:gd name="T70" fmla="*/ 246 w 299"/>
              <a:gd name="T71" fmla="*/ 149 h 298"/>
              <a:gd name="T72" fmla="*/ 182 w 299"/>
              <a:gd name="T73" fmla="*/ 149 h 298"/>
              <a:gd name="T74" fmla="*/ 182 w 299"/>
              <a:gd name="T75" fmla="*/ 106 h 298"/>
              <a:gd name="T76" fmla="*/ 54 w 299"/>
              <a:gd name="T77" fmla="*/ 106 h 298"/>
              <a:gd name="T78" fmla="*/ 118 w 299"/>
              <a:gd name="T79" fmla="*/ 106 h 298"/>
              <a:gd name="T80" fmla="*/ 118 w 299"/>
              <a:gd name="T81" fmla="*/ 149 h 298"/>
              <a:gd name="T82" fmla="*/ 54 w 299"/>
              <a:gd name="T83" fmla="*/ 149 h 298"/>
              <a:gd name="T84" fmla="*/ 54 w 299"/>
              <a:gd name="T85" fmla="*/ 106 h 298"/>
              <a:gd name="T86" fmla="*/ 267 w 299"/>
              <a:gd name="T87" fmla="*/ 277 h 298"/>
              <a:gd name="T88" fmla="*/ 32 w 299"/>
              <a:gd name="T89" fmla="*/ 277 h 298"/>
              <a:gd name="T90" fmla="*/ 32 w 299"/>
              <a:gd name="T91" fmla="*/ 170 h 298"/>
              <a:gd name="T92" fmla="*/ 267 w 299"/>
              <a:gd name="T93" fmla="*/ 170 h 298"/>
              <a:gd name="T94" fmla="*/ 267 w 299"/>
              <a:gd name="T95" fmla="*/ 277 h 298"/>
              <a:gd name="T96" fmla="*/ 214 w 299"/>
              <a:gd name="T97" fmla="*/ 64 h 298"/>
              <a:gd name="T98" fmla="*/ 246 w 299"/>
              <a:gd name="T99" fmla="*/ 32 h 298"/>
              <a:gd name="T100" fmla="*/ 214 w 299"/>
              <a:gd name="T101" fmla="*/ 0 h 298"/>
              <a:gd name="T102" fmla="*/ 182 w 299"/>
              <a:gd name="T103" fmla="*/ 32 h 298"/>
              <a:gd name="T104" fmla="*/ 214 w 299"/>
              <a:gd name="T105" fmla="*/ 64 h 298"/>
              <a:gd name="T106" fmla="*/ 214 w 299"/>
              <a:gd name="T107" fmla="*/ 21 h 298"/>
              <a:gd name="T108" fmla="*/ 224 w 299"/>
              <a:gd name="T109" fmla="*/ 32 h 298"/>
              <a:gd name="T110" fmla="*/ 214 w 299"/>
              <a:gd name="T111" fmla="*/ 42 h 298"/>
              <a:gd name="T112" fmla="*/ 203 w 299"/>
              <a:gd name="T113" fmla="*/ 32 h 298"/>
              <a:gd name="T114" fmla="*/ 214 w 299"/>
              <a:gd name="T115" fmla="*/ 21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99" h="298">
                <a:moveTo>
                  <a:pt x="86" y="64"/>
                </a:moveTo>
                <a:cubicBezTo>
                  <a:pt x="103" y="64"/>
                  <a:pt x="118" y="49"/>
                  <a:pt x="118" y="32"/>
                </a:cubicBezTo>
                <a:cubicBezTo>
                  <a:pt x="118" y="14"/>
                  <a:pt x="103" y="0"/>
                  <a:pt x="86" y="0"/>
                </a:cubicBezTo>
                <a:cubicBezTo>
                  <a:pt x="68" y="0"/>
                  <a:pt x="54" y="14"/>
                  <a:pt x="54" y="32"/>
                </a:cubicBezTo>
                <a:cubicBezTo>
                  <a:pt x="54" y="49"/>
                  <a:pt x="68" y="64"/>
                  <a:pt x="86" y="64"/>
                </a:cubicBezTo>
                <a:close/>
                <a:moveTo>
                  <a:pt x="86" y="21"/>
                </a:moveTo>
                <a:cubicBezTo>
                  <a:pt x="92" y="21"/>
                  <a:pt x="96" y="26"/>
                  <a:pt x="96" y="32"/>
                </a:cubicBezTo>
                <a:cubicBezTo>
                  <a:pt x="96" y="38"/>
                  <a:pt x="92" y="42"/>
                  <a:pt x="86" y="42"/>
                </a:cubicBezTo>
                <a:cubicBezTo>
                  <a:pt x="80" y="42"/>
                  <a:pt x="75" y="38"/>
                  <a:pt x="75" y="32"/>
                </a:cubicBezTo>
                <a:cubicBezTo>
                  <a:pt x="75" y="26"/>
                  <a:pt x="80" y="21"/>
                  <a:pt x="86" y="21"/>
                </a:cubicBezTo>
                <a:close/>
                <a:moveTo>
                  <a:pt x="288" y="149"/>
                </a:moveTo>
                <a:cubicBezTo>
                  <a:pt x="267" y="149"/>
                  <a:pt x="267" y="149"/>
                  <a:pt x="267" y="149"/>
                </a:cubicBezTo>
                <a:cubicBezTo>
                  <a:pt x="267" y="96"/>
                  <a:pt x="267" y="96"/>
                  <a:pt x="267" y="96"/>
                </a:cubicBezTo>
                <a:cubicBezTo>
                  <a:pt x="267" y="90"/>
                  <a:pt x="262" y="85"/>
                  <a:pt x="256" y="85"/>
                </a:cubicBezTo>
                <a:cubicBezTo>
                  <a:pt x="171" y="85"/>
                  <a:pt x="171" y="85"/>
                  <a:pt x="171" y="85"/>
                </a:cubicBezTo>
                <a:cubicBezTo>
                  <a:pt x="165" y="85"/>
                  <a:pt x="160" y="90"/>
                  <a:pt x="160" y="96"/>
                </a:cubicBezTo>
                <a:cubicBezTo>
                  <a:pt x="160" y="149"/>
                  <a:pt x="160" y="149"/>
                  <a:pt x="160" y="149"/>
                </a:cubicBezTo>
                <a:cubicBezTo>
                  <a:pt x="139" y="149"/>
                  <a:pt x="139" y="149"/>
                  <a:pt x="139" y="149"/>
                </a:cubicBezTo>
                <a:cubicBezTo>
                  <a:pt x="139" y="96"/>
                  <a:pt x="139" y="96"/>
                  <a:pt x="139" y="96"/>
                </a:cubicBezTo>
                <a:cubicBezTo>
                  <a:pt x="139" y="90"/>
                  <a:pt x="134" y="85"/>
                  <a:pt x="128" y="85"/>
                </a:cubicBezTo>
                <a:cubicBezTo>
                  <a:pt x="43" y="85"/>
                  <a:pt x="43" y="85"/>
                  <a:pt x="43" y="85"/>
                </a:cubicBezTo>
                <a:cubicBezTo>
                  <a:pt x="37" y="85"/>
                  <a:pt x="32" y="90"/>
                  <a:pt x="32" y="96"/>
                </a:cubicBezTo>
                <a:cubicBezTo>
                  <a:pt x="32" y="149"/>
                  <a:pt x="32" y="149"/>
                  <a:pt x="32" y="149"/>
                </a:cubicBezTo>
                <a:cubicBezTo>
                  <a:pt x="11" y="149"/>
                  <a:pt x="11" y="149"/>
                  <a:pt x="11" y="149"/>
                </a:cubicBezTo>
                <a:cubicBezTo>
                  <a:pt x="5" y="149"/>
                  <a:pt x="0" y="154"/>
                  <a:pt x="0" y="160"/>
                </a:cubicBezTo>
                <a:cubicBezTo>
                  <a:pt x="0" y="166"/>
                  <a:pt x="6" y="170"/>
                  <a:pt x="11" y="170"/>
                </a:cubicBezTo>
                <a:cubicBezTo>
                  <a:pt x="11" y="288"/>
                  <a:pt x="11" y="288"/>
                  <a:pt x="11" y="288"/>
                </a:cubicBezTo>
                <a:cubicBezTo>
                  <a:pt x="11" y="294"/>
                  <a:pt x="16" y="298"/>
                  <a:pt x="22" y="298"/>
                </a:cubicBezTo>
                <a:cubicBezTo>
                  <a:pt x="278" y="298"/>
                  <a:pt x="278" y="298"/>
                  <a:pt x="278" y="298"/>
                </a:cubicBezTo>
                <a:cubicBezTo>
                  <a:pt x="284" y="298"/>
                  <a:pt x="288" y="294"/>
                  <a:pt x="288" y="288"/>
                </a:cubicBezTo>
                <a:cubicBezTo>
                  <a:pt x="288" y="170"/>
                  <a:pt x="288" y="170"/>
                  <a:pt x="288" y="170"/>
                </a:cubicBezTo>
                <a:cubicBezTo>
                  <a:pt x="294" y="170"/>
                  <a:pt x="299" y="166"/>
                  <a:pt x="299" y="160"/>
                </a:cubicBezTo>
                <a:cubicBezTo>
                  <a:pt x="299" y="154"/>
                  <a:pt x="294" y="149"/>
                  <a:pt x="288" y="149"/>
                </a:cubicBezTo>
                <a:close/>
                <a:moveTo>
                  <a:pt x="182" y="106"/>
                </a:moveTo>
                <a:cubicBezTo>
                  <a:pt x="246" y="106"/>
                  <a:pt x="246" y="106"/>
                  <a:pt x="246" y="106"/>
                </a:cubicBezTo>
                <a:cubicBezTo>
                  <a:pt x="246" y="149"/>
                  <a:pt x="246" y="149"/>
                  <a:pt x="246" y="149"/>
                </a:cubicBezTo>
                <a:cubicBezTo>
                  <a:pt x="182" y="149"/>
                  <a:pt x="182" y="149"/>
                  <a:pt x="182" y="149"/>
                </a:cubicBezTo>
                <a:lnTo>
                  <a:pt x="182" y="106"/>
                </a:lnTo>
                <a:close/>
                <a:moveTo>
                  <a:pt x="54" y="106"/>
                </a:moveTo>
                <a:cubicBezTo>
                  <a:pt x="118" y="106"/>
                  <a:pt x="118" y="106"/>
                  <a:pt x="118" y="106"/>
                </a:cubicBezTo>
                <a:cubicBezTo>
                  <a:pt x="118" y="149"/>
                  <a:pt x="118" y="149"/>
                  <a:pt x="118" y="149"/>
                </a:cubicBezTo>
                <a:cubicBezTo>
                  <a:pt x="54" y="149"/>
                  <a:pt x="54" y="149"/>
                  <a:pt x="54" y="149"/>
                </a:cubicBezTo>
                <a:lnTo>
                  <a:pt x="54" y="106"/>
                </a:lnTo>
                <a:close/>
                <a:moveTo>
                  <a:pt x="267" y="277"/>
                </a:moveTo>
                <a:cubicBezTo>
                  <a:pt x="32" y="277"/>
                  <a:pt x="32" y="277"/>
                  <a:pt x="32" y="277"/>
                </a:cubicBezTo>
                <a:cubicBezTo>
                  <a:pt x="32" y="170"/>
                  <a:pt x="32" y="170"/>
                  <a:pt x="32" y="170"/>
                </a:cubicBezTo>
                <a:cubicBezTo>
                  <a:pt x="267" y="170"/>
                  <a:pt x="267" y="170"/>
                  <a:pt x="267" y="170"/>
                </a:cubicBezTo>
                <a:lnTo>
                  <a:pt x="267" y="277"/>
                </a:lnTo>
                <a:close/>
                <a:moveTo>
                  <a:pt x="214" y="64"/>
                </a:moveTo>
                <a:cubicBezTo>
                  <a:pt x="231" y="64"/>
                  <a:pt x="246" y="49"/>
                  <a:pt x="246" y="32"/>
                </a:cubicBezTo>
                <a:cubicBezTo>
                  <a:pt x="246" y="14"/>
                  <a:pt x="231" y="0"/>
                  <a:pt x="214" y="0"/>
                </a:cubicBezTo>
                <a:cubicBezTo>
                  <a:pt x="196" y="0"/>
                  <a:pt x="182" y="14"/>
                  <a:pt x="182" y="32"/>
                </a:cubicBezTo>
                <a:cubicBezTo>
                  <a:pt x="182" y="49"/>
                  <a:pt x="196" y="64"/>
                  <a:pt x="214" y="64"/>
                </a:cubicBezTo>
                <a:close/>
                <a:moveTo>
                  <a:pt x="214" y="21"/>
                </a:moveTo>
                <a:cubicBezTo>
                  <a:pt x="220" y="21"/>
                  <a:pt x="224" y="26"/>
                  <a:pt x="224" y="32"/>
                </a:cubicBezTo>
                <a:cubicBezTo>
                  <a:pt x="224" y="38"/>
                  <a:pt x="220" y="42"/>
                  <a:pt x="214" y="42"/>
                </a:cubicBezTo>
                <a:cubicBezTo>
                  <a:pt x="208" y="42"/>
                  <a:pt x="203" y="38"/>
                  <a:pt x="203" y="32"/>
                </a:cubicBezTo>
                <a:cubicBezTo>
                  <a:pt x="203" y="26"/>
                  <a:pt x="208" y="21"/>
                  <a:pt x="214" y="21"/>
                </a:cubicBezTo>
                <a:close/>
              </a:path>
            </a:pathLst>
          </a:custGeom>
          <a:solidFill>
            <a:srgbClr val="00B050"/>
          </a:solidFill>
          <a:ln w="12700">
            <a:solidFill>
              <a:srgbClr val="00B050"/>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128016" tIns="64009" rIns="128016" bIns="64009" numCol="1" anchor="t" anchorCtr="0" compatLnSpc="1">
            <a:prstTxWarp prst="textNoShape">
              <a:avLst/>
            </a:prstTxWarp>
          </a:bodyPr>
          <a:lstStyle/>
          <a:p>
            <a:endParaRPr lang="en-GB" sz="2521" dirty="0"/>
          </a:p>
        </p:txBody>
      </p:sp>
      <p:cxnSp>
        <p:nvCxnSpPr>
          <p:cNvPr id="97" name="Straight Arrow Connector 96"/>
          <p:cNvCxnSpPr>
            <a:cxnSpLocks/>
            <a:endCxn id="127" idx="2"/>
          </p:cNvCxnSpPr>
          <p:nvPr/>
        </p:nvCxnSpPr>
        <p:spPr>
          <a:xfrm flipV="1">
            <a:off x="3191267" y="3469305"/>
            <a:ext cx="710582" cy="582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15" name="Rectangle 114"/>
          <p:cNvSpPr/>
          <p:nvPr/>
        </p:nvSpPr>
        <p:spPr>
          <a:xfrm rot="16200000">
            <a:off x="-1201385" y="3522911"/>
            <a:ext cx="3272110" cy="196323"/>
          </a:xfrm>
          <a:prstGeom prst="rect">
            <a:avLst/>
          </a:prstGeom>
          <a:solidFill>
            <a:schemeClr val="accent2"/>
          </a:solidFill>
          <a:ln w="9525"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000" b="1" i="0" u="none" strike="noStrike" kern="0" cap="small" spc="0" normalizeH="0" noProof="0" dirty="0">
                <a:ln>
                  <a:noFill/>
                </a:ln>
                <a:solidFill>
                  <a:schemeClr val="bg1"/>
                </a:solidFill>
                <a:effectLst/>
                <a:uLnTx/>
                <a:uFillTx/>
                <a:latin typeface="+mj-lt"/>
                <a:ea typeface="+mn-ea"/>
                <a:cs typeface="Arial" pitchFamily="34" charset="0"/>
              </a:rPr>
              <a:t>Activities involving DPL Stakeholders</a:t>
            </a:r>
          </a:p>
        </p:txBody>
      </p:sp>
      <p:cxnSp>
        <p:nvCxnSpPr>
          <p:cNvPr id="123" name="Straight Connector 122">
            <a:extLst>
              <a:ext uri="{FF2B5EF4-FFF2-40B4-BE49-F238E27FC236}">
                <a16:creationId xmlns:a16="http://schemas.microsoft.com/office/drawing/2014/main" id="{9339A6DC-1FBA-4750-9D01-A060166804F1}"/>
              </a:ext>
            </a:extLst>
          </p:cNvPr>
          <p:cNvCxnSpPr>
            <a:cxnSpLocks/>
          </p:cNvCxnSpPr>
          <p:nvPr/>
        </p:nvCxnSpPr>
        <p:spPr>
          <a:xfrm>
            <a:off x="3972760" y="1862808"/>
            <a:ext cx="0" cy="16123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2078311" y="2983646"/>
            <a:ext cx="915876" cy="369332"/>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lang="en-US" sz="800" b="1" kern="0" dirty="0">
                <a:solidFill>
                  <a:srgbClr val="0097A9">
                    <a:lumMod val="75000"/>
                  </a:srgbClr>
                </a:solidFill>
                <a:latin typeface="Verdana" panose="020B0604030504040204" pitchFamily="34" charset="0"/>
                <a:ea typeface="Verdana" panose="020B0604030504040204" pitchFamily="34" charset="0"/>
                <a:cs typeface="Arial" panose="020B0604020202020204" pitchFamily="34" charset="0"/>
              </a:rPr>
              <a:t>4</a:t>
            </a:r>
            <a:r>
              <a:rPr kumimoji="0" lang="en-US" sz="800" b="1" i="0" u="none" strike="noStrike" kern="0" cap="none" spc="0" normalizeH="0" baseline="0" noProof="0" dirty="0">
                <a:ln>
                  <a:noFill/>
                </a:ln>
                <a:solidFill>
                  <a:srgbClr val="0097A9">
                    <a:lumMod val="75000"/>
                  </a:srgbClr>
                </a:solidFill>
                <a:effectLst/>
                <a:uLnTx/>
                <a:uFillTx/>
                <a:latin typeface="Verdana" panose="020B0604030504040204" pitchFamily="34" charset="0"/>
                <a:ea typeface="Verdana" panose="020B0604030504040204" pitchFamily="34" charset="0"/>
                <a:cs typeface="Arial" panose="020B0604020202020204" pitchFamily="34" charset="0"/>
              </a:rPr>
              <a:t>. Assistance in Bid Evaluation </a:t>
            </a:r>
            <a:r>
              <a:rPr kumimoji="0" lang="en-US" sz="800" b="1" i="0" u="none" strike="noStrike" kern="0" cap="none" spc="0" normalizeH="0" baseline="0" noProof="0" dirty="0">
                <a:ln>
                  <a:noFill/>
                </a:ln>
                <a:effectLst/>
                <a:uLnTx/>
                <a:uFillTx/>
                <a:latin typeface="Verdana" panose="020B0604030504040204" pitchFamily="34" charset="0"/>
                <a:ea typeface="Verdana" panose="020B0604030504040204" pitchFamily="34" charset="0"/>
                <a:cs typeface="Arial" panose="020B0604020202020204" pitchFamily="34" charset="0"/>
              </a:rPr>
              <a:t>(90 Days)</a:t>
            </a:r>
            <a:endParaRPr kumimoji="0" lang="en-IN" sz="800" b="1" i="0" u="none" strike="noStrike" kern="0" cap="none" spc="0" normalizeH="0" baseline="0" noProof="0" dirty="0">
              <a:ln>
                <a:noFill/>
              </a:ln>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02" name="Freeform 818"/>
          <p:cNvSpPr>
            <a:spLocks noEditPoints="1"/>
          </p:cNvSpPr>
          <p:nvPr/>
        </p:nvSpPr>
        <p:spPr bwMode="auto">
          <a:xfrm>
            <a:off x="6290557" y="3899699"/>
            <a:ext cx="180000" cy="180000"/>
          </a:xfrm>
          <a:custGeom>
            <a:avLst/>
            <a:gdLst>
              <a:gd name="T0" fmla="*/ 86 w 299"/>
              <a:gd name="T1" fmla="*/ 64 h 298"/>
              <a:gd name="T2" fmla="*/ 118 w 299"/>
              <a:gd name="T3" fmla="*/ 32 h 298"/>
              <a:gd name="T4" fmla="*/ 86 w 299"/>
              <a:gd name="T5" fmla="*/ 0 h 298"/>
              <a:gd name="T6" fmla="*/ 54 w 299"/>
              <a:gd name="T7" fmla="*/ 32 h 298"/>
              <a:gd name="T8" fmla="*/ 86 w 299"/>
              <a:gd name="T9" fmla="*/ 64 h 298"/>
              <a:gd name="T10" fmla="*/ 86 w 299"/>
              <a:gd name="T11" fmla="*/ 21 h 298"/>
              <a:gd name="T12" fmla="*/ 96 w 299"/>
              <a:gd name="T13" fmla="*/ 32 h 298"/>
              <a:gd name="T14" fmla="*/ 86 w 299"/>
              <a:gd name="T15" fmla="*/ 42 h 298"/>
              <a:gd name="T16" fmla="*/ 75 w 299"/>
              <a:gd name="T17" fmla="*/ 32 h 298"/>
              <a:gd name="T18" fmla="*/ 86 w 299"/>
              <a:gd name="T19" fmla="*/ 21 h 298"/>
              <a:gd name="T20" fmla="*/ 288 w 299"/>
              <a:gd name="T21" fmla="*/ 149 h 298"/>
              <a:gd name="T22" fmla="*/ 267 w 299"/>
              <a:gd name="T23" fmla="*/ 149 h 298"/>
              <a:gd name="T24" fmla="*/ 267 w 299"/>
              <a:gd name="T25" fmla="*/ 96 h 298"/>
              <a:gd name="T26" fmla="*/ 256 w 299"/>
              <a:gd name="T27" fmla="*/ 85 h 298"/>
              <a:gd name="T28" fmla="*/ 171 w 299"/>
              <a:gd name="T29" fmla="*/ 85 h 298"/>
              <a:gd name="T30" fmla="*/ 160 w 299"/>
              <a:gd name="T31" fmla="*/ 96 h 298"/>
              <a:gd name="T32" fmla="*/ 160 w 299"/>
              <a:gd name="T33" fmla="*/ 149 h 298"/>
              <a:gd name="T34" fmla="*/ 139 w 299"/>
              <a:gd name="T35" fmla="*/ 149 h 298"/>
              <a:gd name="T36" fmla="*/ 139 w 299"/>
              <a:gd name="T37" fmla="*/ 96 h 298"/>
              <a:gd name="T38" fmla="*/ 128 w 299"/>
              <a:gd name="T39" fmla="*/ 85 h 298"/>
              <a:gd name="T40" fmla="*/ 43 w 299"/>
              <a:gd name="T41" fmla="*/ 85 h 298"/>
              <a:gd name="T42" fmla="*/ 32 w 299"/>
              <a:gd name="T43" fmla="*/ 96 h 298"/>
              <a:gd name="T44" fmla="*/ 32 w 299"/>
              <a:gd name="T45" fmla="*/ 149 h 298"/>
              <a:gd name="T46" fmla="*/ 11 w 299"/>
              <a:gd name="T47" fmla="*/ 149 h 298"/>
              <a:gd name="T48" fmla="*/ 0 w 299"/>
              <a:gd name="T49" fmla="*/ 160 h 298"/>
              <a:gd name="T50" fmla="*/ 11 w 299"/>
              <a:gd name="T51" fmla="*/ 170 h 298"/>
              <a:gd name="T52" fmla="*/ 11 w 299"/>
              <a:gd name="T53" fmla="*/ 288 h 298"/>
              <a:gd name="T54" fmla="*/ 22 w 299"/>
              <a:gd name="T55" fmla="*/ 298 h 298"/>
              <a:gd name="T56" fmla="*/ 278 w 299"/>
              <a:gd name="T57" fmla="*/ 298 h 298"/>
              <a:gd name="T58" fmla="*/ 288 w 299"/>
              <a:gd name="T59" fmla="*/ 288 h 298"/>
              <a:gd name="T60" fmla="*/ 288 w 299"/>
              <a:gd name="T61" fmla="*/ 170 h 298"/>
              <a:gd name="T62" fmla="*/ 299 w 299"/>
              <a:gd name="T63" fmla="*/ 160 h 298"/>
              <a:gd name="T64" fmla="*/ 288 w 299"/>
              <a:gd name="T65" fmla="*/ 149 h 298"/>
              <a:gd name="T66" fmla="*/ 182 w 299"/>
              <a:gd name="T67" fmla="*/ 106 h 298"/>
              <a:gd name="T68" fmla="*/ 246 w 299"/>
              <a:gd name="T69" fmla="*/ 106 h 298"/>
              <a:gd name="T70" fmla="*/ 246 w 299"/>
              <a:gd name="T71" fmla="*/ 149 h 298"/>
              <a:gd name="T72" fmla="*/ 182 w 299"/>
              <a:gd name="T73" fmla="*/ 149 h 298"/>
              <a:gd name="T74" fmla="*/ 182 w 299"/>
              <a:gd name="T75" fmla="*/ 106 h 298"/>
              <a:gd name="T76" fmla="*/ 54 w 299"/>
              <a:gd name="T77" fmla="*/ 106 h 298"/>
              <a:gd name="T78" fmla="*/ 118 w 299"/>
              <a:gd name="T79" fmla="*/ 106 h 298"/>
              <a:gd name="T80" fmla="*/ 118 w 299"/>
              <a:gd name="T81" fmla="*/ 149 h 298"/>
              <a:gd name="T82" fmla="*/ 54 w 299"/>
              <a:gd name="T83" fmla="*/ 149 h 298"/>
              <a:gd name="T84" fmla="*/ 54 w 299"/>
              <a:gd name="T85" fmla="*/ 106 h 298"/>
              <a:gd name="T86" fmla="*/ 267 w 299"/>
              <a:gd name="T87" fmla="*/ 277 h 298"/>
              <a:gd name="T88" fmla="*/ 32 w 299"/>
              <a:gd name="T89" fmla="*/ 277 h 298"/>
              <a:gd name="T90" fmla="*/ 32 w 299"/>
              <a:gd name="T91" fmla="*/ 170 h 298"/>
              <a:gd name="T92" fmla="*/ 267 w 299"/>
              <a:gd name="T93" fmla="*/ 170 h 298"/>
              <a:gd name="T94" fmla="*/ 267 w 299"/>
              <a:gd name="T95" fmla="*/ 277 h 298"/>
              <a:gd name="T96" fmla="*/ 214 w 299"/>
              <a:gd name="T97" fmla="*/ 64 h 298"/>
              <a:gd name="T98" fmla="*/ 246 w 299"/>
              <a:gd name="T99" fmla="*/ 32 h 298"/>
              <a:gd name="T100" fmla="*/ 214 w 299"/>
              <a:gd name="T101" fmla="*/ 0 h 298"/>
              <a:gd name="T102" fmla="*/ 182 w 299"/>
              <a:gd name="T103" fmla="*/ 32 h 298"/>
              <a:gd name="T104" fmla="*/ 214 w 299"/>
              <a:gd name="T105" fmla="*/ 64 h 298"/>
              <a:gd name="T106" fmla="*/ 214 w 299"/>
              <a:gd name="T107" fmla="*/ 21 h 298"/>
              <a:gd name="T108" fmla="*/ 224 w 299"/>
              <a:gd name="T109" fmla="*/ 32 h 298"/>
              <a:gd name="T110" fmla="*/ 214 w 299"/>
              <a:gd name="T111" fmla="*/ 42 h 298"/>
              <a:gd name="T112" fmla="*/ 203 w 299"/>
              <a:gd name="T113" fmla="*/ 32 h 298"/>
              <a:gd name="T114" fmla="*/ 214 w 299"/>
              <a:gd name="T115" fmla="*/ 21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99" h="298">
                <a:moveTo>
                  <a:pt x="86" y="64"/>
                </a:moveTo>
                <a:cubicBezTo>
                  <a:pt x="103" y="64"/>
                  <a:pt x="118" y="49"/>
                  <a:pt x="118" y="32"/>
                </a:cubicBezTo>
                <a:cubicBezTo>
                  <a:pt x="118" y="14"/>
                  <a:pt x="103" y="0"/>
                  <a:pt x="86" y="0"/>
                </a:cubicBezTo>
                <a:cubicBezTo>
                  <a:pt x="68" y="0"/>
                  <a:pt x="54" y="14"/>
                  <a:pt x="54" y="32"/>
                </a:cubicBezTo>
                <a:cubicBezTo>
                  <a:pt x="54" y="49"/>
                  <a:pt x="68" y="64"/>
                  <a:pt x="86" y="64"/>
                </a:cubicBezTo>
                <a:close/>
                <a:moveTo>
                  <a:pt x="86" y="21"/>
                </a:moveTo>
                <a:cubicBezTo>
                  <a:pt x="92" y="21"/>
                  <a:pt x="96" y="26"/>
                  <a:pt x="96" y="32"/>
                </a:cubicBezTo>
                <a:cubicBezTo>
                  <a:pt x="96" y="38"/>
                  <a:pt x="92" y="42"/>
                  <a:pt x="86" y="42"/>
                </a:cubicBezTo>
                <a:cubicBezTo>
                  <a:pt x="80" y="42"/>
                  <a:pt x="75" y="38"/>
                  <a:pt x="75" y="32"/>
                </a:cubicBezTo>
                <a:cubicBezTo>
                  <a:pt x="75" y="26"/>
                  <a:pt x="80" y="21"/>
                  <a:pt x="86" y="21"/>
                </a:cubicBezTo>
                <a:close/>
                <a:moveTo>
                  <a:pt x="288" y="149"/>
                </a:moveTo>
                <a:cubicBezTo>
                  <a:pt x="267" y="149"/>
                  <a:pt x="267" y="149"/>
                  <a:pt x="267" y="149"/>
                </a:cubicBezTo>
                <a:cubicBezTo>
                  <a:pt x="267" y="96"/>
                  <a:pt x="267" y="96"/>
                  <a:pt x="267" y="96"/>
                </a:cubicBezTo>
                <a:cubicBezTo>
                  <a:pt x="267" y="90"/>
                  <a:pt x="262" y="85"/>
                  <a:pt x="256" y="85"/>
                </a:cubicBezTo>
                <a:cubicBezTo>
                  <a:pt x="171" y="85"/>
                  <a:pt x="171" y="85"/>
                  <a:pt x="171" y="85"/>
                </a:cubicBezTo>
                <a:cubicBezTo>
                  <a:pt x="165" y="85"/>
                  <a:pt x="160" y="90"/>
                  <a:pt x="160" y="96"/>
                </a:cubicBezTo>
                <a:cubicBezTo>
                  <a:pt x="160" y="149"/>
                  <a:pt x="160" y="149"/>
                  <a:pt x="160" y="149"/>
                </a:cubicBezTo>
                <a:cubicBezTo>
                  <a:pt x="139" y="149"/>
                  <a:pt x="139" y="149"/>
                  <a:pt x="139" y="149"/>
                </a:cubicBezTo>
                <a:cubicBezTo>
                  <a:pt x="139" y="96"/>
                  <a:pt x="139" y="96"/>
                  <a:pt x="139" y="96"/>
                </a:cubicBezTo>
                <a:cubicBezTo>
                  <a:pt x="139" y="90"/>
                  <a:pt x="134" y="85"/>
                  <a:pt x="128" y="85"/>
                </a:cubicBezTo>
                <a:cubicBezTo>
                  <a:pt x="43" y="85"/>
                  <a:pt x="43" y="85"/>
                  <a:pt x="43" y="85"/>
                </a:cubicBezTo>
                <a:cubicBezTo>
                  <a:pt x="37" y="85"/>
                  <a:pt x="32" y="90"/>
                  <a:pt x="32" y="96"/>
                </a:cubicBezTo>
                <a:cubicBezTo>
                  <a:pt x="32" y="149"/>
                  <a:pt x="32" y="149"/>
                  <a:pt x="32" y="149"/>
                </a:cubicBezTo>
                <a:cubicBezTo>
                  <a:pt x="11" y="149"/>
                  <a:pt x="11" y="149"/>
                  <a:pt x="11" y="149"/>
                </a:cubicBezTo>
                <a:cubicBezTo>
                  <a:pt x="5" y="149"/>
                  <a:pt x="0" y="154"/>
                  <a:pt x="0" y="160"/>
                </a:cubicBezTo>
                <a:cubicBezTo>
                  <a:pt x="0" y="166"/>
                  <a:pt x="6" y="170"/>
                  <a:pt x="11" y="170"/>
                </a:cubicBezTo>
                <a:cubicBezTo>
                  <a:pt x="11" y="288"/>
                  <a:pt x="11" y="288"/>
                  <a:pt x="11" y="288"/>
                </a:cubicBezTo>
                <a:cubicBezTo>
                  <a:pt x="11" y="294"/>
                  <a:pt x="16" y="298"/>
                  <a:pt x="22" y="298"/>
                </a:cubicBezTo>
                <a:cubicBezTo>
                  <a:pt x="278" y="298"/>
                  <a:pt x="278" y="298"/>
                  <a:pt x="278" y="298"/>
                </a:cubicBezTo>
                <a:cubicBezTo>
                  <a:pt x="284" y="298"/>
                  <a:pt x="288" y="294"/>
                  <a:pt x="288" y="288"/>
                </a:cubicBezTo>
                <a:cubicBezTo>
                  <a:pt x="288" y="170"/>
                  <a:pt x="288" y="170"/>
                  <a:pt x="288" y="170"/>
                </a:cubicBezTo>
                <a:cubicBezTo>
                  <a:pt x="294" y="170"/>
                  <a:pt x="299" y="166"/>
                  <a:pt x="299" y="160"/>
                </a:cubicBezTo>
                <a:cubicBezTo>
                  <a:pt x="299" y="154"/>
                  <a:pt x="294" y="149"/>
                  <a:pt x="288" y="149"/>
                </a:cubicBezTo>
                <a:close/>
                <a:moveTo>
                  <a:pt x="182" y="106"/>
                </a:moveTo>
                <a:cubicBezTo>
                  <a:pt x="246" y="106"/>
                  <a:pt x="246" y="106"/>
                  <a:pt x="246" y="106"/>
                </a:cubicBezTo>
                <a:cubicBezTo>
                  <a:pt x="246" y="149"/>
                  <a:pt x="246" y="149"/>
                  <a:pt x="246" y="149"/>
                </a:cubicBezTo>
                <a:cubicBezTo>
                  <a:pt x="182" y="149"/>
                  <a:pt x="182" y="149"/>
                  <a:pt x="182" y="149"/>
                </a:cubicBezTo>
                <a:lnTo>
                  <a:pt x="182" y="106"/>
                </a:lnTo>
                <a:close/>
                <a:moveTo>
                  <a:pt x="54" y="106"/>
                </a:moveTo>
                <a:cubicBezTo>
                  <a:pt x="118" y="106"/>
                  <a:pt x="118" y="106"/>
                  <a:pt x="118" y="106"/>
                </a:cubicBezTo>
                <a:cubicBezTo>
                  <a:pt x="118" y="149"/>
                  <a:pt x="118" y="149"/>
                  <a:pt x="118" y="149"/>
                </a:cubicBezTo>
                <a:cubicBezTo>
                  <a:pt x="54" y="149"/>
                  <a:pt x="54" y="149"/>
                  <a:pt x="54" y="149"/>
                </a:cubicBezTo>
                <a:lnTo>
                  <a:pt x="54" y="106"/>
                </a:lnTo>
                <a:close/>
                <a:moveTo>
                  <a:pt x="267" y="277"/>
                </a:moveTo>
                <a:cubicBezTo>
                  <a:pt x="32" y="277"/>
                  <a:pt x="32" y="277"/>
                  <a:pt x="32" y="277"/>
                </a:cubicBezTo>
                <a:cubicBezTo>
                  <a:pt x="32" y="170"/>
                  <a:pt x="32" y="170"/>
                  <a:pt x="32" y="170"/>
                </a:cubicBezTo>
                <a:cubicBezTo>
                  <a:pt x="267" y="170"/>
                  <a:pt x="267" y="170"/>
                  <a:pt x="267" y="170"/>
                </a:cubicBezTo>
                <a:lnTo>
                  <a:pt x="267" y="277"/>
                </a:lnTo>
                <a:close/>
                <a:moveTo>
                  <a:pt x="214" y="64"/>
                </a:moveTo>
                <a:cubicBezTo>
                  <a:pt x="231" y="64"/>
                  <a:pt x="246" y="49"/>
                  <a:pt x="246" y="32"/>
                </a:cubicBezTo>
                <a:cubicBezTo>
                  <a:pt x="246" y="14"/>
                  <a:pt x="231" y="0"/>
                  <a:pt x="214" y="0"/>
                </a:cubicBezTo>
                <a:cubicBezTo>
                  <a:pt x="196" y="0"/>
                  <a:pt x="182" y="14"/>
                  <a:pt x="182" y="32"/>
                </a:cubicBezTo>
                <a:cubicBezTo>
                  <a:pt x="182" y="49"/>
                  <a:pt x="196" y="64"/>
                  <a:pt x="214" y="64"/>
                </a:cubicBezTo>
                <a:close/>
                <a:moveTo>
                  <a:pt x="214" y="21"/>
                </a:moveTo>
                <a:cubicBezTo>
                  <a:pt x="220" y="21"/>
                  <a:pt x="224" y="26"/>
                  <a:pt x="224" y="32"/>
                </a:cubicBezTo>
                <a:cubicBezTo>
                  <a:pt x="224" y="38"/>
                  <a:pt x="220" y="42"/>
                  <a:pt x="214" y="42"/>
                </a:cubicBezTo>
                <a:cubicBezTo>
                  <a:pt x="208" y="42"/>
                  <a:pt x="203" y="38"/>
                  <a:pt x="203" y="32"/>
                </a:cubicBezTo>
                <a:cubicBezTo>
                  <a:pt x="203" y="26"/>
                  <a:pt x="208" y="21"/>
                  <a:pt x="214" y="21"/>
                </a:cubicBezTo>
                <a:close/>
              </a:path>
            </a:pathLst>
          </a:custGeom>
          <a:solidFill>
            <a:srgbClr val="00B050"/>
          </a:solidFill>
          <a:ln w="12700">
            <a:solidFill>
              <a:srgbClr val="00B050"/>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128016" tIns="64009" rIns="128016" bIns="64009" numCol="1" anchor="t" anchorCtr="0" compatLnSpc="1">
            <a:prstTxWarp prst="textNoShape">
              <a:avLst/>
            </a:prstTxWarp>
          </a:bodyPr>
          <a:lstStyle/>
          <a:p>
            <a:endParaRPr lang="en-GB" sz="800" dirty="0">
              <a:latin typeface="Verdana" panose="020B0604030504040204" pitchFamily="34" charset="0"/>
              <a:ea typeface="Verdana" panose="020B0604030504040204" pitchFamily="34" charset="0"/>
            </a:endParaRPr>
          </a:p>
        </p:txBody>
      </p:sp>
      <p:sp>
        <p:nvSpPr>
          <p:cNvPr id="127" name="Flowchart: Decision 126">
            <a:extLst>
              <a:ext uri="{FF2B5EF4-FFF2-40B4-BE49-F238E27FC236}">
                <a16:creationId xmlns:a16="http://schemas.microsoft.com/office/drawing/2014/main" id="{1538308E-01A7-46C0-BE94-57ED981B80A9}"/>
              </a:ext>
            </a:extLst>
          </p:cNvPr>
          <p:cNvSpPr/>
          <p:nvPr/>
        </p:nvSpPr>
        <p:spPr bwMode="gray">
          <a:xfrm rot="5400000">
            <a:off x="3901849" y="3400905"/>
            <a:ext cx="136800" cy="136800"/>
          </a:xfrm>
          <a:prstGeom prst="flowChartDecision">
            <a:avLst/>
          </a:prstGeom>
          <a:solidFill>
            <a:srgbClr val="37C4FF"/>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41" name="Text Placeholder 18"/>
          <p:cNvSpPr>
            <a:spLocks noGrp="1"/>
          </p:cNvSpPr>
          <p:nvPr>
            <p:custDataLst>
              <p:tags r:id="rId2"/>
            </p:custDataLst>
          </p:nvPr>
        </p:nvSpPr>
        <p:spPr bwMode="auto">
          <a:xfrm>
            <a:off x="583592" y="1832547"/>
            <a:ext cx="964572" cy="173014"/>
          </a:xfrm>
          <a:prstGeom prst="rect">
            <a:avLst/>
          </a:prstGeom>
          <a:solidFill>
            <a:schemeClr val="accent2">
              <a:lumMod val="20000"/>
              <a:lumOff val="80000"/>
            </a:schemeClr>
          </a:solidFill>
          <a:ln w="9525" algn="ctr">
            <a:solidFill>
              <a:schemeClr val="tx1"/>
            </a:solidFill>
          </a:ln>
        </p:spPr>
        <p:txBody>
          <a:bodyPr vert="horz" wrap="none" lIns="0" tIns="23813" rIns="0" bIns="23813" numCol="1" spcCol="0" rtlCol="0" anchor="ctr" anchorCtr="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1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lang="en-GB" sz="900" b="1" dirty="0">
                <a:solidFill>
                  <a:prstClr val="black"/>
                </a:solidFill>
                <a:latin typeface="Verdana"/>
                <a:sym typeface="+mn-lt"/>
              </a:rPr>
              <a:t>M2</a:t>
            </a:r>
            <a:endParaRPr kumimoji="0" lang="en-GB" sz="900" b="1" i="0" u="none" strike="noStrike" kern="1200" cap="none" spc="0" normalizeH="0" baseline="0" noProof="0" dirty="0">
              <a:ln>
                <a:noFill/>
              </a:ln>
              <a:solidFill>
                <a:prstClr val="black"/>
              </a:solidFill>
              <a:effectLst/>
              <a:uLnTx/>
              <a:uFillTx/>
              <a:latin typeface="Verdana"/>
              <a:ea typeface="+mn-ea"/>
              <a:cs typeface="+mn-cs"/>
              <a:sym typeface="+mn-lt"/>
            </a:endParaRPr>
          </a:p>
        </p:txBody>
      </p:sp>
      <p:sp>
        <p:nvSpPr>
          <p:cNvPr id="116" name="Freeform 818"/>
          <p:cNvSpPr>
            <a:spLocks noEditPoints="1"/>
          </p:cNvSpPr>
          <p:nvPr/>
        </p:nvSpPr>
        <p:spPr bwMode="auto">
          <a:xfrm>
            <a:off x="2974461" y="3346710"/>
            <a:ext cx="180000" cy="180000"/>
          </a:xfrm>
          <a:custGeom>
            <a:avLst/>
            <a:gdLst>
              <a:gd name="T0" fmla="*/ 86 w 299"/>
              <a:gd name="T1" fmla="*/ 64 h 298"/>
              <a:gd name="T2" fmla="*/ 118 w 299"/>
              <a:gd name="T3" fmla="*/ 32 h 298"/>
              <a:gd name="T4" fmla="*/ 86 w 299"/>
              <a:gd name="T5" fmla="*/ 0 h 298"/>
              <a:gd name="T6" fmla="*/ 54 w 299"/>
              <a:gd name="T7" fmla="*/ 32 h 298"/>
              <a:gd name="T8" fmla="*/ 86 w 299"/>
              <a:gd name="T9" fmla="*/ 64 h 298"/>
              <a:gd name="T10" fmla="*/ 86 w 299"/>
              <a:gd name="T11" fmla="*/ 21 h 298"/>
              <a:gd name="T12" fmla="*/ 96 w 299"/>
              <a:gd name="T13" fmla="*/ 32 h 298"/>
              <a:gd name="T14" fmla="*/ 86 w 299"/>
              <a:gd name="T15" fmla="*/ 42 h 298"/>
              <a:gd name="T16" fmla="*/ 75 w 299"/>
              <a:gd name="T17" fmla="*/ 32 h 298"/>
              <a:gd name="T18" fmla="*/ 86 w 299"/>
              <a:gd name="T19" fmla="*/ 21 h 298"/>
              <a:gd name="T20" fmla="*/ 288 w 299"/>
              <a:gd name="T21" fmla="*/ 149 h 298"/>
              <a:gd name="T22" fmla="*/ 267 w 299"/>
              <a:gd name="T23" fmla="*/ 149 h 298"/>
              <a:gd name="T24" fmla="*/ 267 w 299"/>
              <a:gd name="T25" fmla="*/ 96 h 298"/>
              <a:gd name="T26" fmla="*/ 256 w 299"/>
              <a:gd name="T27" fmla="*/ 85 h 298"/>
              <a:gd name="T28" fmla="*/ 171 w 299"/>
              <a:gd name="T29" fmla="*/ 85 h 298"/>
              <a:gd name="T30" fmla="*/ 160 w 299"/>
              <a:gd name="T31" fmla="*/ 96 h 298"/>
              <a:gd name="T32" fmla="*/ 160 w 299"/>
              <a:gd name="T33" fmla="*/ 149 h 298"/>
              <a:gd name="T34" fmla="*/ 139 w 299"/>
              <a:gd name="T35" fmla="*/ 149 h 298"/>
              <a:gd name="T36" fmla="*/ 139 w 299"/>
              <a:gd name="T37" fmla="*/ 96 h 298"/>
              <a:gd name="T38" fmla="*/ 128 w 299"/>
              <a:gd name="T39" fmla="*/ 85 h 298"/>
              <a:gd name="T40" fmla="*/ 43 w 299"/>
              <a:gd name="T41" fmla="*/ 85 h 298"/>
              <a:gd name="T42" fmla="*/ 32 w 299"/>
              <a:gd name="T43" fmla="*/ 96 h 298"/>
              <a:gd name="T44" fmla="*/ 32 w 299"/>
              <a:gd name="T45" fmla="*/ 149 h 298"/>
              <a:gd name="T46" fmla="*/ 11 w 299"/>
              <a:gd name="T47" fmla="*/ 149 h 298"/>
              <a:gd name="T48" fmla="*/ 0 w 299"/>
              <a:gd name="T49" fmla="*/ 160 h 298"/>
              <a:gd name="T50" fmla="*/ 11 w 299"/>
              <a:gd name="T51" fmla="*/ 170 h 298"/>
              <a:gd name="T52" fmla="*/ 11 w 299"/>
              <a:gd name="T53" fmla="*/ 288 h 298"/>
              <a:gd name="T54" fmla="*/ 22 w 299"/>
              <a:gd name="T55" fmla="*/ 298 h 298"/>
              <a:gd name="T56" fmla="*/ 278 w 299"/>
              <a:gd name="T57" fmla="*/ 298 h 298"/>
              <a:gd name="T58" fmla="*/ 288 w 299"/>
              <a:gd name="T59" fmla="*/ 288 h 298"/>
              <a:gd name="T60" fmla="*/ 288 w 299"/>
              <a:gd name="T61" fmla="*/ 170 h 298"/>
              <a:gd name="T62" fmla="*/ 299 w 299"/>
              <a:gd name="T63" fmla="*/ 160 h 298"/>
              <a:gd name="T64" fmla="*/ 288 w 299"/>
              <a:gd name="T65" fmla="*/ 149 h 298"/>
              <a:gd name="T66" fmla="*/ 182 w 299"/>
              <a:gd name="T67" fmla="*/ 106 h 298"/>
              <a:gd name="T68" fmla="*/ 246 w 299"/>
              <a:gd name="T69" fmla="*/ 106 h 298"/>
              <a:gd name="T70" fmla="*/ 246 w 299"/>
              <a:gd name="T71" fmla="*/ 149 h 298"/>
              <a:gd name="T72" fmla="*/ 182 w 299"/>
              <a:gd name="T73" fmla="*/ 149 h 298"/>
              <a:gd name="T74" fmla="*/ 182 w 299"/>
              <a:gd name="T75" fmla="*/ 106 h 298"/>
              <a:gd name="T76" fmla="*/ 54 w 299"/>
              <a:gd name="T77" fmla="*/ 106 h 298"/>
              <a:gd name="T78" fmla="*/ 118 w 299"/>
              <a:gd name="T79" fmla="*/ 106 h 298"/>
              <a:gd name="T80" fmla="*/ 118 w 299"/>
              <a:gd name="T81" fmla="*/ 149 h 298"/>
              <a:gd name="T82" fmla="*/ 54 w 299"/>
              <a:gd name="T83" fmla="*/ 149 h 298"/>
              <a:gd name="T84" fmla="*/ 54 w 299"/>
              <a:gd name="T85" fmla="*/ 106 h 298"/>
              <a:gd name="T86" fmla="*/ 267 w 299"/>
              <a:gd name="T87" fmla="*/ 277 h 298"/>
              <a:gd name="T88" fmla="*/ 32 w 299"/>
              <a:gd name="T89" fmla="*/ 277 h 298"/>
              <a:gd name="T90" fmla="*/ 32 w 299"/>
              <a:gd name="T91" fmla="*/ 170 h 298"/>
              <a:gd name="T92" fmla="*/ 267 w 299"/>
              <a:gd name="T93" fmla="*/ 170 h 298"/>
              <a:gd name="T94" fmla="*/ 267 w 299"/>
              <a:gd name="T95" fmla="*/ 277 h 298"/>
              <a:gd name="T96" fmla="*/ 214 w 299"/>
              <a:gd name="T97" fmla="*/ 64 h 298"/>
              <a:gd name="T98" fmla="*/ 246 w 299"/>
              <a:gd name="T99" fmla="*/ 32 h 298"/>
              <a:gd name="T100" fmla="*/ 214 w 299"/>
              <a:gd name="T101" fmla="*/ 0 h 298"/>
              <a:gd name="T102" fmla="*/ 182 w 299"/>
              <a:gd name="T103" fmla="*/ 32 h 298"/>
              <a:gd name="T104" fmla="*/ 214 w 299"/>
              <a:gd name="T105" fmla="*/ 64 h 298"/>
              <a:gd name="T106" fmla="*/ 214 w 299"/>
              <a:gd name="T107" fmla="*/ 21 h 298"/>
              <a:gd name="T108" fmla="*/ 224 w 299"/>
              <a:gd name="T109" fmla="*/ 32 h 298"/>
              <a:gd name="T110" fmla="*/ 214 w 299"/>
              <a:gd name="T111" fmla="*/ 42 h 298"/>
              <a:gd name="T112" fmla="*/ 203 w 299"/>
              <a:gd name="T113" fmla="*/ 32 h 298"/>
              <a:gd name="T114" fmla="*/ 214 w 299"/>
              <a:gd name="T115" fmla="*/ 21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99" h="298">
                <a:moveTo>
                  <a:pt x="86" y="64"/>
                </a:moveTo>
                <a:cubicBezTo>
                  <a:pt x="103" y="64"/>
                  <a:pt x="118" y="49"/>
                  <a:pt x="118" y="32"/>
                </a:cubicBezTo>
                <a:cubicBezTo>
                  <a:pt x="118" y="14"/>
                  <a:pt x="103" y="0"/>
                  <a:pt x="86" y="0"/>
                </a:cubicBezTo>
                <a:cubicBezTo>
                  <a:pt x="68" y="0"/>
                  <a:pt x="54" y="14"/>
                  <a:pt x="54" y="32"/>
                </a:cubicBezTo>
                <a:cubicBezTo>
                  <a:pt x="54" y="49"/>
                  <a:pt x="68" y="64"/>
                  <a:pt x="86" y="64"/>
                </a:cubicBezTo>
                <a:close/>
                <a:moveTo>
                  <a:pt x="86" y="21"/>
                </a:moveTo>
                <a:cubicBezTo>
                  <a:pt x="92" y="21"/>
                  <a:pt x="96" y="26"/>
                  <a:pt x="96" y="32"/>
                </a:cubicBezTo>
                <a:cubicBezTo>
                  <a:pt x="96" y="38"/>
                  <a:pt x="92" y="42"/>
                  <a:pt x="86" y="42"/>
                </a:cubicBezTo>
                <a:cubicBezTo>
                  <a:pt x="80" y="42"/>
                  <a:pt x="75" y="38"/>
                  <a:pt x="75" y="32"/>
                </a:cubicBezTo>
                <a:cubicBezTo>
                  <a:pt x="75" y="26"/>
                  <a:pt x="80" y="21"/>
                  <a:pt x="86" y="21"/>
                </a:cubicBezTo>
                <a:close/>
                <a:moveTo>
                  <a:pt x="288" y="149"/>
                </a:moveTo>
                <a:cubicBezTo>
                  <a:pt x="267" y="149"/>
                  <a:pt x="267" y="149"/>
                  <a:pt x="267" y="149"/>
                </a:cubicBezTo>
                <a:cubicBezTo>
                  <a:pt x="267" y="96"/>
                  <a:pt x="267" y="96"/>
                  <a:pt x="267" y="96"/>
                </a:cubicBezTo>
                <a:cubicBezTo>
                  <a:pt x="267" y="90"/>
                  <a:pt x="262" y="85"/>
                  <a:pt x="256" y="85"/>
                </a:cubicBezTo>
                <a:cubicBezTo>
                  <a:pt x="171" y="85"/>
                  <a:pt x="171" y="85"/>
                  <a:pt x="171" y="85"/>
                </a:cubicBezTo>
                <a:cubicBezTo>
                  <a:pt x="165" y="85"/>
                  <a:pt x="160" y="90"/>
                  <a:pt x="160" y="96"/>
                </a:cubicBezTo>
                <a:cubicBezTo>
                  <a:pt x="160" y="149"/>
                  <a:pt x="160" y="149"/>
                  <a:pt x="160" y="149"/>
                </a:cubicBezTo>
                <a:cubicBezTo>
                  <a:pt x="139" y="149"/>
                  <a:pt x="139" y="149"/>
                  <a:pt x="139" y="149"/>
                </a:cubicBezTo>
                <a:cubicBezTo>
                  <a:pt x="139" y="96"/>
                  <a:pt x="139" y="96"/>
                  <a:pt x="139" y="96"/>
                </a:cubicBezTo>
                <a:cubicBezTo>
                  <a:pt x="139" y="90"/>
                  <a:pt x="134" y="85"/>
                  <a:pt x="128" y="85"/>
                </a:cubicBezTo>
                <a:cubicBezTo>
                  <a:pt x="43" y="85"/>
                  <a:pt x="43" y="85"/>
                  <a:pt x="43" y="85"/>
                </a:cubicBezTo>
                <a:cubicBezTo>
                  <a:pt x="37" y="85"/>
                  <a:pt x="32" y="90"/>
                  <a:pt x="32" y="96"/>
                </a:cubicBezTo>
                <a:cubicBezTo>
                  <a:pt x="32" y="149"/>
                  <a:pt x="32" y="149"/>
                  <a:pt x="32" y="149"/>
                </a:cubicBezTo>
                <a:cubicBezTo>
                  <a:pt x="11" y="149"/>
                  <a:pt x="11" y="149"/>
                  <a:pt x="11" y="149"/>
                </a:cubicBezTo>
                <a:cubicBezTo>
                  <a:pt x="5" y="149"/>
                  <a:pt x="0" y="154"/>
                  <a:pt x="0" y="160"/>
                </a:cubicBezTo>
                <a:cubicBezTo>
                  <a:pt x="0" y="166"/>
                  <a:pt x="6" y="170"/>
                  <a:pt x="11" y="170"/>
                </a:cubicBezTo>
                <a:cubicBezTo>
                  <a:pt x="11" y="288"/>
                  <a:pt x="11" y="288"/>
                  <a:pt x="11" y="288"/>
                </a:cubicBezTo>
                <a:cubicBezTo>
                  <a:pt x="11" y="294"/>
                  <a:pt x="16" y="298"/>
                  <a:pt x="22" y="298"/>
                </a:cubicBezTo>
                <a:cubicBezTo>
                  <a:pt x="278" y="298"/>
                  <a:pt x="278" y="298"/>
                  <a:pt x="278" y="298"/>
                </a:cubicBezTo>
                <a:cubicBezTo>
                  <a:pt x="284" y="298"/>
                  <a:pt x="288" y="294"/>
                  <a:pt x="288" y="288"/>
                </a:cubicBezTo>
                <a:cubicBezTo>
                  <a:pt x="288" y="170"/>
                  <a:pt x="288" y="170"/>
                  <a:pt x="288" y="170"/>
                </a:cubicBezTo>
                <a:cubicBezTo>
                  <a:pt x="294" y="170"/>
                  <a:pt x="299" y="166"/>
                  <a:pt x="299" y="160"/>
                </a:cubicBezTo>
                <a:cubicBezTo>
                  <a:pt x="299" y="154"/>
                  <a:pt x="294" y="149"/>
                  <a:pt x="288" y="149"/>
                </a:cubicBezTo>
                <a:close/>
                <a:moveTo>
                  <a:pt x="182" y="106"/>
                </a:moveTo>
                <a:cubicBezTo>
                  <a:pt x="246" y="106"/>
                  <a:pt x="246" y="106"/>
                  <a:pt x="246" y="106"/>
                </a:cubicBezTo>
                <a:cubicBezTo>
                  <a:pt x="246" y="149"/>
                  <a:pt x="246" y="149"/>
                  <a:pt x="246" y="149"/>
                </a:cubicBezTo>
                <a:cubicBezTo>
                  <a:pt x="182" y="149"/>
                  <a:pt x="182" y="149"/>
                  <a:pt x="182" y="149"/>
                </a:cubicBezTo>
                <a:lnTo>
                  <a:pt x="182" y="106"/>
                </a:lnTo>
                <a:close/>
                <a:moveTo>
                  <a:pt x="54" y="106"/>
                </a:moveTo>
                <a:cubicBezTo>
                  <a:pt x="118" y="106"/>
                  <a:pt x="118" y="106"/>
                  <a:pt x="118" y="106"/>
                </a:cubicBezTo>
                <a:cubicBezTo>
                  <a:pt x="118" y="149"/>
                  <a:pt x="118" y="149"/>
                  <a:pt x="118" y="149"/>
                </a:cubicBezTo>
                <a:cubicBezTo>
                  <a:pt x="54" y="149"/>
                  <a:pt x="54" y="149"/>
                  <a:pt x="54" y="149"/>
                </a:cubicBezTo>
                <a:lnTo>
                  <a:pt x="54" y="106"/>
                </a:lnTo>
                <a:close/>
                <a:moveTo>
                  <a:pt x="267" y="277"/>
                </a:moveTo>
                <a:cubicBezTo>
                  <a:pt x="32" y="277"/>
                  <a:pt x="32" y="277"/>
                  <a:pt x="32" y="277"/>
                </a:cubicBezTo>
                <a:cubicBezTo>
                  <a:pt x="32" y="170"/>
                  <a:pt x="32" y="170"/>
                  <a:pt x="32" y="170"/>
                </a:cubicBezTo>
                <a:cubicBezTo>
                  <a:pt x="267" y="170"/>
                  <a:pt x="267" y="170"/>
                  <a:pt x="267" y="170"/>
                </a:cubicBezTo>
                <a:lnTo>
                  <a:pt x="267" y="277"/>
                </a:lnTo>
                <a:close/>
                <a:moveTo>
                  <a:pt x="214" y="64"/>
                </a:moveTo>
                <a:cubicBezTo>
                  <a:pt x="231" y="64"/>
                  <a:pt x="246" y="49"/>
                  <a:pt x="246" y="32"/>
                </a:cubicBezTo>
                <a:cubicBezTo>
                  <a:pt x="246" y="14"/>
                  <a:pt x="231" y="0"/>
                  <a:pt x="214" y="0"/>
                </a:cubicBezTo>
                <a:cubicBezTo>
                  <a:pt x="196" y="0"/>
                  <a:pt x="182" y="14"/>
                  <a:pt x="182" y="32"/>
                </a:cubicBezTo>
                <a:cubicBezTo>
                  <a:pt x="182" y="49"/>
                  <a:pt x="196" y="64"/>
                  <a:pt x="214" y="64"/>
                </a:cubicBezTo>
                <a:close/>
                <a:moveTo>
                  <a:pt x="214" y="21"/>
                </a:moveTo>
                <a:cubicBezTo>
                  <a:pt x="220" y="21"/>
                  <a:pt x="224" y="26"/>
                  <a:pt x="224" y="32"/>
                </a:cubicBezTo>
                <a:cubicBezTo>
                  <a:pt x="224" y="38"/>
                  <a:pt x="220" y="42"/>
                  <a:pt x="214" y="42"/>
                </a:cubicBezTo>
                <a:cubicBezTo>
                  <a:pt x="208" y="42"/>
                  <a:pt x="203" y="38"/>
                  <a:pt x="203" y="32"/>
                </a:cubicBezTo>
                <a:cubicBezTo>
                  <a:pt x="203" y="26"/>
                  <a:pt x="208" y="21"/>
                  <a:pt x="214" y="21"/>
                </a:cubicBezTo>
                <a:close/>
              </a:path>
            </a:pathLst>
          </a:custGeom>
          <a:solidFill>
            <a:srgbClr val="00B050"/>
          </a:solidFill>
          <a:ln w="12700">
            <a:solidFill>
              <a:srgbClr val="00B050"/>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128016" tIns="64009" rIns="128016" bIns="64009" numCol="1" anchor="t" anchorCtr="0" compatLnSpc="1">
            <a:prstTxWarp prst="textNoShape">
              <a:avLst/>
            </a:prstTxWarp>
          </a:bodyPr>
          <a:lstStyle/>
          <a:p>
            <a:endParaRPr lang="en-GB" sz="800" dirty="0">
              <a:latin typeface="Verdana" panose="020B0604030504040204" pitchFamily="34" charset="0"/>
              <a:ea typeface="Verdana" panose="020B0604030504040204" pitchFamily="34" charset="0"/>
            </a:endParaRPr>
          </a:p>
        </p:txBody>
      </p:sp>
      <p:sp>
        <p:nvSpPr>
          <p:cNvPr id="171" name="TextBox 170">
            <a:extLst>
              <a:ext uri="{FF2B5EF4-FFF2-40B4-BE49-F238E27FC236}">
                <a16:creationId xmlns:a16="http://schemas.microsoft.com/office/drawing/2014/main" id="{B0E3E388-F542-40DC-93A2-6CA6CBD54CD7}"/>
              </a:ext>
            </a:extLst>
          </p:cNvPr>
          <p:cNvSpPr txBox="1"/>
          <p:nvPr/>
        </p:nvSpPr>
        <p:spPr>
          <a:xfrm>
            <a:off x="3112632" y="2660637"/>
            <a:ext cx="875410" cy="584775"/>
          </a:xfrm>
          <a:prstGeom prst="rect">
            <a:avLst/>
          </a:prstGeom>
          <a:noFill/>
        </p:spPr>
        <p:txBody>
          <a:bodyPr wrap="square">
            <a:spAutoFit/>
          </a:bodyPr>
          <a:lstStyle/>
          <a:p>
            <a:pPr algn="ctr">
              <a:spcBef>
                <a:spcPts val="600"/>
              </a:spcBef>
              <a:buSzPct val="100000"/>
              <a:defRPr/>
            </a:pPr>
            <a:r>
              <a:rPr lang="en-US" sz="800" kern="0" dirty="0">
                <a:solidFill>
                  <a:srgbClr val="0097A9">
                    <a:lumMod val="75000"/>
                  </a:srgbClr>
                </a:solidFill>
                <a:latin typeface="Verdana" panose="020B0604030504040204" pitchFamily="34" charset="0"/>
                <a:ea typeface="Verdana" panose="020B0604030504040204" pitchFamily="34" charset="0"/>
                <a:cs typeface="Arial" panose="020B0604020202020204" pitchFamily="34" charset="0"/>
              </a:rPr>
              <a:t>Evaluate As-Is document submitted by IA</a:t>
            </a:r>
            <a:endParaRPr lang="en-IN" sz="800" kern="0" dirty="0">
              <a:solidFill>
                <a:srgbClr val="0097A9">
                  <a:lumMod val="75000"/>
                </a:srgbClr>
              </a:solidFill>
              <a:latin typeface="Verdana" panose="020B0604030504040204" pitchFamily="34" charset="0"/>
              <a:ea typeface="Verdana" panose="020B0604030504040204" pitchFamily="34" charset="0"/>
              <a:cs typeface="Arial" panose="020B0604020202020204" pitchFamily="34" charset="0"/>
            </a:endParaRPr>
          </a:p>
        </p:txBody>
      </p:sp>
      <p:cxnSp>
        <p:nvCxnSpPr>
          <p:cNvPr id="179" name="Straight Connector 178">
            <a:extLst>
              <a:ext uri="{FF2B5EF4-FFF2-40B4-BE49-F238E27FC236}">
                <a16:creationId xmlns:a16="http://schemas.microsoft.com/office/drawing/2014/main" id="{4D42F9D8-3060-4E27-AE68-4D80DCA2846F}"/>
              </a:ext>
            </a:extLst>
          </p:cNvPr>
          <p:cNvCxnSpPr>
            <a:cxnSpLocks/>
            <a:stCxn id="104" idx="3"/>
            <a:endCxn id="102" idx="51"/>
          </p:cNvCxnSpPr>
          <p:nvPr/>
        </p:nvCxnSpPr>
        <p:spPr>
          <a:xfrm>
            <a:off x="6388982" y="1918782"/>
            <a:ext cx="11140" cy="20002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6F53ED67-0A95-4B25-993C-7A84B28D0A4C}"/>
              </a:ext>
            </a:extLst>
          </p:cNvPr>
          <p:cNvCxnSpPr/>
          <p:nvPr/>
        </p:nvCxnSpPr>
        <p:spPr>
          <a:xfrm flipH="1">
            <a:off x="8326710" y="1508087"/>
            <a:ext cx="1948" cy="374904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9507248D-4F47-4420-8962-699C691A9C7F}"/>
              </a:ext>
            </a:extLst>
          </p:cNvPr>
          <p:cNvCxnSpPr/>
          <p:nvPr/>
        </p:nvCxnSpPr>
        <p:spPr>
          <a:xfrm flipH="1">
            <a:off x="9300686" y="1508087"/>
            <a:ext cx="1948" cy="374904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5E614EAF-2180-4419-85DD-60DD7C608C07}"/>
              </a:ext>
            </a:extLst>
          </p:cNvPr>
          <p:cNvCxnSpPr/>
          <p:nvPr/>
        </p:nvCxnSpPr>
        <p:spPr>
          <a:xfrm flipH="1">
            <a:off x="10272977" y="1508087"/>
            <a:ext cx="1948" cy="374904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99F8D7E8-DA01-4C4E-AFFA-5422A01F8D2F}"/>
              </a:ext>
            </a:extLst>
          </p:cNvPr>
          <p:cNvCxnSpPr/>
          <p:nvPr/>
        </p:nvCxnSpPr>
        <p:spPr>
          <a:xfrm flipH="1">
            <a:off x="11237549" y="1508087"/>
            <a:ext cx="1948" cy="374904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99" name="Text Placeholder 18">
            <a:extLst>
              <a:ext uri="{FF2B5EF4-FFF2-40B4-BE49-F238E27FC236}">
                <a16:creationId xmlns:a16="http://schemas.microsoft.com/office/drawing/2014/main" id="{32E270A0-903C-463E-8444-9A0606BD578D}"/>
              </a:ext>
            </a:extLst>
          </p:cNvPr>
          <p:cNvSpPr>
            <a:spLocks noGrp="1"/>
          </p:cNvSpPr>
          <p:nvPr>
            <p:custDataLst>
              <p:tags r:id="rId3"/>
            </p:custDataLst>
          </p:nvPr>
        </p:nvSpPr>
        <p:spPr bwMode="auto">
          <a:xfrm>
            <a:off x="1552332" y="1832547"/>
            <a:ext cx="964572" cy="173014"/>
          </a:xfrm>
          <a:prstGeom prst="rect">
            <a:avLst/>
          </a:prstGeom>
          <a:solidFill>
            <a:schemeClr val="accent2">
              <a:lumMod val="20000"/>
              <a:lumOff val="80000"/>
            </a:schemeClr>
          </a:solidFill>
          <a:ln w="9525" algn="ctr">
            <a:solidFill>
              <a:schemeClr val="tx1"/>
            </a:solidFill>
          </a:ln>
        </p:spPr>
        <p:txBody>
          <a:bodyPr vert="horz" wrap="none" lIns="0" tIns="23813" rIns="0" bIns="23813" numCol="1" spcCol="0" rtlCol="0" anchor="ctr" anchorCtr="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1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lang="en-GB" sz="900" b="1" dirty="0">
                <a:solidFill>
                  <a:prstClr val="black"/>
                </a:solidFill>
                <a:latin typeface="Verdana"/>
                <a:sym typeface="+mn-lt"/>
              </a:rPr>
              <a:t>M3</a:t>
            </a:r>
            <a:endParaRPr kumimoji="0" lang="en-GB" sz="900" b="1" i="0" u="none" strike="noStrike" kern="1200" cap="none" spc="0" normalizeH="0" baseline="0" noProof="0" dirty="0">
              <a:ln>
                <a:noFill/>
              </a:ln>
              <a:solidFill>
                <a:prstClr val="black"/>
              </a:solidFill>
              <a:effectLst/>
              <a:uLnTx/>
              <a:uFillTx/>
              <a:latin typeface="Verdana"/>
              <a:ea typeface="+mn-ea"/>
              <a:cs typeface="+mn-cs"/>
              <a:sym typeface="+mn-lt"/>
            </a:endParaRPr>
          </a:p>
        </p:txBody>
      </p:sp>
      <p:sp>
        <p:nvSpPr>
          <p:cNvPr id="100" name="Text Placeholder 18">
            <a:extLst>
              <a:ext uri="{FF2B5EF4-FFF2-40B4-BE49-F238E27FC236}">
                <a16:creationId xmlns:a16="http://schemas.microsoft.com/office/drawing/2014/main" id="{B3BF1AC2-8FE6-4D06-ACBF-059CEA0054B9}"/>
              </a:ext>
            </a:extLst>
          </p:cNvPr>
          <p:cNvSpPr>
            <a:spLocks noGrp="1"/>
          </p:cNvSpPr>
          <p:nvPr>
            <p:custDataLst>
              <p:tags r:id="rId4"/>
            </p:custDataLst>
          </p:nvPr>
        </p:nvSpPr>
        <p:spPr bwMode="auto">
          <a:xfrm>
            <a:off x="2525278" y="1832547"/>
            <a:ext cx="964572" cy="173014"/>
          </a:xfrm>
          <a:prstGeom prst="rect">
            <a:avLst/>
          </a:prstGeom>
          <a:solidFill>
            <a:schemeClr val="accent2">
              <a:lumMod val="20000"/>
              <a:lumOff val="80000"/>
            </a:schemeClr>
          </a:solidFill>
          <a:ln w="9525" algn="ctr">
            <a:solidFill>
              <a:schemeClr val="tx1"/>
            </a:solidFill>
          </a:ln>
        </p:spPr>
        <p:txBody>
          <a:bodyPr vert="horz" wrap="none" lIns="0" tIns="23813" rIns="0" bIns="23813" numCol="1" spcCol="0" rtlCol="0" anchor="ctr" anchorCtr="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1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lang="en-GB" sz="900" b="1" dirty="0">
                <a:solidFill>
                  <a:prstClr val="black"/>
                </a:solidFill>
                <a:latin typeface="Verdana"/>
                <a:sym typeface="+mn-lt"/>
              </a:rPr>
              <a:t>M4</a:t>
            </a:r>
            <a:endParaRPr kumimoji="0" lang="en-GB" sz="900" b="1" i="0" u="none" strike="noStrike" kern="1200" cap="none" spc="0" normalizeH="0" baseline="0" noProof="0" dirty="0">
              <a:ln>
                <a:noFill/>
              </a:ln>
              <a:solidFill>
                <a:prstClr val="black"/>
              </a:solidFill>
              <a:effectLst/>
              <a:uLnTx/>
              <a:uFillTx/>
              <a:latin typeface="Verdana"/>
              <a:ea typeface="+mn-ea"/>
              <a:cs typeface="+mn-cs"/>
              <a:sym typeface="+mn-lt"/>
            </a:endParaRPr>
          </a:p>
        </p:txBody>
      </p:sp>
      <p:sp>
        <p:nvSpPr>
          <p:cNvPr id="101" name="Text Placeholder 18">
            <a:extLst>
              <a:ext uri="{FF2B5EF4-FFF2-40B4-BE49-F238E27FC236}">
                <a16:creationId xmlns:a16="http://schemas.microsoft.com/office/drawing/2014/main" id="{D70B9A39-907D-4807-97CE-CBA451BF6CDA}"/>
              </a:ext>
            </a:extLst>
          </p:cNvPr>
          <p:cNvSpPr>
            <a:spLocks noGrp="1"/>
          </p:cNvSpPr>
          <p:nvPr>
            <p:custDataLst>
              <p:tags r:id="rId5"/>
            </p:custDataLst>
          </p:nvPr>
        </p:nvSpPr>
        <p:spPr bwMode="auto">
          <a:xfrm>
            <a:off x="3490474" y="1832275"/>
            <a:ext cx="964572" cy="173014"/>
          </a:xfrm>
          <a:prstGeom prst="rect">
            <a:avLst/>
          </a:prstGeom>
          <a:solidFill>
            <a:schemeClr val="accent2">
              <a:lumMod val="20000"/>
              <a:lumOff val="80000"/>
            </a:schemeClr>
          </a:solidFill>
          <a:ln w="9525" algn="ctr">
            <a:solidFill>
              <a:schemeClr val="tx1"/>
            </a:solidFill>
          </a:ln>
        </p:spPr>
        <p:txBody>
          <a:bodyPr vert="horz" wrap="none" lIns="0" tIns="23813" rIns="0" bIns="23813" numCol="1" spcCol="0" rtlCol="0" anchor="ctr" anchorCtr="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1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lang="en-GB" sz="900" b="1" dirty="0">
                <a:solidFill>
                  <a:prstClr val="black"/>
                </a:solidFill>
                <a:latin typeface="Verdana"/>
                <a:sym typeface="+mn-lt"/>
              </a:rPr>
              <a:t>M5</a:t>
            </a:r>
            <a:endParaRPr kumimoji="0" lang="en-GB" sz="900" b="1" i="0" u="none" strike="noStrike" kern="1200" cap="none" spc="0" normalizeH="0" baseline="0" noProof="0" dirty="0">
              <a:ln>
                <a:noFill/>
              </a:ln>
              <a:solidFill>
                <a:prstClr val="black"/>
              </a:solidFill>
              <a:effectLst/>
              <a:uLnTx/>
              <a:uFillTx/>
              <a:latin typeface="Verdana"/>
              <a:ea typeface="+mn-ea"/>
              <a:cs typeface="+mn-cs"/>
              <a:sym typeface="+mn-lt"/>
            </a:endParaRPr>
          </a:p>
        </p:txBody>
      </p:sp>
      <p:sp>
        <p:nvSpPr>
          <p:cNvPr id="103" name="Text Placeholder 18">
            <a:extLst>
              <a:ext uri="{FF2B5EF4-FFF2-40B4-BE49-F238E27FC236}">
                <a16:creationId xmlns:a16="http://schemas.microsoft.com/office/drawing/2014/main" id="{1F0ECAB0-D52C-4F54-85E6-67CA4D37797D}"/>
              </a:ext>
            </a:extLst>
          </p:cNvPr>
          <p:cNvSpPr>
            <a:spLocks noGrp="1"/>
          </p:cNvSpPr>
          <p:nvPr>
            <p:custDataLst>
              <p:tags r:id="rId6"/>
            </p:custDataLst>
          </p:nvPr>
        </p:nvSpPr>
        <p:spPr bwMode="auto">
          <a:xfrm>
            <a:off x="4459214" y="1832275"/>
            <a:ext cx="964572" cy="173014"/>
          </a:xfrm>
          <a:prstGeom prst="rect">
            <a:avLst/>
          </a:prstGeom>
          <a:solidFill>
            <a:schemeClr val="accent2">
              <a:lumMod val="20000"/>
              <a:lumOff val="80000"/>
            </a:schemeClr>
          </a:solidFill>
          <a:ln w="9525" algn="ctr">
            <a:solidFill>
              <a:schemeClr val="tx1"/>
            </a:solidFill>
          </a:ln>
        </p:spPr>
        <p:txBody>
          <a:bodyPr vert="horz" wrap="none" lIns="0" tIns="23813" rIns="0" bIns="23813" numCol="1" spcCol="0" rtlCol="0" anchor="ctr" anchorCtr="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1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lang="en-GB" sz="900" b="1" dirty="0">
                <a:solidFill>
                  <a:prstClr val="black"/>
                </a:solidFill>
                <a:latin typeface="Verdana"/>
                <a:sym typeface="+mn-lt"/>
              </a:rPr>
              <a:t>M6</a:t>
            </a:r>
            <a:endParaRPr kumimoji="0" lang="en-GB" sz="900" b="1" i="0" u="none" strike="noStrike" kern="1200" cap="none" spc="0" normalizeH="0" baseline="0" noProof="0" dirty="0">
              <a:ln>
                <a:noFill/>
              </a:ln>
              <a:solidFill>
                <a:prstClr val="black"/>
              </a:solidFill>
              <a:effectLst/>
              <a:uLnTx/>
              <a:uFillTx/>
              <a:latin typeface="Verdana"/>
              <a:ea typeface="+mn-ea"/>
              <a:cs typeface="+mn-cs"/>
              <a:sym typeface="+mn-lt"/>
            </a:endParaRPr>
          </a:p>
        </p:txBody>
      </p:sp>
      <p:sp>
        <p:nvSpPr>
          <p:cNvPr id="104" name="Text Placeholder 18">
            <a:extLst>
              <a:ext uri="{FF2B5EF4-FFF2-40B4-BE49-F238E27FC236}">
                <a16:creationId xmlns:a16="http://schemas.microsoft.com/office/drawing/2014/main" id="{8A56DB5E-EFE9-49A9-BD5E-3C400724F7CB}"/>
              </a:ext>
            </a:extLst>
          </p:cNvPr>
          <p:cNvSpPr>
            <a:spLocks noGrp="1"/>
          </p:cNvSpPr>
          <p:nvPr>
            <p:custDataLst>
              <p:tags r:id="rId7"/>
            </p:custDataLst>
          </p:nvPr>
        </p:nvSpPr>
        <p:spPr bwMode="auto">
          <a:xfrm>
            <a:off x="5424410" y="1832275"/>
            <a:ext cx="964572" cy="173014"/>
          </a:xfrm>
          <a:prstGeom prst="rect">
            <a:avLst/>
          </a:prstGeom>
          <a:solidFill>
            <a:schemeClr val="accent2">
              <a:lumMod val="20000"/>
              <a:lumOff val="80000"/>
            </a:schemeClr>
          </a:solidFill>
          <a:ln w="9525" algn="ctr">
            <a:solidFill>
              <a:schemeClr val="tx1"/>
            </a:solidFill>
          </a:ln>
        </p:spPr>
        <p:txBody>
          <a:bodyPr vert="horz" wrap="none" lIns="0" tIns="23813" rIns="0" bIns="23813" numCol="1" spcCol="0" rtlCol="0" anchor="ctr" anchorCtr="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1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lang="en-GB" sz="900" b="1" dirty="0">
                <a:solidFill>
                  <a:prstClr val="black"/>
                </a:solidFill>
                <a:latin typeface="Verdana"/>
                <a:sym typeface="+mn-lt"/>
              </a:rPr>
              <a:t>M7</a:t>
            </a:r>
            <a:endParaRPr kumimoji="0" lang="en-GB" sz="900" b="1" i="0" u="none" strike="noStrike" kern="1200" cap="none" spc="0" normalizeH="0" baseline="0" noProof="0" dirty="0">
              <a:ln>
                <a:noFill/>
              </a:ln>
              <a:solidFill>
                <a:prstClr val="black"/>
              </a:solidFill>
              <a:effectLst/>
              <a:uLnTx/>
              <a:uFillTx/>
              <a:latin typeface="Verdana"/>
              <a:ea typeface="+mn-ea"/>
              <a:cs typeface="+mn-cs"/>
              <a:sym typeface="+mn-lt"/>
            </a:endParaRPr>
          </a:p>
        </p:txBody>
      </p:sp>
      <p:sp>
        <p:nvSpPr>
          <p:cNvPr id="105" name="Text Placeholder 18">
            <a:extLst>
              <a:ext uri="{FF2B5EF4-FFF2-40B4-BE49-F238E27FC236}">
                <a16:creationId xmlns:a16="http://schemas.microsoft.com/office/drawing/2014/main" id="{1D094F28-AA28-49E9-8BD6-7AA09C797DA9}"/>
              </a:ext>
            </a:extLst>
          </p:cNvPr>
          <p:cNvSpPr>
            <a:spLocks noGrp="1"/>
          </p:cNvSpPr>
          <p:nvPr>
            <p:custDataLst>
              <p:tags r:id="rId8"/>
            </p:custDataLst>
          </p:nvPr>
        </p:nvSpPr>
        <p:spPr bwMode="auto">
          <a:xfrm>
            <a:off x="6395083" y="1832275"/>
            <a:ext cx="964572" cy="173014"/>
          </a:xfrm>
          <a:prstGeom prst="rect">
            <a:avLst/>
          </a:prstGeom>
          <a:solidFill>
            <a:schemeClr val="accent2">
              <a:lumMod val="20000"/>
              <a:lumOff val="80000"/>
            </a:schemeClr>
          </a:solidFill>
          <a:ln w="9525" algn="ctr">
            <a:solidFill>
              <a:schemeClr val="tx1"/>
            </a:solidFill>
          </a:ln>
        </p:spPr>
        <p:txBody>
          <a:bodyPr vert="horz" wrap="none" lIns="0" tIns="23813" rIns="0" bIns="23813" numCol="1" spcCol="0" rtlCol="0" anchor="ctr" anchorCtr="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1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lang="en-GB" sz="900" b="1" dirty="0">
                <a:solidFill>
                  <a:prstClr val="black"/>
                </a:solidFill>
                <a:latin typeface="Verdana"/>
                <a:sym typeface="+mn-lt"/>
              </a:rPr>
              <a:t>M8</a:t>
            </a:r>
            <a:endParaRPr kumimoji="0" lang="en-GB" sz="900" b="1" i="0" u="none" strike="noStrike" kern="1200" cap="none" spc="0" normalizeH="0" baseline="0" noProof="0" dirty="0">
              <a:ln>
                <a:noFill/>
              </a:ln>
              <a:solidFill>
                <a:prstClr val="black"/>
              </a:solidFill>
              <a:effectLst/>
              <a:uLnTx/>
              <a:uFillTx/>
              <a:latin typeface="Verdana"/>
              <a:ea typeface="+mn-ea"/>
              <a:cs typeface="+mn-cs"/>
              <a:sym typeface="+mn-lt"/>
            </a:endParaRPr>
          </a:p>
        </p:txBody>
      </p:sp>
      <p:sp>
        <p:nvSpPr>
          <p:cNvPr id="106" name="Text Placeholder 18">
            <a:extLst>
              <a:ext uri="{FF2B5EF4-FFF2-40B4-BE49-F238E27FC236}">
                <a16:creationId xmlns:a16="http://schemas.microsoft.com/office/drawing/2014/main" id="{41CAEAA5-129E-4C0A-BE6A-19C56983AF14}"/>
              </a:ext>
            </a:extLst>
          </p:cNvPr>
          <p:cNvSpPr>
            <a:spLocks noGrp="1"/>
          </p:cNvSpPr>
          <p:nvPr>
            <p:custDataLst>
              <p:tags r:id="rId9"/>
            </p:custDataLst>
          </p:nvPr>
        </p:nvSpPr>
        <p:spPr bwMode="auto">
          <a:xfrm>
            <a:off x="7363823" y="1832275"/>
            <a:ext cx="964572" cy="173014"/>
          </a:xfrm>
          <a:prstGeom prst="rect">
            <a:avLst/>
          </a:prstGeom>
          <a:solidFill>
            <a:schemeClr val="accent2">
              <a:lumMod val="20000"/>
              <a:lumOff val="80000"/>
            </a:schemeClr>
          </a:solidFill>
          <a:ln w="9525" algn="ctr">
            <a:solidFill>
              <a:schemeClr val="tx1"/>
            </a:solidFill>
          </a:ln>
        </p:spPr>
        <p:txBody>
          <a:bodyPr vert="horz" wrap="none" lIns="0" tIns="23813" rIns="0" bIns="23813" numCol="1" spcCol="0" rtlCol="0" anchor="ctr" anchorCtr="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1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lang="en-GB" sz="900" b="1" dirty="0">
                <a:solidFill>
                  <a:prstClr val="black"/>
                </a:solidFill>
                <a:latin typeface="Verdana"/>
                <a:sym typeface="+mn-lt"/>
              </a:rPr>
              <a:t>M9</a:t>
            </a:r>
            <a:endParaRPr kumimoji="0" lang="en-GB" sz="900" b="1" i="0" u="none" strike="noStrike" kern="1200" cap="none" spc="0" normalizeH="0" baseline="0" noProof="0" dirty="0">
              <a:ln>
                <a:noFill/>
              </a:ln>
              <a:solidFill>
                <a:prstClr val="black"/>
              </a:solidFill>
              <a:effectLst/>
              <a:uLnTx/>
              <a:uFillTx/>
              <a:latin typeface="Verdana"/>
              <a:ea typeface="+mn-ea"/>
              <a:cs typeface="+mn-cs"/>
              <a:sym typeface="+mn-lt"/>
            </a:endParaRPr>
          </a:p>
        </p:txBody>
      </p:sp>
      <p:sp>
        <p:nvSpPr>
          <p:cNvPr id="107" name="Text Placeholder 18">
            <a:extLst>
              <a:ext uri="{FF2B5EF4-FFF2-40B4-BE49-F238E27FC236}">
                <a16:creationId xmlns:a16="http://schemas.microsoft.com/office/drawing/2014/main" id="{C5E8A7FF-3BE4-4BBF-87E3-7A5B17750E17}"/>
              </a:ext>
            </a:extLst>
          </p:cNvPr>
          <p:cNvSpPr>
            <a:spLocks noGrp="1"/>
          </p:cNvSpPr>
          <p:nvPr>
            <p:custDataLst>
              <p:tags r:id="rId10"/>
            </p:custDataLst>
          </p:nvPr>
        </p:nvSpPr>
        <p:spPr bwMode="auto">
          <a:xfrm>
            <a:off x="8336769" y="1832275"/>
            <a:ext cx="964572" cy="173014"/>
          </a:xfrm>
          <a:prstGeom prst="rect">
            <a:avLst/>
          </a:prstGeom>
          <a:solidFill>
            <a:schemeClr val="accent2">
              <a:lumMod val="20000"/>
              <a:lumOff val="80000"/>
            </a:schemeClr>
          </a:solidFill>
          <a:ln w="9525" algn="ctr">
            <a:solidFill>
              <a:schemeClr val="tx1"/>
            </a:solidFill>
          </a:ln>
        </p:spPr>
        <p:txBody>
          <a:bodyPr vert="horz" wrap="none" lIns="0" tIns="23813" rIns="0" bIns="23813" numCol="1" spcCol="0" rtlCol="0" anchor="ctr" anchorCtr="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1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lang="en-GB" sz="900" b="1" dirty="0">
                <a:solidFill>
                  <a:prstClr val="black"/>
                </a:solidFill>
                <a:latin typeface="Verdana"/>
                <a:sym typeface="+mn-lt"/>
              </a:rPr>
              <a:t>M10</a:t>
            </a:r>
            <a:endParaRPr kumimoji="0" lang="en-GB" sz="900" b="1" i="0" u="none" strike="noStrike" kern="1200" cap="none" spc="0" normalizeH="0" baseline="0" noProof="0" dirty="0">
              <a:ln>
                <a:noFill/>
              </a:ln>
              <a:solidFill>
                <a:prstClr val="black"/>
              </a:solidFill>
              <a:effectLst/>
              <a:uLnTx/>
              <a:uFillTx/>
              <a:latin typeface="Verdana"/>
              <a:ea typeface="+mn-ea"/>
              <a:cs typeface="+mn-cs"/>
              <a:sym typeface="+mn-lt"/>
            </a:endParaRPr>
          </a:p>
        </p:txBody>
      </p:sp>
      <p:sp>
        <p:nvSpPr>
          <p:cNvPr id="108" name="Text Placeholder 18">
            <a:extLst>
              <a:ext uri="{FF2B5EF4-FFF2-40B4-BE49-F238E27FC236}">
                <a16:creationId xmlns:a16="http://schemas.microsoft.com/office/drawing/2014/main" id="{E4F12416-9C4D-4508-B620-31BB505AE727}"/>
              </a:ext>
            </a:extLst>
          </p:cNvPr>
          <p:cNvSpPr>
            <a:spLocks noGrp="1"/>
          </p:cNvSpPr>
          <p:nvPr>
            <p:custDataLst>
              <p:tags r:id="rId11"/>
            </p:custDataLst>
          </p:nvPr>
        </p:nvSpPr>
        <p:spPr bwMode="auto">
          <a:xfrm>
            <a:off x="9309715" y="1832275"/>
            <a:ext cx="964572" cy="173014"/>
          </a:xfrm>
          <a:prstGeom prst="rect">
            <a:avLst/>
          </a:prstGeom>
          <a:solidFill>
            <a:schemeClr val="accent2">
              <a:lumMod val="20000"/>
              <a:lumOff val="80000"/>
            </a:schemeClr>
          </a:solidFill>
          <a:ln w="9525" algn="ctr">
            <a:solidFill>
              <a:schemeClr val="tx1"/>
            </a:solidFill>
          </a:ln>
        </p:spPr>
        <p:txBody>
          <a:bodyPr vert="horz" wrap="none" lIns="0" tIns="23813" rIns="0" bIns="23813" numCol="1" spcCol="0" rtlCol="0" anchor="ctr" anchorCtr="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1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lang="en-GB" sz="900" b="1" dirty="0">
                <a:solidFill>
                  <a:prstClr val="black"/>
                </a:solidFill>
                <a:latin typeface="Verdana"/>
                <a:sym typeface="+mn-lt"/>
              </a:rPr>
              <a:t>M11</a:t>
            </a:r>
            <a:endParaRPr kumimoji="0" lang="en-GB" sz="900" b="1" i="0" u="none" strike="noStrike" kern="1200" cap="none" spc="0" normalizeH="0" baseline="0" noProof="0" dirty="0">
              <a:ln>
                <a:noFill/>
              </a:ln>
              <a:solidFill>
                <a:prstClr val="black"/>
              </a:solidFill>
              <a:effectLst/>
              <a:uLnTx/>
              <a:uFillTx/>
              <a:latin typeface="Verdana"/>
              <a:ea typeface="+mn-ea"/>
              <a:cs typeface="+mn-cs"/>
              <a:sym typeface="+mn-lt"/>
            </a:endParaRPr>
          </a:p>
        </p:txBody>
      </p:sp>
      <p:sp>
        <p:nvSpPr>
          <p:cNvPr id="109" name="Text Placeholder 18">
            <a:extLst>
              <a:ext uri="{FF2B5EF4-FFF2-40B4-BE49-F238E27FC236}">
                <a16:creationId xmlns:a16="http://schemas.microsoft.com/office/drawing/2014/main" id="{1CE22384-09EC-41A8-975B-EC28FE7CFD05}"/>
              </a:ext>
            </a:extLst>
          </p:cNvPr>
          <p:cNvSpPr>
            <a:spLocks noGrp="1"/>
          </p:cNvSpPr>
          <p:nvPr>
            <p:custDataLst>
              <p:tags r:id="rId12"/>
            </p:custDataLst>
          </p:nvPr>
        </p:nvSpPr>
        <p:spPr bwMode="auto">
          <a:xfrm>
            <a:off x="10282661" y="1832275"/>
            <a:ext cx="964572" cy="173014"/>
          </a:xfrm>
          <a:prstGeom prst="rect">
            <a:avLst/>
          </a:prstGeom>
          <a:solidFill>
            <a:schemeClr val="accent2">
              <a:lumMod val="20000"/>
              <a:lumOff val="80000"/>
            </a:schemeClr>
          </a:solidFill>
          <a:ln w="9525" algn="ctr">
            <a:solidFill>
              <a:schemeClr val="tx1"/>
            </a:solidFill>
          </a:ln>
        </p:spPr>
        <p:txBody>
          <a:bodyPr vert="horz" wrap="none" lIns="0" tIns="23813" rIns="0" bIns="23813" numCol="1" spcCol="0" rtlCol="0" anchor="ctr" anchorCtr="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1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lang="en-GB" sz="900" b="1" dirty="0">
                <a:solidFill>
                  <a:prstClr val="black"/>
                </a:solidFill>
                <a:latin typeface="Verdana"/>
                <a:sym typeface="+mn-lt"/>
              </a:rPr>
              <a:t>M12</a:t>
            </a:r>
            <a:endParaRPr kumimoji="0" lang="en-GB" sz="900" b="1" i="0" u="none" strike="noStrike" kern="1200" cap="none" spc="0" normalizeH="0" baseline="0" noProof="0" dirty="0">
              <a:ln>
                <a:noFill/>
              </a:ln>
              <a:solidFill>
                <a:prstClr val="black"/>
              </a:solidFill>
              <a:effectLst/>
              <a:uLnTx/>
              <a:uFillTx/>
              <a:latin typeface="Verdana"/>
              <a:ea typeface="+mn-ea"/>
              <a:cs typeface="+mn-cs"/>
              <a:sym typeface="+mn-lt"/>
            </a:endParaRPr>
          </a:p>
        </p:txBody>
      </p:sp>
      <p:sp>
        <p:nvSpPr>
          <p:cNvPr id="112" name="Rectangle 111"/>
          <p:cNvSpPr/>
          <p:nvPr/>
        </p:nvSpPr>
        <p:spPr>
          <a:xfrm>
            <a:off x="611514" y="1348506"/>
            <a:ext cx="10635719" cy="225313"/>
          </a:xfrm>
          <a:prstGeom prst="rect">
            <a:avLst/>
          </a:prstGeom>
          <a:solidFill>
            <a:schemeClr val="accent2"/>
          </a:solidFill>
          <a:ln w="9525"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100" b="1" i="0" u="none" strike="noStrike" kern="0" cap="small" spc="0" normalizeH="0" noProof="0" dirty="0">
                <a:ln>
                  <a:noFill/>
                </a:ln>
                <a:solidFill>
                  <a:schemeClr val="bg1"/>
                </a:solidFill>
                <a:effectLst/>
                <a:uLnTx/>
                <a:uFillTx/>
                <a:latin typeface="+mj-lt"/>
                <a:ea typeface="+mn-ea"/>
                <a:cs typeface="Arial" pitchFamily="34" charset="0"/>
              </a:rPr>
              <a:t>Delivery milestones in assignment</a:t>
            </a:r>
          </a:p>
        </p:txBody>
      </p:sp>
      <p:sp>
        <p:nvSpPr>
          <p:cNvPr id="129" name="Flowchart: Decision 128">
            <a:extLst>
              <a:ext uri="{FF2B5EF4-FFF2-40B4-BE49-F238E27FC236}">
                <a16:creationId xmlns:a16="http://schemas.microsoft.com/office/drawing/2014/main" id="{5443D1B5-F606-4098-B112-86722086B1B0}"/>
              </a:ext>
            </a:extLst>
          </p:cNvPr>
          <p:cNvSpPr/>
          <p:nvPr/>
        </p:nvSpPr>
        <p:spPr bwMode="gray">
          <a:xfrm rot="5400000">
            <a:off x="5358810" y="4585359"/>
            <a:ext cx="137160" cy="137160"/>
          </a:xfrm>
          <a:prstGeom prst="flowChartDecision">
            <a:avLst/>
          </a:prstGeom>
          <a:solidFill>
            <a:srgbClr val="7030A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100" b="1"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30" name="Flowchart: Decision 129">
            <a:extLst>
              <a:ext uri="{FF2B5EF4-FFF2-40B4-BE49-F238E27FC236}">
                <a16:creationId xmlns:a16="http://schemas.microsoft.com/office/drawing/2014/main" id="{1A1BC183-BDB2-4AB1-8625-DAD16D1565E4}"/>
              </a:ext>
            </a:extLst>
          </p:cNvPr>
          <p:cNvSpPr/>
          <p:nvPr/>
        </p:nvSpPr>
        <p:spPr bwMode="gray">
          <a:xfrm rot="5400000">
            <a:off x="7294968" y="4581437"/>
            <a:ext cx="137160" cy="137160"/>
          </a:xfrm>
          <a:prstGeom prst="flowChartDecision">
            <a:avLst/>
          </a:prstGeom>
          <a:solidFill>
            <a:srgbClr val="7030A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100" b="1"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31" name="Flowchart: Decision 130">
            <a:extLst>
              <a:ext uri="{FF2B5EF4-FFF2-40B4-BE49-F238E27FC236}">
                <a16:creationId xmlns:a16="http://schemas.microsoft.com/office/drawing/2014/main" id="{F5270C81-B947-4284-8855-BC3B647B0A57}"/>
              </a:ext>
            </a:extLst>
          </p:cNvPr>
          <p:cNvSpPr/>
          <p:nvPr/>
        </p:nvSpPr>
        <p:spPr bwMode="gray">
          <a:xfrm rot="5400000">
            <a:off x="6328712" y="4581437"/>
            <a:ext cx="137160" cy="137160"/>
          </a:xfrm>
          <a:prstGeom prst="flowChartDecision">
            <a:avLst/>
          </a:prstGeom>
          <a:solidFill>
            <a:srgbClr val="7030A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100" b="1"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32" name="Flowchart: Decision 131">
            <a:extLst>
              <a:ext uri="{FF2B5EF4-FFF2-40B4-BE49-F238E27FC236}">
                <a16:creationId xmlns:a16="http://schemas.microsoft.com/office/drawing/2014/main" id="{CBF68B80-AEC6-4A2A-B87C-3E6BE21EF491}"/>
              </a:ext>
            </a:extLst>
          </p:cNvPr>
          <p:cNvSpPr/>
          <p:nvPr/>
        </p:nvSpPr>
        <p:spPr bwMode="gray">
          <a:xfrm rot="5400000">
            <a:off x="8267970" y="4575856"/>
            <a:ext cx="137160" cy="137160"/>
          </a:xfrm>
          <a:prstGeom prst="flowChartDecision">
            <a:avLst/>
          </a:prstGeom>
          <a:solidFill>
            <a:srgbClr val="7030A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100" b="1"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33" name="Flowchart: Decision 132">
            <a:extLst>
              <a:ext uri="{FF2B5EF4-FFF2-40B4-BE49-F238E27FC236}">
                <a16:creationId xmlns:a16="http://schemas.microsoft.com/office/drawing/2014/main" id="{EFD2D33A-8FCB-43AB-B831-E1CD4A004795}"/>
              </a:ext>
            </a:extLst>
          </p:cNvPr>
          <p:cNvSpPr/>
          <p:nvPr/>
        </p:nvSpPr>
        <p:spPr bwMode="gray">
          <a:xfrm rot="5400000">
            <a:off x="9235051" y="4582024"/>
            <a:ext cx="137160" cy="137160"/>
          </a:xfrm>
          <a:prstGeom prst="flowChartDecision">
            <a:avLst/>
          </a:prstGeom>
          <a:solidFill>
            <a:srgbClr val="7030A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100" b="1"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35" name="Flowchart: Decision 134">
            <a:extLst>
              <a:ext uri="{FF2B5EF4-FFF2-40B4-BE49-F238E27FC236}">
                <a16:creationId xmlns:a16="http://schemas.microsoft.com/office/drawing/2014/main" id="{D0004A82-4C3A-42AC-9E94-992A31ECB6B7}"/>
              </a:ext>
            </a:extLst>
          </p:cNvPr>
          <p:cNvSpPr/>
          <p:nvPr/>
        </p:nvSpPr>
        <p:spPr bwMode="gray">
          <a:xfrm rot="5400000">
            <a:off x="10204953" y="4578102"/>
            <a:ext cx="137160" cy="137160"/>
          </a:xfrm>
          <a:prstGeom prst="flowChartDecision">
            <a:avLst/>
          </a:prstGeom>
          <a:solidFill>
            <a:srgbClr val="7030A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100" b="1"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cxnSp>
        <p:nvCxnSpPr>
          <p:cNvPr id="137" name="Straight Connector 136">
            <a:extLst>
              <a:ext uri="{FF2B5EF4-FFF2-40B4-BE49-F238E27FC236}">
                <a16:creationId xmlns:a16="http://schemas.microsoft.com/office/drawing/2014/main" id="{197CC84C-7259-4D2C-82F3-3641A543AE05}"/>
              </a:ext>
            </a:extLst>
          </p:cNvPr>
          <p:cNvCxnSpPr>
            <a:cxnSpLocks/>
          </p:cNvCxnSpPr>
          <p:nvPr/>
        </p:nvCxnSpPr>
        <p:spPr>
          <a:xfrm flipH="1">
            <a:off x="2515339" y="1935463"/>
            <a:ext cx="3508" cy="9357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8" name="Flowchart: Decision 137">
            <a:extLst>
              <a:ext uri="{FF2B5EF4-FFF2-40B4-BE49-F238E27FC236}">
                <a16:creationId xmlns:a16="http://schemas.microsoft.com/office/drawing/2014/main" id="{8B23E04D-16A1-4D87-8160-99BF8398CABD}"/>
              </a:ext>
            </a:extLst>
          </p:cNvPr>
          <p:cNvSpPr/>
          <p:nvPr/>
        </p:nvSpPr>
        <p:spPr bwMode="gray">
          <a:xfrm rot="5400000">
            <a:off x="2451198" y="2802839"/>
            <a:ext cx="136800" cy="136800"/>
          </a:xfrm>
          <a:prstGeom prst="flowChartDecision">
            <a:avLst/>
          </a:prstGeom>
          <a:solidFill>
            <a:srgbClr val="37C4FF"/>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39" name="TextBox 138">
            <a:extLst>
              <a:ext uri="{FF2B5EF4-FFF2-40B4-BE49-F238E27FC236}">
                <a16:creationId xmlns:a16="http://schemas.microsoft.com/office/drawing/2014/main" id="{60E3496F-4A9F-4707-B499-30FB1198D2F0}"/>
              </a:ext>
            </a:extLst>
          </p:cNvPr>
          <p:cNvSpPr txBox="1"/>
          <p:nvPr/>
        </p:nvSpPr>
        <p:spPr>
          <a:xfrm>
            <a:off x="3457584" y="3574751"/>
            <a:ext cx="1240937" cy="615553"/>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lang="en-US" sz="800" b="1" kern="0" dirty="0">
                <a:solidFill>
                  <a:srgbClr val="0097A9">
                    <a:lumMod val="75000"/>
                  </a:srgbClr>
                </a:solidFill>
                <a:latin typeface="Verdana" panose="020B0604030504040204" pitchFamily="34" charset="0"/>
                <a:ea typeface="Verdana" panose="020B0604030504040204" pitchFamily="34" charset="0"/>
                <a:cs typeface="Arial" panose="020B0604020202020204" pitchFamily="34" charset="0"/>
              </a:rPr>
              <a:t>6</a:t>
            </a:r>
            <a:r>
              <a:rPr kumimoji="0" lang="en-US" sz="800" b="1" i="0" u="none" strike="noStrike" kern="0" cap="none" spc="0" normalizeH="0" baseline="0" noProof="0" dirty="0">
                <a:ln>
                  <a:noFill/>
                </a:ln>
                <a:solidFill>
                  <a:srgbClr val="0097A9">
                    <a:lumMod val="75000"/>
                  </a:srgbClr>
                </a:solidFill>
                <a:effectLst/>
                <a:uLnTx/>
                <a:uFillTx/>
                <a:latin typeface="Verdana" panose="020B0604030504040204" pitchFamily="34" charset="0"/>
                <a:ea typeface="Verdana" panose="020B0604030504040204" pitchFamily="34" charset="0"/>
                <a:cs typeface="Arial" panose="020B0604020202020204" pitchFamily="34" charset="0"/>
              </a:rPr>
              <a:t>. Recommendation on approval of As-Is document for ERP Implementation  </a:t>
            </a:r>
            <a:r>
              <a:rPr lang="en-US" sz="800" b="1" kern="0" dirty="0">
                <a:latin typeface="Verdana" panose="020B0604030504040204" pitchFamily="34" charset="0"/>
                <a:ea typeface="Verdana" panose="020B0604030504040204" pitchFamily="34" charset="0"/>
                <a:cs typeface="Arial" panose="020B0604020202020204" pitchFamily="34" charset="0"/>
              </a:rPr>
              <a:t>(135 Days)</a:t>
            </a:r>
            <a:endParaRPr kumimoji="0" lang="en-IN" sz="800" b="1" i="0" u="none" strike="noStrike" kern="0" cap="none" spc="0" normalizeH="0" baseline="0" noProof="0" dirty="0">
              <a:ln>
                <a:noFill/>
              </a:ln>
              <a:effectLst/>
              <a:uLnTx/>
              <a:uFillTx/>
              <a:latin typeface="Verdana" panose="020B0604030504040204" pitchFamily="34" charset="0"/>
              <a:ea typeface="Verdana" panose="020B0604030504040204" pitchFamily="34" charset="0"/>
              <a:cs typeface="Arial" panose="020B0604020202020204" pitchFamily="34" charset="0"/>
            </a:endParaRPr>
          </a:p>
        </p:txBody>
      </p:sp>
      <p:cxnSp>
        <p:nvCxnSpPr>
          <p:cNvPr id="140" name="Straight Arrow Connector 139">
            <a:extLst>
              <a:ext uri="{FF2B5EF4-FFF2-40B4-BE49-F238E27FC236}">
                <a16:creationId xmlns:a16="http://schemas.microsoft.com/office/drawing/2014/main" id="{84926D7E-992C-4D20-9331-644CACF1CF4D}"/>
              </a:ext>
            </a:extLst>
          </p:cNvPr>
          <p:cNvCxnSpPr>
            <a:cxnSpLocks/>
            <a:stCxn id="127" idx="0"/>
            <a:endCxn id="141" idx="2"/>
          </p:cNvCxnSpPr>
          <p:nvPr/>
        </p:nvCxnSpPr>
        <p:spPr>
          <a:xfrm flipV="1">
            <a:off x="4038649" y="3465350"/>
            <a:ext cx="852093" cy="3955"/>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41" name="Flowchart: Decision 140">
            <a:extLst>
              <a:ext uri="{FF2B5EF4-FFF2-40B4-BE49-F238E27FC236}">
                <a16:creationId xmlns:a16="http://schemas.microsoft.com/office/drawing/2014/main" id="{8172BBCC-ABB5-4CF1-8ACA-FBD2DAEC1440}"/>
              </a:ext>
            </a:extLst>
          </p:cNvPr>
          <p:cNvSpPr/>
          <p:nvPr/>
        </p:nvSpPr>
        <p:spPr bwMode="gray">
          <a:xfrm rot="5400000">
            <a:off x="4890742" y="3396950"/>
            <a:ext cx="136800" cy="136800"/>
          </a:xfrm>
          <a:prstGeom prst="flowChartDecision">
            <a:avLst/>
          </a:prstGeom>
          <a:solidFill>
            <a:srgbClr val="37C4FF"/>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42" name="TextBox 141">
            <a:extLst>
              <a:ext uri="{FF2B5EF4-FFF2-40B4-BE49-F238E27FC236}">
                <a16:creationId xmlns:a16="http://schemas.microsoft.com/office/drawing/2014/main" id="{BABAD8B8-CF06-4D89-AF8C-F8596F70AF58}"/>
              </a:ext>
            </a:extLst>
          </p:cNvPr>
          <p:cNvSpPr txBox="1"/>
          <p:nvPr/>
        </p:nvSpPr>
        <p:spPr>
          <a:xfrm>
            <a:off x="5055476" y="3347834"/>
            <a:ext cx="1162314" cy="615553"/>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lang="en-US" sz="800" b="1" kern="0" dirty="0">
                <a:solidFill>
                  <a:srgbClr val="0097A9">
                    <a:lumMod val="75000"/>
                  </a:srgbClr>
                </a:solidFill>
                <a:latin typeface="Verdana" panose="020B0604030504040204" pitchFamily="34" charset="0"/>
                <a:ea typeface="Verdana" panose="020B0604030504040204" pitchFamily="34" charset="0"/>
                <a:cs typeface="Arial" panose="020B0604020202020204" pitchFamily="34" charset="0"/>
              </a:rPr>
              <a:t>7</a:t>
            </a:r>
            <a:r>
              <a:rPr kumimoji="0" lang="en-US" sz="800" b="1" i="0" u="none" strike="noStrike" kern="0" cap="none" spc="0" normalizeH="0" baseline="0" noProof="0" dirty="0">
                <a:ln>
                  <a:noFill/>
                </a:ln>
                <a:solidFill>
                  <a:srgbClr val="0097A9">
                    <a:lumMod val="75000"/>
                  </a:srgbClr>
                </a:solidFill>
                <a:effectLst/>
                <a:uLnTx/>
                <a:uFillTx/>
                <a:latin typeface="Verdana" panose="020B0604030504040204" pitchFamily="34" charset="0"/>
                <a:ea typeface="Verdana" panose="020B0604030504040204" pitchFamily="34" charset="0"/>
                <a:cs typeface="Arial" panose="020B0604020202020204" pitchFamily="34" charset="0"/>
              </a:rPr>
              <a:t>. Recommendation on approval of System Design Document (SDD)</a:t>
            </a:r>
            <a:r>
              <a:rPr lang="en-US" sz="800" b="1" kern="0" dirty="0">
                <a:latin typeface="Verdana" panose="020B0604030504040204" pitchFamily="34" charset="0"/>
                <a:ea typeface="Verdana" panose="020B0604030504040204" pitchFamily="34" charset="0"/>
                <a:cs typeface="Arial" panose="020B0604020202020204" pitchFamily="34" charset="0"/>
              </a:rPr>
              <a:t>(165 Days)</a:t>
            </a:r>
            <a:endParaRPr kumimoji="0" lang="en-IN" sz="800" b="1" i="0" u="none" strike="noStrike" kern="0" cap="none" spc="0" normalizeH="0" baseline="0" noProof="0" dirty="0">
              <a:ln>
                <a:noFill/>
              </a:ln>
              <a:effectLst/>
              <a:uLnTx/>
              <a:uFillTx/>
              <a:latin typeface="Verdana" panose="020B0604030504040204" pitchFamily="34" charset="0"/>
              <a:ea typeface="Verdana" panose="020B0604030504040204" pitchFamily="34" charset="0"/>
              <a:cs typeface="Arial" panose="020B0604020202020204" pitchFamily="34" charset="0"/>
            </a:endParaRPr>
          </a:p>
        </p:txBody>
      </p:sp>
      <p:cxnSp>
        <p:nvCxnSpPr>
          <p:cNvPr id="143" name="Straight Arrow Connector 142">
            <a:extLst>
              <a:ext uri="{FF2B5EF4-FFF2-40B4-BE49-F238E27FC236}">
                <a16:creationId xmlns:a16="http://schemas.microsoft.com/office/drawing/2014/main" id="{B31BFA49-4646-49EC-9341-9BB2ECE0A5A8}"/>
              </a:ext>
            </a:extLst>
          </p:cNvPr>
          <p:cNvCxnSpPr>
            <a:cxnSpLocks/>
            <a:endCxn id="102" idx="45"/>
          </p:cNvCxnSpPr>
          <p:nvPr/>
        </p:nvCxnSpPr>
        <p:spPr>
          <a:xfrm>
            <a:off x="4904628" y="4000703"/>
            <a:ext cx="1405193" cy="1681"/>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45" name="TextBox 144">
            <a:extLst>
              <a:ext uri="{FF2B5EF4-FFF2-40B4-BE49-F238E27FC236}">
                <a16:creationId xmlns:a16="http://schemas.microsoft.com/office/drawing/2014/main" id="{D64DF7E4-2E47-403C-AAF2-849C6408E02E}"/>
              </a:ext>
            </a:extLst>
          </p:cNvPr>
          <p:cNvSpPr txBox="1"/>
          <p:nvPr/>
        </p:nvSpPr>
        <p:spPr>
          <a:xfrm>
            <a:off x="5653409" y="4145203"/>
            <a:ext cx="1585276" cy="369332"/>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lang="en-US" sz="800" kern="0" dirty="0">
                <a:solidFill>
                  <a:srgbClr val="0097A9">
                    <a:lumMod val="75000"/>
                  </a:srgbClr>
                </a:solidFill>
                <a:latin typeface="Verdana" panose="020B0604030504040204" pitchFamily="34" charset="0"/>
                <a:ea typeface="Verdana" panose="020B0604030504040204" pitchFamily="34" charset="0"/>
                <a:cs typeface="Arial" panose="020B0604020202020204" pitchFamily="34" charset="0"/>
              </a:rPr>
              <a:t>8. Pilot Roll Out &amp; Change Management Workshop            </a:t>
            </a:r>
            <a:r>
              <a:rPr lang="en-US" sz="800" b="1" kern="0" dirty="0">
                <a:latin typeface="Verdana" panose="020B0604030504040204" pitchFamily="34" charset="0"/>
                <a:ea typeface="Verdana" panose="020B0604030504040204" pitchFamily="34" charset="0"/>
                <a:cs typeface="Arial" panose="020B0604020202020204" pitchFamily="34" charset="0"/>
              </a:rPr>
              <a:t>(210 Days</a:t>
            </a:r>
            <a:r>
              <a:rPr lang="en-US" sz="800" kern="0" dirty="0">
                <a:solidFill>
                  <a:srgbClr val="0097A9">
                    <a:lumMod val="75000"/>
                  </a:srgbClr>
                </a:solidFill>
                <a:latin typeface="Verdana" panose="020B0604030504040204" pitchFamily="34" charset="0"/>
                <a:ea typeface="Verdana" panose="020B0604030504040204" pitchFamily="34" charset="0"/>
                <a:cs typeface="Arial" panose="020B0604020202020204" pitchFamily="34" charset="0"/>
              </a:rPr>
              <a:t>)</a:t>
            </a:r>
            <a:endParaRPr kumimoji="0" lang="en-IN" sz="800" i="0" u="none" strike="noStrike" kern="0" cap="none" spc="0" normalizeH="0" baseline="0" noProof="0" dirty="0">
              <a:ln>
                <a:noFill/>
              </a:ln>
              <a:solidFill>
                <a:schemeClr val="bg1">
                  <a:lumMod val="50000"/>
                </a:schemeClr>
              </a:solidFill>
              <a:effectLst/>
              <a:uLnTx/>
              <a:uFillTx/>
              <a:latin typeface="Verdana" panose="020B0604030504040204" pitchFamily="34" charset="0"/>
              <a:ea typeface="Verdana" panose="020B0604030504040204" pitchFamily="34" charset="0"/>
              <a:cs typeface="Arial" panose="020B0604020202020204" pitchFamily="34" charset="0"/>
            </a:endParaRPr>
          </a:p>
        </p:txBody>
      </p:sp>
      <p:cxnSp>
        <p:nvCxnSpPr>
          <p:cNvPr id="147" name="Straight Arrow Connector 146">
            <a:extLst>
              <a:ext uri="{FF2B5EF4-FFF2-40B4-BE49-F238E27FC236}">
                <a16:creationId xmlns:a16="http://schemas.microsoft.com/office/drawing/2014/main" id="{5DAC3484-DFDE-414A-B4A8-E6E7974A0CEF}"/>
              </a:ext>
            </a:extLst>
          </p:cNvPr>
          <p:cNvCxnSpPr>
            <a:cxnSpLocks/>
            <a:endCxn id="157" idx="0"/>
          </p:cNvCxnSpPr>
          <p:nvPr/>
        </p:nvCxnSpPr>
        <p:spPr>
          <a:xfrm flipV="1">
            <a:off x="6493572" y="3994669"/>
            <a:ext cx="2880001" cy="4354"/>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82" name="Straight Connector 181">
            <a:extLst>
              <a:ext uri="{FF2B5EF4-FFF2-40B4-BE49-F238E27FC236}">
                <a16:creationId xmlns:a16="http://schemas.microsoft.com/office/drawing/2014/main" id="{26D15A83-1758-4735-A264-675628974237}"/>
              </a:ext>
            </a:extLst>
          </p:cNvPr>
          <p:cNvCxnSpPr>
            <a:cxnSpLocks/>
          </p:cNvCxnSpPr>
          <p:nvPr/>
        </p:nvCxnSpPr>
        <p:spPr>
          <a:xfrm>
            <a:off x="9300686" y="1846212"/>
            <a:ext cx="0" cy="21373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4" name="TextBox 153">
            <a:extLst>
              <a:ext uri="{FF2B5EF4-FFF2-40B4-BE49-F238E27FC236}">
                <a16:creationId xmlns:a16="http://schemas.microsoft.com/office/drawing/2014/main" id="{3F5078AD-F232-409E-952C-893006914715}"/>
              </a:ext>
            </a:extLst>
          </p:cNvPr>
          <p:cNvSpPr txBox="1"/>
          <p:nvPr/>
        </p:nvSpPr>
        <p:spPr>
          <a:xfrm>
            <a:off x="6600385" y="3593260"/>
            <a:ext cx="2630724" cy="246221"/>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800" i="0" u="none" strike="noStrike" kern="0" cap="none" spc="0" normalizeH="0" baseline="0" noProof="0" dirty="0">
                <a:ln>
                  <a:noFill/>
                </a:ln>
                <a:solidFill>
                  <a:srgbClr val="0097A9">
                    <a:lumMod val="75000"/>
                  </a:srgbClr>
                </a:solidFill>
                <a:effectLst/>
                <a:uLnTx/>
                <a:uFillTx/>
                <a:latin typeface="Verdana" panose="020B0604030504040204" pitchFamily="34" charset="0"/>
                <a:ea typeface="Verdana" panose="020B0604030504040204" pitchFamily="34" charset="0"/>
                <a:cs typeface="Arial" panose="020B0604020202020204" pitchFamily="34" charset="0"/>
              </a:rPr>
              <a:t>Implementation Programme Management review and Recommendations</a:t>
            </a:r>
            <a:endParaRPr kumimoji="0" lang="en-IN" sz="800" i="0" u="none" strike="noStrike" kern="0" cap="none" spc="0" normalizeH="0" baseline="0" noProof="0" dirty="0">
              <a:ln>
                <a:noFill/>
              </a:ln>
              <a:solidFill>
                <a:schemeClr val="bg1">
                  <a:lumMod val="50000"/>
                </a:schemeClr>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57" name="Flowchart: Decision 156">
            <a:extLst>
              <a:ext uri="{FF2B5EF4-FFF2-40B4-BE49-F238E27FC236}">
                <a16:creationId xmlns:a16="http://schemas.microsoft.com/office/drawing/2014/main" id="{8384F11F-41B5-4743-A583-6B97429F4BAC}"/>
              </a:ext>
            </a:extLst>
          </p:cNvPr>
          <p:cNvSpPr/>
          <p:nvPr/>
        </p:nvSpPr>
        <p:spPr bwMode="gray">
          <a:xfrm rot="5400000">
            <a:off x="9236773" y="3926269"/>
            <a:ext cx="136800" cy="136800"/>
          </a:xfrm>
          <a:prstGeom prst="flowChartDecision">
            <a:avLst/>
          </a:prstGeom>
          <a:solidFill>
            <a:srgbClr val="37C4FF"/>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58" name="TextBox 157">
            <a:extLst>
              <a:ext uri="{FF2B5EF4-FFF2-40B4-BE49-F238E27FC236}">
                <a16:creationId xmlns:a16="http://schemas.microsoft.com/office/drawing/2014/main" id="{67DFFBE4-EC19-4EFD-AAC9-F3BFEFF5939A}"/>
              </a:ext>
            </a:extLst>
          </p:cNvPr>
          <p:cNvSpPr txBox="1"/>
          <p:nvPr/>
        </p:nvSpPr>
        <p:spPr>
          <a:xfrm>
            <a:off x="8895554" y="4098266"/>
            <a:ext cx="820961" cy="369332"/>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800" b="1" i="0" u="none" strike="noStrike" kern="0" cap="none" spc="0" normalizeH="0" baseline="0" noProof="0" dirty="0">
                <a:ln>
                  <a:noFill/>
                </a:ln>
                <a:solidFill>
                  <a:srgbClr val="0097A9">
                    <a:lumMod val="75000"/>
                  </a:srgbClr>
                </a:solidFill>
                <a:effectLst/>
                <a:uLnTx/>
                <a:uFillTx/>
                <a:latin typeface="Verdana" panose="020B0604030504040204" pitchFamily="34" charset="0"/>
                <a:ea typeface="Verdana" panose="020B0604030504040204" pitchFamily="34" charset="0"/>
                <a:cs typeface="Arial" panose="020B0604020202020204" pitchFamily="34" charset="0"/>
              </a:rPr>
              <a:t>9. Go-Live of all modules </a:t>
            </a:r>
            <a:r>
              <a:rPr kumimoji="0" lang="en-US" sz="800" b="1" i="0" u="none" strike="noStrike" kern="0" cap="none" spc="0" normalizeH="0" baseline="0" noProof="0" dirty="0">
                <a:ln>
                  <a:noFill/>
                </a:ln>
                <a:effectLst/>
                <a:uLnTx/>
                <a:uFillTx/>
                <a:latin typeface="Verdana" panose="020B0604030504040204" pitchFamily="34" charset="0"/>
                <a:ea typeface="Verdana" panose="020B0604030504040204" pitchFamily="34" charset="0"/>
                <a:cs typeface="Arial" panose="020B0604020202020204" pitchFamily="34" charset="0"/>
              </a:rPr>
              <a:t>(300 days)</a:t>
            </a:r>
          </a:p>
        </p:txBody>
      </p:sp>
      <p:cxnSp>
        <p:nvCxnSpPr>
          <p:cNvPr id="159" name="Straight Arrow Connector 158">
            <a:extLst>
              <a:ext uri="{FF2B5EF4-FFF2-40B4-BE49-F238E27FC236}">
                <a16:creationId xmlns:a16="http://schemas.microsoft.com/office/drawing/2014/main" id="{3FA77387-B553-417C-8097-C3367AB65E5F}"/>
              </a:ext>
            </a:extLst>
          </p:cNvPr>
          <p:cNvCxnSpPr>
            <a:cxnSpLocks/>
            <a:stCxn id="157" idx="0"/>
            <a:endCxn id="160" idx="2"/>
          </p:cNvCxnSpPr>
          <p:nvPr/>
        </p:nvCxnSpPr>
        <p:spPr>
          <a:xfrm>
            <a:off x="9373573" y="3994669"/>
            <a:ext cx="1801258" cy="6874"/>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60" name="Flowchart: Decision 159">
            <a:extLst>
              <a:ext uri="{FF2B5EF4-FFF2-40B4-BE49-F238E27FC236}">
                <a16:creationId xmlns:a16="http://schemas.microsoft.com/office/drawing/2014/main" id="{0568AE01-AD2C-46DA-8188-29C587A0DDDD}"/>
              </a:ext>
            </a:extLst>
          </p:cNvPr>
          <p:cNvSpPr/>
          <p:nvPr/>
        </p:nvSpPr>
        <p:spPr bwMode="gray">
          <a:xfrm rot="5400000">
            <a:off x="11174831" y="3933143"/>
            <a:ext cx="136800" cy="136800"/>
          </a:xfrm>
          <a:prstGeom prst="flowChartDecision">
            <a:avLst/>
          </a:prstGeom>
          <a:solidFill>
            <a:srgbClr val="37C4FF"/>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62" name="TextBox 161">
            <a:extLst>
              <a:ext uri="{FF2B5EF4-FFF2-40B4-BE49-F238E27FC236}">
                <a16:creationId xmlns:a16="http://schemas.microsoft.com/office/drawing/2014/main" id="{7A8DF7ED-1CD3-4B5C-8349-2586352046C5}"/>
              </a:ext>
            </a:extLst>
          </p:cNvPr>
          <p:cNvSpPr txBox="1"/>
          <p:nvPr/>
        </p:nvSpPr>
        <p:spPr>
          <a:xfrm>
            <a:off x="10671352" y="3508743"/>
            <a:ext cx="1136290" cy="369332"/>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800" b="1" i="0" u="none" strike="noStrike" kern="0" cap="none" spc="0" normalizeH="0" baseline="0" noProof="0" dirty="0">
                <a:ln>
                  <a:noFill/>
                </a:ln>
                <a:solidFill>
                  <a:srgbClr val="0097A9">
                    <a:lumMod val="75000"/>
                  </a:srgbClr>
                </a:solidFill>
                <a:effectLst/>
                <a:uLnTx/>
                <a:uFillTx/>
                <a:latin typeface="Verdana" panose="020B0604030504040204" pitchFamily="34" charset="0"/>
                <a:ea typeface="Verdana" panose="020B0604030504040204" pitchFamily="34" charset="0"/>
                <a:cs typeface="Arial" panose="020B0604020202020204" pitchFamily="34" charset="0"/>
              </a:rPr>
              <a:t>11. Review of Post Go-Live scenario </a:t>
            </a:r>
            <a:r>
              <a:rPr kumimoji="0" lang="en-US" sz="800" b="1" i="0" u="none" strike="noStrike" kern="0" cap="none" spc="0" normalizeH="0" baseline="0" noProof="0" dirty="0">
                <a:ln>
                  <a:noFill/>
                </a:ln>
                <a:effectLst/>
                <a:uLnTx/>
                <a:uFillTx/>
                <a:latin typeface="Verdana" panose="020B0604030504040204" pitchFamily="34" charset="0"/>
                <a:ea typeface="Verdana" panose="020B0604030504040204" pitchFamily="34" charset="0"/>
                <a:cs typeface="Arial" panose="020B0604020202020204" pitchFamily="34" charset="0"/>
              </a:rPr>
              <a:t>(365 Days)</a:t>
            </a:r>
            <a:endParaRPr kumimoji="0" lang="en-IN" sz="800" b="1" i="0" u="none" strike="noStrike" kern="0" cap="none" spc="0" normalizeH="0" baseline="0" noProof="0" dirty="0">
              <a:ln>
                <a:noFill/>
              </a:ln>
              <a:effectLst/>
              <a:uLnTx/>
              <a:uFillTx/>
              <a:latin typeface="Verdana" panose="020B0604030504040204" pitchFamily="34" charset="0"/>
              <a:ea typeface="Verdana" panose="020B0604030504040204" pitchFamily="34" charset="0"/>
              <a:cs typeface="Arial" panose="020B0604020202020204" pitchFamily="34" charset="0"/>
            </a:endParaRPr>
          </a:p>
        </p:txBody>
      </p:sp>
      <p:graphicFrame>
        <p:nvGraphicFramePr>
          <p:cNvPr id="164" name="Table 163">
            <a:extLst>
              <a:ext uri="{FF2B5EF4-FFF2-40B4-BE49-F238E27FC236}">
                <a16:creationId xmlns:a16="http://schemas.microsoft.com/office/drawing/2014/main" id="{21AC2599-FC99-4C0B-B98D-39A796797A7B}"/>
              </a:ext>
            </a:extLst>
          </p:cNvPr>
          <p:cNvGraphicFramePr>
            <a:graphicFrameLocks noGrp="1"/>
          </p:cNvGraphicFramePr>
          <p:nvPr>
            <p:extLst>
              <p:ext uri="{D42A27DB-BD31-4B8C-83A1-F6EECF244321}">
                <p14:modId xmlns:p14="http://schemas.microsoft.com/office/powerpoint/2010/main" val="2047738181"/>
              </p:ext>
            </p:extLst>
          </p:nvPr>
        </p:nvGraphicFramePr>
        <p:xfrm>
          <a:off x="1965408" y="5646637"/>
          <a:ext cx="1730757" cy="640080"/>
        </p:xfrm>
        <a:graphic>
          <a:graphicData uri="http://schemas.openxmlformats.org/drawingml/2006/table">
            <a:tbl>
              <a:tblPr firstRow="1" bandRow="1">
                <a:tableStyleId>{0E3FDE45-AF77-4B5C-9715-49D594BDF05E}</a:tableStyleId>
              </a:tblPr>
              <a:tblGrid>
                <a:gridCol w="268396">
                  <a:extLst>
                    <a:ext uri="{9D8B030D-6E8A-4147-A177-3AD203B41FA5}">
                      <a16:colId xmlns:a16="http://schemas.microsoft.com/office/drawing/2014/main" val="1412291399"/>
                    </a:ext>
                  </a:extLst>
                </a:gridCol>
                <a:gridCol w="1462361">
                  <a:extLst>
                    <a:ext uri="{9D8B030D-6E8A-4147-A177-3AD203B41FA5}">
                      <a16:colId xmlns:a16="http://schemas.microsoft.com/office/drawing/2014/main" val="2927740918"/>
                    </a:ext>
                  </a:extLst>
                </a:gridCol>
              </a:tblGrid>
              <a:tr h="227742">
                <a:tc>
                  <a:txBody>
                    <a:bodyPr/>
                    <a:lstStyle/>
                    <a:p>
                      <a:endParaRPr lang="en-US" sz="1000" dirty="0"/>
                    </a:p>
                  </a:txBody>
                  <a:tcPr/>
                </a:tc>
                <a:tc>
                  <a:txBody>
                    <a:bodyPr/>
                    <a:lstStyle/>
                    <a:p>
                      <a:r>
                        <a:rPr lang="en-US" sz="1000" dirty="0"/>
                        <a:t>Project Milestone</a:t>
                      </a:r>
                    </a:p>
                  </a:txBody>
                  <a:tcPr/>
                </a:tc>
                <a:extLst>
                  <a:ext uri="{0D108BD9-81ED-4DB2-BD59-A6C34878D82A}">
                    <a16:rowId xmlns:a16="http://schemas.microsoft.com/office/drawing/2014/main" val="1854898771"/>
                  </a:ext>
                </a:extLst>
              </a:tr>
              <a:tr h="394158">
                <a:tc gridSpan="2">
                  <a:txBody>
                    <a:bodyPr/>
                    <a:lstStyle/>
                    <a:p>
                      <a:r>
                        <a:rPr lang="en-US" sz="1000" dirty="0"/>
                        <a:t>Project Milestone for Service Delivery</a:t>
                      </a:r>
                    </a:p>
                  </a:txBody>
                  <a:tcPr/>
                </a:tc>
                <a:tc hMerge="1">
                  <a:txBody>
                    <a:bodyPr/>
                    <a:lstStyle/>
                    <a:p>
                      <a:endParaRPr lang="en-US" sz="800" dirty="0"/>
                    </a:p>
                  </a:txBody>
                  <a:tcPr/>
                </a:tc>
                <a:extLst>
                  <a:ext uri="{0D108BD9-81ED-4DB2-BD59-A6C34878D82A}">
                    <a16:rowId xmlns:a16="http://schemas.microsoft.com/office/drawing/2014/main" val="2616548257"/>
                  </a:ext>
                </a:extLst>
              </a:tr>
            </a:tbl>
          </a:graphicData>
        </a:graphic>
      </p:graphicFrame>
      <p:sp>
        <p:nvSpPr>
          <p:cNvPr id="165" name="Flowchart: Decision 164">
            <a:extLst>
              <a:ext uri="{FF2B5EF4-FFF2-40B4-BE49-F238E27FC236}">
                <a16:creationId xmlns:a16="http://schemas.microsoft.com/office/drawing/2014/main" id="{92A64EB4-C3CB-4BF3-B1B0-71951BB2BD12}"/>
              </a:ext>
            </a:extLst>
          </p:cNvPr>
          <p:cNvSpPr/>
          <p:nvPr/>
        </p:nvSpPr>
        <p:spPr bwMode="gray">
          <a:xfrm rot="5400000">
            <a:off x="2068563" y="5677076"/>
            <a:ext cx="164592" cy="164592"/>
          </a:xfrm>
          <a:prstGeom prst="flowChartDecision">
            <a:avLst/>
          </a:prstGeom>
          <a:solidFill>
            <a:srgbClr val="37C4FF"/>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100" b="1"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66" name="Flowchart: Decision 165">
            <a:extLst>
              <a:ext uri="{FF2B5EF4-FFF2-40B4-BE49-F238E27FC236}">
                <a16:creationId xmlns:a16="http://schemas.microsoft.com/office/drawing/2014/main" id="{F0110C1E-BAD5-4740-84F1-BE6AE26CA380}"/>
              </a:ext>
            </a:extLst>
          </p:cNvPr>
          <p:cNvSpPr/>
          <p:nvPr/>
        </p:nvSpPr>
        <p:spPr bwMode="gray">
          <a:xfrm rot="5400000">
            <a:off x="11594493" y="3926269"/>
            <a:ext cx="136800" cy="136800"/>
          </a:xfrm>
          <a:prstGeom prst="flowChartDecision">
            <a:avLst/>
          </a:prstGeom>
          <a:solidFill>
            <a:srgbClr val="37C4FF"/>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cxnSp>
        <p:nvCxnSpPr>
          <p:cNvPr id="167" name="Straight Arrow Connector 166">
            <a:extLst>
              <a:ext uri="{FF2B5EF4-FFF2-40B4-BE49-F238E27FC236}">
                <a16:creationId xmlns:a16="http://schemas.microsoft.com/office/drawing/2014/main" id="{8F436DC4-3DE0-471D-B371-EF5D347C7B01}"/>
              </a:ext>
            </a:extLst>
          </p:cNvPr>
          <p:cNvCxnSpPr>
            <a:cxnSpLocks/>
            <a:stCxn id="160" idx="0"/>
            <a:endCxn id="166" idx="2"/>
          </p:cNvCxnSpPr>
          <p:nvPr/>
        </p:nvCxnSpPr>
        <p:spPr>
          <a:xfrm flipV="1">
            <a:off x="11311631" y="3994669"/>
            <a:ext cx="282862" cy="6874"/>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69" name="TextBox 168">
            <a:extLst>
              <a:ext uri="{FF2B5EF4-FFF2-40B4-BE49-F238E27FC236}">
                <a16:creationId xmlns:a16="http://schemas.microsoft.com/office/drawing/2014/main" id="{5CD2B61A-E8C0-4D07-99A7-3DFADD5EAE07}"/>
              </a:ext>
            </a:extLst>
          </p:cNvPr>
          <p:cNvSpPr txBox="1"/>
          <p:nvPr/>
        </p:nvSpPr>
        <p:spPr>
          <a:xfrm>
            <a:off x="11245268" y="4099354"/>
            <a:ext cx="820961" cy="861774"/>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800" b="1" i="0" u="none" strike="noStrike" kern="0" cap="none" spc="0" normalizeH="0" baseline="0" noProof="0" dirty="0">
                <a:ln>
                  <a:noFill/>
                </a:ln>
                <a:solidFill>
                  <a:srgbClr val="0097A9">
                    <a:lumMod val="75000"/>
                  </a:srgbClr>
                </a:solidFill>
                <a:effectLst/>
                <a:uLnTx/>
                <a:uFillTx/>
                <a:latin typeface="Verdana" panose="020B0604030504040204" pitchFamily="34" charset="0"/>
                <a:ea typeface="Verdana" panose="020B0604030504040204" pitchFamily="34" charset="0"/>
                <a:cs typeface="Arial" panose="020B0604020202020204" pitchFamily="34" charset="0"/>
              </a:rPr>
              <a:t>12. Post Go-live, first Financial Year closure &amp; Financial Report generation</a:t>
            </a:r>
            <a:endParaRPr kumimoji="0" lang="en-IN" sz="800" b="1" i="0" u="none" strike="noStrike" kern="0" cap="none" spc="0" normalizeH="0" baseline="0" noProof="0" dirty="0">
              <a:ln>
                <a:noFill/>
              </a:ln>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70" name="Flowchart: Decision 169">
            <a:extLst>
              <a:ext uri="{FF2B5EF4-FFF2-40B4-BE49-F238E27FC236}">
                <a16:creationId xmlns:a16="http://schemas.microsoft.com/office/drawing/2014/main" id="{B5083BAF-8284-41C4-8397-11D9DF43AC4A}"/>
              </a:ext>
            </a:extLst>
          </p:cNvPr>
          <p:cNvSpPr/>
          <p:nvPr/>
        </p:nvSpPr>
        <p:spPr bwMode="gray">
          <a:xfrm rot="5400000">
            <a:off x="11164296" y="4569535"/>
            <a:ext cx="137160" cy="137160"/>
          </a:xfrm>
          <a:prstGeom prst="flowChartDecision">
            <a:avLst/>
          </a:prstGeom>
          <a:solidFill>
            <a:srgbClr val="7030A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100" b="1"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cxnSp>
        <p:nvCxnSpPr>
          <p:cNvPr id="92" name="Straight Arrow Connector 91">
            <a:extLst>
              <a:ext uri="{FF2B5EF4-FFF2-40B4-BE49-F238E27FC236}">
                <a16:creationId xmlns:a16="http://schemas.microsoft.com/office/drawing/2014/main" id="{364A44A6-E37D-470B-ACEB-7C9C9938E0F5}"/>
              </a:ext>
            </a:extLst>
          </p:cNvPr>
          <p:cNvCxnSpPr>
            <a:cxnSpLocks/>
          </p:cNvCxnSpPr>
          <p:nvPr/>
        </p:nvCxnSpPr>
        <p:spPr>
          <a:xfrm flipV="1">
            <a:off x="3043055" y="5077068"/>
            <a:ext cx="6259579" cy="20502"/>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95" name="TextBox 94">
            <a:extLst>
              <a:ext uri="{FF2B5EF4-FFF2-40B4-BE49-F238E27FC236}">
                <a16:creationId xmlns:a16="http://schemas.microsoft.com/office/drawing/2014/main" id="{0EDF0265-FB4D-417D-AD2E-379BD22BF5B8}"/>
              </a:ext>
            </a:extLst>
          </p:cNvPr>
          <p:cNvSpPr txBox="1"/>
          <p:nvPr/>
        </p:nvSpPr>
        <p:spPr>
          <a:xfrm>
            <a:off x="4576311" y="5202093"/>
            <a:ext cx="3586812" cy="169277"/>
          </a:xfrm>
          <a:prstGeom prst="rect">
            <a:avLst/>
          </a:prstGeom>
          <a:solidFill>
            <a:srgbClr val="86BC25">
              <a:lumMod val="20000"/>
              <a:lumOff val="80000"/>
            </a:srgbClr>
          </a:solid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lang="en-US" sz="1100" b="1" i="1" kern="0" dirty="0">
                <a:solidFill>
                  <a:srgbClr val="313131"/>
                </a:solidFill>
              </a:rPr>
              <a:t>Share Progress Report and highlight issues fortnightly  </a:t>
            </a:r>
            <a:endParaRPr kumimoji="0" lang="en-IN" sz="1100" b="1" i="1" u="none" strike="noStrike" kern="0" cap="none" spc="0" normalizeH="0" baseline="0" noProof="0" dirty="0">
              <a:ln>
                <a:noFill/>
              </a:ln>
              <a:solidFill>
                <a:srgbClr val="313131"/>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3618672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1251D9C7-9E8C-4ACD-9B8B-84AE95DAB39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7" name="Object 6" hidden="1">
                        <a:extLst>
                          <a:ext uri="{FF2B5EF4-FFF2-40B4-BE49-F238E27FC236}">
                            <a16:creationId xmlns:a16="http://schemas.microsoft.com/office/drawing/2014/main" id="{1251D9C7-9E8C-4ACD-9B8B-84AE95DAB39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1">
            <a:extLst>
              <a:ext uri="{FF2B5EF4-FFF2-40B4-BE49-F238E27FC236}">
                <a16:creationId xmlns:a16="http://schemas.microsoft.com/office/drawing/2014/main" id="{816FC877-0F37-4C81-8C06-DF529F31D796}"/>
              </a:ext>
            </a:extLst>
          </p:cNvPr>
          <p:cNvSpPr>
            <a:spLocks noGrp="1"/>
          </p:cNvSpPr>
          <p:nvPr>
            <p:ph type="body" sz="quarter" idx="13"/>
          </p:nvPr>
        </p:nvSpPr>
        <p:spPr>
          <a:xfrm>
            <a:off x="501650" y="651600"/>
            <a:ext cx="11188700" cy="757255"/>
          </a:xfrm>
        </p:spPr>
        <p:txBody>
          <a:bodyPr/>
          <a:lstStyle/>
          <a:p>
            <a:pPr algn="just"/>
            <a:r>
              <a:rPr lang="en-US" dirty="0"/>
              <a:t>Coordination among the Project Stakeholders is a key requisite for success of the project</a:t>
            </a:r>
            <a:endParaRPr lang="en-IN" dirty="0"/>
          </a:p>
        </p:txBody>
      </p:sp>
      <p:sp>
        <p:nvSpPr>
          <p:cNvPr id="9" name="Title 5">
            <a:extLst>
              <a:ext uri="{FF2B5EF4-FFF2-40B4-BE49-F238E27FC236}">
                <a16:creationId xmlns:a16="http://schemas.microsoft.com/office/drawing/2014/main" id="{EB37BAAF-E8E6-4D20-8207-55C5FA2B78FF}"/>
              </a:ext>
            </a:extLst>
          </p:cNvPr>
          <p:cNvSpPr>
            <a:spLocks noGrp="1"/>
          </p:cNvSpPr>
          <p:nvPr>
            <p:ph type="title"/>
          </p:nvPr>
        </p:nvSpPr>
        <p:spPr>
          <a:xfrm>
            <a:off x="501650" y="317500"/>
            <a:ext cx="11188700" cy="334099"/>
          </a:xfrm>
        </p:spPr>
        <p:txBody>
          <a:bodyPr vert="horz"/>
          <a:lstStyle/>
          <a:p>
            <a:r>
              <a:rPr lang="en-US" dirty="0"/>
              <a:t>Roles and Responsibilities of SI, DPL and PMO</a:t>
            </a:r>
            <a:endParaRPr lang="en-GB" dirty="0"/>
          </a:p>
        </p:txBody>
      </p:sp>
      <p:graphicFrame>
        <p:nvGraphicFramePr>
          <p:cNvPr id="19" name="Table 19">
            <a:extLst>
              <a:ext uri="{FF2B5EF4-FFF2-40B4-BE49-F238E27FC236}">
                <a16:creationId xmlns:a16="http://schemas.microsoft.com/office/drawing/2014/main" id="{0658222B-F6A8-4CCD-979F-C4A11BB8E1E9}"/>
              </a:ext>
            </a:extLst>
          </p:cNvPr>
          <p:cNvGraphicFramePr>
            <a:graphicFrameLocks noGrp="1"/>
          </p:cNvGraphicFramePr>
          <p:nvPr/>
        </p:nvGraphicFramePr>
        <p:xfrm>
          <a:off x="501650" y="1222966"/>
          <a:ext cx="11188700" cy="4974930"/>
        </p:xfrm>
        <a:graphic>
          <a:graphicData uri="http://schemas.openxmlformats.org/drawingml/2006/table">
            <a:tbl>
              <a:tblPr firstRow="1" bandRow="1">
                <a:tableStyleId>{7DF18680-E054-41AD-8BC1-D1AEF772440D}</a:tableStyleId>
              </a:tblPr>
              <a:tblGrid>
                <a:gridCol w="1907013">
                  <a:extLst>
                    <a:ext uri="{9D8B030D-6E8A-4147-A177-3AD203B41FA5}">
                      <a16:colId xmlns:a16="http://schemas.microsoft.com/office/drawing/2014/main" val="594836231"/>
                    </a:ext>
                  </a:extLst>
                </a:gridCol>
                <a:gridCol w="3133493">
                  <a:extLst>
                    <a:ext uri="{9D8B030D-6E8A-4147-A177-3AD203B41FA5}">
                      <a16:colId xmlns:a16="http://schemas.microsoft.com/office/drawing/2014/main" val="2213978245"/>
                    </a:ext>
                  </a:extLst>
                </a:gridCol>
                <a:gridCol w="3351019">
                  <a:extLst>
                    <a:ext uri="{9D8B030D-6E8A-4147-A177-3AD203B41FA5}">
                      <a16:colId xmlns:a16="http://schemas.microsoft.com/office/drawing/2014/main" val="4093036779"/>
                    </a:ext>
                  </a:extLst>
                </a:gridCol>
                <a:gridCol w="2797175">
                  <a:extLst>
                    <a:ext uri="{9D8B030D-6E8A-4147-A177-3AD203B41FA5}">
                      <a16:colId xmlns:a16="http://schemas.microsoft.com/office/drawing/2014/main" val="2505692955"/>
                    </a:ext>
                  </a:extLst>
                </a:gridCol>
              </a:tblGrid>
              <a:tr h="483171">
                <a:tc>
                  <a:txBody>
                    <a:bodyPr/>
                    <a:lstStyle/>
                    <a:p>
                      <a:r>
                        <a:rPr lang="en-US" sz="1600" dirty="0"/>
                        <a:t>Aspect</a:t>
                      </a:r>
                    </a:p>
                  </a:txBody>
                  <a:tcPr/>
                </a:tc>
                <a:tc>
                  <a:txBody>
                    <a:bodyPr/>
                    <a:lstStyle/>
                    <a:p>
                      <a:r>
                        <a:rPr lang="en-US" sz="1600" dirty="0"/>
                        <a:t>Roles and Responsibility for System Integrator (SI)</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Roles and Responsibility for PMO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Roles and Responsibility for DPL</a:t>
                      </a:r>
                    </a:p>
                  </a:txBody>
                  <a:tcPr/>
                </a:tc>
                <a:extLst>
                  <a:ext uri="{0D108BD9-81ED-4DB2-BD59-A6C34878D82A}">
                    <a16:rowId xmlns:a16="http://schemas.microsoft.com/office/drawing/2014/main" val="92550260"/>
                  </a:ext>
                </a:extLst>
              </a:tr>
              <a:tr h="1135930">
                <a:tc>
                  <a:txBody>
                    <a:bodyPr/>
                    <a:lstStyle/>
                    <a:p>
                      <a:r>
                        <a:rPr lang="en-US" sz="1400" b="1" dirty="0"/>
                        <a:t>Review of Project Plan from Time to Time</a:t>
                      </a:r>
                    </a:p>
                  </a:txBody>
                  <a:tcPr anchor="ctr"/>
                </a:tc>
                <a:tc>
                  <a:txBody>
                    <a:bodyPr/>
                    <a:lstStyle/>
                    <a:p>
                      <a:pPr marL="285750" indent="-285750">
                        <a:buFont typeface="Arial" panose="020B0604020202020204" pitchFamily="34" charset="0"/>
                        <a:buChar char="•"/>
                      </a:pPr>
                      <a:r>
                        <a:rPr lang="en-US" sz="1400" dirty="0"/>
                        <a:t>Adherence to Project Plan</a:t>
                      </a:r>
                    </a:p>
                    <a:p>
                      <a:pPr marL="285750" indent="-285750">
                        <a:buFont typeface="Arial" panose="020B0604020202020204" pitchFamily="34" charset="0"/>
                        <a:buChar char="•"/>
                      </a:pPr>
                      <a:r>
                        <a:rPr lang="en-US" sz="1400" dirty="0"/>
                        <a:t>Highlight Timely Issues to the PMO and DPL</a:t>
                      </a:r>
                    </a:p>
                  </a:txBody>
                  <a:tcPr anchor="ctr"/>
                </a:tc>
                <a:tc>
                  <a:txBody>
                    <a:bodyPr/>
                    <a:lstStyle/>
                    <a:p>
                      <a:pPr marL="285750" indent="-285750">
                        <a:buFont typeface="Arial" panose="020B0604020202020204" pitchFamily="34" charset="0"/>
                        <a:buChar char="•"/>
                      </a:pPr>
                      <a:r>
                        <a:rPr lang="en-US" sz="1400" dirty="0"/>
                        <a:t>Timely review and reporting of project plans as well as deviation in the same to DPL and SI</a:t>
                      </a:r>
                    </a:p>
                  </a:txBody>
                  <a:tcPr anchor="ctr"/>
                </a:tc>
                <a:tc>
                  <a:txBody>
                    <a:bodyPr/>
                    <a:lstStyle/>
                    <a:p>
                      <a:pPr marL="285750" indent="-285750">
                        <a:buFont typeface="Arial" panose="020B0604020202020204" pitchFamily="34" charset="0"/>
                        <a:buChar char="•"/>
                      </a:pPr>
                      <a:r>
                        <a:rPr lang="en-US" sz="1400" dirty="0"/>
                        <a:t>Timely Assistance in resolving any operational challenges</a:t>
                      </a:r>
                    </a:p>
                  </a:txBody>
                  <a:tcPr anchor="ctr"/>
                </a:tc>
                <a:extLst>
                  <a:ext uri="{0D108BD9-81ED-4DB2-BD59-A6C34878D82A}">
                    <a16:rowId xmlns:a16="http://schemas.microsoft.com/office/drawing/2014/main" val="928371669"/>
                  </a:ext>
                </a:extLst>
              </a:tr>
              <a:tr h="1648930">
                <a:tc>
                  <a:txBody>
                    <a:bodyPr/>
                    <a:lstStyle/>
                    <a:p>
                      <a:pPr marL="0" indent="0" algn="l" defTabSz="914400" rtl="0" eaLnBrk="1" latinLnBrk="0" hangingPunct="1">
                        <a:buFont typeface="Arial" panose="020B0604020202020204" pitchFamily="34" charset="0"/>
                        <a:buNone/>
                      </a:pPr>
                      <a:r>
                        <a:rPr lang="en-US" sz="1400" b="1" kern="1200" dirty="0">
                          <a:solidFill>
                            <a:schemeClr val="dk1"/>
                          </a:solidFill>
                          <a:latin typeface="+mn-lt"/>
                          <a:ea typeface="+mn-ea"/>
                          <a:cs typeface="+mn-cs"/>
                        </a:rPr>
                        <a:t>Tracking and Review of all deliverables</a:t>
                      </a:r>
                    </a:p>
                  </a:txBody>
                  <a:tcPr anchor="ctr"/>
                </a:tc>
                <a:tc>
                  <a:txBody>
                    <a:bodyPr/>
                    <a:lstStyle/>
                    <a:p>
                      <a:pPr marL="285750" indent="-285750" algn="l" defTabSz="914400" rtl="0" eaLnBrk="1" latinLnBrk="0" hangingPunct="1">
                        <a:buFont typeface="Arial" panose="020B0604020202020204" pitchFamily="34" charset="0"/>
                        <a:buChar char="•"/>
                      </a:pPr>
                      <a:r>
                        <a:rPr lang="en-US" sz="1400" kern="1200" dirty="0">
                          <a:solidFill>
                            <a:schemeClr val="dk1"/>
                          </a:solidFill>
                          <a:latin typeface="+mn-lt"/>
                          <a:ea typeface="+mn-ea"/>
                          <a:cs typeface="+mn-cs"/>
                        </a:rPr>
                        <a:t>Timely submission of all deliverables</a:t>
                      </a:r>
                    </a:p>
                  </a:txBody>
                  <a:tcPr anchor="ctr"/>
                </a:tc>
                <a:tc>
                  <a:txBody>
                    <a:bodyPr/>
                    <a:lstStyle/>
                    <a:p>
                      <a:pPr marL="285750" indent="-285750" algn="l" defTabSz="914400" rtl="0" eaLnBrk="1" latinLnBrk="0" hangingPunct="1">
                        <a:buFont typeface="Arial" panose="020B0604020202020204" pitchFamily="34" charset="0"/>
                        <a:buChar char="•"/>
                      </a:pPr>
                      <a:r>
                        <a:rPr lang="en-US" sz="1400" kern="1200" dirty="0">
                          <a:solidFill>
                            <a:schemeClr val="dk1"/>
                          </a:solidFill>
                          <a:latin typeface="+mn-lt"/>
                          <a:ea typeface="+mn-ea"/>
                          <a:cs typeface="+mn-cs"/>
                        </a:rPr>
                        <a:t>Review of deliverables in a time bound manner as and when submitted by SI</a:t>
                      </a:r>
                    </a:p>
                    <a:p>
                      <a:pPr marL="285750" indent="-285750" algn="l" defTabSz="914400" rtl="0" eaLnBrk="1" latinLnBrk="0" hangingPunct="1">
                        <a:buFont typeface="Arial" panose="020B0604020202020204" pitchFamily="34" charset="0"/>
                        <a:buChar char="•"/>
                      </a:pPr>
                      <a:r>
                        <a:rPr lang="en-US" sz="1400" kern="1200" dirty="0">
                          <a:solidFill>
                            <a:schemeClr val="dk1"/>
                          </a:solidFill>
                          <a:latin typeface="+mn-lt"/>
                          <a:ea typeface="+mn-ea"/>
                          <a:cs typeface="+mn-cs"/>
                        </a:rPr>
                        <a:t>Coordination with DPL on the sign off for Deliverables in conjunction with SI</a:t>
                      </a:r>
                    </a:p>
                  </a:txBody>
                  <a:tcPr anchor="ctr"/>
                </a:tc>
                <a:tc>
                  <a:txBody>
                    <a:bodyPr/>
                    <a:lstStyle/>
                    <a:p>
                      <a:pPr marL="285750" indent="-285750" algn="l" defTabSz="914400" rtl="0" eaLnBrk="1" latinLnBrk="0" hangingPunct="1">
                        <a:buFont typeface="Arial" panose="020B0604020202020204" pitchFamily="34" charset="0"/>
                        <a:buChar char="•"/>
                      </a:pPr>
                      <a:r>
                        <a:rPr lang="en-US" sz="1400" kern="1200" dirty="0">
                          <a:solidFill>
                            <a:schemeClr val="dk1"/>
                          </a:solidFill>
                          <a:latin typeface="+mn-lt"/>
                          <a:ea typeface="+mn-ea"/>
                          <a:cs typeface="+mn-cs"/>
                        </a:rPr>
                        <a:t>Review and sign off for the deliverables in a time bound manner</a:t>
                      </a:r>
                    </a:p>
                  </a:txBody>
                  <a:tcPr anchor="ctr"/>
                </a:tc>
                <a:extLst>
                  <a:ext uri="{0D108BD9-81ED-4DB2-BD59-A6C34878D82A}">
                    <a16:rowId xmlns:a16="http://schemas.microsoft.com/office/drawing/2014/main" val="999838162"/>
                  </a:ext>
                </a:extLst>
              </a:tr>
              <a:tr h="879430">
                <a:tc>
                  <a:txBody>
                    <a:bodyPr/>
                    <a:lstStyle/>
                    <a:p>
                      <a:pPr marL="0" algn="l" defTabSz="914400" rtl="0" eaLnBrk="1" latinLnBrk="0" hangingPunct="1"/>
                      <a:r>
                        <a:rPr lang="en-US" sz="1400" b="1" kern="1200" dirty="0">
                          <a:solidFill>
                            <a:schemeClr val="dk1"/>
                          </a:solidFill>
                          <a:latin typeface="+mn-lt"/>
                          <a:ea typeface="+mn-ea"/>
                          <a:cs typeface="+mn-cs"/>
                        </a:rPr>
                        <a:t>Review and reporting of all project related issues to DPL</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1200" dirty="0">
                          <a:solidFill>
                            <a:schemeClr val="dk1"/>
                          </a:solidFill>
                          <a:latin typeface="+mn-lt"/>
                          <a:ea typeface="+mn-ea"/>
                          <a:cs typeface="+mn-cs"/>
                        </a:rPr>
                        <a:t>Highlight Timely Issues to the PMO and DPL</a:t>
                      </a:r>
                    </a:p>
                    <a:p>
                      <a:pPr marL="285750" indent="-285750" algn="l" defTabSz="914400" rtl="0" eaLnBrk="1" latinLnBrk="0" hangingPunct="1">
                        <a:buFont typeface="Arial" panose="020B0604020202020204" pitchFamily="34" charset="0"/>
                        <a:buChar char="•"/>
                      </a:pPr>
                      <a:endParaRPr lang="en-US" sz="1400" kern="1200" dirty="0">
                        <a:solidFill>
                          <a:schemeClr val="dk1"/>
                        </a:solidFill>
                        <a:latin typeface="+mn-lt"/>
                        <a:ea typeface="+mn-ea"/>
                        <a:cs typeface="+mn-cs"/>
                      </a:endParaRPr>
                    </a:p>
                  </a:txBody>
                  <a:tcPr anchor="ctr"/>
                </a:tc>
                <a:tc>
                  <a:txBody>
                    <a:bodyPr/>
                    <a:lstStyle/>
                    <a:p>
                      <a:pPr marL="285750" indent="-285750" algn="l" defTabSz="914400" rtl="0" eaLnBrk="1" latinLnBrk="0" hangingPunct="1">
                        <a:buFont typeface="Arial" panose="020B0604020202020204" pitchFamily="34" charset="0"/>
                        <a:buChar char="•"/>
                      </a:pPr>
                      <a:r>
                        <a:rPr lang="en-US" sz="1400" kern="1200" dirty="0">
                          <a:solidFill>
                            <a:schemeClr val="dk1"/>
                          </a:solidFill>
                          <a:latin typeface="+mn-lt"/>
                          <a:ea typeface="+mn-ea"/>
                          <a:cs typeface="+mn-cs"/>
                        </a:rPr>
                        <a:t>Coordinate issue resolution with DPL and SI</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1200" dirty="0">
                          <a:solidFill>
                            <a:schemeClr val="dk1"/>
                          </a:solidFill>
                          <a:latin typeface="+mn-lt"/>
                          <a:ea typeface="+mn-ea"/>
                          <a:cs typeface="+mn-cs"/>
                        </a:rPr>
                        <a:t>Timely Assistance in resolving all issues</a:t>
                      </a:r>
                    </a:p>
                  </a:txBody>
                  <a:tcPr anchor="ctr"/>
                </a:tc>
                <a:extLst>
                  <a:ext uri="{0D108BD9-81ED-4DB2-BD59-A6C34878D82A}">
                    <a16:rowId xmlns:a16="http://schemas.microsoft.com/office/drawing/2014/main" val="1447837476"/>
                  </a:ext>
                </a:extLst>
              </a:tr>
              <a:tr h="622929">
                <a:tc>
                  <a:txBody>
                    <a:bodyPr/>
                    <a:lstStyle/>
                    <a:p>
                      <a:pPr marL="0" algn="l" defTabSz="914400" rtl="0" eaLnBrk="1" latinLnBrk="0" hangingPunct="1"/>
                      <a:r>
                        <a:rPr lang="en-US" sz="1400" b="1" kern="1200" dirty="0">
                          <a:solidFill>
                            <a:schemeClr val="dk1"/>
                          </a:solidFill>
                          <a:latin typeface="+mn-lt"/>
                          <a:ea typeface="+mn-ea"/>
                          <a:cs typeface="+mn-cs"/>
                        </a:rPr>
                        <a:t>Implementation, Testing &amp; Go Live</a:t>
                      </a:r>
                    </a:p>
                  </a:txBody>
                  <a:tcPr anchor="ctr"/>
                </a:tc>
                <a:tc>
                  <a:txBody>
                    <a:bodyPr/>
                    <a:lstStyle/>
                    <a:p>
                      <a:pPr marL="285750" indent="-285750" algn="l" defTabSz="914400" rtl="0" eaLnBrk="1" latinLnBrk="0" hangingPunct="1">
                        <a:buFont typeface="Arial" panose="020B0604020202020204" pitchFamily="34" charset="0"/>
                        <a:buChar char="•"/>
                      </a:pPr>
                      <a:r>
                        <a:rPr lang="en-US" sz="1400" kern="1200" dirty="0">
                          <a:solidFill>
                            <a:schemeClr val="dk1"/>
                          </a:solidFill>
                          <a:latin typeface="+mn-lt"/>
                          <a:ea typeface="+mn-ea"/>
                          <a:cs typeface="+mn-cs"/>
                        </a:rPr>
                        <a:t>Time Bound Implementation for Testing &amp; Go Live</a:t>
                      </a:r>
                    </a:p>
                  </a:txBody>
                  <a:tcPr anchor="ctr"/>
                </a:tc>
                <a:tc>
                  <a:txBody>
                    <a:bodyPr/>
                    <a:lstStyle/>
                    <a:p>
                      <a:pPr marL="285750" indent="-285750" algn="l" defTabSz="914400" rtl="0" eaLnBrk="1" latinLnBrk="0" hangingPunct="1">
                        <a:buFont typeface="Arial" panose="020B0604020202020204" pitchFamily="34" charset="0"/>
                        <a:buChar char="•"/>
                      </a:pPr>
                      <a:r>
                        <a:rPr lang="en-US" sz="1400" kern="1200" dirty="0">
                          <a:solidFill>
                            <a:schemeClr val="dk1"/>
                          </a:solidFill>
                          <a:latin typeface="+mn-lt"/>
                          <a:ea typeface="+mn-ea"/>
                          <a:cs typeface="+mn-cs"/>
                        </a:rPr>
                        <a:t>Coordination between all stakeholders during implementation, testing and go-live</a:t>
                      </a:r>
                    </a:p>
                  </a:txBody>
                  <a:tcPr anchor="ctr"/>
                </a:tc>
                <a:tc>
                  <a:txBody>
                    <a:bodyPr/>
                    <a:lstStyle/>
                    <a:p>
                      <a:pPr marL="285750" indent="-285750" algn="l" defTabSz="914400" rtl="0" eaLnBrk="1" latinLnBrk="0" hangingPunct="1">
                        <a:buFont typeface="Arial" panose="020B0604020202020204" pitchFamily="34" charset="0"/>
                        <a:buChar char="•"/>
                      </a:pPr>
                      <a:r>
                        <a:rPr lang="en-US" sz="1400" kern="1200" dirty="0">
                          <a:solidFill>
                            <a:schemeClr val="dk1"/>
                          </a:solidFill>
                          <a:latin typeface="+mn-lt"/>
                          <a:ea typeface="+mn-ea"/>
                          <a:cs typeface="+mn-cs"/>
                        </a:rPr>
                        <a:t>Sign off for Testing and Go Live</a:t>
                      </a:r>
                    </a:p>
                  </a:txBody>
                  <a:tcPr anchor="ctr"/>
                </a:tc>
                <a:extLst>
                  <a:ext uri="{0D108BD9-81ED-4DB2-BD59-A6C34878D82A}">
                    <a16:rowId xmlns:a16="http://schemas.microsoft.com/office/drawing/2014/main" val="3259549026"/>
                  </a:ext>
                </a:extLst>
              </a:tr>
            </a:tbl>
          </a:graphicData>
        </a:graphic>
      </p:graphicFrame>
    </p:spTree>
    <p:extLst>
      <p:ext uri="{BB962C8B-B14F-4D97-AF65-F5344CB8AC3E}">
        <p14:creationId xmlns:p14="http://schemas.microsoft.com/office/powerpoint/2010/main" val="49445107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ct 29" hidden="1">
            <a:extLst>
              <a:ext uri="{FF2B5EF4-FFF2-40B4-BE49-F238E27FC236}">
                <a16:creationId xmlns:a16="http://schemas.microsoft.com/office/drawing/2014/main" id="{568F94DB-17A1-49E0-A82F-D44865197FC0}"/>
              </a:ext>
            </a:extLst>
          </p:cNvPr>
          <p:cNvGraphicFramePr>
            <a:graphicFrameLocks noChangeAspect="1"/>
          </p:cNvGraphicFramePr>
          <p:nvPr>
            <p:custDataLst>
              <p:tags r:id="rId1"/>
            </p:custDataLst>
            <p:extLst>
              <p:ext uri="{D42A27DB-BD31-4B8C-83A1-F6EECF244321}">
                <p14:modId xmlns:p14="http://schemas.microsoft.com/office/powerpoint/2010/main" val="971240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530" imgH="531" progId="TCLayout.ActiveDocument.1">
                  <p:embed/>
                </p:oleObj>
              </mc:Choice>
              <mc:Fallback>
                <p:oleObj name="think-cell Slide" r:id="rId5" imgW="530" imgH="531" progId="TCLayout.ActiveDocument.1">
                  <p:embed/>
                  <p:pic>
                    <p:nvPicPr>
                      <p:cNvPr id="30" name="Object 29" hidden="1">
                        <a:extLst>
                          <a:ext uri="{FF2B5EF4-FFF2-40B4-BE49-F238E27FC236}">
                            <a16:creationId xmlns:a16="http://schemas.microsoft.com/office/drawing/2014/main" id="{568F94DB-17A1-49E0-A82F-D44865197FC0}"/>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9" name="Rectangle 28" hidden="1">
            <a:extLst>
              <a:ext uri="{FF2B5EF4-FFF2-40B4-BE49-F238E27FC236}">
                <a16:creationId xmlns:a16="http://schemas.microsoft.com/office/drawing/2014/main" id="{E1026CEB-F5AA-4363-8C35-8F55AD310373}"/>
              </a:ext>
            </a:extLst>
          </p:cNvPr>
          <p:cNvSpPr/>
          <p:nvPr>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algn="ctr">
              <a:lnSpc>
                <a:spcPct val="106000"/>
              </a:lnSpc>
            </a:pPr>
            <a:endParaRPr lang="en-US" sz="2100" dirty="0">
              <a:solidFill>
                <a:schemeClr val="bg1"/>
              </a:solidFill>
              <a:latin typeface="Calibri" panose="020F0502020204030204" pitchFamily="34" charset="0"/>
              <a:ea typeface="+mj-ea"/>
              <a:cs typeface="Calibri Light" panose="020F0302020204030204" pitchFamily="34" charset="0"/>
              <a:sym typeface="Calibri" panose="020F0502020204030204" pitchFamily="34" charset="0"/>
            </a:endParaRPr>
          </a:p>
        </p:txBody>
      </p:sp>
      <p:sp>
        <p:nvSpPr>
          <p:cNvPr id="2" name="Text Placeholder 1">
            <a:extLst>
              <a:ext uri="{FF2B5EF4-FFF2-40B4-BE49-F238E27FC236}">
                <a16:creationId xmlns:a16="http://schemas.microsoft.com/office/drawing/2014/main" id="{E78C3887-9A5B-4B33-80EE-2AFB95132776}"/>
              </a:ext>
            </a:extLst>
          </p:cNvPr>
          <p:cNvSpPr>
            <a:spLocks noGrp="1"/>
          </p:cNvSpPr>
          <p:nvPr>
            <p:ph type="body" sz="quarter" idx="13"/>
          </p:nvPr>
        </p:nvSpPr>
        <p:spPr/>
        <p:txBody>
          <a:bodyPr/>
          <a:lstStyle/>
          <a:p>
            <a:pPr algn="just"/>
            <a:r>
              <a:rPr lang="en-US" sz="1800" dirty="0">
                <a:solidFill>
                  <a:srgbClr val="575757"/>
                </a:solidFill>
                <a:latin typeface="+mn-lt"/>
              </a:rPr>
              <a:t>The departmental discussion has led to identifications of key challenges faced by them during day-to-day operations</a:t>
            </a:r>
            <a:endParaRPr lang="en-IN" sz="1800" dirty="0">
              <a:solidFill>
                <a:srgbClr val="575757"/>
              </a:solidFill>
              <a:latin typeface="+mn-lt"/>
            </a:endParaRPr>
          </a:p>
        </p:txBody>
      </p:sp>
      <p:sp>
        <p:nvSpPr>
          <p:cNvPr id="3" name="Title 2">
            <a:extLst>
              <a:ext uri="{FF2B5EF4-FFF2-40B4-BE49-F238E27FC236}">
                <a16:creationId xmlns:a16="http://schemas.microsoft.com/office/drawing/2014/main" id="{E06476E5-386C-4986-AA51-E27BFEB34E69}"/>
              </a:ext>
            </a:extLst>
          </p:cNvPr>
          <p:cNvSpPr>
            <a:spLocks noGrp="1"/>
          </p:cNvSpPr>
          <p:nvPr>
            <p:ph type="title"/>
          </p:nvPr>
        </p:nvSpPr>
        <p:spPr/>
        <p:txBody>
          <a:bodyPr vert="horz"/>
          <a:lstStyle/>
          <a:p>
            <a:r>
              <a:rPr lang="en-US" dirty="0"/>
              <a:t>Department Discussion Summary (1/3)</a:t>
            </a:r>
            <a:endParaRPr lang="en-IN" dirty="0"/>
          </a:p>
        </p:txBody>
      </p:sp>
      <p:graphicFrame>
        <p:nvGraphicFramePr>
          <p:cNvPr id="4" name="Table 5">
            <a:extLst>
              <a:ext uri="{FF2B5EF4-FFF2-40B4-BE49-F238E27FC236}">
                <a16:creationId xmlns:a16="http://schemas.microsoft.com/office/drawing/2014/main" id="{BCC5A79E-5F31-4D90-A0AA-817BBC95E848}"/>
              </a:ext>
            </a:extLst>
          </p:cNvPr>
          <p:cNvGraphicFramePr>
            <a:graphicFrameLocks noGrp="1"/>
          </p:cNvGraphicFramePr>
          <p:nvPr>
            <p:extLst>
              <p:ext uri="{D42A27DB-BD31-4B8C-83A1-F6EECF244321}">
                <p14:modId xmlns:p14="http://schemas.microsoft.com/office/powerpoint/2010/main" val="2621942356"/>
              </p:ext>
            </p:extLst>
          </p:nvPr>
        </p:nvGraphicFramePr>
        <p:xfrm>
          <a:off x="411338" y="1257535"/>
          <a:ext cx="11162350" cy="5235279"/>
        </p:xfrm>
        <a:graphic>
          <a:graphicData uri="http://schemas.openxmlformats.org/drawingml/2006/table">
            <a:tbl>
              <a:tblPr firstRow="1" bandRow="1">
                <a:effectLst>
                  <a:outerShdw blurRad="50800" dist="38100" dir="5400000" algn="t" rotWithShape="0">
                    <a:prstClr val="black">
                      <a:alpha val="40000"/>
                    </a:prstClr>
                  </a:outerShdw>
                </a:effectLst>
                <a:tableStyleId>{FABFCF23-3B69-468F-B69F-88F6DE6A72F2}</a:tableStyleId>
              </a:tblPr>
              <a:tblGrid>
                <a:gridCol w="2522483">
                  <a:extLst>
                    <a:ext uri="{9D8B030D-6E8A-4147-A177-3AD203B41FA5}">
                      <a16:colId xmlns:a16="http://schemas.microsoft.com/office/drawing/2014/main" val="364679164"/>
                    </a:ext>
                  </a:extLst>
                </a:gridCol>
                <a:gridCol w="8639867">
                  <a:extLst>
                    <a:ext uri="{9D8B030D-6E8A-4147-A177-3AD203B41FA5}">
                      <a16:colId xmlns:a16="http://schemas.microsoft.com/office/drawing/2014/main" val="3234291871"/>
                    </a:ext>
                  </a:extLst>
                </a:gridCol>
              </a:tblGrid>
              <a:tr h="297519">
                <a:tc>
                  <a:txBody>
                    <a:bodyPr/>
                    <a:lstStyle/>
                    <a:p>
                      <a:r>
                        <a:rPr lang="en-US" sz="1200" b="1" dirty="0"/>
                        <a:t>Department</a:t>
                      </a:r>
                      <a:endParaRPr lang="en-IN" sz="1200" b="1" dirty="0"/>
                    </a:p>
                  </a:txBody>
                  <a:tcPr anchor="ctr"/>
                </a:tc>
                <a:tc>
                  <a:txBody>
                    <a:bodyPr/>
                    <a:lstStyle/>
                    <a:p>
                      <a:r>
                        <a:rPr lang="en-US" sz="1200" b="1" dirty="0"/>
                        <a:t>Summary of Discussion</a:t>
                      </a:r>
                      <a:endParaRPr lang="en-IN" sz="1200" b="1" dirty="0"/>
                    </a:p>
                  </a:txBody>
                  <a:tcPr anchor="ctr"/>
                </a:tc>
                <a:extLst>
                  <a:ext uri="{0D108BD9-81ED-4DB2-BD59-A6C34878D82A}">
                    <a16:rowId xmlns:a16="http://schemas.microsoft.com/office/drawing/2014/main" val="1878946707"/>
                  </a:ext>
                </a:extLst>
              </a:tr>
              <a:tr h="2078689">
                <a:tc>
                  <a:txBody>
                    <a:bodyPr/>
                    <a:lstStyle/>
                    <a:p>
                      <a:r>
                        <a:rPr lang="en-US" sz="1200" dirty="0"/>
                        <a:t>Information technology</a:t>
                      </a:r>
                      <a:endParaRPr lang="en-IN" sz="1200" dirty="0"/>
                    </a:p>
                  </a:txBody>
                  <a:tcPr anchor="ctr">
                    <a:solidFill>
                      <a:schemeClr val="tx2">
                        <a:lumMod val="20000"/>
                        <a:lumOff val="80000"/>
                      </a:schemeClr>
                    </a:solidFill>
                  </a:tcPr>
                </a:tc>
                <a:tc>
                  <a:txBody>
                    <a:bodyPr/>
                    <a:lstStyle/>
                    <a:p>
                      <a:pPr marL="285750" indent="-285750" algn="l" defTabSz="914400" rtl="0" eaLnBrk="1" latinLnBrk="0" hangingPunct="1">
                        <a:buFont typeface="Arial" panose="020B0604020202020204" pitchFamily="34" charset="0"/>
                        <a:buChar char="•"/>
                      </a:pPr>
                      <a:r>
                        <a:rPr lang="en-US" sz="1200" b="0" kern="1200" dirty="0"/>
                        <a:t>Various software’s are used based on Java and Oracle platform.</a:t>
                      </a:r>
                    </a:p>
                    <a:p>
                      <a:pPr marL="285750" indent="-285750" algn="l" defTabSz="914400" rtl="0" eaLnBrk="1" latinLnBrk="0" hangingPunct="1">
                        <a:buFont typeface="Arial" panose="020B0604020202020204" pitchFamily="34" charset="0"/>
                        <a:buChar char="•"/>
                      </a:pPr>
                      <a:r>
                        <a:rPr lang="en-US" sz="1200" b="0" kern="1200" dirty="0"/>
                        <a:t>Employee hardware grievance is handled offline and can be improved with the help of ERP system. </a:t>
                      </a:r>
                    </a:p>
                    <a:p>
                      <a:pPr marL="285750" indent="-285750" algn="l" defTabSz="914400" rtl="0" eaLnBrk="1" latinLnBrk="0" hangingPunct="1">
                        <a:buFont typeface="Arial" panose="020B0604020202020204" pitchFamily="34" charset="0"/>
                        <a:buChar char="•"/>
                      </a:pPr>
                      <a:r>
                        <a:rPr lang="en-US" sz="1200" b="0" kern="1200" dirty="0"/>
                        <a:t>Database is not maintained real time and should be integrated with ERP. </a:t>
                      </a:r>
                    </a:p>
                    <a:p>
                      <a:pPr marL="285750" indent="-285750" algn="l" defTabSz="914400" rtl="0" eaLnBrk="1" latinLnBrk="0" hangingPunct="1">
                        <a:buFont typeface="Arial" panose="020B0604020202020204" pitchFamily="34" charset="0"/>
                        <a:buChar char="•"/>
                      </a:pPr>
                      <a:r>
                        <a:rPr lang="en-US" sz="1200" b="0" kern="1200" dirty="0"/>
                        <a:t>License and water billing is done on FoxPro systems. </a:t>
                      </a:r>
                    </a:p>
                    <a:p>
                      <a:pPr marL="285750" indent="-285750" algn="l" defTabSz="914400" rtl="0" eaLnBrk="1" latinLnBrk="0" hangingPunct="1">
                        <a:buFont typeface="Arial" panose="020B0604020202020204" pitchFamily="34" charset="0"/>
                        <a:buChar char="•"/>
                      </a:pPr>
                      <a:r>
                        <a:rPr lang="en-US" sz="1200" b="0" kern="1200" dirty="0"/>
                        <a:t>Billing and accounting are not integrated and done manually. </a:t>
                      </a:r>
                    </a:p>
                    <a:p>
                      <a:pPr marL="285750" indent="-285750" algn="l" defTabSz="914400" rtl="0" eaLnBrk="1" latinLnBrk="0" hangingPunct="1">
                        <a:buFont typeface="Arial" panose="020B0604020202020204" pitchFamily="34" charset="0"/>
                        <a:buChar char="•"/>
                      </a:pPr>
                      <a:r>
                        <a:rPr lang="en-US" sz="1200" b="0" kern="1200" dirty="0">
                          <a:solidFill>
                            <a:schemeClr val="dk1"/>
                          </a:solidFill>
                          <a:latin typeface="+mn-lt"/>
                          <a:ea typeface="+mn-ea"/>
                          <a:cs typeface="+mn-cs"/>
                        </a:rPr>
                        <a:t>NIT software is used for procurement of materials. </a:t>
                      </a:r>
                    </a:p>
                    <a:p>
                      <a:pPr marL="285750" indent="-285750" algn="l" defTabSz="914400" rtl="0" eaLnBrk="1" latinLnBrk="0" hangingPunct="1">
                        <a:buFont typeface="Arial" panose="020B0604020202020204" pitchFamily="34" charset="0"/>
                        <a:buChar char="•"/>
                      </a:pPr>
                      <a:r>
                        <a:rPr lang="en-US" sz="1200" b="0" kern="1200" dirty="0">
                          <a:solidFill>
                            <a:schemeClr val="dk1"/>
                          </a:solidFill>
                          <a:latin typeface="+mn-lt"/>
                          <a:ea typeface="+mn-ea"/>
                          <a:cs typeface="+mn-cs"/>
                        </a:rPr>
                        <a:t>Payroll software looks after employee salary, income tax and reimbursement details</a:t>
                      </a:r>
                    </a:p>
                    <a:p>
                      <a:pPr marL="285750" indent="-285750" algn="l" defTabSz="914400" rtl="0" eaLnBrk="1" latinLnBrk="0" hangingPunct="1">
                        <a:buFont typeface="Arial" panose="020B0604020202020204" pitchFamily="34" charset="0"/>
                        <a:buChar char="•"/>
                      </a:pPr>
                      <a:r>
                        <a:rPr lang="en-US" sz="1200" b="0" kern="1200" dirty="0"/>
                        <a:t>Biometric systems in place for DPL admin employees and yet to be done for Power Plant Employees. </a:t>
                      </a:r>
                    </a:p>
                    <a:p>
                      <a:pPr marL="285750" indent="-285750" algn="l" defTabSz="914400" rtl="0" eaLnBrk="1" latinLnBrk="0" hangingPunct="1">
                        <a:buFont typeface="Arial" panose="020B0604020202020204" pitchFamily="34" charset="0"/>
                        <a:buChar char="•"/>
                      </a:pPr>
                      <a:r>
                        <a:rPr lang="en-IN" sz="1200" b="0" kern="1200" dirty="0"/>
                        <a:t>Data from biometric is extracted and fed manually in the FoxPro System. </a:t>
                      </a:r>
                    </a:p>
                    <a:p>
                      <a:pPr marL="285750" indent="-285750" algn="l" defTabSz="914400" rtl="0" eaLnBrk="1" latinLnBrk="0" hangingPunct="1">
                        <a:buFont typeface="Arial" panose="020B0604020202020204" pitchFamily="34" charset="0"/>
                        <a:buChar char="•"/>
                      </a:pPr>
                      <a:r>
                        <a:rPr lang="en-IN" sz="1200" b="0" kern="1200" dirty="0">
                          <a:solidFill>
                            <a:schemeClr val="dk1"/>
                          </a:solidFill>
                          <a:latin typeface="+mn-lt"/>
                          <a:ea typeface="+mn-ea"/>
                          <a:cs typeface="+mn-cs"/>
                        </a:rPr>
                        <a:t>No Database for storing the data from the software.</a:t>
                      </a:r>
                    </a:p>
                    <a:p>
                      <a:pPr marL="285750" indent="-285750" algn="l" defTabSz="914400" rtl="0" eaLnBrk="1" latinLnBrk="0" hangingPunct="1">
                        <a:buFont typeface="Arial" panose="020B0604020202020204" pitchFamily="34" charset="0"/>
                        <a:buChar char="•"/>
                      </a:pPr>
                      <a:r>
                        <a:rPr lang="en-IN" sz="1200" b="0" kern="1200" dirty="0">
                          <a:solidFill>
                            <a:schemeClr val="dk1"/>
                          </a:solidFill>
                          <a:latin typeface="+mn-lt"/>
                          <a:ea typeface="+mn-ea"/>
                          <a:cs typeface="+mn-cs"/>
                        </a:rPr>
                        <a:t>Service request software is available but not utilized. </a:t>
                      </a:r>
                    </a:p>
                    <a:p>
                      <a:pPr marL="285750" indent="-285750" algn="l" defTabSz="914400" rtl="0" eaLnBrk="1" latinLnBrk="0" hangingPunct="1">
                        <a:buFont typeface="Arial" panose="020B0604020202020204" pitchFamily="34" charset="0"/>
                        <a:buChar char="•"/>
                      </a:pPr>
                      <a:r>
                        <a:rPr lang="en-IN" sz="1200" b="0" kern="1200" dirty="0">
                          <a:solidFill>
                            <a:schemeClr val="dk1"/>
                          </a:solidFill>
                          <a:latin typeface="+mn-lt"/>
                          <a:ea typeface="+mn-ea"/>
                          <a:cs typeface="+mn-cs"/>
                        </a:rPr>
                        <a:t>Asset accounting done manually. </a:t>
                      </a:r>
                    </a:p>
                    <a:p>
                      <a:pPr marL="285750" indent="-285750" algn="l" defTabSz="914400" rtl="0" eaLnBrk="1" latinLnBrk="0" hangingPunct="1">
                        <a:buFont typeface="Arial" panose="020B0604020202020204" pitchFamily="34" charset="0"/>
                        <a:buChar char="•"/>
                      </a:pPr>
                      <a:r>
                        <a:rPr lang="en-IN" sz="1200" b="0" kern="1200" dirty="0">
                          <a:solidFill>
                            <a:schemeClr val="dk1"/>
                          </a:solidFill>
                          <a:latin typeface="+mn-lt"/>
                          <a:ea typeface="+mn-ea"/>
                          <a:cs typeface="+mn-cs"/>
                        </a:rPr>
                        <a:t>No call centres for billing and payment related queries. </a:t>
                      </a:r>
                      <a:endParaRPr lang="en-US" sz="1200" b="0" kern="1200" dirty="0">
                        <a:solidFill>
                          <a:schemeClr val="dk1"/>
                        </a:solidFill>
                        <a:latin typeface="+mn-lt"/>
                        <a:ea typeface="+mn-ea"/>
                        <a:cs typeface="+mn-cs"/>
                      </a:endParaRPr>
                    </a:p>
                  </a:txBody>
                  <a:tcPr>
                    <a:solidFill>
                      <a:schemeClr val="bg1"/>
                    </a:solidFill>
                  </a:tcPr>
                </a:tc>
                <a:extLst>
                  <a:ext uri="{0D108BD9-81ED-4DB2-BD59-A6C34878D82A}">
                    <a16:rowId xmlns:a16="http://schemas.microsoft.com/office/drawing/2014/main" val="2917220609"/>
                  </a:ext>
                </a:extLst>
              </a:tr>
              <a:tr h="2078689">
                <a:tc>
                  <a:txBody>
                    <a:bodyPr/>
                    <a:lstStyle/>
                    <a:p>
                      <a:r>
                        <a:rPr lang="en-US" sz="1200" dirty="0"/>
                        <a:t>Stores and Purchase</a:t>
                      </a:r>
                      <a:endParaRPr lang="en-IN" sz="1200" dirty="0"/>
                    </a:p>
                  </a:txBody>
                  <a:tcPr anchor="ctr">
                    <a:solidFill>
                      <a:schemeClr val="tx2">
                        <a:lumMod val="20000"/>
                        <a:lumOff val="80000"/>
                      </a:schemeClr>
                    </a:solidFill>
                  </a:tcPr>
                </a:tc>
                <a:tc>
                  <a:txBody>
                    <a:bodyPr/>
                    <a:lstStyle/>
                    <a:p>
                      <a:pPr marL="285750" indent="-285750" algn="l" defTabSz="914400" rtl="0" eaLnBrk="1" latinLnBrk="0" hangingPunct="1">
                        <a:buFont typeface="Arial" panose="020B0604020202020204" pitchFamily="34" charset="0"/>
                        <a:buChar char="•"/>
                      </a:pPr>
                      <a:r>
                        <a:rPr lang="en-US" sz="1200" b="0" kern="1200" dirty="0">
                          <a:solidFill>
                            <a:schemeClr val="dk1"/>
                          </a:solidFill>
                          <a:latin typeface="+mn-lt"/>
                          <a:ea typeface="+mn-ea"/>
                          <a:cs typeface="+mn-cs"/>
                        </a:rPr>
                        <a:t>Budget estimates are prepared every quarter and feedback from all departments are taken and made manually. </a:t>
                      </a:r>
                    </a:p>
                    <a:p>
                      <a:pPr marL="285750" indent="-285750" algn="l" defTabSz="914400" rtl="0" eaLnBrk="1" latinLnBrk="0" hangingPunct="1">
                        <a:buFont typeface="Arial" panose="020B0604020202020204" pitchFamily="34" charset="0"/>
                        <a:buChar char="•"/>
                      </a:pPr>
                      <a:r>
                        <a:rPr lang="en-US" sz="1200" b="0" kern="1200" dirty="0">
                          <a:solidFill>
                            <a:schemeClr val="dk1"/>
                          </a:solidFill>
                          <a:latin typeface="+mn-lt"/>
                          <a:ea typeface="+mn-ea"/>
                          <a:cs typeface="+mn-cs"/>
                        </a:rPr>
                        <a:t>Stores and Purchase (Technical) looks after Technical aspects like procurement of assets and coal, while Stores and Purchase (Corporate) looks after Stationary and small IT peripherals. </a:t>
                      </a:r>
                    </a:p>
                    <a:p>
                      <a:pPr marL="285750" indent="-285750" algn="l" defTabSz="914400" rtl="0" eaLnBrk="1" latinLnBrk="0" hangingPunct="1">
                        <a:buFont typeface="Arial" panose="020B0604020202020204" pitchFamily="34" charset="0"/>
                        <a:buChar char="•"/>
                      </a:pPr>
                      <a:r>
                        <a:rPr lang="en-US" sz="1200" b="0" kern="1200" dirty="0">
                          <a:solidFill>
                            <a:schemeClr val="dk1"/>
                          </a:solidFill>
                          <a:latin typeface="+mn-lt"/>
                          <a:ea typeface="+mn-ea"/>
                          <a:cs typeface="+mn-cs"/>
                        </a:rPr>
                        <a:t>Expenditure control is done at various levels by Standard Tendering Constitution Committee.</a:t>
                      </a:r>
                    </a:p>
                    <a:p>
                      <a:pPr marL="285750" indent="-285750" algn="l" defTabSz="914400" rtl="0" eaLnBrk="1" latinLnBrk="0" hangingPunct="1">
                        <a:buFont typeface="Arial" panose="020B0604020202020204" pitchFamily="34" charset="0"/>
                        <a:buChar char="•"/>
                      </a:pPr>
                      <a:r>
                        <a:rPr lang="en-US" sz="1200" b="0" kern="1200" dirty="0">
                          <a:solidFill>
                            <a:schemeClr val="dk1"/>
                          </a:solidFill>
                          <a:latin typeface="+mn-lt"/>
                          <a:ea typeface="+mn-ea"/>
                          <a:cs typeface="+mn-cs"/>
                        </a:rPr>
                        <a:t>All the departments send the data for procurement, then S&amp;P initiates the tendering process . Payment and delivery are interlinked upon receipt of the goods from vendor. </a:t>
                      </a:r>
                    </a:p>
                    <a:p>
                      <a:pPr marL="285750" indent="-285750" algn="l" defTabSz="914400" rtl="0" eaLnBrk="1" latinLnBrk="0" hangingPunct="1">
                        <a:buFont typeface="Arial" panose="020B0604020202020204" pitchFamily="34" charset="0"/>
                        <a:buChar char="•"/>
                      </a:pPr>
                      <a:r>
                        <a:rPr lang="en-US" sz="1200" b="0" kern="1200" dirty="0">
                          <a:solidFill>
                            <a:schemeClr val="dk1"/>
                          </a:solidFill>
                          <a:latin typeface="+mn-lt"/>
                          <a:ea typeface="+mn-ea"/>
                          <a:cs typeface="+mn-cs"/>
                        </a:rPr>
                        <a:t>Data regarding procurement is updated manually. </a:t>
                      </a:r>
                    </a:p>
                    <a:p>
                      <a:pPr marL="285750" indent="-285750" algn="l" defTabSz="914400" rtl="0" eaLnBrk="1" latinLnBrk="0" hangingPunct="1">
                        <a:buFont typeface="Arial" panose="020B0604020202020204" pitchFamily="34" charset="0"/>
                        <a:buChar char="•"/>
                      </a:pPr>
                      <a:r>
                        <a:rPr lang="en-US" sz="1200" b="0" kern="1200" dirty="0">
                          <a:solidFill>
                            <a:schemeClr val="dk1"/>
                          </a:solidFill>
                          <a:latin typeface="+mn-lt"/>
                          <a:ea typeface="+mn-ea"/>
                          <a:cs typeface="+mn-cs"/>
                        </a:rPr>
                        <a:t>Inspection for obsolete asset is done by Audit team, if found obsolete then scrap valuation is done by Govt approved agency then auction is done. Payment of auctioned asset goes to Sr. Manager account.</a:t>
                      </a:r>
                    </a:p>
                    <a:p>
                      <a:pPr marL="285750" indent="-285750" algn="l" defTabSz="914400" rtl="0" eaLnBrk="1" latinLnBrk="0" hangingPunct="1">
                        <a:buFont typeface="Arial" panose="020B0604020202020204" pitchFamily="34" charset="0"/>
                        <a:buChar char="•"/>
                      </a:pPr>
                      <a:r>
                        <a:rPr lang="en-US" sz="1200" b="0" kern="1200" dirty="0">
                          <a:solidFill>
                            <a:schemeClr val="dk1"/>
                          </a:solidFill>
                          <a:latin typeface="+mn-lt"/>
                          <a:ea typeface="+mn-ea"/>
                          <a:cs typeface="+mn-cs"/>
                        </a:rPr>
                        <a:t>Approved vendor database not available.</a:t>
                      </a:r>
                    </a:p>
                    <a:p>
                      <a:pPr marL="285750" indent="-285750" algn="l" defTabSz="914400" rtl="0" eaLnBrk="1" latinLnBrk="0" hangingPunct="1">
                        <a:buFont typeface="Arial" panose="020B0604020202020204" pitchFamily="34" charset="0"/>
                        <a:buChar char="•"/>
                      </a:pPr>
                      <a:r>
                        <a:rPr lang="en-US" sz="1200" b="0" kern="1200" dirty="0">
                          <a:solidFill>
                            <a:schemeClr val="dk1"/>
                          </a:solidFill>
                          <a:latin typeface="+mn-lt"/>
                          <a:ea typeface="+mn-ea"/>
                          <a:cs typeface="+mn-cs"/>
                        </a:rPr>
                        <a:t>Data regarding work orders, vendors and its value is updated manually and are sent via E-mail to vendors.</a:t>
                      </a:r>
                    </a:p>
                    <a:p>
                      <a:pPr marL="285750" indent="-285750" algn="l" defTabSz="914400" rtl="0" eaLnBrk="1" latinLnBrk="0" hangingPunct="1">
                        <a:buFont typeface="Arial" panose="020B0604020202020204" pitchFamily="34" charset="0"/>
                        <a:buChar char="•"/>
                      </a:pPr>
                      <a:r>
                        <a:rPr lang="en-US" sz="1200" b="0" kern="1200" dirty="0">
                          <a:solidFill>
                            <a:schemeClr val="dk1"/>
                          </a:solidFill>
                          <a:latin typeface="+mn-lt"/>
                          <a:ea typeface="+mn-ea"/>
                          <a:cs typeface="+mn-cs"/>
                        </a:rPr>
                        <a:t>For goods &lt;5Lacs E-procurement option is used and looked by IT team. </a:t>
                      </a:r>
                    </a:p>
                    <a:p>
                      <a:pPr marL="285750" indent="-285750" algn="l" defTabSz="914400" rtl="0" eaLnBrk="1" latinLnBrk="0" hangingPunct="1">
                        <a:buFont typeface="Arial" panose="020B0604020202020204" pitchFamily="34" charset="0"/>
                        <a:buChar char="•"/>
                      </a:pPr>
                      <a:r>
                        <a:rPr lang="en-US" sz="1200" b="0" kern="1200" dirty="0">
                          <a:solidFill>
                            <a:schemeClr val="dk1"/>
                          </a:solidFill>
                          <a:latin typeface="+mn-lt"/>
                          <a:ea typeface="+mn-ea"/>
                          <a:cs typeface="+mn-cs"/>
                        </a:rPr>
                        <a:t>Approvals are taken manually for procurement purposes.  </a:t>
                      </a:r>
                    </a:p>
                  </a:txBody>
                  <a:tcPr>
                    <a:solidFill>
                      <a:schemeClr val="bg1"/>
                    </a:solidFill>
                  </a:tcPr>
                </a:tc>
                <a:extLst>
                  <a:ext uri="{0D108BD9-81ED-4DB2-BD59-A6C34878D82A}">
                    <a16:rowId xmlns:a16="http://schemas.microsoft.com/office/drawing/2014/main" val="237511616"/>
                  </a:ext>
                </a:extLst>
              </a:tr>
            </a:tbl>
          </a:graphicData>
        </a:graphic>
      </p:graphicFrame>
    </p:spTree>
    <p:extLst>
      <p:ext uri="{BB962C8B-B14F-4D97-AF65-F5344CB8AC3E}">
        <p14:creationId xmlns:p14="http://schemas.microsoft.com/office/powerpoint/2010/main" val="1214733629"/>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ct 29" hidden="1">
            <a:extLst>
              <a:ext uri="{FF2B5EF4-FFF2-40B4-BE49-F238E27FC236}">
                <a16:creationId xmlns:a16="http://schemas.microsoft.com/office/drawing/2014/main" id="{568F94DB-17A1-49E0-A82F-D44865197FC0}"/>
              </a:ext>
            </a:extLst>
          </p:cNvPr>
          <p:cNvGraphicFramePr>
            <a:graphicFrameLocks noChangeAspect="1"/>
          </p:cNvGraphicFramePr>
          <p:nvPr>
            <p:custDataLst>
              <p:tags r:id="rId1"/>
            </p:custDataLst>
            <p:extLst>
              <p:ext uri="{D42A27DB-BD31-4B8C-83A1-F6EECF244321}">
                <p14:modId xmlns:p14="http://schemas.microsoft.com/office/powerpoint/2010/main" val="36443890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530" imgH="531" progId="TCLayout.ActiveDocument.1">
                  <p:embed/>
                </p:oleObj>
              </mc:Choice>
              <mc:Fallback>
                <p:oleObj name="think-cell Slide" r:id="rId5" imgW="530" imgH="531" progId="TCLayout.ActiveDocument.1">
                  <p:embed/>
                  <p:pic>
                    <p:nvPicPr>
                      <p:cNvPr id="30" name="Object 29" hidden="1">
                        <a:extLst>
                          <a:ext uri="{FF2B5EF4-FFF2-40B4-BE49-F238E27FC236}">
                            <a16:creationId xmlns:a16="http://schemas.microsoft.com/office/drawing/2014/main" id="{568F94DB-17A1-49E0-A82F-D44865197FC0}"/>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9" name="Rectangle 28" hidden="1">
            <a:extLst>
              <a:ext uri="{FF2B5EF4-FFF2-40B4-BE49-F238E27FC236}">
                <a16:creationId xmlns:a16="http://schemas.microsoft.com/office/drawing/2014/main" id="{E1026CEB-F5AA-4363-8C35-8F55AD310373}"/>
              </a:ext>
            </a:extLst>
          </p:cNvPr>
          <p:cNvSpPr/>
          <p:nvPr>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algn="ctr">
              <a:lnSpc>
                <a:spcPct val="106000"/>
              </a:lnSpc>
            </a:pPr>
            <a:endParaRPr lang="en-US" sz="2100" dirty="0">
              <a:solidFill>
                <a:schemeClr val="bg1"/>
              </a:solidFill>
              <a:latin typeface="Calibri" panose="020F0502020204030204" pitchFamily="34" charset="0"/>
              <a:ea typeface="+mj-ea"/>
              <a:cs typeface="Calibri Light" panose="020F0302020204030204" pitchFamily="34" charset="0"/>
              <a:sym typeface="Calibri" panose="020F0502020204030204" pitchFamily="34" charset="0"/>
            </a:endParaRPr>
          </a:p>
        </p:txBody>
      </p:sp>
      <p:sp>
        <p:nvSpPr>
          <p:cNvPr id="2" name="Text Placeholder 1">
            <a:extLst>
              <a:ext uri="{FF2B5EF4-FFF2-40B4-BE49-F238E27FC236}">
                <a16:creationId xmlns:a16="http://schemas.microsoft.com/office/drawing/2014/main" id="{E78C3887-9A5B-4B33-80EE-2AFB95132776}"/>
              </a:ext>
            </a:extLst>
          </p:cNvPr>
          <p:cNvSpPr>
            <a:spLocks noGrp="1"/>
          </p:cNvSpPr>
          <p:nvPr>
            <p:ph type="body" sz="quarter" idx="13"/>
          </p:nvPr>
        </p:nvSpPr>
        <p:spPr/>
        <p:txBody>
          <a:bodyPr/>
          <a:lstStyle/>
          <a:p>
            <a:pPr algn="just"/>
            <a:r>
              <a:rPr lang="en-US" sz="1800" dirty="0">
                <a:solidFill>
                  <a:srgbClr val="575757"/>
                </a:solidFill>
                <a:latin typeface="+mn-lt"/>
              </a:rPr>
              <a:t>The departmental discussion has led to identifications of key challenges faced by them during day-to-day operations</a:t>
            </a:r>
            <a:endParaRPr lang="en-IN" sz="1800" dirty="0">
              <a:solidFill>
                <a:srgbClr val="575757"/>
              </a:solidFill>
              <a:latin typeface="+mn-lt"/>
            </a:endParaRPr>
          </a:p>
        </p:txBody>
      </p:sp>
      <p:sp>
        <p:nvSpPr>
          <p:cNvPr id="3" name="Title 2">
            <a:extLst>
              <a:ext uri="{FF2B5EF4-FFF2-40B4-BE49-F238E27FC236}">
                <a16:creationId xmlns:a16="http://schemas.microsoft.com/office/drawing/2014/main" id="{E06476E5-386C-4986-AA51-E27BFEB34E69}"/>
              </a:ext>
            </a:extLst>
          </p:cNvPr>
          <p:cNvSpPr>
            <a:spLocks noGrp="1"/>
          </p:cNvSpPr>
          <p:nvPr>
            <p:ph type="title"/>
          </p:nvPr>
        </p:nvSpPr>
        <p:spPr/>
        <p:txBody>
          <a:bodyPr vert="horz"/>
          <a:lstStyle/>
          <a:p>
            <a:r>
              <a:rPr lang="en-US" dirty="0"/>
              <a:t>Department Discussion Summary (2/3)</a:t>
            </a:r>
            <a:endParaRPr lang="en-IN" dirty="0"/>
          </a:p>
        </p:txBody>
      </p:sp>
      <p:graphicFrame>
        <p:nvGraphicFramePr>
          <p:cNvPr id="4" name="Table 5">
            <a:extLst>
              <a:ext uri="{FF2B5EF4-FFF2-40B4-BE49-F238E27FC236}">
                <a16:creationId xmlns:a16="http://schemas.microsoft.com/office/drawing/2014/main" id="{BCC5A79E-5F31-4D90-A0AA-817BBC95E848}"/>
              </a:ext>
            </a:extLst>
          </p:cNvPr>
          <p:cNvGraphicFramePr>
            <a:graphicFrameLocks noGrp="1"/>
          </p:cNvGraphicFramePr>
          <p:nvPr>
            <p:extLst>
              <p:ext uri="{D42A27DB-BD31-4B8C-83A1-F6EECF244321}">
                <p14:modId xmlns:p14="http://schemas.microsoft.com/office/powerpoint/2010/main" val="3770266273"/>
              </p:ext>
            </p:extLst>
          </p:nvPr>
        </p:nvGraphicFramePr>
        <p:xfrm>
          <a:off x="411338" y="1257535"/>
          <a:ext cx="11162350" cy="5052399"/>
        </p:xfrm>
        <a:graphic>
          <a:graphicData uri="http://schemas.openxmlformats.org/drawingml/2006/table">
            <a:tbl>
              <a:tblPr firstRow="1" bandRow="1">
                <a:effectLst>
                  <a:outerShdw blurRad="50800" dist="38100" dir="5400000" algn="t" rotWithShape="0">
                    <a:prstClr val="black">
                      <a:alpha val="40000"/>
                    </a:prstClr>
                  </a:outerShdw>
                </a:effectLst>
                <a:tableStyleId>{FABFCF23-3B69-468F-B69F-88F6DE6A72F2}</a:tableStyleId>
              </a:tblPr>
              <a:tblGrid>
                <a:gridCol w="2522483">
                  <a:extLst>
                    <a:ext uri="{9D8B030D-6E8A-4147-A177-3AD203B41FA5}">
                      <a16:colId xmlns:a16="http://schemas.microsoft.com/office/drawing/2014/main" val="364679164"/>
                    </a:ext>
                  </a:extLst>
                </a:gridCol>
                <a:gridCol w="8639867">
                  <a:extLst>
                    <a:ext uri="{9D8B030D-6E8A-4147-A177-3AD203B41FA5}">
                      <a16:colId xmlns:a16="http://schemas.microsoft.com/office/drawing/2014/main" val="3234291871"/>
                    </a:ext>
                  </a:extLst>
                </a:gridCol>
              </a:tblGrid>
              <a:tr h="297519">
                <a:tc>
                  <a:txBody>
                    <a:bodyPr/>
                    <a:lstStyle/>
                    <a:p>
                      <a:r>
                        <a:rPr lang="en-US" sz="1200" b="1" dirty="0"/>
                        <a:t>Department</a:t>
                      </a:r>
                      <a:endParaRPr lang="en-IN" sz="1200" b="1" dirty="0"/>
                    </a:p>
                  </a:txBody>
                  <a:tcPr anchor="ctr"/>
                </a:tc>
                <a:tc>
                  <a:txBody>
                    <a:bodyPr/>
                    <a:lstStyle/>
                    <a:p>
                      <a:r>
                        <a:rPr lang="en-US" sz="1200" b="1" dirty="0"/>
                        <a:t>Summary of Discussion</a:t>
                      </a:r>
                      <a:endParaRPr lang="en-IN" sz="1200" b="1" dirty="0"/>
                    </a:p>
                  </a:txBody>
                  <a:tcPr anchor="ctr"/>
                </a:tc>
                <a:extLst>
                  <a:ext uri="{0D108BD9-81ED-4DB2-BD59-A6C34878D82A}">
                    <a16:rowId xmlns:a16="http://schemas.microsoft.com/office/drawing/2014/main" val="1878946707"/>
                  </a:ext>
                </a:extLst>
              </a:tr>
              <a:tr h="2078689">
                <a:tc>
                  <a:txBody>
                    <a:bodyPr/>
                    <a:lstStyle/>
                    <a:p>
                      <a:r>
                        <a:rPr lang="en-US" sz="1200" dirty="0"/>
                        <a:t>Human Resources</a:t>
                      </a:r>
                      <a:endParaRPr lang="en-IN" sz="1200" dirty="0"/>
                    </a:p>
                  </a:txBody>
                  <a:tcPr anchor="ctr">
                    <a:solidFill>
                      <a:schemeClr val="tx2">
                        <a:lumMod val="20000"/>
                        <a:lumOff val="80000"/>
                      </a:schemeClr>
                    </a:solidFill>
                  </a:tcPr>
                </a:tc>
                <a:tc>
                  <a:txBody>
                    <a:bodyPr/>
                    <a:lstStyle/>
                    <a:p>
                      <a:pPr marL="285750" indent="-285750" algn="l" defTabSz="914400" rtl="0" eaLnBrk="1" latinLnBrk="0" hangingPunct="1">
                        <a:buFont typeface="Arial" panose="020B0604020202020204" pitchFamily="34" charset="0"/>
                        <a:buChar char="•"/>
                      </a:pPr>
                      <a:r>
                        <a:rPr lang="en-US" sz="1200" b="0" kern="1200" dirty="0"/>
                        <a:t>After the dissolution of WBSEDCL and WBSETCL , only employees of DPL Admin and power plant are considered. </a:t>
                      </a:r>
                    </a:p>
                    <a:p>
                      <a:pPr marL="285750" indent="-285750" algn="l" defTabSz="914400" rtl="0" eaLnBrk="1" latinLnBrk="0" hangingPunct="1">
                        <a:buFont typeface="Arial" panose="020B0604020202020204" pitchFamily="34" charset="0"/>
                        <a:buChar char="•"/>
                      </a:pPr>
                      <a:r>
                        <a:rPr lang="en-US" sz="1200" b="0" kern="1200" dirty="0"/>
                        <a:t>Number of employee ranges from 2100-2150.</a:t>
                      </a:r>
                    </a:p>
                    <a:p>
                      <a:pPr marL="285750" indent="-285750" algn="l" defTabSz="914400" rtl="0" eaLnBrk="1" latinLnBrk="0" hangingPunct="1">
                        <a:buFont typeface="Arial" panose="020B0604020202020204" pitchFamily="34" charset="0"/>
                        <a:buChar char="•"/>
                      </a:pPr>
                      <a:r>
                        <a:rPr lang="en-US" sz="1200" b="0" kern="1200" dirty="0"/>
                        <a:t>Attendance is recorded via bio-metric machines for Admin building and manually for power plant employees. While Bio-metric soon to be enabled for Power plant employees.</a:t>
                      </a:r>
                    </a:p>
                    <a:p>
                      <a:pPr marL="285750" indent="-285750" algn="l" defTabSz="914400" rtl="0" eaLnBrk="1" latinLnBrk="0" hangingPunct="1">
                        <a:buFont typeface="Arial" panose="020B0604020202020204" pitchFamily="34" charset="0"/>
                        <a:buChar char="•"/>
                      </a:pPr>
                      <a:r>
                        <a:rPr lang="en-US" sz="1200" b="0" kern="1200" dirty="0"/>
                        <a:t>Leave applications are submitted via hard copy to Admin Building.</a:t>
                      </a:r>
                    </a:p>
                    <a:p>
                      <a:pPr marL="285750" indent="-285750" algn="l" defTabSz="914400" rtl="0" eaLnBrk="1" latinLnBrk="0" hangingPunct="1">
                        <a:buFont typeface="Arial" panose="020B0604020202020204" pitchFamily="34" charset="0"/>
                        <a:buChar char="•"/>
                      </a:pPr>
                      <a:r>
                        <a:rPr lang="en-US" sz="1200" b="0" kern="1200" dirty="0"/>
                        <a:t>No process for automatic intimation of eligible employees for promotion after 7 years. </a:t>
                      </a:r>
                    </a:p>
                    <a:p>
                      <a:pPr marL="285750" indent="-285750" algn="l" defTabSz="914400" rtl="0" eaLnBrk="1" latinLnBrk="0" hangingPunct="1">
                        <a:buFont typeface="Arial" panose="020B0604020202020204" pitchFamily="34" charset="0"/>
                        <a:buChar char="•"/>
                      </a:pPr>
                      <a:r>
                        <a:rPr lang="en-US" sz="1200" b="0" kern="1200" dirty="0"/>
                        <a:t>Travel related queries are handled by IT team via FoxPro system. </a:t>
                      </a:r>
                    </a:p>
                    <a:p>
                      <a:pPr marL="285750" indent="-285750" algn="l" defTabSz="914400" rtl="0" eaLnBrk="1" latinLnBrk="0" hangingPunct="1">
                        <a:buFont typeface="Arial" panose="020B0604020202020204" pitchFamily="34" charset="0"/>
                        <a:buChar char="•"/>
                      </a:pPr>
                      <a:r>
                        <a:rPr lang="en-US" sz="1200" b="0" kern="1200" dirty="0"/>
                        <a:t>Employee database maintained manually. </a:t>
                      </a:r>
                    </a:p>
                    <a:p>
                      <a:pPr marL="285750" indent="-285750" algn="l" defTabSz="914400" rtl="0" eaLnBrk="1" latinLnBrk="0" hangingPunct="1">
                        <a:buFont typeface="Arial" panose="020B0604020202020204" pitchFamily="34" charset="0"/>
                        <a:buChar char="•"/>
                      </a:pPr>
                      <a:r>
                        <a:rPr lang="en-US" sz="1200" b="0" kern="1200" dirty="0"/>
                        <a:t>Advertisement for vacancies are rolled out bi-annually in case of urgent requirement of workforce and to be approved by Board of Directors. </a:t>
                      </a:r>
                    </a:p>
                    <a:p>
                      <a:pPr marL="285750" indent="-285750" algn="l" defTabSz="914400" rtl="0" eaLnBrk="1" latinLnBrk="0" hangingPunct="1">
                        <a:buFont typeface="Arial" panose="020B0604020202020204" pitchFamily="34" charset="0"/>
                        <a:buChar char="•"/>
                      </a:pPr>
                      <a:r>
                        <a:rPr lang="en-US" sz="1200" b="0" kern="1200" dirty="0"/>
                        <a:t>Appraisal system done in hard copy. </a:t>
                      </a:r>
                    </a:p>
                    <a:p>
                      <a:pPr marL="285750" indent="-285750" algn="l" defTabSz="914400" rtl="0" eaLnBrk="1" latinLnBrk="0" hangingPunct="1">
                        <a:buFont typeface="Arial" panose="020B0604020202020204" pitchFamily="34" charset="0"/>
                        <a:buChar char="•"/>
                      </a:pPr>
                      <a:r>
                        <a:rPr lang="en-US" sz="1200" b="0" kern="1200" dirty="0"/>
                        <a:t>Payroll and accounting is done in FoxPro system.</a:t>
                      </a:r>
                    </a:p>
                    <a:p>
                      <a:pPr marL="285750" indent="-285750" algn="l" defTabSz="914400" rtl="0" eaLnBrk="1" latinLnBrk="0" hangingPunct="1">
                        <a:buFont typeface="Arial" panose="020B0604020202020204" pitchFamily="34" charset="0"/>
                        <a:buChar char="•"/>
                      </a:pPr>
                      <a:r>
                        <a:rPr lang="en-US" sz="1200" b="0" kern="1200" dirty="0"/>
                        <a:t>MIS reports are rolled out manually. </a:t>
                      </a:r>
                    </a:p>
                    <a:p>
                      <a:pPr marL="285750" indent="-285750" algn="l" defTabSz="914400" rtl="0" eaLnBrk="1" latinLnBrk="0" hangingPunct="1">
                        <a:buFont typeface="Arial" panose="020B0604020202020204" pitchFamily="34" charset="0"/>
                        <a:buChar char="•"/>
                      </a:pPr>
                      <a:r>
                        <a:rPr lang="en-US" sz="1200" b="0" kern="1200" dirty="0"/>
                        <a:t>Transfer requests are carried out manually after approval from necessary heads. </a:t>
                      </a:r>
                    </a:p>
                  </a:txBody>
                  <a:tcPr>
                    <a:solidFill>
                      <a:schemeClr val="bg1"/>
                    </a:solidFill>
                  </a:tcPr>
                </a:tc>
                <a:extLst>
                  <a:ext uri="{0D108BD9-81ED-4DB2-BD59-A6C34878D82A}">
                    <a16:rowId xmlns:a16="http://schemas.microsoft.com/office/drawing/2014/main" val="2917220609"/>
                  </a:ext>
                </a:extLst>
              </a:tr>
              <a:tr h="2078689">
                <a:tc>
                  <a:txBody>
                    <a:bodyPr/>
                    <a:lstStyle/>
                    <a:p>
                      <a:r>
                        <a:rPr lang="en-US" sz="1200" dirty="0"/>
                        <a:t>Power Plant and maintenance</a:t>
                      </a:r>
                      <a:endParaRPr lang="en-IN" sz="1200" dirty="0"/>
                    </a:p>
                  </a:txBody>
                  <a:tcPr anchor="ctr">
                    <a:solidFill>
                      <a:schemeClr val="tx2">
                        <a:lumMod val="20000"/>
                        <a:lumOff val="80000"/>
                      </a:schemeClr>
                    </a:solidFill>
                  </a:tcPr>
                </a:tc>
                <a:tc>
                  <a:txBody>
                    <a:bodyPr/>
                    <a:lstStyle/>
                    <a:p>
                      <a:pPr marL="285750" indent="-285750" algn="l" defTabSz="914400" rtl="0" eaLnBrk="1" latinLnBrk="0" hangingPunct="1">
                        <a:buFont typeface="Arial" panose="020B0604020202020204" pitchFamily="34" charset="0"/>
                        <a:buChar char="•"/>
                      </a:pPr>
                      <a:r>
                        <a:rPr lang="en-US" sz="1200" b="0" kern="1200" dirty="0">
                          <a:solidFill>
                            <a:schemeClr val="dk1"/>
                          </a:solidFill>
                          <a:latin typeface="+mn-lt"/>
                          <a:ea typeface="+mn-ea"/>
                          <a:cs typeface="+mn-cs"/>
                        </a:rPr>
                        <a:t>Generation forecasting done as per the previous year’s data . 1 year and 5 year Forecasting also done. </a:t>
                      </a:r>
                    </a:p>
                    <a:p>
                      <a:pPr marL="285750" indent="-285750" algn="l" defTabSz="914400" rtl="0" eaLnBrk="1" latinLnBrk="0" hangingPunct="1">
                        <a:buFont typeface="Arial" panose="020B0604020202020204" pitchFamily="34" charset="0"/>
                        <a:buChar char="•"/>
                      </a:pPr>
                      <a:r>
                        <a:rPr lang="en-US" sz="1200" b="0" kern="1200" dirty="0">
                          <a:solidFill>
                            <a:schemeClr val="dk1"/>
                          </a:solidFill>
                          <a:latin typeface="+mn-lt"/>
                          <a:ea typeface="+mn-ea"/>
                          <a:cs typeface="+mn-cs"/>
                        </a:rPr>
                        <a:t>All the maintenance data maintained manually. </a:t>
                      </a:r>
                    </a:p>
                    <a:p>
                      <a:pPr marL="285750" indent="-285750" algn="l" defTabSz="914400" rtl="0" eaLnBrk="1" latinLnBrk="0" hangingPunct="1">
                        <a:buFont typeface="Arial" panose="020B0604020202020204" pitchFamily="34" charset="0"/>
                        <a:buChar char="•"/>
                      </a:pPr>
                      <a:r>
                        <a:rPr lang="en-US" sz="1200" b="0" kern="1200" dirty="0">
                          <a:solidFill>
                            <a:schemeClr val="dk1"/>
                          </a:solidFill>
                          <a:latin typeface="+mn-lt"/>
                          <a:ea typeface="+mn-ea"/>
                          <a:cs typeface="+mn-cs"/>
                        </a:rPr>
                        <a:t>Intimation required from DPL 6 blocks(1.5Hr) before maintenance.</a:t>
                      </a:r>
                    </a:p>
                    <a:p>
                      <a:pPr marL="285750" indent="-285750" algn="l" defTabSz="914400" rtl="0" eaLnBrk="1" latinLnBrk="0" hangingPunct="1">
                        <a:buFont typeface="Arial" panose="020B0604020202020204" pitchFamily="34" charset="0"/>
                        <a:buChar char="•"/>
                      </a:pPr>
                      <a:r>
                        <a:rPr lang="en-US" sz="1200" b="0" kern="1200" dirty="0">
                          <a:solidFill>
                            <a:schemeClr val="dk1"/>
                          </a:solidFill>
                          <a:latin typeface="+mn-lt"/>
                          <a:ea typeface="+mn-ea"/>
                          <a:cs typeface="+mn-cs"/>
                        </a:rPr>
                        <a:t>Coal handling plant is responsible for both the quality and quantity checks of Coal. </a:t>
                      </a:r>
                    </a:p>
                    <a:p>
                      <a:pPr marL="285750" indent="-285750" algn="l" defTabSz="914400" rtl="0" eaLnBrk="1" latinLnBrk="0" hangingPunct="1">
                        <a:buFont typeface="Arial" panose="020B0604020202020204" pitchFamily="34" charset="0"/>
                        <a:buChar char="•"/>
                      </a:pPr>
                      <a:r>
                        <a:rPr lang="en-US" sz="1200" b="0" kern="1200" dirty="0">
                          <a:solidFill>
                            <a:schemeClr val="dk1"/>
                          </a:solidFill>
                          <a:latin typeface="+mn-lt"/>
                          <a:ea typeface="+mn-ea"/>
                          <a:cs typeface="+mn-cs"/>
                        </a:rPr>
                        <a:t>SOP’s are available for plant handling and maintenance activities. </a:t>
                      </a:r>
                    </a:p>
                    <a:p>
                      <a:pPr marL="285750" indent="-285750" algn="l" defTabSz="914400" rtl="0" eaLnBrk="1" latinLnBrk="0" hangingPunct="1">
                        <a:buFont typeface="Arial" panose="020B0604020202020204" pitchFamily="34" charset="0"/>
                        <a:buChar char="•"/>
                      </a:pPr>
                      <a:r>
                        <a:rPr lang="en-US" sz="1200" kern="1200" dirty="0">
                          <a:solidFill>
                            <a:schemeClr val="dk1"/>
                          </a:solidFill>
                          <a:effectLst/>
                          <a:latin typeface="+mn-lt"/>
                          <a:ea typeface="+mn-ea"/>
                          <a:cs typeface="+mn-cs"/>
                        </a:rPr>
                        <a:t>All the data is maintained in Excel file in which working hours of each asset is updated and one month prior, outage schedule is planned for replacement of the particular asset which is coming close to its life</a:t>
                      </a:r>
                    </a:p>
                    <a:p>
                      <a:pPr marL="285750" indent="-285750" algn="l" defTabSz="914400" rtl="0" eaLnBrk="1" latinLnBrk="0" hangingPunct="1">
                        <a:buFont typeface="Arial" panose="020B0604020202020204" pitchFamily="34" charset="0"/>
                        <a:buChar char="•"/>
                      </a:pPr>
                      <a:r>
                        <a:rPr lang="en-US" sz="1200" kern="1200" dirty="0">
                          <a:solidFill>
                            <a:schemeClr val="dk1"/>
                          </a:solidFill>
                          <a:effectLst/>
                          <a:latin typeface="+mn-lt"/>
                          <a:ea typeface="+mn-ea"/>
                          <a:cs typeface="+mn-cs"/>
                        </a:rPr>
                        <a:t>Staff is allocated manually at the time of maintenance, as per the designation, crew is allocated for tasks and for any other work, for which urgent workforce is required, it is arranged from outside for the duration of the maintenance. </a:t>
                      </a:r>
                    </a:p>
                    <a:p>
                      <a:pPr marL="285750" indent="-285750" algn="l" defTabSz="914400" rtl="0" eaLnBrk="1" latinLnBrk="0" hangingPunct="1">
                        <a:buFont typeface="Arial" panose="020B0604020202020204" pitchFamily="34" charset="0"/>
                        <a:buChar char="•"/>
                      </a:pPr>
                      <a:r>
                        <a:rPr lang="en-US" sz="1200" b="0" kern="1200" dirty="0">
                          <a:solidFill>
                            <a:schemeClr val="dk1"/>
                          </a:solidFill>
                          <a:effectLst/>
                          <a:latin typeface="+mn-lt"/>
                          <a:ea typeface="+mn-ea"/>
                          <a:cs typeface="+mn-cs"/>
                        </a:rPr>
                        <a:t>No process to track the status of maintenance task.</a:t>
                      </a:r>
                    </a:p>
                    <a:p>
                      <a:pPr marL="285750" indent="-285750" algn="l" defTabSz="914400" rtl="0" eaLnBrk="1" latinLnBrk="0" hangingPunct="1">
                        <a:buFont typeface="Arial" panose="020B0604020202020204" pitchFamily="34" charset="0"/>
                        <a:buChar char="•"/>
                      </a:pPr>
                      <a:r>
                        <a:rPr lang="en-US" sz="1200" b="0" kern="1200" dirty="0">
                          <a:solidFill>
                            <a:schemeClr val="dk1"/>
                          </a:solidFill>
                          <a:effectLst/>
                          <a:latin typeface="+mn-lt"/>
                          <a:ea typeface="+mn-ea"/>
                          <a:cs typeface="+mn-cs"/>
                        </a:rPr>
                        <a:t>Availability of inventory is done manually. </a:t>
                      </a:r>
                      <a:endParaRPr lang="en-US" sz="1200" b="0" kern="1200" dirty="0">
                        <a:solidFill>
                          <a:schemeClr val="dk1"/>
                        </a:solidFill>
                        <a:latin typeface="+mn-lt"/>
                        <a:ea typeface="+mn-ea"/>
                        <a:cs typeface="+mn-cs"/>
                      </a:endParaRPr>
                    </a:p>
                  </a:txBody>
                  <a:tcPr>
                    <a:solidFill>
                      <a:schemeClr val="bg1"/>
                    </a:solidFill>
                  </a:tcPr>
                </a:tc>
                <a:extLst>
                  <a:ext uri="{0D108BD9-81ED-4DB2-BD59-A6C34878D82A}">
                    <a16:rowId xmlns:a16="http://schemas.microsoft.com/office/drawing/2014/main" val="237511616"/>
                  </a:ext>
                </a:extLst>
              </a:tr>
            </a:tbl>
          </a:graphicData>
        </a:graphic>
      </p:graphicFrame>
    </p:spTree>
    <p:extLst>
      <p:ext uri="{BB962C8B-B14F-4D97-AF65-F5344CB8AC3E}">
        <p14:creationId xmlns:p14="http://schemas.microsoft.com/office/powerpoint/2010/main" val="3028637871"/>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ct 29" hidden="1">
            <a:extLst>
              <a:ext uri="{FF2B5EF4-FFF2-40B4-BE49-F238E27FC236}">
                <a16:creationId xmlns:a16="http://schemas.microsoft.com/office/drawing/2014/main" id="{568F94DB-17A1-49E0-A82F-D44865197FC0}"/>
              </a:ext>
            </a:extLst>
          </p:cNvPr>
          <p:cNvGraphicFramePr>
            <a:graphicFrameLocks noChangeAspect="1"/>
          </p:cNvGraphicFramePr>
          <p:nvPr>
            <p:custDataLst>
              <p:tags r:id="rId1"/>
            </p:custDataLst>
            <p:extLst>
              <p:ext uri="{D42A27DB-BD31-4B8C-83A1-F6EECF244321}">
                <p14:modId xmlns:p14="http://schemas.microsoft.com/office/powerpoint/2010/main" val="4783212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530" imgH="531" progId="TCLayout.ActiveDocument.1">
                  <p:embed/>
                </p:oleObj>
              </mc:Choice>
              <mc:Fallback>
                <p:oleObj name="think-cell Slide" r:id="rId5" imgW="530" imgH="531" progId="TCLayout.ActiveDocument.1">
                  <p:embed/>
                  <p:pic>
                    <p:nvPicPr>
                      <p:cNvPr id="30" name="Object 29" hidden="1">
                        <a:extLst>
                          <a:ext uri="{FF2B5EF4-FFF2-40B4-BE49-F238E27FC236}">
                            <a16:creationId xmlns:a16="http://schemas.microsoft.com/office/drawing/2014/main" id="{568F94DB-17A1-49E0-A82F-D44865197FC0}"/>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9" name="Rectangle 28" hidden="1">
            <a:extLst>
              <a:ext uri="{FF2B5EF4-FFF2-40B4-BE49-F238E27FC236}">
                <a16:creationId xmlns:a16="http://schemas.microsoft.com/office/drawing/2014/main" id="{E1026CEB-F5AA-4363-8C35-8F55AD310373}"/>
              </a:ext>
            </a:extLst>
          </p:cNvPr>
          <p:cNvSpPr/>
          <p:nvPr>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algn="ctr">
              <a:lnSpc>
                <a:spcPct val="106000"/>
              </a:lnSpc>
            </a:pPr>
            <a:endParaRPr lang="en-US" sz="2100" dirty="0">
              <a:solidFill>
                <a:schemeClr val="bg1"/>
              </a:solidFill>
              <a:latin typeface="Calibri" panose="020F0502020204030204" pitchFamily="34" charset="0"/>
              <a:ea typeface="+mj-ea"/>
              <a:cs typeface="Calibri Light" panose="020F0302020204030204" pitchFamily="34" charset="0"/>
              <a:sym typeface="Calibri" panose="020F0502020204030204" pitchFamily="34" charset="0"/>
            </a:endParaRPr>
          </a:p>
        </p:txBody>
      </p:sp>
      <p:sp>
        <p:nvSpPr>
          <p:cNvPr id="2" name="Text Placeholder 1">
            <a:extLst>
              <a:ext uri="{FF2B5EF4-FFF2-40B4-BE49-F238E27FC236}">
                <a16:creationId xmlns:a16="http://schemas.microsoft.com/office/drawing/2014/main" id="{E78C3887-9A5B-4B33-80EE-2AFB95132776}"/>
              </a:ext>
            </a:extLst>
          </p:cNvPr>
          <p:cNvSpPr>
            <a:spLocks noGrp="1"/>
          </p:cNvSpPr>
          <p:nvPr>
            <p:ph type="body" sz="quarter" idx="13"/>
          </p:nvPr>
        </p:nvSpPr>
        <p:spPr/>
        <p:txBody>
          <a:bodyPr/>
          <a:lstStyle/>
          <a:p>
            <a:pPr algn="just"/>
            <a:r>
              <a:rPr lang="en-US" sz="1800" dirty="0">
                <a:solidFill>
                  <a:srgbClr val="575757"/>
                </a:solidFill>
              </a:rPr>
              <a:t>The departmental discussion has led to identifications of key challenges faced by them during day-to-day operations</a:t>
            </a:r>
            <a:endParaRPr lang="en-IN" sz="1800" dirty="0">
              <a:solidFill>
                <a:srgbClr val="575757"/>
              </a:solidFill>
            </a:endParaRPr>
          </a:p>
        </p:txBody>
      </p:sp>
      <p:graphicFrame>
        <p:nvGraphicFramePr>
          <p:cNvPr id="7" name="Table 5">
            <a:extLst>
              <a:ext uri="{FF2B5EF4-FFF2-40B4-BE49-F238E27FC236}">
                <a16:creationId xmlns:a16="http://schemas.microsoft.com/office/drawing/2014/main" id="{F9AC2EC3-8659-42BB-ACFC-8145453E13DC}"/>
              </a:ext>
            </a:extLst>
          </p:cNvPr>
          <p:cNvGraphicFramePr>
            <a:graphicFrameLocks noGrp="1"/>
          </p:cNvGraphicFramePr>
          <p:nvPr>
            <p:extLst>
              <p:ext uri="{D42A27DB-BD31-4B8C-83A1-F6EECF244321}">
                <p14:modId xmlns:p14="http://schemas.microsoft.com/office/powerpoint/2010/main" val="3202878227"/>
              </p:ext>
            </p:extLst>
          </p:nvPr>
        </p:nvGraphicFramePr>
        <p:xfrm>
          <a:off x="411338" y="1257535"/>
          <a:ext cx="11162350" cy="5235279"/>
        </p:xfrm>
        <a:graphic>
          <a:graphicData uri="http://schemas.openxmlformats.org/drawingml/2006/table">
            <a:tbl>
              <a:tblPr firstRow="1" bandRow="1">
                <a:effectLst>
                  <a:outerShdw blurRad="50800" dist="38100" dir="5400000" algn="t" rotWithShape="0">
                    <a:prstClr val="black">
                      <a:alpha val="40000"/>
                    </a:prstClr>
                  </a:outerShdw>
                </a:effectLst>
                <a:tableStyleId>{FABFCF23-3B69-468F-B69F-88F6DE6A72F2}</a:tableStyleId>
              </a:tblPr>
              <a:tblGrid>
                <a:gridCol w="2522483">
                  <a:extLst>
                    <a:ext uri="{9D8B030D-6E8A-4147-A177-3AD203B41FA5}">
                      <a16:colId xmlns:a16="http://schemas.microsoft.com/office/drawing/2014/main" val="364679164"/>
                    </a:ext>
                  </a:extLst>
                </a:gridCol>
                <a:gridCol w="8639867">
                  <a:extLst>
                    <a:ext uri="{9D8B030D-6E8A-4147-A177-3AD203B41FA5}">
                      <a16:colId xmlns:a16="http://schemas.microsoft.com/office/drawing/2014/main" val="3234291871"/>
                    </a:ext>
                  </a:extLst>
                </a:gridCol>
              </a:tblGrid>
              <a:tr h="297519">
                <a:tc>
                  <a:txBody>
                    <a:bodyPr/>
                    <a:lstStyle/>
                    <a:p>
                      <a:r>
                        <a:rPr lang="en-US" sz="1200" b="1" dirty="0"/>
                        <a:t>Department</a:t>
                      </a:r>
                      <a:endParaRPr lang="en-IN" sz="1200" b="1" dirty="0"/>
                    </a:p>
                  </a:txBody>
                  <a:tcPr anchor="ctr"/>
                </a:tc>
                <a:tc>
                  <a:txBody>
                    <a:bodyPr/>
                    <a:lstStyle/>
                    <a:p>
                      <a:r>
                        <a:rPr lang="en-US" sz="1200" b="1" dirty="0"/>
                        <a:t>Summary of Discussion</a:t>
                      </a:r>
                      <a:endParaRPr lang="en-IN" sz="1200" b="1" dirty="0"/>
                    </a:p>
                  </a:txBody>
                  <a:tcPr anchor="ctr"/>
                </a:tc>
                <a:extLst>
                  <a:ext uri="{0D108BD9-81ED-4DB2-BD59-A6C34878D82A}">
                    <a16:rowId xmlns:a16="http://schemas.microsoft.com/office/drawing/2014/main" val="1878946707"/>
                  </a:ext>
                </a:extLst>
              </a:tr>
              <a:tr h="2078689">
                <a:tc>
                  <a:txBody>
                    <a:bodyPr/>
                    <a:lstStyle/>
                    <a:p>
                      <a:r>
                        <a:rPr lang="en-IN" sz="1200" dirty="0"/>
                        <a:t>Finance and Accounting</a:t>
                      </a:r>
                    </a:p>
                  </a:txBody>
                  <a:tcPr anchor="ctr">
                    <a:solidFill>
                      <a:schemeClr val="tx2">
                        <a:lumMod val="20000"/>
                        <a:lumOff val="80000"/>
                      </a:schemeClr>
                    </a:solidFill>
                  </a:tcPr>
                </a:tc>
                <a:tc>
                  <a:txBody>
                    <a:bodyPr/>
                    <a:lstStyle/>
                    <a:p>
                      <a:pPr marL="285750" indent="-285750" algn="l" defTabSz="914400" rtl="0" eaLnBrk="1" latinLnBrk="0" hangingPunct="1">
                        <a:buFont typeface="Arial" panose="020B0604020202020204" pitchFamily="34" charset="0"/>
                        <a:buChar char="•"/>
                      </a:pPr>
                      <a:r>
                        <a:rPr lang="en-IN" sz="1200" kern="1200" dirty="0">
                          <a:solidFill>
                            <a:schemeClr val="dk1"/>
                          </a:solidFill>
                          <a:latin typeface="+mn-lt"/>
                          <a:ea typeface="+mn-ea"/>
                          <a:cs typeface="+mn-cs"/>
                        </a:rPr>
                        <a:t>Budgets are prepared annually after input from all the departments for the next financial year . For OPEX budgets, MD approval is required and for CAPEX budgets, Board approval is required. </a:t>
                      </a:r>
                    </a:p>
                    <a:p>
                      <a:pPr marL="285750" indent="-285750" algn="l" defTabSz="914400" rtl="0" eaLnBrk="1" latinLnBrk="0" hangingPunct="1">
                        <a:buFont typeface="Arial" panose="020B0604020202020204" pitchFamily="34" charset="0"/>
                        <a:buChar char="•"/>
                      </a:pPr>
                      <a:r>
                        <a:rPr lang="en-IN" sz="1200" kern="1200" dirty="0">
                          <a:solidFill>
                            <a:schemeClr val="dk1"/>
                          </a:solidFill>
                          <a:latin typeface="+mn-lt"/>
                          <a:ea typeface="+mn-ea"/>
                          <a:cs typeface="+mn-cs"/>
                        </a:rPr>
                        <a:t>Separate budgeting done for CAPEX and Revenue. </a:t>
                      </a:r>
                    </a:p>
                    <a:p>
                      <a:pPr marL="285750" indent="-285750" algn="l" defTabSz="914400" rtl="0" eaLnBrk="1" latinLnBrk="0" hangingPunct="1">
                        <a:buFont typeface="Arial" panose="020B0604020202020204" pitchFamily="34" charset="0"/>
                        <a:buChar char="•"/>
                      </a:pPr>
                      <a:r>
                        <a:rPr lang="en-IN" sz="1200" kern="1200" dirty="0">
                          <a:solidFill>
                            <a:schemeClr val="dk1"/>
                          </a:solidFill>
                          <a:latin typeface="+mn-lt"/>
                          <a:ea typeface="+mn-ea"/>
                          <a:cs typeface="+mn-cs"/>
                        </a:rPr>
                        <a:t>No cash budgeting done. </a:t>
                      </a:r>
                    </a:p>
                    <a:p>
                      <a:pPr marL="285750" indent="-285750" algn="l" defTabSz="914400" rtl="0" eaLnBrk="1" latinLnBrk="0" hangingPunct="1">
                        <a:buFont typeface="Arial" panose="020B0604020202020204" pitchFamily="34" charset="0"/>
                        <a:buChar char="•"/>
                      </a:pPr>
                      <a:r>
                        <a:rPr lang="en-IN" sz="1200" kern="1200" dirty="0">
                          <a:solidFill>
                            <a:schemeClr val="dk1"/>
                          </a:solidFill>
                          <a:latin typeface="+mn-lt"/>
                          <a:ea typeface="+mn-ea"/>
                          <a:cs typeface="+mn-cs"/>
                        </a:rPr>
                        <a:t>MIS is updated and rolled manually</a:t>
                      </a:r>
                    </a:p>
                    <a:p>
                      <a:pPr marL="285750" indent="-285750" algn="l" defTabSz="914400" rtl="0" eaLnBrk="1" latinLnBrk="0" hangingPunct="1">
                        <a:buFont typeface="Arial" panose="020B0604020202020204" pitchFamily="34" charset="0"/>
                        <a:buChar char="•"/>
                      </a:pPr>
                      <a:r>
                        <a:rPr lang="en-IN" sz="1200" kern="1200" dirty="0">
                          <a:solidFill>
                            <a:schemeClr val="dk1"/>
                          </a:solidFill>
                          <a:latin typeface="+mn-lt"/>
                          <a:ea typeface="+mn-ea"/>
                          <a:cs typeface="+mn-cs"/>
                        </a:rPr>
                        <a:t>Payment vouchers are created and deductions to be checked before final billing of the vendor. </a:t>
                      </a:r>
                    </a:p>
                    <a:p>
                      <a:pPr marL="285750" indent="-285750" algn="l" defTabSz="914400" rtl="0" eaLnBrk="1" latinLnBrk="0" hangingPunct="1">
                        <a:buFont typeface="Arial" panose="020B0604020202020204" pitchFamily="34" charset="0"/>
                        <a:buChar char="•"/>
                      </a:pPr>
                      <a:r>
                        <a:rPr lang="en-IN" sz="1200" kern="1200" dirty="0">
                          <a:solidFill>
                            <a:schemeClr val="dk1"/>
                          </a:solidFill>
                          <a:latin typeface="+mn-lt"/>
                          <a:ea typeface="+mn-ea"/>
                          <a:cs typeface="+mn-cs"/>
                        </a:rPr>
                        <a:t>Recording of the goods receipt note. </a:t>
                      </a:r>
                    </a:p>
                    <a:p>
                      <a:pPr marL="285750" indent="-285750" algn="l" defTabSz="914400" rtl="0" eaLnBrk="1" latinLnBrk="0" hangingPunct="1">
                        <a:buFont typeface="Arial" panose="020B0604020202020204" pitchFamily="34" charset="0"/>
                        <a:buChar char="•"/>
                      </a:pPr>
                      <a:r>
                        <a:rPr lang="en-IN" sz="1200" kern="1200" dirty="0">
                          <a:solidFill>
                            <a:schemeClr val="dk1"/>
                          </a:solidFill>
                          <a:latin typeface="+mn-lt"/>
                          <a:ea typeface="+mn-ea"/>
                          <a:cs typeface="+mn-cs"/>
                        </a:rPr>
                        <a:t>Responsible for final payment after verification by user department. </a:t>
                      </a:r>
                    </a:p>
                    <a:p>
                      <a:pPr marL="285750" indent="-285750" algn="l" defTabSz="914400" rtl="0" eaLnBrk="1" latinLnBrk="0" hangingPunct="1">
                        <a:buFont typeface="Arial" panose="020B0604020202020204" pitchFamily="34" charset="0"/>
                        <a:buChar char="•"/>
                      </a:pPr>
                      <a:r>
                        <a:rPr lang="en-IN" sz="1200" kern="1200" dirty="0">
                          <a:solidFill>
                            <a:schemeClr val="dk1"/>
                          </a:solidFill>
                          <a:latin typeface="+mn-lt"/>
                          <a:ea typeface="+mn-ea"/>
                          <a:cs typeface="+mn-cs"/>
                        </a:rPr>
                        <a:t>Accounting is done via goods receipt note which is updated in the FoxPro system. </a:t>
                      </a:r>
                    </a:p>
                    <a:p>
                      <a:pPr marL="285750" indent="-285750" algn="l" defTabSz="914400" rtl="0" eaLnBrk="1" latinLnBrk="0" hangingPunct="1">
                        <a:buFont typeface="Arial" panose="020B0604020202020204" pitchFamily="34" charset="0"/>
                        <a:buChar char="•"/>
                      </a:pPr>
                      <a:r>
                        <a:rPr lang="en-IN" sz="1200" kern="1200" dirty="0">
                          <a:solidFill>
                            <a:schemeClr val="dk1"/>
                          </a:solidFill>
                          <a:latin typeface="+mn-lt"/>
                          <a:ea typeface="+mn-ea"/>
                          <a:cs typeface="+mn-cs"/>
                        </a:rPr>
                        <a:t>Advanced payment done to vendor after verification by user groups and process is same for CAPEX/OPEX projects but under different codes. </a:t>
                      </a:r>
                    </a:p>
                    <a:p>
                      <a:pPr marL="285750" indent="-285750" algn="l" defTabSz="914400" rtl="0" eaLnBrk="1" latinLnBrk="0" hangingPunct="1">
                        <a:buFont typeface="Arial" panose="020B0604020202020204" pitchFamily="34" charset="0"/>
                        <a:buChar char="•"/>
                      </a:pPr>
                      <a:r>
                        <a:rPr lang="en-IN" sz="1200" kern="1200" dirty="0">
                          <a:solidFill>
                            <a:schemeClr val="dk1"/>
                          </a:solidFill>
                          <a:latin typeface="+mn-lt"/>
                          <a:ea typeface="+mn-ea"/>
                          <a:cs typeface="+mn-cs"/>
                        </a:rPr>
                        <a:t>No SOP’s available for the group. </a:t>
                      </a:r>
                    </a:p>
                    <a:p>
                      <a:pPr marL="285750" indent="-285750" algn="l" defTabSz="914400" rtl="0" eaLnBrk="1" latinLnBrk="0" hangingPunct="1">
                        <a:buFont typeface="Arial" panose="020B0604020202020204" pitchFamily="34" charset="0"/>
                        <a:buChar char="•"/>
                      </a:pPr>
                      <a:r>
                        <a:rPr lang="en-IN" sz="1200" kern="1200" dirty="0">
                          <a:solidFill>
                            <a:schemeClr val="dk1"/>
                          </a:solidFill>
                          <a:latin typeface="+mn-lt"/>
                          <a:ea typeface="+mn-ea"/>
                          <a:cs typeface="+mn-cs"/>
                        </a:rPr>
                        <a:t>Monthly bank reconciliation report statements are maintained. </a:t>
                      </a:r>
                    </a:p>
                    <a:p>
                      <a:pPr marL="285750" indent="-285750" algn="l" defTabSz="914400" rtl="0" eaLnBrk="1" latinLnBrk="0" hangingPunct="1">
                        <a:buFont typeface="Arial" panose="020B0604020202020204" pitchFamily="34" charset="0"/>
                        <a:buChar char="•"/>
                      </a:pPr>
                      <a:r>
                        <a:rPr lang="en-IN" sz="1200" kern="1200" dirty="0">
                          <a:solidFill>
                            <a:schemeClr val="dk1"/>
                          </a:solidFill>
                          <a:latin typeface="+mn-lt"/>
                          <a:ea typeface="+mn-ea"/>
                          <a:cs typeface="+mn-cs"/>
                        </a:rPr>
                        <a:t>Bank payment mode  is RTGS </a:t>
                      </a:r>
                    </a:p>
                    <a:p>
                      <a:pPr marL="285750" indent="-285750" algn="l" defTabSz="914400" rtl="0" eaLnBrk="1" latinLnBrk="0" hangingPunct="1">
                        <a:buFont typeface="Arial" panose="020B0604020202020204" pitchFamily="34" charset="0"/>
                        <a:buChar char="•"/>
                      </a:pPr>
                      <a:r>
                        <a:rPr lang="en-IN" sz="1200" kern="1200" dirty="0">
                          <a:solidFill>
                            <a:schemeClr val="dk1"/>
                          </a:solidFill>
                          <a:latin typeface="+mn-lt"/>
                          <a:ea typeface="+mn-ea"/>
                          <a:cs typeface="+mn-cs"/>
                        </a:rPr>
                        <a:t>Bank details of vendors maintained manually. </a:t>
                      </a:r>
                    </a:p>
                    <a:p>
                      <a:pPr marL="285750" indent="-285750" algn="l" defTabSz="914400" rtl="0" eaLnBrk="1" latinLnBrk="0" hangingPunct="1">
                        <a:buFont typeface="Arial" panose="020B0604020202020204" pitchFamily="34" charset="0"/>
                        <a:buChar char="•"/>
                      </a:pPr>
                      <a:r>
                        <a:rPr lang="en-IN" sz="1200" kern="1200" dirty="0">
                          <a:solidFill>
                            <a:schemeClr val="dk1"/>
                          </a:solidFill>
                          <a:latin typeface="+mn-lt"/>
                          <a:ea typeface="+mn-ea"/>
                          <a:cs typeface="+mn-cs"/>
                        </a:rPr>
                        <a:t>Accounting for loan receipts and interest calculation for a bank is done manually. </a:t>
                      </a:r>
                    </a:p>
                    <a:p>
                      <a:pPr marL="285750" indent="-285750" algn="l" defTabSz="914400" rtl="0" eaLnBrk="1" latinLnBrk="0" hangingPunct="1">
                        <a:buFont typeface="Arial" panose="020B0604020202020204" pitchFamily="34" charset="0"/>
                        <a:buChar char="•"/>
                      </a:pPr>
                      <a:r>
                        <a:rPr lang="en-IN" sz="1200" kern="1200" dirty="0">
                          <a:solidFill>
                            <a:schemeClr val="dk1"/>
                          </a:solidFill>
                          <a:latin typeface="+mn-lt"/>
                          <a:ea typeface="+mn-ea"/>
                          <a:cs typeface="+mn-cs"/>
                        </a:rPr>
                        <a:t>Debit and Credit notes are issued manually. </a:t>
                      </a:r>
                    </a:p>
                    <a:p>
                      <a:pPr marL="285750" indent="-285750" algn="l" defTabSz="914400" rtl="0" eaLnBrk="1" latinLnBrk="0" hangingPunct="1">
                        <a:buFont typeface="Arial" panose="020B0604020202020204" pitchFamily="34" charset="0"/>
                        <a:buChar char="•"/>
                      </a:pPr>
                      <a:r>
                        <a:rPr lang="en-IN" sz="1200" kern="1200" dirty="0">
                          <a:solidFill>
                            <a:schemeClr val="dk1"/>
                          </a:solidFill>
                          <a:latin typeface="+mn-lt"/>
                          <a:ea typeface="+mn-ea"/>
                          <a:cs typeface="+mn-cs"/>
                        </a:rPr>
                        <a:t>Employee data is updated manually and sent to Bank for disbursement of salary , while accounting of salary done in FoxPro. </a:t>
                      </a:r>
                    </a:p>
                    <a:p>
                      <a:pPr marL="285750" indent="-285750" algn="l" defTabSz="914400" rtl="0" eaLnBrk="1" latinLnBrk="0" hangingPunct="1">
                        <a:buFont typeface="Arial" panose="020B0604020202020204" pitchFamily="34" charset="0"/>
                        <a:buChar char="•"/>
                      </a:pPr>
                      <a:r>
                        <a:rPr lang="en-IN" sz="1200" kern="1200" dirty="0">
                          <a:solidFill>
                            <a:schemeClr val="dk1"/>
                          </a:solidFill>
                          <a:latin typeface="+mn-lt"/>
                          <a:ea typeface="+mn-ea"/>
                          <a:cs typeface="+mn-cs"/>
                        </a:rPr>
                        <a:t>Employee reimbursement process involves pre payment to employee and then bills are submitted to Salary section. </a:t>
                      </a:r>
                    </a:p>
                  </a:txBody>
                  <a:tcPr>
                    <a:solidFill>
                      <a:schemeClr val="bg1"/>
                    </a:solidFill>
                  </a:tcPr>
                </a:tc>
                <a:extLst>
                  <a:ext uri="{0D108BD9-81ED-4DB2-BD59-A6C34878D82A}">
                    <a16:rowId xmlns:a16="http://schemas.microsoft.com/office/drawing/2014/main" val="2917220609"/>
                  </a:ext>
                </a:extLst>
              </a:tr>
              <a:tr h="1011957">
                <a:tc>
                  <a:txBody>
                    <a:bodyPr/>
                    <a:lstStyle/>
                    <a:p>
                      <a:r>
                        <a:rPr lang="en-IN" sz="1200" dirty="0"/>
                        <a:t>Coal Management </a:t>
                      </a:r>
                    </a:p>
                  </a:txBody>
                  <a:tcPr anchor="ctr">
                    <a:solidFill>
                      <a:schemeClr val="tx2">
                        <a:lumMod val="20000"/>
                        <a:lumOff val="80000"/>
                      </a:schemeClr>
                    </a:solidFill>
                  </a:tcPr>
                </a:tc>
                <a:tc>
                  <a:txBody>
                    <a:bodyPr/>
                    <a:lstStyle/>
                    <a:p>
                      <a:pPr marL="285750" indent="-285750" algn="l" defTabSz="914400" rtl="0" eaLnBrk="1" latinLnBrk="0" hangingPunct="1">
                        <a:buFont typeface="Arial" panose="020B0604020202020204" pitchFamily="34" charset="0"/>
                        <a:buChar char="•"/>
                      </a:pPr>
                      <a:r>
                        <a:rPr lang="en-US" sz="1200" kern="1200" dirty="0">
                          <a:solidFill>
                            <a:schemeClr val="dk1"/>
                          </a:solidFill>
                          <a:latin typeface="+mn-lt"/>
                          <a:ea typeface="+mn-ea"/>
                          <a:cs typeface="+mn-cs"/>
                        </a:rPr>
                        <a:t>Accounting for coal requirement done as per generation data of previous year. Data forecasted for the next year beforehand. Coal is transported from CIL mines to DPL via Rail. </a:t>
                      </a:r>
                    </a:p>
                    <a:p>
                      <a:pPr marL="285750" indent="-285750" algn="l" defTabSz="914400" rtl="0" eaLnBrk="1" latinLnBrk="0" hangingPunct="1">
                        <a:buFont typeface="Arial" panose="020B0604020202020204" pitchFamily="34" charset="0"/>
                        <a:buChar char="•"/>
                      </a:pPr>
                      <a:r>
                        <a:rPr lang="en-US" sz="1200" kern="1200" dirty="0">
                          <a:solidFill>
                            <a:schemeClr val="dk1"/>
                          </a:solidFill>
                          <a:latin typeface="+mn-lt"/>
                          <a:ea typeface="+mn-ea"/>
                          <a:cs typeface="+mn-cs"/>
                        </a:rPr>
                        <a:t>Quality check of coal is done at both sending and receiving end by third party vendor.</a:t>
                      </a:r>
                    </a:p>
                    <a:p>
                      <a:pPr marL="285750" indent="-285750" algn="l" defTabSz="914400" rtl="0" eaLnBrk="1" latinLnBrk="0" hangingPunct="1">
                        <a:buFont typeface="Arial" panose="020B0604020202020204" pitchFamily="34" charset="0"/>
                        <a:buChar char="•"/>
                      </a:pPr>
                      <a:r>
                        <a:rPr lang="en-US" sz="1200" kern="1200" dirty="0">
                          <a:solidFill>
                            <a:schemeClr val="dk1"/>
                          </a:solidFill>
                          <a:latin typeface="+mn-lt"/>
                          <a:ea typeface="+mn-ea"/>
                          <a:cs typeface="+mn-cs"/>
                        </a:rPr>
                        <a:t>Coal requirement sent to CIL via railways software called Vice. </a:t>
                      </a:r>
                    </a:p>
                    <a:p>
                      <a:pPr marL="285750" indent="-285750" algn="l" defTabSz="914400" rtl="0" eaLnBrk="1" latinLnBrk="0" hangingPunct="1">
                        <a:buFont typeface="Arial" panose="020B0604020202020204" pitchFamily="34" charset="0"/>
                        <a:buChar char="•"/>
                      </a:pPr>
                      <a:r>
                        <a:rPr lang="en-US" sz="1200" kern="1200" dirty="0">
                          <a:solidFill>
                            <a:schemeClr val="dk1"/>
                          </a:solidFill>
                          <a:latin typeface="+mn-lt"/>
                          <a:ea typeface="+mn-ea"/>
                          <a:cs typeface="+mn-cs"/>
                        </a:rPr>
                        <a:t>Only tracking of status is available (Approved/Not approved). </a:t>
                      </a:r>
                    </a:p>
                    <a:p>
                      <a:pPr marL="285750" indent="-285750" algn="l" defTabSz="914400" rtl="0" eaLnBrk="1" latinLnBrk="0" hangingPunct="1">
                        <a:buFont typeface="Arial" panose="020B0604020202020204" pitchFamily="34" charset="0"/>
                        <a:buChar char="•"/>
                      </a:pPr>
                      <a:r>
                        <a:rPr lang="en-US" sz="1200" kern="1200" dirty="0">
                          <a:solidFill>
                            <a:schemeClr val="dk1"/>
                          </a:solidFill>
                          <a:latin typeface="+mn-lt"/>
                          <a:ea typeface="+mn-ea"/>
                          <a:cs typeface="+mn-cs"/>
                        </a:rPr>
                        <a:t>Final accounting done manually and ensured by Stores and Purchase team. No SOP for MIS reporting. </a:t>
                      </a:r>
                    </a:p>
                    <a:p>
                      <a:pPr marL="285750" indent="-285750" algn="l" defTabSz="914400" rtl="0" eaLnBrk="1" latinLnBrk="0" hangingPunct="1">
                        <a:buFont typeface="Arial" panose="020B0604020202020204" pitchFamily="34" charset="0"/>
                        <a:buChar char="•"/>
                      </a:pPr>
                      <a:r>
                        <a:rPr lang="en-US" sz="1200" kern="1200" dirty="0">
                          <a:solidFill>
                            <a:schemeClr val="dk1"/>
                          </a:solidFill>
                          <a:latin typeface="+mn-lt"/>
                          <a:ea typeface="+mn-ea"/>
                          <a:cs typeface="+mn-cs"/>
                        </a:rPr>
                        <a:t>Monthly invoice data is maintained manually. WhatsApp Group for data sharing and maintained manually.</a:t>
                      </a:r>
                    </a:p>
                  </a:txBody>
                  <a:tcPr>
                    <a:solidFill>
                      <a:schemeClr val="bg1"/>
                    </a:solidFill>
                  </a:tcPr>
                </a:tc>
                <a:extLst>
                  <a:ext uri="{0D108BD9-81ED-4DB2-BD59-A6C34878D82A}">
                    <a16:rowId xmlns:a16="http://schemas.microsoft.com/office/drawing/2014/main" val="237511616"/>
                  </a:ext>
                </a:extLst>
              </a:tr>
            </a:tbl>
          </a:graphicData>
        </a:graphic>
      </p:graphicFrame>
      <p:sp>
        <p:nvSpPr>
          <p:cNvPr id="10" name="Title 2">
            <a:extLst>
              <a:ext uri="{FF2B5EF4-FFF2-40B4-BE49-F238E27FC236}">
                <a16:creationId xmlns:a16="http://schemas.microsoft.com/office/drawing/2014/main" id="{2417C46E-65AE-4CF5-8864-FC1FAB6EC5FD}"/>
              </a:ext>
            </a:extLst>
          </p:cNvPr>
          <p:cNvSpPr>
            <a:spLocks noGrp="1"/>
          </p:cNvSpPr>
          <p:nvPr>
            <p:ph type="title"/>
          </p:nvPr>
        </p:nvSpPr>
        <p:spPr>
          <a:xfrm>
            <a:off x="501651" y="317500"/>
            <a:ext cx="11162350" cy="334101"/>
          </a:xfrm>
        </p:spPr>
        <p:txBody>
          <a:bodyPr vert="horz"/>
          <a:lstStyle/>
          <a:p>
            <a:r>
              <a:rPr lang="en-US" dirty="0"/>
              <a:t>Department Discussion Summary (3/3)</a:t>
            </a:r>
            <a:endParaRPr lang="en-IN" dirty="0"/>
          </a:p>
        </p:txBody>
      </p:sp>
    </p:spTree>
    <p:extLst>
      <p:ext uri="{BB962C8B-B14F-4D97-AF65-F5344CB8AC3E}">
        <p14:creationId xmlns:p14="http://schemas.microsoft.com/office/powerpoint/2010/main" val="396818057"/>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0A54A5B-6898-4D19-A56E-5A85C5E9F598}"/>
              </a:ext>
            </a:extLst>
          </p:cNvPr>
          <p:cNvGraphicFramePr>
            <a:graphicFrameLocks noChangeAspect="1"/>
          </p:cNvGraphicFramePr>
          <p:nvPr>
            <p:custDataLst>
              <p:tags r:id="rId1"/>
            </p:custDataLst>
            <p:extLst>
              <p:ext uri="{D42A27DB-BD31-4B8C-83A1-F6EECF244321}">
                <p14:modId xmlns:p14="http://schemas.microsoft.com/office/powerpoint/2010/main" val="6936453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6" name="Object 5" hidden="1">
                        <a:extLst>
                          <a:ext uri="{FF2B5EF4-FFF2-40B4-BE49-F238E27FC236}">
                            <a16:creationId xmlns:a16="http://schemas.microsoft.com/office/drawing/2014/main" id="{40A54A5B-6898-4D19-A56E-5A85C5E9F59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6C1B9A7E-A96E-49BB-9F86-B04BADC8F3F8}"/>
              </a:ext>
            </a:extLst>
          </p:cNvPr>
          <p:cNvSpPr/>
          <p:nvPr>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algn="ctr">
              <a:lnSpc>
                <a:spcPct val="106000"/>
              </a:lnSpc>
            </a:pPr>
            <a:endParaRPr lang="en-US" sz="2100" dirty="0">
              <a:solidFill>
                <a:schemeClr val="bg1"/>
              </a:solidFill>
              <a:latin typeface="Calibri" panose="020F0502020204030204" pitchFamily="34" charset="0"/>
              <a:ea typeface="+mj-ea"/>
              <a:cs typeface="Calibri Light" panose="020F0302020204030204" pitchFamily="34" charset="0"/>
              <a:sym typeface="Calibri" panose="020F0502020204030204" pitchFamily="34" charset="0"/>
            </a:endParaRPr>
          </a:p>
        </p:txBody>
      </p:sp>
      <p:sp>
        <p:nvSpPr>
          <p:cNvPr id="2" name="Text Placeholder 1">
            <a:extLst>
              <a:ext uri="{FF2B5EF4-FFF2-40B4-BE49-F238E27FC236}">
                <a16:creationId xmlns:a16="http://schemas.microsoft.com/office/drawing/2014/main" id="{98E80031-8172-46EF-A09D-515BC7C7E4DD}"/>
              </a:ext>
            </a:extLst>
          </p:cNvPr>
          <p:cNvSpPr>
            <a:spLocks noGrp="1"/>
          </p:cNvSpPr>
          <p:nvPr>
            <p:ph type="body" sz="quarter" idx="13"/>
          </p:nvPr>
        </p:nvSpPr>
        <p:spPr/>
        <p:txBody>
          <a:bodyPr/>
          <a:lstStyle/>
          <a:p>
            <a:pPr algn="just"/>
            <a:r>
              <a:rPr lang="en-US" sz="1800" dirty="0">
                <a:solidFill>
                  <a:srgbClr val="575757"/>
                </a:solidFill>
                <a:latin typeface="+mn-lt"/>
              </a:rPr>
              <a:t>Based on the discussions with various departments, we have identified a few immediate actionable areas where ERP can help improve the processes and drive efficiency for DPL</a:t>
            </a:r>
            <a:endParaRPr lang="en-IN" sz="1800" dirty="0">
              <a:solidFill>
                <a:srgbClr val="575757"/>
              </a:solidFill>
              <a:latin typeface="+mn-lt"/>
            </a:endParaRPr>
          </a:p>
        </p:txBody>
      </p:sp>
      <p:sp>
        <p:nvSpPr>
          <p:cNvPr id="3" name="Title 2">
            <a:extLst>
              <a:ext uri="{FF2B5EF4-FFF2-40B4-BE49-F238E27FC236}">
                <a16:creationId xmlns:a16="http://schemas.microsoft.com/office/drawing/2014/main" id="{498839CE-6022-4903-85B8-3EB71AB5FE23}"/>
              </a:ext>
            </a:extLst>
          </p:cNvPr>
          <p:cNvSpPr>
            <a:spLocks noGrp="1"/>
          </p:cNvSpPr>
          <p:nvPr>
            <p:ph type="title"/>
          </p:nvPr>
        </p:nvSpPr>
        <p:spPr/>
        <p:txBody>
          <a:bodyPr/>
          <a:lstStyle/>
          <a:p>
            <a:r>
              <a:rPr lang="en-US" dirty="0"/>
              <a:t>Key ERP Intervention Areas</a:t>
            </a:r>
            <a:endParaRPr lang="en-IN" dirty="0"/>
          </a:p>
        </p:txBody>
      </p:sp>
      <p:graphicFrame>
        <p:nvGraphicFramePr>
          <p:cNvPr id="7" name="Table 7">
            <a:extLst>
              <a:ext uri="{FF2B5EF4-FFF2-40B4-BE49-F238E27FC236}">
                <a16:creationId xmlns:a16="http://schemas.microsoft.com/office/drawing/2014/main" id="{11231A5F-DC67-4FC0-A7F2-A040801652F4}"/>
              </a:ext>
            </a:extLst>
          </p:cNvPr>
          <p:cNvGraphicFramePr>
            <a:graphicFrameLocks noGrp="1"/>
          </p:cNvGraphicFramePr>
          <p:nvPr>
            <p:extLst>
              <p:ext uri="{D42A27DB-BD31-4B8C-83A1-F6EECF244321}">
                <p14:modId xmlns:p14="http://schemas.microsoft.com/office/powerpoint/2010/main" val="3786073178"/>
              </p:ext>
            </p:extLst>
          </p:nvPr>
        </p:nvGraphicFramePr>
        <p:xfrm>
          <a:off x="498458" y="1369226"/>
          <a:ext cx="11162349" cy="4901366"/>
        </p:xfrm>
        <a:graphic>
          <a:graphicData uri="http://schemas.openxmlformats.org/drawingml/2006/table">
            <a:tbl>
              <a:tblPr firstRow="1" bandRow="1">
                <a:tableStyleId>{72833802-FEF1-4C79-8D5D-14CF1EAF98D9}</a:tableStyleId>
              </a:tblPr>
              <a:tblGrid>
                <a:gridCol w="642445">
                  <a:extLst>
                    <a:ext uri="{9D8B030D-6E8A-4147-A177-3AD203B41FA5}">
                      <a16:colId xmlns:a16="http://schemas.microsoft.com/office/drawing/2014/main" val="413871459"/>
                    </a:ext>
                  </a:extLst>
                </a:gridCol>
                <a:gridCol w="2852171">
                  <a:extLst>
                    <a:ext uri="{9D8B030D-6E8A-4147-A177-3AD203B41FA5}">
                      <a16:colId xmlns:a16="http://schemas.microsoft.com/office/drawing/2014/main" val="3413993995"/>
                    </a:ext>
                  </a:extLst>
                </a:gridCol>
                <a:gridCol w="7667733">
                  <a:extLst>
                    <a:ext uri="{9D8B030D-6E8A-4147-A177-3AD203B41FA5}">
                      <a16:colId xmlns:a16="http://schemas.microsoft.com/office/drawing/2014/main" val="1614269558"/>
                    </a:ext>
                  </a:extLst>
                </a:gridCol>
              </a:tblGrid>
              <a:tr h="404648">
                <a:tc>
                  <a:txBody>
                    <a:bodyPr/>
                    <a:lstStyle/>
                    <a:p>
                      <a:pPr>
                        <a:lnSpc>
                          <a:spcPct val="114000"/>
                        </a:lnSpc>
                        <a:spcAft>
                          <a:spcPts val="600"/>
                        </a:spcAft>
                      </a:pPr>
                      <a:r>
                        <a:rPr lang="en-US" sz="1400" dirty="0"/>
                        <a:t>S. No.</a:t>
                      </a:r>
                      <a:endParaRPr lang="en-IN" sz="1400" dirty="0"/>
                    </a:p>
                  </a:txBody>
                  <a:tcPr/>
                </a:tc>
                <a:tc>
                  <a:txBody>
                    <a:bodyPr/>
                    <a:lstStyle/>
                    <a:p>
                      <a:pPr>
                        <a:lnSpc>
                          <a:spcPct val="114000"/>
                        </a:lnSpc>
                        <a:spcAft>
                          <a:spcPts val="600"/>
                        </a:spcAft>
                      </a:pPr>
                      <a:r>
                        <a:rPr lang="en-US" sz="1400" dirty="0"/>
                        <a:t>Aspect</a:t>
                      </a:r>
                      <a:endParaRPr lang="en-IN" sz="1400" dirty="0"/>
                    </a:p>
                  </a:txBody>
                  <a:tcPr/>
                </a:tc>
                <a:tc>
                  <a:txBody>
                    <a:bodyPr/>
                    <a:lstStyle/>
                    <a:p>
                      <a:pPr>
                        <a:lnSpc>
                          <a:spcPct val="114000"/>
                        </a:lnSpc>
                        <a:spcAft>
                          <a:spcPts val="600"/>
                        </a:spcAft>
                      </a:pPr>
                      <a:r>
                        <a:rPr lang="en-US" sz="1400" dirty="0"/>
                        <a:t>Area for Improvement</a:t>
                      </a:r>
                      <a:endParaRPr lang="en-IN" sz="1400" dirty="0"/>
                    </a:p>
                  </a:txBody>
                  <a:tcPr/>
                </a:tc>
                <a:extLst>
                  <a:ext uri="{0D108BD9-81ED-4DB2-BD59-A6C34878D82A}">
                    <a16:rowId xmlns:a16="http://schemas.microsoft.com/office/drawing/2014/main" val="386251209"/>
                  </a:ext>
                </a:extLst>
              </a:tr>
              <a:tr h="615426">
                <a:tc>
                  <a:txBody>
                    <a:bodyPr/>
                    <a:lstStyle/>
                    <a:p>
                      <a:pPr algn="ctr">
                        <a:lnSpc>
                          <a:spcPct val="114000"/>
                        </a:lnSpc>
                        <a:spcAft>
                          <a:spcPts val="600"/>
                        </a:spcAft>
                      </a:pPr>
                      <a:r>
                        <a:rPr lang="en-US" sz="1400" dirty="0"/>
                        <a:t>1</a:t>
                      </a:r>
                      <a:endParaRPr lang="en-IN" sz="1400" dirty="0"/>
                    </a:p>
                  </a:txBody>
                  <a:tcPr anchor="ctr"/>
                </a:tc>
                <a:tc>
                  <a:txBody>
                    <a:bodyPr/>
                    <a:lstStyle/>
                    <a:p>
                      <a:pPr marL="801688" indent="0" algn="l">
                        <a:lnSpc>
                          <a:spcPct val="114000"/>
                        </a:lnSpc>
                        <a:spcAft>
                          <a:spcPts val="600"/>
                        </a:spcAft>
                      </a:pPr>
                      <a:r>
                        <a:rPr lang="en-US" sz="1400" b="1" dirty="0"/>
                        <a:t>Manual Record Keeping &amp; Communication Mode</a:t>
                      </a:r>
                      <a:endParaRPr lang="en-IN" sz="1400" b="1" dirty="0"/>
                    </a:p>
                  </a:txBody>
                  <a:tcPr anchor="ctr"/>
                </a:tc>
                <a:tc>
                  <a:txBody>
                    <a:bodyPr/>
                    <a:lstStyle/>
                    <a:p>
                      <a:pPr marL="285750" indent="-285750" algn="just">
                        <a:lnSpc>
                          <a:spcPct val="114000"/>
                        </a:lnSpc>
                        <a:spcAft>
                          <a:spcPts val="600"/>
                        </a:spcAft>
                        <a:buFont typeface="Arial" panose="020B0604020202020204" pitchFamily="34" charset="0"/>
                        <a:buChar char="•"/>
                      </a:pPr>
                      <a:r>
                        <a:rPr lang="en-US" sz="1400" dirty="0"/>
                        <a:t>Most departments use email / excel sheets for communication &amp; record keeping. A Document Management System with Communication tracker can assist in improving coordination</a:t>
                      </a:r>
                      <a:endParaRPr lang="en-IN" sz="1400" dirty="0"/>
                    </a:p>
                  </a:txBody>
                  <a:tcPr anchor="ctr"/>
                </a:tc>
                <a:extLst>
                  <a:ext uri="{0D108BD9-81ED-4DB2-BD59-A6C34878D82A}">
                    <a16:rowId xmlns:a16="http://schemas.microsoft.com/office/drawing/2014/main" val="4063072723"/>
                  </a:ext>
                </a:extLst>
              </a:tr>
              <a:tr h="1229327">
                <a:tc>
                  <a:txBody>
                    <a:bodyPr/>
                    <a:lstStyle/>
                    <a:p>
                      <a:pPr algn="ctr">
                        <a:lnSpc>
                          <a:spcPct val="114000"/>
                        </a:lnSpc>
                        <a:spcAft>
                          <a:spcPts val="600"/>
                        </a:spcAft>
                      </a:pPr>
                      <a:r>
                        <a:rPr lang="en-US" sz="1400" dirty="0"/>
                        <a:t>2</a:t>
                      </a:r>
                      <a:endParaRPr lang="en-IN" sz="1400" dirty="0"/>
                    </a:p>
                  </a:txBody>
                  <a:tcPr anchor="ctr"/>
                </a:tc>
                <a:tc>
                  <a:txBody>
                    <a:bodyPr/>
                    <a:lstStyle/>
                    <a:p>
                      <a:pPr marL="801688" indent="0" algn="l" defTabSz="914400" rtl="0" eaLnBrk="1" latinLnBrk="0" hangingPunct="1">
                        <a:lnSpc>
                          <a:spcPct val="114000"/>
                        </a:lnSpc>
                        <a:spcAft>
                          <a:spcPts val="600"/>
                        </a:spcAft>
                      </a:pPr>
                      <a:r>
                        <a:rPr lang="en-IN" sz="1400" b="1" kern="1200" dirty="0">
                          <a:solidFill>
                            <a:schemeClr val="tx1"/>
                          </a:solidFill>
                          <a:latin typeface="+mn-lt"/>
                          <a:ea typeface="+mn-ea"/>
                          <a:cs typeface="+mn-cs"/>
                        </a:rPr>
                        <a:t>Employee tagging and tracking</a:t>
                      </a:r>
                    </a:p>
                  </a:txBody>
                  <a:tcPr anchor="ctr"/>
                </a:tc>
                <a:tc>
                  <a:txBody>
                    <a:bodyPr/>
                    <a:lstStyle/>
                    <a:p>
                      <a:pPr marL="285750" indent="-285750" algn="just">
                        <a:lnSpc>
                          <a:spcPct val="114000"/>
                        </a:lnSpc>
                        <a:spcAft>
                          <a:spcPts val="600"/>
                        </a:spcAft>
                        <a:buFont typeface="Arial" panose="020B0604020202020204" pitchFamily="34" charset="0"/>
                        <a:buChar char="•"/>
                      </a:pPr>
                      <a:r>
                        <a:rPr lang="en-US" sz="1400" dirty="0"/>
                        <a:t>Employee data can be mapped in the system for time saving and for other activities like Leave requests, Reimbursements requests, PF and Salary/Promotion related data. This will help in case file database is lost or cannot be recovered. </a:t>
                      </a:r>
                      <a:endParaRPr lang="en-IN" sz="1400" dirty="0"/>
                    </a:p>
                  </a:txBody>
                  <a:tcPr anchor="ctr"/>
                </a:tc>
                <a:extLst>
                  <a:ext uri="{0D108BD9-81ED-4DB2-BD59-A6C34878D82A}">
                    <a16:rowId xmlns:a16="http://schemas.microsoft.com/office/drawing/2014/main" val="4143846202"/>
                  </a:ext>
                </a:extLst>
              </a:tr>
              <a:tr h="963950">
                <a:tc>
                  <a:txBody>
                    <a:bodyPr/>
                    <a:lstStyle/>
                    <a:p>
                      <a:pPr algn="ctr">
                        <a:lnSpc>
                          <a:spcPct val="114000"/>
                        </a:lnSpc>
                        <a:spcAft>
                          <a:spcPts val="600"/>
                        </a:spcAft>
                      </a:pPr>
                      <a:r>
                        <a:rPr lang="en-US" sz="1400" dirty="0"/>
                        <a:t>3</a:t>
                      </a:r>
                      <a:endParaRPr lang="en-IN" sz="1400" dirty="0"/>
                    </a:p>
                  </a:txBody>
                  <a:tcPr anchor="ctr"/>
                </a:tc>
                <a:tc>
                  <a:txBody>
                    <a:bodyPr/>
                    <a:lstStyle/>
                    <a:p>
                      <a:pPr marL="801688" indent="0" algn="l" defTabSz="914400" rtl="0" eaLnBrk="1" latinLnBrk="0" hangingPunct="1">
                        <a:lnSpc>
                          <a:spcPct val="114000"/>
                        </a:lnSpc>
                        <a:spcAft>
                          <a:spcPts val="600"/>
                        </a:spcAft>
                      </a:pPr>
                      <a:r>
                        <a:rPr lang="en-US" sz="1400" b="1" kern="1200" dirty="0">
                          <a:solidFill>
                            <a:schemeClr val="tx1"/>
                          </a:solidFill>
                          <a:latin typeface="+mn-lt"/>
                          <a:ea typeface="+mn-ea"/>
                          <a:cs typeface="+mn-cs"/>
                        </a:rPr>
                        <a:t>Procurement</a:t>
                      </a:r>
                      <a:endParaRPr lang="en-IN" sz="1400" b="1" kern="1200" dirty="0">
                        <a:solidFill>
                          <a:schemeClr val="tx1"/>
                        </a:solidFill>
                        <a:latin typeface="+mn-lt"/>
                        <a:ea typeface="+mn-ea"/>
                        <a:cs typeface="+mn-cs"/>
                      </a:endParaRPr>
                    </a:p>
                  </a:txBody>
                  <a:tcPr anchor="ctr"/>
                </a:tc>
                <a:tc>
                  <a:txBody>
                    <a:bodyPr/>
                    <a:lstStyle/>
                    <a:p>
                      <a:pPr marL="285750" indent="-285750" algn="just" defTabSz="914400" rtl="0" eaLnBrk="1" latinLnBrk="0" hangingPunct="1">
                        <a:lnSpc>
                          <a:spcPct val="114000"/>
                        </a:lnSpc>
                        <a:spcAft>
                          <a:spcPts val="600"/>
                        </a:spcAft>
                        <a:buFont typeface="Arial" panose="020B0604020202020204" pitchFamily="34" charset="0"/>
                        <a:buChar char="•"/>
                      </a:pPr>
                      <a:r>
                        <a:rPr lang="en-US" sz="1400" kern="1200" dirty="0">
                          <a:solidFill>
                            <a:schemeClr val="tx1"/>
                          </a:solidFill>
                          <a:latin typeface="+mn-lt"/>
                          <a:ea typeface="+mn-ea"/>
                          <a:cs typeface="+mn-cs"/>
                        </a:rPr>
                        <a:t>Procurement process can be delayed due to manual approval process and paper trails.</a:t>
                      </a:r>
                    </a:p>
                    <a:p>
                      <a:pPr marL="285750" indent="-285750" algn="just" defTabSz="914400" rtl="0" eaLnBrk="1" latinLnBrk="0" hangingPunct="1">
                        <a:lnSpc>
                          <a:spcPct val="114000"/>
                        </a:lnSpc>
                        <a:spcAft>
                          <a:spcPts val="600"/>
                        </a:spcAft>
                        <a:buFont typeface="Arial" panose="020B0604020202020204" pitchFamily="34" charset="0"/>
                        <a:buChar char="•"/>
                      </a:pPr>
                      <a:r>
                        <a:rPr lang="en-US" sz="1400" kern="1200" dirty="0">
                          <a:solidFill>
                            <a:schemeClr val="tx1"/>
                          </a:solidFill>
                          <a:latin typeface="+mn-lt"/>
                          <a:ea typeface="+mn-ea"/>
                          <a:cs typeface="+mn-cs"/>
                        </a:rPr>
                        <a:t>Paper trails can get lost and lead to redundancy as new requests are required in case of delays and change in vendor quotes due to inflation and other factors. </a:t>
                      </a:r>
                      <a:endParaRPr lang="en-IN" sz="1400" kern="1200" dirty="0">
                        <a:solidFill>
                          <a:schemeClr val="tx1"/>
                        </a:solidFill>
                        <a:latin typeface="+mn-lt"/>
                        <a:ea typeface="+mn-ea"/>
                        <a:cs typeface="+mn-cs"/>
                      </a:endParaRPr>
                    </a:p>
                  </a:txBody>
                  <a:tcPr anchor="ctr"/>
                </a:tc>
                <a:extLst>
                  <a:ext uri="{0D108BD9-81ED-4DB2-BD59-A6C34878D82A}">
                    <a16:rowId xmlns:a16="http://schemas.microsoft.com/office/drawing/2014/main" val="1839108592"/>
                  </a:ext>
                </a:extLst>
              </a:tr>
              <a:tr h="880803">
                <a:tc>
                  <a:txBody>
                    <a:bodyPr/>
                    <a:lstStyle/>
                    <a:p>
                      <a:pPr algn="ctr">
                        <a:lnSpc>
                          <a:spcPct val="114000"/>
                        </a:lnSpc>
                        <a:spcAft>
                          <a:spcPts val="600"/>
                        </a:spcAft>
                      </a:pPr>
                      <a:r>
                        <a:rPr lang="en-US" sz="1400" dirty="0"/>
                        <a:t>4</a:t>
                      </a:r>
                      <a:endParaRPr lang="en-IN" sz="1400" dirty="0"/>
                    </a:p>
                  </a:txBody>
                  <a:tcPr anchor="ctr"/>
                </a:tc>
                <a:tc>
                  <a:txBody>
                    <a:bodyPr/>
                    <a:lstStyle/>
                    <a:p>
                      <a:pPr marL="801688" indent="0" algn="l" defTabSz="914400" rtl="0" eaLnBrk="1" latinLnBrk="0" hangingPunct="1">
                        <a:lnSpc>
                          <a:spcPct val="114000"/>
                        </a:lnSpc>
                        <a:spcAft>
                          <a:spcPts val="600"/>
                        </a:spcAft>
                      </a:pPr>
                      <a:r>
                        <a:rPr lang="en-US" sz="1400" b="1" kern="1200" dirty="0">
                          <a:solidFill>
                            <a:schemeClr val="tx1"/>
                          </a:solidFill>
                          <a:latin typeface="+mn-lt"/>
                          <a:ea typeface="+mn-ea"/>
                          <a:cs typeface="+mn-cs"/>
                        </a:rPr>
                        <a:t>Asset Tagging &amp; Tracking</a:t>
                      </a:r>
                      <a:endParaRPr lang="en-IN" sz="1400" b="1" kern="1200" dirty="0">
                        <a:solidFill>
                          <a:schemeClr val="tx1"/>
                        </a:solidFill>
                        <a:latin typeface="+mn-lt"/>
                        <a:ea typeface="+mn-ea"/>
                        <a:cs typeface="+mn-cs"/>
                      </a:endParaRPr>
                    </a:p>
                  </a:txBody>
                  <a:tcPr anchor="ctr"/>
                </a:tc>
                <a:tc>
                  <a:txBody>
                    <a:bodyPr/>
                    <a:lstStyle/>
                    <a:p>
                      <a:pPr marL="285750" indent="-285750" algn="just" defTabSz="914400" rtl="0" eaLnBrk="1" latinLnBrk="0" hangingPunct="1">
                        <a:lnSpc>
                          <a:spcPct val="114000"/>
                        </a:lnSpc>
                        <a:spcAft>
                          <a:spcPts val="600"/>
                        </a:spcAft>
                        <a:buFont typeface="Arial" panose="020B0604020202020204" pitchFamily="34" charset="0"/>
                        <a:buChar char="•"/>
                      </a:pPr>
                      <a:r>
                        <a:rPr lang="en-IN" sz="1400" kern="1200" dirty="0">
                          <a:solidFill>
                            <a:schemeClr val="tx1"/>
                          </a:solidFill>
                          <a:latin typeface="+mn-lt"/>
                          <a:ea typeface="+mn-ea"/>
                          <a:cs typeface="+mn-cs"/>
                        </a:rPr>
                        <a:t>Asset tracking is done manually and leads to loss of time while checking assets individually via bin card through material codes. </a:t>
                      </a:r>
                    </a:p>
                  </a:txBody>
                  <a:tcPr anchor="ctr"/>
                </a:tc>
                <a:extLst>
                  <a:ext uri="{0D108BD9-81ED-4DB2-BD59-A6C34878D82A}">
                    <a16:rowId xmlns:a16="http://schemas.microsoft.com/office/drawing/2014/main" val="561419619"/>
                  </a:ext>
                </a:extLst>
              </a:tr>
              <a:tr h="736084">
                <a:tc>
                  <a:txBody>
                    <a:bodyPr/>
                    <a:lstStyle/>
                    <a:p>
                      <a:pPr algn="ctr">
                        <a:lnSpc>
                          <a:spcPct val="114000"/>
                        </a:lnSpc>
                        <a:spcAft>
                          <a:spcPts val="600"/>
                        </a:spcAft>
                      </a:pPr>
                      <a:r>
                        <a:rPr lang="en-US" sz="1400" dirty="0"/>
                        <a:t>5</a:t>
                      </a:r>
                      <a:endParaRPr lang="en-IN" sz="1400" dirty="0"/>
                    </a:p>
                  </a:txBody>
                  <a:tcPr anchor="ctr"/>
                </a:tc>
                <a:tc>
                  <a:txBody>
                    <a:bodyPr/>
                    <a:lstStyle/>
                    <a:p>
                      <a:pPr marL="801688" indent="0" algn="l" defTabSz="914400" rtl="0" eaLnBrk="1" latinLnBrk="0" hangingPunct="1">
                        <a:lnSpc>
                          <a:spcPct val="114000"/>
                        </a:lnSpc>
                        <a:spcAft>
                          <a:spcPts val="600"/>
                        </a:spcAft>
                      </a:pPr>
                      <a:r>
                        <a:rPr lang="en-US" sz="1400" b="1" kern="1200" dirty="0">
                          <a:solidFill>
                            <a:schemeClr val="tx1"/>
                          </a:solidFill>
                          <a:latin typeface="+mn-lt"/>
                          <a:ea typeface="+mn-ea"/>
                          <a:cs typeface="+mn-cs"/>
                        </a:rPr>
                        <a:t>Equipment History &amp; Maintenance Tracking</a:t>
                      </a:r>
                      <a:endParaRPr lang="en-IN" sz="1400" b="1" kern="1200" dirty="0">
                        <a:solidFill>
                          <a:schemeClr val="tx1"/>
                        </a:solidFill>
                        <a:latin typeface="+mn-lt"/>
                        <a:ea typeface="+mn-ea"/>
                        <a:cs typeface="+mn-cs"/>
                      </a:endParaRPr>
                    </a:p>
                  </a:txBody>
                  <a:tcPr anchor="ctr"/>
                </a:tc>
                <a:tc>
                  <a:txBody>
                    <a:bodyPr/>
                    <a:lstStyle/>
                    <a:p>
                      <a:pPr marL="285750" indent="-285750" algn="just" defTabSz="914400" rtl="0" eaLnBrk="1" latinLnBrk="0" hangingPunct="1">
                        <a:lnSpc>
                          <a:spcPct val="114000"/>
                        </a:lnSpc>
                        <a:spcAft>
                          <a:spcPts val="600"/>
                        </a:spcAft>
                        <a:buFont typeface="Arial" panose="020B0604020202020204" pitchFamily="34" charset="0"/>
                        <a:buChar char="•"/>
                      </a:pPr>
                      <a:r>
                        <a:rPr lang="en-US" sz="1400" kern="1200" dirty="0">
                          <a:solidFill>
                            <a:schemeClr val="tx1"/>
                          </a:solidFill>
                          <a:latin typeface="+mn-lt"/>
                          <a:ea typeface="+mn-ea"/>
                          <a:cs typeface="+mn-cs"/>
                        </a:rPr>
                        <a:t>No formal IT based solution for tracking equipment history and maintenance plan. During the emergency situations, workforce allocation is done manually and required inventory is also tracked manually which takes a lot of time to do so. </a:t>
                      </a:r>
                      <a:endParaRPr lang="en-IN" sz="1400" kern="1200" dirty="0">
                        <a:solidFill>
                          <a:schemeClr val="tx1"/>
                        </a:solidFill>
                        <a:latin typeface="+mn-lt"/>
                        <a:ea typeface="+mn-ea"/>
                        <a:cs typeface="+mn-cs"/>
                      </a:endParaRPr>
                    </a:p>
                  </a:txBody>
                  <a:tcPr anchor="ctr"/>
                </a:tc>
                <a:extLst>
                  <a:ext uri="{0D108BD9-81ED-4DB2-BD59-A6C34878D82A}">
                    <a16:rowId xmlns:a16="http://schemas.microsoft.com/office/drawing/2014/main" val="3917345925"/>
                  </a:ext>
                </a:extLst>
              </a:tr>
            </a:tbl>
          </a:graphicData>
        </a:graphic>
      </p:graphicFrame>
      <p:grpSp>
        <p:nvGrpSpPr>
          <p:cNvPr id="12" name="Group 904">
            <a:extLst>
              <a:ext uri="{FF2B5EF4-FFF2-40B4-BE49-F238E27FC236}">
                <a16:creationId xmlns:a16="http://schemas.microsoft.com/office/drawing/2014/main" id="{D08FB494-9364-43B5-99FA-6DDB6ABE4BA9}"/>
              </a:ext>
            </a:extLst>
          </p:cNvPr>
          <p:cNvGrpSpPr>
            <a:grpSpLocks noChangeAspect="1"/>
          </p:cNvGrpSpPr>
          <p:nvPr/>
        </p:nvGrpSpPr>
        <p:grpSpPr bwMode="auto">
          <a:xfrm>
            <a:off x="1339613" y="2812122"/>
            <a:ext cx="368121" cy="367041"/>
            <a:chOff x="3518" y="3551"/>
            <a:chExt cx="341" cy="340"/>
          </a:xfrm>
          <a:solidFill>
            <a:schemeClr val="accent2"/>
          </a:solidFill>
        </p:grpSpPr>
        <p:sp>
          <p:nvSpPr>
            <p:cNvPr id="13" name="Freeform 905">
              <a:extLst>
                <a:ext uri="{FF2B5EF4-FFF2-40B4-BE49-F238E27FC236}">
                  <a16:creationId xmlns:a16="http://schemas.microsoft.com/office/drawing/2014/main" id="{AE87E92B-766F-4DE0-910E-119A00CC873A}"/>
                </a:ext>
              </a:extLst>
            </p:cNvPr>
            <p:cNvSpPr>
              <a:spLocks noEditPoints="1"/>
            </p:cNvSpPr>
            <p:nvPr/>
          </p:nvSpPr>
          <p:spPr bwMode="auto">
            <a:xfrm>
              <a:off x="3518" y="3551"/>
              <a:ext cx="341" cy="340"/>
            </a:xfrm>
            <a:custGeom>
              <a:avLst/>
              <a:gdLst>
                <a:gd name="T0" fmla="*/ 256 w 512"/>
                <a:gd name="T1" fmla="*/ 22 h 512"/>
                <a:gd name="T2" fmla="*/ 491 w 512"/>
                <a:gd name="T3" fmla="*/ 256 h 512"/>
                <a:gd name="T4" fmla="*/ 256 w 512"/>
                <a:gd name="T5" fmla="*/ 491 h 512"/>
                <a:gd name="T6" fmla="*/ 21 w 512"/>
                <a:gd name="T7" fmla="*/ 256 h 512"/>
                <a:gd name="T8" fmla="*/ 256 w 512"/>
                <a:gd name="T9" fmla="*/ 22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2"/>
                  </a:moveTo>
                  <a:cubicBezTo>
                    <a:pt x="385" y="22"/>
                    <a:pt x="491" y="127"/>
                    <a:pt x="491" y="256"/>
                  </a:cubicBezTo>
                  <a:cubicBezTo>
                    <a:pt x="491" y="386"/>
                    <a:pt x="385" y="491"/>
                    <a:pt x="256" y="491"/>
                  </a:cubicBezTo>
                  <a:cubicBezTo>
                    <a:pt x="127" y="491"/>
                    <a:pt x="21" y="386"/>
                    <a:pt x="21" y="256"/>
                  </a:cubicBezTo>
                  <a:cubicBezTo>
                    <a:pt x="21" y="127"/>
                    <a:pt x="127" y="22"/>
                    <a:pt x="256" y="22"/>
                  </a:cubicBezTo>
                  <a:moveTo>
                    <a:pt x="256" y="0"/>
                  </a:moveTo>
                  <a:cubicBezTo>
                    <a:pt x="115" y="0"/>
                    <a:pt x="0" y="115"/>
                    <a:pt x="0" y="256"/>
                  </a:cubicBezTo>
                  <a:cubicBezTo>
                    <a:pt x="0" y="398"/>
                    <a:pt x="115" y="512"/>
                    <a:pt x="256" y="512"/>
                  </a:cubicBezTo>
                  <a:cubicBezTo>
                    <a:pt x="397" y="512"/>
                    <a:pt x="512" y="398"/>
                    <a:pt x="512" y="256"/>
                  </a:cubicBezTo>
                  <a:cubicBezTo>
                    <a:pt x="512" y="115"/>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4" name="Freeform 906">
              <a:extLst>
                <a:ext uri="{FF2B5EF4-FFF2-40B4-BE49-F238E27FC236}">
                  <a16:creationId xmlns:a16="http://schemas.microsoft.com/office/drawing/2014/main" id="{AF30203E-91D1-4B4F-87D8-F11C93C44725}"/>
                </a:ext>
              </a:extLst>
            </p:cNvPr>
            <p:cNvSpPr>
              <a:spLocks noEditPoints="1"/>
            </p:cNvSpPr>
            <p:nvPr/>
          </p:nvSpPr>
          <p:spPr bwMode="auto">
            <a:xfrm>
              <a:off x="3625" y="3615"/>
              <a:ext cx="127" cy="212"/>
            </a:xfrm>
            <a:custGeom>
              <a:avLst/>
              <a:gdLst>
                <a:gd name="T0" fmla="*/ 107 w 192"/>
                <a:gd name="T1" fmla="*/ 267 h 320"/>
                <a:gd name="T2" fmla="*/ 96 w 192"/>
                <a:gd name="T3" fmla="*/ 278 h 320"/>
                <a:gd name="T4" fmla="*/ 85 w 192"/>
                <a:gd name="T5" fmla="*/ 267 h 320"/>
                <a:gd name="T6" fmla="*/ 96 w 192"/>
                <a:gd name="T7" fmla="*/ 256 h 320"/>
                <a:gd name="T8" fmla="*/ 107 w 192"/>
                <a:gd name="T9" fmla="*/ 267 h 320"/>
                <a:gd name="T10" fmla="*/ 192 w 192"/>
                <a:gd name="T11" fmla="*/ 22 h 320"/>
                <a:gd name="T12" fmla="*/ 192 w 192"/>
                <a:gd name="T13" fmla="*/ 299 h 320"/>
                <a:gd name="T14" fmla="*/ 169 w 192"/>
                <a:gd name="T15" fmla="*/ 320 h 320"/>
                <a:gd name="T16" fmla="*/ 23 w 192"/>
                <a:gd name="T17" fmla="*/ 320 h 320"/>
                <a:gd name="T18" fmla="*/ 0 w 192"/>
                <a:gd name="T19" fmla="*/ 299 h 320"/>
                <a:gd name="T20" fmla="*/ 0 w 192"/>
                <a:gd name="T21" fmla="*/ 22 h 320"/>
                <a:gd name="T22" fmla="*/ 23 w 192"/>
                <a:gd name="T23" fmla="*/ 0 h 320"/>
                <a:gd name="T24" fmla="*/ 169 w 192"/>
                <a:gd name="T25" fmla="*/ 0 h 320"/>
                <a:gd name="T26" fmla="*/ 192 w 192"/>
                <a:gd name="T27" fmla="*/ 22 h 320"/>
                <a:gd name="T28" fmla="*/ 171 w 192"/>
                <a:gd name="T29" fmla="*/ 298 h 320"/>
                <a:gd name="T30" fmla="*/ 171 w 192"/>
                <a:gd name="T31" fmla="*/ 22 h 320"/>
                <a:gd name="T32" fmla="*/ 169 w 192"/>
                <a:gd name="T33" fmla="*/ 22 h 320"/>
                <a:gd name="T34" fmla="*/ 23 w 192"/>
                <a:gd name="T35" fmla="*/ 22 h 320"/>
                <a:gd name="T36" fmla="*/ 21 w 192"/>
                <a:gd name="T37" fmla="*/ 22 h 320"/>
                <a:gd name="T38" fmla="*/ 21 w 192"/>
                <a:gd name="T39" fmla="*/ 299 h 320"/>
                <a:gd name="T40" fmla="*/ 21 w 192"/>
                <a:gd name="T41" fmla="*/ 299 h 320"/>
                <a:gd name="T42" fmla="*/ 23 w 192"/>
                <a:gd name="T43" fmla="*/ 299 h 320"/>
                <a:gd name="T44" fmla="*/ 169 w 192"/>
                <a:gd name="T45" fmla="*/ 299 h 320"/>
                <a:gd name="T46" fmla="*/ 171 w 192"/>
                <a:gd name="T47" fmla="*/ 298 h 320"/>
                <a:gd name="T48" fmla="*/ 160 w 192"/>
                <a:gd name="T49" fmla="*/ 43 h 320"/>
                <a:gd name="T50" fmla="*/ 160 w 192"/>
                <a:gd name="T51" fmla="*/ 224 h 320"/>
                <a:gd name="T52" fmla="*/ 149 w 192"/>
                <a:gd name="T53" fmla="*/ 235 h 320"/>
                <a:gd name="T54" fmla="*/ 43 w 192"/>
                <a:gd name="T55" fmla="*/ 235 h 320"/>
                <a:gd name="T56" fmla="*/ 32 w 192"/>
                <a:gd name="T57" fmla="*/ 224 h 320"/>
                <a:gd name="T58" fmla="*/ 32 w 192"/>
                <a:gd name="T59" fmla="*/ 43 h 320"/>
                <a:gd name="T60" fmla="*/ 43 w 192"/>
                <a:gd name="T61" fmla="*/ 32 h 320"/>
                <a:gd name="T62" fmla="*/ 149 w 192"/>
                <a:gd name="T63" fmla="*/ 32 h 320"/>
                <a:gd name="T64" fmla="*/ 160 w 192"/>
                <a:gd name="T65" fmla="*/ 43 h 320"/>
                <a:gd name="T66" fmla="*/ 139 w 192"/>
                <a:gd name="T67" fmla="*/ 54 h 320"/>
                <a:gd name="T68" fmla="*/ 53 w 192"/>
                <a:gd name="T69" fmla="*/ 54 h 320"/>
                <a:gd name="T70" fmla="*/ 53 w 192"/>
                <a:gd name="T71" fmla="*/ 214 h 320"/>
                <a:gd name="T72" fmla="*/ 139 w 192"/>
                <a:gd name="T73" fmla="*/ 214 h 320"/>
                <a:gd name="T74" fmla="*/ 139 w 192"/>
                <a:gd name="T75" fmla="*/ 54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92" h="320">
                  <a:moveTo>
                    <a:pt x="107" y="267"/>
                  </a:moveTo>
                  <a:cubicBezTo>
                    <a:pt x="107" y="273"/>
                    <a:pt x="102" y="278"/>
                    <a:pt x="96" y="278"/>
                  </a:cubicBezTo>
                  <a:cubicBezTo>
                    <a:pt x="90" y="278"/>
                    <a:pt x="85" y="273"/>
                    <a:pt x="85" y="267"/>
                  </a:cubicBezTo>
                  <a:cubicBezTo>
                    <a:pt x="85" y="261"/>
                    <a:pt x="90" y="256"/>
                    <a:pt x="96" y="256"/>
                  </a:cubicBezTo>
                  <a:cubicBezTo>
                    <a:pt x="102" y="256"/>
                    <a:pt x="107" y="261"/>
                    <a:pt x="107" y="267"/>
                  </a:cubicBezTo>
                  <a:close/>
                  <a:moveTo>
                    <a:pt x="192" y="22"/>
                  </a:moveTo>
                  <a:cubicBezTo>
                    <a:pt x="192" y="299"/>
                    <a:pt x="192" y="299"/>
                    <a:pt x="192" y="299"/>
                  </a:cubicBezTo>
                  <a:cubicBezTo>
                    <a:pt x="192" y="311"/>
                    <a:pt x="182" y="320"/>
                    <a:pt x="169" y="320"/>
                  </a:cubicBezTo>
                  <a:cubicBezTo>
                    <a:pt x="23" y="320"/>
                    <a:pt x="23" y="320"/>
                    <a:pt x="23" y="320"/>
                  </a:cubicBezTo>
                  <a:cubicBezTo>
                    <a:pt x="10" y="320"/>
                    <a:pt x="0" y="311"/>
                    <a:pt x="0" y="299"/>
                  </a:cubicBezTo>
                  <a:cubicBezTo>
                    <a:pt x="0" y="22"/>
                    <a:pt x="0" y="22"/>
                    <a:pt x="0" y="22"/>
                  </a:cubicBezTo>
                  <a:cubicBezTo>
                    <a:pt x="0" y="10"/>
                    <a:pt x="10" y="0"/>
                    <a:pt x="23" y="0"/>
                  </a:cubicBezTo>
                  <a:cubicBezTo>
                    <a:pt x="169" y="0"/>
                    <a:pt x="169" y="0"/>
                    <a:pt x="169" y="0"/>
                  </a:cubicBezTo>
                  <a:cubicBezTo>
                    <a:pt x="182" y="0"/>
                    <a:pt x="192" y="10"/>
                    <a:pt x="192" y="22"/>
                  </a:cubicBezTo>
                  <a:close/>
                  <a:moveTo>
                    <a:pt x="171" y="298"/>
                  </a:moveTo>
                  <a:cubicBezTo>
                    <a:pt x="171" y="22"/>
                    <a:pt x="171" y="22"/>
                    <a:pt x="171" y="22"/>
                  </a:cubicBezTo>
                  <a:cubicBezTo>
                    <a:pt x="171" y="22"/>
                    <a:pt x="170" y="22"/>
                    <a:pt x="169" y="22"/>
                  </a:cubicBezTo>
                  <a:cubicBezTo>
                    <a:pt x="23" y="22"/>
                    <a:pt x="23" y="22"/>
                    <a:pt x="23" y="22"/>
                  </a:cubicBezTo>
                  <a:cubicBezTo>
                    <a:pt x="22" y="22"/>
                    <a:pt x="21" y="22"/>
                    <a:pt x="21" y="22"/>
                  </a:cubicBezTo>
                  <a:cubicBezTo>
                    <a:pt x="21" y="299"/>
                    <a:pt x="21" y="299"/>
                    <a:pt x="21" y="299"/>
                  </a:cubicBezTo>
                  <a:cubicBezTo>
                    <a:pt x="21" y="299"/>
                    <a:pt x="21" y="299"/>
                    <a:pt x="21" y="299"/>
                  </a:cubicBezTo>
                  <a:cubicBezTo>
                    <a:pt x="22" y="299"/>
                    <a:pt x="22" y="299"/>
                    <a:pt x="23" y="299"/>
                  </a:cubicBezTo>
                  <a:cubicBezTo>
                    <a:pt x="169" y="299"/>
                    <a:pt x="169" y="299"/>
                    <a:pt x="169" y="299"/>
                  </a:cubicBezTo>
                  <a:cubicBezTo>
                    <a:pt x="170" y="299"/>
                    <a:pt x="171" y="299"/>
                    <a:pt x="171" y="298"/>
                  </a:cubicBezTo>
                  <a:close/>
                  <a:moveTo>
                    <a:pt x="160" y="43"/>
                  </a:moveTo>
                  <a:cubicBezTo>
                    <a:pt x="160" y="224"/>
                    <a:pt x="160" y="224"/>
                    <a:pt x="160" y="224"/>
                  </a:cubicBezTo>
                  <a:cubicBezTo>
                    <a:pt x="160" y="230"/>
                    <a:pt x="155" y="235"/>
                    <a:pt x="149" y="235"/>
                  </a:cubicBezTo>
                  <a:cubicBezTo>
                    <a:pt x="43" y="235"/>
                    <a:pt x="43" y="235"/>
                    <a:pt x="43" y="235"/>
                  </a:cubicBezTo>
                  <a:cubicBezTo>
                    <a:pt x="37" y="235"/>
                    <a:pt x="32" y="230"/>
                    <a:pt x="32" y="224"/>
                  </a:cubicBezTo>
                  <a:cubicBezTo>
                    <a:pt x="32" y="43"/>
                    <a:pt x="32" y="43"/>
                    <a:pt x="32" y="43"/>
                  </a:cubicBezTo>
                  <a:cubicBezTo>
                    <a:pt x="32" y="37"/>
                    <a:pt x="37" y="32"/>
                    <a:pt x="43" y="32"/>
                  </a:cubicBezTo>
                  <a:cubicBezTo>
                    <a:pt x="149" y="32"/>
                    <a:pt x="149" y="32"/>
                    <a:pt x="149" y="32"/>
                  </a:cubicBezTo>
                  <a:cubicBezTo>
                    <a:pt x="155" y="32"/>
                    <a:pt x="160" y="37"/>
                    <a:pt x="160" y="43"/>
                  </a:cubicBezTo>
                  <a:close/>
                  <a:moveTo>
                    <a:pt x="139" y="54"/>
                  </a:moveTo>
                  <a:cubicBezTo>
                    <a:pt x="53" y="54"/>
                    <a:pt x="53" y="54"/>
                    <a:pt x="53" y="54"/>
                  </a:cubicBezTo>
                  <a:cubicBezTo>
                    <a:pt x="53" y="214"/>
                    <a:pt x="53" y="214"/>
                    <a:pt x="53" y="214"/>
                  </a:cubicBezTo>
                  <a:cubicBezTo>
                    <a:pt x="139" y="214"/>
                    <a:pt x="139" y="214"/>
                    <a:pt x="139" y="214"/>
                  </a:cubicBezTo>
                  <a:lnTo>
                    <a:pt x="139" y="5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15" name="Group 757">
            <a:extLst>
              <a:ext uri="{FF2B5EF4-FFF2-40B4-BE49-F238E27FC236}">
                <a16:creationId xmlns:a16="http://schemas.microsoft.com/office/drawing/2014/main" id="{EEE3103A-58EF-4ADD-B3C1-84C59A35172A}"/>
              </a:ext>
            </a:extLst>
          </p:cNvPr>
          <p:cNvGrpSpPr>
            <a:grpSpLocks noChangeAspect="1"/>
          </p:cNvGrpSpPr>
          <p:nvPr/>
        </p:nvGrpSpPr>
        <p:grpSpPr bwMode="auto">
          <a:xfrm>
            <a:off x="1335654" y="1891218"/>
            <a:ext cx="367631" cy="367631"/>
            <a:chOff x="5285" y="3084"/>
            <a:chExt cx="340" cy="340"/>
          </a:xfrm>
          <a:solidFill>
            <a:schemeClr val="accent2"/>
          </a:solidFill>
        </p:grpSpPr>
        <p:sp>
          <p:nvSpPr>
            <p:cNvPr id="16" name="Freeform 758">
              <a:extLst>
                <a:ext uri="{FF2B5EF4-FFF2-40B4-BE49-F238E27FC236}">
                  <a16:creationId xmlns:a16="http://schemas.microsoft.com/office/drawing/2014/main" id="{F05F5D7E-285B-4704-B135-DDBA828EDFB6}"/>
                </a:ext>
              </a:extLst>
            </p:cNvPr>
            <p:cNvSpPr>
              <a:spLocks noEditPoints="1"/>
            </p:cNvSpPr>
            <p:nvPr/>
          </p:nvSpPr>
          <p:spPr bwMode="auto">
            <a:xfrm>
              <a:off x="5285" y="308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7" name="Freeform 759">
              <a:extLst>
                <a:ext uri="{FF2B5EF4-FFF2-40B4-BE49-F238E27FC236}">
                  <a16:creationId xmlns:a16="http://schemas.microsoft.com/office/drawing/2014/main" id="{1EDF2246-54B9-41E5-9EEA-B4506B21AFA7}"/>
                </a:ext>
              </a:extLst>
            </p:cNvPr>
            <p:cNvSpPr>
              <a:spLocks noEditPoints="1"/>
            </p:cNvSpPr>
            <p:nvPr/>
          </p:nvSpPr>
          <p:spPr bwMode="auto">
            <a:xfrm>
              <a:off x="5355" y="3148"/>
              <a:ext cx="199" cy="212"/>
            </a:xfrm>
            <a:custGeom>
              <a:avLst/>
              <a:gdLst>
                <a:gd name="T0" fmla="*/ 267 w 299"/>
                <a:gd name="T1" fmla="*/ 117 h 320"/>
                <a:gd name="T2" fmla="*/ 266 w 299"/>
                <a:gd name="T3" fmla="*/ 81 h 320"/>
                <a:gd name="T4" fmla="*/ 189 w 299"/>
                <a:gd name="T5" fmla="*/ 3 h 320"/>
                <a:gd name="T6" fmla="*/ 182 w 299"/>
                <a:gd name="T7" fmla="*/ 0 h 320"/>
                <a:gd name="T8" fmla="*/ 32 w 299"/>
                <a:gd name="T9" fmla="*/ 10 h 320"/>
                <a:gd name="T10" fmla="*/ 11 w 299"/>
                <a:gd name="T11" fmla="*/ 117 h 320"/>
                <a:gd name="T12" fmla="*/ 0 w 299"/>
                <a:gd name="T13" fmla="*/ 266 h 320"/>
                <a:gd name="T14" fmla="*/ 32 w 299"/>
                <a:gd name="T15" fmla="*/ 277 h 320"/>
                <a:gd name="T16" fmla="*/ 43 w 299"/>
                <a:gd name="T17" fmla="*/ 320 h 320"/>
                <a:gd name="T18" fmla="*/ 267 w 299"/>
                <a:gd name="T19" fmla="*/ 309 h 320"/>
                <a:gd name="T20" fmla="*/ 288 w 299"/>
                <a:gd name="T21" fmla="*/ 277 h 320"/>
                <a:gd name="T22" fmla="*/ 299 w 299"/>
                <a:gd name="T23" fmla="*/ 128 h 320"/>
                <a:gd name="T24" fmla="*/ 192 w 299"/>
                <a:gd name="T25" fmla="*/ 36 h 320"/>
                <a:gd name="T26" fmla="*/ 192 w 299"/>
                <a:gd name="T27" fmla="*/ 74 h 320"/>
                <a:gd name="T28" fmla="*/ 54 w 299"/>
                <a:gd name="T29" fmla="*/ 21 h 320"/>
                <a:gd name="T30" fmla="*/ 171 w 299"/>
                <a:gd name="T31" fmla="*/ 85 h 320"/>
                <a:gd name="T32" fmla="*/ 246 w 299"/>
                <a:gd name="T33" fmla="*/ 96 h 320"/>
                <a:gd name="T34" fmla="*/ 54 w 299"/>
                <a:gd name="T35" fmla="*/ 117 h 320"/>
                <a:gd name="T36" fmla="*/ 246 w 299"/>
                <a:gd name="T37" fmla="*/ 298 h 320"/>
                <a:gd name="T38" fmla="*/ 54 w 299"/>
                <a:gd name="T39" fmla="*/ 277 h 320"/>
                <a:gd name="T40" fmla="*/ 246 w 299"/>
                <a:gd name="T41" fmla="*/ 298 h 320"/>
                <a:gd name="T42" fmla="*/ 22 w 299"/>
                <a:gd name="T43" fmla="*/ 256 h 320"/>
                <a:gd name="T44" fmla="*/ 278 w 299"/>
                <a:gd name="T45" fmla="*/ 138 h 320"/>
                <a:gd name="T46" fmla="*/ 208 w 299"/>
                <a:gd name="T47" fmla="*/ 235 h 320"/>
                <a:gd name="T48" fmla="*/ 187 w 299"/>
                <a:gd name="T49" fmla="*/ 216 h 320"/>
                <a:gd name="T50" fmla="*/ 210 w 299"/>
                <a:gd name="T51" fmla="*/ 222 h 320"/>
                <a:gd name="T52" fmla="*/ 220 w 299"/>
                <a:gd name="T53" fmla="*/ 214 h 320"/>
                <a:gd name="T54" fmla="*/ 216 w 299"/>
                <a:gd name="T55" fmla="*/ 207 h 320"/>
                <a:gd name="T56" fmla="*/ 196 w 299"/>
                <a:gd name="T57" fmla="*/ 196 h 320"/>
                <a:gd name="T58" fmla="*/ 188 w 299"/>
                <a:gd name="T59" fmla="*/ 180 h 320"/>
                <a:gd name="T60" fmla="*/ 213 w 299"/>
                <a:gd name="T61" fmla="*/ 159 h 320"/>
                <a:gd name="T62" fmla="*/ 236 w 299"/>
                <a:gd name="T63" fmla="*/ 164 h 320"/>
                <a:gd name="T64" fmla="*/ 221 w 299"/>
                <a:gd name="T65" fmla="*/ 173 h 320"/>
                <a:gd name="T66" fmla="*/ 206 w 299"/>
                <a:gd name="T67" fmla="*/ 174 h 320"/>
                <a:gd name="T68" fmla="*/ 205 w 299"/>
                <a:gd name="T69" fmla="*/ 183 h 320"/>
                <a:gd name="T70" fmla="*/ 218 w 299"/>
                <a:gd name="T71" fmla="*/ 191 h 320"/>
                <a:gd name="T72" fmla="*/ 236 w 299"/>
                <a:gd name="T73" fmla="*/ 214 h 320"/>
                <a:gd name="T74" fmla="*/ 208 w 299"/>
                <a:gd name="T75" fmla="*/ 235 h 320"/>
                <a:gd name="T76" fmla="*/ 78 w 299"/>
                <a:gd name="T77" fmla="*/ 196 h 320"/>
                <a:gd name="T78" fmla="*/ 73 w 299"/>
                <a:gd name="T79" fmla="*/ 160 h 320"/>
                <a:gd name="T80" fmla="*/ 105 w 299"/>
                <a:gd name="T81" fmla="*/ 160 h 320"/>
                <a:gd name="T82" fmla="*/ 98 w 299"/>
                <a:gd name="T83" fmla="*/ 197 h 320"/>
                <a:gd name="T84" fmla="*/ 105 w 299"/>
                <a:gd name="T85" fmla="*/ 234 h 320"/>
                <a:gd name="T86" fmla="*/ 71 w 299"/>
                <a:gd name="T87" fmla="*/ 234 h 320"/>
                <a:gd name="T88" fmla="*/ 179 w 299"/>
                <a:gd name="T89" fmla="*/ 234 h 320"/>
                <a:gd name="T90" fmla="*/ 133 w 299"/>
                <a:gd name="T91" fmla="*/ 160 h 320"/>
                <a:gd name="T92" fmla="*/ 149 w 299"/>
                <a:gd name="T93" fmla="*/ 221 h 320"/>
                <a:gd name="T94" fmla="*/ 179 w 299"/>
                <a:gd name="T95" fmla="*/ 234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99" h="320">
                  <a:moveTo>
                    <a:pt x="288" y="117"/>
                  </a:moveTo>
                  <a:cubicBezTo>
                    <a:pt x="267" y="117"/>
                    <a:pt x="267" y="117"/>
                    <a:pt x="267" y="117"/>
                  </a:cubicBezTo>
                  <a:cubicBezTo>
                    <a:pt x="267" y="85"/>
                    <a:pt x="267" y="85"/>
                    <a:pt x="267" y="85"/>
                  </a:cubicBezTo>
                  <a:cubicBezTo>
                    <a:pt x="267" y="84"/>
                    <a:pt x="267" y="82"/>
                    <a:pt x="266" y="81"/>
                  </a:cubicBezTo>
                  <a:cubicBezTo>
                    <a:pt x="266" y="80"/>
                    <a:pt x="265" y="78"/>
                    <a:pt x="264" y="77"/>
                  </a:cubicBezTo>
                  <a:cubicBezTo>
                    <a:pt x="189" y="3"/>
                    <a:pt x="189" y="3"/>
                    <a:pt x="189" y="3"/>
                  </a:cubicBezTo>
                  <a:cubicBezTo>
                    <a:pt x="188" y="2"/>
                    <a:pt x="187" y="1"/>
                    <a:pt x="186" y="0"/>
                  </a:cubicBezTo>
                  <a:cubicBezTo>
                    <a:pt x="184" y="0"/>
                    <a:pt x="183" y="0"/>
                    <a:pt x="182" y="0"/>
                  </a:cubicBezTo>
                  <a:cubicBezTo>
                    <a:pt x="43" y="0"/>
                    <a:pt x="43" y="0"/>
                    <a:pt x="43" y="0"/>
                  </a:cubicBezTo>
                  <a:cubicBezTo>
                    <a:pt x="37" y="0"/>
                    <a:pt x="32" y="4"/>
                    <a:pt x="32" y="10"/>
                  </a:cubicBezTo>
                  <a:cubicBezTo>
                    <a:pt x="32" y="117"/>
                    <a:pt x="32" y="117"/>
                    <a:pt x="32" y="117"/>
                  </a:cubicBezTo>
                  <a:cubicBezTo>
                    <a:pt x="11" y="117"/>
                    <a:pt x="11" y="117"/>
                    <a:pt x="11" y="117"/>
                  </a:cubicBezTo>
                  <a:cubicBezTo>
                    <a:pt x="5" y="117"/>
                    <a:pt x="0" y="122"/>
                    <a:pt x="0" y="128"/>
                  </a:cubicBezTo>
                  <a:cubicBezTo>
                    <a:pt x="0" y="266"/>
                    <a:pt x="0" y="266"/>
                    <a:pt x="0" y="266"/>
                  </a:cubicBezTo>
                  <a:cubicBezTo>
                    <a:pt x="0" y="272"/>
                    <a:pt x="5" y="277"/>
                    <a:pt x="11" y="277"/>
                  </a:cubicBezTo>
                  <a:cubicBezTo>
                    <a:pt x="32" y="277"/>
                    <a:pt x="32" y="277"/>
                    <a:pt x="32" y="277"/>
                  </a:cubicBezTo>
                  <a:cubicBezTo>
                    <a:pt x="32" y="309"/>
                    <a:pt x="32" y="309"/>
                    <a:pt x="32" y="309"/>
                  </a:cubicBezTo>
                  <a:cubicBezTo>
                    <a:pt x="32" y="315"/>
                    <a:pt x="37" y="320"/>
                    <a:pt x="43" y="320"/>
                  </a:cubicBezTo>
                  <a:cubicBezTo>
                    <a:pt x="256" y="320"/>
                    <a:pt x="256" y="320"/>
                    <a:pt x="256" y="320"/>
                  </a:cubicBezTo>
                  <a:cubicBezTo>
                    <a:pt x="262" y="320"/>
                    <a:pt x="267" y="315"/>
                    <a:pt x="267" y="309"/>
                  </a:cubicBezTo>
                  <a:cubicBezTo>
                    <a:pt x="267" y="277"/>
                    <a:pt x="267" y="277"/>
                    <a:pt x="267" y="277"/>
                  </a:cubicBezTo>
                  <a:cubicBezTo>
                    <a:pt x="288" y="277"/>
                    <a:pt x="288" y="277"/>
                    <a:pt x="288" y="277"/>
                  </a:cubicBezTo>
                  <a:cubicBezTo>
                    <a:pt x="294" y="277"/>
                    <a:pt x="299" y="272"/>
                    <a:pt x="299" y="266"/>
                  </a:cubicBezTo>
                  <a:cubicBezTo>
                    <a:pt x="299" y="128"/>
                    <a:pt x="299" y="128"/>
                    <a:pt x="299" y="128"/>
                  </a:cubicBezTo>
                  <a:cubicBezTo>
                    <a:pt x="299" y="122"/>
                    <a:pt x="294" y="117"/>
                    <a:pt x="288" y="117"/>
                  </a:cubicBezTo>
                  <a:close/>
                  <a:moveTo>
                    <a:pt x="192" y="36"/>
                  </a:moveTo>
                  <a:cubicBezTo>
                    <a:pt x="231" y="74"/>
                    <a:pt x="231" y="74"/>
                    <a:pt x="231" y="74"/>
                  </a:cubicBezTo>
                  <a:cubicBezTo>
                    <a:pt x="192" y="74"/>
                    <a:pt x="192" y="74"/>
                    <a:pt x="192" y="74"/>
                  </a:cubicBezTo>
                  <a:lnTo>
                    <a:pt x="192" y="36"/>
                  </a:lnTo>
                  <a:close/>
                  <a:moveTo>
                    <a:pt x="54" y="21"/>
                  </a:moveTo>
                  <a:cubicBezTo>
                    <a:pt x="171" y="21"/>
                    <a:pt x="171" y="21"/>
                    <a:pt x="171" y="21"/>
                  </a:cubicBezTo>
                  <a:cubicBezTo>
                    <a:pt x="171" y="85"/>
                    <a:pt x="171" y="85"/>
                    <a:pt x="171" y="85"/>
                  </a:cubicBezTo>
                  <a:cubicBezTo>
                    <a:pt x="171" y="91"/>
                    <a:pt x="176" y="96"/>
                    <a:pt x="182" y="96"/>
                  </a:cubicBezTo>
                  <a:cubicBezTo>
                    <a:pt x="246" y="96"/>
                    <a:pt x="246" y="96"/>
                    <a:pt x="246" y="96"/>
                  </a:cubicBezTo>
                  <a:cubicBezTo>
                    <a:pt x="246" y="117"/>
                    <a:pt x="246" y="117"/>
                    <a:pt x="246" y="117"/>
                  </a:cubicBezTo>
                  <a:cubicBezTo>
                    <a:pt x="54" y="117"/>
                    <a:pt x="54" y="117"/>
                    <a:pt x="54" y="117"/>
                  </a:cubicBezTo>
                  <a:lnTo>
                    <a:pt x="54" y="21"/>
                  </a:lnTo>
                  <a:close/>
                  <a:moveTo>
                    <a:pt x="246" y="298"/>
                  </a:moveTo>
                  <a:cubicBezTo>
                    <a:pt x="54" y="298"/>
                    <a:pt x="54" y="298"/>
                    <a:pt x="54" y="298"/>
                  </a:cubicBezTo>
                  <a:cubicBezTo>
                    <a:pt x="54" y="277"/>
                    <a:pt x="54" y="277"/>
                    <a:pt x="54" y="277"/>
                  </a:cubicBezTo>
                  <a:cubicBezTo>
                    <a:pt x="246" y="277"/>
                    <a:pt x="246" y="277"/>
                    <a:pt x="246" y="277"/>
                  </a:cubicBezTo>
                  <a:lnTo>
                    <a:pt x="246" y="298"/>
                  </a:lnTo>
                  <a:close/>
                  <a:moveTo>
                    <a:pt x="278" y="256"/>
                  </a:moveTo>
                  <a:cubicBezTo>
                    <a:pt x="22" y="256"/>
                    <a:pt x="22" y="256"/>
                    <a:pt x="22" y="256"/>
                  </a:cubicBezTo>
                  <a:cubicBezTo>
                    <a:pt x="22" y="138"/>
                    <a:pt x="22" y="138"/>
                    <a:pt x="22" y="138"/>
                  </a:cubicBezTo>
                  <a:cubicBezTo>
                    <a:pt x="278" y="138"/>
                    <a:pt x="278" y="138"/>
                    <a:pt x="278" y="138"/>
                  </a:cubicBezTo>
                  <a:lnTo>
                    <a:pt x="278" y="256"/>
                  </a:lnTo>
                  <a:close/>
                  <a:moveTo>
                    <a:pt x="208" y="235"/>
                  </a:moveTo>
                  <a:cubicBezTo>
                    <a:pt x="200" y="235"/>
                    <a:pt x="193" y="234"/>
                    <a:pt x="187" y="231"/>
                  </a:cubicBezTo>
                  <a:cubicBezTo>
                    <a:pt x="187" y="216"/>
                    <a:pt x="187" y="216"/>
                    <a:pt x="187" y="216"/>
                  </a:cubicBezTo>
                  <a:cubicBezTo>
                    <a:pt x="192" y="218"/>
                    <a:pt x="197" y="220"/>
                    <a:pt x="200" y="221"/>
                  </a:cubicBezTo>
                  <a:cubicBezTo>
                    <a:pt x="204" y="222"/>
                    <a:pt x="207" y="222"/>
                    <a:pt x="210" y="222"/>
                  </a:cubicBezTo>
                  <a:cubicBezTo>
                    <a:pt x="213" y="222"/>
                    <a:pt x="216" y="222"/>
                    <a:pt x="218" y="220"/>
                  </a:cubicBezTo>
                  <a:cubicBezTo>
                    <a:pt x="219" y="219"/>
                    <a:pt x="220" y="217"/>
                    <a:pt x="220" y="214"/>
                  </a:cubicBezTo>
                  <a:cubicBezTo>
                    <a:pt x="220" y="213"/>
                    <a:pt x="220" y="212"/>
                    <a:pt x="219" y="210"/>
                  </a:cubicBezTo>
                  <a:cubicBezTo>
                    <a:pt x="218" y="209"/>
                    <a:pt x="217" y="208"/>
                    <a:pt x="216" y="207"/>
                  </a:cubicBezTo>
                  <a:cubicBezTo>
                    <a:pt x="214" y="206"/>
                    <a:pt x="211" y="204"/>
                    <a:pt x="206" y="202"/>
                  </a:cubicBezTo>
                  <a:cubicBezTo>
                    <a:pt x="201" y="200"/>
                    <a:pt x="198" y="198"/>
                    <a:pt x="196" y="196"/>
                  </a:cubicBezTo>
                  <a:cubicBezTo>
                    <a:pt x="193" y="194"/>
                    <a:pt x="192" y="192"/>
                    <a:pt x="190" y="189"/>
                  </a:cubicBezTo>
                  <a:cubicBezTo>
                    <a:pt x="189" y="186"/>
                    <a:pt x="188" y="183"/>
                    <a:pt x="188" y="180"/>
                  </a:cubicBezTo>
                  <a:cubicBezTo>
                    <a:pt x="188" y="173"/>
                    <a:pt x="190" y="168"/>
                    <a:pt x="195" y="164"/>
                  </a:cubicBezTo>
                  <a:cubicBezTo>
                    <a:pt x="199" y="161"/>
                    <a:pt x="206" y="159"/>
                    <a:pt x="213" y="159"/>
                  </a:cubicBezTo>
                  <a:cubicBezTo>
                    <a:pt x="217" y="159"/>
                    <a:pt x="221" y="159"/>
                    <a:pt x="225" y="160"/>
                  </a:cubicBezTo>
                  <a:cubicBezTo>
                    <a:pt x="228" y="161"/>
                    <a:pt x="232" y="162"/>
                    <a:pt x="236" y="164"/>
                  </a:cubicBezTo>
                  <a:cubicBezTo>
                    <a:pt x="230" y="176"/>
                    <a:pt x="230" y="176"/>
                    <a:pt x="230" y="176"/>
                  </a:cubicBezTo>
                  <a:cubicBezTo>
                    <a:pt x="226" y="175"/>
                    <a:pt x="223" y="173"/>
                    <a:pt x="221" y="173"/>
                  </a:cubicBezTo>
                  <a:cubicBezTo>
                    <a:pt x="218" y="172"/>
                    <a:pt x="215" y="172"/>
                    <a:pt x="213" y="172"/>
                  </a:cubicBezTo>
                  <a:cubicBezTo>
                    <a:pt x="210" y="172"/>
                    <a:pt x="208" y="173"/>
                    <a:pt x="206" y="174"/>
                  </a:cubicBezTo>
                  <a:cubicBezTo>
                    <a:pt x="204" y="175"/>
                    <a:pt x="204" y="177"/>
                    <a:pt x="204" y="179"/>
                  </a:cubicBezTo>
                  <a:cubicBezTo>
                    <a:pt x="204" y="181"/>
                    <a:pt x="204" y="182"/>
                    <a:pt x="205" y="183"/>
                  </a:cubicBezTo>
                  <a:cubicBezTo>
                    <a:pt x="205" y="184"/>
                    <a:pt x="206" y="185"/>
                    <a:pt x="208" y="186"/>
                  </a:cubicBezTo>
                  <a:cubicBezTo>
                    <a:pt x="209" y="187"/>
                    <a:pt x="212" y="189"/>
                    <a:pt x="218" y="191"/>
                  </a:cubicBezTo>
                  <a:cubicBezTo>
                    <a:pt x="225" y="195"/>
                    <a:pt x="229" y="198"/>
                    <a:pt x="232" y="201"/>
                  </a:cubicBezTo>
                  <a:cubicBezTo>
                    <a:pt x="235" y="205"/>
                    <a:pt x="236" y="209"/>
                    <a:pt x="236" y="214"/>
                  </a:cubicBezTo>
                  <a:cubicBezTo>
                    <a:pt x="236" y="220"/>
                    <a:pt x="233" y="226"/>
                    <a:pt x="229" y="230"/>
                  </a:cubicBezTo>
                  <a:cubicBezTo>
                    <a:pt x="224" y="233"/>
                    <a:pt x="217" y="235"/>
                    <a:pt x="208" y="235"/>
                  </a:cubicBezTo>
                  <a:close/>
                  <a:moveTo>
                    <a:pt x="54" y="234"/>
                  </a:moveTo>
                  <a:cubicBezTo>
                    <a:pt x="78" y="196"/>
                    <a:pt x="78" y="196"/>
                    <a:pt x="78" y="196"/>
                  </a:cubicBezTo>
                  <a:cubicBezTo>
                    <a:pt x="55" y="160"/>
                    <a:pt x="55" y="160"/>
                    <a:pt x="55" y="160"/>
                  </a:cubicBezTo>
                  <a:cubicBezTo>
                    <a:pt x="73" y="160"/>
                    <a:pt x="73" y="160"/>
                    <a:pt x="73" y="160"/>
                  </a:cubicBezTo>
                  <a:cubicBezTo>
                    <a:pt x="89" y="187"/>
                    <a:pt x="89" y="187"/>
                    <a:pt x="89" y="187"/>
                  </a:cubicBezTo>
                  <a:cubicBezTo>
                    <a:pt x="105" y="160"/>
                    <a:pt x="105" y="160"/>
                    <a:pt x="105" y="160"/>
                  </a:cubicBezTo>
                  <a:cubicBezTo>
                    <a:pt x="122" y="160"/>
                    <a:pt x="122" y="160"/>
                    <a:pt x="122" y="160"/>
                  </a:cubicBezTo>
                  <a:cubicBezTo>
                    <a:pt x="98" y="197"/>
                    <a:pt x="98" y="197"/>
                    <a:pt x="98" y="197"/>
                  </a:cubicBezTo>
                  <a:cubicBezTo>
                    <a:pt x="123" y="234"/>
                    <a:pt x="123" y="234"/>
                    <a:pt x="123" y="234"/>
                  </a:cubicBezTo>
                  <a:cubicBezTo>
                    <a:pt x="105" y="234"/>
                    <a:pt x="105" y="234"/>
                    <a:pt x="105" y="234"/>
                  </a:cubicBezTo>
                  <a:cubicBezTo>
                    <a:pt x="88" y="206"/>
                    <a:pt x="88" y="206"/>
                    <a:pt x="88" y="206"/>
                  </a:cubicBezTo>
                  <a:cubicBezTo>
                    <a:pt x="71" y="234"/>
                    <a:pt x="71" y="234"/>
                    <a:pt x="71" y="234"/>
                  </a:cubicBezTo>
                  <a:lnTo>
                    <a:pt x="54" y="234"/>
                  </a:lnTo>
                  <a:close/>
                  <a:moveTo>
                    <a:pt x="179" y="234"/>
                  </a:moveTo>
                  <a:cubicBezTo>
                    <a:pt x="133" y="234"/>
                    <a:pt x="133" y="234"/>
                    <a:pt x="133" y="234"/>
                  </a:cubicBezTo>
                  <a:cubicBezTo>
                    <a:pt x="133" y="160"/>
                    <a:pt x="133" y="160"/>
                    <a:pt x="133" y="160"/>
                  </a:cubicBezTo>
                  <a:cubicBezTo>
                    <a:pt x="149" y="160"/>
                    <a:pt x="149" y="160"/>
                    <a:pt x="149" y="160"/>
                  </a:cubicBezTo>
                  <a:cubicBezTo>
                    <a:pt x="149" y="221"/>
                    <a:pt x="149" y="221"/>
                    <a:pt x="149" y="221"/>
                  </a:cubicBezTo>
                  <a:cubicBezTo>
                    <a:pt x="179" y="221"/>
                    <a:pt x="179" y="221"/>
                    <a:pt x="179" y="221"/>
                  </a:cubicBezTo>
                  <a:lnTo>
                    <a:pt x="179" y="23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
        <p:nvSpPr>
          <p:cNvPr id="18" name="Freeform 996">
            <a:extLst>
              <a:ext uri="{FF2B5EF4-FFF2-40B4-BE49-F238E27FC236}">
                <a16:creationId xmlns:a16="http://schemas.microsoft.com/office/drawing/2014/main" id="{F80BE072-BE9C-4787-8FF0-0AB96BF1AC3F}"/>
              </a:ext>
            </a:extLst>
          </p:cNvPr>
          <p:cNvSpPr>
            <a:spLocks noChangeAspect="1" noEditPoints="1"/>
          </p:cNvSpPr>
          <p:nvPr/>
        </p:nvSpPr>
        <p:spPr bwMode="auto">
          <a:xfrm>
            <a:off x="1335303" y="3934066"/>
            <a:ext cx="370106" cy="36902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 name="T20" fmla="*/ 362 w 512"/>
              <a:gd name="T21" fmla="*/ 170 h 512"/>
              <a:gd name="T22" fmla="*/ 309 w 512"/>
              <a:gd name="T23" fmla="*/ 170 h 512"/>
              <a:gd name="T24" fmla="*/ 309 w 512"/>
              <a:gd name="T25" fmla="*/ 149 h 512"/>
              <a:gd name="T26" fmla="*/ 256 w 512"/>
              <a:gd name="T27" fmla="*/ 96 h 512"/>
              <a:gd name="T28" fmla="*/ 202 w 512"/>
              <a:gd name="T29" fmla="*/ 149 h 512"/>
              <a:gd name="T30" fmla="*/ 202 w 512"/>
              <a:gd name="T31" fmla="*/ 170 h 512"/>
              <a:gd name="T32" fmla="*/ 149 w 512"/>
              <a:gd name="T33" fmla="*/ 170 h 512"/>
              <a:gd name="T34" fmla="*/ 138 w 512"/>
              <a:gd name="T35" fmla="*/ 181 h 512"/>
              <a:gd name="T36" fmla="*/ 138 w 512"/>
              <a:gd name="T37" fmla="*/ 405 h 512"/>
              <a:gd name="T38" fmla="*/ 149 w 512"/>
              <a:gd name="T39" fmla="*/ 416 h 512"/>
              <a:gd name="T40" fmla="*/ 362 w 512"/>
              <a:gd name="T41" fmla="*/ 416 h 512"/>
              <a:gd name="T42" fmla="*/ 373 w 512"/>
              <a:gd name="T43" fmla="*/ 405 h 512"/>
              <a:gd name="T44" fmla="*/ 373 w 512"/>
              <a:gd name="T45" fmla="*/ 181 h 512"/>
              <a:gd name="T46" fmla="*/ 362 w 512"/>
              <a:gd name="T47" fmla="*/ 170 h 512"/>
              <a:gd name="T48" fmla="*/ 224 w 512"/>
              <a:gd name="T49" fmla="*/ 149 h 512"/>
              <a:gd name="T50" fmla="*/ 256 w 512"/>
              <a:gd name="T51" fmla="*/ 117 h 512"/>
              <a:gd name="T52" fmla="*/ 288 w 512"/>
              <a:gd name="T53" fmla="*/ 149 h 512"/>
              <a:gd name="T54" fmla="*/ 288 w 512"/>
              <a:gd name="T55" fmla="*/ 170 h 512"/>
              <a:gd name="T56" fmla="*/ 224 w 512"/>
              <a:gd name="T57" fmla="*/ 170 h 512"/>
              <a:gd name="T58" fmla="*/ 224 w 512"/>
              <a:gd name="T59" fmla="*/ 149 h 512"/>
              <a:gd name="T60" fmla="*/ 352 w 512"/>
              <a:gd name="T61" fmla="*/ 394 h 512"/>
              <a:gd name="T62" fmla="*/ 160 w 512"/>
              <a:gd name="T63" fmla="*/ 394 h 512"/>
              <a:gd name="T64" fmla="*/ 160 w 512"/>
              <a:gd name="T65" fmla="*/ 192 h 512"/>
              <a:gd name="T66" fmla="*/ 202 w 512"/>
              <a:gd name="T67" fmla="*/ 192 h 512"/>
              <a:gd name="T68" fmla="*/ 202 w 512"/>
              <a:gd name="T69" fmla="*/ 213 h 512"/>
              <a:gd name="T70" fmla="*/ 213 w 512"/>
              <a:gd name="T71" fmla="*/ 224 h 512"/>
              <a:gd name="T72" fmla="*/ 224 w 512"/>
              <a:gd name="T73" fmla="*/ 213 h 512"/>
              <a:gd name="T74" fmla="*/ 224 w 512"/>
              <a:gd name="T75" fmla="*/ 192 h 512"/>
              <a:gd name="T76" fmla="*/ 288 w 512"/>
              <a:gd name="T77" fmla="*/ 192 h 512"/>
              <a:gd name="T78" fmla="*/ 288 w 512"/>
              <a:gd name="T79" fmla="*/ 213 h 512"/>
              <a:gd name="T80" fmla="*/ 298 w 512"/>
              <a:gd name="T81" fmla="*/ 224 h 512"/>
              <a:gd name="T82" fmla="*/ 309 w 512"/>
              <a:gd name="T83" fmla="*/ 213 h 512"/>
              <a:gd name="T84" fmla="*/ 309 w 512"/>
              <a:gd name="T85" fmla="*/ 192 h 512"/>
              <a:gd name="T86" fmla="*/ 352 w 512"/>
              <a:gd name="T87" fmla="*/ 192 h 512"/>
              <a:gd name="T88" fmla="*/ 352 w 512"/>
              <a:gd name="T89" fmla="*/ 39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362" y="170"/>
                </a:moveTo>
                <a:cubicBezTo>
                  <a:pt x="309" y="170"/>
                  <a:pt x="309" y="170"/>
                  <a:pt x="309" y="170"/>
                </a:cubicBezTo>
                <a:cubicBezTo>
                  <a:pt x="309" y="149"/>
                  <a:pt x="309" y="149"/>
                  <a:pt x="309" y="149"/>
                </a:cubicBezTo>
                <a:cubicBezTo>
                  <a:pt x="309" y="120"/>
                  <a:pt x="285" y="96"/>
                  <a:pt x="256" y="96"/>
                </a:cubicBezTo>
                <a:cubicBezTo>
                  <a:pt x="226" y="96"/>
                  <a:pt x="202" y="120"/>
                  <a:pt x="202" y="149"/>
                </a:cubicBezTo>
                <a:cubicBezTo>
                  <a:pt x="202" y="170"/>
                  <a:pt x="202" y="170"/>
                  <a:pt x="202" y="170"/>
                </a:cubicBezTo>
                <a:cubicBezTo>
                  <a:pt x="149" y="170"/>
                  <a:pt x="149" y="170"/>
                  <a:pt x="149" y="170"/>
                </a:cubicBezTo>
                <a:cubicBezTo>
                  <a:pt x="143" y="170"/>
                  <a:pt x="138" y="175"/>
                  <a:pt x="138" y="181"/>
                </a:cubicBezTo>
                <a:cubicBezTo>
                  <a:pt x="138" y="405"/>
                  <a:pt x="138" y="405"/>
                  <a:pt x="138" y="405"/>
                </a:cubicBezTo>
                <a:cubicBezTo>
                  <a:pt x="138" y="411"/>
                  <a:pt x="143" y="416"/>
                  <a:pt x="149" y="416"/>
                </a:cubicBezTo>
                <a:cubicBezTo>
                  <a:pt x="362" y="416"/>
                  <a:pt x="362" y="416"/>
                  <a:pt x="362" y="416"/>
                </a:cubicBezTo>
                <a:cubicBezTo>
                  <a:pt x="368" y="416"/>
                  <a:pt x="373" y="411"/>
                  <a:pt x="373" y="405"/>
                </a:cubicBezTo>
                <a:cubicBezTo>
                  <a:pt x="373" y="181"/>
                  <a:pt x="373" y="181"/>
                  <a:pt x="373" y="181"/>
                </a:cubicBezTo>
                <a:cubicBezTo>
                  <a:pt x="373" y="175"/>
                  <a:pt x="368" y="170"/>
                  <a:pt x="362" y="170"/>
                </a:cubicBezTo>
                <a:close/>
                <a:moveTo>
                  <a:pt x="224" y="149"/>
                </a:moveTo>
                <a:cubicBezTo>
                  <a:pt x="224" y="131"/>
                  <a:pt x="238" y="117"/>
                  <a:pt x="256" y="117"/>
                </a:cubicBezTo>
                <a:cubicBezTo>
                  <a:pt x="273" y="117"/>
                  <a:pt x="288" y="131"/>
                  <a:pt x="288" y="149"/>
                </a:cubicBezTo>
                <a:cubicBezTo>
                  <a:pt x="288" y="170"/>
                  <a:pt x="288" y="170"/>
                  <a:pt x="288" y="170"/>
                </a:cubicBezTo>
                <a:cubicBezTo>
                  <a:pt x="224" y="170"/>
                  <a:pt x="224" y="170"/>
                  <a:pt x="224" y="170"/>
                </a:cubicBezTo>
                <a:lnTo>
                  <a:pt x="224" y="149"/>
                </a:lnTo>
                <a:close/>
                <a:moveTo>
                  <a:pt x="352" y="394"/>
                </a:moveTo>
                <a:cubicBezTo>
                  <a:pt x="160" y="394"/>
                  <a:pt x="160" y="394"/>
                  <a:pt x="160" y="394"/>
                </a:cubicBezTo>
                <a:cubicBezTo>
                  <a:pt x="160" y="192"/>
                  <a:pt x="160" y="192"/>
                  <a:pt x="160" y="192"/>
                </a:cubicBezTo>
                <a:cubicBezTo>
                  <a:pt x="202" y="192"/>
                  <a:pt x="202" y="192"/>
                  <a:pt x="202" y="192"/>
                </a:cubicBezTo>
                <a:cubicBezTo>
                  <a:pt x="202" y="213"/>
                  <a:pt x="202" y="213"/>
                  <a:pt x="202" y="213"/>
                </a:cubicBezTo>
                <a:cubicBezTo>
                  <a:pt x="202" y="219"/>
                  <a:pt x="207" y="224"/>
                  <a:pt x="213" y="224"/>
                </a:cubicBezTo>
                <a:cubicBezTo>
                  <a:pt x="219" y="224"/>
                  <a:pt x="224" y="219"/>
                  <a:pt x="224" y="213"/>
                </a:cubicBezTo>
                <a:cubicBezTo>
                  <a:pt x="224" y="192"/>
                  <a:pt x="224" y="192"/>
                  <a:pt x="224" y="192"/>
                </a:cubicBezTo>
                <a:cubicBezTo>
                  <a:pt x="288" y="192"/>
                  <a:pt x="288" y="192"/>
                  <a:pt x="288" y="192"/>
                </a:cubicBezTo>
                <a:cubicBezTo>
                  <a:pt x="288" y="213"/>
                  <a:pt x="288" y="213"/>
                  <a:pt x="288" y="213"/>
                </a:cubicBezTo>
                <a:cubicBezTo>
                  <a:pt x="288" y="219"/>
                  <a:pt x="292" y="224"/>
                  <a:pt x="298" y="224"/>
                </a:cubicBezTo>
                <a:cubicBezTo>
                  <a:pt x="304" y="224"/>
                  <a:pt x="309" y="219"/>
                  <a:pt x="309" y="213"/>
                </a:cubicBezTo>
                <a:cubicBezTo>
                  <a:pt x="309" y="192"/>
                  <a:pt x="309" y="192"/>
                  <a:pt x="309" y="192"/>
                </a:cubicBezTo>
                <a:cubicBezTo>
                  <a:pt x="352" y="192"/>
                  <a:pt x="352" y="192"/>
                  <a:pt x="352" y="192"/>
                </a:cubicBezTo>
                <a:lnTo>
                  <a:pt x="352" y="394"/>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grpSp>
        <p:nvGrpSpPr>
          <p:cNvPr id="19" name="Group 609">
            <a:extLst>
              <a:ext uri="{FF2B5EF4-FFF2-40B4-BE49-F238E27FC236}">
                <a16:creationId xmlns:a16="http://schemas.microsoft.com/office/drawing/2014/main" id="{921B69C3-83A7-4BB0-A77F-49C11ADC722B}"/>
              </a:ext>
            </a:extLst>
          </p:cNvPr>
          <p:cNvGrpSpPr>
            <a:grpSpLocks noChangeAspect="1"/>
          </p:cNvGrpSpPr>
          <p:nvPr/>
        </p:nvGrpSpPr>
        <p:grpSpPr bwMode="auto">
          <a:xfrm>
            <a:off x="1335303" y="4848883"/>
            <a:ext cx="367982" cy="367982"/>
            <a:chOff x="3724" y="2689"/>
            <a:chExt cx="340" cy="340"/>
          </a:xfrm>
          <a:solidFill>
            <a:schemeClr val="accent2"/>
          </a:solidFill>
        </p:grpSpPr>
        <p:sp>
          <p:nvSpPr>
            <p:cNvPr id="20" name="Freeform 289">
              <a:extLst>
                <a:ext uri="{FF2B5EF4-FFF2-40B4-BE49-F238E27FC236}">
                  <a16:creationId xmlns:a16="http://schemas.microsoft.com/office/drawing/2014/main" id="{610AE73E-E6AA-4F54-A80C-BAFB079EFAEA}"/>
                </a:ext>
              </a:extLst>
            </p:cNvPr>
            <p:cNvSpPr>
              <a:spLocks noEditPoints="1"/>
            </p:cNvSpPr>
            <p:nvPr/>
          </p:nvSpPr>
          <p:spPr bwMode="auto">
            <a:xfrm>
              <a:off x="3816" y="2753"/>
              <a:ext cx="156" cy="212"/>
            </a:xfrm>
            <a:custGeom>
              <a:avLst/>
              <a:gdLst>
                <a:gd name="T0" fmla="*/ 224 w 235"/>
                <a:gd name="T1" fmla="*/ 0 h 320"/>
                <a:gd name="T2" fmla="*/ 11 w 235"/>
                <a:gd name="T3" fmla="*/ 0 h 320"/>
                <a:gd name="T4" fmla="*/ 0 w 235"/>
                <a:gd name="T5" fmla="*/ 10 h 320"/>
                <a:gd name="T6" fmla="*/ 0 w 235"/>
                <a:gd name="T7" fmla="*/ 309 h 320"/>
                <a:gd name="T8" fmla="*/ 11 w 235"/>
                <a:gd name="T9" fmla="*/ 320 h 320"/>
                <a:gd name="T10" fmla="*/ 224 w 235"/>
                <a:gd name="T11" fmla="*/ 320 h 320"/>
                <a:gd name="T12" fmla="*/ 235 w 235"/>
                <a:gd name="T13" fmla="*/ 309 h 320"/>
                <a:gd name="T14" fmla="*/ 235 w 235"/>
                <a:gd name="T15" fmla="*/ 10 h 320"/>
                <a:gd name="T16" fmla="*/ 224 w 235"/>
                <a:gd name="T17" fmla="*/ 0 h 320"/>
                <a:gd name="T18" fmla="*/ 128 w 235"/>
                <a:gd name="T19" fmla="*/ 21 h 320"/>
                <a:gd name="T20" fmla="*/ 171 w 235"/>
                <a:gd name="T21" fmla="*/ 21 h 320"/>
                <a:gd name="T22" fmla="*/ 171 w 235"/>
                <a:gd name="T23" fmla="*/ 166 h 320"/>
                <a:gd name="T24" fmla="*/ 157 w 235"/>
                <a:gd name="T25" fmla="*/ 152 h 320"/>
                <a:gd name="T26" fmla="*/ 142 w 235"/>
                <a:gd name="T27" fmla="*/ 152 h 320"/>
                <a:gd name="T28" fmla="*/ 128 w 235"/>
                <a:gd name="T29" fmla="*/ 166 h 320"/>
                <a:gd name="T30" fmla="*/ 128 w 235"/>
                <a:gd name="T31" fmla="*/ 21 h 320"/>
                <a:gd name="T32" fmla="*/ 214 w 235"/>
                <a:gd name="T33" fmla="*/ 298 h 320"/>
                <a:gd name="T34" fmla="*/ 22 w 235"/>
                <a:gd name="T35" fmla="*/ 298 h 320"/>
                <a:gd name="T36" fmla="*/ 22 w 235"/>
                <a:gd name="T37" fmla="*/ 21 h 320"/>
                <a:gd name="T38" fmla="*/ 107 w 235"/>
                <a:gd name="T39" fmla="*/ 21 h 320"/>
                <a:gd name="T40" fmla="*/ 107 w 235"/>
                <a:gd name="T41" fmla="*/ 192 h 320"/>
                <a:gd name="T42" fmla="*/ 114 w 235"/>
                <a:gd name="T43" fmla="*/ 202 h 320"/>
                <a:gd name="T44" fmla="*/ 125 w 235"/>
                <a:gd name="T45" fmla="*/ 199 h 320"/>
                <a:gd name="T46" fmla="*/ 150 w 235"/>
                <a:gd name="T47" fmla="*/ 175 h 320"/>
                <a:gd name="T48" fmla="*/ 174 w 235"/>
                <a:gd name="T49" fmla="*/ 199 h 320"/>
                <a:gd name="T50" fmla="*/ 182 w 235"/>
                <a:gd name="T51" fmla="*/ 202 h 320"/>
                <a:gd name="T52" fmla="*/ 186 w 235"/>
                <a:gd name="T53" fmla="*/ 202 h 320"/>
                <a:gd name="T54" fmla="*/ 192 w 235"/>
                <a:gd name="T55" fmla="*/ 192 h 320"/>
                <a:gd name="T56" fmla="*/ 192 w 235"/>
                <a:gd name="T57" fmla="*/ 21 h 320"/>
                <a:gd name="T58" fmla="*/ 214 w 235"/>
                <a:gd name="T59" fmla="*/ 21 h 320"/>
                <a:gd name="T60" fmla="*/ 214 w 235"/>
                <a:gd name="T61" fmla="*/ 298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35" h="320">
                  <a:moveTo>
                    <a:pt x="224" y="0"/>
                  </a:moveTo>
                  <a:cubicBezTo>
                    <a:pt x="11" y="0"/>
                    <a:pt x="11" y="0"/>
                    <a:pt x="11" y="0"/>
                  </a:cubicBezTo>
                  <a:cubicBezTo>
                    <a:pt x="5" y="0"/>
                    <a:pt x="0" y="4"/>
                    <a:pt x="0" y="10"/>
                  </a:cubicBezTo>
                  <a:cubicBezTo>
                    <a:pt x="0" y="309"/>
                    <a:pt x="0" y="309"/>
                    <a:pt x="0" y="309"/>
                  </a:cubicBezTo>
                  <a:cubicBezTo>
                    <a:pt x="0" y="315"/>
                    <a:pt x="5" y="320"/>
                    <a:pt x="11" y="320"/>
                  </a:cubicBezTo>
                  <a:cubicBezTo>
                    <a:pt x="224" y="320"/>
                    <a:pt x="224" y="320"/>
                    <a:pt x="224" y="320"/>
                  </a:cubicBezTo>
                  <a:cubicBezTo>
                    <a:pt x="230" y="320"/>
                    <a:pt x="235" y="315"/>
                    <a:pt x="235" y="309"/>
                  </a:cubicBezTo>
                  <a:cubicBezTo>
                    <a:pt x="235" y="10"/>
                    <a:pt x="235" y="10"/>
                    <a:pt x="235" y="10"/>
                  </a:cubicBezTo>
                  <a:cubicBezTo>
                    <a:pt x="235" y="4"/>
                    <a:pt x="230" y="0"/>
                    <a:pt x="224" y="0"/>
                  </a:cubicBezTo>
                  <a:close/>
                  <a:moveTo>
                    <a:pt x="128" y="21"/>
                  </a:moveTo>
                  <a:cubicBezTo>
                    <a:pt x="171" y="21"/>
                    <a:pt x="171" y="21"/>
                    <a:pt x="171" y="21"/>
                  </a:cubicBezTo>
                  <a:cubicBezTo>
                    <a:pt x="171" y="166"/>
                    <a:pt x="171" y="166"/>
                    <a:pt x="171" y="166"/>
                  </a:cubicBezTo>
                  <a:cubicBezTo>
                    <a:pt x="157" y="152"/>
                    <a:pt x="157" y="152"/>
                    <a:pt x="157" y="152"/>
                  </a:cubicBezTo>
                  <a:cubicBezTo>
                    <a:pt x="153" y="148"/>
                    <a:pt x="146" y="148"/>
                    <a:pt x="142" y="152"/>
                  </a:cubicBezTo>
                  <a:cubicBezTo>
                    <a:pt x="128" y="166"/>
                    <a:pt x="128" y="166"/>
                    <a:pt x="128" y="166"/>
                  </a:cubicBezTo>
                  <a:lnTo>
                    <a:pt x="128" y="21"/>
                  </a:lnTo>
                  <a:close/>
                  <a:moveTo>
                    <a:pt x="214" y="298"/>
                  </a:moveTo>
                  <a:cubicBezTo>
                    <a:pt x="22" y="298"/>
                    <a:pt x="22" y="298"/>
                    <a:pt x="22" y="298"/>
                  </a:cubicBezTo>
                  <a:cubicBezTo>
                    <a:pt x="22" y="21"/>
                    <a:pt x="22" y="21"/>
                    <a:pt x="22" y="21"/>
                  </a:cubicBezTo>
                  <a:cubicBezTo>
                    <a:pt x="107" y="21"/>
                    <a:pt x="107" y="21"/>
                    <a:pt x="107" y="21"/>
                  </a:cubicBezTo>
                  <a:cubicBezTo>
                    <a:pt x="107" y="192"/>
                    <a:pt x="107" y="192"/>
                    <a:pt x="107" y="192"/>
                  </a:cubicBezTo>
                  <a:cubicBezTo>
                    <a:pt x="107" y="196"/>
                    <a:pt x="110" y="200"/>
                    <a:pt x="114" y="202"/>
                  </a:cubicBezTo>
                  <a:cubicBezTo>
                    <a:pt x="118" y="203"/>
                    <a:pt x="122" y="202"/>
                    <a:pt x="125" y="199"/>
                  </a:cubicBezTo>
                  <a:cubicBezTo>
                    <a:pt x="150" y="175"/>
                    <a:pt x="150" y="175"/>
                    <a:pt x="150" y="175"/>
                  </a:cubicBezTo>
                  <a:cubicBezTo>
                    <a:pt x="174" y="199"/>
                    <a:pt x="174" y="199"/>
                    <a:pt x="174" y="199"/>
                  </a:cubicBezTo>
                  <a:cubicBezTo>
                    <a:pt x="176" y="201"/>
                    <a:pt x="179" y="202"/>
                    <a:pt x="182" y="202"/>
                  </a:cubicBezTo>
                  <a:cubicBezTo>
                    <a:pt x="183" y="202"/>
                    <a:pt x="184" y="202"/>
                    <a:pt x="186" y="202"/>
                  </a:cubicBezTo>
                  <a:cubicBezTo>
                    <a:pt x="190" y="200"/>
                    <a:pt x="192" y="196"/>
                    <a:pt x="192" y="192"/>
                  </a:cubicBezTo>
                  <a:cubicBezTo>
                    <a:pt x="192" y="21"/>
                    <a:pt x="192" y="21"/>
                    <a:pt x="192" y="21"/>
                  </a:cubicBezTo>
                  <a:cubicBezTo>
                    <a:pt x="214" y="21"/>
                    <a:pt x="214" y="21"/>
                    <a:pt x="214" y="21"/>
                  </a:cubicBezTo>
                  <a:lnTo>
                    <a:pt x="214" y="2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21" name="Freeform 290">
              <a:extLst>
                <a:ext uri="{FF2B5EF4-FFF2-40B4-BE49-F238E27FC236}">
                  <a16:creationId xmlns:a16="http://schemas.microsoft.com/office/drawing/2014/main" id="{B08FDA8F-CC24-438B-9D1E-4BC4368C4BFC}"/>
                </a:ext>
              </a:extLst>
            </p:cNvPr>
            <p:cNvSpPr>
              <a:spLocks noEditPoints="1"/>
            </p:cNvSpPr>
            <p:nvPr/>
          </p:nvSpPr>
          <p:spPr bwMode="auto">
            <a:xfrm>
              <a:off x="3724" y="2689"/>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22" name="Group 387">
            <a:extLst>
              <a:ext uri="{FF2B5EF4-FFF2-40B4-BE49-F238E27FC236}">
                <a16:creationId xmlns:a16="http://schemas.microsoft.com/office/drawing/2014/main" id="{AF1AFC3A-0E54-41F9-AD4E-EC48DABD917E}"/>
              </a:ext>
            </a:extLst>
          </p:cNvPr>
          <p:cNvGrpSpPr>
            <a:grpSpLocks noChangeAspect="1"/>
          </p:cNvGrpSpPr>
          <p:nvPr/>
        </p:nvGrpSpPr>
        <p:grpSpPr bwMode="auto">
          <a:xfrm>
            <a:off x="1333609" y="5650412"/>
            <a:ext cx="369676" cy="369676"/>
            <a:chOff x="7354" y="1520"/>
            <a:chExt cx="340" cy="340"/>
          </a:xfrm>
          <a:solidFill>
            <a:schemeClr val="accent2"/>
          </a:solidFill>
        </p:grpSpPr>
        <p:sp>
          <p:nvSpPr>
            <p:cNvPr id="23" name="Freeform 388">
              <a:extLst>
                <a:ext uri="{FF2B5EF4-FFF2-40B4-BE49-F238E27FC236}">
                  <a16:creationId xmlns:a16="http://schemas.microsoft.com/office/drawing/2014/main" id="{0239F93F-02B7-4FAB-8490-967399DE8E91}"/>
                </a:ext>
              </a:extLst>
            </p:cNvPr>
            <p:cNvSpPr>
              <a:spLocks noEditPoints="1"/>
            </p:cNvSpPr>
            <p:nvPr/>
          </p:nvSpPr>
          <p:spPr bwMode="auto">
            <a:xfrm>
              <a:off x="7418" y="1619"/>
              <a:ext cx="212" cy="141"/>
            </a:xfrm>
            <a:custGeom>
              <a:avLst/>
              <a:gdLst>
                <a:gd name="T0" fmla="*/ 64 w 320"/>
                <a:gd name="T1" fmla="*/ 0 h 213"/>
                <a:gd name="T2" fmla="*/ 10 w 320"/>
                <a:gd name="T3" fmla="*/ 0 h 213"/>
                <a:gd name="T4" fmla="*/ 0 w 320"/>
                <a:gd name="T5" fmla="*/ 11 h 213"/>
                <a:gd name="T6" fmla="*/ 0 w 320"/>
                <a:gd name="T7" fmla="*/ 64 h 213"/>
                <a:gd name="T8" fmla="*/ 10 w 320"/>
                <a:gd name="T9" fmla="*/ 75 h 213"/>
                <a:gd name="T10" fmla="*/ 64 w 320"/>
                <a:gd name="T11" fmla="*/ 75 h 213"/>
                <a:gd name="T12" fmla="*/ 74 w 320"/>
                <a:gd name="T13" fmla="*/ 64 h 213"/>
                <a:gd name="T14" fmla="*/ 74 w 320"/>
                <a:gd name="T15" fmla="*/ 11 h 213"/>
                <a:gd name="T16" fmla="*/ 64 w 320"/>
                <a:gd name="T17" fmla="*/ 0 h 213"/>
                <a:gd name="T18" fmla="*/ 53 w 320"/>
                <a:gd name="T19" fmla="*/ 53 h 213"/>
                <a:gd name="T20" fmla="*/ 21 w 320"/>
                <a:gd name="T21" fmla="*/ 53 h 213"/>
                <a:gd name="T22" fmla="*/ 21 w 320"/>
                <a:gd name="T23" fmla="*/ 21 h 213"/>
                <a:gd name="T24" fmla="*/ 53 w 320"/>
                <a:gd name="T25" fmla="*/ 21 h 213"/>
                <a:gd name="T26" fmla="*/ 53 w 320"/>
                <a:gd name="T27" fmla="*/ 53 h 213"/>
                <a:gd name="T28" fmla="*/ 117 w 320"/>
                <a:gd name="T29" fmla="*/ 11 h 213"/>
                <a:gd name="T30" fmla="*/ 128 w 320"/>
                <a:gd name="T31" fmla="*/ 0 h 213"/>
                <a:gd name="T32" fmla="*/ 309 w 320"/>
                <a:gd name="T33" fmla="*/ 0 h 213"/>
                <a:gd name="T34" fmla="*/ 320 w 320"/>
                <a:gd name="T35" fmla="*/ 11 h 213"/>
                <a:gd name="T36" fmla="*/ 309 w 320"/>
                <a:gd name="T37" fmla="*/ 21 h 213"/>
                <a:gd name="T38" fmla="*/ 128 w 320"/>
                <a:gd name="T39" fmla="*/ 21 h 213"/>
                <a:gd name="T40" fmla="*/ 117 w 320"/>
                <a:gd name="T41" fmla="*/ 11 h 213"/>
                <a:gd name="T42" fmla="*/ 320 w 320"/>
                <a:gd name="T43" fmla="*/ 64 h 213"/>
                <a:gd name="T44" fmla="*/ 309 w 320"/>
                <a:gd name="T45" fmla="*/ 75 h 213"/>
                <a:gd name="T46" fmla="*/ 128 w 320"/>
                <a:gd name="T47" fmla="*/ 75 h 213"/>
                <a:gd name="T48" fmla="*/ 117 w 320"/>
                <a:gd name="T49" fmla="*/ 64 h 213"/>
                <a:gd name="T50" fmla="*/ 128 w 320"/>
                <a:gd name="T51" fmla="*/ 53 h 213"/>
                <a:gd name="T52" fmla="*/ 309 w 320"/>
                <a:gd name="T53" fmla="*/ 53 h 213"/>
                <a:gd name="T54" fmla="*/ 320 w 320"/>
                <a:gd name="T55" fmla="*/ 64 h 213"/>
                <a:gd name="T56" fmla="*/ 64 w 320"/>
                <a:gd name="T57" fmla="*/ 139 h 213"/>
                <a:gd name="T58" fmla="*/ 10 w 320"/>
                <a:gd name="T59" fmla="*/ 139 h 213"/>
                <a:gd name="T60" fmla="*/ 0 w 320"/>
                <a:gd name="T61" fmla="*/ 149 h 213"/>
                <a:gd name="T62" fmla="*/ 0 w 320"/>
                <a:gd name="T63" fmla="*/ 203 h 213"/>
                <a:gd name="T64" fmla="*/ 10 w 320"/>
                <a:gd name="T65" fmla="*/ 213 h 213"/>
                <a:gd name="T66" fmla="*/ 64 w 320"/>
                <a:gd name="T67" fmla="*/ 213 h 213"/>
                <a:gd name="T68" fmla="*/ 74 w 320"/>
                <a:gd name="T69" fmla="*/ 203 h 213"/>
                <a:gd name="T70" fmla="*/ 74 w 320"/>
                <a:gd name="T71" fmla="*/ 149 h 213"/>
                <a:gd name="T72" fmla="*/ 64 w 320"/>
                <a:gd name="T73" fmla="*/ 139 h 213"/>
                <a:gd name="T74" fmla="*/ 53 w 320"/>
                <a:gd name="T75" fmla="*/ 192 h 213"/>
                <a:gd name="T76" fmla="*/ 21 w 320"/>
                <a:gd name="T77" fmla="*/ 192 h 213"/>
                <a:gd name="T78" fmla="*/ 21 w 320"/>
                <a:gd name="T79" fmla="*/ 160 h 213"/>
                <a:gd name="T80" fmla="*/ 53 w 320"/>
                <a:gd name="T81" fmla="*/ 160 h 213"/>
                <a:gd name="T82" fmla="*/ 53 w 320"/>
                <a:gd name="T83" fmla="*/ 192 h 213"/>
                <a:gd name="T84" fmla="*/ 320 w 320"/>
                <a:gd name="T85" fmla="*/ 149 h 213"/>
                <a:gd name="T86" fmla="*/ 309 w 320"/>
                <a:gd name="T87" fmla="*/ 160 h 213"/>
                <a:gd name="T88" fmla="*/ 128 w 320"/>
                <a:gd name="T89" fmla="*/ 160 h 213"/>
                <a:gd name="T90" fmla="*/ 117 w 320"/>
                <a:gd name="T91" fmla="*/ 149 h 213"/>
                <a:gd name="T92" fmla="*/ 128 w 320"/>
                <a:gd name="T93" fmla="*/ 139 h 213"/>
                <a:gd name="T94" fmla="*/ 309 w 320"/>
                <a:gd name="T95" fmla="*/ 139 h 213"/>
                <a:gd name="T96" fmla="*/ 320 w 320"/>
                <a:gd name="T97" fmla="*/ 149 h 213"/>
                <a:gd name="T98" fmla="*/ 320 w 320"/>
                <a:gd name="T99" fmla="*/ 203 h 213"/>
                <a:gd name="T100" fmla="*/ 309 w 320"/>
                <a:gd name="T101" fmla="*/ 213 h 213"/>
                <a:gd name="T102" fmla="*/ 128 w 320"/>
                <a:gd name="T103" fmla="*/ 213 h 213"/>
                <a:gd name="T104" fmla="*/ 117 w 320"/>
                <a:gd name="T105" fmla="*/ 203 h 213"/>
                <a:gd name="T106" fmla="*/ 128 w 320"/>
                <a:gd name="T107" fmla="*/ 192 h 213"/>
                <a:gd name="T108" fmla="*/ 309 w 320"/>
                <a:gd name="T109" fmla="*/ 192 h 213"/>
                <a:gd name="T110" fmla="*/ 320 w 320"/>
                <a:gd name="T111" fmla="*/ 203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20" h="213">
                  <a:moveTo>
                    <a:pt x="64" y="0"/>
                  </a:moveTo>
                  <a:cubicBezTo>
                    <a:pt x="10" y="0"/>
                    <a:pt x="10" y="0"/>
                    <a:pt x="10" y="0"/>
                  </a:cubicBezTo>
                  <a:cubicBezTo>
                    <a:pt x="4" y="0"/>
                    <a:pt x="0" y="5"/>
                    <a:pt x="0" y="11"/>
                  </a:cubicBezTo>
                  <a:cubicBezTo>
                    <a:pt x="0" y="64"/>
                    <a:pt x="0" y="64"/>
                    <a:pt x="0" y="64"/>
                  </a:cubicBezTo>
                  <a:cubicBezTo>
                    <a:pt x="0" y="70"/>
                    <a:pt x="4" y="75"/>
                    <a:pt x="10" y="75"/>
                  </a:cubicBezTo>
                  <a:cubicBezTo>
                    <a:pt x="64" y="75"/>
                    <a:pt x="64" y="75"/>
                    <a:pt x="64" y="75"/>
                  </a:cubicBezTo>
                  <a:cubicBezTo>
                    <a:pt x="70" y="75"/>
                    <a:pt x="74" y="70"/>
                    <a:pt x="74" y="64"/>
                  </a:cubicBezTo>
                  <a:cubicBezTo>
                    <a:pt x="74" y="11"/>
                    <a:pt x="74" y="11"/>
                    <a:pt x="74" y="11"/>
                  </a:cubicBezTo>
                  <a:cubicBezTo>
                    <a:pt x="74" y="5"/>
                    <a:pt x="70" y="0"/>
                    <a:pt x="64" y="0"/>
                  </a:cubicBezTo>
                  <a:close/>
                  <a:moveTo>
                    <a:pt x="53" y="53"/>
                  </a:moveTo>
                  <a:cubicBezTo>
                    <a:pt x="21" y="53"/>
                    <a:pt x="21" y="53"/>
                    <a:pt x="21" y="53"/>
                  </a:cubicBezTo>
                  <a:cubicBezTo>
                    <a:pt x="21" y="21"/>
                    <a:pt x="21" y="21"/>
                    <a:pt x="21" y="21"/>
                  </a:cubicBezTo>
                  <a:cubicBezTo>
                    <a:pt x="53" y="21"/>
                    <a:pt x="53" y="21"/>
                    <a:pt x="53" y="21"/>
                  </a:cubicBezTo>
                  <a:lnTo>
                    <a:pt x="53" y="53"/>
                  </a:lnTo>
                  <a:close/>
                  <a:moveTo>
                    <a:pt x="117" y="11"/>
                  </a:moveTo>
                  <a:cubicBezTo>
                    <a:pt x="117" y="5"/>
                    <a:pt x="122" y="0"/>
                    <a:pt x="128" y="0"/>
                  </a:cubicBezTo>
                  <a:cubicBezTo>
                    <a:pt x="309" y="0"/>
                    <a:pt x="309" y="0"/>
                    <a:pt x="309" y="0"/>
                  </a:cubicBezTo>
                  <a:cubicBezTo>
                    <a:pt x="315" y="0"/>
                    <a:pt x="320" y="5"/>
                    <a:pt x="320" y="11"/>
                  </a:cubicBezTo>
                  <a:cubicBezTo>
                    <a:pt x="320" y="17"/>
                    <a:pt x="315" y="21"/>
                    <a:pt x="309" y="21"/>
                  </a:cubicBezTo>
                  <a:cubicBezTo>
                    <a:pt x="128" y="21"/>
                    <a:pt x="128" y="21"/>
                    <a:pt x="128" y="21"/>
                  </a:cubicBezTo>
                  <a:cubicBezTo>
                    <a:pt x="122" y="21"/>
                    <a:pt x="117" y="17"/>
                    <a:pt x="117" y="11"/>
                  </a:cubicBezTo>
                  <a:close/>
                  <a:moveTo>
                    <a:pt x="320" y="64"/>
                  </a:moveTo>
                  <a:cubicBezTo>
                    <a:pt x="320" y="70"/>
                    <a:pt x="315" y="75"/>
                    <a:pt x="309" y="75"/>
                  </a:cubicBezTo>
                  <a:cubicBezTo>
                    <a:pt x="128" y="75"/>
                    <a:pt x="128" y="75"/>
                    <a:pt x="128" y="75"/>
                  </a:cubicBezTo>
                  <a:cubicBezTo>
                    <a:pt x="122" y="75"/>
                    <a:pt x="117" y="70"/>
                    <a:pt x="117" y="64"/>
                  </a:cubicBezTo>
                  <a:cubicBezTo>
                    <a:pt x="117" y="58"/>
                    <a:pt x="122" y="53"/>
                    <a:pt x="128" y="53"/>
                  </a:cubicBezTo>
                  <a:cubicBezTo>
                    <a:pt x="309" y="53"/>
                    <a:pt x="309" y="53"/>
                    <a:pt x="309" y="53"/>
                  </a:cubicBezTo>
                  <a:cubicBezTo>
                    <a:pt x="315" y="53"/>
                    <a:pt x="320" y="58"/>
                    <a:pt x="320" y="64"/>
                  </a:cubicBezTo>
                  <a:close/>
                  <a:moveTo>
                    <a:pt x="64" y="139"/>
                  </a:moveTo>
                  <a:cubicBezTo>
                    <a:pt x="10" y="139"/>
                    <a:pt x="10" y="139"/>
                    <a:pt x="10" y="139"/>
                  </a:cubicBezTo>
                  <a:cubicBezTo>
                    <a:pt x="4" y="139"/>
                    <a:pt x="0" y="143"/>
                    <a:pt x="0" y="149"/>
                  </a:cubicBezTo>
                  <a:cubicBezTo>
                    <a:pt x="0" y="203"/>
                    <a:pt x="0" y="203"/>
                    <a:pt x="0" y="203"/>
                  </a:cubicBezTo>
                  <a:cubicBezTo>
                    <a:pt x="0" y="209"/>
                    <a:pt x="4" y="213"/>
                    <a:pt x="10" y="213"/>
                  </a:cubicBezTo>
                  <a:cubicBezTo>
                    <a:pt x="64" y="213"/>
                    <a:pt x="64" y="213"/>
                    <a:pt x="64" y="213"/>
                  </a:cubicBezTo>
                  <a:cubicBezTo>
                    <a:pt x="70" y="213"/>
                    <a:pt x="74" y="209"/>
                    <a:pt x="74" y="203"/>
                  </a:cubicBezTo>
                  <a:cubicBezTo>
                    <a:pt x="74" y="149"/>
                    <a:pt x="74" y="149"/>
                    <a:pt x="74" y="149"/>
                  </a:cubicBezTo>
                  <a:cubicBezTo>
                    <a:pt x="74" y="143"/>
                    <a:pt x="70" y="139"/>
                    <a:pt x="64" y="139"/>
                  </a:cubicBezTo>
                  <a:close/>
                  <a:moveTo>
                    <a:pt x="53" y="192"/>
                  </a:moveTo>
                  <a:cubicBezTo>
                    <a:pt x="21" y="192"/>
                    <a:pt x="21" y="192"/>
                    <a:pt x="21" y="192"/>
                  </a:cubicBezTo>
                  <a:cubicBezTo>
                    <a:pt x="21" y="160"/>
                    <a:pt x="21" y="160"/>
                    <a:pt x="21" y="160"/>
                  </a:cubicBezTo>
                  <a:cubicBezTo>
                    <a:pt x="53" y="160"/>
                    <a:pt x="53" y="160"/>
                    <a:pt x="53" y="160"/>
                  </a:cubicBezTo>
                  <a:lnTo>
                    <a:pt x="53" y="192"/>
                  </a:lnTo>
                  <a:close/>
                  <a:moveTo>
                    <a:pt x="320" y="149"/>
                  </a:moveTo>
                  <a:cubicBezTo>
                    <a:pt x="320" y="155"/>
                    <a:pt x="315" y="160"/>
                    <a:pt x="309" y="160"/>
                  </a:cubicBezTo>
                  <a:cubicBezTo>
                    <a:pt x="128" y="160"/>
                    <a:pt x="128" y="160"/>
                    <a:pt x="128" y="160"/>
                  </a:cubicBezTo>
                  <a:cubicBezTo>
                    <a:pt x="122" y="160"/>
                    <a:pt x="117" y="155"/>
                    <a:pt x="117" y="149"/>
                  </a:cubicBezTo>
                  <a:cubicBezTo>
                    <a:pt x="117" y="143"/>
                    <a:pt x="122" y="139"/>
                    <a:pt x="128" y="139"/>
                  </a:cubicBezTo>
                  <a:cubicBezTo>
                    <a:pt x="309" y="139"/>
                    <a:pt x="309" y="139"/>
                    <a:pt x="309" y="139"/>
                  </a:cubicBezTo>
                  <a:cubicBezTo>
                    <a:pt x="315" y="139"/>
                    <a:pt x="320" y="143"/>
                    <a:pt x="320" y="149"/>
                  </a:cubicBezTo>
                  <a:close/>
                  <a:moveTo>
                    <a:pt x="320" y="203"/>
                  </a:moveTo>
                  <a:cubicBezTo>
                    <a:pt x="320" y="209"/>
                    <a:pt x="315" y="213"/>
                    <a:pt x="309" y="213"/>
                  </a:cubicBezTo>
                  <a:cubicBezTo>
                    <a:pt x="128" y="213"/>
                    <a:pt x="128" y="213"/>
                    <a:pt x="128" y="213"/>
                  </a:cubicBezTo>
                  <a:cubicBezTo>
                    <a:pt x="122" y="213"/>
                    <a:pt x="117" y="209"/>
                    <a:pt x="117" y="203"/>
                  </a:cubicBezTo>
                  <a:cubicBezTo>
                    <a:pt x="117" y="197"/>
                    <a:pt x="122" y="192"/>
                    <a:pt x="128" y="192"/>
                  </a:cubicBezTo>
                  <a:cubicBezTo>
                    <a:pt x="309" y="192"/>
                    <a:pt x="309" y="192"/>
                    <a:pt x="309" y="192"/>
                  </a:cubicBezTo>
                  <a:cubicBezTo>
                    <a:pt x="315" y="192"/>
                    <a:pt x="320" y="197"/>
                    <a:pt x="320" y="20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24" name="Freeform 389">
              <a:extLst>
                <a:ext uri="{FF2B5EF4-FFF2-40B4-BE49-F238E27FC236}">
                  <a16:creationId xmlns:a16="http://schemas.microsoft.com/office/drawing/2014/main" id="{27D52560-024F-44C4-9199-AC431ABA21E2}"/>
                </a:ext>
              </a:extLst>
            </p:cNvPr>
            <p:cNvSpPr>
              <a:spLocks noEditPoints="1"/>
            </p:cNvSpPr>
            <p:nvPr/>
          </p:nvSpPr>
          <p:spPr bwMode="auto">
            <a:xfrm>
              <a:off x="7354" y="1520"/>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1681607878"/>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pPr algn="just"/>
            <a:r>
              <a:rPr lang="en-US" dirty="0"/>
              <a:t>To expedite the seamless project study, we would need the support of DPL leadership, management and counterparts</a:t>
            </a:r>
          </a:p>
        </p:txBody>
      </p:sp>
      <p:sp>
        <p:nvSpPr>
          <p:cNvPr id="6" name="Title 5"/>
          <p:cNvSpPr>
            <a:spLocks noGrp="1"/>
          </p:cNvSpPr>
          <p:nvPr>
            <p:ph type="title"/>
          </p:nvPr>
        </p:nvSpPr>
        <p:spPr/>
        <p:txBody>
          <a:bodyPr/>
          <a:lstStyle/>
          <a:p>
            <a:r>
              <a:rPr lang="en-US" dirty="0"/>
              <a:t>Next Steps</a:t>
            </a:r>
            <a:endParaRPr lang="en-GB" dirty="0"/>
          </a:p>
        </p:txBody>
      </p:sp>
      <p:cxnSp>
        <p:nvCxnSpPr>
          <p:cNvPr id="43" name="Straight Connector 42"/>
          <p:cNvCxnSpPr>
            <a:cxnSpLocks/>
          </p:cNvCxnSpPr>
          <p:nvPr/>
        </p:nvCxnSpPr>
        <p:spPr>
          <a:xfrm>
            <a:off x="559453" y="1195251"/>
            <a:ext cx="1071814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4022071" y="1087529"/>
            <a:ext cx="3826749" cy="215444"/>
          </a:xfrm>
          <a:prstGeom prst="rect">
            <a:avLst/>
          </a:prstGeom>
          <a:solidFill>
            <a:schemeClr val="bg1"/>
          </a:solidFill>
        </p:spPr>
        <p:txBody>
          <a:bodyPr wrap="square" lIns="0" tIns="0" rIns="0" bIns="0" rtlCol="0">
            <a:spAutoFit/>
          </a:bodyPr>
          <a:lstStyle/>
          <a:p>
            <a:pPr algn="ctr">
              <a:spcBef>
                <a:spcPts val="600"/>
              </a:spcBef>
              <a:buSzPct val="100000"/>
            </a:pPr>
            <a:r>
              <a:rPr lang="en-GB" sz="1400" b="1" dirty="0">
                <a:solidFill>
                  <a:srgbClr val="313131"/>
                </a:solidFill>
              </a:rPr>
              <a:t>Key requests</a:t>
            </a:r>
          </a:p>
        </p:txBody>
      </p:sp>
      <p:sp>
        <p:nvSpPr>
          <p:cNvPr id="86" name="Right Arrow 85"/>
          <p:cNvSpPr/>
          <p:nvPr/>
        </p:nvSpPr>
        <p:spPr>
          <a:xfrm>
            <a:off x="605777" y="1276406"/>
            <a:ext cx="10462027" cy="1760220"/>
          </a:xfrm>
          <a:prstGeom prst="rightArrow">
            <a:avLst>
              <a:gd name="adj1" fmla="val 66450"/>
              <a:gd name="adj2" fmla="val 50000"/>
            </a:avLst>
          </a:prstGeom>
          <a:solidFill>
            <a:schemeClr val="accent3"/>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en-US" sz="1400" err="1">
              <a:solidFill>
                <a:schemeClr val="tx2"/>
              </a:solidFill>
            </a:endParaRPr>
          </a:p>
        </p:txBody>
      </p:sp>
      <p:sp>
        <p:nvSpPr>
          <p:cNvPr id="87" name="Right Arrow 86"/>
          <p:cNvSpPr/>
          <p:nvPr/>
        </p:nvSpPr>
        <p:spPr>
          <a:xfrm>
            <a:off x="615910" y="2866129"/>
            <a:ext cx="9295051" cy="1760220"/>
          </a:xfrm>
          <a:prstGeom prst="rightArrow">
            <a:avLst>
              <a:gd name="adj1" fmla="val 66450"/>
              <a:gd name="adj2" fmla="val 50000"/>
            </a:avLst>
          </a:pr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en-US" sz="1400" err="1">
              <a:solidFill>
                <a:schemeClr val="tx2"/>
              </a:solidFill>
            </a:endParaRPr>
          </a:p>
        </p:txBody>
      </p:sp>
      <p:sp>
        <p:nvSpPr>
          <p:cNvPr id="88" name="Right Arrow 87"/>
          <p:cNvSpPr/>
          <p:nvPr/>
        </p:nvSpPr>
        <p:spPr>
          <a:xfrm>
            <a:off x="593292" y="4455851"/>
            <a:ext cx="10684308" cy="2120379"/>
          </a:xfrm>
          <a:prstGeom prst="rightArrow">
            <a:avLst>
              <a:gd name="adj1" fmla="val 66450"/>
              <a:gd name="adj2" fmla="val 50000"/>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en-US" sz="1400" dirty="0">
              <a:solidFill>
                <a:schemeClr val="tx2"/>
              </a:solidFill>
            </a:endParaRPr>
          </a:p>
        </p:txBody>
      </p:sp>
      <p:sp>
        <p:nvSpPr>
          <p:cNvPr id="89" name="Flowchart: Data 9"/>
          <p:cNvSpPr/>
          <p:nvPr/>
        </p:nvSpPr>
        <p:spPr>
          <a:xfrm>
            <a:off x="1790344" y="1497069"/>
            <a:ext cx="1988820" cy="4713605"/>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13050"/>
              <a:gd name="connsiteY0" fmla="*/ 10000 h 10000"/>
              <a:gd name="connsiteX1" fmla="*/ 2000 w 13050"/>
              <a:gd name="connsiteY1" fmla="*/ 0 h 10000"/>
              <a:gd name="connsiteX2" fmla="*/ 13050 w 13050"/>
              <a:gd name="connsiteY2" fmla="*/ 0 h 10000"/>
              <a:gd name="connsiteX3" fmla="*/ 8000 w 13050"/>
              <a:gd name="connsiteY3" fmla="*/ 10000 h 10000"/>
              <a:gd name="connsiteX4" fmla="*/ 0 w 13050"/>
              <a:gd name="connsiteY4" fmla="*/ 10000 h 10000"/>
              <a:gd name="connsiteX0" fmla="*/ 0 w 13050"/>
              <a:gd name="connsiteY0" fmla="*/ 10000 h 10000"/>
              <a:gd name="connsiteX1" fmla="*/ 5300 w 13050"/>
              <a:gd name="connsiteY1" fmla="*/ 0 h 10000"/>
              <a:gd name="connsiteX2" fmla="*/ 13050 w 13050"/>
              <a:gd name="connsiteY2" fmla="*/ 0 h 10000"/>
              <a:gd name="connsiteX3" fmla="*/ 8000 w 13050"/>
              <a:gd name="connsiteY3" fmla="*/ 10000 h 10000"/>
              <a:gd name="connsiteX4" fmla="*/ 0 w 13050"/>
              <a:gd name="connsiteY4" fmla="*/ 10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50" h="10000">
                <a:moveTo>
                  <a:pt x="0" y="10000"/>
                </a:moveTo>
                <a:lnTo>
                  <a:pt x="5300" y="0"/>
                </a:lnTo>
                <a:lnTo>
                  <a:pt x="13050" y="0"/>
                </a:lnTo>
                <a:lnTo>
                  <a:pt x="8000" y="10000"/>
                </a:lnTo>
                <a:lnTo>
                  <a:pt x="0" y="10000"/>
                </a:lnTo>
                <a:close/>
              </a:path>
            </a:pathLst>
          </a:custGeom>
          <a:solidFill>
            <a:schemeClr val="bg1">
              <a:alpha val="74902"/>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en-US" sz="1400" err="1">
              <a:solidFill>
                <a:schemeClr val="tx2"/>
              </a:solidFill>
            </a:endParaRPr>
          </a:p>
        </p:txBody>
      </p:sp>
      <p:sp>
        <p:nvSpPr>
          <p:cNvPr id="90" name="Half Frame 89"/>
          <p:cNvSpPr/>
          <p:nvPr/>
        </p:nvSpPr>
        <p:spPr>
          <a:xfrm rot="8142470">
            <a:off x="3192910" y="1873027"/>
            <a:ext cx="281314" cy="288147"/>
          </a:xfrm>
          <a:prstGeom prst="halfFrame">
            <a:avLst>
              <a:gd name="adj1" fmla="val 26576"/>
              <a:gd name="adj2" fmla="val 25856"/>
            </a:avLst>
          </a:prstGeom>
          <a:solidFill>
            <a:schemeClr val="accent3"/>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spAutoFit/>
          </a:bodyPr>
          <a:lstStyle/>
          <a:p>
            <a:pPr algn="ctr"/>
            <a:endParaRPr lang="en-US" sz="1400" err="1">
              <a:solidFill>
                <a:schemeClr val="tx2"/>
              </a:solidFill>
            </a:endParaRPr>
          </a:p>
        </p:txBody>
      </p:sp>
      <p:sp>
        <p:nvSpPr>
          <p:cNvPr id="91" name="TextBox 90"/>
          <p:cNvSpPr txBox="1"/>
          <p:nvPr/>
        </p:nvSpPr>
        <p:spPr>
          <a:xfrm>
            <a:off x="2577061" y="1589287"/>
            <a:ext cx="756507" cy="1231106"/>
          </a:xfrm>
          <a:prstGeom prst="rect">
            <a:avLst/>
          </a:prstGeom>
          <a:noFill/>
        </p:spPr>
        <p:txBody>
          <a:bodyPr wrap="square" lIns="0" tIns="0" rIns="0" bIns="0" rtlCol="0">
            <a:spAutoFit/>
          </a:bodyPr>
          <a:lstStyle/>
          <a:p>
            <a:pPr algn="ctr"/>
            <a:r>
              <a:rPr lang="en-US" sz="8000" dirty="0">
                <a:solidFill>
                  <a:schemeClr val="accent3"/>
                </a:solidFill>
              </a:rPr>
              <a:t>1</a:t>
            </a:r>
          </a:p>
        </p:txBody>
      </p:sp>
      <p:sp>
        <p:nvSpPr>
          <p:cNvPr id="92" name="Half Frame 91"/>
          <p:cNvSpPr/>
          <p:nvPr/>
        </p:nvSpPr>
        <p:spPr>
          <a:xfrm rot="8142470">
            <a:off x="3022350" y="3318825"/>
            <a:ext cx="281314" cy="288147"/>
          </a:xfrm>
          <a:prstGeom prst="halfFrame">
            <a:avLst>
              <a:gd name="adj1" fmla="val 26576"/>
              <a:gd name="adj2" fmla="val 25856"/>
            </a:avLst>
          </a:pr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spAutoFit/>
          </a:bodyPr>
          <a:lstStyle/>
          <a:p>
            <a:pPr algn="ctr"/>
            <a:endParaRPr lang="en-US" sz="1400" err="1">
              <a:solidFill>
                <a:schemeClr val="bg2"/>
              </a:solidFill>
            </a:endParaRPr>
          </a:p>
        </p:txBody>
      </p:sp>
      <p:sp>
        <p:nvSpPr>
          <p:cNvPr id="93" name="TextBox 92"/>
          <p:cNvSpPr txBox="1"/>
          <p:nvPr/>
        </p:nvSpPr>
        <p:spPr>
          <a:xfrm>
            <a:off x="2360781" y="3103360"/>
            <a:ext cx="756507" cy="1231106"/>
          </a:xfrm>
          <a:prstGeom prst="rect">
            <a:avLst/>
          </a:prstGeom>
          <a:noFill/>
        </p:spPr>
        <p:txBody>
          <a:bodyPr wrap="square" lIns="0" tIns="0" rIns="0" bIns="0" rtlCol="0">
            <a:spAutoFit/>
          </a:bodyPr>
          <a:lstStyle/>
          <a:p>
            <a:pPr algn="ctr"/>
            <a:r>
              <a:rPr lang="en-US" sz="8000" dirty="0">
                <a:solidFill>
                  <a:schemeClr val="accent5"/>
                </a:solidFill>
              </a:rPr>
              <a:t>2</a:t>
            </a:r>
          </a:p>
        </p:txBody>
      </p:sp>
      <p:sp>
        <p:nvSpPr>
          <p:cNvPr id="94" name="Half Frame 93"/>
          <p:cNvSpPr/>
          <p:nvPr/>
        </p:nvSpPr>
        <p:spPr>
          <a:xfrm rot="8142470">
            <a:off x="2756491" y="5102169"/>
            <a:ext cx="281314" cy="288147"/>
          </a:xfrm>
          <a:prstGeom prst="halfFrame">
            <a:avLst>
              <a:gd name="adj1" fmla="val 26576"/>
              <a:gd name="adj2" fmla="val 25856"/>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spAutoFit/>
          </a:bodyPr>
          <a:lstStyle/>
          <a:p>
            <a:pPr algn="ctr"/>
            <a:endParaRPr lang="en-US" sz="1400" err="1">
              <a:solidFill>
                <a:schemeClr val="bg2"/>
              </a:solidFill>
            </a:endParaRPr>
          </a:p>
        </p:txBody>
      </p:sp>
      <p:sp>
        <p:nvSpPr>
          <p:cNvPr id="95" name="TextBox 94"/>
          <p:cNvSpPr txBox="1"/>
          <p:nvPr/>
        </p:nvSpPr>
        <p:spPr>
          <a:xfrm>
            <a:off x="2102542" y="4917183"/>
            <a:ext cx="756507" cy="1231106"/>
          </a:xfrm>
          <a:prstGeom prst="rect">
            <a:avLst/>
          </a:prstGeom>
          <a:noFill/>
        </p:spPr>
        <p:txBody>
          <a:bodyPr wrap="square" lIns="0" tIns="0" rIns="0" bIns="0" rtlCol="0">
            <a:spAutoFit/>
          </a:bodyPr>
          <a:lstStyle/>
          <a:p>
            <a:pPr algn="ctr"/>
            <a:r>
              <a:rPr lang="en-US" sz="8000" dirty="0">
                <a:solidFill>
                  <a:schemeClr val="accent2"/>
                </a:solidFill>
              </a:rPr>
              <a:t>3</a:t>
            </a:r>
          </a:p>
        </p:txBody>
      </p:sp>
      <p:sp>
        <p:nvSpPr>
          <p:cNvPr id="96" name="Rectangle 95"/>
          <p:cNvSpPr/>
          <p:nvPr/>
        </p:nvSpPr>
        <p:spPr>
          <a:xfrm>
            <a:off x="3849133" y="1757122"/>
            <a:ext cx="6617044" cy="723275"/>
          </a:xfrm>
          <a:prstGeom prst="rect">
            <a:avLst/>
          </a:prstGeom>
        </p:spPr>
        <p:txBody>
          <a:bodyPr wrap="square" lIns="0" tIns="0" rIns="0" bIns="0">
            <a:spAutoFit/>
          </a:bodyPr>
          <a:lstStyle/>
          <a:p>
            <a:pPr>
              <a:spcAft>
                <a:spcPts val="600"/>
              </a:spcAft>
            </a:pPr>
            <a:r>
              <a:rPr lang="en-US" sz="1400" b="1" dirty="0">
                <a:solidFill>
                  <a:schemeClr val="bg1"/>
                </a:solidFill>
              </a:rPr>
              <a:t>Counterpart Team and Nodal Person</a:t>
            </a:r>
          </a:p>
          <a:p>
            <a:pPr>
              <a:spcAft>
                <a:spcPts val="600"/>
              </a:spcAft>
            </a:pPr>
            <a:r>
              <a:rPr lang="en-US" sz="1400" dirty="0">
                <a:solidFill>
                  <a:schemeClr val="bg1"/>
                </a:solidFill>
              </a:rPr>
              <a:t>Request to appoint a nodal person and counterpart team for each area for the project initiation, meeting set-up, making documents available and highlighting any project issues.</a:t>
            </a:r>
          </a:p>
        </p:txBody>
      </p:sp>
      <p:sp>
        <p:nvSpPr>
          <p:cNvPr id="97" name="Rectangle 96"/>
          <p:cNvSpPr/>
          <p:nvPr/>
        </p:nvSpPr>
        <p:spPr>
          <a:xfrm>
            <a:off x="3779164" y="3349581"/>
            <a:ext cx="5096763" cy="723275"/>
          </a:xfrm>
          <a:prstGeom prst="rect">
            <a:avLst/>
          </a:prstGeom>
        </p:spPr>
        <p:txBody>
          <a:bodyPr wrap="square" lIns="0" tIns="0" rIns="0" bIns="0">
            <a:spAutoFit/>
          </a:bodyPr>
          <a:lstStyle/>
          <a:p>
            <a:pPr>
              <a:spcAft>
                <a:spcPts val="600"/>
              </a:spcAft>
            </a:pPr>
            <a:r>
              <a:rPr lang="en-US" sz="1400" b="1" dirty="0">
                <a:solidFill>
                  <a:schemeClr val="bg1"/>
                </a:solidFill>
              </a:rPr>
              <a:t>Stakeholder Meetings </a:t>
            </a:r>
          </a:p>
          <a:p>
            <a:pPr>
              <a:spcAft>
                <a:spcPts val="600"/>
              </a:spcAft>
            </a:pPr>
            <a:r>
              <a:rPr lang="en-US" sz="1400" dirty="0">
                <a:solidFill>
                  <a:schemeClr val="bg1"/>
                </a:solidFill>
              </a:rPr>
              <a:t>Request to set-up 1-Day full meeting in person with each department. </a:t>
            </a:r>
            <a:r>
              <a:rPr lang="en-US" sz="1400" dirty="0" err="1">
                <a:solidFill>
                  <a:schemeClr val="bg1"/>
                </a:solidFill>
              </a:rPr>
              <a:t>HoDs</a:t>
            </a:r>
            <a:r>
              <a:rPr lang="en-US" sz="1400" dirty="0">
                <a:solidFill>
                  <a:schemeClr val="bg1"/>
                </a:solidFill>
              </a:rPr>
              <a:t> to direct team members for participation.</a:t>
            </a:r>
          </a:p>
        </p:txBody>
      </p:sp>
      <p:grpSp>
        <p:nvGrpSpPr>
          <p:cNvPr id="115" name="Group 156">
            <a:extLst>
              <a:ext uri="{FF2B5EF4-FFF2-40B4-BE49-F238E27FC236}">
                <a16:creationId xmlns:a16="http://schemas.microsoft.com/office/drawing/2014/main" id="{426BF7B8-B8C8-44DB-A4A6-EEF6863E027B}"/>
              </a:ext>
            </a:extLst>
          </p:cNvPr>
          <p:cNvGrpSpPr>
            <a:grpSpLocks noChangeAspect="1"/>
          </p:cNvGrpSpPr>
          <p:nvPr/>
        </p:nvGrpSpPr>
        <p:grpSpPr bwMode="auto">
          <a:xfrm>
            <a:off x="880487" y="4974100"/>
            <a:ext cx="720000" cy="720000"/>
            <a:chOff x="4259" y="394"/>
            <a:chExt cx="340" cy="340"/>
          </a:xfrm>
          <a:solidFill>
            <a:schemeClr val="bg1"/>
          </a:solidFill>
        </p:grpSpPr>
        <p:sp>
          <p:nvSpPr>
            <p:cNvPr id="116" name="Freeform 157">
              <a:extLst>
                <a:ext uri="{FF2B5EF4-FFF2-40B4-BE49-F238E27FC236}">
                  <a16:creationId xmlns:a16="http://schemas.microsoft.com/office/drawing/2014/main" id="{748000BF-D089-4EB1-BAA6-39EEF3A2B55A}"/>
                </a:ext>
              </a:extLst>
            </p:cNvPr>
            <p:cNvSpPr>
              <a:spLocks noEditPoints="1"/>
            </p:cNvSpPr>
            <p:nvPr/>
          </p:nvSpPr>
          <p:spPr bwMode="auto">
            <a:xfrm>
              <a:off x="4259" y="39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17" name="Freeform 158">
              <a:extLst>
                <a:ext uri="{FF2B5EF4-FFF2-40B4-BE49-F238E27FC236}">
                  <a16:creationId xmlns:a16="http://schemas.microsoft.com/office/drawing/2014/main" id="{35336555-358D-4121-9600-CA79527A7355}"/>
                </a:ext>
              </a:extLst>
            </p:cNvPr>
            <p:cNvSpPr>
              <a:spLocks noEditPoints="1"/>
            </p:cNvSpPr>
            <p:nvPr/>
          </p:nvSpPr>
          <p:spPr bwMode="auto">
            <a:xfrm>
              <a:off x="4323" y="464"/>
              <a:ext cx="212" cy="206"/>
            </a:xfrm>
            <a:custGeom>
              <a:avLst/>
              <a:gdLst>
                <a:gd name="T0" fmla="*/ 254 w 320"/>
                <a:gd name="T1" fmla="*/ 161 h 310"/>
                <a:gd name="T2" fmla="*/ 244 w 320"/>
                <a:gd name="T3" fmla="*/ 160 h 310"/>
                <a:gd name="T4" fmla="*/ 198 w 320"/>
                <a:gd name="T5" fmla="*/ 179 h 310"/>
                <a:gd name="T6" fmla="*/ 192 w 320"/>
                <a:gd name="T7" fmla="*/ 189 h 310"/>
                <a:gd name="T8" fmla="*/ 192 w 320"/>
                <a:gd name="T9" fmla="*/ 235 h 310"/>
                <a:gd name="T10" fmla="*/ 196 w 320"/>
                <a:gd name="T11" fmla="*/ 244 h 310"/>
                <a:gd name="T12" fmla="*/ 202 w 320"/>
                <a:gd name="T13" fmla="*/ 246 h 310"/>
                <a:gd name="T14" fmla="*/ 207 w 320"/>
                <a:gd name="T15" fmla="*/ 245 h 310"/>
                <a:gd name="T16" fmla="*/ 252 w 320"/>
                <a:gd name="T17" fmla="*/ 225 h 310"/>
                <a:gd name="T18" fmla="*/ 259 w 320"/>
                <a:gd name="T19" fmla="*/ 215 h 310"/>
                <a:gd name="T20" fmla="*/ 259 w 320"/>
                <a:gd name="T21" fmla="*/ 169 h 310"/>
                <a:gd name="T22" fmla="*/ 254 w 320"/>
                <a:gd name="T23" fmla="*/ 161 h 310"/>
                <a:gd name="T24" fmla="*/ 238 w 320"/>
                <a:gd name="T25" fmla="*/ 208 h 310"/>
                <a:gd name="T26" fmla="*/ 213 w 320"/>
                <a:gd name="T27" fmla="*/ 219 h 310"/>
                <a:gd name="T28" fmla="*/ 213 w 320"/>
                <a:gd name="T29" fmla="*/ 196 h 310"/>
                <a:gd name="T30" fmla="*/ 238 w 320"/>
                <a:gd name="T31" fmla="*/ 186 h 310"/>
                <a:gd name="T32" fmla="*/ 238 w 320"/>
                <a:gd name="T33" fmla="*/ 208 h 310"/>
                <a:gd name="T34" fmla="*/ 313 w 320"/>
                <a:gd name="T35" fmla="*/ 65 h 310"/>
                <a:gd name="T36" fmla="*/ 164 w 320"/>
                <a:gd name="T37" fmla="*/ 1 h 310"/>
                <a:gd name="T38" fmla="*/ 155 w 320"/>
                <a:gd name="T39" fmla="*/ 1 h 310"/>
                <a:gd name="T40" fmla="*/ 6 w 320"/>
                <a:gd name="T41" fmla="*/ 65 h 310"/>
                <a:gd name="T42" fmla="*/ 6 w 320"/>
                <a:gd name="T43" fmla="*/ 65 h 310"/>
                <a:gd name="T44" fmla="*/ 6 w 320"/>
                <a:gd name="T45" fmla="*/ 65 h 310"/>
                <a:gd name="T46" fmla="*/ 6 w 320"/>
                <a:gd name="T47" fmla="*/ 65 h 310"/>
                <a:gd name="T48" fmla="*/ 0 w 320"/>
                <a:gd name="T49" fmla="*/ 75 h 310"/>
                <a:gd name="T50" fmla="*/ 0 w 320"/>
                <a:gd name="T51" fmla="*/ 224 h 310"/>
                <a:gd name="T52" fmla="*/ 6 w 320"/>
                <a:gd name="T53" fmla="*/ 234 h 310"/>
                <a:gd name="T54" fmla="*/ 155 w 320"/>
                <a:gd name="T55" fmla="*/ 309 h 310"/>
                <a:gd name="T56" fmla="*/ 160 w 320"/>
                <a:gd name="T57" fmla="*/ 310 h 310"/>
                <a:gd name="T58" fmla="*/ 160 w 320"/>
                <a:gd name="T59" fmla="*/ 310 h 310"/>
                <a:gd name="T60" fmla="*/ 160 w 320"/>
                <a:gd name="T61" fmla="*/ 310 h 310"/>
                <a:gd name="T62" fmla="*/ 160 w 320"/>
                <a:gd name="T63" fmla="*/ 310 h 310"/>
                <a:gd name="T64" fmla="*/ 163 w 320"/>
                <a:gd name="T65" fmla="*/ 309 h 310"/>
                <a:gd name="T66" fmla="*/ 164 w 320"/>
                <a:gd name="T67" fmla="*/ 309 h 310"/>
                <a:gd name="T68" fmla="*/ 313 w 320"/>
                <a:gd name="T69" fmla="*/ 245 h 310"/>
                <a:gd name="T70" fmla="*/ 320 w 320"/>
                <a:gd name="T71" fmla="*/ 235 h 310"/>
                <a:gd name="T72" fmla="*/ 320 w 320"/>
                <a:gd name="T73" fmla="*/ 75 h 310"/>
                <a:gd name="T74" fmla="*/ 313 w 320"/>
                <a:gd name="T75" fmla="*/ 65 h 310"/>
                <a:gd name="T76" fmla="*/ 160 w 320"/>
                <a:gd name="T77" fmla="*/ 127 h 310"/>
                <a:gd name="T78" fmla="*/ 112 w 320"/>
                <a:gd name="T79" fmla="*/ 107 h 310"/>
                <a:gd name="T80" fmla="*/ 234 w 320"/>
                <a:gd name="T81" fmla="*/ 55 h 310"/>
                <a:gd name="T82" fmla="*/ 282 w 320"/>
                <a:gd name="T83" fmla="*/ 75 h 310"/>
                <a:gd name="T84" fmla="*/ 160 w 320"/>
                <a:gd name="T85" fmla="*/ 127 h 310"/>
                <a:gd name="T86" fmla="*/ 160 w 320"/>
                <a:gd name="T87" fmla="*/ 23 h 310"/>
                <a:gd name="T88" fmla="*/ 207 w 320"/>
                <a:gd name="T89" fmla="*/ 43 h 310"/>
                <a:gd name="T90" fmla="*/ 85 w 320"/>
                <a:gd name="T91" fmla="*/ 95 h 310"/>
                <a:gd name="T92" fmla="*/ 37 w 320"/>
                <a:gd name="T93" fmla="*/ 75 h 310"/>
                <a:gd name="T94" fmla="*/ 160 w 320"/>
                <a:gd name="T95" fmla="*/ 23 h 310"/>
                <a:gd name="T96" fmla="*/ 21 w 320"/>
                <a:gd name="T97" fmla="*/ 218 h 310"/>
                <a:gd name="T98" fmla="*/ 21 w 320"/>
                <a:gd name="T99" fmla="*/ 91 h 310"/>
                <a:gd name="T100" fmla="*/ 149 w 320"/>
                <a:gd name="T101" fmla="*/ 146 h 310"/>
                <a:gd name="T102" fmla="*/ 149 w 320"/>
                <a:gd name="T103" fmla="*/ 282 h 310"/>
                <a:gd name="T104" fmla="*/ 21 w 320"/>
                <a:gd name="T105" fmla="*/ 218 h 310"/>
                <a:gd name="T106" fmla="*/ 170 w 320"/>
                <a:gd name="T107" fmla="*/ 283 h 310"/>
                <a:gd name="T108" fmla="*/ 170 w 320"/>
                <a:gd name="T109" fmla="*/ 146 h 310"/>
                <a:gd name="T110" fmla="*/ 298 w 320"/>
                <a:gd name="T111" fmla="*/ 91 h 310"/>
                <a:gd name="T112" fmla="*/ 298 w 320"/>
                <a:gd name="T113" fmla="*/ 228 h 310"/>
                <a:gd name="T114" fmla="*/ 170 w 320"/>
                <a:gd name="T115" fmla="*/ 283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20" h="310">
                  <a:moveTo>
                    <a:pt x="254" y="161"/>
                  </a:moveTo>
                  <a:cubicBezTo>
                    <a:pt x="251" y="159"/>
                    <a:pt x="247" y="158"/>
                    <a:pt x="244" y="160"/>
                  </a:cubicBezTo>
                  <a:cubicBezTo>
                    <a:pt x="198" y="179"/>
                    <a:pt x="198" y="179"/>
                    <a:pt x="198" y="179"/>
                  </a:cubicBezTo>
                  <a:cubicBezTo>
                    <a:pt x="194" y="181"/>
                    <a:pt x="192" y="185"/>
                    <a:pt x="192" y="189"/>
                  </a:cubicBezTo>
                  <a:cubicBezTo>
                    <a:pt x="192" y="235"/>
                    <a:pt x="192" y="235"/>
                    <a:pt x="192" y="235"/>
                  </a:cubicBezTo>
                  <a:cubicBezTo>
                    <a:pt x="192" y="239"/>
                    <a:pt x="193" y="242"/>
                    <a:pt x="196" y="244"/>
                  </a:cubicBezTo>
                  <a:cubicBezTo>
                    <a:pt x="198" y="245"/>
                    <a:pt x="200" y="246"/>
                    <a:pt x="202" y="246"/>
                  </a:cubicBezTo>
                  <a:cubicBezTo>
                    <a:pt x="204" y="246"/>
                    <a:pt x="205" y="245"/>
                    <a:pt x="207" y="245"/>
                  </a:cubicBezTo>
                  <a:cubicBezTo>
                    <a:pt x="252" y="225"/>
                    <a:pt x="252" y="225"/>
                    <a:pt x="252" y="225"/>
                  </a:cubicBezTo>
                  <a:cubicBezTo>
                    <a:pt x="256" y="223"/>
                    <a:pt x="259" y="220"/>
                    <a:pt x="259" y="215"/>
                  </a:cubicBezTo>
                  <a:cubicBezTo>
                    <a:pt x="259" y="169"/>
                    <a:pt x="259" y="169"/>
                    <a:pt x="259" y="169"/>
                  </a:cubicBezTo>
                  <a:cubicBezTo>
                    <a:pt x="259" y="166"/>
                    <a:pt x="257" y="163"/>
                    <a:pt x="254" y="161"/>
                  </a:cubicBezTo>
                  <a:close/>
                  <a:moveTo>
                    <a:pt x="238" y="208"/>
                  </a:moveTo>
                  <a:cubicBezTo>
                    <a:pt x="213" y="219"/>
                    <a:pt x="213" y="219"/>
                    <a:pt x="213" y="219"/>
                  </a:cubicBezTo>
                  <a:cubicBezTo>
                    <a:pt x="213" y="196"/>
                    <a:pt x="213" y="196"/>
                    <a:pt x="213" y="196"/>
                  </a:cubicBezTo>
                  <a:cubicBezTo>
                    <a:pt x="238" y="186"/>
                    <a:pt x="238" y="186"/>
                    <a:pt x="238" y="186"/>
                  </a:cubicBezTo>
                  <a:lnTo>
                    <a:pt x="238" y="208"/>
                  </a:lnTo>
                  <a:close/>
                  <a:moveTo>
                    <a:pt x="313" y="65"/>
                  </a:moveTo>
                  <a:cubicBezTo>
                    <a:pt x="164" y="1"/>
                    <a:pt x="164" y="1"/>
                    <a:pt x="164" y="1"/>
                  </a:cubicBezTo>
                  <a:cubicBezTo>
                    <a:pt x="161" y="0"/>
                    <a:pt x="158" y="0"/>
                    <a:pt x="155" y="1"/>
                  </a:cubicBezTo>
                  <a:cubicBezTo>
                    <a:pt x="6" y="65"/>
                    <a:pt x="6" y="65"/>
                    <a:pt x="6" y="65"/>
                  </a:cubicBezTo>
                  <a:cubicBezTo>
                    <a:pt x="6" y="65"/>
                    <a:pt x="6" y="65"/>
                    <a:pt x="6" y="65"/>
                  </a:cubicBezTo>
                  <a:cubicBezTo>
                    <a:pt x="6" y="65"/>
                    <a:pt x="6" y="65"/>
                    <a:pt x="6" y="65"/>
                  </a:cubicBezTo>
                  <a:cubicBezTo>
                    <a:pt x="6" y="65"/>
                    <a:pt x="6" y="65"/>
                    <a:pt x="6" y="65"/>
                  </a:cubicBezTo>
                  <a:cubicBezTo>
                    <a:pt x="2" y="67"/>
                    <a:pt x="0" y="71"/>
                    <a:pt x="0" y="75"/>
                  </a:cubicBezTo>
                  <a:cubicBezTo>
                    <a:pt x="0" y="224"/>
                    <a:pt x="0" y="224"/>
                    <a:pt x="0" y="224"/>
                  </a:cubicBezTo>
                  <a:cubicBezTo>
                    <a:pt x="0" y="228"/>
                    <a:pt x="2" y="232"/>
                    <a:pt x="6" y="234"/>
                  </a:cubicBezTo>
                  <a:cubicBezTo>
                    <a:pt x="155" y="309"/>
                    <a:pt x="155" y="309"/>
                    <a:pt x="155" y="309"/>
                  </a:cubicBezTo>
                  <a:cubicBezTo>
                    <a:pt x="156" y="309"/>
                    <a:pt x="158" y="310"/>
                    <a:pt x="160" y="310"/>
                  </a:cubicBezTo>
                  <a:cubicBezTo>
                    <a:pt x="160" y="310"/>
                    <a:pt x="160" y="310"/>
                    <a:pt x="160" y="310"/>
                  </a:cubicBezTo>
                  <a:cubicBezTo>
                    <a:pt x="160" y="310"/>
                    <a:pt x="160" y="310"/>
                    <a:pt x="160" y="310"/>
                  </a:cubicBezTo>
                  <a:cubicBezTo>
                    <a:pt x="160" y="310"/>
                    <a:pt x="160" y="310"/>
                    <a:pt x="160" y="310"/>
                  </a:cubicBezTo>
                  <a:cubicBezTo>
                    <a:pt x="161" y="310"/>
                    <a:pt x="162" y="309"/>
                    <a:pt x="163" y="309"/>
                  </a:cubicBezTo>
                  <a:cubicBezTo>
                    <a:pt x="164" y="309"/>
                    <a:pt x="164" y="309"/>
                    <a:pt x="164" y="309"/>
                  </a:cubicBezTo>
                  <a:cubicBezTo>
                    <a:pt x="313" y="245"/>
                    <a:pt x="313" y="245"/>
                    <a:pt x="313" y="245"/>
                  </a:cubicBezTo>
                  <a:cubicBezTo>
                    <a:pt x="317" y="243"/>
                    <a:pt x="320" y="239"/>
                    <a:pt x="320" y="235"/>
                  </a:cubicBezTo>
                  <a:cubicBezTo>
                    <a:pt x="320" y="75"/>
                    <a:pt x="320" y="75"/>
                    <a:pt x="320" y="75"/>
                  </a:cubicBezTo>
                  <a:cubicBezTo>
                    <a:pt x="320" y="71"/>
                    <a:pt x="317" y="67"/>
                    <a:pt x="313" y="65"/>
                  </a:cubicBezTo>
                  <a:close/>
                  <a:moveTo>
                    <a:pt x="160" y="127"/>
                  </a:moveTo>
                  <a:cubicBezTo>
                    <a:pt x="112" y="107"/>
                    <a:pt x="112" y="107"/>
                    <a:pt x="112" y="107"/>
                  </a:cubicBezTo>
                  <a:cubicBezTo>
                    <a:pt x="234" y="55"/>
                    <a:pt x="234" y="55"/>
                    <a:pt x="234" y="55"/>
                  </a:cubicBezTo>
                  <a:cubicBezTo>
                    <a:pt x="282" y="75"/>
                    <a:pt x="282" y="75"/>
                    <a:pt x="282" y="75"/>
                  </a:cubicBezTo>
                  <a:lnTo>
                    <a:pt x="160" y="127"/>
                  </a:lnTo>
                  <a:close/>
                  <a:moveTo>
                    <a:pt x="160" y="23"/>
                  </a:moveTo>
                  <a:cubicBezTo>
                    <a:pt x="207" y="43"/>
                    <a:pt x="207" y="43"/>
                    <a:pt x="207" y="43"/>
                  </a:cubicBezTo>
                  <a:cubicBezTo>
                    <a:pt x="85" y="95"/>
                    <a:pt x="85" y="95"/>
                    <a:pt x="85" y="95"/>
                  </a:cubicBezTo>
                  <a:cubicBezTo>
                    <a:pt x="37" y="75"/>
                    <a:pt x="37" y="75"/>
                    <a:pt x="37" y="75"/>
                  </a:cubicBezTo>
                  <a:lnTo>
                    <a:pt x="160" y="23"/>
                  </a:lnTo>
                  <a:close/>
                  <a:moveTo>
                    <a:pt x="21" y="218"/>
                  </a:moveTo>
                  <a:cubicBezTo>
                    <a:pt x="21" y="91"/>
                    <a:pt x="21" y="91"/>
                    <a:pt x="21" y="91"/>
                  </a:cubicBezTo>
                  <a:cubicBezTo>
                    <a:pt x="149" y="146"/>
                    <a:pt x="149" y="146"/>
                    <a:pt x="149" y="146"/>
                  </a:cubicBezTo>
                  <a:cubicBezTo>
                    <a:pt x="149" y="282"/>
                    <a:pt x="149" y="282"/>
                    <a:pt x="149" y="282"/>
                  </a:cubicBezTo>
                  <a:lnTo>
                    <a:pt x="21" y="218"/>
                  </a:lnTo>
                  <a:close/>
                  <a:moveTo>
                    <a:pt x="170" y="283"/>
                  </a:moveTo>
                  <a:cubicBezTo>
                    <a:pt x="170" y="146"/>
                    <a:pt x="170" y="146"/>
                    <a:pt x="170" y="146"/>
                  </a:cubicBezTo>
                  <a:cubicBezTo>
                    <a:pt x="298" y="91"/>
                    <a:pt x="298" y="91"/>
                    <a:pt x="298" y="91"/>
                  </a:cubicBezTo>
                  <a:cubicBezTo>
                    <a:pt x="298" y="117"/>
                    <a:pt x="298" y="228"/>
                    <a:pt x="298" y="228"/>
                  </a:cubicBezTo>
                  <a:lnTo>
                    <a:pt x="170" y="28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118" name="Group 795">
            <a:extLst>
              <a:ext uri="{FF2B5EF4-FFF2-40B4-BE49-F238E27FC236}">
                <a16:creationId xmlns:a16="http://schemas.microsoft.com/office/drawing/2014/main" id="{5A46C082-D089-4499-8106-D9263443D4DF}"/>
              </a:ext>
            </a:extLst>
          </p:cNvPr>
          <p:cNvGrpSpPr>
            <a:grpSpLocks noChangeAspect="1"/>
          </p:cNvGrpSpPr>
          <p:nvPr/>
        </p:nvGrpSpPr>
        <p:grpSpPr bwMode="auto">
          <a:xfrm>
            <a:off x="858111" y="3327975"/>
            <a:ext cx="720000" cy="720000"/>
            <a:chOff x="7361" y="3009"/>
            <a:chExt cx="340" cy="340"/>
          </a:xfrm>
          <a:solidFill>
            <a:schemeClr val="bg1"/>
          </a:solidFill>
        </p:grpSpPr>
        <p:sp>
          <p:nvSpPr>
            <p:cNvPr id="119" name="Freeform 796">
              <a:extLst>
                <a:ext uri="{FF2B5EF4-FFF2-40B4-BE49-F238E27FC236}">
                  <a16:creationId xmlns:a16="http://schemas.microsoft.com/office/drawing/2014/main" id="{31D0CD00-86A1-43C1-B321-A0F59EFF233C}"/>
                </a:ext>
              </a:extLst>
            </p:cNvPr>
            <p:cNvSpPr>
              <a:spLocks noEditPoints="1"/>
            </p:cNvSpPr>
            <p:nvPr/>
          </p:nvSpPr>
          <p:spPr bwMode="auto">
            <a:xfrm>
              <a:off x="7431" y="3129"/>
              <a:ext cx="57" cy="142"/>
            </a:xfrm>
            <a:custGeom>
              <a:avLst/>
              <a:gdLst>
                <a:gd name="T0" fmla="*/ 54 w 86"/>
                <a:gd name="T1" fmla="*/ 0 h 213"/>
                <a:gd name="T2" fmla="*/ 32 w 86"/>
                <a:gd name="T3" fmla="*/ 0 h 213"/>
                <a:gd name="T4" fmla="*/ 22 w 86"/>
                <a:gd name="T5" fmla="*/ 9 h 213"/>
                <a:gd name="T6" fmla="*/ 1 w 86"/>
                <a:gd name="T7" fmla="*/ 115 h 213"/>
                <a:gd name="T8" fmla="*/ 3 w 86"/>
                <a:gd name="T9" fmla="*/ 124 h 213"/>
                <a:gd name="T10" fmla="*/ 11 w 86"/>
                <a:gd name="T11" fmla="*/ 128 h 213"/>
                <a:gd name="T12" fmla="*/ 11 w 86"/>
                <a:gd name="T13" fmla="*/ 203 h 213"/>
                <a:gd name="T14" fmla="*/ 22 w 86"/>
                <a:gd name="T15" fmla="*/ 213 h 213"/>
                <a:gd name="T16" fmla="*/ 32 w 86"/>
                <a:gd name="T17" fmla="*/ 203 h 213"/>
                <a:gd name="T18" fmla="*/ 32 w 86"/>
                <a:gd name="T19" fmla="*/ 128 h 213"/>
                <a:gd name="T20" fmla="*/ 54 w 86"/>
                <a:gd name="T21" fmla="*/ 128 h 213"/>
                <a:gd name="T22" fmla="*/ 54 w 86"/>
                <a:gd name="T23" fmla="*/ 203 h 213"/>
                <a:gd name="T24" fmla="*/ 64 w 86"/>
                <a:gd name="T25" fmla="*/ 213 h 213"/>
                <a:gd name="T26" fmla="*/ 75 w 86"/>
                <a:gd name="T27" fmla="*/ 203 h 213"/>
                <a:gd name="T28" fmla="*/ 75 w 86"/>
                <a:gd name="T29" fmla="*/ 128 h 213"/>
                <a:gd name="T30" fmla="*/ 83 w 86"/>
                <a:gd name="T31" fmla="*/ 124 h 213"/>
                <a:gd name="T32" fmla="*/ 85 w 86"/>
                <a:gd name="T33" fmla="*/ 115 h 213"/>
                <a:gd name="T34" fmla="*/ 64 w 86"/>
                <a:gd name="T35" fmla="*/ 9 h 213"/>
                <a:gd name="T36" fmla="*/ 54 w 86"/>
                <a:gd name="T37" fmla="*/ 0 h 213"/>
                <a:gd name="T38" fmla="*/ 41 w 86"/>
                <a:gd name="T39" fmla="*/ 21 h 213"/>
                <a:gd name="T40" fmla="*/ 45 w 86"/>
                <a:gd name="T41" fmla="*/ 21 h 213"/>
                <a:gd name="T42" fmla="*/ 62 w 86"/>
                <a:gd name="T43" fmla="*/ 107 h 213"/>
                <a:gd name="T44" fmla="*/ 24 w 86"/>
                <a:gd name="T45" fmla="*/ 107 h 213"/>
                <a:gd name="T46" fmla="*/ 41 w 86"/>
                <a:gd name="T47" fmla="*/ 21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6" h="213">
                  <a:moveTo>
                    <a:pt x="54" y="0"/>
                  </a:moveTo>
                  <a:cubicBezTo>
                    <a:pt x="32" y="0"/>
                    <a:pt x="32" y="0"/>
                    <a:pt x="32" y="0"/>
                  </a:cubicBezTo>
                  <a:cubicBezTo>
                    <a:pt x="27" y="0"/>
                    <a:pt x="23" y="4"/>
                    <a:pt x="22" y="9"/>
                  </a:cubicBezTo>
                  <a:cubicBezTo>
                    <a:pt x="1" y="115"/>
                    <a:pt x="1" y="115"/>
                    <a:pt x="1" y="115"/>
                  </a:cubicBezTo>
                  <a:cubicBezTo>
                    <a:pt x="0" y="118"/>
                    <a:pt x="1" y="122"/>
                    <a:pt x="3" y="124"/>
                  </a:cubicBezTo>
                  <a:cubicBezTo>
                    <a:pt x="5" y="127"/>
                    <a:pt x="8" y="128"/>
                    <a:pt x="11" y="128"/>
                  </a:cubicBezTo>
                  <a:cubicBezTo>
                    <a:pt x="11" y="203"/>
                    <a:pt x="11" y="203"/>
                    <a:pt x="11" y="203"/>
                  </a:cubicBezTo>
                  <a:cubicBezTo>
                    <a:pt x="11" y="209"/>
                    <a:pt x="16" y="213"/>
                    <a:pt x="22" y="213"/>
                  </a:cubicBezTo>
                  <a:cubicBezTo>
                    <a:pt x="28" y="213"/>
                    <a:pt x="32" y="209"/>
                    <a:pt x="32" y="203"/>
                  </a:cubicBezTo>
                  <a:cubicBezTo>
                    <a:pt x="32" y="128"/>
                    <a:pt x="32" y="128"/>
                    <a:pt x="32" y="128"/>
                  </a:cubicBezTo>
                  <a:cubicBezTo>
                    <a:pt x="54" y="128"/>
                    <a:pt x="54" y="128"/>
                    <a:pt x="54" y="128"/>
                  </a:cubicBezTo>
                  <a:cubicBezTo>
                    <a:pt x="54" y="203"/>
                    <a:pt x="54" y="203"/>
                    <a:pt x="54" y="203"/>
                  </a:cubicBezTo>
                  <a:cubicBezTo>
                    <a:pt x="54" y="209"/>
                    <a:pt x="58" y="213"/>
                    <a:pt x="64" y="213"/>
                  </a:cubicBezTo>
                  <a:cubicBezTo>
                    <a:pt x="70" y="213"/>
                    <a:pt x="75" y="209"/>
                    <a:pt x="75" y="203"/>
                  </a:cubicBezTo>
                  <a:cubicBezTo>
                    <a:pt x="75" y="128"/>
                    <a:pt x="75" y="128"/>
                    <a:pt x="75" y="128"/>
                  </a:cubicBezTo>
                  <a:cubicBezTo>
                    <a:pt x="78" y="128"/>
                    <a:pt x="81" y="127"/>
                    <a:pt x="83" y="124"/>
                  </a:cubicBezTo>
                  <a:cubicBezTo>
                    <a:pt x="85" y="122"/>
                    <a:pt x="86" y="118"/>
                    <a:pt x="85" y="115"/>
                  </a:cubicBezTo>
                  <a:cubicBezTo>
                    <a:pt x="64" y="9"/>
                    <a:pt x="64" y="9"/>
                    <a:pt x="64" y="9"/>
                  </a:cubicBezTo>
                  <a:cubicBezTo>
                    <a:pt x="63" y="4"/>
                    <a:pt x="59" y="0"/>
                    <a:pt x="54" y="0"/>
                  </a:cubicBezTo>
                  <a:close/>
                  <a:moveTo>
                    <a:pt x="41" y="21"/>
                  </a:moveTo>
                  <a:cubicBezTo>
                    <a:pt x="45" y="21"/>
                    <a:pt x="45" y="21"/>
                    <a:pt x="45" y="21"/>
                  </a:cubicBezTo>
                  <a:cubicBezTo>
                    <a:pt x="62" y="107"/>
                    <a:pt x="62" y="107"/>
                    <a:pt x="62" y="107"/>
                  </a:cubicBezTo>
                  <a:cubicBezTo>
                    <a:pt x="24" y="107"/>
                    <a:pt x="24" y="107"/>
                    <a:pt x="24" y="107"/>
                  </a:cubicBezTo>
                  <a:lnTo>
                    <a:pt x="41" y="2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20" name="Freeform 797">
              <a:extLst>
                <a:ext uri="{FF2B5EF4-FFF2-40B4-BE49-F238E27FC236}">
                  <a16:creationId xmlns:a16="http://schemas.microsoft.com/office/drawing/2014/main" id="{F72B5B66-43E2-42C4-9A2E-FE9B235C7673}"/>
                </a:ext>
              </a:extLst>
            </p:cNvPr>
            <p:cNvSpPr>
              <a:spLocks noEditPoints="1"/>
            </p:cNvSpPr>
            <p:nvPr/>
          </p:nvSpPr>
          <p:spPr bwMode="auto">
            <a:xfrm>
              <a:off x="7439" y="3073"/>
              <a:ext cx="42" cy="42"/>
            </a:xfrm>
            <a:custGeom>
              <a:avLst/>
              <a:gdLst>
                <a:gd name="T0" fmla="*/ 32 w 64"/>
                <a:gd name="T1" fmla="*/ 64 h 64"/>
                <a:gd name="T2" fmla="*/ 64 w 64"/>
                <a:gd name="T3" fmla="*/ 32 h 64"/>
                <a:gd name="T4" fmla="*/ 32 w 64"/>
                <a:gd name="T5" fmla="*/ 0 h 64"/>
                <a:gd name="T6" fmla="*/ 0 w 64"/>
                <a:gd name="T7" fmla="*/ 32 h 64"/>
                <a:gd name="T8" fmla="*/ 32 w 64"/>
                <a:gd name="T9" fmla="*/ 64 h 64"/>
                <a:gd name="T10" fmla="*/ 32 w 64"/>
                <a:gd name="T11" fmla="*/ 21 h 64"/>
                <a:gd name="T12" fmla="*/ 43 w 64"/>
                <a:gd name="T13" fmla="*/ 32 h 64"/>
                <a:gd name="T14" fmla="*/ 32 w 64"/>
                <a:gd name="T15" fmla="*/ 42 h 64"/>
                <a:gd name="T16" fmla="*/ 21 w 64"/>
                <a:gd name="T17" fmla="*/ 32 h 64"/>
                <a:gd name="T18" fmla="*/ 32 w 64"/>
                <a:gd name="T19"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64"/>
                  </a:moveTo>
                  <a:cubicBezTo>
                    <a:pt x="50" y="64"/>
                    <a:pt x="64" y="49"/>
                    <a:pt x="64" y="32"/>
                  </a:cubicBezTo>
                  <a:cubicBezTo>
                    <a:pt x="64" y="14"/>
                    <a:pt x="50" y="0"/>
                    <a:pt x="32" y="0"/>
                  </a:cubicBezTo>
                  <a:cubicBezTo>
                    <a:pt x="14" y="0"/>
                    <a:pt x="0" y="14"/>
                    <a:pt x="0" y="32"/>
                  </a:cubicBezTo>
                  <a:cubicBezTo>
                    <a:pt x="0" y="49"/>
                    <a:pt x="14" y="64"/>
                    <a:pt x="32" y="64"/>
                  </a:cubicBezTo>
                  <a:close/>
                  <a:moveTo>
                    <a:pt x="32" y="21"/>
                  </a:moveTo>
                  <a:cubicBezTo>
                    <a:pt x="38" y="21"/>
                    <a:pt x="43" y="26"/>
                    <a:pt x="43" y="32"/>
                  </a:cubicBezTo>
                  <a:cubicBezTo>
                    <a:pt x="43" y="38"/>
                    <a:pt x="38" y="42"/>
                    <a:pt x="32" y="42"/>
                  </a:cubicBezTo>
                  <a:cubicBezTo>
                    <a:pt x="26" y="42"/>
                    <a:pt x="21" y="38"/>
                    <a:pt x="21" y="32"/>
                  </a:cubicBezTo>
                  <a:cubicBezTo>
                    <a:pt x="21" y="26"/>
                    <a:pt x="26" y="21"/>
                    <a:pt x="32" y="2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21" name="Freeform 798">
              <a:extLst>
                <a:ext uri="{FF2B5EF4-FFF2-40B4-BE49-F238E27FC236}">
                  <a16:creationId xmlns:a16="http://schemas.microsoft.com/office/drawing/2014/main" id="{5407412E-0E92-4180-8E37-FF4B1A359398}"/>
                </a:ext>
              </a:extLst>
            </p:cNvPr>
            <p:cNvSpPr>
              <a:spLocks noEditPoints="1"/>
            </p:cNvSpPr>
            <p:nvPr/>
          </p:nvSpPr>
          <p:spPr bwMode="auto">
            <a:xfrm>
              <a:off x="7502" y="3129"/>
              <a:ext cx="58" cy="142"/>
            </a:xfrm>
            <a:custGeom>
              <a:avLst/>
              <a:gdLst>
                <a:gd name="T0" fmla="*/ 53 w 86"/>
                <a:gd name="T1" fmla="*/ 0 h 213"/>
                <a:gd name="T2" fmla="*/ 32 w 86"/>
                <a:gd name="T3" fmla="*/ 0 h 213"/>
                <a:gd name="T4" fmla="*/ 22 w 86"/>
                <a:gd name="T5" fmla="*/ 9 h 213"/>
                <a:gd name="T6" fmla="*/ 0 w 86"/>
                <a:gd name="T7" fmla="*/ 115 h 213"/>
                <a:gd name="T8" fmla="*/ 2 w 86"/>
                <a:gd name="T9" fmla="*/ 124 h 213"/>
                <a:gd name="T10" fmla="*/ 11 w 86"/>
                <a:gd name="T11" fmla="*/ 128 h 213"/>
                <a:gd name="T12" fmla="*/ 11 w 86"/>
                <a:gd name="T13" fmla="*/ 203 h 213"/>
                <a:gd name="T14" fmla="*/ 21 w 86"/>
                <a:gd name="T15" fmla="*/ 213 h 213"/>
                <a:gd name="T16" fmla="*/ 32 w 86"/>
                <a:gd name="T17" fmla="*/ 203 h 213"/>
                <a:gd name="T18" fmla="*/ 32 w 86"/>
                <a:gd name="T19" fmla="*/ 128 h 213"/>
                <a:gd name="T20" fmla="*/ 53 w 86"/>
                <a:gd name="T21" fmla="*/ 128 h 213"/>
                <a:gd name="T22" fmla="*/ 53 w 86"/>
                <a:gd name="T23" fmla="*/ 203 h 213"/>
                <a:gd name="T24" fmla="*/ 64 w 86"/>
                <a:gd name="T25" fmla="*/ 213 h 213"/>
                <a:gd name="T26" fmla="*/ 75 w 86"/>
                <a:gd name="T27" fmla="*/ 203 h 213"/>
                <a:gd name="T28" fmla="*/ 75 w 86"/>
                <a:gd name="T29" fmla="*/ 128 h 213"/>
                <a:gd name="T30" fmla="*/ 83 w 86"/>
                <a:gd name="T31" fmla="*/ 124 h 213"/>
                <a:gd name="T32" fmla="*/ 85 w 86"/>
                <a:gd name="T33" fmla="*/ 115 h 213"/>
                <a:gd name="T34" fmla="*/ 64 w 86"/>
                <a:gd name="T35" fmla="*/ 9 h 213"/>
                <a:gd name="T36" fmla="*/ 53 w 86"/>
                <a:gd name="T37" fmla="*/ 0 h 213"/>
                <a:gd name="T38" fmla="*/ 41 w 86"/>
                <a:gd name="T39" fmla="*/ 21 h 213"/>
                <a:gd name="T40" fmla="*/ 45 w 86"/>
                <a:gd name="T41" fmla="*/ 21 h 213"/>
                <a:gd name="T42" fmla="*/ 62 w 86"/>
                <a:gd name="T43" fmla="*/ 107 h 213"/>
                <a:gd name="T44" fmla="*/ 24 w 86"/>
                <a:gd name="T45" fmla="*/ 107 h 213"/>
                <a:gd name="T46" fmla="*/ 41 w 86"/>
                <a:gd name="T47" fmla="*/ 21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6" h="213">
                  <a:moveTo>
                    <a:pt x="53" y="0"/>
                  </a:moveTo>
                  <a:cubicBezTo>
                    <a:pt x="32" y="0"/>
                    <a:pt x="32" y="0"/>
                    <a:pt x="32" y="0"/>
                  </a:cubicBezTo>
                  <a:cubicBezTo>
                    <a:pt x="27" y="0"/>
                    <a:pt x="23" y="4"/>
                    <a:pt x="22" y="9"/>
                  </a:cubicBezTo>
                  <a:cubicBezTo>
                    <a:pt x="0" y="115"/>
                    <a:pt x="0" y="115"/>
                    <a:pt x="0" y="115"/>
                  </a:cubicBezTo>
                  <a:cubicBezTo>
                    <a:pt x="0" y="118"/>
                    <a:pt x="0" y="122"/>
                    <a:pt x="2" y="124"/>
                  </a:cubicBezTo>
                  <a:cubicBezTo>
                    <a:pt x="4" y="127"/>
                    <a:pt x="7" y="128"/>
                    <a:pt x="11" y="128"/>
                  </a:cubicBezTo>
                  <a:cubicBezTo>
                    <a:pt x="11" y="203"/>
                    <a:pt x="11" y="203"/>
                    <a:pt x="11" y="203"/>
                  </a:cubicBezTo>
                  <a:cubicBezTo>
                    <a:pt x="11" y="209"/>
                    <a:pt x="15" y="213"/>
                    <a:pt x="21" y="213"/>
                  </a:cubicBezTo>
                  <a:cubicBezTo>
                    <a:pt x="27" y="213"/>
                    <a:pt x="32" y="209"/>
                    <a:pt x="32" y="203"/>
                  </a:cubicBezTo>
                  <a:cubicBezTo>
                    <a:pt x="32" y="128"/>
                    <a:pt x="32" y="128"/>
                    <a:pt x="32" y="128"/>
                  </a:cubicBezTo>
                  <a:cubicBezTo>
                    <a:pt x="53" y="128"/>
                    <a:pt x="53" y="128"/>
                    <a:pt x="53" y="128"/>
                  </a:cubicBezTo>
                  <a:cubicBezTo>
                    <a:pt x="53" y="203"/>
                    <a:pt x="53" y="203"/>
                    <a:pt x="53" y="203"/>
                  </a:cubicBezTo>
                  <a:cubicBezTo>
                    <a:pt x="53" y="209"/>
                    <a:pt x="58" y="213"/>
                    <a:pt x="64" y="213"/>
                  </a:cubicBezTo>
                  <a:cubicBezTo>
                    <a:pt x="70" y="213"/>
                    <a:pt x="75" y="209"/>
                    <a:pt x="75" y="203"/>
                  </a:cubicBezTo>
                  <a:cubicBezTo>
                    <a:pt x="75" y="128"/>
                    <a:pt x="75" y="128"/>
                    <a:pt x="75" y="128"/>
                  </a:cubicBezTo>
                  <a:cubicBezTo>
                    <a:pt x="78" y="128"/>
                    <a:pt x="81" y="127"/>
                    <a:pt x="83" y="124"/>
                  </a:cubicBezTo>
                  <a:cubicBezTo>
                    <a:pt x="85" y="122"/>
                    <a:pt x="86" y="118"/>
                    <a:pt x="85" y="115"/>
                  </a:cubicBezTo>
                  <a:cubicBezTo>
                    <a:pt x="64" y="9"/>
                    <a:pt x="64" y="9"/>
                    <a:pt x="64" y="9"/>
                  </a:cubicBezTo>
                  <a:cubicBezTo>
                    <a:pt x="63" y="4"/>
                    <a:pt x="58" y="0"/>
                    <a:pt x="53" y="0"/>
                  </a:cubicBezTo>
                  <a:close/>
                  <a:moveTo>
                    <a:pt x="41" y="21"/>
                  </a:moveTo>
                  <a:cubicBezTo>
                    <a:pt x="45" y="21"/>
                    <a:pt x="45" y="21"/>
                    <a:pt x="45" y="21"/>
                  </a:cubicBezTo>
                  <a:cubicBezTo>
                    <a:pt x="62" y="107"/>
                    <a:pt x="62" y="107"/>
                    <a:pt x="62" y="107"/>
                  </a:cubicBezTo>
                  <a:cubicBezTo>
                    <a:pt x="24" y="107"/>
                    <a:pt x="24" y="107"/>
                    <a:pt x="24" y="107"/>
                  </a:cubicBezTo>
                  <a:lnTo>
                    <a:pt x="41" y="2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22" name="Freeform 799">
              <a:extLst>
                <a:ext uri="{FF2B5EF4-FFF2-40B4-BE49-F238E27FC236}">
                  <a16:creationId xmlns:a16="http://schemas.microsoft.com/office/drawing/2014/main" id="{C990A9A2-88CD-4E19-A79A-642F1CDC292B}"/>
                </a:ext>
              </a:extLst>
            </p:cNvPr>
            <p:cNvSpPr>
              <a:spLocks noEditPoints="1"/>
            </p:cNvSpPr>
            <p:nvPr/>
          </p:nvSpPr>
          <p:spPr bwMode="auto">
            <a:xfrm>
              <a:off x="7510" y="3073"/>
              <a:ext cx="42" cy="42"/>
            </a:xfrm>
            <a:custGeom>
              <a:avLst/>
              <a:gdLst>
                <a:gd name="T0" fmla="*/ 32 w 64"/>
                <a:gd name="T1" fmla="*/ 64 h 64"/>
                <a:gd name="T2" fmla="*/ 64 w 64"/>
                <a:gd name="T3" fmla="*/ 32 h 64"/>
                <a:gd name="T4" fmla="*/ 32 w 64"/>
                <a:gd name="T5" fmla="*/ 0 h 64"/>
                <a:gd name="T6" fmla="*/ 0 w 64"/>
                <a:gd name="T7" fmla="*/ 32 h 64"/>
                <a:gd name="T8" fmla="*/ 32 w 64"/>
                <a:gd name="T9" fmla="*/ 64 h 64"/>
                <a:gd name="T10" fmla="*/ 32 w 64"/>
                <a:gd name="T11" fmla="*/ 21 h 64"/>
                <a:gd name="T12" fmla="*/ 42 w 64"/>
                <a:gd name="T13" fmla="*/ 32 h 64"/>
                <a:gd name="T14" fmla="*/ 32 w 64"/>
                <a:gd name="T15" fmla="*/ 42 h 64"/>
                <a:gd name="T16" fmla="*/ 21 w 64"/>
                <a:gd name="T17" fmla="*/ 32 h 64"/>
                <a:gd name="T18" fmla="*/ 32 w 64"/>
                <a:gd name="T19"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64"/>
                  </a:moveTo>
                  <a:cubicBezTo>
                    <a:pt x="49" y="64"/>
                    <a:pt x="64" y="49"/>
                    <a:pt x="64" y="32"/>
                  </a:cubicBezTo>
                  <a:cubicBezTo>
                    <a:pt x="64" y="14"/>
                    <a:pt x="49" y="0"/>
                    <a:pt x="32" y="0"/>
                  </a:cubicBezTo>
                  <a:cubicBezTo>
                    <a:pt x="14" y="0"/>
                    <a:pt x="0" y="14"/>
                    <a:pt x="0" y="32"/>
                  </a:cubicBezTo>
                  <a:cubicBezTo>
                    <a:pt x="0" y="49"/>
                    <a:pt x="14" y="64"/>
                    <a:pt x="32" y="64"/>
                  </a:cubicBezTo>
                  <a:close/>
                  <a:moveTo>
                    <a:pt x="32" y="21"/>
                  </a:moveTo>
                  <a:cubicBezTo>
                    <a:pt x="38" y="21"/>
                    <a:pt x="42" y="26"/>
                    <a:pt x="42" y="32"/>
                  </a:cubicBezTo>
                  <a:cubicBezTo>
                    <a:pt x="42" y="38"/>
                    <a:pt x="38" y="42"/>
                    <a:pt x="32" y="42"/>
                  </a:cubicBezTo>
                  <a:cubicBezTo>
                    <a:pt x="26" y="42"/>
                    <a:pt x="21" y="38"/>
                    <a:pt x="21" y="32"/>
                  </a:cubicBezTo>
                  <a:cubicBezTo>
                    <a:pt x="21" y="26"/>
                    <a:pt x="26" y="21"/>
                    <a:pt x="32" y="2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23" name="Freeform 800">
              <a:extLst>
                <a:ext uri="{FF2B5EF4-FFF2-40B4-BE49-F238E27FC236}">
                  <a16:creationId xmlns:a16="http://schemas.microsoft.com/office/drawing/2014/main" id="{216DBA0F-1753-460C-99F2-857900B66ED6}"/>
                </a:ext>
              </a:extLst>
            </p:cNvPr>
            <p:cNvSpPr>
              <a:spLocks noEditPoints="1"/>
            </p:cNvSpPr>
            <p:nvPr/>
          </p:nvSpPr>
          <p:spPr bwMode="auto">
            <a:xfrm>
              <a:off x="7573" y="3129"/>
              <a:ext cx="57" cy="142"/>
            </a:xfrm>
            <a:custGeom>
              <a:avLst/>
              <a:gdLst>
                <a:gd name="T0" fmla="*/ 74 w 85"/>
                <a:gd name="T1" fmla="*/ 0 h 213"/>
                <a:gd name="T2" fmla="*/ 10 w 85"/>
                <a:gd name="T3" fmla="*/ 0 h 213"/>
                <a:gd name="T4" fmla="*/ 0 w 85"/>
                <a:gd name="T5" fmla="*/ 11 h 213"/>
                <a:gd name="T6" fmla="*/ 0 w 85"/>
                <a:gd name="T7" fmla="*/ 96 h 213"/>
                <a:gd name="T8" fmla="*/ 10 w 85"/>
                <a:gd name="T9" fmla="*/ 107 h 213"/>
                <a:gd name="T10" fmla="*/ 10 w 85"/>
                <a:gd name="T11" fmla="*/ 203 h 213"/>
                <a:gd name="T12" fmla="*/ 21 w 85"/>
                <a:gd name="T13" fmla="*/ 213 h 213"/>
                <a:gd name="T14" fmla="*/ 32 w 85"/>
                <a:gd name="T15" fmla="*/ 203 h 213"/>
                <a:gd name="T16" fmla="*/ 32 w 85"/>
                <a:gd name="T17" fmla="*/ 107 h 213"/>
                <a:gd name="T18" fmla="*/ 53 w 85"/>
                <a:gd name="T19" fmla="*/ 107 h 213"/>
                <a:gd name="T20" fmla="*/ 53 w 85"/>
                <a:gd name="T21" fmla="*/ 203 h 213"/>
                <a:gd name="T22" fmla="*/ 64 w 85"/>
                <a:gd name="T23" fmla="*/ 213 h 213"/>
                <a:gd name="T24" fmla="*/ 74 w 85"/>
                <a:gd name="T25" fmla="*/ 203 h 213"/>
                <a:gd name="T26" fmla="*/ 74 w 85"/>
                <a:gd name="T27" fmla="*/ 107 h 213"/>
                <a:gd name="T28" fmla="*/ 85 w 85"/>
                <a:gd name="T29" fmla="*/ 96 h 213"/>
                <a:gd name="T30" fmla="*/ 85 w 85"/>
                <a:gd name="T31" fmla="*/ 11 h 213"/>
                <a:gd name="T32" fmla="*/ 74 w 85"/>
                <a:gd name="T33" fmla="*/ 0 h 213"/>
                <a:gd name="T34" fmla="*/ 21 w 85"/>
                <a:gd name="T35" fmla="*/ 21 h 213"/>
                <a:gd name="T36" fmla="*/ 64 w 85"/>
                <a:gd name="T37" fmla="*/ 21 h 213"/>
                <a:gd name="T38" fmla="*/ 64 w 85"/>
                <a:gd name="T39" fmla="*/ 85 h 213"/>
                <a:gd name="T40" fmla="*/ 21 w 85"/>
                <a:gd name="T41" fmla="*/ 85 h 213"/>
                <a:gd name="T42" fmla="*/ 21 w 85"/>
                <a:gd name="T43" fmla="*/ 21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5" h="213">
                  <a:moveTo>
                    <a:pt x="74" y="0"/>
                  </a:moveTo>
                  <a:cubicBezTo>
                    <a:pt x="10" y="0"/>
                    <a:pt x="10" y="0"/>
                    <a:pt x="10" y="0"/>
                  </a:cubicBezTo>
                  <a:cubicBezTo>
                    <a:pt x="4" y="0"/>
                    <a:pt x="0" y="5"/>
                    <a:pt x="0" y="11"/>
                  </a:cubicBezTo>
                  <a:cubicBezTo>
                    <a:pt x="0" y="96"/>
                    <a:pt x="0" y="96"/>
                    <a:pt x="0" y="96"/>
                  </a:cubicBezTo>
                  <a:cubicBezTo>
                    <a:pt x="0" y="102"/>
                    <a:pt x="4" y="107"/>
                    <a:pt x="10" y="107"/>
                  </a:cubicBezTo>
                  <a:cubicBezTo>
                    <a:pt x="10" y="203"/>
                    <a:pt x="10" y="203"/>
                    <a:pt x="10" y="203"/>
                  </a:cubicBezTo>
                  <a:cubicBezTo>
                    <a:pt x="10" y="209"/>
                    <a:pt x="15" y="213"/>
                    <a:pt x="21" y="213"/>
                  </a:cubicBezTo>
                  <a:cubicBezTo>
                    <a:pt x="27" y="213"/>
                    <a:pt x="32" y="209"/>
                    <a:pt x="32" y="203"/>
                  </a:cubicBezTo>
                  <a:cubicBezTo>
                    <a:pt x="32" y="107"/>
                    <a:pt x="32" y="107"/>
                    <a:pt x="32" y="107"/>
                  </a:cubicBezTo>
                  <a:cubicBezTo>
                    <a:pt x="53" y="107"/>
                    <a:pt x="53" y="107"/>
                    <a:pt x="53" y="107"/>
                  </a:cubicBezTo>
                  <a:cubicBezTo>
                    <a:pt x="53" y="203"/>
                    <a:pt x="53" y="203"/>
                    <a:pt x="53" y="203"/>
                  </a:cubicBezTo>
                  <a:cubicBezTo>
                    <a:pt x="53" y="209"/>
                    <a:pt x="58" y="213"/>
                    <a:pt x="64" y="213"/>
                  </a:cubicBezTo>
                  <a:cubicBezTo>
                    <a:pt x="70" y="213"/>
                    <a:pt x="74" y="209"/>
                    <a:pt x="74" y="203"/>
                  </a:cubicBezTo>
                  <a:cubicBezTo>
                    <a:pt x="74" y="107"/>
                    <a:pt x="74" y="107"/>
                    <a:pt x="74" y="107"/>
                  </a:cubicBezTo>
                  <a:cubicBezTo>
                    <a:pt x="80" y="107"/>
                    <a:pt x="85" y="102"/>
                    <a:pt x="85" y="96"/>
                  </a:cubicBezTo>
                  <a:cubicBezTo>
                    <a:pt x="85" y="11"/>
                    <a:pt x="85" y="11"/>
                    <a:pt x="85" y="11"/>
                  </a:cubicBezTo>
                  <a:cubicBezTo>
                    <a:pt x="85" y="5"/>
                    <a:pt x="80" y="0"/>
                    <a:pt x="74" y="0"/>
                  </a:cubicBezTo>
                  <a:close/>
                  <a:moveTo>
                    <a:pt x="21" y="21"/>
                  </a:moveTo>
                  <a:cubicBezTo>
                    <a:pt x="64" y="21"/>
                    <a:pt x="64" y="21"/>
                    <a:pt x="64" y="21"/>
                  </a:cubicBezTo>
                  <a:cubicBezTo>
                    <a:pt x="64" y="85"/>
                    <a:pt x="64" y="85"/>
                    <a:pt x="64" y="85"/>
                  </a:cubicBezTo>
                  <a:cubicBezTo>
                    <a:pt x="21" y="85"/>
                    <a:pt x="21" y="85"/>
                    <a:pt x="21" y="85"/>
                  </a:cubicBezTo>
                  <a:lnTo>
                    <a:pt x="21" y="2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24" name="Freeform 801">
              <a:extLst>
                <a:ext uri="{FF2B5EF4-FFF2-40B4-BE49-F238E27FC236}">
                  <a16:creationId xmlns:a16="http://schemas.microsoft.com/office/drawing/2014/main" id="{AB90C398-9B3B-49CD-AA00-908F63A7276B}"/>
                </a:ext>
              </a:extLst>
            </p:cNvPr>
            <p:cNvSpPr>
              <a:spLocks noEditPoints="1"/>
            </p:cNvSpPr>
            <p:nvPr/>
          </p:nvSpPr>
          <p:spPr bwMode="auto">
            <a:xfrm>
              <a:off x="7580" y="3073"/>
              <a:ext cx="43" cy="42"/>
            </a:xfrm>
            <a:custGeom>
              <a:avLst/>
              <a:gdLst>
                <a:gd name="T0" fmla="*/ 32 w 64"/>
                <a:gd name="T1" fmla="*/ 64 h 64"/>
                <a:gd name="T2" fmla="*/ 64 w 64"/>
                <a:gd name="T3" fmla="*/ 32 h 64"/>
                <a:gd name="T4" fmla="*/ 32 w 64"/>
                <a:gd name="T5" fmla="*/ 0 h 64"/>
                <a:gd name="T6" fmla="*/ 0 w 64"/>
                <a:gd name="T7" fmla="*/ 32 h 64"/>
                <a:gd name="T8" fmla="*/ 32 w 64"/>
                <a:gd name="T9" fmla="*/ 64 h 64"/>
                <a:gd name="T10" fmla="*/ 32 w 64"/>
                <a:gd name="T11" fmla="*/ 21 h 64"/>
                <a:gd name="T12" fmla="*/ 43 w 64"/>
                <a:gd name="T13" fmla="*/ 32 h 64"/>
                <a:gd name="T14" fmla="*/ 32 w 64"/>
                <a:gd name="T15" fmla="*/ 42 h 64"/>
                <a:gd name="T16" fmla="*/ 22 w 64"/>
                <a:gd name="T17" fmla="*/ 32 h 64"/>
                <a:gd name="T18" fmla="*/ 32 w 64"/>
                <a:gd name="T19"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64"/>
                  </a:moveTo>
                  <a:cubicBezTo>
                    <a:pt x="50" y="64"/>
                    <a:pt x="64" y="49"/>
                    <a:pt x="64" y="32"/>
                  </a:cubicBezTo>
                  <a:cubicBezTo>
                    <a:pt x="64" y="14"/>
                    <a:pt x="50" y="0"/>
                    <a:pt x="32" y="0"/>
                  </a:cubicBezTo>
                  <a:cubicBezTo>
                    <a:pt x="15" y="0"/>
                    <a:pt x="0" y="14"/>
                    <a:pt x="0" y="32"/>
                  </a:cubicBezTo>
                  <a:cubicBezTo>
                    <a:pt x="0" y="49"/>
                    <a:pt x="15" y="64"/>
                    <a:pt x="32" y="64"/>
                  </a:cubicBezTo>
                  <a:close/>
                  <a:moveTo>
                    <a:pt x="32" y="21"/>
                  </a:moveTo>
                  <a:cubicBezTo>
                    <a:pt x="38" y="21"/>
                    <a:pt x="43" y="26"/>
                    <a:pt x="43" y="32"/>
                  </a:cubicBezTo>
                  <a:cubicBezTo>
                    <a:pt x="43" y="38"/>
                    <a:pt x="38" y="42"/>
                    <a:pt x="32" y="42"/>
                  </a:cubicBezTo>
                  <a:cubicBezTo>
                    <a:pt x="26" y="42"/>
                    <a:pt x="22" y="38"/>
                    <a:pt x="22" y="32"/>
                  </a:cubicBezTo>
                  <a:cubicBezTo>
                    <a:pt x="22" y="26"/>
                    <a:pt x="26" y="21"/>
                    <a:pt x="32" y="2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25" name="Freeform 802">
              <a:extLst>
                <a:ext uri="{FF2B5EF4-FFF2-40B4-BE49-F238E27FC236}">
                  <a16:creationId xmlns:a16="http://schemas.microsoft.com/office/drawing/2014/main" id="{C2747AE7-D051-434F-B9FD-0C6BA145C2ED}"/>
                </a:ext>
              </a:extLst>
            </p:cNvPr>
            <p:cNvSpPr>
              <a:spLocks noEditPoints="1"/>
            </p:cNvSpPr>
            <p:nvPr/>
          </p:nvSpPr>
          <p:spPr bwMode="auto">
            <a:xfrm>
              <a:off x="7361" y="3009"/>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256 w 512"/>
                <a:gd name="T11" fmla="*/ 490 h 512"/>
                <a:gd name="T12" fmla="*/ 21 w 512"/>
                <a:gd name="T13" fmla="*/ 256 h 512"/>
                <a:gd name="T14" fmla="*/ 256 w 512"/>
                <a:gd name="T15" fmla="*/ 21 h 512"/>
                <a:gd name="T16" fmla="*/ 490 w 512"/>
                <a:gd name="T17" fmla="*/ 256 h 512"/>
                <a:gd name="T18" fmla="*/ 256 w 512"/>
                <a:gd name="T19" fmla="*/ 49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90"/>
                  </a:moveTo>
                  <a:cubicBezTo>
                    <a:pt x="126" y="490"/>
                    <a:pt x="21" y="385"/>
                    <a:pt x="21" y="256"/>
                  </a:cubicBezTo>
                  <a:cubicBezTo>
                    <a:pt x="21" y="126"/>
                    <a:pt x="126" y="21"/>
                    <a:pt x="256" y="21"/>
                  </a:cubicBezTo>
                  <a:cubicBezTo>
                    <a:pt x="385" y="21"/>
                    <a:pt x="490" y="126"/>
                    <a:pt x="490" y="256"/>
                  </a:cubicBezTo>
                  <a:cubicBezTo>
                    <a:pt x="490" y="385"/>
                    <a:pt x="385" y="490"/>
                    <a:pt x="256" y="49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126" name="Group 192">
            <a:extLst>
              <a:ext uri="{FF2B5EF4-FFF2-40B4-BE49-F238E27FC236}">
                <a16:creationId xmlns:a16="http://schemas.microsoft.com/office/drawing/2014/main" id="{7371705B-7D3A-46BF-A338-55E673C96577}"/>
              </a:ext>
            </a:extLst>
          </p:cNvPr>
          <p:cNvGrpSpPr>
            <a:grpSpLocks noChangeAspect="1"/>
          </p:cNvGrpSpPr>
          <p:nvPr/>
        </p:nvGrpSpPr>
        <p:grpSpPr bwMode="auto">
          <a:xfrm>
            <a:off x="880487" y="1774411"/>
            <a:ext cx="720000" cy="720000"/>
            <a:chOff x="378" y="713"/>
            <a:chExt cx="340" cy="340"/>
          </a:xfrm>
          <a:solidFill>
            <a:schemeClr val="bg1"/>
          </a:solidFill>
        </p:grpSpPr>
        <p:sp>
          <p:nvSpPr>
            <p:cNvPr id="127" name="Freeform 193">
              <a:extLst>
                <a:ext uri="{FF2B5EF4-FFF2-40B4-BE49-F238E27FC236}">
                  <a16:creationId xmlns:a16="http://schemas.microsoft.com/office/drawing/2014/main" id="{D1B0A318-A34B-42B3-9654-6CC4E14BD9BA}"/>
                </a:ext>
              </a:extLst>
            </p:cNvPr>
            <p:cNvSpPr>
              <a:spLocks noEditPoints="1"/>
            </p:cNvSpPr>
            <p:nvPr/>
          </p:nvSpPr>
          <p:spPr bwMode="auto">
            <a:xfrm>
              <a:off x="378" y="713"/>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28" name="Freeform 194">
              <a:extLst>
                <a:ext uri="{FF2B5EF4-FFF2-40B4-BE49-F238E27FC236}">
                  <a16:creationId xmlns:a16="http://schemas.microsoft.com/office/drawing/2014/main" id="{9EF1B5AA-D6EC-49DC-B3C6-6B6A74C53EEF}"/>
                </a:ext>
              </a:extLst>
            </p:cNvPr>
            <p:cNvSpPr>
              <a:spLocks noEditPoints="1"/>
            </p:cNvSpPr>
            <p:nvPr/>
          </p:nvSpPr>
          <p:spPr bwMode="auto">
            <a:xfrm>
              <a:off x="442" y="812"/>
              <a:ext cx="212" cy="157"/>
            </a:xfrm>
            <a:custGeom>
              <a:avLst/>
              <a:gdLst>
                <a:gd name="T0" fmla="*/ 309 w 320"/>
                <a:gd name="T1" fmla="*/ 21 h 236"/>
                <a:gd name="T2" fmla="*/ 309 w 320"/>
                <a:gd name="T3" fmla="*/ 0 h 236"/>
                <a:gd name="T4" fmla="*/ 288 w 320"/>
                <a:gd name="T5" fmla="*/ 11 h 236"/>
                <a:gd name="T6" fmla="*/ 247 w 320"/>
                <a:gd name="T7" fmla="*/ 32 h 236"/>
                <a:gd name="T8" fmla="*/ 165 w 320"/>
                <a:gd name="T9" fmla="*/ 12 h 236"/>
                <a:gd name="T10" fmla="*/ 128 w 320"/>
                <a:gd name="T11" fmla="*/ 32 h 236"/>
                <a:gd name="T12" fmla="*/ 32 w 320"/>
                <a:gd name="T13" fmla="*/ 11 h 236"/>
                <a:gd name="T14" fmla="*/ 10 w 320"/>
                <a:gd name="T15" fmla="*/ 0 h 236"/>
                <a:gd name="T16" fmla="*/ 10 w 320"/>
                <a:gd name="T17" fmla="*/ 21 h 236"/>
                <a:gd name="T18" fmla="*/ 0 w 320"/>
                <a:gd name="T19" fmla="*/ 181 h 236"/>
                <a:gd name="T20" fmla="*/ 21 w 320"/>
                <a:gd name="T21" fmla="*/ 192 h 236"/>
                <a:gd name="T22" fmla="*/ 32 w 320"/>
                <a:gd name="T23" fmla="*/ 171 h 236"/>
                <a:gd name="T24" fmla="*/ 76 w 320"/>
                <a:gd name="T25" fmla="*/ 219 h 236"/>
                <a:gd name="T26" fmla="*/ 121 w 320"/>
                <a:gd name="T27" fmla="*/ 232 h 236"/>
                <a:gd name="T28" fmla="*/ 154 w 320"/>
                <a:gd name="T29" fmla="*/ 235 h 236"/>
                <a:gd name="T30" fmla="*/ 181 w 320"/>
                <a:gd name="T31" fmla="*/ 221 h 236"/>
                <a:gd name="T32" fmla="*/ 222 w 320"/>
                <a:gd name="T33" fmla="*/ 227 h 236"/>
                <a:gd name="T34" fmla="*/ 242 w 320"/>
                <a:gd name="T35" fmla="*/ 210 h 236"/>
                <a:gd name="T36" fmla="*/ 275 w 320"/>
                <a:gd name="T37" fmla="*/ 185 h 236"/>
                <a:gd name="T38" fmla="*/ 288 w 320"/>
                <a:gd name="T39" fmla="*/ 171 h 236"/>
                <a:gd name="T40" fmla="*/ 298 w 320"/>
                <a:gd name="T41" fmla="*/ 192 h 236"/>
                <a:gd name="T42" fmla="*/ 320 w 320"/>
                <a:gd name="T43" fmla="*/ 181 h 236"/>
                <a:gd name="T44" fmla="*/ 254 w 320"/>
                <a:gd name="T45" fmla="*/ 179 h 236"/>
                <a:gd name="T46" fmla="*/ 239 w 320"/>
                <a:gd name="T47" fmla="*/ 188 h 236"/>
                <a:gd name="T48" fmla="*/ 232 w 320"/>
                <a:gd name="T49" fmla="*/ 183 h 236"/>
                <a:gd name="T50" fmla="*/ 198 w 320"/>
                <a:gd name="T51" fmla="*/ 125 h 236"/>
                <a:gd name="T52" fmla="*/ 179 w 320"/>
                <a:gd name="T53" fmla="*/ 135 h 236"/>
                <a:gd name="T54" fmla="*/ 214 w 320"/>
                <a:gd name="T55" fmla="*/ 194 h 236"/>
                <a:gd name="T56" fmla="*/ 194 w 320"/>
                <a:gd name="T57" fmla="*/ 204 h 236"/>
                <a:gd name="T58" fmla="*/ 147 w 320"/>
                <a:gd name="T59" fmla="*/ 147 h 236"/>
                <a:gd name="T60" fmla="*/ 164 w 320"/>
                <a:gd name="T61" fmla="*/ 196 h 236"/>
                <a:gd name="T62" fmla="*/ 160 w 320"/>
                <a:gd name="T63" fmla="*/ 212 h 236"/>
                <a:gd name="T64" fmla="*/ 143 w 320"/>
                <a:gd name="T65" fmla="*/ 208 h 236"/>
                <a:gd name="T66" fmla="*/ 132 w 320"/>
                <a:gd name="T67" fmla="*/ 188 h 236"/>
                <a:gd name="T68" fmla="*/ 124 w 320"/>
                <a:gd name="T69" fmla="*/ 176 h 236"/>
                <a:gd name="T70" fmla="*/ 106 w 320"/>
                <a:gd name="T71" fmla="*/ 188 h 236"/>
                <a:gd name="T72" fmla="*/ 111 w 320"/>
                <a:gd name="T73" fmla="*/ 214 h 236"/>
                <a:gd name="T74" fmla="*/ 62 w 320"/>
                <a:gd name="T75" fmla="*/ 155 h 236"/>
                <a:gd name="T76" fmla="*/ 32 w 320"/>
                <a:gd name="T77" fmla="*/ 149 h 236"/>
                <a:gd name="T78" fmla="*/ 88 w 320"/>
                <a:gd name="T79" fmla="*/ 53 h 236"/>
                <a:gd name="T80" fmla="*/ 64 w 320"/>
                <a:gd name="T81" fmla="*/ 85 h 236"/>
                <a:gd name="T82" fmla="*/ 97 w 320"/>
                <a:gd name="T83" fmla="*/ 117 h 236"/>
                <a:gd name="T84" fmla="*/ 253 w 320"/>
                <a:gd name="T85" fmla="*/ 170 h 236"/>
                <a:gd name="T86" fmla="*/ 288 w 320"/>
                <a:gd name="T87" fmla="*/ 149 h 236"/>
                <a:gd name="T88" fmla="*/ 265 w 320"/>
                <a:gd name="T89" fmla="*/ 150 h 236"/>
                <a:gd name="T90" fmla="*/ 215 w 320"/>
                <a:gd name="T91" fmla="*/ 76 h 236"/>
                <a:gd name="T92" fmla="*/ 88 w 320"/>
                <a:gd name="T93" fmla="*/ 95 h 236"/>
                <a:gd name="T94" fmla="*/ 90 w 320"/>
                <a:gd name="T95" fmla="*/ 77 h 236"/>
                <a:gd name="T96" fmla="*/ 242 w 320"/>
                <a:gd name="T97" fmla="*/ 53 h 236"/>
                <a:gd name="T98" fmla="*/ 288 w 320"/>
                <a:gd name="T99" fmla="*/ 5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0" h="236">
                  <a:moveTo>
                    <a:pt x="309" y="171"/>
                  </a:moveTo>
                  <a:cubicBezTo>
                    <a:pt x="309" y="21"/>
                    <a:pt x="309" y="21"/>
                    <a:pt x="309" y="21"/>
                  </a:cubicBezTo>
                  <a:cubicBezTo>
                    <a:pt x="315" y="21"/>
                    <a:pt x="320" y="17"/>
                    <a:pt x="320" y="11"/>
                  </a:cubicBezTo>
                  <a:cubicBezTo>
                    <a:pt x="320" y="5"/>
                    <a:pt x="315" y="0"/>
                    <a:pt x="309" y="0"/>
                  </a:cubicBezTo>
                  <a:cubicBezTo>
                    <a:pt x="298" y="0"/>
                    <a:pt x="298" y="0"/>
                    <a:pt x="298" y="0"/>
                  </a:cubicBezTo>
                  <a:cubicBezTo>
                    <a:pt x="292" y="0"/>
                    <a:pt x="288" y="5"/>
                    <a:pt x="288" y="11"/>
                  </a:cubicBezTo>
                  <a:cubicBezTo>
                    <a:pt x="288" y="32"/>
                    <a:pt x="288" y="32"/>
                    <a:pt x="288" y="32"/>
                  </a:cubicBezTo>
                  <a:cubicBezTo>
                    <a:pt x="247" y="32"/>
                    <a:pt x="247" y="32"/>
                    <a:pt x="247" y="32"/>
                  </a:cubicBezTo>
                  <a:cubicBezTo>
                    <a:pt x="173" y="11"/>
                    <a:pt x="173" y="11"/>
                    <a:pt x="173" y="11"/>
                  </a:cubicBezTo>
                  <a:cubicBezTo>
                    <a:pt x="171" y="10"/>
                    <a:pt x="168" y="11"/>
                    <a:pt x="165" y="12"/>
                  </a:cubicBezTo>
                  <a:cubicBezTo>
                    <a:pt x="128" y="32"/>
                    <a:pt x="128" y="32"/>
                    <a:pt x="128" y="32"/>
                  </a:cubicBezTo>
                  <a:cubicBezTo>
                    <a:pt x="128" y="32"/>
                    <a:pt x="128" y="32"/>
                    <a:pt x="128" y="32"/>
                  </a:cubicBezTo>
                  <a:cubicBezTo>
                    <a:pt x="32" y="32"/>
                    <a:pt x="32" y="32"/>
                    <a:pt x="32" y="32"/>
                  </a:cubicBezTo>
                  <a:cubicBezTo>
                    <a:pt x="32" y="11"/>
                    <a:pt x="32" y="11"/>
                    <a:pt x="32" y="11"/>
                  </a:cubicBezTo>
                  <a:cubicBezTo>
                    <a:pt x="32" y="5"/>
                    <a:pt x="27" y="0"/>
                    <a:pt x="21" y="0"/>
                  </a:cubicBezTo>
                  <a:cubicBezTo>
                    <a:pt x="10" y="0"/>
                    <a:pt x="10" y="0"/>
                    <a:pt x="10" y="0"/>
                  </a:cubicBezTo>
                  <a:cubicBezTo>
                    <a:pt x="4" y="0"/>
                    <a:pt x="0" y="5"/>
                    <a:pt x="0" y="11"/>
                  </a:cubicBezTo>
                  <a:cubicBezTo>
                    <a:pt x="0" y="17"/>
                    <a:pt x="4" y="21"/>
                    <a:pt x="10" y="21"/>
                  </a:cubicBezTo>
                  <a:cubicBezTo>
                    <a:pt x="10" y="171"/>
                    <a:pt x="10" y="171"/>
                    <a:pt x="10" y="171"/>
                  </a:cubicBezTo>
                  <a:cubicBezTo>
                    <a:pt x="4" y="171"/>
                    <a:pt x="0" y="175"/>
                    <a:pt x="0" y="181"/>
                  </a:cubicBezTo>
                  <a:cubicBezTo>
                    <a:pt x="0" y="187"/>
                    <a:pt x="4" y="192"/>
                    <a:pt x="10" y="192"/>
                  </a:cubicBezTo>
                  <a:cubicBezTo>
                    <a:pt x="21" y="192"/>
                    <a:pt x="21" y="192"/>
                    <a:pt x="21" y="192"/>
                  </a:cubicBezTo>
                  <a:cubicBezTo>
                    <a:pt x="27" y="192"/>
                    <a:pt x="32" y="187"/>
                    <a:pt x="32" y="181"/>
                  </a:cubicBezTo>
                  <a:cubicBezTo>
                    <a:pt x="32" y="171"/>
                    <a:pt x="32" y="171"/>
                    <a:pt x="32" y="171"/>
                  </a:cubicBezTo>
                  <a:cubicBezTo>
                    <a:pt x="47" y="171"/>
                    <a:pt x="47" y="171"/>
                    <a:pt x="47" y="171"/>
                  </a:cubicBezTo>
                  <a:cubicBezTo>
                    <a:pt x="76" y="219"/>
                    <a:pt x="76" y="219"/>
                    <a:pt x="76" y="219"/>
                  </a:cubicBezTo>
                  <a:cubicBezTo>
                    <a:pt x="82" y="230"/>
                    <a:pt x="94" y="236"/>
                    <a:pt x="106" y="236"/>
                  </a:cubicBezTo>
                  <a:cubicBezTo>
                    <a:pt x="111" y="236"/>
                    <a:pt x="116" y="235"/>
                    <a:pt x="121" y="232"/>
                  </a:cubicBezTo>
                  <a:cubicBezTo>
                    <a:pt x="125" y="230"/>
                    <a:pt x="128" y="227"/>
                    <a:pt x="130" y="225"/>
                  </a:cubicBezTo>
                  <a:cubicBezTo>
                    <a:pt x="136" y="231"/>
                    <a:pt x="145" y="235"/>
                    <a:pt x="154" y="235"/>
                  </a:cubicBezTo>
                  <a:cubicBezTo>
                    <a:pt x="160" y="235"/>
                    <a:pt x="165" y="233"/>
                    <a:pt x="171" y="230"/>
                  </a:cubicBezTo>
                  <a:cubicBezTo>
                    <a:pt x="175" y="228"/>
                    <a:pt x="178" y="225"/>
                    <a:pt x="181" y="221"/>
                  </a:cubicBezTo>
                  <a:cubicBezTo>
                    <a:pt x="187" y="228"/>
                    <a:pt x="196" y="232"/>
                    <a:pt x="205" y="232"/>
                  </a:cubicBezTo>
                  <a:cubicBezTo>
                    <a:pt x="211" y="232"/>
                    <a:pt x="217" y="231"/>
                    <a:pt x="222" y="227"/>
                  </a:cubicBezTo>
                  <a:cubicBezTo>
                    <a:pt x="229" y="223"/>
                    <a:pt x="234" y="216"/>
                    <a:pt x="236" y="209"/>
                  </a:cubicBezTo>
                  <a:cubicBezTo>
                    <a:pt x="238" y="209"/>
                    <a:pt x="240" y="210"/>
                    <a:pt x="242" y="210"/>
                  </a:cubicBezTo>
                  <a:cubicBezTo>
                    <a:pt x="248" y="210"/>
                    <a:pt x="254" y="208"/>
                    <a:pt x="259" y="205"/>
                  </a:cubicBezTo>
                  <a:cubicBezTo>
                    <a:pt x="267" y="201"/>
                    <a:pt x="272" y="193"/>
                    <a:pt x="275" y="185"/>
                  </a:cubicBezTo>
                  <a:cubicBezTo>
                    <a:pt x="276" y="180"/>
                    <a:pt x="276" y="175"/>
                    <a:pt x="275" y="171"/>
                  </a:cubicBezTo>
                  <a:cubicBezTo>
                    <a:pt x="288" y="171"/>
                    <a:pt x="288" y="171"/>
                    <a:pt x="288" y="171"/>
                  </a:cubicBezTo>
                  <a:cubicBezTo>
                    <a:pt x="288" y="181"/>
                    <a:pt x="288" y="181"/>
                    <a:pt x="288" y="181"/>
                  </a:cubicBezTo>
                  <a:cubicBezTo>
                    <a:pt x="288" y="187"/>
                    <a:pt x="292" y="192"/>
                    <a:pt x="298" y="192"/>
                  </a:cubicBezTo>
                  <a:cubicBezTo>
                    <a:pt x="309" y="192"/>
                    <a:pt x="309" y="192"/>
                    <a:pt x="309" y="192"/>
                  </a:cubicBezTo>
                  <a:cubicBezTo>
                    <a:pt x="315" y="192"/>
                    <a:pt x="320" y="187"/>
                    <a:pt x="320" y="181"/>
                  </a:cubicBezTo>
                  <a:cubicBezTo>
                    <a:pt x="320" y="175"/>
                    <a:pt x="315" y="171"/>
                    <a:pt x="309" y="171"/>
                  </a:cubicBezTo>
                  <a:close/>
                  <a:moveTo>
                    <a:pt x="254" y="179"/>
                  </a:moveTo>
                  <a:cubicBezTo>
                    <a:pt x="253" y="183"/>
                    <a:pt x="251" y="185"/>
                    <a:pt x="248" y="187"/>
                  </a:cubicBezTo>
                  <a:cubicBezTo>
                    <a:pt x="246" y="188"/>
                    <a:pt x="242" y="189"/>
                    <a:pt x="239" y="188"/>
                  </a:cubicBezTo>
                  <a:cubicBezTo>
                    <a:pt x="236" y="187"/>
                    <a:pt x="234" y="185"/>
                    <a:pt x="232" y="183"/>
                  </a:cubicBezTo>
                  <a:cubicBezTo>
                    <a:pt x="232" y="183"/>
                    <a:pt x="232" y="183"/>
                    <a:pt x="232" y="183"/>
                  </a:cubicBezTo>
                  <a:cubicBezTo>
                    <a:pt x="232" y="183"/>
                    <a:pt x="232" y="183"/>
                    <a:pt x="232" y="182"/>
                  </a:cubicBezTo>
                  <a:cubicBezTo>
                    <a:pt x="198" y="125"/>
                    <a:pt x="198" y="125"/>
                    <a:pt x="198" y="125"/>
                  </a:cubicBezTo>
                  <a:cubicBezTo>
                    <a:pt x="195" y="119"/>
                    <a:pt x="188" y="118"/>
                    <a:pt x="183" y="121"/>
                  </a:cubicBezTo>
                  <a:cubicBezTo>
                    <a:pt x="178" y="124"/>
                    <a:pt x="176" y="130"/>
                    <a:pt x="179" y="135"/>
                  </a:cubicBezTo>
                  <a:cubicBezTo>
                    <a:pt x="214" y="194"/>
                    <a:pt x="214" y="194"/>
                    <a:pt x="214" y="194"/>
                  </a:cubicBezTo>
                  <a:cubicBezTo>
                    <a:pt x="214" y="194"/>
                    <a:pt x="214" y="194"/>
                    <a:pt x="214" y="194"/>
                  </a:cubicBezTo>
                  <a:cubicBezTo>
                    <a:pt x="217" y="199"/>
                    <a:pt x="217" y="206"/>
                    <a:pt x="211" y="209"/>
                  </a:cubicBezTo>
                  <a:cubicBezTo>
                    <a:pt x="205" y="212"/>
                    <a:pt x="198" y="210"/>
                    <a:pt x="194" y="204"/>
                  </a:cubicBezTo>
                  <a:cubicBezTo>
                    <a:pt x="162" y="151"/>
                    <a:pt x="162" y="151"/>
                    <a:pt x="162" y="151"/>
                  </a:cubicBezTo>
                  <a:cubicBezTo>
                    <a:pt x="159" y="146"/>
                    <a:pt x="153" y="144"/>
                    <a:pt x="147" y="147"/>
                  </a:cubicBezTo>
                  <a:cubicBezTo>
                    <a:pt x="142" y="150"/>
                    <a:pt x="141" y="157"/>
                    <a:pt x="144" y="162"/>
                  </a:cubicBezTo>
                  <a:cubicBezTo>
                    <a:pt x="164" y="196"/>
                    <a:pt x="164" y="196"/>
                    <a:pt x="164" y="196"/>
                  </a:cubicBezTo>
                  <a:cubicBezTo>
                    <a:pt x="166" y="198"/>
                    <a:pt x="166" y="201"/>
                    <a:pt x="165" y="204"/>
                  </a:cubicBezTo>
                  <a:cubicBezTo>
                    <a:pt x="165" y="207"/>
                    <a:pt x="163" y="210"/>
                    <a:pt x="160" y="212"/>
                  </a:cubicBezTo>
                  <a:cubicBezTo>
                    <a:pt x="154" y="215"/>
                    <a:pt x="147" y="213"/>
                    <a:pt x="143" y="208"/>
                  </a:cubicBezTo>
                  <a:cubicBezTo>
                    <a:pt x="143" y="208"/>
                    <a:pt x="143" y="208"/>
                    <a:pt x="143" y="208"/>
                  </a:cubicBezTo>
                  <a:cubicBezTo>
                    <a:pt x="132" y="188"/>
                    <a:pt x="132" y="188"/>
                    <a:pt x="132" y="188"/>
                  </a:cubicBezTo>
                  <a:cubicBezTo>
                    <a:pt x="132" y="188"/>
                    <a:pt x="132" y="188"/>
                    <a:pt x="132" y="188"/>
                  </a:cubicBezTo>
                  <a:cubicBezTo>
                    <a:pt x="132" y="188"/>
                    <a:pt x="132" y="188"/>
                    <a:pt x="132" y="188"/>
                  </a:cubicBezTo>
                  <a:cubicBezTo>
                    <a:pt x="124" y="176"/>
                    <a:pt x="124" y="176"/>
                    <a:pt x="124" y="176"/>
                  </a:cubicBezTo>
                  <a:cubicBezTo>
                    <a:pt x="121" y="171"/>
                    <a:pt x="114" y="170"/>
                    <a:pt x="110" y="173"/>
                  </a:cubicBezTo>
                  <a:cubicBezTo>
                    <a:pt x="105" y="176"/>
                    <a:pt x="103" y="183"/>
                    <a:pt x="106" y="188"/>
                  </a:cubicBezTo>
                  <a:cubicBezTo>
                    <a:pt x="114" y="199"/>
                    <a:pt x="114" y="199"/>
                    <a:pt x="114" y="199"/>
                  </a:cubicBezTo>
                  <a:cubicBezTo>
                    <a:pt x="115" y="201"/>
                    <a:pt x="118" y="209"/>
                    <a:pt x="111" y="214"/>
                  </a:cubicBezTo>
                  <a:cubicBezTo>
                    <a:pt x="105" y="217"/>
                    <a:pt x="97" y="213"/>
                    <a:pt x="94" y="208"/>
                  </a:cubicBezTo>
                  <a:cubicBezTo>
                    <a:pt x="62" y="155"/>
                    <a:pt x="62" y="155"/>
                    <a:pt x="62" y="155"/>
                  </a:cubicBezTo>
                  <a:cubicBezTo>
                    <a:pt x="60" y="151"/>
                    <a:pt x="57" y="149"/>
                    <a:pt x="53" y="149"/>
                  </a:cubicBezTo>
                  <a:cubicBezTo>
                    <a:pt x="32" y="149"/>
                    <a:pt x="32" y="149"/>
                    <a:pt x="32" y="149"/>
                  </a:cubicBezTo>
                  <a:cubicBezTo>
                    <a:pt x="32" y="53"/>
                    <a:pt x="32" y="53"/>
                    <a:pt x="32" y="53"/>
                  </a:cubicBezTo>
                  <a:cubicBezTo>
                    <a:pt x="88" y="53"/>
                    <a:pt x="88" y="53"/>
                    <a:pt x="88" y="53"/>
                  </a:cubicBezTo>
                  <a:cubicBezTo>
                    <a:pt x="80" y="58"/>
                    <a:pt x="80" y="58"/>
                    <a:pt x="80" y="58"/>
                  </a:cubicBezTo>
                  <a:cubicBezTo>
                    <a:pt x="70" y="64"/>
                    <a:pt x="64" y="74"/>
                    <a:pt x="64" y="85"/>
                  </a:cubicBezTo>
                  <a:cubicBezTo>
                    <a:pt x="64" y="95"/>
                    <a:pt x="68" y="105"/>
                    <a:pt x="74" y="111"/>
                  </a:cubicBezTo>
                  <a:cubicBezTo>
                    <a:pt x="81" y="116"/>
                    <a:pt x="89" y="118"/>
                    <a:pt x="97" y="117"/>
                  </a:cubicBezTo>
                  <a:cubicBezTo>
                    <a:pt x="211" y="98"/>
                    <a:pt x="211" y="98"/>
                    <a:pt x="211" y="98"/>
                  </a:cubicBezTo>
                  <a:cubicBezTo>
                    <a:pt x="253" y="170"/>
                    <a:pt x="253" y="170"/>
                    <a:pt x="253" y="170"/>
                  </a:cubicBezTo>
                  <a:cubicBezTo>
                    <a:pt x="254" y="173"/>
                    <a:pt x="255" y="176"/>
                    <a:pt x="254" y="179"/>
                  </a:cubicBezTo>
                  <a:close/>
                  <a:moveTo>
                    <a:pt x="288" y="149"/>
                  </a:moveTo>
                  <a:cubicBezTo>
                    <a:pt x="266" y="149"/>
                    <a:pt x="266" y="149"/>
                    <a:pt x="266" y="149"/>
                  </a:cubicBezTo>
                  <a:cubicBezTo>
                    <a:pt x="266" y="149"/>
                    <a:pt x="266" y="150"/>
                    <a:pt x="265" y="150"/>
                  </a:cubicBezTo>
                  <a:cubicBezTo>
                    <a:pt x="226" y="81"/>
                    <a:pt x="226" y="81"/>
                    <a:pt x="226" y="81"/>
                  </a:cubicBezTo>
                  <a:cubicBezTo>
                    <a:pt x="224" y="77"/>
                    <a:pt x="220" y="75"/>
                    <a:pt x="215" y="76"/>
                  </a:cubicBezTo>
                  <a:cubicBezTo>
                    <a:pt x="94" y="96"/>
                    <a:pt x="94" y="96"/>
                    <a:pt x="94" y="96"/>
                  </a:cubicBezTo>
                  <a:cubicBezTo>
                    <a:pt x="91" y="97"/>
                    <a:pt x="89" y="96"/>
                    <a:pt x="88" y="95"/>
                  </a:cubicBezTo>
                  <a:cubicBezTo>
                    <a:pt x="86" y="93"/>
                    <a:pt x="85" y="89"/>
                    <a:pt x="85" y="85"/>
                  </a:cubicBezTo>
                  <a:cubicBezTo>
                    <a:pt x="85" y="80"/>
                    <a:pt x="88" y="78"/>
                    <a:pt x="90" y="77"/>
                  </a:cubicBezTo>
                  <a:cubicBezTo>
                    <a:pt x="172" y="33"/>
                    <a:pt x="172" y="33"/>
                    <a:pt x="172" y="33"/>
                  </a:cubicBezTo>
                  <a:cubicBezTo>
                    <a:pt x="242" y="53"/>
                    <a:pt x="242" y="53"/>
                    <a:pt x="242" y="53"/>
                  </a:cubicBezTo>
                  <a:cubicBezTo>
                    <a:pt x="243" y="53"/>
                    <a:pt x="244" y="53"/>
                    <a:pt x="245" y="53"/>
                  </a:cubicBezTo>
                  <a:cubicBezTo>
                    <a:pt x="288" y="53"/>
                    <a:pt x="288" y="53"/>
                    <a:pt x="288" y="53"/>
                  </a:cubicBezTo>
                  <a:lnTo>
                    <a:pt x="288" y="14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
        <p:nvSpPr>
          <p:cNvPr id="33" name="Rectangle 32">
            <a:extLst>
              <a:ext uri="{FF2B5EF4-FFF2-40B4-BE49-F238E27FC236}">
                <a16:creationId xmlns:a16="http://schemas.microsoft.com/office/drawing/2014/main" id="{8A8C0A78-60B7-47AA-8A7D-8D01E3942A22}"/>
              </a:ext>
            </a:extLst>
          </p:cNvPr>
          <p:cNvSpPr/>
          <p:nvPr/>
        </p:nvSpPr>
        <p:spPr>
          <a:xfrm>
            <a:off x="3752150" y="5122335"/>
            <a:ext cx="5096763" cy="723275"/>
          </a:xfrm>
          <a:prstGeom prst="rect">
            <a:avLst/>
          </a:prstGeom>
        </p:spPr>
        <p:txBody>
          <a:bodyPr wrap="square" lIns="0" tIns="0" rIns="0" bIns="0">
            <a:spAutoFit/>
          </a:bodyPr>
          <a:lstStyle/>
          <a:p>
            <a:pPr>
              <a:spcAft>
                <a:spcPts val="600"/>
              </a:spcAft>
            </a:pPr>
            <a:r>
              <a:rPr lang="en-US" sz="1400" b="1" dirty="0">
                <a:solidFill>
                  <a:schemeClr val="bg1"/>
                </a:solidFill>
                <a:latin typeface="+mj-lt"/>
              </a:rPr>
              <a:t>Data and Documents</a:t>
            </a:r>
          </a:p>
          <a:p>
            <a:pPr>
              <a:spcAft>
                <a:spcPts val="600"/>
              </a:spcAft>
            </a:pPr>
            <a:r>
              <a:rPr lang="en-US" sz="1400" dirty="0">
                <a:solidFill>
                  <a:schemeClr val="bg1"/>
                </a:solidFill>
              </a:rPr>
              <a:t>Request to provide all the data and documents mentioned in the next slide.  </a:t>
            </a:r>
          </a:p>
        </p:txBody>
      </p:sp>
    </p:spTree>
    <p:extLst>
      <p:ext uri="{BB962C8B-B14F-4D97-AF65-F5344CB8AC3E}">
        <p14:creationId xmlns:p14="http://schemas.microsoft.com/office/powerpoint/2010/main" val="1140856938"/>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63927857-B545-4815-9D23-5C9FED60A982}"/>
              </a:ext>
            </a:extLst>
          </p:cNvPr>
          <p:cNvGraphicFramePr>
            <a:graphicFrameLocks noChangeAspect="1"/>
          </p:cNvGraphicFramePr>
          <p:nvPr>
            <p:custDataLst>
              <p:tags r:id="rId1"/>
            </p:custDataLst>
            <p:extLst>
              <p:ext uri="{D42A27DB-BD31-4B8C-83A1-F6EECF244321}">
                <p14:modId xmlns:p14="http://schemas.microsoft.com/office/powerpoint/2010/main" val="15931819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98" imgH="499" progId="TCLayout.ActiveDocument.1">
                  <p:embed/>
                </p:oleObj>
              </mc:Choice>
              <mc:Fallback>
                <p:oleObj name="think-cell Slide" r:id="rId4" imgW="498" imgH="499" progId="TCLayout.ActiveDocument.1">
                  <p:embed/>
                  <p:pic>
                    <p:nvPicPr>
                      <p:cNvPr id="3" name="Object 2" hidden="1">
                        <a:extLst>
                          <a:ext uri="{FF2B5EF4-FFF2-40B4-BE49-F238E27FC236}">
                            <a16:creationId xmlns:a16="http://schemas.microsoft.com/office/drawing/2014/main" id="{63927857-B545-4815-9D23-5C9FED60A98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0" name="Rectangle 5">
            <a:extLst>
              <a:ext uri="{FF2B5EF4-FFF2-40B4-BE49-F238E27FC236}">
                <a16:creationId xmlns:a16="http://schemas.microsoft.com/office/drawing/2014/main" id="{D818A44A-E511-45D4-B2D6-5461597CA302}"/>
              </a:ext>
            </a:extLst>
          </p:cNvPr>
          <p:cNvSpPr/>
          <p:nvPr/>
        </p:nvSpPr>
        <p:spPr bwMode="gray">
          <a:xfrm>
            <a:off x="9562100" y="3765151"/>
            <a:ext cx="2160000" cy="39892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white"/>
              </a:solidFill>
              <a:effectLst/>
              <a:uLnTx/>
              <a:uFillTx/>
              <a:latin typeface="Calibri Light"/>
              <a:ea typeface="+mn-ea"/>
              <a:cs typeface="+mn-cs"/>
            </a:endParaRPr>
          </a:p>
        </p:txBody>
      </p:sp>
      <p:sp>
        <p:nvSpPr>
          <p:cNvPr id="101" name="Rectangle 3">
            <a:extLst>
              <a:ext uri="{FF2B5EF4-FFF2-40B4-BE49-F238E27FC236}">
                <a16:creationId xmlns:a16="http://schemas.microsoft.com/office/drawing/2014/main" id="{7AA53DAB-12EB-4497-A3D2-F221665D8D86}"/>
              </a:ext>
            </a:extLst>
          </p:cNvPr>
          <p:cNvSpPr/>
          <p:nvPr/>
        </p:nvSpPr>
        <p:spPr bwMode="gray">
          <a:xfrm>
            <a:off x="2742950" y="3763769"/>
            <a:ext cx="2160000" cy="40030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white"/>
              </a:solidFill>
              <a:effectLst/>
              <a:uLnTx/>
              <a:uFillTx/>
              <a:latin typeface="Calibri Light"/>
              <a:ea typeface="+mn-ea"/>
              <a:cs typeface="+mn-cs"/>
            </a:endParaRPr>
          </a:p>
        </p:txBody>
      </p:sp>
      <p:sp>
        <p:nvSpPr>
          <p:cNvPr id="105" name="Rectangle 4">
            <a:extLst>
              <a:ext uri="{FF2B5EF4-FFF2-40B4-BE49-F238E27FC236}">
                <a16:creationId xmlns:a16="http://schemas.microsoft.com/office/drawing/2014/main" id="{CCCC734A-C57E-410D-B5A5-BC47B8BA63AF}"/>
              </a:ext>
            </a:extLst>
          </p:cNvPr>
          <p:cNvSpPr/>
          <p:nvPr/>
        </p:nvSpPr>
        <p:spPr bwMode="gray">
          <a:xfrm>
            <a:off x="469900" y="3763769"/>
            <a:ext cx="2160000" cy="4003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white"/>
              </a:solidFill>
              <a:effectLst/>
              <a:uLnTx/>
              <a:uFillTx/>
              <a:latin typeface="Calibri Light"/>
              <a:ea typeface="+mn-ea"/>
              <a:cs typeface="+mn-cs"/>
            </a:endParaRPr>
          </a:p>
        </p:txBody>
      </p:sp>
      <p:sp>
        <p:nvSpPr>
          <p:cNvPr id="107" name="Rectangle 3">
            <a:extLst>
              <a:ext uri="{FF2B5EF4-FFF2-40B4-BE49-F238E27FC236}">
                <a16:creationId xmlns:a16="http://schemas.microsoft.com/office/drawing/2014/main" id="{3D2F90D7-A13A-4887-A373-3BE0BEC51615}"/>
              </a:ext>
            </a:extLst>
          </p:cNvPr>
          <p:cNvSpPr/>
          <p:nvPr/>
        </p:nvSpPr>
        <p:spPr bwMode="gray">
          <a:xfrm>
            <a:off x="5016000" y="3758607"/>
            <a:ext cx="2160000" cy="40546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white"/>
              </a:solidFill>
              <a:effectLst/>
              <a:uLnTx/>
              <a:uFillTx/>
              <a:latin typeface="Calibri Light"/>
              <a:ea typeface="+mn-ea"/>
              <a:cs typeface="+mn-cs"/>
            </a:endParaRPr>
          </a:p>
        </p:txBody>
      </p:sp>
      <p:sp>
        <p:nvSpPr>
          <p:cNvPr id="108" name="Rectangle 5">
            <a:extLst>
              <a:ext uri="{FF2B5EF4-FFF2-40B4-BE49-F238E27FC236}">
                <a16:creationId xmlns:a16="http://schemas.microsoft.com/office/drawing/2014/main" id="{29EF69E9-7F38-4B85-9F75-DB513DB8A8DA}"/>
              </a:ext>
            </a:extLst>
          </p:cNvPr>
          <p:cNvSpPr/>
          <p:nvPr/>
        </p:nvSpPr>
        <p:spPr bwMode="gray">
          <a:xfrm>
            <a:off x="7289050" y="3758607"/>
            <a:ext cx="2160000" cy="4054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white"/>
              </a:solidFill>
              <a:effectLst/>
              <a:uLnTx/>
              <a:uFillTx/>
              <a:latin typeface="Calibri Light"/>
              <a:ea typeface="+mn-ea"/>
              <a:cs typeface="+mn-cs"/>
            </a:endParaRPr>
          </a:p>
        </p:txBody>
      </p:sp>
      <p:sp>
        <p:nvSpPr>
          <p:cNvPr id="110" name="Text Placeholder 3">
            <a:extLst>
              <a:ext uri="{FF2B5EF4-FFF2-40B4-BE49-F238E27FC236}">
                <a16:creationId xmlns:a16="http://schemas.microsoft.com/office/drawing/2014/main" id="{1CC600D2-1B61-42B8-A53D-A0A30767A817}"/>
              </a:ext>
            </a:extLst>
          </p:cNvPr>
          <p:cNvSpPr txBox="1">
            <a:spLocks/>
          </p:cNvSpPr>
          <p:nvPr/>
        </p:nvSpPr>
        <p:spPr bwMode="gray">
          <a:xfrm>
            <a:off x="9562100" y="3190700"/>
            <a:ext cx="2160000" cy="2608467"/>
          </a:xfrm>
          <a:prstGeom prst="rect">
            <a:avLst/>
          </a:prstGeom>
          <a:ln>
            <a:noFill/>
          </a:ln>
        </p:spPr>
        <p:txBody>
          <a:bodyPr vert="horz" lIns="0" tIns="1044000" rIns="0" bIns="0" rtlCol="0" anchor="t">
            <a:spAutoFit/>
          </a:bodyPr>
          <a:lstStyle>
            <a:defPPr>
              <a:defRPr lang="en-US"/>
            </a:defPPr>
            <a:lvl2pPr marL="0" lvl="1">
              <a:spcBef>
                <a:spcPts val="1200"/>
              </a:spcBef>
              <a:buSzPct val="100000"/>
              <a:defRPr sz="1200" b="1">
                <a:solidFill>
                  <a:schemeClr val="accent1"/>
                </a:solidFill>
              </a:defRPr>
            </a:lvl2pPr>
          </a:lstStyle>
          <a:p>
            <a:pPr marL="0" marR="0" lvl="1" indent="0" algn="ctr" defTabSz="914400" rtl="0" eaLnBrk="1" fontAlgn="auto" latinLnBrk="0" hangingPunct="1">
              <a:lnSpc>
                <a:spcPct val="100000"/>
              </a:lnSpc>
              <a:spcBef>
                <a:spcPts val="1200"/>
              </a:spcBef>
              <a:spcAft>
                <a:spcPts val="0"/>
              </a:spcAft>
              <a:buClrTx/>
              <a:buSzPct val="100000"/>
              <a:buFontTx/>
              <a:buNone/>
              <a:tabLst/>
              <a:defRPr/>
            </a:pPr>
            <a:r>
              <a:rPr lang="en-US" sz="1600" dirty="0">
                <a:solidFill>
                  <a:srgbClr val="53565A"/>
                </a:solidFill>
              </a:rPr>
              <a:t>Power Plant O&amp;M</a:t>
            </a:r>
            <a:endParaRPr kumimoji="0" lang="en-US" sz="1200" b="0" i="0" u="none" strike="noStrike" kern="1200" cap="none" spc="0" normalizeH="0" baseline="0" noProof="0" dirty="0">
              <a:ln>
                <a:noFill/>
              </a:ln>
              <a:solidFill>
                <a:srgbClr val="53565A"/>
              </a:solidFill>
              <a:effectLst/>
              <a:uLnTx/>
              <a:uFillTx/>
              <a:ea typeface="+mn-ea"/>
              <a:cs typeface="+mn-cs"/>
            </a:endParaRPr>
          </a:p>
          <a:p>
            <a:pPr lvl="1" algn="ctr">
              <a:spcBef>
                <a:spcPts val="1800"/>
              </a:spcBef>
              <a:defRPr/>
            </a:pPr>
            <a:br>
              <a:rPr kumimoji="0" lang="en-US" sz="1200" b="0" i="0" u="none" strike="noStrike" kern="1200" cap="none" spc="0" normalizeH="0" baseline="0" noProof="0" dirty="0">
                <a:ln>
                  <a:noFill/>
                </a:ln>
                <a:solidFill>
                  <a:prstClr val="black"/>
                </a:solidFill>
                <a:effectLst/>
                <a:uLnTx/>
                <a:uFillTx/>
                <a:ea typeface="+mn-ea"/>
                <a:cs typeface="+mn-cs"/>
              </a:rPr>
            </a:br>
            <a:r>
              <a:rPr lang="en-US" sz="1200" kern="1200" dirty="0">
                <a:solidFill>
                  <a:schemeClr val="tx1"/>
                </a:solidFill>
                <a:latin typeface="+mn-lt"/>
                <a:ea typeface="+mn-ea"/>
                <a:cs typeface="Times New Roman" panose="02020603050405020304" pitchFamily="18" charset="0"/>
              </a:rPr>
              <a:t>SOP’s for Plant maintenance and operation department along with PTW and other SOP’s if any. </a:t>
            </a:r>
            <a:endParaRPr lang="en-IN" sz="1200" kern="1200" dirty="0">
              <a:solidFill>
                <a:schemeClr val="tx1"/>
              </a:solidFill>
              <a:latin typeface="+mn-lt"/>
              <a:ea typeface="+mn-ea"/>
              <a:cs typeface="+mn-cs"/>
            </a:endParaRPr>
          </a:p>
          <a:p>
            <a:pPr marL="0" marR="0" lvl="1" indent="0" algn="ctr" defTabSz="914400" rtl="0" eaLnBrk="1" fontAlgn="auto" latinLnBrk="0" hangingPunct="1">
              <a:lnSpc>
                <a:spcPct val="100000"/>
              </a:lnSpc>
              <a:spcBef>
                <a:spcPts val="1200"/>
              </a:spcBef>
              <a:spcAft>
                <a:spcPts val="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ea typeface="+mn-ea"/>
              <a:cs typeface="+mn-cs"/>
            </a:endParaRPr>
          </a:p>
        </p:txBody>
      </p:sp>
      <p:sp>
        <p:nvSpPr>
          <p:cNvPr id="111" name="Text Placeholder 3">
            <a:extLst>
              <a:ext uri="{FF2B5EF4-FFF2-40B4-BE49-F238E27FC236}">
                <a16:creationId xmlns:a16="http://schemas.microsoft.com/office/drawing/2014/main" id="{638C9B80-D9F8-4D8D-91B0-36D6AB20E6B8}"/>
              </a:ext>
            </a:extLst>
          </p:cNvPr>
          <p:cNvSpPr txBox="1">
            <a:spLocks/>
          </p:cNvSpPr>
          <p:nvPr/>
        </p:nvSpPr>
        <p:spPr bwMode="gray">
          <a:xfrm>
            <a:off x="2742950" y="3190700"/>
            <a:ext cx="2160000" cy="2808522"/>
          </a:xfrm>
          <a:prstGeom prst="rect">
            <a:avLst/>
          </a:prstGeom>
          <a:ln>
            <a:noFill/>
          </a:ln>
        </p:spPr>
        <p:txBody>
          <a:bodyPr vert="horz" lIns="0" tIns="1044000" rIns="0" bIns="0" rtlCol="0" anchor="t">
            <a:spAutoFit/>
          </a:bodyPr>
          <a:lstStyle>
            <a:defPPr>
              <a:defRPr lang="en-US"/>
            </a:defPPr>
            <a:lvl2pPr marL="0" lvl="1">
              <a:spcBef>
                <a:spcPts val="1200"/>
              </a:spcBef>
              <a:buSzPct val="100000"/>
              <a:defRPr sz="1200" b="1">
                <a:solidFill>
                  <a:schemeClr val="accent6">
                    <a:lumMod val="40000"/>
                    <a:lumOff val="60000"/>
                  </a:schemeClr>
                </a:solidFill>
              </a:defRPr>
            </a:lvl2pPr>
          </a:lstStyle>
          <a:p>
            <a:pPr marL="0" marR="0" lvl="1" indent="0" algn="ctr" defTabSz="914400" rtl="0" eaLnBrk="1" fontAlgn="auto" latinLnBrk="0" hangingPunct="1">
              <a:lnSpc>
                <a:spcPct val="100000"/>
              </a:lnSpc>
              <a:spcBef>
                <a:spcPts val="1200"/>
              </a:spcBef>
              <a:spcAft>
                <a:spcPts val="0"/>
              </a:spcAft>
              <a:buClrTx/>
              <a:buSzPct val="100000"/>
              <a:buFontTx/>
              <a:buNone/>
              <a:tabLst/>
              <a:defRPr/>
            </a:pPr>
            <a:r>
              <a:rPr lang="en-US" sz="1600" dirty="0">
                <a:solidFill>
                  <a:srgbClr val="046A38"/>
                </a:solidFill>
              </a:rPr>
              <a:t>HR</a:t>
            </a:r>
            <a:br>
              <a:rPr kumimoji="0" lang="en-US" sz="1600" b="1" i="0" u="none" strike="noStrike" kern="1200" cap="none" spc="0" normalizeH="0" baseline="0" noProof="0" dirty="0">
                <a:ln>
                  <a:noFill/>
                </a:ln>
                <a:solidFill>
                  <a:srgbClr val="046A38"/>
                </a:solidFill>
                <a:effectLst/>
                <a:uLnTx/>
                <a:uFillTx/>
                <a:ea typeface="+mn-ea"/>
                <a:cs typeface="+mn-cs"/>
              </a:rPr>
            </a:br>
            <a:endParaRPr kumimoji="0" lang="en-US" sz="1600" b="1" i="0" u="none" strike="noStrike" kern="1200" cap="none" spc="0" normalizeH="0" baseline="0" noProof="0" dirty="0">
              <a:ln>
                <a:noFill/>
              </a:ln>
              <a:solidFill>
                <a:srgbClr val="046A38"/>
              </a:solidFill>
              <a:effectLst/>
              <a:uLnTx/>
              <a:uFillTx/>
              <a:ea typeface="+mn-ea"/>
              <a:cs typeface="+mn-cs"/>
            </a:endParaRPr>
          </a:p>
          <a:p>
            <a:pPr lvl="1" algn="ctr">
              <a:defRPr/>
            </a:pPr>
            <a:r>
              <a:rPr lang="en-US" sz="1200" kern="1200" dirty="0">
                <a:solidFill>
                  <a:schemeClr val="tx1"/>
                </a:solidFill>
                <a:latin typeface="+mn-lt"/>
                <a:ea typeface="+mn-ea"/>
                <a:cs typeface="Times New Roman" panose="02020603050405020304" pitchFamily="18" charset="0"/>
              </a:rPr>
              <a:t>Organization structure along with processes of Reward and Recognition, Performance management and Learning and Development processes along with criteria. </a:t>
            </a:r>
            <a:endParaRPr kumimoji="0" lang="en-US" sz="1200" b="0" i="0" u="none" strike="noStrike" kern="1200" cap="none" spc="0" normalizeH="0" baseline="0" noProof="0" dirty="0">
              <a:ln>
                <a:noFill/>
              </a:ln>
              <a:solidFill>
                <a:prstClr val="black"/>
              </a:solidFill>
              <a:effectLst/>
              <a:uLnTx/>
              <a:uFillTx/>
              <a:ea typeface="+mn-ea"/>
              <a:cs typeface="+mn-cs"/>
            </a:endParaRPr>
          </a:p>
        </p:txBody>
      </p:sp>
      <p:sp>
        <p:nvSpPr>
          <p:cNvPr id="113" name="Text Placeholder 3">
            <a:extLst>
              <a:ext uri="{FF2B5EF4-FFF2-40B4-BE49-F238E27FC236}">
                <a16:creationId xmlns:a16="http://schemas.microsoft.com/office/drawing/2014/main" id="{043C274B-2C0D-4EF5-9D2D-186BA04A4A62}"/>
              </a:ext>
            </a:extLst>
          </p:cNvPr>
          <p:cNvSpPr txBox="1">
            <a:spLocks/>
          </p:cNvSpPr>
          <p:nvPr/>
        </p:nvSpPr>
        <p:spPr bwMode="gray">
          <a:xfrm>
            <a:off x="469900" y="3190700"/>
            <a:ext cx="2160000" cy="2777744"/>
          </a:xfrm>
          <a:prstGeom prst="rect">
            <a:avLst/>
          </a:prstGeom>
          <a:ln>
            <a:noFill/>
          </a:ln>
        </p:spPr>
        <p:txBody>
          <a:bodyPr vert="horz" lIns="0" tIns="1044000" rIns="0" bIns="0" rtlCol="0" anchor="t">
            <a:spAutoFit/>
          </a:bodyPr>
          <a:lstStyle/>
          <a:p>
            <a:pPr marL="0" marR="0" lvl="1" indent="0" algn="ctr" defTabSz="914400" rtl="0" eaLnBrk="1" fontAlgn="auto" latinLnBrk="0" hangingPunct="1">
              <a:lnSpc>
                <a:spcPct val="100000"/>
              </a:lnSpc>
              <a:spcBef>
                <a:spcPts val="1200"/>
              </a:spcBef>
              <a:spcAft>
                <a:spcPts val="0"/>
              </a:spcAft>
              <a:buClrTx/>
              <a:buSzPct val="100000"/>
              <a:buFontTx/>
              <a:buNone/>
              <a:tabLst/>
              <a:defRPr/>
            </a:pPr>
            <a:r>
              <a:rPr kumimoji="0" lang="en-US" sz="1600" b="1" i="0" u="none" strike="noStrike" kern="1200" cap="none" spc="0" normalizeH="0" baseline="0" noProof="0" dirty="0">
                <a:ln>
                  <a:noFill/>
                </a:ln>
                <a:solidFill>
                  <a:srgbClr val="0D8390"/>
                </a:solidFill>
                <a:effectLst/>
                <a:uLnTx/>
                <a:uFillTx/>
                <a:ea typeface="+mn-ea"/>
                <a:cs typeface="+mn-cs"/>
              </a:rPr>
              <a:t>IT</a:t>
            </a:r>
            <a:br>
              <a:rPr kumimoji="0" lang="en-US" sz="1600" b="1" i="0" u="none" strike="noStrike" kern="1200" cap="none" spc="0" normalizeH="0" baseline="0" noProof="0" dirty="0">
                <a:ln>
                  <a:noFill/>
                </a:ln>
                <a:solidFill>
                  <a:srgbClr val="0D8390"/>
                </a:solidFill>
                <a:effectLst/>
                <a:uLnTx/>
                <a:uFillTx/>
                <a:ea typeface="+mn-ea"/>
                <a:cs typeface="+mn-cs"/>
              </a:rPr>
            </a:br>
            <a:endParaRPr kumimoji="0" lang="en-US" sz="1600" b="1" i="0" u="none" strike="noStrike" kern="1200" cap="none" spc="0" normalizeH="0" baseline="0" noProof="0" dirty="0">
              <a:ln>
                <a:noFill/>
              </a:ln>
              <a:solidFill>
                <a:srgbClr val="0D8390"/>
              </a:solidFill>
              <a:effectLst/>
              <a:uLnTx/>
              <a:uFillTx/>
              <a:ea typeface="+mn-ea"/>
              <a:cs typeface="+mn-cs"/>
            </a:endParaRPr>
          </a:p>
          <a:p>
            <a:pPr marL="0" lvl="1" algn="ctr">
              <a:spcBef>
                <a:spcPts val="1200"/>
              </a:spcBef>
              <a:buSzPct val="100000"/>
              <a:defRPr/>
            </a:pPr>
            <a:r>
              <a:rPr lang="en-US" sz="1200" b="1" kern="1200" dirty="0">
                <a:solidFill>
                  <a:schemeClr val="tx1"/>
                </a:solidFill>
                <a:latin typeface="+mn-lt"/>
                <a:ea typeface="Calibri" panose="020F0502020204030204" pitchFamily="34" charset="0"/>
                <a:cs typeface="Times New Roman" panose="02020603050405020304" pitchFamily="18" charset="0"/>
              </a:rPr>
              <a:t>T</a:t>
            </a:r>
            <a:r>
              <a:rPr lang="en-US" sz="1200" b="1" kern="1200" dirty="0">
                <a:solidFill>
                  <a:schemeClr val="tx1"/>
                </a:solidFill>
                <a:effectLst/>
                <a:latin typeface="+mn-lt"/>
                <a:ea typeface="Calibri" panose="020F0502020204030204" pitchFamily="34" charset="0"/>
                <a:cs typeface="Times New Roman" panose="02020603050405020304" pitchFamily="18" charset="0"/>
              </a:rPr>
              <a:t>he list of software’s and initiatives taken till now. Also list of future initiatives taken for digitization of processes. </a:t>
            </a:r>
          </a:p>
          <a:p>
            <a:pPr marL="0" marR="0" lvl="1" indent="0" algn="ctr" defTabSz="914400" rtl="0" eaLnBrk="1" fontAlgn="auto" latinLnBrk="0" hangingPunct="1">
              <a:lnSpc>
                <a:spcPct val="100000"/>
              </a:lnSpc>
              <a:spcBef>
                <a:spcPts val="1200"/>
              </a:spcBef>
              <a:spcAft>
                <a:spcPts val="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ea typeface="+mn-ea"/>
              <a:cs typeface="+mn-cs"/>
            </a:endParaRPr>
          </a:p>
        </p:txBody>
      </p:sp>
      <p:sp>
        <p:nvSpPr>
          <p:cNvPr id="114" name="Text Placeholder 3">
            <a:extLst>
              <a:ext uri="{FF2B5EF4-FFF2-40B4-BE49-F238E27FC236}">
                <a16:creationId xmlns:a16="http://schemas.microsoft.com/office/drawing/2014/main" id="{27443C9F-6F38-41D1-9AF7-CF5253A53CFD}"/>
              </a:ext>
            </a:extLst>
          </p:cNvPr>
          <p:cNvSpPr txBox="1">
            <a:spLocks/>
          </p:cNvSpPr>
          <p:nvPr/>
        </p:nvSpPr>
        <p:spPr bwMode="gray">
          <a:xfrm>
            <a:off x="5016000" y="3190700"/>
            <a:ext cx="2160000" cy="2254524"/>
          </a:xfrm>
          <a:prstGeom prst="rect">
            <a:avLst/>
          </a:prstGeom>
          <a:ln>
            <a:noFill/>
          </a:ln>
        </p:spPr>
        <p:txBody>
          <a:bodyPr vert="horz" lIns="0" tIns="1044000" rIns="0" bIns="0" rtlCol="0" anchor="t">
            <a:spAutoFit/>
          </a:bodyPr>
          <a:lstStyle>
            <a:defPPr>
              <a:defRPr lang="en-US"/>
            </a:defPPr>
            <a:lvl2pPr marL="0" lvl="1">
              <a:spcBef>
                <a:spcPts val="1200"/>
              </a:spcBef>
              <a:buSzPct val="100000"/>
              <a:defRPr sz="1200" b="1">
                <a:solidFill>
                  <a:schemeClr val="accent1"/>
                </a:solidFill>
              </a:defRPr>
            </a:lvl2pPr>
          </a:lstStyle>
          <a:p>
            <a:pPr marL="0" marR="0" lvl="1" indent="0" algn="ctr" defTabSz="914400" rtl="0" eaLnBrk="1" fontAlgn="auto" latinLnBrk="0" hangingPunct="1">
              <a:lnSpc>
                <a:spcPct val="100000"/>
              </a:lnSpc>
              <a:spcBef>
                <a:spcPts val="1200"/>
              </a:spcBef>
              <a:spcAft>
                <a:spcPts val="0"/>
              </a:spcAft>
              <a:buClrTx/>
              <a:buSzPct val="100000"/>
              <a:buFontTx/>
              <a:buNone/>
              <a:tabLst/>
              <a:defRPr/>
            </a:pPr>
            <a:r>
              <a:rPr lang="en-US" sz="1600" dirty="0">
                <a:solidFill>
                  <a:srgbClr val="007CB0"/>
                </a:solidFill>
              </a:rPr>
              <a:t>Stores and Purchase</a:t>
            </a:r>
            <a:br>
              <a:rPr kumimoji="0" lang="en-US" sz="1600" b="1" i="0" u="none" strike="noStrike" kern="1200" cap="none" spc="0" normalizeH="0" baseline="0" noProof="0" dirty="0">
                <a:ln>
                  <a:noFill/>
                </a:ln>
                <a:solidFill>
                  <a:srgbClr val="007CB0"/>
                </a:solidFill>
                <a:effectLst/>
                <a:uLnTx/>
                <a:uFillTx/>
                <a:ea typeface="+mn-ea"/>
                <a:cs typeface="+mn-cs"/>
              </a:rPr>
            </a:br>
            <a:endParaRPr kumimoji="0" lang="en-US" sz="1600" b="1" i="0" u="none" strike="noStrike" kern="1200" cap="none" spc="0" normalizeH="0" baseline="0" noProof="0" dirty="0">
              <a:ln>
                <a:noFill/>
              </a:ln>
              <a:solidFill>
                <a:srgbClr val="007CB0"/>
              </a:solidFill>
              <a:effectLst/>
              <a:uLnTx/>
              <a:uFillTx/>
              <a:ea typeface="+mn-ea"/>
              <a:cs typeface="+mn-cs"/>
            </a:endParaRPr>
          </a:p>
          <a:p>
            <a:pPr marL="0" marR="0" lvl="1" indent="0" algn="ctr" defTabSz="914400" rtl="0" eaLnBrk="1" fontAlgn="auto" latinLnBrk="0" hangingPunct="1">
              <a:lnSpc>
                <a:spcPct val="100000"/>
              </a:lnSpc>
              <a:spcBef>
                <a:spcPts val="1200"/>
              </a:spcBef>
              <a:spcAft>
                <a:spcPts val="0"/>
              </a:spcAft>
              <a:buClrTx/>
              <a:buSzPct val="100000"/>
              <a:buFontTx/>
              <a:buNone/>
              <a:tabLst/>
              <a:defRPr/>
            </a:pPr>
            <a:r>
              <a:rPr lang="en-US" sz="1200" kern="1200" dirty="0">
                <a:solidFill>
                  <a:schemeClr val="tx1"/>
                </a:solidFill>
                <a:latin typeface="+mn-lt"/>
                <a:ea typeface="+mn-ea"/>
                <a:cs typeface="Times New Roman" panose="02020603050405020304" pitchFamily="18" charset="0"/>
              </a:rPr>
              <a:t>As DLP follows the signed SOP’s for scrap disposal/auction . Same to be shared. </a:t>
            </a:r>
            <a:endParaRPr kumimoji="0" lang="en-US" sz="1200" b="0" i="0" u="none" strike="noStrike" kern="1200" cap="none" spc="0" normalizeH="0" baseline="0" noProof="0" dirty="0">
              <a:ln>
                <a:noFill/>
              </a:ln>
              <a:solidFill>
                <a:prstClr val="black"/>
              </a:solidFill>
              <a:effectLst/>
              <a:uLnTx/>
              <a:uFillTx/>
              <a:ea typeface="+mn-ea"/>
              <a:cs typeface="+mn-cs"/>
            </a:endParaRPr>
          </a:p>
        </p:txBody>
      </p:sp>
      <p:sp>
        <p:nvSpPr>
          <p:cNvPr id="115" name="Text Placeholder 3">
            <a:extLst>
              <a:ext uri="{FF2B5EF4-FFF2-40B4-BE49-F238E27FC236}">
                <a16:creationId xmlns:a16="http://schemas.microsoft.com/office/drawing/2014/main" id="{F92BC711-077A-4D01-94DA-7128D3D3BB6A}"/>
              </a:ext>
            </a:extLst>
          </p:cNvPr>
          <p:cNvSpPr txBox="1">
            <a:spLocks/>
          </p:cNvSpPr>
          <p:nvPr/>
        </p:nvSpPr>
        <p:spPr bwMode="gray">
          <a:xfrm>
            <a:off x="7289050" y="3190700"/>
            <a:ext cx="2160000" cy="2777744"/>
          </a:xfrm>
          <a:prstGeom prst="rect">
            <a:avLst/>
          </a:prstGeom>
          <a:ln>
            <a:noFill/>
          </a:ln>
        </p:spPr>
        <p:txBody>
          <a:bodyPr vert="horz" lIns="0" tIns="1044000" rIns="0" bIns="0" rtlCol="0" anchor="t">
            <a:spAutoFit/>
          </a:bodyPr>
          <a:lstStyle>
            <a:defPPr>
              <a:defRPr lang="en-US"/>
            </a:defPPr>
            <a:lvl2pPr marL="0" lvl="1">
              <a:spcBef>
                <a:spcPts val="1200"/>
              </a:spcBef>
              <a:buSzPct val="100000"/>
              <a:defRPr sz="1200" b="1">
                <a:solidFill>
                  <a:schemeClr val="accent1"/>
                </a:solidFill>
              </a:defRPr>
            </a:lvl2pPr>
          </a:lstStyle>
          <a:p>
            <a:pPr marL="0" marR="0" lvl="1" indent="0" algn="ctr" defTabSz="914400" rtl="0" eaLnBrk="1" fontAlgn="auto" latinLnBrk="0" hangingPunct="1">
              <a:lnSpc>
                <a:spcPct val="100000"/>
              </a:lnSpc>
              <a:spcBef>
                <a:spcPts val="1200"/>
              </a:spcBef>
              <a:spcAft>
                <a:spcPts val="0"/>
              </a:spcAft>
              <a:buClrTx/>
              <a:buSzPct val="100000"/>
              <a:buFontTx/>
              <a:buNone/>
              <a:tabLst/>
              <a:defRPr/>
            </a:pPr>
            <a:r>
              <a:rPr lang="en-US" sz="1600" dirty="0">
                <a:solidFill>
                  <a:srgbClr val="86BC25"/>
                </a:solidFill>
              </a:rPr>
              <a:t>Finance</a:t>
            </a:r>
            <a:br>
              <a:rPr kumimoji="0" lang="en-US" sz="1600" b="1" i="0" u="none" strike="noStrike" kern="1200" cap="none" spc="0" normalizeH="0" baseline="0" noProof="0" dirty="0">
                <a:ln>
                  <a:noFill/>
                </a:ln>
                <a:solidFill>
                  <a:srgbClr val="86BC25"/>
                </a:solidFill>
                <a:effectLst/>
                <a:uLnTx/>
                <a:uFillTx/>
                <a:ea typeface="+mn-ea"/>
                <a:cs typeface="+mn-cs"/>
              </a:rPr>
            </a:br>
            <a:endParaRPr kumimoji="0" lang="en-US" sz="1600" b="0" i="0" u="none" strike="noStrike" kern="1200" cap="none" spc="0" normalizeH="0" baseline="0" noProof="0" dirty="0">
              <a:ln>
                <a:noFill/>
              </a:ln>
              <a:solidFill>
                <a:prstClr val="black"/>
              </a:solidFill>
              <a:effectLst/>
              <a:uLnTx/>
              <a:uFillTx/>
              <a:ea typeface="+mn-ea"/>
              <a:cs typeface="+mn-cs"/>
            </a:endParaRPr>
          </a:p>
          <a:p>
            <a:pPr lvl="1" algn="ctr">
              <a:defRPr/>
            </a:pPr>
            <a:r>
              <a:rPr lang="en-US" sz="1200" kern="1200" dirty="0">
                <a:solidFill>
                  <a:schemeClr val="tx1"/>
                </a:solidFill>
                <a:latin typeface="+mn-lt"/>
                <a:ea typeface="Calibri" panose="020F0502020204030204" pitchFamily="34" charset="0"/>
                <a:cs typeface="Times New Roman" panose="02020603050405020304" pitchFamily="18" charset="0"/>
              </a:rPr>
              <a:t>SOPs for Accounting Process as well as soft copy of annual accounts with </a:t>
            </a:r>
            <a:r>
              <a:rPr lang="en-US" dirty="0">
                <a:solidFill>
                  <a:schemeClr val="tx1"/>
                </a:solidFill>
                <a:ea typeface="Calibri" panose="020F0502020204030204" pitchFamily="34" charset="0"/>
                <a:cs typeface="Times New Roman" panose="02020603050405020304" pitchFamily="18" charset="0"/>
              </a:rPr>
              <a:t>tagged chart of accounts </a:t>
            </a:r>
            <a:r>
              <a:rPr lang="en-US" sz="1200" kern="1200" dirty="0">
                <a:solidFill>
                  <a:schemeClr val="tx1"/>
                </a:solidFill>
                <a:latin typeface="+mn-lt"/>
                <a:ea typeface="Calibri" panose="020F0502020204030204" pitchFamily="34" charset="0"/>
                <a:cs typeface="Times New Roman" panose="02020603050405020304" pitchFamily="18" charset="0"/>
              </a:rPr>
              <a:t>to be shared . </a:t>
            </a:r>
            <a:endParaRPr lang="en-US" sz="1200" kern="1200" dirty="0">
              <a:solidFill>
                <a:schemeClr val="tx1"/>
              </a:solidFill>
              <a:effectLst/>
              <a:latin typeface="+mn-lt"/>
              <a:ea typeface="Calibri" panose="020F0502020204030204" pitchFamily="34" charset="0"/>
              <a:cs typeface="Times New Roman" panose="02020603050405020304" pitchFamily="18" charset="0"/>
            </a:endParaRPr>
          </a:p>
          <a:p>
            <a:pPr marL="0" marR="0" lvl="1" indent="0" algn="ctr" defTabSz="914400" rtl="0" eaLnBrk="1" fontAlgn="auto" latinLnBrk="0" hangingPunct="1">
              <a:lnSpc>
                <a:spcPct val="100000"/>
              </a:lnSpc>
              <a:spcBef>
                <a:spcPts val="1200"/>
              </a:spcBef>
              <a:spcAft>
                <a:spcPts val="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ea typeface="+mn-ea"/>
              <a:cs typeface="+mn-cs"/>
            </a:endParaRPr>
          </a:p>
        </p:txBody>
      </p:sp>
      <p:sp>
        <p:nvSpPr>
          <p:cNvPr id="116" name="Rectangle 115">
            <a:extLst>
              <a:ext uri="{FF2B5EF4-FFF2-40B4-BE49-F238E27FC236}">
                <a16:creationId xmlns:a16="http://schemas.microsoft.com/office/drawing/2014/main" id="{D4EDFEF8-557F-49C3-A558-7FE3B642AC34}"/>
              </a:ext>
            </a:extLst>
          </p:cNvPr>
          <p:cNvSpPr/>
          <p:nvPr/>
        </p:nvSpPr>
        <p:spPr bwMode="gray">
          <a:xfrm>
            <a:off x="9135969" y="2890478"/>
            <a:ext cx="776455" cy="77889"/>
          </a:xfrm>
          <a:prstGeom prst="rect">
            <a:avLst/>
          </a:prstGeom>
          <a:gradFill>
            <a:gsLst>
              <a:gs pos="16000">
                <a:schemeClr val="accent1"/>
              </a:gs>
              <a:gs pos="83000">
                <a:schemeClr val="bg2"/>
              </a:gs>
            </a:gsLst>
            <a:lin ang="0" scaled="0"/>
          </a:gra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err="1">
              <a:ln>
                <a:noFill/>
              </a:ln>
              <a:solidFill>
                <a:srgbClr val="FFFFFF"/>
              </a:solidFill>
              <a:effectLst/>
              <a:uLnTx/>
              <a:uFillTx/>
              <a:latin typeface="Verdana"/>
              <a:ea typeface="+mn-ea"/>
              <a:cs typeface="+mn-cs"/>
            </a:endParaRPr>
          </a:p>
        </p:txBody>
      </p:sp>
      <p:sp>
        <p:nvSpPr>
          <p:cNvPr id="119" name="Rectangle 118">
            <a:extLst>
              <a:ext uri="{FF2B5EF4-FFF2-40B4-BE49-F238E27FC236}">
                <a16:creationId xmlns:a16="http://schemas.microsoft.com/office/drawing/2014/main" id="{744FF225-4BB4-42B6-ABE2-F4E1036D3532}"/>
              </a:ext>
            </a:extLst>
          </p:cNvPr>
          <p:cNvSpPr/>
          <p:nvPr/>
        </p:nvSpPr>
        <p:spPr bwMode="gray">
          <a:xfrm>
            <a:off x="2208561" y="2890479"/>
            <a:ext cx="908821" cy="77889"/>
          </a:xfrm>
          <a:prstGeom prst="rect">
            <a:avLst/>
          </a:prstGeom>
          <a:gradFill>
            <a:gsLst>
              <a:gs pos="17000">
                <a:schemeClr val="accent5"/>
              </a:gs>
              <a:gs pos="83000">
                <a:srgbClr val="046A38"/>
              </a:gs>
            </a:gsLst>
            <a:lin ang="0" scaled="0"/>
          </a:gra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err="1">
              <a:ln>
                <a:noFill/>
              </a:ln>
              <a:solidFill>
                <a:srgbClr val="FFFFFF"/>
              </a:solidFill>
              <a:effectLst/>
              <a:uLnTx/>
              <a:uFillTx/>
              <a:latin typeface="Verdana"/>
              <a:ea typeface="+mn-ea"/>
              <a:cs typeface="+mn-cs"/>
            </a:endParaRPr>
          </a:p>
        </p:txBody>
      </p:sp>
      <p:grpSp>
        <p:nvGrpSpPr>
          <p:cNvPr id="120" name="Group 119">
            <a:extLst>
              <a:ext uri="{FF2B5EF4-FFF2-40B4-BE49-F238E27FC236}">
                <a16:creationId xmlns:a16="http://schemas.microsoft.com/office/drawing/2014/main" id="{63EC2A19-030D-4F6D-AAE3-0638CADC878A}"/>
              </a:ext>
            </a:extLst>
          </p:cNvPr>
          <p:cNvGrpSpPr/>
          <p:nvPr/>
        </p:nvGrpSpPr>
        <p:grpSpPr>
          <a:xfrm>
            <a:off x="708570" y="1758004"/>
            <a:ext cx="1598523" cy="2005765"/>
            <a:chOff x="2055768" y="1602865"/>
            <a:chExt cx="1598523" cy="2005765"/>
          </a:xfrm>
        </p:grpSpPr>
        <p:sp>
          <p:nvSpPr>
            <p:cNvPr id="122" name="Teardrop 121">
              <a:extLst>
                <a:ext uri="{FF2B5EF4-FFF2-40B4-BE49-F238E27FC236}">
                  <a16:creationId xmlns:a16="http://schemas.microsoft.com/office/drawing/2014/main" id="{36921185-60E3-4E47-9B80-4E6E488065D9}"/>
                </a:ext>
              </a:extLst>
            </p:cNvPr>
            <p:cNvSpPr/>
            <p:nvPr/>
          </p:nvSpPr>
          <p:spPr bwMode="gray">
            <a:xfrm rot="8100000">
              <a:off x="2103109" y="1602865"/>
              <a:ext cx="1503841" cy="1503844"/>
            </a:xfrm>
            <a:prstGeom prst="teardrop">
              <a:avLst/>
            </a:prstGeom>
            <a:solidFill>
              <a:schemeClr val="accent5"/>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err="1">
                <a:ln>
                  <a:noFill/>
                </a:ln>
                <a:solidFill>
                  <a:srgbClr val="FFFFFF"/>
                </a:solidFill>
                <a:effectLst/>
                <a:uLnTx/>
                <a:uFillTx/>
                <a:latin typeface="Verdana"/>
                <a:ea typeface="+mn-ea"/>
                <a:cs typeface="+mn-cs"/>
              </a:endParaRPr>
            </a:p>
          </p:txBody>
        </p:sp>
        <p:sp>
          <p:nvSpPr>
            <p:cNvPr id="123" name="Freeform 23">
              <a:extLst>
                <a:ext uri="{FF2B5EF4-FFF2-40B4-BE49-F238E27FC236}">
                  <a16:creationId xmlns:a16="http://schemas.microsoft.com/office/drawing/2014/main" id="{63543E58-773F-4ECC-AE41-B64295829B6E}"/>
                </a:ext>
              </a:extLst>
            </p:cNvPr>
            <p:cNvSpPr/>
            <p:nvPr/>
          </p:nvSpPr>
          <p:spPr bwMode="gray">
            <a:xfrm>
              <a:off x="2055768" y="2736722"/>
              <a:ext cx="1598523" cy="871908"/>
            </a:xfrm>
            <a:custGeom>
              <a:avLst/>
              <a:gdLst>
                <a:gd name="connsiteX0" fmla="*/ 0 w 2235812"/>
                <a:gd name="connsiteY0" fmla="*/ 0 h 1219515"/>
                <a:gd name="connsiteX1" fmla="*/ 135994 w 2235812"/>
                <a:gd name="connsiteY1" fmla="*/ 0 h 1219515"/>
                <a:gd name="connsiteX2" fmla="*/ 183908 w 2235812"/>
                <a:gd name="connsiteY2" fmla="*/ 81083 h 1219515"/>
                <a:gd name="connsiteX3" fmla="*/ 327199 w 2235812"/>
                <a:gd name="connsiteY3" fmla="*/ 256502 h 1219515"/>
                <a:gd name="connsiteX4" fmla="*/ 1117908 w 2235812"/>
                <a:gd name="connsiteY4" fmla="*/ 1047211 h 1219515"/>
                <a:gd name="connsiteX5" fmla="*/ 1908614 w 2235812"/>
                <a:gd name="connsiteY5" fmla="*/ 256504 h 1219515"/>
                <a:gd name="connsiteX6" fmla="*/ 2051905 w 2235812"/>
                <a:gd name="connsiteY6" fmla="*/ 81085 h 1219515"/>
                <a:gd name="connsiteX7" fmla="*/ 2099821 w 2235812"/>
                <a:gd name="connsiteY7" fmla="*/ 0 h 1219515"/>
                <a:gd name="connsiteX8" fmla="*/ 2235812 w 2235812"/>
                <a:gd name="connsiteY8" fmla="*/ 0 h 1219515"/>
                <a:gd name="connsiteX9" fmla="*/ 2216094 w 2235812"/>
                <a:gd name="connsiteY9" fmla="*/ 42485 h 1219515"/>
                <a:gd name="connsiteX10" fmla="*/ 1994765 w 2235812"/>
                <a:gd name="connsiteY10" fmla="*/ 342657 h 1219515"/>
                <a:gd name="connsiteX11" fmla="*/ 1117907 w 2235812"/>
                <a:gd name="connsiteY11" fmla="*/ 1219515 h 1219515"/>
                <a:gd name="connsiteX12" fmla="*/ 241048 w 2235812"/>
                <a:gd name="connsiteY12" fmla="*/ 342656 h 1219515"/>
                <a:gd name="connsiteX13" fmla="*/ 19718 w 2235812"/>
                <a:gd name="connsiteY13" fmla="*/ 42483 h 1219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35812" h="1219515">
                  <a:moveTo>
                    <a:pt x="0" y="0"/>
                  </a:moveTo>
                  <a:lnTo>
                    <a:pt x="135994" y="0"/>
                  </a:lnTo>
                  <a:lnTo>
                    <a:pt x="183908" y="81083"/>
                  </a:lnTo>
                  <a:cubicBezTo>
                    <a:pt x="224849" y="143089"/>
                    <a:pt x="272612" y="201915"/>
                    <a:pt x="327199" y="256502"/>
                  </a:cubicBezTo>
                  <a:lnTo>
                    <a:pt x="1117908" y="1047211"/>
                  </a:lnTo>
                  <a:lnTo>
                    <a:pt x="1908614" y="256504"/>
                  </a:lnTo>
                  <a:cubicBezTo>
                    <a:pt x="1963201" y="201918"/>
                    <a:pt x="2010965" y="143091"/>
                    <a:pt x="2051905" y="81085"/>
                  </a:cubicBezTo>
                  <a:lnTo>
                    <a:pt x="2099821" y="0"/>
                  </a:lnTo>
                  <a:lnTo>
                    <a:pt x="2235812" y="0"/>
                  </a:lnTo>
                  <a:lnTo>
                    <a:pt x="2216094" y="42485"/>
                  </a:lnTo>
                  <a:cubicBezTo>
                    <a:pt x="2159343" y="150476"/>
                    <a:pt x="2085567" y="251855"/>
                    <a:pt x="1994765" y="342657"/>
                  </a:cubicBezTo>
                  <a:lnTo>
                    <a:pt x="1117907" y="1219515"/>
                  </a:lnTo>
                  <a:lnTo>
                    <a:pt x="241048" y="342656"/>
                  </a:lnTo>
                  <a:cubicBezTo>
                    <a:pt x="150246" y="251854"/>
                    <a:pt x="76469" y="150475"/>
                    <a:pt x="19718" y="42483"/>
                  </a:cubicBezTo>
                  <a:close/>
                </a:path>
              </a:pathLst>
            </a:custGeom>
            <a:solidFill>
              <a:schemeClr val="accent5"/>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err="1">
                <a:ln>
                  <a:noFill/>
                </a:ln>
                <a:solidFill>
                  <a:srgbClr val="FFFFFF"/>
                </a:solidFill>
                <a:effectLst/>
                <a:uLnTx/>
                <a:uFillTx/>
                <a:latin typeface="Verdana"/>
                <a:ea typeface="+mn-ea"/>
                <a:cs typeface="+mn-cs"/>
              </a:endParaRPr>
            </a:p>
          </p:txBody>
        </p:sp>
        <p:sp>
          <p:nvSpPr>
            <p:cNvPr id="125" name="Oval 124">
              <a:extLst>
                <a:ext uri="{FF2B5EF4-FFF2-40B4-BE49-F238E27FC236}">
                  <a16:creationId xmlns:a16="http://schemas.microsoft.com/office/drawing/2014/main" id="{921DCB89-68EB-4171-B7ED-C7750D1C6101}"/>
                </a:ext>
              </a:extLst>
            </p:cNvPr>
            <p:cNvSpPr/>
            <p:nvPr/>
          </p:nvSpPr>
          <p:spPr bwMode="gray">
            <a:xfrm>
              <a:off x="2303206" y="1758652"/>
              <a:ext cx="1119070" cy="1119071"/>
            </a:xfrm>
            <a:prstGeom prst="ellipse">
              <a:avLst/>
            </a:prstGeom>
            <a:solidFill>
              <a:schemeClr val="bg1"/>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err="1">
                <a:ln>
                  <a:noFill/>
                </a:ln>
                <a:solidFill>
                  <a:srgbClr val="FFFFFF"/>
                </a:solidFill>
                <a:effectLst/>
                <a:uLnTx/>
                <a:uFillTx/>
                <a:latin typeface="Verdana"/>
                <a:ea typeface="+mn-ea"/>
                <a:cs typeface="+mn-cs"/>
              </a:endParaRPr>
            </a:p>
          </p:txBody>
        </p:sp>
      </p:grpSp>
      <p:grpSp>
        <p:nvGrpSpPr>
          <p:cNvPr id="126" name="Group 125">
            <a:extLst>
              <a:ext uri="{FF2B5EF4-FFF2-40B4-BE49-F238E27FC236}">
                <a16:creationId xmlns:a16="http://schemas.microsoft.com/office/drawing/2014/main" id="{A6664128-FFF9-4B21-8A4E-12599E521DD0}"/>
              </a:ext>
            </a:extLst>
          </p:cNvPr>
          <p:cNvGrpSpPr/>
          <p:nvPr/>
        </p:nvGrpSpPr>
        <p:grpSpPr>
          <a:xfrm>
            <a:off x="3046743" y="1758004"/>
            <a:ext cx="1598523" cy="2005765"/>
            <a:chOff x="3622989" y="1602865"/>
            <a:chExt cx="1598523" cy="2005765"/>
          </a:xfrm>
        </p:grpSpPr>
        <p:sp>
          <p:nvSpPr>
            <p:cNvPr id="127" name="Teardrop 126">
              <a:extLst>
                <a:ext uri="{FF2B5EF4-FFF2-40B4-BE49-F238E27FC236}">
                  <a16:creationId xmlns:a16="http://schemas.microsoft.com/office/drawing/2014/main" id="{8700C81D-8B09-45CB-9BA7-46CE17AC84C4}"/>
                </a:ext>
              </a:extLst>
            </p:cNvPr>
            <p:cNvSpPr/>
            <p:nvPr/>
          </p:nvSpPr>
          <p:spPr bwMode="gray">
            <a:xfrm rot="8100000">
              <a:off x="3670329" y="1602865"/>
              <a:ext cx="1503841" cy="1503844"/>
            </a:xfrm>
            <a:prstGeom prst="teardrop">
              <a:avLst/>
            </a:prstGeom>
            <a:solidFill>
              <a:schemeClr val="accent4"/>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err="1">
                <a:ln>
                  <a:noFill/>
                </a:ln>
                <a:solidFill>
                  <a:srgbClr val="046A38"/>
                </a:solidFill>
                <a:effectLst/>
                <a:uLnTx/>
                <a:uFillTx/>
                <a:latin typeface="Verdana"/>
                <a:ea typeface="+mn-ea"/>
                <a:cs typeface="+mn-cs"/>
              </a:endParaRPr>
            </a:p>
          </p:txBody>
        </p:sp>
        <p:sp>
          <p:nvSpPr>
            <p:cNvPr id="128" name="Freeform 27">
              <a:extLst>
                <a:ext uri="{FF2B5EF4-FFF2-40B4-BE49-F238E27FC236}">
                  <a16:creationId xmlns:a16="http://schemas.microsoft.com/office/drawing/2014/main" id="{3462ED85-0C05-4CE2-AE44-6035A8D1A9C4}"/>
                </a:ext>
              </a:extLst>
            </p:cNvPr>
            <p:cNvSpPr/>
            <p:nvPr/>
          </p:nvSpPr>
          <p:spPr bwMode="gray">
            <a:xfrm>
              <a:off x="3622989" y="2736722"/>
              <a:ext cx="1598523" cy="871908"/>
            </a:xfrm>
            <a:custGeom>
              <a:avLst/>
              <a:gdLst>
                <a:gd name="connsiteX0" fmla="*/ 0 w 2235812"/>
                <a:gd name="connsiteY0" fmla="*/ 0 h 1219515"/>
                <a:gd name="connsiteX1" fmla="*/ 135994 w 2235812"/>
                <a:gd name="connsiteY1" fmla="*/ 0 h 1219515"/>
                <a:gd name="connsiteX2" fmla="*/ 183908 w 2235812"/>
                <a:gd name="connsiteY2" fmla="*/ 81083 h 1219515"/>
                <a:gd name="connsiteX3" fmla="*/ 327199 w 2235812"/>
                <a:gd name="connsiteY3" fmla="*/ 256502 h 1219515"/>
                <a:gd name="connsiteX4" fmla="*/ 1117908 w 2235812"/>
                <a:gd name="connsiteY4" fmla="*/ 1047211 h 1219515"/>
                <a:gd name="connsiteX5" fmla="*/ 1908614 w 2235812"/>
                <a:gd name="connsiteY5" fmla="*/ 256504 h 1219515"/>
                <a:gd name="connsiteX6" fmla="*/ 2051905 w 2235812"/>
                <a:gd name="connsiteY6" fmla="*/ 81085 h 1219515"/>
                <a:gd name="connsiteX7" fmla="*/ 2099821 w 2235812"/>
                <a:gd name="connsiteY7" fmla="*/ 0 h 1219515"/>
                <a:gd name="connsiteX8" fmla="*/ 2235812 w 2235812"/>
                <a:gd name="connsiteY8" fmla="*/ 0 h 1219515"/>
                <a:gd name="connsiteX9" fmla="*/ 2216094 w 2235812"/>
                <a:gd name="connsiteY9" fmla="*/ 42485 h 1219515"/>
                <a:gd name="connsiteX10" fmla="*/ 1994765 w 2235812"/>
                <a:gd name="connsiteY10" fmla="*/ 342657 h 1219515"/>
                <a:gd name="connsiteX11" fmla="*/ 1117907 w 2235812"/>
                <a:gd name="connsiteY11" fmla="*/ 1219515 h 1219515"/>
                <a:gd name="connsiteX12" fmla="*/ 241048 w 2235812"/>
                <a:gd name="connsiteY12" fmla="*/ 342656 h 1219515"/>
                <a:gd name="connsiteX13" fmla="*/ 19718 w 2235812"/>
                <a:gd name="connsiteY13" fmla="*/ 42483 h 1219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35812" h="1219515">
                  <a:moveTo>
                    <a:pt x="0" y="0"/>
                  </a:moveTo>
                  <a:lnTo>
                    <a:pt x="135994" y="0"/>
                  </a:lnTo>
                  <a:lnTo>
                    <a:pt x="183908" y="81083"/>
                  </a:lnTo>
                  <a:cubicBezTo>
                    <a:pt x="224849" y="143089"/>
                    <a:pt x="272612" y="201915"/>
                    <a:pt x="327199" y="256502"/>
                  </a:cubicBezTo>
                  <a:lnTo>
                    <a:pt x="1117908" y="1047211"/>
                  </a:lnTo>
                  <a:lnTo>
                    <a:pt x="1908614" y="256504"/>
                  </a:lnTo>
                  <a:cubicBezTo>
                    <a:pt x="1963201" y="201918"/>
                    <a:pt x="2010965" y="143091"/>
                    <a:pt x="2051905" y="81085"/>
                  </a:cubicBezTo>
                  <a:lnTo>
                    <a:pt x="2099821" y="0"/>
                  </a:lnTo>
                  <a:lnTo>
                    <a:pt x="2235812" y="0"/>
                  </a:lnTo>
                  <a:lnTo>
                    <a:pt x="2216094" y="42485"/>
                  </a:lnTo>
                  <a:cubicBezTo>
                    <a:pt x="2159343" y="150476"/>
                    <a:pt x="2085567" y="251855"/>
                    <a:pt x="1994765" y="342657"/>
                  </a:cubicBezTo>
                  <a:lnTo>
                    <a:pt x="1117907" y="1219515"/>
                  </a:lnTo>
                  <a:lnTo>
                    <a:pt x="241048" y="342656"/>
                  </a:lnTo>
                  <a:cubicBezTo>
                    <a:pt x="150246" y="251854"/>
                    <a:pt x="76469" y="150475"/>
                    <a:pt x="19718" y="42483"/>
                  </a:cubicBezTo>
                  <a:close/>
                </a:path>
              </a:pathLst>
            </a:custGeom>
            <a:solidFill>
              <a:schemeClr val="accent4"/>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err="1">
                <a:ln>
                  <a:noFill/>
                </a:ln>
                <a:solidFill>
                  <a:srgbClr val="046A38"/>
                </a:solidFill>
                <a:effectLst/>
                <a:uLnTx/>
                <a:uFillTx/>
                <a:latin typeface="Verdana"/>
                <a:ea typeface="+mn-ea"/>
                <a:cs typeface="+mn-cs"/>
              </a:endParaRPr>
            </a:p>
          </p:txBody>
        </p:sp>
        <p:sp>
          <p:nvSpPr>
            <p:cNvPr id="129" name="Oval 128">
              <a:extLst>
                <a:ext uri="{FF2B5EF4-FFF2-40B4-BE49-F238E27FC236}">
                  <a16:creationId xmlns:a16="http://schemas.microsoft.com/office/drawing/2014/main" id="{DFD0DB57-AC18-4EF1-907F-BF455E79E8D1}"/>
                </a:ext>
              </a:extLst>
            </p:cNvPr>
            <p:cNvSpPr/>
            <p:nvPr/>
          </p:nvSpPr>
          <p:spPr bwMode="gray">
            <a:xfrm>
              <a:off x="3862715" y="1758652"/>
              <a:ext cx="1119070" cy="1119071"/>
            </a:xfrm>
            <a:prstGeom prst="ellipse">
              <a:avLst/>
            </a:prstGeom>
            <a:solidFill>
              <a:schemeClr val="bg1"/>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err="1">
                <a:ln>
                  <a:noFill/>
                </a:ln>
                <a:solidFill>
                  <a:srgbClr val="046A38"/>
                </a:solidFill>
                <a:effectLst/>
                <a:uLnTx/>
                <a:uFillTx/>
                <a:latin typeface="Verdana"/>
                <a:ea typeface="+mn-ea"/>
                <a:cs typeface="+mn-cs"/>
              </a:endParaRPr>
            </a:p>
          </p:txBody>
        </p:sp>
      </p:grpSp>
      <p:grpSp>
        <p:nvGrpSpPr>
          <p:cNvPr id="130" name="Group 129">
            <a:extLst>
              <a:ext uri="{FF2B5EF4-FFF2-40B4-BE49-F238E27FC236}">
                <a16:creationId xmlns:a16="http://schemas.microsoft.com/office/drawing/2014/main" id="{B5416F2C-AE2C-4787-B0F9-06E24C1BCA16}"/>
              </a:ext>
            </a:extLst>
          </p:cNvPr>
          <p:cNvGrpSpPr/>
          <p:nvPr/>
        </p:nvGrpSpPr>
        <p:grpSpPr>
          <a:xfrm>
            <a:off x="5298295" y="1752842"/>
            <a:ext cx="1598523" cy="2005765"/>
            <a:chOff x="5190209" y="1602865"/>
            <a:chExt cx="1598523" cy="2005765"/>
          </a:xfrm>
        </p:grpSpPr>
        <p:sp>
          <p:nvSpPr>
            <p:cNvPr id="131" name="Teardrop 130">
              <a:extLst>
                <a:ext uri="{FF2B5EF4-FFF2-40B4-BE49-F238E27FC236}">
                  <a16:creationId xmlns:a16="http://schemas.microsoft.com/office/drawing/2014/main" id="{8DAD929B-B306-448A-8D7F-6670106F5B07}"/>
                </a:ext>
              </a:extLst>
            </p:cNvPr>
            <p:cNvSpPr/>
            <p:nvPr/>
          </p:nvSpPr>
          <p:spPr bwMode="gray">
            <a:xfrm rot="8100000">
              <a:off x="5237549" y="1602865"/>
              <a:ext cx="1503841" cy="1503844"/>
            </a:xfrm>
            <a:prstGeom prst="teardrop">
              <a:avLst/>
            </a:prstGeom>
            <a:solidFill>
              <a:schemeClr val="accent6"/>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err="1">
                <a:ln>
                  <a:noFill/>
                </a:ln>
                <a:solidFill>
                  <a:srgbClr val="FFFFFF"/>
                </a:solidFill>
                <a:effectLst/>
                <a:uLnTx/>
                <a:uFillTx/>
                <a:latin typeface="Verdana"/>
                <a:ea typeface="+mn-ea"/>
                <a:cs typeface="+mn-cs"/>
              </a:endParaRPr>
            </a:p>
          </p:txBody>
        </p:sp>
        <p:sp>
          <p:nvSpPr>
            <p:cNvPr id="132" name="Freeform 31">
              <a:extLst>
                <a:ext uri="{FF2B5EF4-FFF2-40B4-BE49-F238E27FC236}">
                  <a16:creationId xmlns:a16="http://schemas.microsoft.com/office/drawing/2014/main" id="{02DA98FE-67F2-4190-B846-BC71955D5DCF}"/>
                </a:ext>
              </a:extLst>
            </p:cNvPr>
            <p:cNvSpPr/>
            <p:nvPr/>
          </p:nvSpPr>
          <p:spPr bwMode="gray">
            <a:xfrm>
              <a:off x="5190209" y="2736722"/>
              <a:ext cx="1598523" cy="871908"/>
            </a:xfrm>
            <a:custGeom>
              <a:avLst/>
              <a:gdLst>
                <a:gd name="connsiteX0" fmla="*/ 0 w 2235812"/>
                <a:gd name="connsiteY0" fmla="*/ 0 h 1219515"/>
                <a:gd name="connsiteX1" fmla="*/ 135994 w 2235812"/>
                <a:gd name="connsiteY1" fmla="*/ 0 h 1219515"/>
                <a:gd name="connsiteX2" fmla="*/ 183908 w 2235812"/>
                <a:gd name="connsiteY2" fmla="*/ 81083 h 1219515"/>
                <a:gd name="connsiteX3" fmla="*/ 327199 w 2235812"/>
                <a:gd name="connsiteY3" fmla="*/ 256502 h 1219515"/>
                <a:gd name="connsiteX4" fmla="*/ 1117908 w 2235812"/>
                <a:gd name="connsiteY4" fmla="*/ 1047211 h 1219515"/>
                <a:gd name="connsiteX5" fmla="*/ 1908614 w 2235812"/>
                <a:gd name="connsiteY5" fmla="*/ 256504 h 1219515"/>
                <a:gd name="connsiteX6" fmla="*/ 2051905 w 2235812"/>
                <a:gd name="connsiteY6" fmla="*/ 81085 h 1219515"/>
                <a:gd name="connsiteX7" fmla="*/ 2099821 w 2235812"/>
                <a:gd name="connsiteY7" fmla="*/ 0 h 1219515"/>
                <a:gd name="connsiteX8" fmla="*/ 2235812 w 2235812"/>
                <a:gd name="connsiteY8" fmla="*/ 0 h 1219515"/>
                <a:gd name="connsiteX9" fmla="*/ 2216094 w 2235812"/>
                <a:gd name="connsiteY9" fmla="*/ 42485 h 1219515"/>
                <a:gd name="connsiteX10" fmla="*/ 1994765 w 2235812"/>
                <a:gd name="connsiteY10" fmla="*/ 342657 h 1219515"/>
                <a:gd name="connsiteX11" fmla="*/ 1117907 w 2235812"/>
                <a:gd name="connsiteY11" fmla="*/ 1219515 h 1219515"/>
                <a:gd name="connsiteX12" fmla="*/ 241048 w 2235812"/>
                <a:gd name="connsiteY12" fmla="*/ 342656 h 1219515"/>
                <a:gd name="connsiteX13" fmla="*/ 19718 w 2235812"/>
                <a:gd name="connsiteY13" fmla="*/ 42483 h 1219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35812" h="1219515">
                  <a:moveTo>
                    <a:pt x="0" y="0"/>
                  </a:moveTo>
                  <a:lnTo>
                    <a:pt x="135994" y="0"/>
                  </a:lnTo>
                  <a:lnTo>
                    <a:pt x="183908" y="81083"/>
                  </a:lnTo>
                  <a:cubicBezTo>
                    <a:pt x="224849" y="143089"/>
                    <a:pt x="272612" y="201915"/>
                    <a:pt x="327199" y="256502"/>
                  </a:cubicBezTo>
                  <a:lnTo>
                    <a:pt x="1117908" y="1047211"/>
                  </a:lnTo>
                  <a:lnTo>
                    <a:pt x="1908614" y="256504"/>
                  </a:lnTo>
                  <a:cubicBezTo>
                    <a:pt x="1963201" y="201918"/>
                    <a:pt x="2010965" y="143091"/>
                    <a:pt x="2051905" y="81085"/>
                  </a:cubicBezTo>
                  <a:lnTo>
                    <a:pt x="2099821" y="0"/>
                  </a:lnTo>
                  <a:lnTo>
                    <a:pt x="2235812" y="0"/>
                  </a:lnTo>
                  <a:lnTo>
                    <a:pt x="2216094" y="42485"/>
                  </a:lnTo>
                  <a:cubicBezTo>
                    <a:pt x="2159343" y="150476"/>
                    <a:pt x="2085567" y="251855"/>
                    <a:pt x="1994765" y="342657"/>
                  </a:cubicBezTo>
                  <a:lnTo>
                    <a:pt x="1117907" y="1219515"/>
                  </a:lnTo>
                  <a:lnTo>
                    <a:pt x="241048" y="342656"/>
                  </a:lnTo>
                  <a:cubicBezTo>
                    <a:pt x="150246" y="251854"/>
                    <a:pt x="76469" y="150475"/>
                    <a:pt x="19718" y="42483"/>
                  </a:cubicBezTo>
                  <a:close/>
                </a:path>
              </a:pathLst>
            </a:custGeom>
            <a:solidFill>
              <a:schemeClr val="accent6"/>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err="1">
                <a:ln>
                  <a:noFill/>
                </a:ln>
                <a:solidFill>
                  <a:srgbClr val="FFFFFF"/>
                </a:solidFill>
                <a:effectLst/>
                <a:uLnTx/>
                <a:uFillTx/>
                <a:latin typeface="Verdana"/>
                <a:ea typeface="+mn-ea"/>
                <a:cs typeface="+mn-cs"/>
              </a:endParaRPr>
            </a:p>
          </p:txBody>
        </p:sp>
        <p:sp>
          <p:nvSpPr>
            <p:cNvPr id="134" name="Oval 133">
              <a:extLst>
                <a:ext uri="{FF2B5EF4-FFF2-40B4-BE49-F238E27FC236}">
                  <a16:creationId xmlns:a16="http://schemas.microsoft.com/office/drawing/2014/main" id="{4AB60942-A244-4F0B-8B45-012B9C782162}"/>
                </a:ext>
              </a:extLst>
            </p:cNvPr>
            <p:cNvSpPr/>
            <p:nvPr/>
          </p:nvSpPr>
          <p:spPr bwMode="gray">
            <a:xfrm>
              <a:off x="5429936" y="1758652"/>
              <a:ext cx="1119070" cy="1119071"/>
            </a:xfrm>
            <a:prstGeom prst="ellipse">
              <a:avLst/>
            </a:prstGeom>
            <a:solidFill>
              <a:schemeClr val="bg1"/>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err="1">
                <a:ln>
                  <a:noFill/>
                </a:ln>
                <a:solidFill>
                  <a:srgbClr val="FFFFFF"/>
                </a:solidFill>
                <a:effectLst/>
                <a:uLnTx/>
                <a:uFillTx/>
                <a:latin typeface="Verdana"/>
                <a:ea typeface="+mn-ea"/>
                <a:cs typeface="+mn-cs"/>
              </a:endParaRPr>
            </a:p>
          </p:txBody>
        </p:sp>
      </p:grpSp>
      <p:grpSp>
        <p:nvGrpSpPr>
          <p:cNvPr id="135" name="Group 134">
            <a:extLst>
              <a:ext uri="{FF2B5EF4-FFF2-40B4-BE49-F238E27FC236}">
                <a16:creationId xmlns:a16="http://schemas.microsoft.com/office/drawing/2014/main" id="{583E8883-3086-48B1-8236-60731D417E74}"/>
              </a:ext>
            </a:extLst>
          </p:cNvPr>
          <p:cNvGrpSpPr/>
          <p:nvPr/>
        </p:nvGrpSpPr>
        <p:grpSpPr>
          <a:xfrm>
            <a:off x="7608168" y="1758004"/>
            <a:ext cx="1598523" cy="2005765"/>
            <a:chOff x="6763077" y="1602865"/>
            <a:chExt cx="1598523" cy="2005765"/>
          </a:xfrm>
        </p:grpSpPr>
        <p:sp>
          <p:nvSpPr>
            <p:cNvPr id="136" name="Teardrop 135">
              <a:extLst>
                <a:ext uri="{FF2B5EF4-FFF2-40B4-BE49-F238E27FC236}">
                  <a16:creationId xmlns:a16="http://schemas.microsoft.com/office/drawing/2014/main" id="{500582AA-607B-4C0A-9AA8-B49305A1C27A}"/>
                </a:ext>
              </a:extLst>
            </p:cNvPr>
            <p:cNvSpPr/>
            <p:nvPr/>
          </p:nvSpPr>
          <p:spPr bwMode="gray">
            <a:xfrm rot="8100000">
              <a:off x="6810418" y="1602865"/>
              <a:ext cx="1503841" cy="1503844"/>
            </a:xfrm>
            <a:prstGeom prst="teardrop">
              <a:avLst/>
            </a:prstGeom>
            <a:solidFill>
              <a:schemeClr val="accent1"/>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err="1">
                <a:ln>
                  <a:noFill/>
                </a:ln>
                <a:solidFill>
                  <a:srgbClr val="FFFFFF"/>
                </a:solidFill>
                <a:effectLst/>
                <a:uLnTx/>
                <a:uFillTx/>
                <a:latin typeface="Verdana"/>
                <a:ea typeface="+mn-ea"/>
                <a:cs typeface="+mn-cs"/>
              </a:endParaRPr>
            </a:p>
          </p:txBody>
        </p:sp>
        <p:sp>
          <p:nvSpPr>
            <p:cNvPr id="137" name="Freeform 35">
              <a:extLst>
                <a:ext uri="{FF2B5EF4-FFF2-40B4-BE49-F238E27FC236}">
                  <a16:creationId xmlns:a16="http://schemas.microsoft.com/office/drawing/2014/main" id="{8EEC739B-9B53-49BA-94AC-06DD070756DA}"/>
                </a:ext>
              </a:extLst>
            </p:cNvPr>
            <p:cNvSpPr/>
            <p:nvPr/>
          </p:nvSpPr>
          <p:spPr bwMode="gray">
            <a:xfrm>
              <a:off x="6763077" y="2736722"/>
              <a:ext cx="1598523" cy="871908"/>
            </a:xfrm>
            <a:custGeom>
              <a:avLst/>
              <a:gdLst>
                <a:gd name="connsiteX0" fmla="*/ 0 w 2235812"/>
                <a:gd name="connsiteY0" fmla="*/ 0 h 1219515"/>
                <a:gd name="connsiteX1" fmla="*/ 135994 w 2235812"/>
                <a:gd name="connsiteY1" fmla="*/ 0 h 1219515"/>
                <a:gd name="connsiteX2" fmla="*/ 183908 w 2235812"/>
                <a:gd name="connsiteY2" fmla="*/ 81083 h 1219515"/>
                <a:gd name="connsiteX3" fmla="*/ 327199 w 2235812"/>
                <a:gd name="connsiteY3" fmla="*/ 256502 h 1219515"/>
                <a:gd name="connsiteX4" fmla="*/ 1117908 w 2235812"/>
                <a:gd name="connsiteY4" fmla="*/ 1047211 h 1219515"/>
                <a:gd name="connsiteX5" fmla="*/ 1908614 w 2235812"/>
                <a:gd name="connsiteY5" fmla="*/ 256504 h 1219515"/>
                <a:gd name="connsiteX6" fmla="*/ 2051905 w 2235812"/>
                <a:gd name="connsiteY6" fmla="*/ 81085 h 1219515"/>
                <a:gd name="connsiteX7" fmla="*/ 2099821 w 2235812"/>
                <a:gd name="connsiteY7" fmla="*/ 0 h 1219515"/>
                <a:gd name="connsiteX8" fmla="*/ 2235812 w 2235812"/>
                <a:gd name="connsiteY8" fmla="*/ 0 h 1219515"/>
                <a:gd name="connsiteX9" fmla="*/ 2216094 w 2235812"/>
                <a:gd name="connsiteY9" fmla="*/ 42485 h 1219515"/>
                <a:gd name="connsiteX10" fmla="*/ 1994765 w 2235812"/>
                <a:gd name="connsiteY10" fmla="*/ 342657 h 1219515"/>
                <a:gd name="connsiteX11" fmla="*/ 1117907 w 2235812"/>
                <a:gd name="connsiteY11" fmla="*/ 1219515 h 1219515"/>
                <a:gd name="connsiteX12" fmla="*/ 241048 w 2235812"/>
                <a:gd name="connsiteY12" fmla="*/ 342656 h 1219515"/>
                <a:gd name="connsiteX13" fmla="*/ 19718 w 2235812"/>
                <a:gd name="connsiteY13" fmla="*/ 42483 h 1219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35812" h="1219515">
                  <a:moveTo>
                    <a:pt x="0" y="0"/>
                  </a:moveTo>
                  <a:lnTo>
                    <a:pt x="135994" y="0"/>
                  </a:lnTo>
                  <a:lnTo>
                    <a:pt x="183908" y="81083"/>
                  </a:lnTo>
                  <a:cubicBezTo>
                    <a:pt x="224849" y="143089"/>
                    <a:pt x="272612" y="201915"/>
                    <a:pt x="327199" y="256502"/>
                  </a:cubicBezTo>
                  <a:lnTo>
                    <a:pt x="1117908" y="1047211"/>
                  </a:lnTo>
                  <a:lnTo>
                    <a:pt x="1908614" y="256504"/>
                  </a:lnTo>
                  <a:cubicBezTo>
                    <a:pt x="1963201" y="201918"/>
                    <a:pt x="2010965" y="143091"/>
                    <a:pt x="2051905" y="81085"/>
                  </a:cubicBezTo>
                  <a:lnTo>
                    <a:pt x="2099821" y="0"/>
                  </a:lnTo>
                  <a:lnTo>
                    <a:pt x="2235812" y="0"/>
                  </a:lnTo>
                  <a:lnTo>
                    <a:pt x="2216094" y="42485"/>
                  </a:lnTo>
                  <a:cubicBezTo>
                    <a:pt x="2159343" y="150476"/>
                    <a:pt x="2085567" y="251855"/>
                    <a:pt x="1994765" y="342657"/>
                  </a:cubicBezTo>
                  <a:lnTo>
                    <a:pt x="1117907" y="1219515"/>
                  </a:lnTo>
                  <a:lnTo>
                    <a:pt x="241048" y="342656"/>
                  </a:lnTo>
                  <a:cubicBezTo>
                    <a:pt x="150246" y="251854"/>
                    <a:pt x="76469" y="150475"/>
                    <a:pt x="19718" y="42483"/>
                  </a:cubicBezTo>
                  <a:close/>
                </a:path>
              </a:pathLst>
            </a:custGeom>
            <a:solidFill>
              <a:schemeClr val="accent1"/>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err="1">
                <a:ln>
                  <a:noFill/>
                </a:ln>
                <a:solidFill>
                  <a:srgbClr val="FFFFFF"/>
                </a:solidFill>
                <a:effectLst/>
                <a:uLnTx/>
                <a:uFillTx/>
                <a:latin typeface="Verdana"/>
                <a:ea typeface="+mn-ea"/>
                <a:cs typeface="+mn-cs"/>
              </a:endParaRPr>
            </a:p>
          </p:txBody>
        </p:sp>
        <p:sp>
          <p:nvSpPr>
            <p:cNvPr id="139" name="Oval 138">
              <a:extLst>
                <a:ext uri="{FF2B5EF4-FFF2-40B4-BE49-F238E27FC236}">
                  <a16:creationId xmlns:a16="http://schemas.microsoft.com/office/drawing/2014/main" id="{870972BF-AB98-4CC2-BB60-84903DB5CFE2}"/>
                </a:ext>
              </a:extLst>
            </p:cNvPr>
            <p:cNvSpPr/>
            <p:nvPr/>
          </p:nvSpPr>
          <p:spPr bwMode="gray">
            <a:xfrm>
              <a:off x="7007153" y="1758652"/>
              <a:ext cx="1119070" cy="1119071"/>
            </a:xfrm>
            <a:prstGeom prst="ellipse">
              <a:avLst/>
            </a:prstGeom>
            <a:solidFill>
              <a:schemeClr val="bg1"/>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err="1">
                <a:ln>
                  <a:noFill/>
                </a:ln>
                <a:solidFill>
                  <a:srgbClr val="FFFFFF"/>
                </a:solidFill>
                <a:effectLst/>
                <a:uLnTx/>
                <a:uFillTx/>
                <a:latin typeface="Verdana"/>
                <a:ea typeface="+mn-ea"/>
                <a:cs typeface="+mn-cs"/>
              </a:endParaRPr>
            </a:p>
          </p:txBody>
        </p:sp>
      </p:grpSp>
      <p:grpSp>
        <p:nvGrpSpPr>
          <p:cNvPr id="140" name="Group 139">
            <a:extLst>
              <a:ext uri="{FF2B5EF4-FFF2-40B4-BE49-F238E27FC236}">
                <a16:creationId xmlns:a16="http://schemas.microsoft.com/office/drawing/2014/main" id="{2746340E-86D4-41CA-93A9-4E98D191BE05}"/>
              </a:ext>
            </a:extLst>
          </p:cNvPr>
          <p:cNvGrpSpPr/>
          <p:nvPr/>
        </p:nvGrpSpPr>
        <p:grpSpPr>
          <a:xfrm>
            <a:off x="9840416" y="1758004"/>
            <a:ext cx="1598523" cy="2005765"/>
            <a:chOff x="8355090" y="1602865"/>
            <a:chExt cx="1598523" cy="2005765"/>
          </a:xfrm>
        </p:grpSpPr>
        <p:sp>
          <p:nvSpPr>
            <p:cNvPr id="141" name="Teardrop 140">
              <a:extLst>
                <a:ext uri="{FF2B5EF4-FFF2-40B4-BE49-F238E27FC236}">
                  <a16:creationId xmlns:a16="http://schemas.microsoft.com/office/drawing/2014/main" id="{78FD4A15-BB61-4D87-9E87-382B927FB4C9}"/>
                </a:ext>
              </a:extLst>
            </p:cNvPr>
            <p:cNvSpPr/>
            <p:nvPr/>
          </p:nvSpPr>
          <p:spPr bwMode="gray">
            <a:xfrm rot="8100000">
              <a:off x="8402430" y="1602865"/>
              <a:ext cx="1503841" cy="1503844"/>
            </a:xfrm>
            <a:prstGeom prst="teardrop">
              <a:avLst/>
            </a:prstGeom>
            <a:solidFill>
              <a:schemeClr val="bg2"/>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err="1">
                <a:ln>
                  <a:noFill/>
                </a:ln>
                <a:solidFill>
                  <a:srgbClr val="FFFFFF"/>
                </a:solidFill>
                <a:effectLst/>
                <a:uLnTx/>
                <a:uFillTx/>
                <a:latin typeface="Verdana"/>
                <a:ea typeface="+mn-ea"/>
                <a:cs typeface="+mn-cs"/>
              </a:endParaRPr>
            </a:p>
          </p:txBody>
        </p:sp>
        <p:sp>
          <p:nvSpPr>
            <p:cNvPr id="142" name="Freeform 39">
              <a:extLst>
                <a:ext uri="{FF2B5EF4-FFF2-40B4-BE49-F238E27FC236}">
                  <a16:creationId xmlns:a16="http://schemas.microsoft.com/office/drawing/2014/main" id="{4BC9A539-3667-4BFE-9E4F-81FA02EFA619}"/>
                </a:ext>
              </a:extLst>
            </p:cNvPr>
            <p:cNvSpPr/>
            <p:nvPr/>
          </p:nvSpPr>
          <p:spPr bwMode="gray">
            <a:xfrm>
              <a:off x="8355090" y="2736722"/>
              <a:ext cx="1598523" cy="871908"/>
            </a:xfrm>
            <a:custGeom>
              <a:avLst/>
              <a:gdLst>
                <a:gd name="connsiteX0" fmla="*/ 0 w 2235812"/>
                <a:gd name="connsiteY0" fmla="*/ 0 h 1219515"/>
                <a:gd name="connsiteX1" fmla="*/ 135994 w 2235812"/>
                <a:gd name="connsiteY1" fmla="*/ 0 h 1219515"/>
                <a:gd name="connsiteX2" fmla="*/ 183908 w 2235812"/>
                <a:gd name="connsiteY2" fmla="*/ 81083 h 1219515"/>
                <a:gd name="connsiteX3" fmla="*/ 327199 w 2235812"/>
                <a:gd name="connsiteY3" fmla="*/ 256502 h 1219515"/>
                <a:gd name="connsiteX4" fmla="*/ 1117908 w 2235812"/>
                <a:gd name="connsiteY4" fmla="*/ 1047211 h 1219515"/>
                <a:gd name="connsiteX5" fmla="*/ 1908614 w 2235812"/>
                <a:gd name="connsiteY5" fmla="*/ 256504 h 1219515"/>
                <a:gd name="connsiteX6" fmla="*/ 2051905 w 2235812"/>
                <a:gd name="connsiteY6" fmla="*/ 81085 h 1219515"/>
                <a:gd name="connsiteX7" fmla="*/ 2099821 w 2235812"/>
                <a:gd name="connsiteY7" fmla="*/ 0 h 1219515"/>
                <a:gd name="connsiteX8" fmla="*/ 2235812 w 2235812"/>
                <a:gd name="connsiteY8" fmla="*/ 0 h 1219515"/>
                <a:gd name="connsiteX9" fmla="*/ 2216094 w 2235812"/>
                <a:gd name="connsiteY9" fmla="*/ 42485 h 1219515"/>
                <a:gd name="connsiteX10" fmla="*/ 1994765 w 2235812"/>
                <a:gd name="connsiteY10" fmla="*/ 342657 h 1219515"/>
                <a:gd name="connsiteX11" fmla="*/ 1117907 w 2235812"/>
                <a:gd name="connsiteY11" fmla="*/ 1219515 h 1219515"/>
                <a:gd name="connsiteX12" fmla="*/ 241048 w 2235812"/>
                <a:gd name="connsiteY12" fmla="*/ 342656 h 1219515"/>
                <a:gd name="connsiteX13" fmla="*/ 19718 w 2235812"/>
                <a:gd name="connsiteY13" fmla="*/ 42483 h 1219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35812" h="1219515">
                  <a:moveTo>
                    <a:pt x="0" y="0"/>
                  </a:moveTo>
                  <a:lnTo>
                    <a:pt x="135994" y="0"/>
                  </a:lnTo>
                  <a:lnTo>
                    <a:pt x="183908" y="81083"/>
                  </a:lnTo>
                  <a:cubicBezTo>
                    <a:pt x="224849" y="143089"/>
                    <a:pt x="272612" y="201915"/>
                    <a:pt x="327199" y="256502"/>
                  </a:cubicBezTo>
                  <a:lnTo>
                    <a:pt x="1117908" y="1047211"/>
                  </a:lnTo>
                  <a:lnTo>
                    <a:pt x="1908614" y="256504"/>
                  </a:lnTo>
                  <a:cubicBezTo>
                    <a:pt x="1963201" y="201918"/>
                    <a:pt x="2010965" y="143091"/>
                    <a:pt x="2051905" y="81085"/>
                  </a:cubicBezTo>
                  <a:lnTo>
                    <a:pt x="2099821" y="0"/>
                  </a:lnTo>
                  <a:lnTo>
                    <a:pt x="2235812" y="0"/>
                  </a:lnTo>
                  <a:lnTo>
                    <a:pt x="2216094" y="42485"/>
                  </a:lnTo>
                  <a:cubicBezTo>
                    <a:pt x="2159343" y="150476"/>
                    <a:pt x="2085567" y="251855"/>
                    <a:pt x="1994765" y="342657"/>
                  </a:cubicBezTo>
                  <a:lnTo>
                    <a:pt x="1117907" y="1219515"/>
                  </a:lnTo>
                  <a:lnTo>
                    <a:pt x="241048" y="342656"/>
                  </a:lnTo>
                  <a:cubicBezTo>
                    <a:pt x="150246" y="251854"/>
                    <a:pt x="76469" y="150475"/>
                    <a:pt x="19718" y="42483"/>
                  </a:cubicBezTo>
                  <a:close/>
                </a:path>
              </a:pathLst>
            </a:custGeom>
            <a:solidFill>
              <a:schemeClr val="bg2"/>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err="1">
                <a:ln>
                  <a:noFill/>
                </a:ln>
                <a:solidFill>
                  <a:srgbClr val="FFFFFF"/>
                </a:solidFill>
                <a:effectLst/>
                <a:uLnTx/>
                <a:uFillTx/>
                <a:latin typeface="Verdana"/>
                <a:ea typeface="+mn-ea"/>
                <a:cs typeface="+mn-cs"/>
              </a:endParaRPr>
            </a:p>
          </p:txBody>
        </p:sp>
        <p:grpSp>
          <p:nvGrpSpPr>
            <p:cNvPr id="143" name="Group 925">
              <a:extLst>
                <a:ext uri="{FF2B5EF4-FFF2-40B4-BE49-F238E27FC236}">
                  <a16:creationId xmlns:a16="http://schemas.microsoft.com/office/drawing/2014/main" id="{E0D16D89-D72D-4F33-88DE-F94293011149}"/>
                </a:ext>
              </a:extLst>
            </p:cNvPr>
            <p:cNvGrpSpPr>
              <a:grpSpLocks noChangeAspect="1"/>
            </p:cNvGrpSpPr>
            <p:nvPr/>
          </p:nvGrpSpPr>
          <p:grpSpPr bwMode="auto">
            <a:xfrm>
              <a:off x="8797164" y="1976762"/>
              <a:ext cx="686450" cy="682877"/>
              <a:chOff x="1224" y="3504"/>
              <a:chExt cx="192" cy="191"/>
            </a:xfrm>
            <a:solidFill>
              <a:schemeClr val="accent1"/>
            </a:solidFill>
          </p:grpSpPr>
          <p:sp>
            <p:nvSpPr>
              <p:cNvPr id="145" name="Freeform 926">
                <a:extLst>
                  <a:ext uri="{FF2B5EF4-FFF2-40B4-BE49-F238E27FC236}">
                    <a16:creationId xmlns:a16="http://schemas.microsoft.com/office/drawing/2014/main" id="{790BD73C-DE12-4489-882E-13024C466361}"/>
                  </a:ext>
                </a:extLst>
              </p:cNvPr>
              <p:cNvSpPr>
                <a:spLocks/>
              </p:cNvSpPr>
              <p:nvPr/>
            </p:nvSpPr>
            <p:spPr bwMode="auto">
              <a:xfrm>
                <a:off x="1259" y="3539"/>
                <a:ext cx="71" cy="71"/>
              </a:xfrm>
              <a:custGeom>
                <a:avLst/>
                <a:gdLst>
                  <a:gd name="T0" fmla="*/ 96 w 107"/>
                  <a:gd name="T1" fmla="*/ 43 h 107"/>
                  <a:gd name="T2" fmla="*/ 64 w 107"/>
                  <a:gd name="T3" fmla="*/ 43 h 107"/>
                  <a:gd name="T4" fmla="*/ 64 w 107"/>
                  <a:gd name="T5" fmla="*/ 11 h 107"/>
                  <a:gd name="T6" fmla="*/ 53 w 107"/>
                  <a:gd name="T7" fmla="*/ 0 h 107"/>
                  <a:gd name="T8" fmla="*/ 43 w 107"/>
                  <a:gd name="T9" fmla="*/ 11 h 107"/>
                  <a:gd name="T10" fmla="*/ 43 w 107"/>
                  <a:gd name="T11" fmla="*/ 43 h 107"/>
                  <a:gd name="T12" fmla="*/ 11 w 107"/>
                  <a:gd name="T13" fmla="*/ 43 h 107"/>
                  <a:gd name="T14" fmla="*/ 0 w 107"/>
                  <a:gd name="T15" fmla="*/ 53 h 107"/>
                  <a:gd name="T16" fmla="*/ 11 w 107"/>
                  <a:gd name="T17" fmla="*/ 64 h 107"/>
                  <a:gd name="T18" fmla="*/ 43 w 107"/>
                  <a:gd name="T19" fmla="*/ 64 h 107"/>
                  <a:gd name="T20" fmla="*/ 43 w 107"/>
                  <a:gd name="T21" fmla="*/ 96 h 107"/>
                  <a:gd name="T22" fmla="*/ 53 w 107"/>
                  <a:gd name="T23" fmla="*/ 107 h 107"/>
                  <a:gd name="T24" fmla="*/ 64 w 107"/>
                  <a:gd name="T25" fmla="*/ 96 h 107"/>
                  <a:gd name="T26" fmla="*/ 64 w 107"/>
                  <a:gd name="T27" fmla="*/ 64 h 107"/>
                  <a:gd name="T28" fmla="*/ 96 w 107"/>
                  <a:gd name="T29" fmla="*/ 64 h 107"/>
                  <a:gd name="T30" fmla="*/ 107 w 107"/>
                  <a:gd name="T31" fmla="*/ 53 h 107"/>
                  <a:gd name="T32" fmla="*/ 96 w 107"/>
                  <a:gd name="T33" fmla="*/ 43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7" h="107">
                    <a:moveTo>
                      <a:pt x="96" y="43"/>
                    </a:moveTo>
                    <a:cubicBezTo>
                      <a:pt x="64" y="43"/>
                      <a:pt x="64" y="43"/>
                      <a:pt x="64" y="43"/>
                    </a:cubicBezTo>
                    <a:cubicBezTo>
                      <a:pt x="64" y="11"/>
                      <a:pt x="64" y="11"/>
                      <a:pt x="64" y="11"/>
                    </a:cubicBezTo>
                    <a:cubicBezTo>
                      <a:pt x="64" y="5"/>
                      <a:pt x="59" y="0"/>
                      <a:pt x="53" y="0"/>
                    </a:cubicBezTo>
                    <a:cubicBezTo>
                      <a:pt x="47" y="0"/>
                      <a:pt x="43" y="5"/>
                      <a:pt x="43" y="11"/>
                    </a:cubicBezTo>
                    <a:cubicBezTo>
                      <a:pt x="43" y="43"/>
                      <a:pt x="43" y="43"/>
                      <a:pt x="43" y="43"/>
                    </a:cubicBezTo>
                    <a:cubicBezTo>
                      <a:pt x="11" y="43"/>
                      <a:pt x="11" y="43"/>
                      <a:pt x="11" y="43"/>
                    </a:cubicBezTo>
                    <a:cubicBezTo>
                      <a:pt x="5" y="43"/>
                      <a:pt x="0" y="47"/>
                      <a:pt x="0" y="53"/>
                    </a:cubicBezTo>
                    <a:cubicBezTo>
                      <a:pt x="0" y="59"/>
                      <a:pt x="5" y="64"/>
                      <a:pt x="11" y="64"/>
                    </a:cubicBezTo>
                    <a:cubicBezTo>
                      <a:pt x="43" y="64"/>
                      <a:pt x="43" y="64"/>
                      <a:pt x="43" y="64"/>
                    </a:cubicBezTo>
                    <a:cubicBezTo>
                      <a:pt x="43" y="96"/>
                      <a:pt x="43" y="96"/>
                      <a:pt x="43" y="96"/>
                    </a:cubicBezTo>
                    <a:cubicBezTo>
                      <a:pt x="43" y="102"/>
                      <a:pt x="47" y="107"/>
                      <a:pt x="53" y="107"/>
                    </a:cubicBezTo>
                    <a:cubicBezTo>
                      <a:pt x="59" y="107"/>
                      <a:pt x="64" y="102"/>
                      <a:pt x="64" y="96"/>
                    </a:cubicBezTo>
                    <a:cubicBezTo>
                      <a:pt x="64" y="64"/>
                      <a:pt x="64" y="64"/>
                      <a:pt x="64" y="64"/>
                    </a:cubicBezTo>
                    <a:cubicBezTo>
                      <a:pt x="96" y="64"/>
                      <a:pt x="96" y="64"/>
                      <a:pt x="96" y="64"/>
                    </a:cubicBezTo>
                    <a:cubicBezTo>
                      <a:pt x="102" y="64"/>
                      <a:pt x="107" y="59"/>
                      <a:pt x="107" y="53"/>
                    </a:cubicBezTo>
                    <a:cubicBezTo>
                      <a:pt x="107" y="47"/>
                      <a:pt x="102" y="43"/>
                      <a:pt x="96" y="4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Verdana"/>
                  <a:ea typeface="+mn-ea"/>
                  <a:cs typeface="+mn-cs"/>
                </a:endParaRPr>
              </a:p>
            </p:txBody>
          </p:sp>
          <p:sp>
            <p:nvSpPr>
              <p:cNvPr id="146" name="Freeform 927">
                <a:extLst>
                  <a:ext uri="{FF2B5EF4-FFF2-40B4-BE49-F238E27FC236}">
                    <a16:creationId xmlns:a16="http://schemas.microsoft.com/office/drawing/2014/main" id="{15FDF464-77C7-4E79-91EF-7F13541D888A}"/>
                  </a:ext>
                </a:extLst>
              </p:cNvPr>
              <p:cNvSpPr>
                <a:spLocks noEditPoints="1"/>
              </p:cNvSpPr>
              <p:nvPr/>
            </p:nvSpPr>
            <p:spPr bwMode="auto">
              <a:xfrm>
                <a:off x="1224" y="3504"/>
                <a:ext cx="192" cy="191"/>
              </a:xfrm>
              <a:custGeom>
                <a:avLst/>
                <a:gdLst>
                  <a:gd name="T0" fmla="*/ 189 w 289"/>
                  <a:gd name="T1" fmla="*/ 174 h 288"/>
                  <a:gd name="T2" fmla="*/ 213 w 289"/>
                  <a:gd name="T3" fmla="*/ 106 h 288"/>
                  <a:gd name="T4" fmla="*/ 106 w 289"/>
                  <a:gd name="T5" fmla="*/ 0 h 288"/>
                  <a:gd name="T6" fmla="*/ 0 w 289"/>
                  <a:gd name="T7" fmla="*/ 106 h 288"/>
                  <a:gd name="T8" fmla="*/ 106 w 289"/>
                  <a:gd name="T9" fmla="*/ 213 h 288"/>
                  <a:gd name="T10" fmla="*/ 174 w 289"/>
                  <a:gd name="T11" fmla="*/ 189 h 288"/>
                  <a:gd name="T12" fmla="*/ 269 w 289"/>
                  <a:gd name="T13" fmla="*/ 285 h 288"/>
                  <a:gd name="T14" fmla="*/ 277 w 289"/>
                  <a:gd name="T15" fmla="*/ 288 h 288"/>
                  <a:gd name="T16" fmla="*/ 285 w 289"/>
                  <a:gd name="T17" fmla="*/ 285 h 288"/>
                  <a:gd name="T18" fmla="*/ 285 w 289"/>
                  <a:gd name="T19" fmla="*/ 269 h 288"/>
                  <a:gd name="T20" fmla="*/ 189 w 289"/>
                  <a:gd name="T21" fmla="*/ 174 h 288"/>
                  <a:gd name="T22" fmla="*/ 106 w 289"/>
                  <a:gd name="T23" fmla="*/ 192 h 288"/>
                  <a:gd name="T24" fmla="*/ 21 w 289"/>
                  <a:gd name="T25" fmla="*/ 106 h 288"/>
                  <a:gd name="T26" fmla="*/ 106 w 289"/>
                  <a:gd name="T27" fmla="*/ 21 h 288"/>
                  <a:gd name="T28" fmla="*/ 192 w 289"/>
                  <a:gd name="T29" fmla="*/ 106 h 288"/>
                  <a:gd name="T30" fmla="*/ 106 w 289"/>
                  <a:gd name="T31" fmla="*/ 19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9" h="288">
                    <a:moveTo>
                      <a:pt x="189" y="174"/>
                    </a:moveTo>
                    <a:cubicBezTo>
                      <a:pt x="204" y="155"/>
                      <a:pt x="213" y="132"/>
                      <a:pt x="213" y="106"/>
                    </a:cubicBezTo>
                    <a:cubicBezTo>
                      <a:pt x="213" y="48"/>
                      <a:pt x="165" y="0"/>
                      <a:pt x="106" y="0"/>
                    </a:cubicBezTo>
                    <a:cubicBezTo>
                      <a:pt x="48" y="0"/>
                      <a:pt x="0" y="48"/>
                      <a:pt x="0" y="106"/>
                    </a:cubicBezTo>
                    <a:cubicBezTo>
                      <a:pt x="0" y="165"/>
                      <a:pt x="48" y="213"/>
                      <a:pt x="106" y="213"/>
                    </a:cubicBezTo>
                    <a:cubicBezTo>
                      <a:pt x="132" y="213"/>
                      <a:pt x="155" y="204"/>
                      <a:pt x="174" y="189"/>
                    </a:cubicBezTo>
                    <a:cubicBezTo>
                      <a:pt x="269" y="285"/>
                      <a:pt x="269" y="285"/>
                      <a:pt x="269" y="285"/>
                    </a:cubicBezTo>
                    <a:cubicBezTo>
                      <a:pt x="272" y="287"/>
                      <a:pt x="274" y="288"/>
                      <a:pt x="277" y="288"/>
                    </a:cubicBezTo>
                    <a:cubicBezTo>
                      <a:pt x="280" y="288"/>
                      <a:pt x="282" y="287"/>
                      <a:pt x="285" y="285"/>
                    </a:cubicBezTo>
                    <a:cubicBezTo>
                      <a:pt x="289" y="280"/>
                      <a:pt x="289" y="274"/>
                      <a:pt x="285" y="269"/>
                    </a:cubicBezTo>
                    <a:lnTo>
                      <a:pt x="189" y="174"/>
                    </a:lnTo>
                    <a:close/>
                    <a:moveTo>
                      <a:pt x="106" y="192"/>
                    </a:moveTo>
                    <a:cubicBezTo>
                      <a:pt x="59" y="192"/>
                      <a:pt x="21" y="153"/>
                      <a:pt x="21" y="106"/>
                    </a:cubicBezTo>
                    <a:cubicBezTo>
                      <a:pt x="21" y="59"/>
                      <a:pt x="59" y="21"/>
                      <a:pt x="106" y="21"/>
                    </a:cubicBezTo>
                    <a:cubicBezTo>
                      <a:pt x="153" y="21"/>
                      <a:pt x="192" y="59"/>
                      <a:pt x="192" y="106"/>
                    </a:cubicBezTo>
                    <a:cubicBezTo>
                      <a:pt x="192" y="153"/>
                      <a:pt x="153" y="192"/>
                      <a:pt x="106" y="19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Verdana"/>
                  <a:ea typeface="+mn-ea"/>
                  <a:cs typeface="+mn-cs"/>
                </a:endParaRPr>
              </a:p>
            </p:txBody>
          </p:sp>
        </p:grpSp>
        <p:sp>
          <p:nvSpPr>
            <p:cNvPr id="144" name="Oval 143">
              <a:extLst>
                <a:ext uri="{FF2B5EF4-FFF2-40B4-BE49-F238E27FC236}">
                  <a16:creationId xmlns:a16="http://schemas.microsoft.com/office/drawing/2014/main" id="{A05F4DB7-700C-4A2E-969D-33283C120EC9}"/>
                </a:ext>
              </a:extLst>
            </p:cNvPr>
            <p:cNvSpPr/>
            <p:nvPr/>
          </p:nvSpPr>
          <p:spPr bwMode="gray">
            <a:xfrm>
              <a:off x="8591201" y="1758652"/>
              <a:ext cx="1119070" cy="1119071"/>
            </a:xfrm>
            <a:prstGeom prst="ellipse">
              <a:avLst/>
            </a:prstGeom>
            <a:solidFill>
              <a:schemeClr val="bg1"/>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err="1">
                <a:ln>
                  <a:noFill/>
                </a:ln>
                <a:solidFill>
                  <a:srgbClr val="FFFFFF"/>
                </a:solidFill>
                <a:effectLst/>
                <a:uLnTx/>
                <a:uFillTx/>
                <a:latin typeface="Verdana"/>
                <a:ea typeface="+mn-ea"/>
                <a:cs typeface="+mn-cs"/>
              </a:endParaRPr>
            </a:p>
          </p:txBody>
        </p:sp>
      </p:grpSp>
      <p:sp>
        <p:nvSpPr>
          <p:cNvPr id="148" name="Rectangle 147">
            <a:extLst>
              <a:ext uri="{FF2B5EF4-FFF2-40B4-BE49-F238E27FC236}">
                <a16:creationId xmlns:a16="http://schemas.microsoft.com/office/drawing/2014/main" id="{CA0BB8F2-9CB8-4B26-9351-D5522ADF53AB}"/>
              </a:ext>
            </a:extLst>
          </p:cNvPr>
          <p:cNvSpPr/>
          <p:nvPr/>
        </p:nvSpPr>
        <p:spPr bwMode="gray">
          <a:xfrm>
            <a:off x="0" y="2890478"/>
            <a:ext cx="783964" cy="77889"/>
          </a:xfrm>
          <a:prstGeom prst="rect">
            <a:avLst/>
          </a:prstGeom>
          <a:solidFill>
            <a:schemeClr val="accent5"/>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err="1">
              <a:ln>
                <a:noFill/>
              </a:ln>
              <a:solidFill>
                <a:srgbClr val="FFFFFF"/>
              </a:solidFill>
              <a:effectLst/>
              <a:uLnTx/>
              <a:uFillTx/>
              <a:latin typeface="Verdana"/>
              <a:ea typeface="+mn-ea"/>
              <a:cs typeface="+mn-cs"/>
            </a:endParaRPr>
          </a:p>
        </p:txBody>
      </p:sp>
      <p:sp>
        <p:nvSpPr>
          <p:cNvPr id="149" name="Rectangle 148">
            <a:extLst>
              <a:ext uri="{FF2B5EF4-FFF2-40B4-BE49-F238E27FC236}">
                <a16:creationId xmlns:a16="http://schemas.microsoft.com/office/drawing/2014/main" id="{81AB32D8-1E1F-4805-A285-6CDA13E7FA8B}"/>
              </a:ext>
            </a:extLst>
          </p:cNvPr>
          <p:cNvSpPr/>
          <p:nvPr/>
        </p:nvSpPr>
        <p:spPr bwMode="gray">
          <a:xfrm>
            <a:off x="11359700" y="2890479"/>
            <a:ext cx="843582" cy="77889"/>
          </a:xfrm>
          <a:prstGeom prst="rect">
            <a:avLst/>
          </a:prstGeom>
          <a:solidFill>
            <a:schemeClr val="bg2"/>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err="1">
              <a:ln>
                <a:noFill/>
              </a:ln>
              <a:solidFill>
                <a:srgbClr val="FFFFFF"/>
              </a:solidFill>
              <a:effectLst/>
              <a:uLnTx/>
              <a:uFillTx/>
              <a:latin typeface="Verdana"/>
              <a:ea typeface="+mn-ea"/>
              <a:cs typeface="+mn-cs"/>
            </a:endParaRPr>
          </a:p>
        </p:txBody>
      </p:sp>
      <p:sp>
        <p:nvSpPr>
          <p:cNvPr id="150" name="Rectangle 149">
            <a:extLst>
              <a:ext uri="{FF2B5EF4-FFF2-40B4-BE49-F238E27FC236}">
                <a16:creationId xmlns:a16="http://schemas.microsoft.com/office/drawing/2014/main" id="{37F4D018-52D1-43F5-90FA-FD3489D874A2}"/>
              </a:ext>
            </a:extLst>
          </p:cNvPr>
          <p:cNvSpPr/>
          <p:nvPr/>
        </p:nvSpPr>
        <p:spPr bwMode="gray">
          <a:xfrm>
            <a:off x="4574627" y="2890478"/>
            <a:ext cx="747424" cy="77889"/>
          </a:xfrm>
          <a:prstGeom prst="rect">
            <a:avLst/>
          </a:prstGeom>
          <a:gradFill>
            <a:gsLst>
              <a:gs pos="17000">
                <a:srgbClr val="046A38"/>
              </a:gs>
              <a:gs pos="83000">
                <a:schemeClr val="accent6"/>
              </a:gs>
            </a:gsLst>
            <a:lin ang="0" scaled="0"/>
          </a:gra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err="1">
              <a:ln>
                <a:noFill/>
              </a:ln>
              <a:solidFill>
                <a:srgbClr val="FFFFFF"/>
              </a:solidFill>
              <a:effectLst/>
              <a:uLnTx/>
              <a:uFillTx/>
              <a:latin typeface="Verdana"/>
              <a:ea typeface="+mn-ea"/>
              <a:cs typeface="+mn-cs"/>
            </a:endParaRPr>
          </a:p>
        </p:txBody>
      </p:sp>
      <p:sp>
        <p:nvSpPr>
          <p:cNvPr id="151" name="Rectangle 150">
            <a:extLst>
              <a:ext uri="{FF2B5EF4-FFF2-40B4-BE49-F238E27FC236}">
                <a16:creationId xmlns:a16="http://schemas.microsoft.com/office/drawing/2014/main" id="{1B2D7A2E-05BD-40D9-B7DD-7C6514CD2561}"/>
              </a:ext>
            </a:extLst>
          </p:cNvPr>
          <p:cNvSpPr/>
          <p:nvPr/>
        </p:nvSpPr>
        <p:spPr bwMode="gray">
          <a:xfrm>
            <a:off x="6771288" y="2890478"/>
            <a:ext cx="897420" cy="77889"/>
          </a:xfrm>
          <a:prstGeom prst="rect">
            <a:avLst/>
          </a:prstGeom>
          <a:gradFill>
            <a:gsLst>
              <a:gs pos="17000">
                <a:schemeClr val="accent6"/>
              </a:gs>
              <a:gs pos="83000">
                <a:schemeClr val="accent1"/>
              </a:gs>
            </a:gsLst>
            <a:lin ang="0" scaled="0"/>
          </a:gra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err="1">
              <a:ln>
                <a:noFill/>
              </a:ln>
              <a:solidFill>
                <a:srgbClr val="FFFFFF"/>
              </a:solidFill>
              <a:effectLst/>
              <a:uLnTx/>
              <a:uFillTx/>
              <a:latin typeface="Verdana"/>
              <a:ea typeface="+mn-ea"/>
              <a:cs typeface="+mn-cs"/>
            </a:endParaRPr>
          </a:p>
        </p:txBody>
      </p:sp>
      <p:sp>
        <p:nvSpPr>
          <p:cNvPr id="57" name="Title 5">
            <a:extLst>
              <a:ext uri="{FF2B5EF4-FFF2-40B4-BE49-F238E27FC236}">
                <a16:creationId xmlns:a16="http://schemas.microsoft.com/office/drawing/2014/main" id="{0CD3DFC1-460C-4D6D-97F3-AFFCEE901247}"/>
              </a:ext>
            </a:extLst>
          </p:cNvPr>
          <p:cNvSpPr>
            <a:spLocks noGrp="1"/>
          </p:cNvSpPr>
          <p:nvPr>
            <p:ph type="title"/>
          </p:nvPr>
        </p:nvSpPr>
        <p:spPr>
          <a:xfrm>
            <a:off x="501650" y="310503"/>
            <a:ext cx="11188700" cy="334099"/>
          </a:xfrm>
        </p:spPr>
        <p:txBody>
          <a:bodyPr vert="horz"/>
          <a:lstStyle/>
          <a:p>
            <a:r>
              <a:rPr lang="en-US" dirty="0"/>
              <a:t>Data and Documents Required (Information Requirement List – 1)</a:t>
            </a:r>
            <a:endParaRPr lang="en-GB" dirty="0"/>
          </a:p>
        </p:txBody>
      </p:sp>
      <p:grpSp>
        <p:nvGrpSpPr>
          <p:cNvPr id="60" name="Graphic 4">
            <a:extLst>
              <a:ext uri="{FF2B5EF4-FFF2-40B4-BE49-F238E27FC236}">
                <a16:creationId xmlns:a16="http://schemas.microsoft.com/office/drawing/2014/main" id="{EC26B917-ED64-4A50-8749-46F7F773F77E}"/>
              </a:ext>
            </a:extLst>
          </p:cNvPr>
          <p:cNvGrpSpPr/>
          <p:nvPr/>
        </p:nvGrpSpPr>
        <p:grpSpPr>
          <a:xfrm>
            <a:off x="3444933" y="2046717"/>
            <a:ext cx="806902" cy="824782"/>
            <a:chOff x="905454" y="918179"/>
            <a:chExt cx="361674" cy="361333"/>
          </a:xfrm>
          <a:solidFill>
            <a:schemeClr val="accent4"/>
          </a:solidFill>
        </p:grpSpPr>
        <p:sp>
          <p:nvSpPr>
            <p:cNvPr id="61" name="Graphic 4">
              <a:extLst>
                <a:ext uri="{FF2B5EF4-FFF2-40B4-BE49-F238E27FC236}">
                  <a16:creationId xmlns:a16="http://schemas.microsoft.com/office/drawing/2014/main" id="{751EE825-A29C-4973-AF6E-A77AA9E05235}"/>
                </a:ext>
              </a:extLst>
            </p:cNvPr>
            <p:cNvSpPr/>
            <p:nvPr/>
          </p:nvSpPr>
          <p:spPr>
            <a:xfrm>
              <a:off x="905454" y="918179"/>
              <a:ext cx="361674" cy="361333"/>
            </a:xfrm>
            <a:custGeom>
              <a:avLst/>
              <a:gdLst>
                <a:gd name="connsiteX0" fmla="*/ 180835 w 361674"/>
                <a:gd name="connsiteY0" fmla="*/ 0 h 361333"/>
                <a:gd name="connsiteX1" fmla="*/ 0 w 361674"/>
                <a:gd name="connsiteY1" fmla="*/ 180667 h 361333"/>
                <a:gd name="connsiteX2" fmla="*/ 180835 w 361674"/>
                <a:gd name="connsiteY2" fmla="*/ 361333 h 361333"/>
                <a:gd name="connsiteX3" fmla="*/ 361670 w 361674"/>
                <a:gd name="connsiteY3" fmla="*/ 180667 h 361333"/>
                <a:gd name="connsiteX4" fmla="*/ 180835 w 361674"/>
                <a:gd name="connsiteY4" fmla="*/ 0 h 361333"/>
                <a:gd name="connsiteX5" fmla="*/ 229399 w 361674"/>
                <a:gd name="connsiteY5" fmla="*/ 91291 h 361333"/>
                <a:gd name="connsiteX6" fmla="*/ 272211 w 361674"/>
                <a:gd name="connsiteY6" fmla="*/ 134064 h 361333"/>
                <a:gd name="connsiteX7" fmla="*/ 229399 w 361674"/>
                <a:gd name="connsiteY7" fmla="*/ 176836 h 361333"/>
                <a:gd name="connsiteX8" fmla="*/ 186586 w 361674"/>
                <a:gd name="connsiteY8" fmla="*/ 134064 h 361333"/>
                <a:gd name="connsiteX9" fmla="*/ 229399 w 361674"/>
                <a:gd name="connsiteY9" fmla="*/ 91291 h 361333"/>
                <a:gd name="connsiteX10" fmla="*/ 130355 w 361674"/>
                <a:gd name="connsiteY10" fmla="*/ 91291 h 361333"/>
                <a:gd name="connsiteX11" fmla="*/ 173167 w 361674"/>
                <a:gd name="connsiteY11" fmla="*/ 134064 h 361333"/>
                <a:gd name="connsiteX12" fmla="*/ 130355 w 361674"/>
                <a:gd name="connsiteY12" fmla="*/ 176836 h 361333"/>
                <a:gd name="connsiteX13" fmla="*/ 87542 w 361674"/>
                <a:gd name="connsiteY13" fmla="*/ 134064 h 361333"/>
                <a:gd name="connsiteX14" fmla="*/ 130355 w 361674"/>
                <a:gd name="connsiteY14" fmla="*/ 91291 h 361333"/>
                <a:gd name="connsiteX15" fmla="*/ 305439 w 361674"/>
                <a:gd name="connsiteY15" fmla="*/ 253444 h 361333"/>
                <a:gd name="connsiteX16" fmla="*/ 299049 w 361674"/>
                <a:gd name="connsiteY16" fmla="*/ 259828 h 361333"/>
                <a:gd name="connsiteX17" fmla="*/ 160387 w 361674"/>
                <a:gd name="connsiteY17" fmla="*/ 259828 h 361333"/>
                <a:gd name="connsiteX18" fmla="*/ 153998 w 361674"/>
                <a:gd name="connsiteY18" fmla="*/ 253444 h 361333"/>
                <a:gd name="connsiteX19" fmla="*/ 153998 w 361674"/>
                <a:gd name="connsiteY19" fmla="*/ 241953 h 361333"/>
                <a:gd name="connsiteX20" fmla="*/ 170611 w 361674"/>
                <a:gd name="connsiteY20" fmla="*/ 199180 h 361333"/>
                <a:gd name="connsiteX21" fmla="*/ 149525 w 361674"/>
                <a:gd name="connsiteY21" fmla="*/ 194711 h 361333"/>
                <a:gd name="connsiteX22" fmla="*/ 111185 w 361674"/>
                <a:gd name="connsiteY22" fmla="*/ 194711 h 361333"/>
                <a:gd name="connsiteX23" fmla="*/ 67733 w 361674"/>
                <a:gd name="connsiteY23" fmla="*/ 236846 h 361333"/>
                <a:gd name="connsiteX24" fmla="*/ 67733 w 361674"/>
                <a:gd name="connsiteY24" fmla="*/ 254083 h 361333"/>
                <a:gd name="connsiteX25" fmla="*/ 61343 w 361674"/>
                <a:gd name="connsiteY25" fmla="*/ 260467 h 361333"/>
                <a:gd name="connsiteX26" fmla="*/ 54954 w 361674"/>
                <a:gd name="connsiteY26" fmla="*/ 254083 h 361333"/>
                <a:gd name="connsiteX27" fmla="*/ 54954 w 361674"/>
                <a:gd name="connsiteY27" fmla="*/ 236846 h 361333"/>
                <a:gd name="connsiteX28" fmla="*/ 111185 w 361674"/>
                <a:gd name="connsiteY28" fmla="*/ 181944 h 361333"/>
                <a:gd name="connsiteX29" fmla="*/ 149525 w 361674"/>
                <a:gd name="connsiteY29" fmla="*/ 181944 h 361333"/>
                <a:gd name="connsiteX30" fmla="*/ 180835 w 361674"/>
                <a:gd name="connsiteY30" fmla="*/ 190881 h 361333"/>
                <a:gd name="connsiteX31" fmla="*/ 210229 w 361674"/>
                <a:gd name="connsiteY31" fmla="*/ 181944 h 361333"/>
                <a:gd name="connsiteX32" fmla="*/ 248569 w 361674"/>
                <a:gd name="connsiteY32" fmla="*/ 181944 h 361333"/>
                <a:gd name="connsiteX33" fmla="*/ 304800 w 361674"/>
                <a:gd name="connsiteY33" fmla="*/ 242591 h 361333"/>
                <a:gd name="connsiteX34" fmla="*/ 304800 w 361674"/>
                <a:gd name="connsiteY34" fmla="*/ 253444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61674" h="361333">
                  <a:moveTo>
                    <a:pt x="180835" y="0"/>
                  </a:moveTo>
                  <a:cubicBezTo>
                    <a:pt x="80513" y="0"/>
                    <a:pt x="0" y="81077"/>
                    <a:pt x="0" y="180667"/>
                  </a:cubicBezTo>
                  <a:cubicBezTo>
                    <a:pt x="0" y="280895"/>
                    <a:pt x="81152" y="361333"/>
                    <a:pt x="180835" y="361333"/>
                  </a:cubicBezTo>
                  <a:cubicBezTo>
                    <a:pt x="280518" y="361333"/>
                    <a:pt x="361670" y="280257"/>
                    <a:pt x="361670" y="180667"/>
                  </a:cubicBezTo>
                  <a:cubicBezTo>
                    <a:pt x="362309" y="81077"/>
                    <a:pt x="281157" y="0"/>
                    <a:pt x="180835" y="0"/>
                  </a:cubicBezTo>
                  <a:close/>
                  <a:moveTo>
                    <a:pt x="229399" y="91291"/>
                  </a:moveTo>
                  <a:cubicBezTo>
                    <a:pt x="253042" y="91291"/>
                    <a:pt x="272211" y="110443"/>
                    <a:pt x="272211" y="134064"/>
                  </a:cubicBezTo>
                  <a:cubicBezTo>
                    <a:pt x="272211" y="157684"/>
                    <a:pt x="253042" y="176836"/>
                    <a:pt x="229399" y="176836"/>
                  </a:cubicBezTo>
                  <a:cubicBezTo>
                    <a:pt x="205756" y="176836"/>
                    <a:pt x="186586" y="157684"/>
                    <a:pt x="186586" y="134064"/>
                  </a:cubicBezTo>
                  <a:cubicBezTo>
                    <a:pt x="186586" y="111081"/>
                    <a:pt x="205756" y="91291"/>
                    <a:pt x="229399" y="91291"/>
                  </a:cubicBezTo>
                  <a:close/>
                  <a:moveTo>
                    <a:pt x="130355" y="91291"/>
                  </a:moveTo>
                  <a:cubicBezTo>
                    <a:pt x="153998" y="91291"/>
                    <a:pt x="173167" y="110443"/>
                    <a:pt x="173167" y="134064"/>
                  </a:cubicBezTo>
                  <a:cubicBezTo>
                    <a:pt x="173167" y="157684"/>
                    <a:pt x="153998" y="176836"/>
                    <a:pt x="130355" y="176836"/>
                  </a:cubicBezTo>
                  <a:cubicBezTo>
                    <a:pt x="106712" y="176836"/>
                    <a:pt x="87542" y="157684"/>
                    <a:pt x="87542" y="134064"/>
                  </a:cubicBezTo>
                  <a:cubicBezTo>
                    <a:pt x="87542" y="111081"/>
                    <a:pt x="106712" y="91291"/>
                    <a:pt x="130355" y="91291"/>
                  </a:cubicBezTo>
                  <a:close/>
                  <a:moveTo>
                    <a:pt x="305439" y="253444"/>
                  </a:moveTo>
                  <a:cubicBezTo>
                    <a:pt x="305439" y="257275"/>
                    <a:pt x="302883" y="259828"/>
                    <a:pt x="299049" y="259828"/>
                  </a:cubicBezTo>
                  <a:lnTo>
                    <a:pt x="160387" y="259828"/>
                  </a:lnTo>
                  <a:cubicBezTo>
                    <a:pt x="156553" y="259828"/>
                    <a:pt x="153998" y="257275"/>
                    <a:pt x="153998" y="253444"/>
                  </a:cubicBezTo>
                  <a:lnTo>
                    <a:pt x="153998" y="241953"/>
                  </a:lnTo>
                  <a:cubicBezTo>
                    <a:pt x="153998" y="225355"/>
                    <a:pt x="160387" y="210033"/>
                    <a:pt x="170611" y="199180"/>
                  </a:cubicBezTo>
                  <a:cubicBezTo>
                    <a:pt x="164221" y="195988"/>
                    <a:pt x="157192" y="194711"/>
                    <a:pt x="149525" y="194711"/>
                  </a:cubicBezTo>
                  <a:lnTo>
                    <a:pt x="111185" y="194711"/>
                  </a:lnTo>
                  <a:cubicBezTo>
                    <a:pt x="84347" y="194711"/>
                    <a:pt x="67733" y="211310"/>
                    <a:pt x="67733" y="236846"/>
                  </a:cubicBezTo>
                  <a:lnTo>
                    <a:pt x="67733" y="254083"/>
                  </a:lnTo>
                  <a:cubicBezTo>
                    <a:pt x="67733" y="257913"/>
                    <a:pt x="65177" y="260467"/>
                    <a:pt x="61343" y="260467"/>
                  </a:cubicBezTo>
                  <a:cubicBezTo>
                    <a:pt x="57509" y="260467"/>
                    <a:pt x="54954" y="257913"/>
                    <a:pt x="54954" y="254083"/>
                  </a:cubicBezTo>
                  <a:lnTo>
                    <a:pt x="54954" y="236846"/>
                  </a:lnTo>
                  <a:cubicBezTo>
                    <a:pt x="54954" y="204287"/>
                    <a:pt x="77957" y="181944"/>
                    <a:pt x="111185" y="181944"/>
                  </a:cubicBezTo>
                  <a:lnTo>
                    <a:pt x="149525" y="181944"/>
                  </a:lnTo>
                  <a:cubicBezTo>
                    <a:pt x="161665" y="181944"/>
                    <a:pt x="171889" y="185135"/>
                    <a:pt x="180835" y="190881"/>
                  </a:cubicBezTo>
                  <a:cubicBezTo>
                    <a:pt x="189142" y="185135"/>
                    <a:pt x="199366" y="181944"/>
                    <a:pt x="210229" y="181944"/>
                  </a:cubicBezTo>
                  <a:lnTo>
                    <a:pt x="248569" y="181944"/>
                  </a:lnTo>
                  <a:cubicBezTo>
                    <a:pt x="279879" y="181944"/>
                    <a:pt x="304800" y="208756"/>
                    <a:pt x="304800" y="242591"/>
                  </a:cubicBezTo>
                  <a:lnTo>
                    <a:pt x="304800" y="253444"/>
                  </a:lnTo>
                  <a:close/>
                </a:path>
              </a:pathLst>
            </a:custGeom>
            <a:grpFill/>
            <a:ln w="6390" cap="flat">
              <a:noFill/>
              <a:prstDash val="solid"/>
              <a:miter/>
            </a:ln>
          </p:spPr>
          <p:txBody>
            <a:bodyPr rtlCol="0" anchor="ctr"/>
            <a:lstStyle/>
            <a:p>
              <a:endParaRPr lang="en-US"/>
            </a:p>
          </p:txBody>
        </p:sp>
        <p:sp>
          <p:nvSpPr>
            <p:cNvPr id="62" name="Graphic 4">
              <a:extLst>
                <a:ext uri="{FF2B5EF4-FFF2-40B4-BE49-F238E27FC236}">
                  <a16:creationId xmlns:a16="http://schemas.microsoft.com/office/drawing/2014/main" id="{479BE5F6-56B8-43F3-8D5D-7EBA756B0AE5}"/>
                </a:ext>
              </a:extLst>
            </p:cNvPr>
            <p:cNvSpPr/>
            <p:nvPr/>
          </p:nvSpPr>
          <p:spPr>
            <a:xfrm>
              <a:off x="1005776" y="1022876"/>
              <a:ext cx="60065" cy="60009"/>
            </a:xfrm>
            <a:custGeom>
              <a:avLst/>
              <a:gdLst>
                <a:gd name="connsiteX0" fmla="*/ 30033 w 60065"/>
                <a:gd name="connsiteY0" fmla="*/ 60009 h 60009"/>
                <a:gd name="connsiteX1" fmla="*/ 60065 w 60065"/>
                <a:gd name="connsiteY1" fmla="*/ 30005 h 60009"/>
                <a:gd name="connsiteX2" fmla="*/ 30033 w 60065"/>
                <a:gd name="connsiteY2" fmla="*/ 0 h 60009"/>
                <a:gd name="connsiteX3" fmla="*/ 0 w 60065"/>
                <a:gd name="connsiteY3" fmla="*/ 30005 h 60009"/>
                <a:gd name="connsiteX4" fmla="*/ 30033 w 60065"/>
                <a:gd name="connsiteY4" fmla="*/ 60009 h 6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65" h="60009">
                  <a:moveTo>
                    <a:pt x="30033" y="60009"/>
                  </a:moveTo>
                  <a:cubicBezTo>
                    <a:pt x="46647" y="60009"/>
                    <a:pt x="60065" y="46603"/>
                    <a:pt x="60065" y="30005"/>
                  </a:cubicBezTo>
                  <a:cubicBezTo>
                    <a:pt x="60065" y="13406"/>
                    <a:pt x="46647" y="0"/>
                    <a:pt x="30033" y="0"/>
                  </a:cubicBezTo>
                  <a:cubicBezTo>
                    <a:pt x="13419" y="0"/>
                    <a:pt x="0" y="13406"/>
                    <a:pt x="0" y="30005"/>
                  </a:cubicBezTo>
                  <a:cubicBezTo>
                    <a:pt x="0" y="46603"/>
                    <a:pt x="13419" y="60009"/>
                    <a:pt x="30033" y="60009"/>
                  </a:cubicBezTo>
                  <a:close/>
                </a:path>
              </a:pathLst>
            </a:custGeom>
            <a:grpFill/>
            <a:ln w="6390" cap="flat">
              <a:noFill/>
              <a:prstDash val="solid"/>
              <a:miter/>
            </a:ln>
          </p:spPr>
          <p:txBody>
            <a:bodyPr rtlCol="0" anchor="ctr"/>
            <a:lstStyle/>
            <a:p>
              <a:endParaRPr lang="en-US"/>
            </a:p>
          </p:txBody>
        </p:sp>
      </p:grpSp>
      <p:grpSp>
        <p:nvGrpSpPr>
          <p:cNvPr id="63" name="Graphic 4">
            <a:extLst>
              <a:ext uri="{FF2B5EF4-FFF2-40B4-BE49-F238E27FC236}">
                <a16:creationId xmlns:a16="http://schemas.microsoft.com/office/drawing/2014/main" id="{E4901415-C377-4DD1-A32E-65642694B73E}"/>
              </a:ext>
            </a:extLst>
          </p:cNvPr>
          <p:cNvGrpSpPr/>
          <p:nvPr/>
        </p:nvGrpSpPr>
        <p:grpSpPr>
          <a:xfrm>
            <a:off x="7970684" y="2046550"/>
            <a:ext cx="889852" cy="852885"/>
            <a:chOff x="905454" y="2855717"/>
            <a:chExt cx="361670" cy="361333"/>
          </a:xfrm>
          <a:solidFill>
            <a:schemeClr val="accent1"/>
          </a:solidFill>
        </p:grpSpPr>
        <p:sp>
          <p:nvSpPr>
            <p:cNvPr id="64" name="Graphic 4">
              <a:extLst>
                <a:ext uri="{FF2B5EF4-FFF2-40B4-BE49-F238E27FC236}">
                  <a16:creationId xmlns:a16="http://schemas.microsoft.com/office/drawing/2014/main" id="{8CBC93EE-9C4F-4FF0-BCAC-C42DC0FBFF79}"/>
                </a:ext>
              </a:extLst>
            </p:cNvPr>
            <p:cNvSpPr/>
            <p:nvPr/>
          </p:nvSpPr>
          <p:spPr>
            <a:xfrm>
              <a:off x="1122711" y="2958499"/>
              <a:ext cx="17252" cy="17236"/>
            </a:xfrm>
            <a:custGeom>
              <a:avLst/>
              <a:gdLst>
                <a:gd name="connsiteX0" fmla="*/ 0 w 17252"/>
                <a:gd name="connsiteY0" fmla="*/ 0 h 17236"/>
                <a:gd name="connsiteX1" fmla="*/ 0 w 17252"/>
                <a:gd name="connsiteY1" fmla="*/ 17237 h 17236"/>
                <a:gd name="connsiteX2" fmla="*/ 17253 w 17252"/>
                <a:gd name="connsiteY2" fmla="*/ 17237 h 17236"/>
              </a:gdLst>
              <a:ahLst/>
              <a:cxnLst>
                <a:cxn ang="0">
                  <a:pos x="connsiteX0" y="connsiteY0"/>
                </a:cxn>
                <a:cxn ang="0">
                  <a:pos x="connsiteX1" y="connsiteY1"/>
                </a:cxn>
                <a:cxn ang="0">
                  <a:pos x="connsiteX2" y="connsiteY2"/>
                </a:cxn>
              </a:cxnLst>
              <a:rect l="l" t="t" r="r" b="b"/>
              <a:pathLst>
                <a:path w="17252" h="17236">
                  <a:moveTo>
                    <a:pt x="0" y="0"/>
                  </a:moveTo>
                  <a:lnTo>
                    <a:pt x="0" y="17237"/>
                  </a:lnTo>
                  <a:lnTo>
                    <a:pt x="17253" y="17237"/>
                  </a:lnTo>
                  <a:close/>
                </a:path>
              </a:pathLst>
            </a:custGeom>
            <a:grpFill/>
            <a:ln w="6390" cap="flat">
              <a:noFill/>
              <a:prstDash val="solid"/>
              <a:miter/>
            </a:ln>
          </p:spPr>
          <p:txBody>
            <a:bodyPr rtlCol="0" anchor="ctr"/>
            <a:lstStyle/>
            <a:p>
              <a:endParaRPr lang="en-US"/>
            </a:p>
          </p:txBody>
        </p:sp>
        <p:sp>
          <p:nvSpPr>
            <p:cNvPr id="65" name="Graphic 4">
              <a:extLst>
                <a:ext uri="{FF2B5EF4-FFF2-40B4-BE49-F238E27FC236}">
                  <a16:creationId xmlns:a16="http://schemas.microsoft.com/office/drawing/2014/main" id="{9F06B79C-A80D-4F16-A792-9B82FF9B3C51}"/>
                </a:ext>
              </a:extLst>
            </p:cNvPr>
            <p:cNvSpPr/>
            <p:nvPr/>
          </p:nvSpPr>
          <p:spPr>
            <a:xfrm>
              <a:off x="905454" y="2855717"/>
              <a:ext cx="361670" cy="361333"/>
            </a:xfrm>
            <a:custGeom>
              <a:avLst/>
              <a:gdLst>
                <a:gd name="connsiteX0" fmla="*/ 180835 w 361670"/>
                <a:gd name="connsiteY0" fmla="*/ 0 h 361333"/>
                <a:gd name="connsiteX1" fmla="*/ 0 w 361670"/>
                <a:gd name="connsiteY1" fmla="*/ 180667 h 361333"/>
                <a:gd name="connsiteX2" fmla="*/ 180835 w 361670"/>
                <a:gd name="connsiteY2" fmla="*/ 361333 h 361333"/>
                <a:gd name="connsiteX3" fmla="*/ 361670 w 361670"/>
                <a:gd name="connsiteY3" fmla="*/ 180667 h 361333"/>
                <a:gd name="connsiteX4" fmla="*/ 180835 w 361670"/>
                <a:gd name="connsiteY4" fmla="*/ 0 h 361333"/>
                <a:gd name="connsiteX5" fmla="*/ 256237 w 361670"/>
                <a:gd name="connsiteY5" fmla="*/ 273873 h 361333"/>
                <a:gd name="connsiteX6" fmla="*/ 249847 w 361670"/>
                <a:gd name="connsiteY6" fmla="*/ 280257 h 361333"/>
                <a:gd name="connsiteX7" fmla="*/ 115658 w 361670"/>
                <a:gd name="connsiteY7" fmla="*/ 280257 h 361333"/>
                <a:gd name="connsiteX8" fmla="*/ 109268 w 361670"/>
                <a:gd name="connsiteY8" fmla="*/ 273873 h 361333"/>
                <a:gd name="connsiteX9" fmla="*/ 109268 w 361670"/>
                <a:gd name="connsiteY9" fmla="*/ 86822 h 361333"/>
                <a:gd name="connsiteX10" fmla="*/ 115658 w 361670"/>
                <a:gd name="connsiteY10" fmla="*/ 80438 h 361333"/>
                <a:gd name="connsiteX11" fmla="*/ 210229 w 361670"/>
                <a:gd name="connsiteY11" fmla="*/ 80438 h 361333"/>
                <a:gd name="connsiteX12" fmla="*/ 210229 w 361670"/>
                <a:gd name="connsiteY12" fmla="*/ 80438 h 361333"/>
                <a:gd name="connsiteX13" fmla="*/ 210229 w 361670"/>
                <a:gd name="connsiteY13" fmla="*/ 80438 h 361333"/>
                <a:gd name="connsiteX14" fmla="*/ 210868 w 361670"/>
                <a:gd name="connsiteY14" fmla="*/ 80438 h 361333"/>
                <a:gd name="connsiteX15" fmla="*/ 212785 w 361670"/>
                <a:gd name="connsiteY15" fmla="*/ 81076 h 361333"/>
                <a:gd name="connsiteX16" fmla="*/ 214702 w 361670"/>
                <a:gd name="connsiteY16" fmla="*/ 82353 h 361333"/>
                <a:gd name="connsiteX17" fmla="*/ 253680 w 361670"/>
                <a:gd name="connsiteY17" fmla="*/ 121296 h 361333"/>
                <a:gd name="connsiteX18" fmla="*/ 254959 w 361670"/>
                <a:gd name="connsiteY18" fmla="*/ 123211 h 361333"/>
                <a:gd name="connsiteX19" fmla="*/ 255597 w 361670"/>
                <a:gd name="connsiteY19" fmla="*/ 125764 h 361333"/>
                <a:gd name="connsiteX20" fmla="*/ 255597 w 361670"/>
                <a:gd name="connsiteY20" fmla="*/ 145555 h 361333"/>
                <a:gd name="connsiteX21" fmla="*/ 249208 w 361670"/>
                <a:gd name="connsiteY21" fmla="*/ 151939 h 361333"/>
                <a:gd name="connsiteX22" fmla="*/ 242818 w 361670"/>
                <a:gd name="connsiteY22" fmla="*/ 145555 h 361333"/>
                <a:gd name="connsiteX23" fmla="*/ 242818 w 361670"/>
                <a:gd name="connsiteY23" fmla="*/ 132148 h 361333"/>
                <a:gd name="connsiteX24" fmla="*/ 210229 w 361670"/>
                <a:gd name="connsiteY24" fmla="*/ 132148 h 361333"/>
                <a:gd name="connsiteX25" fmla="*/ 203839 w 361670"/>
                <a:gd name="connsiteY25" fmla="*/ 125764 h 361333"/>
                <a:gd name="connsiteX26" fmla="*/ 203839 w 361670"/>
                <a:gd name="connsiteY26" fmla="*/ 92568 h 361333"/>
                <a:gd name="connsiteX27" fmla="*/ 122048 w 361670"/>
                <a:gd name="connsiteY27" fmla="*/ 92568 h 361333"/>
                <a:gd name="connsiteX28" fmla="*/ 122048 w 361670"/>
                <a:gd name="connsiteY28" fmla="*/ 266850 h 361333"/>
                <a:gd name="connsiteX29" fmla="*/ 243457 w 361670"/>
                <a:gd name="connsiteY29" fmla="*/ 266850 h 361333"/>
                <a:gd name="connsiteX30" fmla="*/ 243457 w 361670"/>
                <a:gd name="connsiteY30" fmla="*/ 255359 h 361333"/>
                <a:gd name="connsiteX31" fmla="*/ 249847 w 361670"/>
                <a:gd name="connsiteY31" fmla="*/ 248975 h 361333"/>
                <a:gd name="connsiteX32" fmla="*/ 256237 w 361670"/>
                <a:gd name="connsiteY32" fmla="*/ 255359 h 361333"/>
                <a:gd name="connsiteX33" fmla="*/ 256237 w 361670"/>
                <a:gd name="connsiteY33" fmla="*/ 273873 h 361333"/>
                <a:gd name="connsiteX34" fmla="*/ 230677 w 361670"/>
                <a:gd name="connsiteY34" fmla="*/ 248975 h 361333"/>
                <a:gd name="connsiteX35" fmla="*/ 230677 w 361670"/>
                <a:gd name="connsiteY35" fmla="*/ 248975 h 361333"/>
                <a:gd name="connsiteX36" fmla="*/ 227482 w 361670"/>
                <a:gd name="connsiteY36" fmla="*/ 249614 h 361333"/>
                <a:gd name="connsiteX37" fmla="*/ 141857 w 361670"/>
                <a:gd name="connsiteY37" fmla="*/ 249614 h 361333"/>
                <a:gd name="connsiteX38" fmla="*/ 135467 w 361670"/>
                <a:gd name="connsiteY38" fmla="*/ 243230 h 361333"/>
                <a:gd name="connsiteX39" fmla="*/ 141857 w 361670"/>
                <a:gd name="connsiteY39" fmla="*/ 236846 h 361333"/>
                <a:gd name="connsiteX40" fmla="*/ 198727 w 361670"/>
                <a:gd name="connsiteY40" fmla="*/ 236846 h 361333"/>
                <a:gd name="connsiteX41" fmla="*/ 187864 w 361670"/>
                <a:gd name="connsiteY41" fmla="*/ 222801 h 361333"/>
                <a:gd name="connsiteX42" fmla="*/ 141218 w 361670"/>
                <a:gd name="connsiteY42" fmla="*/ 222801 h 361333"/>
                <a:gd name="connsiteX43" fmla="*/ 134828 w 361670"/>
                <a:gd name="connsiteY43" fmla="*/ 216417 h 361333"/>
                <a:gd name="connsiteX44" fmla="*/ 141218 w 361670"/>
                <a:gd name="connsiteY44" fmla="*/ 210033 h 361333"/>
                <a:gd name="connsiteX45" fmla="*/ 141218 w 361670"/>
                <a:gd name="connsiteY45" fmla="*/ 210033 h 361333"/>
                <a:gd name="connsiteX46" fmla="*/ 183391 w 361670"/>
                <a:gd name="connsiteY46" fmla="*/ 210033 h 361333"/>
                <a:gd name="connsiteX47" fmla="*/ 182752 w 361670"/>
                <a:gd name="connsiteY47" fmla="*/ 201734 h 361333"/>
                <a:gd name="connsiteX48" fmla="*/ 183391 w 361670"/>
                <a:gd name="connsiteY48" fmla="*/ 195350 h 361333"/>
                <a:gd name="connsiteX49" fmla="*/ 141218 w 361670"/>
                <a:gd name="connsiteY49" fmla="*/ 195350 h 361333"/>
                <a:gd name="connsiteX50" fmla="*/ 134828 w 361670"/>
                <a:gd name="connsiteY50" fmla="*/ 188966 h 361333"/>
                <a:gd name="connsiteX51" fmla="*/ 141218 w 361670"/>
                <a:gd name="connsiteY51" fmla="*/ 182582 h 361333"/>
                <a:gd name="connsiteX52" fmla="*/ 186586 w 361670"/>
                <a:gd name="connsiteY52" fmla="*/ 182582 h 361333"/>
                <a:gd name="connsiteX53" fmla="*/ 195532 w 361670"/>
                <a:gd name="connsiteY53" fmla="*/ 168537 h 361333"/>
                <a:gd name="connsiteX54" fmla="*/ 141218 w 361670"/>
                <a:gd name="connsiteY54" fmla="*/ 168537 h 361333"/>
                <a:gd name="connsiteX55" fmla="*/ 134828 w 361670"/>
                <a:gd name="connsiteY55" fmla="*/ 162153 h 361333"/>
                <a:gd name="connsiteX56" fmla="*/ 141218 w 361670"/>
                <a:gd name="connsiteY56" fmla="*/ 155769 h 361333"/>
                <a:gd name="connsiteX57" fmla="*/ 215980 w 361670"/>
                <a:gd name="connsiteY57" fmla="*/ 155769 h 361333"/>
                <a:gd name="connsiteX58" fmla="*/ 216619 w 361670"/>
                <a:gd name="connsiteY58" fmla="*/ 155769 h 361333"/>
                <a:gd name="connsiteX59" fmla="*/ 230038 w 361670"/>
                <a:gd name="connsiteY59" fmla="*/ 153854 h 361333"/>
                <a:gd name="connsiteX60" fmla="*/ 277323 w 361670"/>
                <a:gd name="connsiteY60" fmla="*/ 201095 h 361333"/>
                <a:gd name="connsiteX61" fmla="*/ 230677 w 361670"/>
                <a:gd name="connsiteY61" fmla="*/ 248975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61670" h="361333">
                  <a:moveTo>
                    <a:pt x="180835" y="0"/>
                  </a:moveTo>
                  <a:cubicBezTo>
                    <a:pt x="80513" y="0"/>
                    <a:pt x="0" y="81076"/>
                    <a:pt x="0" y="180667"/>
                  </a:cubicBezTo>
                  <a:cubicBezTo>
                    <a:pt x="0" y="280257"/>
                    <a:pt x="81152" y="361333"/>
                    <a:pt x="180835" y="361333"/>
                  </a:cubicBezTo>
                  <a:cubicBezTo>
                    <a:pt x="281157" y="361333"/>
                    <a:pt x="361670" y="280257"/>
                    <a:pt x="361670" y="180667"/>
                  </a:cubicBezTo>
                  <a:cubicBezTo>
                    <a:pt x="361670" y="81076"/>
                    <a:pt x="281157" y="0"/>
                    <a:pt x="180835" y="0"/>
                  </a:cubicBezTo>
                  <a:close/>
                  <a:moveTo>
                    <a:pt x="256237" y="273873"/>
                  </a:moveTo>
                  <a:cubicBezTo>
                    <a:pt x="256237" y="277703"/>
                    <a:pt x="253680" y="280257"/>
                    <a:pt x="249847" y="280257"/>
                  </a:cubicBezTo>
                  <a:lnTo>
                    <a:pt x="115658" y="280257"/>
                  </a:lnTo>
                  <a:cubicBezTo>
                    <a:pt x="111824" y="280257"/>
                    <a:pt x="109268" y="277703"/>
                    <a:pt x="109268" y="273873"/>
                  </a:cubicBezTo>
                  <a:lnTo>
                    <a:pt x="109268" y="86822"/>
                  </a:lnTo>
                  <a:cubicBezTo>
                    <a:pt x="109268" y="82992"/>
                    <a:pt x="111824" y="80438"/>
                    <a:pt x="115658" y="80438"/>
                  </a:cubicBezTo>
                  <a:lnTo>
                    <a:pt x="210229" y="80438"/>
                  </a:lnTo>
                  <a:cubicBezTo>
                    <a:pt x="210229" y="80438"/>
                    <a:pt x="210229" y="80438"/>
                    <a:pt x="210229" y="80438"/>
                  </a:cubicBezTo>
                  <a:cubicBezTo>
                    <a:pt x="210229" y="80438"/>
                    <a:pt x="210229" y="80438"/>
                    <a:pt x="210229" y="80438"/>
                  </a:cubicBezTo>
                  <a:cubicBezTo>
                    <a:pt x="210229" y="80438"/>
                    <a:pt x="210229" y="80438"/>
                    <a:pt x="210868" y="80438"/>
                  </a:cubicBezTo>
                  <a:cubicBezTo>
                    <a:pt x="211507" y="80438"/>
                    <a:pt x="212146" y="80438"/>
                    <a:pt x="212785" y="81076"/>
                  </a:cubicBezTo>
                  <a:cubicBezTo>
                    <a:pt x="213424" y="81715"/>
                    <a:pt x="214063" y="81715"/>
                    <a:pt x="214702" y="82353"/>
                  </a:cubicBezTo>
                  <a:lnTo>
                    <a:pt x="253680" y="121296"/>
                  </a:lnTo>
                  <a:cubicBezTo>
                    <a:pt x="254320" y="121934"/>
                    <a:pt x="254959" y="122572"/>
                    <a:pt x="254959" y="123211"/>
                  </a:cubicBezTo>
                  <a:cubicBezTo>
                    <a:pt x="255597" y="123849"/>
                    <a:pt x="255597" y="125126"/>
                    <a:pt x="255597" y="125764"/>
                  </a:cubicBezTo>
                  <a:lnTo>
                    <a:pt x="255597" y="145555"/>
                  </a:lnTo>
                  <a:cubicBezTo>
                    <a:pt x="255597" y="149385"/>
                    <a:pt x="253042" y="151939"/>
                    <a:pt x="249208" y="151939"/>
                  </a:cubicBezTo>
                  <a:cubicBezTo>
                    <a:pt x="245374" y="151939"/>
                    <a:pt x="242818" y="149385"/>
                    <a:pt x="242818" y="145555"/>
                  </a:cubicBezTo>
                  <a:lnTo>
                    <a:pt x="242818" y="132148"/>
                  </a:lnTo>
                  <a:lnTo>
                    <a:pt x="210229" y="132148"/>
                  </a:lnTo>
                  <a:cubicBezTo>
                    <a:pt x="206395" y="132148"/>
                    <a:pt x="203839" y="129595"/>
                    <a:pt x="203839" y="125764"/>
                  </a:cubicBezTo>
                  <a:lnTo>
                    <a:pt x="203839" y="92568"/>
                  </a:lnTo>
                  <a:lnTo>
                    <a:pt x="122048" y="92568"/>
                  </a:lnTo>
                  <a:lnTo>
                    <a:pt x="122048" y="266850"/>
                  </a:lnTo>
                  <a:lnTo>
                    <a:pt x="243457" y="266850"/>
                  </a:lnTo>
                  <a:lnTo>
                    <a:pt x="243457" y="255359"/>
                  </a:lnTo>
                  <a:cubicBezTo>
                    <a:pt x="243457" y="251529"/>
                    <a:pt x="246013" y="248975"/>
                    <a:pt x="249847" y="248975"/>
                  </a:cubicBezTo>
                  <a:cubicBezTo>
                    <a:pt x="253680" y="248975"/>
                    <a:pt x="256237" y="251529"/>
                    <a:pt x="256237" y="255359"/>
                  </a:cubicBezTo>
                  <a:lnTo>
                    <a:pt x="256237" y="273873"/>
                  </a:lnTo>
                  <a:close/>
                  <a:moveTo>
                    <a:pt x="230677" y="248975"/>
                  </a:moveTo>
                  <a:cubicBezTo>
                    <a:pt x="230677" y="248975"/>
                    <a:pt x="230038" y="248975"/>
                    <a:pt x="230677" y="248975"/>
                  </a:cubicBezTo>
                  <a:cubicBezTo>
                    <a:pt x="229399" y="248975"/>
                    <a:pt x="228760" y="249614"/>
                    <a:pt x="227482" y="249614"/>
                  </a:cubicBezTo>
                  <a:lnTo>
                    <a:pt x="141857" y="249614"/>
                  </a:lnTo>
                  <a:cubicBezTo>
                    <a:pt x="138023" y="249614"/>
                    <a:pt x="135467" y="247060"/>
                    <a:pt x="135467" y="243230"/>
                  </a:cubicBezTo>
                  <a:cubicBezTo>
                    <a:pt x="135467" y="239399"/>
                    <a:pt x="138023" y="236846"/>
                    <a:pt x="141857" y="236846"/>
                  </a:cubicBezTo>
                  <a:lnTo>
                    <a:pt x="198727" y="236846"/>
                  </a:lnTo>
                  <a:cubicBezTo>
                    <a:pt x="194254" y="233015"/>
                    <a:pt x="190420" y="227908"/>
                    <a:pt x="187864" y="222801"/>
                  </a:cubicBezTo>
                  <a:lnTo>
                    <a:pt x="141218" y="222801"/>
                  </a:lnTo>
                  <a:cubicBezTo>
                    <a:pt x="137384" y="222801"/>
                    <a:pt x="134828" y="220247"/>
                    <a:pt x="134828" y="216417"/>
                  </a:cubicBezTo>
                  <a:cubicBezTo>
                    <a:pt x="134828" y="212587"/>
                    <a:pt x="137384" y="210033"/>
                    <a:pt x="141218" y="210033"/>
                  </a:cubicBezTo>
                  <a:cubicBezTo>
                    <a:pt x="141218" y="210033"/>
                    <a:pt x="141218" y="210033"/>
                    <a:pt x="141218" y="210033"/>
                  </a:cubicBezTo>
                  <a:lnTo>
                    <a:pt x="183391" y="210033"/>
                  </a:lnTo>
                  <a:cubicBezTo>
                    <a:pt x="182752" y="207479"/>
                    <a:pt x="182752" y="204926"/>
                    <a:pt x="182752" y="201734"/>
                  </a:cubicBezTo>
                  <a:cubicBezTo>
                    <a:pt x="182752" y="199819"/>
                    <a:pt x="182752" y="197903"/>
                    <a:pt x="183391" y="195350"/>
                  </a:cubicBezTo>
                  <a:lnTo>
                    <a:pt x="141218" y="195350"/>
                  </a:lnTo>
                  <a:cubicBezTo>
                    <a:pt x="137384" y="195350"/>
                    <a:pt x="134828" y="192796"/>
                    <a:pt x="134828" y="188966"/>
                  </a:cubicBezTo>
                  <a:cubicBezTo>
                    <a:pt x="134828" y="185135"/>
                    <a:pt x="137384" y="182582"/>
                    <a:pt x="141218" y="182582"/>
                  </a:cubicBezTo>
                  <a:lnTo>
                    <a:pt x="186586" y="182582"/>
                  </a:lnTo>
                  <a:cubicBezTo>
                    <a:pt x="189142" y="177475"/>
                    <a:pt x="191698" y="173006"/>
                    <a:pt x="195532" y="168537"/>
                  </a:cubicBezTo>
                  <a:lnTo>
                    <a:pt x="141218" y="168537"/>
                  </a:lnTo>
                  <a:cubicBezTo>
                    <a:pt x="137384" y="168537"/>
                    <a:pt x="134828" y="165984"/>
                    <a:pt x="134828" y="162153"/>
                  </a:cubicBezTo>
                  <a:cubicBezTo>
                    <a:pt x="134828" y="158323"/>
                    <a:pt x="137384" y="155769"/>
                    <a:pt x="141218" y="155769"/>
                  </a:cubicBezTo>
                  <a:lnTo>
                    <a:pt x="215980" y="155769"/>
                  </a:lnTo>
                  <a:cubicBezTo>
                    <a:pt x="215980" y="155769"/>
                    <a:pt x="216619" y="155769"/>
                    <a:pt x="216619" y="155769"/>
                  </a:cubicBezTo>
                  <a:cubicBezTo>
                    <a:pt x="221092" y="154492"/>
                    <a:pt x="225565" y="153854"/>
                    <a:pt x="230038" y="153854"/>
                  </a:cubicBezTo>
                  <a:cubicBezTo>
                    <a:pt x="256237" y="153854"/>
                    <a:pt x="277323" y="174921"/>
                    <a:pt x="277323" y="201095"/>
                  </a:cubicBezTo>
                  <a:cubicBezTo>
                    <a:pt x="277323" y="227270"/>
                    <a:pt x="256875" y="248975"/>
                    <a:pt x="230677" y="248975"/>
                  </a:cubicBezTo>
                  <a:close/>
                </a:path>
              </a:pathLst>
            </a:custGeom>
            <a:grpFill/>
            <a:ln w="6390" cap="flat">
              <a:noFill/>
              <a:prstDash val="solid"/>
              <a:miter/>
            </a:ln>
          </p:spPr>
          <p:txBody>
            <a:bodyPr rtlCol="0" anchor="ctr"/>
            <a:lstStyle/>
            <a:p>
              <a:endParaRPr lang="en-US"/>
            </a:p>
          </p:txBody>
        </p:sp>
        <p:sp>
          <p:nvSpPr>
            <p:cNvPr id="66" name="Graphic 4">
              <a:extLst>
                <a:ext uri="{FF2B5EF4-FFF2-40B4-BE49-F238E27FC236}">
                  <a16:creationId xmlns:a16="http://schemas.microsoft.com/office/drawing/2014/main" id="{BAFE5FEB-350B-46C2-A9C7-7DD2EF83F04B}"/>
                </a:ext>
              </a:extLst>
            </p:cNvPr>
            <p:cNvSpPr/>
            <p:nvPr/>
          </p:nvSpPr>
          <p:spPr>
            <a:xfrm>
              <a:off x="1101625" y="3022339"/>
              <a:ext cx="69011" cy="68947"/>
            </a:xfrm>
            <a:custGeom>
              <a:avLst/>
              <a:gdLst>
                <a:gd name="connsiteX0" fmla="*/ 34506 w 69011"/>
                <a:gd name="connsiteY0" fmla="*/ 0 h 68947"/>
                <a:gd name="connsiteX1" fmla="*/ 0 w 69011"/>
                <a:gd name="connsiteY1" fmla="*/ 34474 h 68947"/>
                <a:gd name="connsiteX2" fmla="*/ 34506 w 69011"/>
                <a:gd name="connsiteY2" fmla="*/ 68947 h 68947"/>
                <a:gd name="connsiteX3" fmla="*/ 69011 w 69011"/>
                <a:gd name="connsiteY3" fmla="*/ 34474 h 68947"/>
                <a:gd name="connsiteX4" fmla="*/ 34506 w 69011"/>
                <a:gd name="connsiteY4" fmla="*/ 0 h 68947"/>
                <a:gd name="connsiteX5" fmla="*/ 34506 w 69011"/>
                <a:gd name="connsiteY5" fmla="*/ 30005 h 68947"/>
                <a:gd name="connsiteX6" fmla="*/ 48564 w 69011"/>
                <a:gd name="connsiteY6" fmla="*/ 44050 h 68947"/>
                <a:gd name="connsiteX7" fmla="*/ 39618 w 69011"/>
                <a:gd name="connsiteY7" fmla="*/ 56818 h 68947"/>
                <a:gd name="connsiteX8" fmla="*/ 39618 w 69011"/>
                <a:gd name="connsiteY8" fmla="*/ 58733 h 68947"/>
                <a:gd name="connsiteX9" fmla="*/ 34506 w 69011"/>
                <a:gd name="connsiteY9" fmla="*/ 63840 h 68947"/>
                <a:gd name="connsiteX10" fmla="*/ 29394 w 69011"/>
                <a:gd name="connsiteY10" fmla="*/ 58733 h 68947"/>
                <a:gd name="connsiteX11" fmla="*/ 29394 w 69011"/>
                <a:gd name="connsiteY11" fmla="*/ 56818 h 68947"/>
                <a:gd name="connsiteX12" fmla="*/ 20448 w 69011"/>
                <a:gd name="connsiteY12" fmla="*/ 44050 h 68947"/>
                <a:gd name="connsiteX13" fmla="*/ 25560 w 69011"/>
                <a:gd name="connsiteY13" fmla="*/ 38942 h 68947"/>
                <a:gd name="connsiteX14" fmla="*/ 30672 w 69011"/>
                <a:gd name="connsiteY14" fmla="*/ 44050 h 68947"/>
                <a:gd name="connsiteX15" fmla="*/ 35145 w 69011"/>
                <a:gd name="connsiteY15" fmla="*/ 48518 h 68947"/>
                <a:gd name="connsiteX16" fmla="*/ 39618 w 69011"/>
                <a:gd name="connsiteY16" fmla="*/ 44050 h 68947"/>
                <a:gd name="connsiteX17" fmla="*/ 35145 w 69011"/>
                <a:gd name="connsiteY17" fmla="*/ 39581 h 68947"/>
                <a:gd name="connsiteX18" fmla="*/ 21087 w 69011"/>
                <a:gd name="connsiteY18" fmla="*/ 25536 h 68947"/>
                <a:gd name="connsiteX19" fmla="*/ 30033 w 69011"/>
                <a:gd name="connsiteY19" fmla="*/ 12768 h 68947"/>
                <a:gd name="connsiteX20" fmla="*/ 30033 w 69011"/>
                <a:gd name="connsiteY20" fmla="*/ 10853 h 68947"/>
                <a:gd name="connsiteX21" fmla="*/ 35145 w 69011"/>
                <a:gd name="connsiteY21" fmla="*/ 5746 h 68947"/>
                <a:gd name="connsiteX22" fmla="*/ 40257 w 69011"/>
                <a:gd name="connsiteY22" fmla="*/ 10853 h 68947"/>
                <a:gd name="connsiteX23" fmla="*/ 40257 w 69011"/>
                <a:gd name="connsiteY23" fmla="*/ 12768 h 68947"/>
                <a:gd name="connsiteX24" fmla="*/ 49203 w 69011"/>
                <a:gd name="connsiteY24" fmla="*/ 25536 h 68947"/>
                <a:gd name="connsiteX25" fmla="*/ 44091 w 69011"/>
                <a:gd name="connsiteY25" fmla="*/ 30643 h 68947"/>
                <a:gd name="connsiteX26" fmla="*/ 38979 w 69011"/>
                <a:gd name="connsiteY26" fmla="*/ 25536 h 68947"/>
                <a:gd name="connsiteX27" fmla="*/ 34506 w 69011"/>
                <a:gd name="connsiteY27" fmla="*/ 21067 h 68947"/>
                <a:gd name="connsiteX28" fmla="*/ 30033 w 69011"/>
                <a:gd name="connsiteY28" fmla="*/ 25536 h 68947"/>
                <a:gd name="connsiteX29" fmla="*/ 34506 w 69011"/>
                <a:gd name="connsiteY29" fmla="*/ 30005 h 68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9011" h="68947">
                  <a:moveTo>
                    <a:pt x="34506" y="0"/>
                  </a:moveTo>
                  <a:cubicBezTo>
                    <a:pt x="15336" y="0"/>
                    <a:pt x="0" y="15322"/>
                    <a:pt x="0" y="34474"/>
                  </a:cubicBezTo>
                  <a:cubicBezTo>
                    <a:pt x="0" y="53626"/>
                    <a:pt x="15336" y="68947"/>
                    <a:pt x="34506" y="68947"/>
                  </a:cubicBezTo>
                  <a:cubicBezTo>
                    <a:pt x="53676" y="68947"/>
                    <a:pt x="69011" y="53626"/>
                    <a:pt x="69011" y="34474"/>
                  </a:cubicBezTo>
                  <a:cubicBezTo>
                    <a:pt x="69011" y="15322"/>
                    <a:pt x="53676" y="0"/>
                    <a:pt x="34506" y="0"/>
                  </a:cubicBezTo>
                  <a:close/>
                  <a:moveTo>
                    <a:pt x="34506" y="30005"/>
                  </a:moveTo>
                  <a:cubicBezTo>
                    <a:pt x="42174" y="30005"/>
                    <a:pt x="48564" y="36389"/>
                    <a:pt x="48564" y="44050"/>
                  </a:cubicBezTo>
                  <a:cubicBezTo>
                    <a:pt x="48564" y="49795"/>
                    <a:pt x="44730" y="54902"/>
                    <a:pt x="39618" y="56818"/>
                  </a:cubicBezTo>
                  <a:lnTo>
                    <a:pt x="39618" y="58733"/>
                  </a:lnTo>
                  <a:cubicBezTo>
                    <a:pt x="39618" y="61286"/>
                    <a:pt x="37701" y="63840"/>
                    <a:pt x="34506" y="63840"/>
                  </a:cubicBezTo>
                  <a:cubicBezTo>
                    <a:pt x="31311" y="63840"/>
                    <a:pt x="29394" y="61925"/>
                    <a:pt x="29394" y="58733"/>
                  </a:cubicBezTo>
                  <a:lnTo>
                    <a:pt x="29394" y="56818"/>
                  </a:lnTo>
                  <a:cubicBezTo>
                    <a:pt x="24282" y="54902"/>
                    <a:pt x="20448" y="49795"/>
                    <a:pt x="20448" y="44050"/>
                  </a:cubicBezTo>
                  <a:cubicBezTo>
                    <a:pt x="20448" y="41496"/>
                    <a:pt x="22365" y="38942"/>
                    <a:pt x="25560" y="38942"/>
                  </a:cubicBezTo>
                  <a:cubicBezTo>
                    <a:pt x="28755" y="38942"/>
                    <a:pt x="30672" y="40858"/>
                    <a:pt x="30672" y="44050"/>
                  </a:cubicBezTo>
                  <a:cubicBezTo>
                    <a:pt x="30672" y="46603"/>
                    <a:pt x="32589" y="48518"/>
                    <a:pt x="35145" y="48518"/>
                  </a:cubicBezTo>
                  <a:cubicBezTo>
                    <a:pt x="37701" y="48518"/>
                    <a:pt x="39618" y="46603"/>
                    <a:pt x="39618" y="44050"/>
                  </a:cubicBezTo>
                  <a:cubicBezTo>
                    <a:pt x="39618" y="41496"/>
                    <a:pt x="37701" y="39581"/>
                    <a:pt x="35145" y="39581"/>
                  </a:cubicBezTo>
                  <a:cubicBezTo>
                    <a:pt x="27477" y="39581"/>
                    <a:pt x="21087" y="33197"/>
                    <a:pt x="21087" y="25536"/>
                  </a:cubicBezTo>
                  <a:cubicBezTo>
                    <a:pt x="21087" y="19790"/>
                    <a:pt x="24921" y="14683"/>
                    <a:pt x="30033" y="12768"/>
                  </a:cubicBezTo>
                  <a:lnTo>
                    <a:pt x="30033" y="10853"/>
                  </a:lnTo>
                  <a:cubicBezTo>
                    <a:pt x="30033" y="8299"/>
                    <a:pt x="31950" y="5746"/>
                    <a:pt x="35145" y="5746"/>
                  </a:cubicBezTo>
                  <a:cubicBezTo>
                    <a:pt x="38340" y="5746"/>
                    <a:pt x="40257" y="7661"/>
                    <a:pt x="40257" y="10853"/>
                  </a:cubicBezTo>
                  <a:lnTo>
                    <a:pt x="40257" y="12768"/>
                  </a:lnTo>
                  <a:cubicBezTo>
                    <a:pt x="45369" y="14683"/>
                    <a:pt x="49203" y="19790"/>
                    <a:pt x="49203" y="25536"/>
                  </a:cubicBezTo>
                  <a:cubicBezTo>
                    <a:pt x="49203" y="28090"/>
                    <a:pt x="47286" y="30643"/>
                    <a:pt x="44091" y="30643"/>
                  </a:cubicBezTo>
                  <a:cubicBezTo>
                    <a:pt x="40896" y="30643"/>
                    <a:pt x="38979" y="28728"/>
                    <a:pt x="38979" y="25536"/>
                  </a:cubicBezTo>
                  <a:cubicBezTo>
                    <a:pt x="38979" y="22982"/>
                    <a:pt x="37062" y="21067"/>
                    <a:pt x="34506" y="21067"/>
                  </a:cubicBezTo>
                  <a:cubicBezTo>
                    <a:pt x="31950" y="21067"/>
                    <a:pt x="30033" y="22982"/>
                    <a:pt x="30033" y="25536"/>
                  </a:cubicBezTo>
                  <a:cubicBezTo>
                    <a:pt x="30033" y="28090"/>
                    <a:pt x="31950" y="30005"/>
                    <a:pt x="34506" y="30005"/>
                  </a:cubicBezTo>
                  <a:close/>
                </a:path>
              </a:pathLst>
            </a:custGeom>
            <a:grpFill/>
            <a:ln w="6390" cap="flat">
              <a:noFill/>
              <a:prstDash val="solid"/>
              <a:miter/>
            </a:ln>
          </p:spPr>
          <p:txBody>
            <a:bodyPr rtlCol="0" anchor="ctr"/>
            <a:lstStyle/>
            <a:p>
              <a:endParaRPr lang="en-US"/>
            </a:p>
          </p:txBody>
        </p:sp>
      </p:grpSp>
      <p:grpSp>
        <p:nvGrpSpPr>
          <p:cNvPr id="67" name="Graphic 4">
            <a:extLst>
              <a:ext uri="{FF2B5EF4-FFF2-40B4-BE49-F238E27FC236}">
                <a16:creationId xmlns:a16="http://schemas.microsoft.com/office/drawing/2014/main" id="{4E8EE5AF-8FA2-44E7-B81D-517A5F584281}"/>
              </a:ext>
            </a:extLst>
          </p:cNvPr>
          <p:cNvGrpSpPr/>
          <p:nvPr/>
        </p:nvGrpSpPr>
        <p:grpSpPr>
          <a:xfrm>
            <a:off x="1078016" y="2047248"/>
            <a:ext cx="863879" cy="852187"/>
            <a:chOff x="9279466" y="3824168"/>
            <a:chExt cx="361671" cy="361333"/>
          </a:xfrm>
          <a:solidFill>
            <a:schemeClr val="accent5"/>
          </a:solidFill>
        </p:grpSpPr>
        <p:sp>
          <p:nvSpPr>
            <p:cNvPr id="68" name="Graphic 4">
              <a:extLst>
                <a:ext uri="{FF2B5EF4-FFF2-40B4-BE49-F238E27FC236}">
                  <a16:creationId xmlns:a16="http://schemas.microsoft.com/office/drawing/2014/main" id="{D2D035CD-F61E-405E-B006-EC0C5D01B1FB}"/>
                </a:ext>
              </a:extLst>
            </p:cNvPr>
            <p:cNvSpPr/>
            <p:nvPr/>
          </p:nvSpPr>
          <p:spPr>
            <a:xfrm>
              <a:off x="9279466" y="3824168"/>
              <a:ext cx="361671" cy="361333"/>
            </a:xfrm>
            <a:custGeom>
              <a:avLst/>
              <a:gdLst>
                <a:gd name="connsiteX0" fmla="*/ 180836 w 361671"/>
                <a:gd name="connsiteY0" fmla="*/ 0 h 361333"/>
                <a:gd name="connsiteX1" fmla="*/ 0 w 361671"/>
                <a:gd name="connsiteY1" fmla="*/ 180667 h 361333"/>
                <a:gd name="connsiteX2" fmla="*/ 180836 w 361671"/>
                <a:gd name="connsiteY2" fmla="*/ 361333 h 361333"/>
                <a:gd name="connsiteX3" fmla="*/ 361671 w 361671"/>
                <a:gd name="connsiteY3" fmla="*/ 180667 h 361333"/>
                <a:gd name="connsiteX4" fmla="*/ 180836 w 361671"/>
                <a:gd name="connsiteY4" fmla="*/ 0 h 361333"/>
                <a:gd name="connsiteX5" fmla="*/ 210868 w 361671"/>
                <a:gd name="connsiteY5" fmla="*/ 224078 h 361333"/>
                <a:gd name="connsiteX6" fmla="*/ 204478 w 361671"/>
                <a:gd name="connsiteY6" fmla="*/ 258551 h 361333"/>
                <a:gd name="connsiteX7" fmla="*/ 189143 w 361671"/>
                <a:gd name="connsiteY7" fmla="*/ 293663 h 361333"/>
                <a:gd name="connsiteX8" fmla="*/ 173168 w 361671"/>
                <a:gd name="connsiteY8" fmla="*/ 293663 h 361333"/>
                <a:gd name="connsiteX9" fmla="*/ 157832 w 361671"/>
                <a:gd name="connsiteY9" fmla="*/ 258551 h 361333"/>
                <a:gd name="connsiteX10" fmla="*/ 151442 w 361671"/>
                <a:gd name="connsiteY10" fmla="*/ 224078 h 361333"/>
                <a:gd name="connsiteX11" fmla="*/ 151442 w 361671"/>
                <a:gd name="connsiteY11" fmla="*/ 200457 h 361333"/>
                <a:gd name="connsiteX12" fmla="*/ 165500 w 361671"/>
                <a:gd name="connsiteY12" fmla="*/ 186412 h 361333"/>
                <a:gd name="connsiteX13" fmla="*/ 196810 w 361671"/>
                <a:gd name="connsiteY13" fmla="*/ 186412 h 361333"/>
                <a:gd name="connsiteX14" fmla="*/ 210868 w 361671"/>
                <a:gd name="connsiteY14" fmla="*/ 200457 h 361333"/>
                <a:gd name="connsiteX15" fmla="*/ 210868 w 361671"/>
                <a:gd name="connsiteY15" fmla="*/ 224078 h 361333"/>
                <a:gd name="connsiteX16" fmla="*/ 210868 w 361671"/>
                <a:gd name="connsiteY16" fmla="*/ 224078 h 361333"/>
                <a:gd name="connsiteX17" fmla="*/ 158471 w 361671"/>
                <a:gd name="connsiteY17" fmla="*/ 153854 h 361333"/>
                <a:gd name="connsiteX18" fmla="*/ 180836 w 361671"/>
                <a:gd name="connsiteY18" fmla="*/ 131510 h 361333"/>
                <a:gd name="connsiteX19" fmla="*/ 203200 w 361671"/>
                <a:gd name="connsiteY19" fmla="*/ 153854 h 361333"/>
                <a:gd name="connsiteX20" fmla="*/ 180836 w 361671"/>
                <a:gd name="connsiteY20" fmla="*/ 176198 h 361333"/>
                <a:gd name="connsiteX21" fmla="*/ 158471 w 361671"/>
                <a:gd name="connsiteY21" fmla="*/ 153854 h 361333"/>
                <a:gd name="connsiteX22" fmla="*/ 235789 w 361671"/>
                <a:gd name="connsiteY22" fmla="*/ 247060 h 361333"/>
                <a:gd name="connsiteX23" fmla="*/ 231316 w 361671"/>
                <a:gd name="connsiteY23" fmla="*/ 245145 h 361333"/>
                <a:gd name="connsiteX24" fmla="*/ 231316 w 361671"/>
                <a:gd name="connsiteY24" fmla="*/ 236207 h 361333"/>
                <a:gd name="connsiteX25" fmla="*/ 253042 w 361671"/>
                <a:gd name="connsiteY25" fmla="*/ 184497 h 361333"/>
                <a:gd name="connsiteX26" fmla="*/ 180836 w 361671"/>
                <a:gd name="connsiteY26" fmla="*/ 112358 h 361333"/>
                <a:gd name="connsiteX27" fmla="*/ 108629 w 361671"/>
                <a:gd name="connsiteY27" fmla="*/ 184497 h 361333"/>
                <a:gd name="connsiteX28" fmla="*/ 129077 w 361671"/>
                <a:gd name="connsiteY28" fmla="*/ 234930 h 361333"/>
                <a:gd name="connsiteX29" fmla="*/ 129077 w 361671"/>
                <a:gd name="connsiteY29" fmla="*/ 243868 h 361333"/>
                <a:gd name="connsiteX30" fmla="*/ 120131 w 361671"/>
                <a:gd name="connsiteY30" fmla="*/ 243868 h 361333"/>
                <a:gd name="connsiteX31" fmla="*/ 95849 w 361671"/>
                <a:gd name="connsiteY31" fmla="*/ 184497 h 361333"/>
                <a:gd name="connsiteX32" fmla="*/ 180836 w 361671"/>
                <a:gd name="connsiteY32" fmla="*/ 99590 h 361333"/>
                <a:gd name="connsiteX33" fmla="*/ 265822 w 361671"/>
                <a:gd name="connsiteY33" fmla="*/ 184497 h 361333"/>
                <a:gd name="connsiteX34" fmla="*/ 240262 w 361671"/>
                <a:gd name="connsiteY34" fmla="*/ 245145 h 361333"/>
                <a:gd name="connsiteX35" fmla="*/ 235789 w 361671"/>
                <a:gd name="connsiteY35" fmla="*/ 247060 h 361333"/>
                <a:gd name="connsiteX36" fmla="*/ 261987 w 361671"/>
                <a:gd name="connsiteY36" fmla="*/ 267489 h 361333"/>
                <a:gd name="connsiteX37" fmla="*/ 257515 w 361671"/>
                <a:gd name="connsiteY37" fmla="*/ 269404 h 361333"/>
                <a:gd name="connsiteX38" fmla="*/ 253042 w 361671"/>
                <a:gd name="connsiteY38" fmla="*/ 267489 h 361333"/>
                <a:gd name="connsiteX39" fmla="*/ 253042 w 361671"/>
                <a:gd name="connsiteY39" fmla="*/ 258551 h 361333"/>
                <a:gd name="connsiteX40" fmla="*/ 284352 w 361671"/>
                <a:gd name="connsiteY40" fmla="*/ 184497 h 361333"/>
                <a:gd name="connsiteX41" fmla="*/ 180836 w 361671"/>
                <a:gd name="connsiteY41" fmla="*/ 81076 h 361333"/>
                <a:gd name="connsiteX42" fmla="*/ 77319 w 361671"/>
                <a:gd name="connsiteY42" fmla="*/ 184497 h 361333"/>
                <a:gd name="connsiteX43" fmla="*/ 106712 w 361671"/>
                <a:gd name="connsiteY43" fmla="*/ 256636 h 361333"/>
                <a:gd name="connsiteX44" fmla="*/ 106712 w 361671"/>
                <a:gd name="connsiteY44" fmla="*/ 265574 h 361333"/>
                <a:gd name="connsiteX45" fmla="*/ 97766 w 361671"/>
                <a:gd name="connsiteY45" fmla="*/ 265574 h 361333"/>
                <a:gd name="connsiteX46" fmla="*/ 64539 w 361671"/>
                <a:gd name="connsiteY46" fmla="*/ 184497 h 361333"/>
                <a:gd name="connsiteX47" fmla="*/ 180836 w 361671"/>
                <a:gd name="connsiteY47" fmla="*/ 68308 h 361333"/>
                <a:gd name="connsiteX48" fmla="*/ 297132 w 361671"/>
                <a:gd name="connsiteY48" fmla="*/ 184497 h 361333"/>
                <a:gd name="connsiteX49" fmla="*/ 261987 w 361671"/>
                <a:gd name="connsiteY49" fmla="*/ 267489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361671" h="361333">
                  <a:moveTo>
                    <a:pt x="180836" y="0"/>
                  </a:moveTo>
                  <a:cubicBezTo>
                    <a:pt x="80514" y="0"/>
                    <a:pt x="0" y="81076"/>
                    <a:pt x="0" y="180667"/>
                  </a:cubicBezTo>
                  <a:cubicBezTo>
                    <a:pt x="0" y="280895"/>
                    <a:pt x="81153" y="361333"/>
                    <a:pt x="180836" y="361333"/>
                  </a:cubicBezTo>
                  <a:cubicBezTo>
                    <a:pt x="280518" y="361333"/>
                    <a:pt x="361671" y="280257"/>
                    <a:pt x="361671" y="180667"/>
                  </a:cubicBezTo>
                  <a:cubicBezTo>
                    <a:pt x="361671" y="81076"/>
                    <a:pt x="280518" y="0"/>
                    <a:pt x="180836" y="0"/>
                  </a:cubicBezTo>
                  <a:close/>
                  <a:moveTo>
                    <a:pt x="210868" y="224078"/>
                  </a:moveTo>
                  <a:cubicBezTo>
                    <a:pt x="210868" y="227270"/>
                    <a:pt x="207034" y="246422"/>
                    <a:pt x="204478" y="258551"/>
                  </a:cubicBezTo>
                  <a:cubicBezTo>
                    <a:pt x="197449" y="290471"/>
                    <a:pt x="194893" y="293663"/>
                    <a:pt x="189143" y="293663"/>
                  </a:cubicBezTo>
                  <a:lnTo>
                    <a:pt x="173168" y="293663"/>
                  </a:lnTo>
                  <a:cubicBezTo>
                    <a:pt x="167417" y="293663"/>
                    <a:pt x="164861" y="291109"/>
                    <a:pt x="157832" y="258551"/>
                  </a:cubicBezTo>
                  <a:cubicBezTo>
                    <a:pt x="155276" y="246422"/>
                    <a:pt x="151442" y="227270"/>
                    <a:pt x="151442" y="224078"/>
                  </a:cubicBezTo>
                  <a:lnTo>
                    <a:pt x="151442" y="200457"/>
                  </a:lnTo>
                  <a:cubicBezTo>
                    <a:pt x="151442" y="193435"/>
                    <a:pt x="158471" y="186412"/>
                    <a:pt x="165500" y="186412"/>
                  </a:cubicBezTo>
                  <a:lnTo>
                    <a:pt x="196810" y="186412"/>
                  </a:lnTo>
                  <a:cubicBezTo>
                    <a:pt x="203839" y="186412"/>
                    <a:pt x="210868" y="193435"/>
                    <a:pt x="210868" y="200457"/>
                  </a:cubicBezTo>
                  <a:lnTo>
                    <a:pt x="210868" y="224078"/>
                  </a:lnTo>
                  <a:lnTo>
                    <a:pt x="210868" y="224078"/>
                  </a:lnTo>
                  <a:close/>
                  <a:moveTo>
                    <a:pt x="158471" y="153854"/>
                  </a:moveTo>
                  <a:cubicBezTo>
                    <a:pt x="158471" y="141724"/>
                    <a:pt x="168056" y="131510"/>
                    <a:pt x="180836" y="131510"/>
                  </a:cubicBezTo>
                  <a:cubicBezTo>
                    <a:pt x="192977" y="131510"/>
                    <a:pt x="203200" y="141086"/>
                    <a:pt x="203200" y="153854"/>
                  </a:cubicBezTo>
                  <a:cubicBezTo>
                    <a:pt x="203200" y="165984"/>
                    <a:pt x="193615" y="176198"/>
                    <a:pt x="180836" y="176198"/>
                  </a:cubicBezTo>
                  <a:cubicBezTo>
                    <a:pt x="168695" y="175560"/>
                    <a:pt x="158471" y="165984"/>
                    <a:pt x="158471" y="153854"/>
                  </a:cubicBezTo>
                  <a:close/>
                  <a:moveTo>
                    <a:pt x="235789" y="247060"/>
                  </a:moveTo>
                  <a:cubicBezTo>
                    <a:pt x="233872" y="247060"/>
                    <a:pt x="232594" y="246422"/>
                    <a:pt x="231316" y="245145"/>
                  </a:cubicBezTo>
                  <a:cubicBezTo>
                    <a:pt x="228760" y="242591"/>
                    <a:pt x="228760" y="238761"/>
                    <a:pt x="231316" y="236207"/>
                  </a:cubicBezTo>
                  <a:cubicBezTo>
                    <a:pt x="245374" y="222801"/>
                    <a:pt x="253042" y="204287"/>
                    <a:pt x="253042" y="184497"/>
                  </a:cubicBezTo>
                  <a:cubicBezTo>
                    <a:pt x="253042" y="144916"/>
                    <a:pt x="220453" y="112358"/>
                    <a:pt x="180836" y="112358"/>
                  </a:cubicBezTo>
                  <a:cubicBezTo>
                    <a:pt x="141218" y="112358"/>
                    <a:pt x="108629" y="144916"/>
                    <a:pt x="108629" y="184497"/>
                  </a:cubicBezTo>
                  <a:cubicBezTo>
                    <a:pt x="108629" y="203649"/>
                    <a:pt x="115658" y="221524"/>
                    <a:pt x="129077" y="234930"/>
                  </a:cubicBezTo>
                  <a:cubicBezTo>
                    <a:pt x="131633" y="237484"/>
                    <a:pt x="131633" y="241314"/>
                    <a:pt x="129077" y="243868"/>
                  </a:cubicBezTo>
                  <a:cubicBezTo>
                    <a:pt x="126521" y="246422"/>
                    <a:pt x="122687" y="246422"/>
                    <a:pt x="120131" y="243868"/>
                  </a:cubicBezTo>
                  <a:cubicBezTo>
                    <a:pt x="104795" y="227908"/>
                    <a:pt x="95849" y="206841"/>
                    <a:pt x="95849" y="184497"/>
                  </a:cubicBezTo>
                  <a:cubicBezTo>
                    <a:pt x="95849" y="137894"/>
                    <a:pt x="134189" y="99590"/>
                    <a:pt x="180836" y="99590"/>
                  </a:cubicBezTo>
                  <a:cubicBezTo>
                    <a:pt x="227482" y="99590"/>
                    <a:pt x="265822" y="137894"/>
                    <a:pt x="265822" y="184497"/>
                  </a:cubicBezTo>
                  <a:cubicBezTo>
                    <a:pt x="265822" y="207479"/>
                    <a:pt x="256876" y="229185"/>
                    <a:pt x="240262" y="245145"/>
                  </a:cubicBezTo>
                  <a:cubicBezTo>
                    <a:pt x="238984" y="246422"/>
                    <a:pt x="237067" y="247060"/>
                    <a:pt x="235789" y="247060"/>
                  </a:cubicBezTo>
                  <a:close/>
                  <a:moveTo>
                    <a:pt x="261987" y="267489"/>
                  </a:moveTo>
                  <a:cubicBezTo>
                    <a:pt x="260710" y="268766"/>
                    <a:pt x="259432" y="269404"/>
                    <a:pt x="257515" y="269404"/>
                  </a:cubicBezTo>
                  <a:cubicBezTo>
                    <a:pt x="255597" y="269404"/>
                    <a:pt x="254320" y="268766"/>
                    <a:pt x="253042" y="267489"/>
                  </a:cubicBezTo>
                  <a:cubicBezTo>
                    <a:pt x="250486" y="264935"/>
                    <a:pt x="250486" y="261105"/>
                    <a:pt x="253042" y="258551"/>
                  </a:cubicBezTo>
                  <a:cubicBezTo>
                    <a:pt x="272851" y="238761"/>
                    <a:pt x="284352" y="212587"/>
                    <a:pt x="284352" y="184497"/>
                  </a:cubicBezTo>
                  <a:cubicBezTo>
                    <a:pt x="284352" y="127680"/>
                    <a:pt x="237706" y="81076"/>
                    <a:pt x="180836" y="81076"/>
                  </a:cubicBezTo>
                  <a:cubicBezTo>
                    <a:pt x="123965" y="81076"/>
                    <a:pt x="77319" y="127680"/>
                    <a:pt x="77319" y="184497"/>
                  </a:cubicBezTo>
                  <a:cubicBezTo>
                    <a:pt x="77319" y="211948"/>
                    <a:pt x="87543" y="237484"/>
                    <a:pt x="106712" y="256636"/>
                  </a:cubicBezTo>
                  <a:cubicBezTo>
                    <a:pt x="109269" y="259190"/>
                    <a:pt x="109269" y="263020"/>
                    <a:pt x="106712" y="265574"/>
                  </a:cubicBezTo>
                  <a:cubicBezTo>
                    <a:pt x="104156" y="268127"/>
                    <a:pt x="100322" y="268127"/>
                    <a:pt x="97766" y="265574"/>
                  </a:cubicBezTo>
                  <a:cubicBezTo>
                    <a:pt x="76679" y="243868"/>
                    <a:pt x="64539" y="215140"/>
                    <a:pt x="64539" y="184497"/>
                  </a:cubicBezTo>
                  <a:cubicBezTo>
                    <a:pt x="64539" y="120657"/>
                    <a:pt x="116936" y="68308"/>
                    <a:pt x="180836" y="68308"/>
                  </a:cubicBezTo>
                  <a:cubicBezTo>
                    <a:pt x="244735" y="68308"/>
                    <a:pt x="297132" y="120657"/>
                    <a:pt x="297132" y="184497"/>
                  </a:cubicBezTo>
                  <a:cubicBezTo>
                    <a:pt x="297132" y="216417"/>
                    <a:pt x="284352" y="245783"/>
                    <a:pt x="261987" y="267489"/>
                  </a:cubicBezTo>
                  <a:close/>
                </a:path>
              </a:pathLst>
            </a:custGeom>
            <a:grpFill/>
            <a:ln w="6390" cap="flat">
              <a:noFill/>
              <a:prstDash val="solid"/>
              <a:miter/>
            </a:ln>
          </p:spPr>
          <p:txBody>
            <a:bodyPr rtlCol="0" anchor="ctr"/>
            <a:lstStyle/>
            <a:p>
              <a:endParaRPr lang="en-US"/>
            </a:p>
          </p:txBody>
        </p:sp>
        <p:sp>
          <p:nvSpPr>
            <p:cNvPr id="69" name="Graphic 4">
              <a:extLst>
                <a:ext uri="{FF2B5EF4-FFF2-40B4-BE49-F238E27FC236}">
                  <a16:creationId xmlns:a16="http://schemas.microsoft.com/office/drawing/2014/main" id="{2B4F86D8-9DB1-4B32-95D2-DF0738AE4F22}"/>
                </a:ext>
              </a:extLst>
            </p:cNvPr>
            <p:cNvSpPr/>
            <p:nvPr/>
          </p:nvSpPr>
          <p:spPr>
            <a:xfrm>
              <a:off x="9450716" y="3967807"/>
              <a:ext cx="19169" cy="19151"/>
            </a:xfrm>
            <a:custGeom>
              <a:avLst/>
              <a:gdLst>
                <a:gd name="connsiteX0" fmla="*/ 9585 w 19169"/>
                <a:gd name="connsiteY0" fmla="*/ 19152 h 19151"/>
                <a:gd name="connsiteX1" fmla="*/ 19170 w 19169"/>
                <a:gd name="connsiteY1" fmla="*/ 9576 h 19151"/>
                <a:gd name="connsiteX2" fmla="*/ 9585 w 19169"/>
                <a:gd name="connsiteY2" fmla="*/ 0 h 19151"/>
                <a:gd name="connsiteX3" fmla="*/ 0 w 19169"/>
                <a:gd name="connsiteY3" fmla="*/ 9576 h 19151"/>
                <a:gd name="connsiteX4" fmla="*/ 9585 w 19169"/>
                <a:gd name="connsiteY4" fmla="*/ 19152 h 1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69" h="19151">
                  <a:moveTo>
                    <a:pt x="9585" y="19152"/>
                  </a:moveTo>
                  <a:cubicBezTo>
                    <a:pt x="14697" y="19152"/>
                    <a:pt x="19170" y="14683"/>
                    <a:pt x="19170" y="9576"/>
                  </a:cubicBezTo>
                  <a:cubicBezTo>
                    <a:pt x="19170" y="4468"/>
                    <a:pt x="14697" y="0"/>
                    <a:pt x="9585" y="0"/>
                  </a:cubicBezTo>
                  <a:cubicBezTo>
                    <a:pt x="4473" y="0"/>
                    <a:pt x="0" y="4468"/>
                    <a:pt x="0" y="9576"/>
                  </a:cubicBezTo>
                  <a:cubicBezTo>
                    <a:pt x="0" y="15321"/>
                    <a:pt x="4473" y="19152"/>
                    <a:pt x="9585" y="19152"/>
                  </a:cubicBezTo>
                  <a:close/>
                </a:path>
              </a:pathLst>
            </a:custGeom>
            <a:grpFill/>
            <a:ln w="6390" cap="flat">
              <a:noFill/>
              <a:prstDash val="solid"/>
              <a:miter/>
            </a:ln>
          </p:spPr>
          <p:txBody>
            <a:bodyPr rtlCol="0" anchor="ctr"/>
            <a:lstStyle/>
            <a:p>
              <a:endParaRPr lang="en-US"/>
            </a:p>
          </p:txBody>
        </p:sp>
        <p:sp>
          <p:nvSpPr>
            <p:cNvPr id="70" name="Graphic 4">
              <a:extLst>
                <a:ext uri="{FF2B5EF4-FFF2-40B4-BE49-F238E27FC236}">
                  <a16:creationId xmlns:a16="http://schemas.microsoft.com/office/drawing/2014/main" id="{75ABCBF3-7E5B-4314-BD17-5DE048CC995B}"/>
                </a:ext>
              </a:extLst>
            </p:cNvPr>
            <p:cNvSpPr/>
            <p:nvPr/>
          </p:nvSpPr>
          <p:spPr>
            <a:xfrm>
              <a:off x="9443049" y="4023348"/>
              <a:ext cx="33866" cy="81715"/>
            </a:xfrm>
            <a:custGeom>
              <a:avLst/>
              <a:gdLst>
                <a:gd name="connsiteX0" fmla="*/ 32589 w 33866"/>
                <a:gd name="connsiteY0" fmla="*/ 0 h 81715"/>
                <a:gd name="connsiteX1" fmla="*/ 1278 w 33866"/>
                <a:gd name="connsiteY1" fmla="*/ 0 h 81715"/>
                <a:gd name="connsiteX2" fmla="*/ 0 w 33866"/>
                <a:gd name="connsiteY2" fmla="*/ 1916 h 81715"/>
                <a:gd name="connsiteX3" fmla="*/ 0 w 33866"/>
                <a:gd name="connsiteY3" fmla="*/ 25536 h 81715"/>
                <a:gd name="connsiteX4" fmla="*/ 12780 w 33866"/>
                <a:gd name="connsiteY4" fmla="*/ 81715 h 81715"/>
                <a:gd name="connsiteX5" fmla="*/ 21086 w 33866"/>
                <a:gd name="connsiteY5" fmla="*/ 81715 h 81715"/>
                <a:gd name="connsiteX6" fmla="*/ 33866 w 33866"/>
                <a:gd name="connsiteY6" fmla="*/ 24898 h 81715"/>
                <a:gd name="connsiteX7" fmla="*/ 33866 w 33866"/>
                <a:gd name="connsiteY7" fmla="*/ 1916 h 81715"/>
                <a:gd name="connsiteX8" fmla="*/ 32589 w 33866"/>
                <a:gd name="connsiteY8" fmla="*/ 0 h 81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66" h="81715">
                  <a:moveTo>
                    <a:pt x="32589" y="0"/>
                  </a:moveTo>
                  <a:lnTo>
                    <a:pt x="1278" y="0"/>
                  </a:lnTo>
                  <a:cubicBezTo>
                    <a:pt x="639" y="0"/>
                    <a:pt x="0" y="1277"/>
                    <a:pt x="0" y="1916"/>
                  </a:cubicBezTo>
                  <a:lnTo>
                    <a:pt x="0" y="25536"/>
                  </a:lnTo>
                  <a:cubicBezTo>
                    <a:pt x="639" y="30005"/>
                    <a:pt x="8945" y="70862"/>
                    <a:pt x="12780" y="81715"/>
                  </a:cubicBezTo>
                  <a:lnTo>
                    <a:pt x="21086" y="81715"/>
                  </a:lnTo>
                  <a:cubicBezTo>
                    <a:pt x="24920" y="70862"/>
                    <a:pt x="33866" y="30005"/>
                    <a:pt x="33866" y="24898"/>
                  </a:cubicBezTo>
                  <a:lnTo>
                    <a:pt x="33866" y="1916"/>
                  </a:lnTo>
                  <a:cubicBezTo>
                    <a:pt x="33866" y="1277"/>
                    <a:pt x="33227" y="0"/>
                    <a:pt x="32589" y="0"/>
                  </a:cubicBezTo>
                  <a:close/>
                </a:path>
              </a:pathLst>
            </a:custGeom>
            <a:grpFill/>
            <a:ln w="6390" cap="flat">
              <a:noFill/>
              <a:prstDash val="solid"/>
              <a:miter/>
            </a:ln>
          </p:spPr>
          <p:txBody>
            <a:bodyPr rtlCol="0" anchor="ctr"/>
            <a:lstStyle/>
            <a:p>
              <a:endParaRPr lang="en-US"/>
            </a:p>
          </p:txBody>
        </p:sp>
      </p:grpSp>
      <p:grpSp>
        <p:nvGrpSpPr>
          <p:cNvPr id="83" name="Graphic 4">
            <a:extLst>
              <a:ext uri="{FF2B5EF4-FFF2-40B4-BE49-F238E27FC236}">
                <a16:creationId xmlns:a16="http://schemas.microsoft.com/office/drawing/2014/main" id="{0F537404-2BA0-419D-BD58-75C19ADCD4BA}"/>
              </a:ext>
            </a:extLst>
          </p:cNvPr>
          <p:cNvGrpSpPr/>
          <p:nvPr/>
        </p:nvGrpSpPr>
        <p:grpSpPr>
          <a:xfrm>
            <a:off x="10212204" y="2036703"/>
            <a:ext cx="847716" cy="862731"/>
            <a:chOff x="1952125" y="4308712"/>
            <a:chExt cx="362313" cy="361971"/>
          </a:xfrm>
          <a:solidFill>
            <a:schemeClr val="bg2"/>
          </a:solidFill>
        </p:grpSpPr>
        <p:sp>
          <p:nvSpPr>
            <p:cNvPr id="84" name="Graphic 4">
              <a:extLst>
                <a:ext uri="{FF2B5EF4-FFF2-40B4-BE49-F238E27FC236}">
                  <a16:creationId xmlns:a16="http://schemas.microsoft.com/office/drawing/2014/main" id="{4B1F9722-DDD4-423B-8B2C-FC7583E7062E}"/>
                </a:ext>
              </a:extLst>
            </p:cNvPr>
            <p:cNvSpPr/>
            <p:nvPr/>
          </p:nvSpPr>
          <p:spPr>
            <a:xfrm>
              <a:off x="1952125" y="4308712"/>
              <a:ext cx="362313" cy="361971"/>
            </a:xfrm>
            <a:custGeom>
              <a:avLst/>
              <a:gdLst>
                <a:gd name="connsiteX0" fmla="*/ 181474 w 362313"/>
                <a:gd name="connsiteY0" fmla="*/ 0 h 361971"/>
                <a:gd name="connsiteX1" fmla="*/ 0 w 362313"/>
                <a:gd name="connsiteY1" fmla="*/ 180667 h 361971"/>
                <a:gd name="connsiteX2" fmla="*/ 180835 w 362313"/>
                <a:gd name="connsiteY2" fmla="*/ 361972 h 361971"/>
                <a:gd name="connsiteX3" fmla="*/ 362310 w 362313"/>
                <a:gd name="connsiteY3" fmla="*/ 181305 h 361971"/>
                <a:gd name="connsiteX4" fmla="*/ 362310 w 362313"/>
                <a:gd name="connsiteY4" fmla="*/ 181305 h 361971"/>
                <a:gd name="connsiteX5" fmla="*/ 181474 w 362313"/>
                <a:gd name="connsiteY5" fmla="*/ 0 h 361971"/>
                <a:gd name="connsiteX6" fmla="*/ 181474 w 362313"/>
                <a:gd name="connsiteY6" fmla="*/ 0 h 361971"/>
                <a:gd name="connsiteX7" fmla="*/ 305439 w 362313"/>
                <a:gd name="connsiteY7" fmla="*/ 193435 h 361971"/>
                <a:gd name="connsiteX8" fmla="*/ 298410 w 362313"/>
                <a:gd name="connsiteY8" fmla="*/ 203649 h 361971"/>
                <a:gd name="connsiteX9" fmla="*/ 282435 w 362313"/>
                <a:gd name="connsiteY9" fmla="*/ 209395 h 361971"/>
                <a:gd name="connsiteX10" fmla="*/ 276684 w 362313"/>
                <a:gd name="connsiteY10" fmla="*/ 225355 h 361971"/>
                <a:gd name="connsiteX11" fmla="*/ 285630 w 362313"/>
                <a:gd name="connsiteY11" fmla="*/ 240038 h 361971"/>
                <a:gd name="connsiteX12" fmla="*/ 284991 w 362313"/>
                <a:gd name="connsiteY12" fmla="*/ 252806 h 361971"/>
                <a:gd name="connsiteX13" fmla="*/ 269016 w 362313"/>
                <a:gd name="connsiteY13" fmla="*/ 271958 h 361971"/>
                <a:gd name="connsiteX14" fmla="*/ 256876 w 362313"/>
                <a:gd name="connsiteY14" fmla="*/ 275150 h 361971"/>
                <a:gd name="connsiteX15" fmla="*/ 240901 w 362313"/>
                <a:gd name="connsiteY15" fmla="*/ 268766 h 361971"/>
                <a:gd name="connsiteX16" fmla="*/ 226204 w 362313"/>
                <a:gd name="connsiteY16" fmla="*/ 277065 h 361971"/>
                <a:gd name="connsiteX17" fmla="*/ 223648 w 362313"/>
                <a:gd name="connsiteY17" fmla="*/ 294302 h 361971"/>
                <a:gd name="connsiteX18" fmla="*/ 214702 w 362313"/>
                <a:gd name="connsiteY18" fmla="*/ 302601 h 361971"/>
                <a:gd name="connsiteX19" fmla="*/ 190420 w 362313"/>
                <a:gd name="connsiteY19" fmla="*/ 307070 h 361971"/>
                <a:gd name="connsiteX20" fmla="*/ 188503 w 362313"/>
                <a:gd name="connsiteY20" fmla="*/ 307070 h 361971"/>
                <a:gd name="connsiteX21" fmla="*/ 178918 w 362313"/>
                <a:gd name="connsiteY21" fmla="*/ 301324 h 361971"/>
                <a:gd name="connsiteX22" fmla="*/ 170611 w 362313"/>
                <a:gd name="connsiteY22" fmla="*/ 286641 h 361971"/>
                <a:gd name="connsiteX23" fmla="*/ 153998 w 362313"/>
                <a:gd name="connsiteY23" fmla="*/ 283449 h 361971"/>
                <a:gd name="connsiteX24" fmla="*/ 141218 w 362313"/>
                <a:gd name="connsiteY24" fmla="*/ 294940 h 361971"/>
                <a:gd name="connsiteX25" fmla="*/ 128438 w 362313"/>
                <a:gd name="connsiteY25" fmla="*/ 296217 h 361971"/>
                <a:gd name="connsiteX26" fmla="*/ 106712 w 362313"/>
                <a:gd name="connsiteY26" fmla="*/ 284087 h 361971"/>
                <a:gd name="connsiteX27" fmla="*/ 101600 w 362313"/>
                <a:gd name="connsiteY27" fmla="*/ 272596 h 361971"/>
                <a:gd name="connsiteX28" fmla="*/ 104795 w 362313"/>
                <a:gd name="connsiteY28" fmla="*/ 255998 h 361971"/>
                <a:gd name="connsiteX29" fmla="*/ 93932 w 362313"/>
                <a:gd name="connsiteY29" fmla="*/ 243230 h 361971"/>
                <a:gd name="connsiteX30" fmla="*/ 76679 w 362313"/>
                <a:gd name="connsiteY30" fmla="*/ 243230 h 361971"/>
                <a:gd name="connsiteX31" fmla="*/ 66455 w 362313"/>
                <a:gd name="connsiteY31" fmla="*/ 236207 h 361971"/>
                <a:gd name="connsiteX32" fmla="*/ 58148 w 362313"/>
                <a:gd name="connsiteY32" fmla="*/ 213225 h 361971"/>
                <a:gd name="connsiteX33" fmla="*/ 61343 w 362313"/>
                <a:gd name="connsiteY33" fmla="*/ 201095 h 361971"/>
                <a:gd name="connsiteX34" fmla="*/ 74762 w 362313"/>
                <a:gd name="connsiteY34" fmla="*/ 190243 h 361971"/>
                <a:gd name="connsiteX35" fmla="*/ 74762 w 362313"/>
                <a:gd name="connsiteY35" fmla="*/ 173006 h 361971"/>
                <a:gd name="connsiteX36" fmla="*/ 61343 w 362313"/>
                <a:gd name="connsiteY36" fmla="*/ 162153 h 361971"/>
                <a:gd name="connsiteX37" fmla="*/ 58148 w 362313"/>
                <a:gd name="connsiteY37" fmla="*/ 150024 h 361971"/>
                <a:gd name="connsiteX38" fmla="*/ 66455 w 362313"/>
                <a:gd name="connsiteY38" fmla="*/ 127041 h 361971"/>
                <a:gd name="connsiteX39" fmla="*/ 76679 w 362313"/>
                <a:gd name="connsiteY39" fmla="*/ 120019 h 361971"/>
                <a:gd name="connsiteX40" fmla="*/ 93932 w 362313"/>
                <a:gd name="connsiteY40" fmla="*/ 120657 h 361971"/>
                <a:gd name="connsiteX41" fmla="*/ 104795 w 362313"/>
                <a:gd name="connsiteY41" fmla="*/ 107889 h 361971"/>
                <a:gd name="connsiteX42" fmla="*/ 101600 w 362313"/>
                <a:gd name="connsiteY42" fmla="*/ 91291 h 361971"/>
                <a:gd name="connsiteX43" fmla="*/ 106712 w 362313"/>
                <a:gd name="connsiteY43" fmla="*/ 79800 h 361971"/>
                <a:gd name="connsiteX44" fmla="*/ 128438 w 362313"/>
                <a:gd name="connsiteY44" fmla="*/ 67670 h 361971"/>
                <a:gd name="connsiteX45" fmla="*/ 140579 w 362313"/>
                <a:gd name="connsiteY45" fmla="*/ 68947 h 361971"/>
                <a:gd name="connsiteX46" fmla="*/ 153358 w 362313"/>
                <a:gd name="connsiteY46" fmla="*/ 80438 h 361971"/>
                <a:gd name="connsiteX47" fmla="*/ 169972 w 362313"/>
                <a:gd name="connsiteY47" fmla="*/ 77246 h 361971"/>
                <a:gd name="connsiteX48" fmla="*/ 178279 w 362313"/>
                <a:gd name="connsiteY48" fmla="*/ 62563 h 361971"/>
                <a:gd name="connsiteX49" fmla="*/ 189781 w 362313"/>
                <a:gd name="connsiteY49" fmla="*/ 57456 h 361971"/>
                <a:gd name="connsiteX50" fmla="*/ 214063 w 362313"/>
                <a:gd name="connsiteY50" fmla="*/ 61925 h 361971"/>
                <a:gd name="connsiteX51" fmla="*/ 223009 w 362313"/>
                <a:gd name="connsiteY51" fmla="*/ 70862 h 361971"/>
                <a:gd name="connsiteX52" fmla="*/ 225565 w 362313"/>
                <a:gd name="connsiteY52" fmla="*/ 87461 h 361971"/>
                <a:gd name="connsiteX53" fmla="*/ 240262 w 362313"/>
                <a:gd name="connsiteY53" fmla="*/ 95760 h 361971"/>
                <a:gd name="connsiteX54" fmla="*/ 256237 w 362313"/>
                <a:gd name="connsiteY54" fmla="*/ 89376 h 361971"/>
                <a:gd name="connsiteX55" fmla="*/ 268377 w 362313"/>
                <a:gd name="connsiteY55" fmla="*/ 92568 h 361971"/>
                <a:gd name="connsiteX56" fmla="*/ 284352 w 362313"/>
                <a:gd name="connsiteY56" fmla="*/ 111720 h 361971"/>
                <a:gd name="connsiteX57" fmla="*/ 284991 w 362313"/>
                <a:gd name="connsiteY57" fmla="*/ 123849 h 361971"/>
                <a:gd name="connsiteX58" fmla="*/ 276045 w 362313"/>
                <a:gd name="connsiteY58" fmla="*/ 138533 h 361971"/>
                <a:gd name="connsiteX59" fmla="*/ 281796 w 362313"/>
                <a:gd name="connsiteY59" fmla="*/ 154492 h 361971"/>
                <a:gd name="connsiteX60" fmla="*/ 297771 w 362313"/>
                <a:gd name="connsiteY60" fmla="*/ 160238 h 361971"/>
                <a:gd name="connsiteX61" fmla="*/ 304800 w 362313"/>
                <a:gd name="connsiteY61" fmla="*/ 170452 h 361971"/>
                <a:gd name="connsiteX62" fmla="*/ 305439 w 362313"/>
                <a:gd name="connsiteY62" fmla="*/ 19343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362313" h="361971">
                  <a:moveTo>
                    <a:pt x="181474" y="0"/>
                  </a:moveTo>
                  <a:cubicBezTo>
                    <a:pt x="81152" y="0"/>
                    <a:pt x="0" y="81077"/>
                    <a:pt x="0" y="180667"/>
                  </a:cubicBezTo>
                  <a:cubicBezTo>
                    <a:pt x="0" y="280895"/>
                    <a:pt x="81152" y="361972"/>
                    <a:pt x="180835" y="361972"/>
                  </a:cubicBezTo>
                  <a:cubicBezTo>
                    <a:pt x="281157" y="361972"/>
                    <a:pt x="362310" y="280895"/>
                    <a:pt x="362310" y="181305"/>
                  </a:cubicBezTo>
                  <a:cubicBezTo>
                    <a:pt x="362310" y="181305"/>
                    <a:pt x="362310" y="181305"/>
                    <a:pt x="362310" y="181305"/>
                  </a:cubicBezTo>
                  <a:cubicBezTo>
                    <a:pt x="362948" y="81077"/>
                    <a:pt x="281796" y="0"/>
                    <a:pt x="181474" y="0"/>
                  </a:cubicBezTo>
                  <a:lnTo>
                    <a:pt x="181474" y="0"/>
                  </a:lnTo>
                  <a:close/>
                  <a:moveTo>
                    <a:pt x="305439" y="193435"/>
                  </a:moveTo>
                  <a:cubicBezTo>
                    <a:pt x="305439" y="197903"/>
                    <a:pt x="302244" y="202372"/>
                    <a:pt x="298410" y="203649"/>
                  </a:cubicBezTo>
                  <a:lnTo>
                    <a:pt x="282435" y="209395"/>
                  </a:lnTo>
                  <a:lnTo>
                    <a:pt x="276684" y="225355"/>
                  </a:lnTo>
                  <a:lnTo>
                    <a:pt x="285630" y="240038"/>
                  </a:lnTo>
                  <a:cubicBezTo>
                    <a:pt x="288186" y="243868"/>
                    <a:pt x="287547" y="248975"/>
                    <a:pt x="284991" y="252806"/>
                  </a:cubicBezTo>
                  <a:lnTo>
                    <a:pt x="269016" y="271958"/>
                  </a:lnTo>
                  <a:cubicBezTo>
                    <a:pt x="265821" y="275788"/>
                    <a:pt x="261348" y="276426"/>
                    <a:pt x="256876" y="275150"/>
                  </a:cubicBezTo>
                  <a:lnTo>
                    <a:pt x="240901" y="268766"/>
                  </a:lnTo>
                  <a:lnTo>
                    <a:pt x="226204" y="277065"/>
                  </a:lnTo>
                  <a:lnTo>
                    <a:pt x="223648" y="294302"/>
                  </a:lnTo>
                  <a:cubicBezTo>
                    <a:pt x="223009" y="298770"/>
                    <a:pt x="219175" y="301962"/>
                    <a:pt x="214702" y="302601"/>
                  </a:cubicBezTo>
                  <a:lnTo>
                    <a:pt x="190420" y="307070"/>
                  </a:lnTo>
                  <a:lnTo>
                    <a:pt x="188503" y="307070"/>
                  </a:lnTo>
                  <a:cubicBezTo>
                    <a:pt x="184669" y="307070"/>
                    <a:pt x="180835" y="305154"/>
                    <a:pt x="178918" y="301324"/>
                  </a:cubicBezTo>
                  <a:lnTo>
                    <a:pt x="170611" y="286641"/>
                  </a:lnTo>
                  <a:lnTo>
                    <a:pt x="153998" y="283449"/>
                  </a:lnTo>
                  <a:lnTo>
                    <a:pt x="141218" y="294940"/>
                  </a:lnTo>
                  <a:cubicBezTo>
                    <a:pt x="137384" y="298132"/>
                    <a:pt x="132272" y="298770"/>
                    <a:pt x="128438" y="296217"/>
                  </a:cubicBezTo>
                  <a:lnTo>
                    <a:pt x="106712" y="284087"/>
                  </a:lnTo>
                  <a:cubicBezTo>
                    <a:pt x="102878" y="281534"/>
                    <a:pt x="100961" y="277065"/>
                    <a:pt x="101600" y="272596"/>
                  </a:cubicBezTo>
                  <a:lnTo>
                    <a:pt x="104795" y="255998"/>
                  </a:lnTo>
                  <a:lnTo>
                    <a:pt x="93932" y="243230"/>
                  </a:lnTo>
                  <a:lnTo>
                    <a:pt x="76679" y="243230"/>
                  </a:lnTo>
                  <a:cubicBezTo>
                    <a:pt x="72206" y="243230"/>
                    <a:pt x="67733" y="240676"/>
                    <a:pt x="66455" y="236207"/>
                  </a:cubicBezTo>
                  <a:lnTo>
                    <a:pt x="58148" y="213225"/>
                  </a:lnTo>
                  <a:cubicBezTo>
                    <a:pt x="56870" y="208756"/>
                    <a:pt x="58148" y="204287"/>
                    <a:pt x="61343" y="201095"/>
                  </a:cubicBezTo>
                  <a:lnTo>
                    <a:pt x="74762" y="190243"/>
                  </a:lnTo>
                  <a:lnTo>
                    <a:pt x="74762" y="173006"/>
                  </a:lnTo>
                  <a:lnTo>
                    <a:pt x="61343" y="162153"/>
                  </a:lnTo>
                  <a:cubicBezTo>
                    <a:pt x="57509" y="159600"/>
                    <a:pt x="56231" y="154492"/>
                    <a:pt x="58148" y="150024"/>
                  </a:cubicBezTo>
                  <a:lnTo>
                    <a:pt x="66455" y="127041"/>
                  </a:lnTo>
                  <a:cubicBezTo>
                    <a:pt x="68372" y="122573"/>
                    <a:pt x="72206" y="120019"/>
                    <a:pt x="76679" y="120019"/>
                  </a:cubicBezTo>
                  <a:lnTo>
                    <a:pt x="93932" y="120657"/>
                  </a:lnTo>
                  <a:lnTo>
                    <a:pt x="104795" y="107889"/>
                  </a:lnTo>
                  <a:lnTo>
                    <a:pt x="101600" y="91291"/>
                  </a:lnTo>
                  <a:cubicBezTo>
                    <a:pt x="100961" y="86822"/>
                    <a:pt x="102878" y="82354"/>
                    <a:pt x="106712" y="79800"/>
                  </a:cubicBezTo>
                  <a:lnTo>
                    <a:pt x="128438" y="67670"/>
                  </a:lnTo>
                  <a:cubicBezTo>
                    <a:pt x="132272" y="65117"/>
                    <a:pt x="137384" y="65755"/>
                    <a:pt x="140579" y="68947"/>
                  </a:cubicBezTo>
                  <a:lnTo>
                    <a:pt x="153358" y="80438"/>
                  </a:lnTo>
                  <a:lnTo>
                    <a:pt x="169972" y="77246"/>
                  </a:lnTo>
                  <a:lnTo>
                    <a:pt x="178279" y="62563"/>
                  </a:lnTo>
                  <a:cubicBezTo>
                    <a:pt x="180196" y="58733"/>
                    <a:pt x="184669" y="56179"/>
                    <a:pt x="189781" y="57456"/>
                  </a:cubicBezTo>
                  <a:lnTo>
                    <a:pt x="214063" y="61925"/>
                  </a:lnTo>
                  <a:cubicBezTo>
                    <a:pt x="218536" y="62563"/>
                    <a:pt x="222370" y="66394"/>
                    <a:pt x="223009" y="70862"/>
                  </a:cubicBezTo>
                  <a:lnTo>
                    <a:pt x="225565" y="87461"/>
                  </a:lnTo>
                  <a:lnTo>
                    <a:pt x="240262" y="95760"/>
                  </a:lnTo>
                  <a:lnTo>
                    <a:pt x="256237" y="89376"/>
                  </a:lnTo>
                  <a:cubicBezTo>
                    <a:pt x="260709" y="87461"/>
                    <a:pt x="265182" y="88738"/>
                    <a:pt x="268377" y="92568"/>
                  </a:cubicBezTo>
                  <a:lnTo>
                    <a:pt x="284352" y="111720"/>
                  </a:lnTo>
                  <a:cubicBezTo>
                    <a:pt x="287547" y="114912"/>
                    <a:pt x="287547" y="120019"/>
                    <a:pt x="284991" y="123849"/>
                  </a:cubicBezTo>
                  <a:lnTo>
                    <a:pt x="276045" y="138533"/>
                  </a:lnTo>
                  <a:lnTo>
                    <a:pt x="281796" y="154492"/>
                  </a:lnTo>
                  <a:lnTo>
                    <a:pt x="297771" y="160238"/>
                  </a:lnTo>
                  <a:cubicBezTo>
                    <a:pt x="302244" y="161515"/>
                    <a:pt x="304800" y="165984"/>
                    <a:pt x="304800" y="170452"/>
                  </a:cubicBezTo>
                  <a:lnTo>
                    <a:pt x="305439" y="193435"/>
                  </a:lnTo>
                  <a:close/>
                </a:path>
              </a:pathLst>
            </a:custGeom>
            <a:grpFill/>
            <a:ln w="6390" cap="flat">
              <a:noFill/>
              <a:prstDash val="solid"/>
              <a:miter/>
            </a:ln>
          </p:spPr>
          <p:txBody>
            <a:bodyPr rtlCol="0" anchor="ctr"/>
            <a:lstStyle/>
            <a:p>
              <a:endParaRPr lang="en-US"/>
            </a:p>
          </p:txBody>
        </p:sp>
        <p:sp>
          <p:nvSpPr>
            <p:cNvPr id="85" name="Graphic 4">
              <a:extLst>
                <a:ext uri="{FF2B5EF4-FFF2-40B4-BE49-F238E27FC236}">
                  <a16:creationId xmlns:a16="http://schemas.microsoft.com/office/drawing/2014/main" id="{F6655EFF-CE52-468C-A02C-25D51F6A13F8}"/>
                </a:ext>
              </a:extLst>
            </p:cNvPr>
            <p:cNvSpPr/>
            <p:nvPr/>
          </p:nvSpPr>
          <p:spPr>
            <a:xfrm>
              <a:off x="2062032" y="4419154"/>
              <a:ext cx="140796" cy="141303"/>
            </a:xfrm>
            <a:custGeom>
              <a:avLst/>
              <a:gdLst>
                <a:gd name="connsiteX0" fmla="*/ 70289 w 140796"/>
                <a:gd name="connsiteY0" fmla="*/ 0 h 141303"/>
                <a:gd name="connsiteX1" fmla="*/ 0 w 140796"/>
                <a:gd name="connsiteY1" fmla="*/ 70224 h 141303"/>
                <a:gd name="connsiteX2" fmla="*/ 7668 w 140796"/>
                <a:gd name="connsiteY2" fmla="*/ 102144 h 141303"/>
                <a:gd name="connsiteX3" fmla="*/ 33867 w 140796"/>
                <a:gd name="connsiteY3" fmla="*/ 75970 h 141303"/>
                <a:gd name="connsiteX4" fmla="*/ 33867 w 140796"/>
                <a:gd name="connsiteY4" fmla="*/ 74693 h 141303"/>
                <a:gd name="connsiteX5" fmla="*/ 33228 w 140796"/>
                <a:gd name="connsiteY5" fmla="*/ 73416 h 141303"/>
                <a:gd name="connsiteX6" fmla="*/ 67733 w 140796"/>
                <a:gd name="connsiteY6" fmla="*/ 15322 h 141303"/>
                <a:gd name="connsiteX7" fmla="*/ 83069 w 140796"/>
                <a:gd name="connsiteY7" fmla="*/ 14045 h 141303"/>
                <a:gd name="connsiteX8" fmla="*/ 90737 w 140796"/>
                <a:gd name="connsiteY8" fmla="*/ 19791 h 141303"/>
                <a:gd name="connsiteX9" fmla="*/ 88820 w 140796"/>
                <a:gd name="connsiteY9" fmla="*/ 29367 h 141303"/>
                <a:gd name="connsiteX10" fmla="*/ 70289 w 140796"/>
                <a:gd name="connsiteY10" fmla="*/ 47880 h 141303"/>
                <a:gd name="connsiteX11" fmla="*/ 74762 w 140796"/>
                <a:gd name="connsiteY11" fmla="*/ 67032 h 141303"/>
                <a:gd name="connsiteX12" fmla="*/ 93932 w 140796"/>
                <a:gd name="connsiteY12" fmla="*/ 71501 h 141303"/>
                <a:gd name="connsiteX13" fmla="*/ 112463 w 140796"/>
                <a:gd name="connsiteY13" fmla="*/ 52987 h 141303"/>
                <a:gd name="connsiteX14" fmla="*/ 122048 w 140796"/>
                <a:gd name="connsiteY14" fmla="*/ 51072 h 141303"/>
                <a:gd name="connsiteX15" fmla="*/ 127799 w 140796"/>
                <a:gd name="connsiteY15" fmla="*/ 58733 h 141303"/>
                <a:gd name="connsiteX16" fmla="*/ 83708 w 140796"/>
                <a:gd name="connsiteY16" fmla="*/ 109805 h 141303"/>
                <a:gd name="connsiteX17" fmla="*/ 68372 w 140796"/>
                <a:gd name="connsiteY17" fmla="*/ 108528 h 141303"/>
                <a:gd name="connsiteX18" fmla="*/ 67733 w 140796"/>
                <a:gd name="connsiteY18" fmla="*/ 108528 h 141303"/>
                <a:gd name="connsiteX19" fmla="*/ 65816 w 140796"/>
                <a:gd name="connsiteY19" fmla="*/ 107889 h 141303"/>
                <a:gd name="connsiteX20" fmla="*/ 39617 w 140796"/>
                <a:gd name="connsiteY20" fmla="*/ 134064 h 141303"/>
                <a:gd name="connsiteX21" fmla="*/ 133550 w 140796"/>
                <a:gd name="connsiteY21" fmla="*/ 102144 h 141303"/>
                <a:gd name="connsiteX22" fmla="*/ 101600 w 140796"/>
                <a:gd name="connsiteY22" fmla="*/ 8299 h 141303"/>
                <a:gd name="connsiteX23" fmla="*/ 70289 w 140796"/>
                <a:gd name="connsiteY23" fmla="*/ 0 h 141303"/>
                <a:gd name="connsiteX24" fmla="*/ 70289 w 140796"/>
                <a:gd name="connsiteY24" fmla="*/ 0 h 141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796" h="141303">
                  <a:moveTo>
                    <a:pt x="70289" y="0"/>
                  </a:moveTo>
                  <a:cubicBezTo>
                    <a:pt x="31311" y="0"/>
                    <a:pt x="0" y="31282"/>
                    <a:pt x="0" y="70224"/>
                  </a:cubicBezTo>
                  <a:cubicBezTo>
                    <a:pt x="0" y="81077"/>
                    <a:pt x="2556" y="92568"/>
                    <a:pt x="7668" y="102144"/>
                  </a:cubicBezTo>
                  <a:lnTo>
                    <a:pt x="33867" y="75970"/>
                  </a:lnTo>
                  <a:cubicBezTo>
                    <a:pt x="33867" y="75331"/>
                    <a:pt x="33867" y="75331"/>
                    <a:pt x="33867" y="74693"/>
                  </a:cubicBezTo>
                  <a:cubicBezTo>
                    <a:pt x="33867" y="74054"/>
                    <a:pt x="33228" y="74054"/>
                    <a:pt x="33228" y="73416"/>
                  </a:cubicBezTo>
                  <a:cubicBezTo>
                    <a:pt x="26838" y="47880"/>
                    <a:pt x="42173" y="21706"/>
                    <a:pt x="67733" y="15322"/>
                  </a:cubicBezTo>
                  <a:cubicBezTo>
                    <a:pt x="72845" y="14045"/>
                    <a:pt x="77957" y="13407"/>
                    <a:pt x="83069" y="14045"/>
                  </a:cubicBezTo>
                  <a:cubicBezTo>
                    <a:pt x="86264" y="14045"/>
                    <a:pt x="89459" y="16599"/>
                    <a:pt x="90737" y="19791"/>
                  </a:cubicBezTo>
                  <a:cubicBezTo>
                    <a:pt x="92015" y="22983"/>
                    <a:pt x="91376" y="26813"/>
                    <a:pt x="88820" y="29367"/>
                  </a:cubicBezTo>
                  <a:lnTo>
                    <a:pt x="70289" y="47880"/>
                  </a:lnTo>
                  <a:lnTo>
                    <a:pt x="74762" y="67032"/>
                  </a:lnTo>
                  <a:lnTo>
                    <a:pt x="93932" y="71501"/>
                  </a:lnTo>
                  <a:lnTo>
                    <a:pt x="112463" y="52987"/>
                  </a:lnTo>
                  <a:cubicBezTo>
                    <a:pt x="115019" y="50434"/>
                    <a:pt x="118214" y="49795"/>
                    <a:pt x="122048" y="51072"/>
                  </a:cubicBezTo>
                  <a:cubicBezTo>
                    <a:pt x="125243" y="52349"/>
                    <a:pt x="127799" y="55541"/>
                    <a:pt x="127799" y="58733"/>
                  </a:cubicBezTo>
                  <a:cubicBezTo>
                    <a:pt x="129716" y="84907"/>
                    <a:pt x="109907" y="107889"/>
                    <a:pt x="83708" y="109805"/>
                  </a:cubicBezTo>
                  <a:cubicBezTo>
                    <a:pt x="78596" y="110443"/>
                    <a:pt x="73484" y="109805"/>
                    <a:pt x="68372" y="108528"/>
                  </a:cubicBezTo>
                  <a:lnTo>
                    <a:pt x="67733" y="108528"/>
                  </a:lnTo>
                  <a:lnTo>
                    <a:pt x="65816" y="107889"/>
                  </a:lnTo>
                  <a:lnTo>
                    <a:pt x="39617" y="134064"/>
                  </a:lnTo>
                  <a:cubicBezTo>
                    <a:pt x="74762" y="151300"/>
                    <a:pt x="116297" y="136617"/>
                    <a:pt x="133550" y="102144"/>
                  </a:cubicBezTo>
                  <a:cubicBezTo>
                    <a:pt x="150802" y="67032"/>
                    <a:pt x="136106" y="25536"/>
                    <a:pt x="101600" y="8299"/>
                  </a:cubicBezTo>
                  <a:cubicBezTo>
                    <a:pt x="91376" y="2554"/>
                    <a:pt x="81152" y="0"/>
                    <a:pt x="70289" y="0"/>
                  </a:cubicBezTo>
                  <a:lnTo>
                    <a:pt x="70289" y="0"/>
                  </a:lnTo>
                  <a:close/>
                </a:path>
              </a:pathLst>
            </a:custGeom>
            <a:grpFill/>
            <a:ln w="6390" cap="flat">
              <a:noFill/>
              <a:prstDash val="solid"/>
              <a:miter/>
            </a:ln>
          </p:spPr>
          <p:txBody>
            <a:bodyPr rtlCol="0" anchor="ctr"/>
            <a:lstStyle/>
            <a:p>
              <a:endParaRPr lang="en-US"/>
            </a:p>
          </p:txBody>
        </p:sp>
        <p:sp>
          <p:nvSpPr>
            <p:cNvPr id="86" name="Graphic 4">
              <a:extLst>
                <a:ext uri="{FF2B5EF4-FFF2-40B4-BE49-F238E27FC236}">
                  <a16:creationId xmlns:a16="http://schemas.microsoft.com/office/drawing/2014/main" id="{1AEB689D-E4A0-442B-A95A-1BA184589F4C}"/>
                </a:ext>
              </a:extLst>
            </p:cNvPr>
            <p:cNvSpPr/>
            <p:nvPr/>
          </p:nvSpPr>
          <p:spPr>
            <a:xfrm>
              <a:off x="2076090" y="4445967"/>
              <a:ext cx="99683" cy="99590"/>
            </a:xfrm>
            <a:custGeom>
              <a:avLst/>
              <a:gdLst>
                <a:gd name="connsiteX0" fmla="*/ 45369 w 99683"/>
                <a:gd name="connsiteY0" fmla="*/ 68309 h 99590"/>
                <a:gd name="connsiteX1" fmla="*/ 52398 w 99683"/>
                <a:gd name="connsiteY1" fmla="*/ 67032 h 99590"/>
                <a:gd name="connsiteX2" fmla="*/ 56870 w 99683"/>
                <a:gd name="connsiteY2" fmla="*/ 68309 h 99590"/>
                <a:gd name="connsiteX3" fmla="*/ 57509 w 99683"/>
                <a:gd name="connsiteY3" fmla="*/ 68309 h 99590"/>
                <a:gd name="connsiteX4" fmla="*/ 90098 w 99683"/>
                <a:gd name="connsiteY4" fmla="*/ 58733 h 99590"/>
                <a:gd name="connsiteX5" fmla="*/ 99683 w 99683"/>
                <a:gd name="connsiteY5" fmla="*/ 41496 h 99590"/>
                <a:gd name="connsiteX6" fmla="*/ 86264 w 99683"/>
                <a:gd name="connsiteY6" fmla="*/ 54902 h 99590"/>
                <a:gd name="connsiteX7" fmla="*/ 80513 w 99683"/>
                <a:gd name="connsiteY7" fmla="*/ 56818 h 99590"/>
                <a:gd name="connsiteX8" fmla="*/ 53675 w 99683"/>
                <a:gd name="connsiteY8" fmla="*/ 50434 h 99590"/>
                <a:gd name="connsiteX9" fmla="*/ 48564 w 99683"/>
                <a:gd name="connsiteY9" fmla="*/ 45327 h 99590"/>
                <a:gd name="connsiteX10" fmla="*/ 42174 w 99683"/>
                <a:gd name="connsiteY10" fmla="*/ 18514 h 99590"/>
                <a:gd name="connsiteX11" fmla="*/ 44091 w 99683"/>
                <a:gd name="connsiteY11" fmla="*/ 12768 h 99590"/>
                <a:gd name="connsiteX12" fmla="*/ 57509 w 99683"/>
                <a:gd name="connsiteY12" fmla="*/ 0 h 99590"/>
                <a:gd name="connsiteX13" fmla="*/ 30672 w 99683"/>
                <a:gd name="connsiteY13" fmla="*/ 42135 h 99590"/>
                <a:gd name="connsiteX14" fmla="*/ 31311 w 99683"/>
                <a:gd name="connsiteY14" fmla="*/ 43411 h 99590"/>
                <a:gd name="connsiteX15" fmla="*/ 32589 w 99683"/>
                <a:gd name="connsiteY15" fmla="*/ 47880 h 99590"/>
                <a:gd name="connsiteX16" fmla="*/ 31311 w 99683"/>
                <a:gd name="connsiteY16" fmla="*/ 54902 h 99590"/>
                <a:gd name="connsiteX17" fmla="*/ 0 w 99683"/>
                <a:gd name="connsiteY17" fmla="*/ 86184 h 99590"/>
                <a:gd name="connsiteX18" fmla="*/ 13419 w 99683"/>
                <a:gd name="connsiteY18" fmla="*/ 99590 h 99590"/>
                <a:gd name="connsiteX19" fmla="*/ 45369 w 99683"/>
                <a:gd name="connsiteY19" fmla="*/ 68309 h 99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9683" h="99590">
                  <a:moveTo>
                    <a:pt x="45369" y="68309"/>
                  </a:moveTo>
                  <a:cubicBezTo>
                    <a:pt x="47285" y="66394"/>
                    <a:pt x="49842" y="65755"/>
                    <a:pt x="52398" y="67032"/>
                  </a:cubicBezTo>
                  <a:cubicBezTo>
                    <a:pt x="53675" y="67670"/>
                    <a:pt x="55593" y="68309"/>
                    <a:pt x="56870" y="68309"/>
                  </a:cubicBezTo>
                  <a:lnTo>
                    <a:pt x="57509" y="68309"/>
                  </a:lnTo>
                  <a:cubicBezTo>
                    <a:pt x="69650" y="71501"/>
                    <a:pt x="81791" y="67670"/>
                    <a:pt x="90098" y="58733"/>
                  </a:cubicBezTo>
                  <a:cubicBezTo>
                    <a:pt x="94571" y="54264"/>
                    <a:pt x="98405" y="47880"/>
                    <a:pt x="99683" y="41496"/>
                  </a:cubicBezTo>
                  <a:lnTo>
                    <a:pt x="86264" y="54902"/>
                  </a:lnTo>
                  <a:cubicBezTo>
                    <a:pt x="84986" y="56179"/>
                    <a:pt x="82430" y="56818"/>
                    <a:pt x="80513" y="56818"/>
                  </a:cubicBezTo>
                  <a:lnTo>
                    <a:pt x="53675" y="50434"/>
                  </a:lnTo>
                  <a:cubicBezTo>
                    <a:pt x="51119" y="49795"/>
                    <a:pt x="49203" y="47880"/>
                    <a:pt x="48564" y="45327"/>
                  </a:cubicBezTo>
                  <a:lnTo>
                    <a:pt x="42174" y="18514"/>
                  </a:lnTo>
                  <a:cubicBezTo>
                    <a:pt x="41535" y="16599"/>
                    <a:pt x="42174" y="14045"/>
                    <a:pt x="44091" y="12768"/>
                  </a:cubicBezTo>
                  <a:lnTo>
                    <a:pt x="57509" y="0"/>
                  </a:lnTo>
                  <a:cubicBezTo>
                    <a:pt x="38340" y="4469"/>
                    <a:pt x="26838" y="22983"/>
                    <a:pt x="30672" y="42135"/>
                  </a:cubicBezTo>
                  <a:cubicBezTo>
                    <a:pt x="30672" y="42135"/>
                    <a:pt x="30672" y="42773"/>
                    <a:pt x="31311" y="43411"/>
                  </a:cubicBezTo>
                  <a:cubicBezTo>
                    <a:pt x="31950" y="44688"/>
                    <a:pt x="31950" y="46603"/>
                    <a:pt x="32589" y="47880"/>
                  </a:cubicBezTo>
                  <a:cubicBezTo>
                    <a:pt x="33867" y="50434"/>
                    <a:pt x="33228" y="52987"/>
                    <a:pt x="31311" y="54902"/>
                  </a:cubicBezTo>
                  <a:lnTo>
                    <a:pt x="0" y="86184"/>
                  </a:lnTo>
                  <a:cubicBezTo>
                    <a:pt x="3834" y="91291"/>
                    <a:pt x="8307" y="95760"/>
                    <a:pt x="13419" y="99590"/>
                  </a:cubicBezTo>
                  <a:lnTo>
                    <a:pt x="45369" y="68309"/>
                  </a:lnTo>
                  <a:close/>
                </a:path>
              </a:pathLst>
            </a:custGeom>
            <a:grpFill/>
            <a:ln w="6390" cap="flat">
              <a:noFill/>
              <a:prstDash val="solid"/>
              <a:miter/>
            </a:ln>
          </p:spPr>
          <p:txBody>
            <a:bodyPr rtlCol="0" anchor="ctr"/>
            <a:lstStyle/>
            <a:p>
              <a:endParaRPr lang="en-US"/>
            </a:p>
          </p:txBody>
        </p:sp>
        <p:sp>
          <p:nvSpPr>
            <p:cNvPr id="87" name="Graphic 4">
              <a:extLst>
                <a:ext uri="{FF2B5EF4-FFF2-40B4-BE49-F238E27FC236}">
                  <a16:creationId xmlns:a16="http://schemas.microsoft.com/office/drawing/2014/main" id="{2D99D7AA-9F3D-41AB-B0D2-2F6A956B3978}"/>
                </a:ext>
              </a:extLst>
            </p:cNvPr>
            <p:cNvSpPr/>
            <p:nvPr/>
          </p:nvSpPr>
          <p:spPr>
            <a:xfrm>
              <a:off x="2023054" y="4377020"/>
              <a:ext cx="223008" cy="225993"/>
            </a:xfrm>
            <a:custGeom>
              <a:avLst/>
              <a:gdLst>
                <a:gd name="connsiteX0" fmla="*/ 200644 w 223008"/>
                <a:gd name="connsiteY0" fmla="*/ 91930 h 225993"/>
                <a:gd name="connsiteX1" fmla="*/ 192976 w 223008"/>
                <a:gd name="connsiteY1" fmla="*/ 70224 h 225993"/>
                <a:gd name="connsiteX2" fmla="*/ 193615 w 223008"/>
                <a:gd name="connsiteY2" fmla="*/ 64478 h 225993"/>
                <a:gd name="connsiteX3" fmla="*/ 203200 w 223008"/>
                <a:gd name="connsiteY3" fmla="*/ 48518 h 225993"/>
                <a:gd name="connsiteX4" fmla="*/ 189142 w 223008"/>
                <a:gd name="connsiteY4" fmla="*/ 31920 h 225993"/>
                <a:gd name="connsiteX5" fmla="*/ 171889 w 223008"/>
                <a:gd name="connsiteY5" fmla="*/ 38942 h 225993"/>
                <a:gd name="connsiteX6" fmla="*/ 166138 w 223008"/>
                <a:gd name="connsiteY6" fmla="*/ 38304 h 225993"/>
                <a:gd name="connsiteX7" fmla="*/ 146330 w 223008"/>
                <a:gd name="connsiteY7" fmla="*/ 26813 h 225993"/>
                <a:gd name="connsiteX8" fmla="*/ 143135 w 223008"/>
                <a:gd name="connsiteY8" fmla="*/ 22344 h 225993"/>
                <a:gd name="connsiteX9" fmla="*/ 139940 w 223008"/>
                <a:gd name="connsiteY9" fmla="*/ 3830 h 225993"/>
                <a:gd name="connsiteX10" fmla="*/ 118214 w 223008"/>
                <a:gd name="connsiteY10" fmla="*/ 0 h 225993"/>
                <a:gd name="connsiteX11" fmla="*/ 109268 w 223008"/>
                <a:gd name="connsiteY11" fmla="*/ 16598 h 225993"/>
                <a:gd name="connsiteX12" fmla="*/ 104795 w 223008"/>
                <a:gd name="connsiteY12" fmla="*/ 19790 h 225993"/>
                <a:gd name="connsiteX13" fmla="*/ 81791 w 223008"/>
                <a:gd name="connsiteY13" fmla="*/ 23621 h 225993"/>
                <a:gd name="connsiteX14" fmla="*/ 76679 w 223008"/>
                <a:gd name="connsiteY14" fmla="*/ 22344 h 225993"/>
                <a:gd name="connsiteX15" fmla="*/ 62621 w 223008"/>
                <a:gd name="connsiteY15" fmla="*/ 10214 h 225993"/>
                <a:gd name="connsiteX16" fmla="*/ 43451 w 223008"/>
                <a:gd name="connsiteY16" fmla="*/ 21067 h 225993"/>
                <a:gd name="connsiteX17" fmla="*/ 47285 w 223008"/>
                <a:gd name="connsiteY17" fmla="*/ 39581 h 225993"/>
                <a:gd name="connsiteX18" fmla="*/ 46007 w 223008"/>
                <a:gd name="connsiteY18" fmla="*/ 44688 h 225993"/>
                <a:gd name="connsiteX19" fmla="*/ 31311 w 223008"/>
                <a:gd name="connsiteY19" fmla="*/ 62563 h 225993"/>
                <a:gd name="connsiteX20" fmla="*/ 26199 w 223008"/>
                <a:gd name="connsiteY20" fmla="*/ 65117 h 225993"/>
                <a:gd name="connsiteX21" fmla="*/ 7668 w 223008"/>
                <a:gd name="connsiteY21" fmla="*/ 64478 h 225993"/>
                <a:gd name="connsiteX22" fmla="*/ 0 w 223008"/>
                <a:gd name="connsiteY22" fmla="*/ 84907 h 225993"/>
                <a:gd name="connsiteX23" fmla="*/ 14697 w 223008"/>
                <a:gd name="connsiteY23" fmla="*/ 96398 h 225993"/>
                <a:gd name="connsiteX24" fmla="*/ 17253 w 223008"/>
                <a:gd name="connsiteY24" fmla="*/ 101505 h 225993"/>
                <a:gd name="connsiteX25" fmla="*/ 17253 w 223008"/>
                <a:gd name="connsiteY25" fmla="*/ 124488 h 225993"/>
                <a:gd name="connsiteX26" fmla="*/ 14697 w 223008"/>
                <a:gd name="connsiteY26" fmla="*/ 129595 h 225993"/>
                <a:gd name="connsiteX27" fmla="*/ 0 w 223008"/>
                <a:gd name="connsiteY27" fmla="*/ 141086 h 225993"/>
                <a:gd name="connsiteX28" fmla="*/ 7668 w 223008"/>
                <a:gd name="connsiteY28" fmla="*/ 161515 h 225993"/>
                <a:gd name="connsiteX29" fmla="*/ 26199 w 223008"/>
                <a:gd name="connsiteY29" fmla="*/ 160876 h 225993"/>
                <a:gd name="connsiteX30" fmla="*/ 31311 w 223008"/>
                <a:gd name="connsiteY30" fmla="*/ 163430 h 225993"/>
                <a:gd name="connsiteX31" fmla="*/ 46007 w 223008"/>
                <a:gd name="connsiteY31" fmla="*/ 181305 h 225993"/>
                <a:gd name="connsiteX32" fmla="*/ 47285 w 223008"/>
                <a:gd name="connsiteY32" fmla="*/ 186412 h 225993"/>
                <a:gd name="connsiteX33" fmla="*/ 43451 w 223008"/>
                <a:gd name="connsiteY33" fmla="*/ 204926 h 225993"/>
                <a:gd name="connsiteX34" fmla="*/ 62621 w 223008"/>
                <a:gd name="connsiteY34" fmla="*/ 215779 h 225993"/>
                <a:gd name="connsiteX35" fmla="*/ 76679 w 223008"/>
                <a:gd name="connsiteY35" fmla="*/ 203649 h 225993"/>
                <a:gd name="connsiteX36" fmla="*/ 81152 w 223008"/>
                <a:gd name="connsiteY36" fmla="*/ 202372 h 225993"/>
                <a:gd name="connsiteX37" fmla="*/ 82430 w 223008"/>
                <a:gd name="connsiteY37" fmla="*/ 202372 h 225993"/>
                <a:gd name="connsiteX38" fmla="*/ 105434 w 223008"/>
                <a:gd name="connsiteY38" fmla="*/ 206203 h 225993"/>
                <a:gd name="connsiteX39" fmla="*/ 109907 w 223008"/>
                <a:gd name="connsiteY39" fmla="*/ 209395 h 225993"/>
                <a:gd name="connsiteX40" fmla="*/ 118853 w 223008"/>
                <a:gd name="connsiteY40" fmla="*/ 225993 h 225993"/>
                <a:gd name="connsiteX41" fmla="*/ 140579 w 223008"/>
                <a:gd name="connsiteY41" fmla="*/ 222163 h 225993"/>
                <a:gd name="connsiteX42" fmla="*/ 143774 w 223008"/>
                <a:gd name="connsiteY42" fmla="*/ 203649 h 225993"/>
                <a:gd name="connsiteX43" fmla="*/ 146969 w 223008"/>
                <a:gd name="connsiteY43" fmla="*/ 199180 h 225993"/>
                <a:gd name="connsiteX44" fmla="*/ 166777 w 223008"/>
                <a:gd name="connsiteY44" fmla="*/ 187689 h 225993"/>
                <a:gd name="connsiteX45" fmla="*/ 172528 w 223008"/>
                <a:gd name="connsiteY45" fmla="*/ 187051 h 225993"/>
                <a:gd name="connsiteX46" fmla="*/ 189781 w 223008"/>
                <a:gd name="connsiteY46" fmla="*/ 194073 h 225993"/>
                <a:gd name="connsiteX47" fmla="*/ 203839 w 223008"/>
                <a:gd name="connsiteY47" fmla="*/ 177475 h 225993"/>
                <a:gd name="connsiteX48" fmla="*/ 194254 w 223008"/>
                <a:gd name="connsiteY48" fmla="*/ 161515 h 225993"/>
                <a:gd name="connsiteX49" fmla="*/ 193615 w 223008"/>
                <a:gd name="connsiteY49" fmla="*/ 155769 h 225993"/>
                <a:gd name="connsiteX50" fmla="*/ 201283 w 223008"/>
                <a:gd name="connsiteY50" fmla="*/ 134064 h 225993"/>
                <a:gd name="connsiteX51" fmla="*/ 205117 w 223008"/>
                <a:gd name="connsiteY51" fmla="*/ 130233 h 225993"/>
                <a:gd name="connsiteX52" fmla="*/ 223009 w 223008"/>
                <a:gd name="connsiteY52" fmla="*/ 124488 h 225993"/>
                <a:gd name="connsiteX53" fmla="*/ 223009 w 223008"/>
                <a:gd name="connsiteY53" fmla="*/ 102782 h 225993"/>
                <a:gd name="connsiteX54" fmla="*/ 205117 w 223008"/>
                <a:gd name="connsiteY54" fmla="*/ 96398 h 225993"/>
                <a:gd name="connsiteX55" fmla="*/ 200644 w 223008"/>
                <a:gd name="connsiteY55" fmla="*/ 91930 h 225993"/>
                <a:gd name="connsiteX56" fmla="*/ 109907 w 223008"/>
                <a:gd name="connsiteY56" fmla="*/ 195350 h 225993"/>
                <a:gd name="connsiteX57" fmla="*/ 26838 w 223008"/>
                <a:gd name="connsiteY57" fmla="*/ 112358 h 225993"/>
                <a:gd name="connsiteX58" fmla="*/ 109907 w 223008"/>
                <a:gd name="connsiteY58" fmla="*/ 29366 h 225993"/>
                <a:gd name="connsiteX59" fmla="*/ 192976 w 223008"/>
                <a:gd name="connsiteY59" fmla="*/ 112358 h 225993"/>
                <a:gd name="connsiteX60" fmla="*/ 192976 w 223008"/>
                <a:gd name="connsiteY60" fmla="*/ 112358 h 225993"/>
                <a:gd name="connsiteX61" fmla="*/ 109907 w 223008"/>
                <a:gd name="connsiteY61" fmla="*/ 195350 h 225993"/>
                <a:gd name="connsiteX62" fmla="*/ 109907 w 223008"/>
                <a:gd name="connsiteY62" fmla="*/ 195350 h 225993"/>
                <a:gd name="connsiteX63" fmla="*/ 109907 w 223008"/>
                <a:gd name="connsiteY63" fmla="*/ 195350 h 225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223008" h="225993">
                  <a:moveTo>
                    <a:pt x="200644" y="91930"/>
                  </a:moveTo>
                  <a:lnTo>
                    <a:pt x="192976" y="70224"/>
                  </a:lnTo>
                  <a:cubicBezTo>
                    <a:pt x="192337" y="68309"/>
                    <a:pt x="192337" y="66394"/>
                    <a:pt x="193615" y="64478"/>
                  </a:cubicBezTo>
                  <a:lnTo>
                    <a:pt x="203200" y="48518"/>
                  </a:lnTo>
                  <a:lnTo>
                    <a:pt x="189142" y="31920"/>
                  </a:lnTo>
                  <a:lnTo>
                    <a:pt x="171889" y="38942"/>
                  </a:lnTo>
                  <a:cubicBezTo>
                    <a:pt x="169972" y="39581"/>
                    <a:pt x="168055" y="39581"/>
                    <a:pt x="166138" y="38304"/>
                  </a:cubicBezTo>
                  <a:lnTo>
                    <a:pt x="146330" y="26813"/>
                  </a:lnTo>
                  <a:cubicBezTo>
                    <a:pt x="144413" y="25536"/>
                    <a:pt x="143774" y="24259"/>
                    <a:pt x="143135" y="22344"/>
                  </a:cubicBezTo>
                  <a:lnTo>
                    <a:pt x="139940" y="3830"/>
                  </a:lnTo>
                  <a:lnTo>
                    <a:pt x="118214" y="0"/>
                  </a:lnTo>
                  <a:lnTo>
                    <a:pt x="109268" y="16598"/>
                  </a:lnTo>
                  <a:cubicBezTo>
                    <a:pt x="108629" y="18514"/>
                    <a:pt x="106712" y="19790"/>
                    <a:pt x="104795" y="19790"/>
                  </a:cubicBezTo>
                  <a:lnTo>
                    <a:pt x="81791" y="23621"/>
                  </a:lnTo>
                  <a:cubicBezTo>
                    <a:pt x="79874" y="24259"/>
                    <a:pt x="77957" y="23621"/>
                    <a:pt x="76679" y="22344"/>
                  </a:cubicBezTo>
                  <a:lnTo>
                    <a:pt x="62621" y="10214"/>
                  </a:lnTo>
                  <a:lnTo>
                    <a:pt x="43451" y="21067"/>
                  </a:lnTo>
                  <a:lnTo>
                    <a:pt x="47285" y="39581"/>
                  </a:lnTo>
                  <a:cubicBezTo>
                    <a:pt x="47925" y="41496"/>
                    <a:pt x="47285" y="43411"/>
                    <a:pt x="46007" y="44688"/>
                  </a:cubicBezTo>
                  <a:lnTo>
                    <a:pt x="31311" y="62563"/>
                  </a:lnTo>
                  <a:cubicBezTo>
                    <a:pt x="30033" y="63840"/>
                    <a:pt x="28116" y="65117"/>
                    <a:pt x="26199" y="65117"/>
                  </a:cubicBezTo>
                  <a:lnTo>
                    <a:pt x="7668" y="64478"/>
                  </a:lnTo>
                  <a:lnTo>
                    <a:pt x="0" y="84907"/>
                  </a:lnTo>
                  <a:lnTo>
                    <a:pt x="14697" y="96398"/>
                  </a:lnTo>
                  <a:cubicBezTo>
                    <a:pt x="15975" y="97675"/>
                    <a:pt x="17253" y="99590"/>
                    <a:pt x="17253" y="101505"/>
                  </a:cubicBezTo>
                  <a:lnTo>
                    <a:pt x="17253" y="124488"/>
                  </a:lnTo>
                  <a:cubicBezTo>
                    <a:pt x="17253" y="126403"/>
                    <a:pt x="16614" y="128318"/>
                    <a:pt x="14697" y="129595"/>
                  </a:cubicBezTo>
                  <a:lnTo>
                    <a:pt x="0" y="141086"/>
                  </a:lnTo>
                  <a:lnTo>
                    <a:pt x="7668" y="161515"/>
                  </a:lnTo>
                  <a:lnTo>
                    <a:pt x="26199" y="160876"/>
                  </a:lnTo>
                  <a:cubicBezTo>
                    <a:pt x="28116" y="160876"/>
                    <a:pt x="30033" y="161515"/>
                    <a:pt x="31311" y="163430"/>
                  </a:cubicBezTo>
                  <a:lnTo>
                    <a:pt x="46007" y="181305"/>
                  </a:lnTo>
                  <a:cubicBezTo>
                    <a:pt x="47285" y="182582"/>
                    <a:pt x="47925" y="184497"/>
                    <a:pt x="47285" y="186412"/>
                  </a:cubicBezTo>
                  <a:lnTo>
                    <a:pt x="43451" y="204926"/>
                  </a:lnTo>
                  <a:lnTo>
                    <a:pt x="62621" y="215779"/>
                  </a:lnTo>
                  <a:lnTo>
                    <a:pt x="76679" y="203649"/>
                  </a:lnTo>
                  <a:cubicBezTo>
                    <a:pt x="77957" y="202372"/>
                    <a:pt x="79235" y="202372"/>
                    <a:pt x="81152" y="202372"/>
                  </a:cubicBezTo>
                  <a:lnTo>
                    <a:pt x="82430" y="202372"/>
                  </a:lnTo>
                  <a:lnTo>
                    <a:pt x="105434" y="206203"/>
                  </a:lnTo>
                  <a:cubicBezTo>
                    <a:pt x="107351" y="206203"/>
                    <a:pt x="109268" y="207479"/>
                    <a:pt x="109907" y="209395"/>
                  </a:cubicBezTo>
                  <a:lnTo>
                    <a:pt x="118853" y="225993"/>
                  </a:lnTo>
                  <a:lnTo>
                    <a:pt x="140579" y="222163"/>
                  </a:lnTo>
                  <a:lnTo>
                    <a:pt x="143774" y="203649"/>
                  </a:lnTo>
                  <a:cubicBezTo>
                    <a:pt x="143774" y="201734"/>
                    <a:pt x="145051" y="199819"/>
                    <a:pt x="146969" y="199180"/>
                  </a:cubicBezTo>
                  <a:lnTo>
                    <a:pt x="166777" y="187689"/>
                  </a:lnTo>
                  <a:cubicBezTo>
                    <a:pt x="168694" y="187051"/>
                    <a:pt x="170611" y="186412"/>
                    <a:pt x="172528" y="187051"/>
                  </a:cubicBezTo>
                  <a:lnTo>
                    <a:pt x="189781" y="194073"/>
                  </a:lnTo>
                  <a:lnTo>
                    <a:pt x="203839" y="177475"/>
                  </a:lnTo>
                  <a:lnTo>
                    <a:pt x="194254" y="161515"/>
                  </a:lnTo>
                  <a:cubicBezTo>
                    <a:pt x="192976" y="159600"/>
                    <a:pt x="192976" y="157684"/>
                    <a:pt x="193615" y="155769"/>
                  </a:cubicBezTo>
                  <a:lnTo>
                    <a:pt x="201283" y="134064"/>
                  </a:lnTo>
                  <a:cubicBezTo>
                    <a:pt x="201922" y="132149"/>
                    <a:pt x="203200" y="130872"/>
                    <a:pt x="205117" y="130233"/>
                  </a:cubicBezTo>
                  <a:lnTo>
                    <a:pt x="223009" y="124488"/>
                  </a:lnTo>
                  <a:lnTo>
                    <a:pt x="223009" y="102782"/>
                  </a:lnTo>
                  <a:lnTo>
                    <a:pt x="205117" y="96398"/>
                  </a:lnTo>
                  <a:cubicBezTo>
                    <a:pt x="202561" y="94483"/>
                    <a:pt x="201283" y="93206"/>
                    <a:pt x="200644" y="91930"/>
                  </a:cubicBezTo>
                  <a:close/>
                  <a:moveTo>
                    <a:pt x="109907" y="195350"/>
                  </a:moveTo>
                  <a:cubicBezTo>
                    <a:pt x="63899" y="195350"/>
                    <a:pt x="26838" y="158323"/>
                    <a:pt x="26838" y="112358"/>
                  </a:cubicBezTo>
                  <a:cubicBezTo>
                    <a:pt x="26838" y="66394"/>
                    <a:pt x="63899" y="29366"/>
                    <a:pt x="109907" y="29366"/>
                  </a:cubicBezTo>
                  <a:cubicBezTo>
                    <a:pt x="155914" y="29366"/>
                    <a:pt x="192976" y="66394"/>
                    <a:pt x="192976" y="112358"/>
                  </a:cubicBezTo>
                  <a:lnTo>
                    <a:pt x="192976" y="112358"/>
                  </a:lnTo>
                  <a:cubicBezTo>
                    <a:pt x="192976" y="158323"/>
                    <a:pt x="155914" y="195350"/>
                    <a:pt x="109907" y="195350"/>
                  </a:cubicBezTo>
                  <a:cubicBezTo>
                    <a:pt x="109907" y="195350"/>
                    <a:pt x="109268" y="195350"/>
                    <a:pt x="109907" y="195350"/>
                  </a:cubicBezTo>
                  <a:lnTo>
                    <a:pt x="109907" y="195350"/>
                  </a:lnTo>
                  <a:close/>
                </a:path>
              </a:pathLst>
            </a:custGeom>
            <a:grpFill/>
            <a:ln w="6390" cap="flat">
              <a:noFill/>
              <a:prstDash val="solid"/>
              <a:miter/>
            </a:ln>
          </p:spPr>
          <p:txBody>
            <a:bodyPr rtlCol="0" anchor="ctr"/>
            <a:lstStyle/>
            <a:p>
              <a:endParaRPr lang="en-US"/>
            </a:p>
          </p:txBody>
        </p:sp>
      </p:grpSp>
      <p:grpSp>
        <p:nvGrpSpPr>
          <p:cNvPr id="89" name="Graphic 4">
            <a:extLst>
              <a:ext uri="{FF2B5EF4-FFF2-40B4-BE49-F238E27FC236}">
                <a16:creationId xmlns:a16="http://schemas.microsoft.com/office/drawing/2014/main" id="{F2B582D2-EE17-45AE-A453-C99F5EA35C65}"/>
              </a:ext>
            </a:extLst>
          </p:cNvPr>
          <p:cNvGrpSpPr/>
          <p:nvPr/>
        </p:nvGrpSpPr>
        <p:grpSpPr>
          <a:xfrm>
            <a:off x="5612576" y="2041504"/>
            <a:ext cx="926408" cy="829996"/>
            <a:chOff x="7192513" y="4792617"/>
            <a:chExt cx="361674" cy="361333"/>
          </a:xfrm>
          <a:solidFill>
            <a:srgbClr val="0076A8"/>
          </a:solidFill>
        </p:grpSpPr>
        <p:sp>
          <p:nvSpPr>
            <p:cNvPr id="90" name="Graphic 4">
              <a:extLst>
                <a:ext uri="{FF2B5EF4-FFF2-40B4-BE49-F238E27FC236}">
                  <a16:creationId xmlns:a16="http://schemas.microsoft.com/office/drawing/2014/main" id="{BF4C28F8-5C65-4775-B8FB-1AAFA252F884}"/>
                </a:ext>
              </a:extLst>
            </p:cNvPr>
            <p:cNvSpPr/>
            <p:nvPr/>
          </p:nvSpPr>
          <p:spPr>
            <a:xfrm>
              <a:off x="7316477" y="4908806"/>
              <a:ext cx="154636" cy="90652"/>
            </a:xfrm>
            <a:custGeom>
              <a:avLst/>
              <a:gdLst>
                <a:gd name="connsiteX0" fmla="*/ 120770 w 154636"/>
                <a:gd name="connsiteY0" fmla="*/ 15322 h 90652"/>
                <a:gd name="connsiteX1" fmla="*/ 118853 w 154636"/>
                <a:gd name="connsiteY1" fmla="*/ 15322 h 90652"/>
                <a:gd name="connsiteX2" fmla="*/ 65817 w 154636"/>
                <a:gd name="connsiteY2" fmla="*/ 0 h 90652"/>
                <a:gd name="connsiteX3" fmla="*/ 4473 w 154636"/>
                <a:gd name="connsiteY3" fmla="*/ 33197 h 90652"/>
                <a:gd name="connsiteX4" fmla="*/ 0 w 154636"/>
                <a:gd name="connsiteY4" fmla="*/ 40858 h 90652"/>
                <a:gd name="connsiteX5" fmla="*/ 3195 w 154636"/>
                <a:gd name="connsiteY5" fmla="*/ 49157 h 90652"/>
                <a:gd name="connsiteX6" fmla="*/ 8946 w 154636"/>
                <a:gd name="connsiteY6" fmla="*/ 50434 h 90652"/>
                <a:gd name="connsiteX7" fmla="*/ 99683 w 154636"/>
                <a:gd name="connsiteY7" fmla="*/ 35112 h 90652"/>
                <a:gd name="connsiteX8" fmla="*/ 106073 w 154636"/>
                <a:gd name="connsiteY8" fmla="*/ 38304 h 90652"/>
                <a:gd name="connsiteX9" fmla="*/ 135466 w 154636"/>
                <a:gd name="connsiteY9" fmla="*/ 90653 h 90652"/>
                <a:gd name="connsiteX10" fmla="*/ 137384 w 154636"/>
                <a:gd name="connsiteY10" fmla="*/ 90014 h 90652"/>
                <a:gd name="connsiteX11" fmla="*/ 153358 w 154636"/>
                <a:gd name="connsiteY11" fmla="*/ 90014 h 90652"/>
                <a:gd name="connsiteX12" fmla="*/ 154636 w 154636"/>
                <a:gd name="connsiteY12" fmla="*/ 90014 h 90652"/>
                <a:gd name="connsiteX13" fmla="*/ 154636 w 154636"/>
                <a:gd name="connsiteY13" fmla="*/ 14683 h 90652"/>
                <a:gd name="connsiteX14" fmla="*/ 120770 w 154636"/>
                <a:gd name="connsiteY14" fmla="*/ 14683 h 90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4636" h="90652">
                  <a:moveTo>
                    <a:pt x="120770" y="15322"/>
                  </a:moveTo>
                  <a:cubicBezTo>
                    <a:pt x="120131" y="15322"/>
                    <a:pt x="119492" y="15322"/>
                    <a:pt x="118853" y="15322"/>
                  </a:cubicBezTo>
                  <a:lnTo>
                    <a:pt x="65817" y="0"/>
                  </a:lnTo>
                  <a:lnTo>
                    <a:pt x="4473" y="33197"/>
                  </a:lnTo>
                  <a:cubicBezTo>
                    <a:pt x="1917" y="35112"/>
                    <a:pt x="0" y="37666"/>
                    <a:pt x="0" y="40858"/>
                  </a:cubicBezTo>
                  <a:cubicBezTo>
                    <a:pt x="0" y="44050"/>
                    <a:pt x="1278" y="47242"/>
                    <a:pt x="3195" y="49157"/>
                  </a:cubicBezTo>
                  <a:cubicBezTo>
                    <a:pt x="4473" y="50434"/>
                    <a:pt x="6390" y="51072"/>
                    <a:pt x="8946" y="50434"/>
                  </a:cubicBezTo>
                  <a:lnTo>
                    <a:pt x="99683" y="35112"/>
                  </a:lnTo>
                  <a:cubicBezTo>
                    <a:pt x="102239" y="34474"/>
                    <a:pt x="104795" y="35751"/>
                    <a:pt x="106073" y="38304"/>
                  </a:cubicBezTo>
                  <a:lnTo>
                    <a:pt x="135466" y="90653"/>
                  </a:lnTo>
                  <a:cubicBezTo>
                    <a:pt x="136106" y="90653"/>
                    <a:pt x="136745" y="90014"/>
                    <a:pt x="137384" y="90014"/>
                  </a:cubicBezTo>
                  <a:lnTo>
                    <a:pt x="153358" y="90014"/>
                  </a:lnTo>
                  <a:cubicBezTo>
                    <a:pt x="153997" y="90014"/>
                    <a:pt x="154636" y="90014"/>
                    <a:pt x="154636" y="90014"/>
                  </a:cubicBezTo>
                  <a:lnTo>
                    <a:pt x="154636" y="14683"/>
                  </a:lnTo>
                  <a:lnTo>
                    <a:pt x="120770" y="14683"/>
                  </a:lnTo>
                  <a:close/>
                </a:path>
              </a:pathLst>
            </a:custGeom>
            <a:solidFill>
              <a:srgbClr val="0076A8"/>
            </a:solidFill>
            <a:ln w="6390" cap="flat">
              <a:noFill/>
              <a:prstDash val="solid"/>
              <a:miter/>
            </a:ln>
          </p:spPr>
          <p:txBody>
            <a:bodyPr rtlCol="0" anchor="ctr"/>
            <a:lstStyle/>
            <a:p>
              <a:endParaRPr lang="en-US"/>
            </a:p>
          </p:txBody>
        </p:sp>
        <p:sp>
          <p:nvSpPr>
            <p:cNvPr id="91" name="Graphic 4">
              <a:extLst>
                <a:ext uri="{FF2B5EF4-FFF2-40B4-BE49-F238E27FC236}">
                  <a16:creationId xmlns:a16="http://schemas.microsoft.com/office/drawing/2014/main" id="{86C47F3B-CA3A-45F0-BC30-60B369562DF3}"/>
                </a:ext>
              </a:extLst>
            </p:cNvPr>
            <p:cNvSpPr/>
            <p:nvPr/>
          </p:nvSpPr>
          <p:spPr>
            <a:xfrm>
              <a:off x="7275582" y="4924128"/>
              <a:ext cx="169333" cy="123630"/>
            </a:xfrm>
            <a:custGeom>
              <a:avLst/>
              <a:gdLst>
                <a:gd name="connsiteX0" fmla="*/ 137384 w 169333"/>
                <a:gd name="connsiteY0" fmla="*/ 33197 h 123630"/>
                <a:gd name="connsiteX1" fmla="*/ 51119 w 169333"/>
                <a:gd name="connsiteY1" fmla="*/ 47880 h 123630"/>
                <a:gd name="connsiteX2" fmla="*/ 35145 w 169333"/>
                <a:gd name="connsiteY2" fmla="*/ 43411 h 123630"/>
                <a:gd name="connsiteX3" fmla="*/ 27477 w 169333"/>
                <a:gd name="connsiteY3" fmla="*/ 25536 h 123630"/>
                <a:gd name="connsiteX4" fmla="*/ 38340 w 169333"/>
                <a:gd name="connsiteY4" fmla="*/ 6384 h 123630"/>
                <a:gd name="connsiteX5" fmla="*/ 50481 w 169333"/>
                <a:gd name="connsiteY5" fmla="*/ 0 h 123630"/>
                <a:gd name="connsiteX6" fmla="*/ 0 w 169333"/>
                <a:gd name="connsiteY6" fmla="*/ 0 h 123630"/>
                <a:gd name="connsiteX7" fmla="*/ 0 w 169333"/>
                <a:gd name="connsiteY7" fmla="*/ 74693 h 123630"/>
                <a:gd name="connsiteX8" fmla="*/ 17253 w 169333"/>
                <a:gd name="connsiteY8" fmla="*/ 74693 h 123630"/>
                <a:gd name="connsiteX9" fmla="*/ 23004 w 169333"/>
                <a:gd name="connsiteY9" fmla="*/ 77885 h 123630"/>
                <a:gd name="connsiteX10" fmla="*/ 46647 w 169333"/>
                <a:gd name="connsiteY10" fmla="*/ 117465 h 123630"/>
                <a:gd name="connsiteX11" fmla="*/ 53676 w 169333"/>
                <a:gd name="connsiteY11" fmla="*/ 123211 h 123630"/>
                <a:gd name="connsiteX12" fmla="*/ 61343 w 169333"/>
                <a:gd name="connsiteY12" fmla="*/ 122573 h 123630"/>
                <a:gd name="connsiteX13" fmla="*/ 63899 w 169333"/>
                <a:gd name="connsiteY13" fmla="*/ 109805 h 123630"/>
                <a:gd name="connsiteX14" fmla="*/ 58148 w 169333"/>
                <a:gd name="connsiteY14" fmla="*/ 101505 h 123630"/>
                <a:gd name="connsiteX15" fmla="*/ 60066 w 169333"/>
                <a:gd name="connsiteY15" fmla="*/ 92568 h 123630"/>
                <a:gd name="connsiteX16" fmla="*/ 69012 w 169333"/>
                <a:gd name="connsiteY16" fmla="*/ 94483 h 123630"/>
                <a:gd name="connsiteX17" fmla="*/ 74763 w 169333"/>
                <a:gd name="connsiteY17" fmla="*/ 102782 h 123630"/>
                <a:gd name="connsiteX18" fmla="*/ 74763 w 169333"/>
                <a:gd name="connsiteY18" fmla="*/ 102782 h 123630"/>
                <a:gd name="connsiteX19" fmla="*/ 74763 w 169333"/>
                <a:gd name="connsiteY19" fmla="*/ 102782 h 123630"/>
                <a:gd name="connsiteX20" fmla="*/ 74763 w 169333"/>
                <a:gd name="connsiteY20" fmla="*/ 102782 h 123630"/>
                <a:gd name="connsiteX21" fmla="*/ 83708 w 169333"/>
                <a:gd name="connsiteY21" fmla="*/ 117465 h 123630"/>
                <a:gd name="connsiteX22" fmla="*/ 98405 w 169333"/>
                <a:gd name="connsiteY22" fmla="*/ 121296 h 123630"/>
                <a:gd name="connsiteX23" fmla="*/ 102239 w 169333"/>
                <a:gd name="connsiteY23" fmla="*/ 107251 h 123630"/>
                <a:gd name="connsiteX24" fmla="*/ 86903 w 169333"/>
                <a:gd name="connsiteY24" fmla="*/ 81715 h 123630"/>
                <a:gd name="connsiteX25" fmla="*/ 88820 w 169333"/>
                <a:gd name="connsiteY25" fmla="*/ 72777 h 123630"/>
                <a:gd name="connsiteX26" fmla="*/ 97766 w 169333"/>
                <a:gd name="connsiteY26" fmla="*/ 74693 h 123630"/>
                <a:gd name="connsiteX27" fmla="*/ 99683 w 169333"/>
                <a:gd name="connsiteY27" fmla="*/ 78523 h 123630"/>
                <a:gd name="connsiteX28" fmla="*/ 100322 w 169333"/>
                <a:gd name="connsiteY28" fmla="*/ 79161 h 123630"/>
                <a:gd name="connsiteX29" fmla="*/ 112463 w 169333"/>
                <a:gd name="connsiteY29" fmla="*/ 100229 h 123630"/>
                <a:gd name="connsiteX30" fmla="*/ 112463 w 169333"/>
                <a:gd name="connsiteY30" fmla="*/ 100867 h 123630"/>
                <a:gd name="connsiteX31" fmla="*/ 121409 w 169333"/>
                <a:gd name="connsiteY31" fmla="*/ 115550 h 123630"/>
                <a:gd name="connsiteX32" fmla="*/ 136106 w 169333"/>
                <a:gd name="connsiteY32" fmla="*/ 119381 h 123630"/>
                <a:gd name="connsiteX33" fmla="*/ 138662 w 169333"/>
                <a:gd name="connsiteY33" fmla="*/ 105336 h 123630"/>
                <a:gd name="connsiteX34" fmla="*/ 113102 w 169333"/>
                <a:gd name="connsiteY34" fmla="*/ 61925 h 123630"/>
                <a:gd name="connsiteX35" fmla="*/ 115658 w 169333"/>
                <a:gd name="connsiteY35" fmla="*/ 52987 h 123630"/>
                <a:gd name="connsiteX36" fmla="*/ 124604 w 169333"/>
                <a:gd name="connsiteY36" fmla="*/ 55541 h 123630"/>
                <a:gd name="connsiteX37" fmla="*/ 150164 w 169333"/>
                <a:gd name="connsiteY37" fmla="*/ 98952 h 123630"/>
                <a:gd name="connsiteX38" fmla="*/ 156553 w 169333"/>
                <a:gd name="connsiteY38" fmla="*/ 104059 h 123630"/>
                <a:gd name="connsiteX39" fmla="*/ 164222 w 169333"/>
                <a:gd name="connsiteY39" fmla="*/ 102782 h 123630"/>
                <a:gd name="connsiteX40" fmla="*/ 168056 w 169333"/>
                <a:gd name="connsiteY40" fmla="*/ 88099 h 123630"/>
                <a:gd name="connsiteX41" fmla="*/ 137384 w 169333"/>
                <a:gd name="connsiteY41" fmla="*/ 33197 h 123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69333" h="123630">
                  <a:moveTo>
                    <a:pt x="137384" y="33197"/>
                  </a:moveTo>
                  <a:lnTo>
                    <a:pt x="51119" y="47880"/>
                  </a:lnTo>
                  <a:cubicBezTo>
                    <a:pt x="44730" y="48518"/>
                    <a:pt x="39618" y="47241"/>
                    <a:pt x="35145" y="43411"/>
                  </a:cubicBezTo>
                  <a:cubicBezTo>
                    <a:pt x="30033" y="38942"/>
                    <a:pt x="27477" y="32558"/>
                    <a:pt x="27477" y="25536"/>
                  </a:cubicBezTo>
                  <a:cubicBezTo>
                    <a:pt x="27477" y="17875"/>
                    <a:pt x="31950" y="10853"/>
                    <a:pt x="38340" y="6384"/>
                  </a:cubicBezTo>
                  <a:lnTo>
                    <a:pt x="50481" y="0"/>
                  </a:lnTo>
                  <a:lnTo>
                    <a:pt x="0" y="0"/>
                  </a:lnTo>
                  <a:lnTo>
                    <a:pt x="0" y="74693"/>
                  </a:lnTo>
                  <a:lnTo>
                    <a:pt x="17253" y="74693"/>
                  </a:lnTo>
                  <a:cubicBezTo>
                    <a:pt x="19809" y="74693"/>
                    <a:pt x="21726" y="75969"/>
                    <a:pt x="23004" y="77885"/>
                  </a:cubicBezTo>
                  <a:lnTo>
                    <a:pt x="46647" y="117465"/>
                  </a:lnTo>
                  <a:cubicBezTo>
                    <a:pt x="47925" y="120019"/>
                    <a:pt x="50481" y="121934"/>
                    <a:pt x="53676" y="123211"/>
                  </a:cubicBezTo>
                  <a:cubicBezTo>
                    <a:pt x="56232" y="123849"/>
                    <a:pt x="58788" y="123849"/>
                    <a:pt x="61343" y="122573"/>
                  </a:cubicBezTo>
                  <a:cubicBezTo>
                    <a:pt x="67094" y="119381"/>
                    <a:pt x="66456" y="113635"/>
                    <a:pt x="63899" y="109805"/>
                  </a:cubicBezTo>
                  <a:lnTo>
                    <a:pt x="58148" y="101505"/>
                  </a:lnTo>
                  <a:cubicBezTo>
                    <a:pt x="56232" y="98313"/>
                    <a:pt x="56871" y="94483"/>
                    <a:pt x="60066" y="92568"/>
                  </a:cubicBezTo>
                  <a:cubicBezTo>
                    <a:pt x="63261" y="90653"/>
                    <a:pt x="67094" y="91291"/>
                    <a:pt x="69012" y="94483"/>
                  </a:cubicBezTo>
                  <a:lnTo>
                    <a:pt x="74763" y="102782"/>
                  </a:lnTo>
                  <a:cubicBezTo>
                    <a:pt x="74763" y="102782"/>
                    <a:pt x="74763" y="102782"/>
                    <a:pt x="74763" y="102782"/>
                  </a:cubicBezTo>
                  <a:cubicBezTo>
                    <a:pt x="74763" y="102782"/>
                    <a:pt x="74763" y="102782"/>
                    <a:pt x="74763" y="102782"/>
                  </a:cubicBezTo>
                  <a:cubicBezTo>
                    <a:pt x="74763" y="102782"/>
                    <a:pt x="74763" y="102782"/>
                    <a:pt x="74763" y="102782"/>
                  </a:cubicBezTo>
                  <a:lnTo>
                    <a:pt x="83708" y="117465"/>
                  </a:lnTo>
                  <a:cubicBezTo>
                    <a:pt x="86903" y="122573"/>
                    <a:pt x="93293" y="123849"/>
                    <a:pt x="98405" y="121296"/>
                  </a:cubicBezTo>
                  <a:cubicBezTo>
                    <a:pt x="103517" y="118104"/>
                    <a:pt x="104795" y="112358"/>
                    <a:pt x="102239" y="107251"/>
                  </a:cubicBezTo>
                  <a:lnTo>
                    <a:pt x="86903" y="81715"/>
                  </a:lnTo>
                  <a:cubicBezTo>
                    <a:pt x="84986" y="78523"/>
                    <a:pt x="86264" y="74693"/>
                    <a:pt x="88820" y="72777"/>
                  </a:cubicBezTo>
                  <a:cubicBezTo>
                    <a:pt x="92015" y="70862"/>
                    <a:pt x="95849" y="72139"/>
                    <a:pt x="97766" y="74693"/>
                  </a:cubicBezTo>
                  <a:lnTo>
                    <a:pt x="99683" y="78523"/>
                  </a:lnTo>
                  <a:cubicBezTo>
                    <a:pt x="99683" y="78523"/>
                    <a:pt x="100322" y="79161"/>
                    <a:pt x="100322" y="79161"/>
                  </a:cubicBezTo>
                  <a:lnTo>
                    <a:pt x="112463" y="100229"/>
                  </a:lnTo>
                  <a:cubicBezTo>
                    <a:pt x="112463" y="100229"/>
                    <a:pt x="112463" y="100229"/>
                    <a:pt x="112463" y="100867"/>
                  </a:cubicBezTo>
                  <a:lnTo>
                    <a:pt x="121409" y="115550"/>
                  </a:lnTo>
                  <a:cubicBezTo>
                    <a:pt x="124604" y="120657"/>
                    <a:pt x="130994" y="122573"/>
                    <a:pt x="136106" y="119381"/>
                  </a:cubicBezTo>
                  <a:cubicBezTo>
                    <a:pt x="141857" y="116189"/>
                    <a:pt x="141217" y="109805"/>
                    <a:pt x="138662" y="105336"/>
                  </a:cubicBezTo>
                  <a:lnTo>
                    <a:pt x="113102" y="61925"/>
                  </a:lnTo>
                  <a:cubicBezTo>
                    <a:pt x="111185" y="58733"/>
                    <a:pt x="112463" y="54902"/>
                    <a:pt x="115658" y="52987"/>
                  </a:cubicBezTo>
                  <a:cubicBezTo>
                    <a:pt x="118853" y="51072"/>
                    <a:pt x="122687" y="52349"/>
                    <a:pt x="124604" y="55541"/>
                  </a:cubicBezTo>
                  <a:lnTo>
                    <a:pt x="150164" y="98952"/>
                  </a:lnTo>
                  <a:cubicBezTo>
                    <a:pt x="151442" y="101505"/>
                    <a:pt x="153997" y="102782"/>
                    <a:pt x="156553" y="104059"/>
                  </a:cubicBezTo>
                  <a:cubicBezTo>
                    <a:pt x="159110" y="104697"/>
                    <a:pt x="162305" y="104059"/>
                    <a:pt x="164222" y="102782"/>
                  </a:cubicBezTo>
                  <a:cubicBezTo>
                    <a:pt x="169333" y="99590"/>
                    <a:pt x="170612" y="93206"/>
                    <a:pt x="168056" y="88099"/>
                  </a:cubicBezTo>
                  <a:lnTo>
                    <a:pt x="137384" y="33197"/>
                  </a:lnTo>
                  <a:close/>
                </a:path>
              </a:pathLst>
            </a:custGeom>
            <a:solidFill>
              <a:srgbClr val="0076A8"/>
            </a:solidFill>
            <a:ln w="6390" cap="flat">
              <a:noFill/>
              <a:prstDash val="solid"/>
              <a:miter/>
            </a:ln>
          </p:spPr>
          <p:txBody>
            <a:bodyPr rtlCol="0" anchor="ctr"/>
            <a:lstStyle/>
            <a:p>
              <a:endParaRPr lang="en-US"/>
            </a:p>
          </p:txBody>
        </p:sp>
        <p:sp>
          <p:nvSpPr>
            <p:cNvPr id="92" name="Graphic 4">
              <a:extLst>
                <a:ext uri="{FF2B5EF4-FFF2-40B4-BE49-F238E27FC236}">
                  <a16:creationId xmlns:a16="http://schemas.microsoft.com/office/drawing/2014/main" id="{5F5F0042-108F-43AC-B044-62A7B1A87F8E}"/>
                </a:ext>
              </a:extLst>
            </p:cNvPr>
            <p:cNvSpPr/>
            <p:nvPr/>
          </p:nvSpPr>
          <p:spPr>
            <a:xfrm>
              <a:off x="7192513" y="4792617"/>
              <a:ext cx="361674" cy="361333"/>
            </a:xfrm>
            <a:custGeom>
              <a:avLst/>
              <a:gdLst>
                <a:gd name="connsiteX0" fmla="*/ 180836 w 361674"/>
                <a:gd name="connsiteY0" fmla="*/ 0 h 361333"/>
                <a:gd name="connsiteX1" fmla="*/ 0 w 361674"/>
                <a:gd name="connsiteY1" fmla="*/ 180667 h 361333"/>
                <a:gd name="connsiteX2" fmla="*/ 180836 w 361674"/>
                <a:gd name="connsiteY2" fmla="*/ 361334 h 361333"/>
                <a:gd name="connsiteX3" fmla="*/ 361670 w 361674"/>
                <a:gd name="connsiteY3" fmla="*/ 180667 h 361333"/>
                <a:gd name="connsiteX4" fmla="*/ 180836 w 361674"/>
                <a:gd name="connsiteY4" fmla="*/ 0 h 361333"/>
                <a:gd name="connsiteX5" fmla="*/ 292659 w 361674"/>
                <a:gd name="connsiteY5" fmla="*/ 222163 h 361333"/>
                <a:gd name="connsiteX6" fmla="*/ 299049 w 361674"/>
                <a:gd name="connsiteY6" fmla="*/ 228547 h 361333"/>
                <a:gd name="connsiteX7" fmla="*/ 292659 w 361674"/>
                <a:gd name="connsiteY7" fmla="*/ 234931 h 361333"/>
                <a:gd name="connsiteX8" fmla="*/ 284991 w 361674"/>
                <a:gd name="connsiteY8" fmla="*/ 234931 h 361333"/>
                <a:gd name="connsiteX9" fmla="*/ 278601 w 361674"/>
                <a:gd name="connsiteY9" fmla="*/ 228547 h 361333"/>
                <a:gd name="connsiteX10" fmla="*/ 278601 w 361674"/>
                <a:gd name="connsiteY10" fmla="*/ 218971 h 361333"/>
                <a:gd name="connsiteX11" fmla="*/ 277323 w 361674"/>
                <a:gd name="connsiteY11" fmla="*/ 218971 h 361333"/>
                <a:gd name="connsiteX12" fmla="*/ 265821 w 361674"/>
                <a:gd name="connsiteY12" fmla="*/ 218971 h 361333"/>
                <a:gd name="connsiteX13" fmla="*/ 255597 w 361674"/>
                <a:gd name="connsiteY13" fmla="*/ 245145 h 361333"/>
                <a:gd name="connsiteX14" fmla="*/ 243456 w 361674"/>
                <a:gd name="connsiteY14" fmla="*/ 248337 h 361333"/>
                <a:gd name="connsiteX15" fmla="*/ 237706 w 361674"/>
                <a:gd name="connsiteY15" fmla="*/ 247699 h 361333"/>
                <a:gd name="connsiteX16" fmla="*/ 237706 w 361674"/>
                <a:gd name="connsiteY16" fmla="*/ 247699 h 361333"/>
                <a:gd name="connsiteX17" fmla="*/ 227482 w 361674"/>
                <a:gd name="connsiteY17" fmla="*/ 261743 h 361333"/>
                <a:gd name="connsiteX18" fmla="*/ 215980 w 361674"/>
                <a:gd name="connsiteY18" fmla="*/ 264935 h 361333"/>
                <a:gd name="connsiteX19" fmla="*/ 197449 w 361674"/>
                <a:gd name="connsiteY19" fmla="*/ 255998 h 361333"/>
                <a:gd name="connsiteX20" fmla="*/ 189782 w 361674"/>
                <a:gd name="connsiteY20" fmla="*/ 263659 h 361333"/>
                <a:gd name="connsiteX21" fmla="*/ 177641 w 361674"/>
                <a:gd name="connsiteY21" fmla="*/ 266851 h 361333"/>
                <a:gd name="connsiteX22" fmla="*/ 159748 w 361674"/>
                <a:gd name="connsiteY22" fmla="*/ 258551 h 361333"/>
                <a:gd name="connsiteX23" fmla="*/ 152720 w 361674"/>
                <a:gd name="connsiteY23" fmla="*/ 264935 h 361333"/>
                <a:gd name="connsiteX24" fmla="*/ 141857 w 361674"/>
                <a:gd name="connsiteY24" fmla="*/ 268127 h 361333"/>
                <a:gd name="connsiteX25" fmla="*/ 134828 w 361674"/>
                <a:gd name="connsiteY25" fmla="*/ 266851 h 361333"/>
                <a:gd name="connsiteX26" fmla="*/ 120770 w 361674"/>
                <a:gd name="connsiteY26" fmla="*/ 255998 h 361333"/>
                <a:gd name="connsiteX27" fmla="*/ 98405 w 361674"/>
                <a:gd name="connsiteY27" fmla="*/ 218971 h 361333"/>
                <a:gd name="connsiteX28" fmla="*/ 84348 w 361674"/>
                <a:gd name="connsiteY28" fmla="*/ 218971 h 361333"/>
                <a:gd name="connsiteX29" fmla="*/ 84348 w 361674"/>
                <a:gd name="connsiteY29" fmla="*/ 228547 h 361333"/>
                <a:gd name="connsiteX30" fmla="*/ 77958 w 361674"/>
                <a:gd name="connsiteY30" fmla="*/ 234931 h 361333"/>
                <a:gd name="connsiteX31" fmla="*/ 70289 w 361674"/>
                <a:gd name="connsiteY31" fmla="*/ 234931 h 361333"/>
                <a:gd name="connsiteX32" fmla="*/ 63899 w 361674"/>
                <a:gd name="connsiteY32" fmla="*/ 228547 h 361333"/>
                <a:gd name="connsiteX33" fmla="*/ 70289 w 361674"/>
                <a:gd name="connsiteY33" fmla="*/ 222163 h 361333"/>
                <a:gd name="connsiteX34" fmla="*/ 71568 w 361674"/>
                <a:gd name="connsiteY34" fmla="*/ 222163 h 361333"/>
                <a:gd name="connsiteX35" fmla="*/ 71568 w 361674"/>
                <a:gd name="connsiteY35" fmla="*/ 107251 h 361333"/>
                <a:gd name="connsiteX36" fmla="*/ 70289 w 361674"/>
                <a:gd name="connsiteY36" fmla="*/ 107251 h 361333"/>
                <a:gd name="connsiteX37" fmla="*/ 63899 w 361674"/>
                <a:gd name="connsiteY37" fmla="*/ 100867 h 361333"/>
                <a:gd name="connsiteX38" fmla="*/ 70289 w 361674"/>
                <a:gd name="connsiteY38" fmla="*/ 94483 h 361333"/>
                <a:gd name="connsiteX39" fmla="*/ 77958 w 361674"/>
                <a:gd name="connsiteY39" fmla="*/ 94483 h 361333"/>
                <a:gd name="connsiteX40" fmla="*/ 84348 w 361674"/>
                <a:gd name="connsiteY40" fmla="*/ 100867 h 361333"/>
                <a:gd name="connsiteX41" fmla="*/ 84348 w 361674"/>
                <a:gd name="connsiteY41" fmla="*/ 118104 h 361333"/>
                <a:gd name="connsiteX42" fmla="*/ 157832 w 361674"/>
                <a:gd name="connsiteY42" fmla="*/ 118104 h 361333"/>
                <a:gd name="connsiteX43" fmla="*/ 158471 w 361674"/>
                <a:gd name="connsiteY43" fmla="*/ 118104 h 361333"/>
                <a:gd name="connsiteX44" fmla="*/ 186587 w 361674"/>
                <a:gd name="connsiteY44" fmla="*/ 102782 h 361333"/>
                <a:gd name="connsiteX45" fmla="*/ 191059 w 361674"/>
                <a:gd name="connsiteY45" fmla="*/ 102144 h 361333"/>
                <a:gd name="connsiteX46" fmla="*/ 246013 w 361674"/>
                <a:gd name="connsiteY46" fmla="*/ 118104 h 361333"/>
                <a:gd name="connsiteX47" fmla="*/ 278601 w 361674"/>
                <a:gd name="connsiteY47" fmla="*/ 118104 h 361333"/>
                <a:gd name="connsiteX48" fmla="*/ 278601 w 361674"/>
                <a:gd name="connsiteY48" fmla="*/ 100867 h 361333"/>
                <a:gd name="connsiteX49" fmla="*/ 284991 w 361674"/>
                <a:gd name="connsiteY49" fmla="*/ 94483 h 361333"/>
                <a:gd name="connsiteX50" fmla="*/ 292659 w 361674"/>
                <a:gd name="connsiteY50" fmla="*/ 94483 h 361333"/>
                <a:gd name="connsiteX51" fmla="*/ 299049 w 361674"/>
                <a:gd name="connsiteY51" fmla="*/ 100867 h 361333"/>
                <a:gd name="connsiteX52" fmla="*/ 292659 w 361674"/>
                <a:gd name="connsiteY52" fmla="*/ 107251 h 361333"/>
                <a:gd name="connsiteX53" fmla="*/ 291381 w 361674"/>
                <a:gd name="connsiteY53" fmla="*/ 107251 h 361333"/>
                <a:gd name="connsiteX54" fmla="*/ 291381 w 361674"/>
                <a:gd name="connsiteY54" fmla="*/ 222163 h 361333"/>
                <a:gd name="connsiteX55" fmla="*/ 292659 w 361674"/>
                <a:gd name="connsiteY55" fmla="*/ 222163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61674" h="361333">
                  <a:moveTo>
                    <a:pt x="180836" y="0"/>
                  </a:moveTo>
                  <a:cubicBezTo>
                    <a:pt x="80513" y="0"/>
                    <a:pt x="0" y="81077"/>
                    <a:pt x="0" y="180667"/>
                  </a:cubicBezTo>
                  <a:cubicBezTo>
                    <a:pt x="0" y="280895"/>
                    <a:pt x="81153" y="361334"/>
                    <a:pt x="180836" y="361334"/>
                  </a:cubicBezTo>
                  <a:cubicBezTo>
                    <a:pt x="280518" y="361334"/>
                    <a:pt x="361670" y="280257"/>
                    <a:pt x="361670" y="180667"/>
                  </a:cubicBezTo>
                  <a:cubicBezTo>
                    <a:pt x="362310" y="81077"/>
                    <a:pt x="281157" y="0"/>
                    <a:pt x="180836" y="0"/>
                  </a:cubicBezTo>
                  <a:close/>
                  <a:moveTo>
                    <a:pt x="292659" y="222163"/>
                  </a:moveTo>
                  <a:cubicBezTo>
                    <a:pt x="296493" y="222163"/>
                    <a:pt x="299049" y="224716"/>
                    <a:pt x="299049" y="228547"/>
                  </a:cubicBezTo>
                  <a:cubicBezTo>
                    <a:pt x="299049" y="232377"/>
                    <a:pt x="296493" y="234931"/>
                    <a:pt x="292659" y="234931"/>
                  </a:cubicBezTo>
                  <a:lnTo>
                    <a:pt x="284991" y="234931"/>
                  </a:lnTo>
                  <a:cubicBezTo>
                    <a:pt x="281157" y="234931"/>
                    <a:pt x="278601" y="232377"/>
                    <a:pt x="278601" y="228547"/>
                  </a:cubicBezTo>
                  <a:lnTo>
                    <a:pt x="278601" y="218971"/>
                  </a:lnTo>
                  <a:cubicBezTo>
                    <a:pt x="277962" y="218971"/>
                    <a:pt x="277323" y="218971"/>
                    <a:pt x="277323" y="218971"/>
                  </a:cubicBezTo>
                  <a:lnTo>
                    <a:pt x="265821" y="218971"/>
                  </a:lnTo>
                  <a:cubicBezTo>
                    <a:pt x="268377" y="228547"/>
                    <a:pt x="264544" y="239399"/>
                    <a:pt x="255597" y="245145"/>
                  </a:cubicBezTo>
                  <a:cubicBezTo>
                    <a:pt x="251764" y="247060"/>
                    <a:pt x="247930" y="248337"/>
                    <a:pt x="243456" y="248337"/>
                  </a:cubicBezTo>
                  <a:cubicBezTo>
                    <a:pt x="241540" y="248337"/>
                    <a:pt x="239623" y="248337"/>
                    <a:pt x="237706" y="247699"/>
                  </a:cubicBezTo>
                  <a:cubicBezTo>
                    <a:pt x="237706" y="247699"/>
                    <a:pt x="237706" y="247699"/>
                    <a:pt x="237706" y="247699"/>
                  </a:cubicBezTo>
                  <a:cubicBezTo>
                    <a:pt x="236428" y="253444"/>
                    <a:pt x="233233" y="258551"/>
                    <a:pt x="227482" y="261743"/>
                  </a:cubicBezTo>
                  <a:cubicBezTo>
                    <a:pt x="223648" y="263659"/>
                    <a:pt x="219814" y="264935"/>
                    <a:pt x="215980" y="264935"/>
                  </a:cubicBezTo>
                  <a:cubicBezTo>
                    <a:pt x="208951" y="264935"/>
                    <a:pt x="201922" y="261743"/>
                    <a:pt x="197449" y="255998"/>
                  </a:cubicBezTo>
                  <a:cubicBezTo>
                    <a:pt x="195532" y="259190"/>
                    <a:pt x="192977" y="261743"/>
                    <a:pt x="189782" y="263659"/>
                  </a:cubicBezTo>
                  <a:cubicBezTo>
                    <a:pt x="185947" y="265574"/>
                    <a:pt x="182113" y="266851"/>
                    <a:pt x="177641" y="266851"/>
                  </a:cubicBezTo>
                  <a:cubicBezTo>
                    <a:pt x="170612" y="266851"/>
                    <a:pt x="164222" y="263659"/>
                    <a:pt x="159748" y="258551"/>
                  </a:cubicBezTo>
                  <a:cubicBezTo>
                    <a:pt x="157832" y="261105"/>
                    <a:pt x="155915" y="263020"/>
                    <a:pt x="152720" y="264935"/>
                  </a:cubicBezTo>
                  <a:cubicBezTo>
                    <a:pt x="149525" y="266851"/>
                    <a:pt x="145691" y="268127"/>
                    <a:pt x="141857" y="268127"/>
                  </a:cubicBezTo>
                  <a:cubicBezTo>
                    <a:pt x="139301" y="268127"/>
                    <a:pt x="137384" y="267489"/>
                    <a:pt x="134828" y="266851"/>
                  </a:cubicBezTo>
                  <a:cubicBezTo>
                    <a:pt x="129077" y="264935"/>
                    <a:pt x="123965" y="261105"/>
                    <a:pt x="120770" y="255998"/>
                  </a:cubicBezTo>
                  <a:lnTo>
                    <a:pt x="98405" y="218971"/>
                  </a:lnTo>
                  <a:lnTo>
                    <a:pt x="84348" y="218971"/>
                  </a:lnTo>
                  <a:lnTo>
                    <a:pt x="84348" y="228547"/>
                  </a:lnTo>
                  <a:cubicBezTo>
                    <a:pt x="84348" y="232377"/>
                    <a:pt x="81792" y="234931"/>
                    <a:pt x="77958" y="234931"/>
                  </a:cubicBezTo>
                  <a:lnTo>
                    <a:pt x="70289" y="234931"/>
                  </a:lnTo>
                  <a:cubicBezTo>
                    <a:pt x="66456" y="234931"/>
                    <a:pt x="63899" y="232377"/>
                    <a:pt x="63899" y="228547"/>
                  </a:cubicBezTo>
                  <a:cubicBezTo>
                    <a:pt x="63899" y="224716"/>
                    <a:pt x="66456" y="222163"/>
                    <a:pt x="70289" y="222163"/>
                  </a:cubicBezTo>
                  <a:lnTo>
                    <a:pt x="71568" y="222163"/>
                  </a:lnTo>
                  <a:lnTo>
                    <a:pt x="71568" y="107251"/>
                  </a:lnTo>
                  <a:lnTo>
                    <a:pt x="70289" y="107251"/>
                  </a:lnTo>
                  <a:cubicBezTo>
                    <a:pt x="66456" y="107251"/>
                    <a:pt x="63899" y="104697"/>
                    <a:pt x="63899" y="100867"/>
                  </a:cubicBezTo>
                  <a:cubicBezTo>
                    <a:pt x="63899" y="97037"/>
                    <a:pt x="66456" y="94483"/>
                    <a:pt x="70289" y="94483"/>
                  </a:cubicBezTo>
                  <a:lnTo>
                    <a:pt x="77958" y="94483"/>
                  </a:lnTo>
                  <a:cubicBezTo>
                    <a:pt x="81792" y="94483"/>
                    <a:pt x="84348" y="97037"/>
                    <a:pt x="84348" y="100867"/>
                  </a:cubicBezTo>
                  <a:lnTo>
                    <a:pt x="84348" y="118104"/>
                  </a:lnTo>
                  <a:lnTo>
                    <a:pt x="157832" y="118104"/>
                  </a:lnTo>
                  <a:cubicBezTo>
                    <a:pt x="157832" y="118104"/>
                    <a:pt x="158471" y="118104"/>
                    <a:pt x="158471" y="118104"/>
                  </a:cubicBezTo>
                  <a:lnTo>
                    <a:pt x="186587" y="102782"/>
                  </a:lnTo>
                  <a:cubicBezTo>
                    <a:pt x="187864" y="102144"/>
                    <a:pt x="189782" y="101505"/>
                    <a:pt x="191059" y="102144"/>
                  </a:cubicBezTo>
                  <a:lnTo>
                    <a:pt x="246013" y="118104"/>
                  </a:lnTo>
                  <a:lnTo>
                    <a:pt x="278601" y="118104"/>
                  </a:lnTo>
                  <a:lnTo>
                    <a:pt x="278601" y="100867"/>
                  </a:lnTo>
                  <a:cubicBezTo>
                    <a:pt x="278601" y="97037"/>
                    <a:pt x="281157" y="94483"/>
                    <a:pt x="284991" y="94483"/>
                  </a:cubicBezTo>
                  <a:lnTo>
                    <a:pt x="292659" y="94483"/>
                  </a:lnTo>
                  <a:cubicBezTo>
                    <a:pt x="296493" y="94483"/>
                    <a:pt x="299049" y="97037"/>
                    <a:pt x="299049" y="100867"/>
                  </a:cubicBezTo>
                  <a:cubicBezTo>
                    <a:pt x="299049" y="104697"/>
                    <a:pt x="296493" y="107251"/>
                    <a:pt x="292659" y="107251"/>
                  </a:cubicBezTo>
                  <a:lnTo>
                    <a:pt x="291381" y="107251"/>
                  </a:lnTo>
                  <a:lnTo>
                    <a:pt x="291381" y="222163"/>
                  </a:lnTo>
                  <a:lnTo>
                    <a:pt x="292659" y="222163"/>
                  </a:lnTo>
                  <a:close/>
                </a:path>
              </a:pathLst>
            </a:custGeom>
            <a:solidFill>
              <a:srgbClr val="0076A8"/>
            </a:solidFill>
            <a:ln w="6390" cap="flat">
              <a:noFill/>
              <a:prstDash val="solid"/>
              <a:miter/>
            </a:ln>
          </p:spPr>
          <p:txBody>
            <a:bodyPr rtlCol="0" anchor="ctr"/>
            <a:lstStyle/>
            <a:p>
              <a:endParaRPr lang="en-US"/>
            </a:p>
          </p:txBody>
        </p:sp>
      </p:grpSp>
      <p:sp>
        <p:nvSpPr>
          <p:cNvPr id="71" name="Text Placeholder 1">
            <a:extLst>
              <a:ext uri="{FF2B5EF4-FFF2-40B4-BE49-F238E27FC236}">
                <a16:creationId xmlns:a16="http://schemas.microsoft.com/office/drawing/2014/main" id="{AD05B8AD-977C-4245-BA56-BA387D5706CA}"/>
              </a:ext>
            </a:extLst>
          </p:cNvPr>
          <p:cNvSpPr>
            <a:spLocks noGrp="1"/>
          </p:cNvSpPr>
          <p:nvPr>
            <p:ph type="body" sz="quarter" idx="13"/>
          </p:nvPr>
        </p:nvSpPr>
        <p:spPr>
          <a:xfrm>
            <a:off x="501650" y="651600"/>
            <a:ext cx="11188700" cy="757255"/>
          </a:xfrm>
        </p:spPr>
        <p:txBody>
          <a:bodyPr/>
          <a:lstStyle/>
          <a:p>
            <a:pPr algn="just"/>
            <a:r>
              <a:rPr lang="en-US" sz="1800" dirty="0"/>
              <a:t>To better understand the working of different departments, we would need the support of DPL with the Required Data and Documents. </a:t>
            </a:r>
          </a:p>
        </p:txBody>
      </p:sp>
    </p:spTree>
    <p:extLst>
      <p:ext uri="{BB962C8B-B14F-4D97-AF65-F5344CB8AC3E}">
        <p14:creationId xmlns:p14="http://schemas.microsoft.com/office/powerpoint/2010/main" val="521688136"/>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4294967295"/>
          </p:nvPr>
        </p:nvSpPr>
        <p:spPr>
          <a:xfrm>
            <a:off x="437744" y="4102100"/>
            <a:ext cx="11177081" cy="2197100"/>
          </a:xfrm>
        </p:spPr>
        <p:txBody>
          <a:bodyPr anchor="b">
            <a:noAutofit/>
          </a:bodyPr>
          <a:lstStyle/>
          <a:p>
            <a:pPr algn="just">
              <a:spcAft>
                <a:spcPts val="600"/>
              </a:spcAft>
            </a:pPr>
            <a:r>
              <a:rPr lang="en-US" sz="1000" b="1" dirty="0">
                <a:solidFill>
                  <a:schemeClr val="bg1"/>
                </a:solidFill>
              </a:rPr>
              <a:t>Deloitte</a:t>
            </a:r>
            <a:r>
              <a:rPr lang="en-US" sz="1000" dirty="0">
                <a:solidFill>
                  <a:schemeClr val="bg1"/>
                </a:solidFill>
              </a:rPr>
              <a:t>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algn="just">
              <a:spcAft>
                <a:spcPts val="600"/>
              </a:spcAft>
            </a:pPr>
            <a:r>
              <a:rPr lang="en-US" sz="1000" dirty="0">
                <a:solidFill>
                  <a:schemeClr val="bg1"/>
                </a:solidFill>
              </a:rPr>
              <a:t>This material has been prepared by Deloitte Touche Tohmatsu India LLP (“DTTI LLP”), a member of Deloitte Touche Tohmatsu Limited, on a specific request from you and contains proprietary and confidential information. This material may contain information sourced from publicly available information or other third -party sources. DTTI 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algn="just">
              <a:spcAft>
                <a:spcPts val="600"/>
              </a:spcAft>
            </a:pPr>
            <a:r>
              <a:rPr lang="en-US" sz="1000" dirty="0">
                <a:solidFill>
                  <a:schemeClr val="bg1"/>
                </a:solidFill>
              </a:rPr>
              <a:t>Nothing in this material creates any contractual relationship between DTT ILLP and you. Any mutually binding legal obligations or rights may only be created between you and DTTI LLP upon execution of a legally binding contract. By using this material and any information contained in it, the user accepts this entire notice and terms of use.</a:t>
            </a:r>
          </a:p>
          <a:p>
            <a:pPr algn="just">
              <a:spcAft>
                <a:spcPts val="600"/>
              </a:spcAft>
            </a:pPr>
            <a:r>
              <a:rPr lang="en-US" sz="1000" dirty="0">
                <a:solidFill>
                  <a:schemeClr val="bg1"/>
                </a:solidFill>
              </a:rPr>
              <a:t>©2022 Deloitte Touche Tohmatsu India LLP. Member of Deloitte Touche Tohmatsu Limited</a:t>
            </a:r>
          </a:p>
          <a:p>
            <a:pPr algn="just">
              <a:spcAft>
                <a:spcPts val="600"/>
              </a:spcAft>
            </a:pPr>
            <a:r>
              <a:rPr lang="en-US" sz="1000" dirty="0">
                <a:solidFill>
                  <a:schemeClr val="bg1"/>
                </a:solidFill>
              </a:rPr>
              <a:t>Deloitte Touche Tohmatsu India Private Limited (U74140MH199 5PTC093339), a private company limited by shares, was converted into Deloitte Touche Tohmatsu India LLP, a limited liability partnership (LLP Identification No. AAE-8458),with effect from October 1, 2015.</a:t>
            </a:r>
          </a:p>
        </p:txBody>
      </p:sp>
    </p:spTree>
    <p:extLst>
      <p:ext uri="{BB962C8B-B14F-4D97-AF65-F5344CB8AC3E}">
        <p14:creationId xmlns:p14="http://schemas.microsoft.com/office/powerpoint/2010/main" val="2293846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0">
            <a:extLst>
              <a:ext uri="{FF2B5EF4-FFF2-40B4-BE49-F238E27FC236}">
                <a16:creationId xmlns:a16="http://schemas.microsoft.com/office/drawing/2014/main" id="{A1CE6305-79EC-4F99-86DE-E495730343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BA1A1AFA-4908-43F3-B780-A4767A349B9F}"/>
              </a:ext>
            </a:extLst>
          </p:cNvPr>
          <p:cNvSpPr/>
          <p:nvPr/>
        </p:nvSpPr>
        <p:spPr bwMode="gray">
          <a:xfrm>
            <a:off x="-20685" y="2"/>
            <a:ext cx="12212685" cy="6857998"/>
          </a:xfrm>
          <a:prstGeom prst="rect">
            <a:avLst/>
          </a:prstGeom>
          <a:solidFill>
            <a:schemeClr val="tx1">
              <a:alpha val="87000"/>
            </a:schemeClr>
          </a:solidFill>
          <a:ln w="19050" algn="ctr">
            <a:noFill/>
            <a:miter lim="800000"/>
            <a:headEnd/>
            <a:tailEnd/>
          </a:ln>
        </p:spPr>
        <p:txBody>
          <a:bodyPr wrap="square" lIns="80615" tIns="80615" rIns="80615" bIns="80615" rtlCol="0" anchor="ct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IN" sz="1451" b="1" i="0" u="none" strike="noStrike" kern="1200" cap="none" spc="0" normalizeH="0" baseline="0" noProof="0" dirty="0">
              <a:ln>
                <a:noFill/>
              </a:ln>
              <a:solidFill>
                <a:prstClr val="white"/>
              </a:solidFill>
              <a:effectLst/>
              <a:uLnTx/>
              <a:uFillTx/>
              <a:latin typeface="Verdana"/>
              <a:ea typeface="+mn-ea"/>
              <a:cs typeface="+mn-cs"/>
            </a:endParaRPr>
          </a:p>
        </p:txBody>
      </p:sp>
      <p:sp>
        <p:nvSpPr>
          <p:cNvPr id="28" name="Rectangle 27">
            <a:extLst>
              <a:ext uri="{FF2B5EF4-FFF2-40B4-BE49-F238E27FC236}">
                <a16:creationId xmlns:a16="http://schemas.microsoft.com/office/drawing/2014/main" id="{B5B3F829-56CD-47FD-99EA-66BABD98E1B3}"/>
              </a:ext>
            </a:extLst>
          </p:cNvPr>
          <p:cNvSpPr/>
          <p:nvPr/>
        </p:nvSpPr>
        <p:spPr>
          <a:xfrm>
            <a:off x="4754892" y="5619585"/>
            <a:ext cx="2661530" cy="446597"/>
          </a:xfrm>
          <a:prstGeom prst="rect">
            <a:avLst/>
          </a:prstGeom>
        </p:spPr>
        <p:txBody>
          <a:bodyPr wrap="square" lIns="0" tIns="0" rIns="0" bIns="0">
            <a:spAutoFit/>
          </a:bodyPr>
          <a:lstStyle/>
          <a:p>
            <a:pPr marL="0" marR="0" lvl="0" indent="0" algn="l" defTabSz="945677" rtl="0" eaLnBrk="1" fontAlgn="auto" latinLnBrk="0" hangingPunct="1">
              <a:lnSpc>
                <a:spcPct val="100000"/>
              </a:lnSpc>
              <a:spcBef>
                <a:spcPts val="0"/>
              </a:spcBef>
              <a:spcAft>
                <a:spcPts val="0"/>
              </a:spcAft>
              <a:buClrTx/>
              <a:buSzTx/>
              <a:buFontTx/>
              <a:buNone/>
              <a:tabLst/>
              <a:defRPr/>
            </a:pPr>
            <a:r>
              <a:rPr kumimoji="0" lang="en-AU" sz="2902" b="0" i="0" u="none" strike="noStrike" kern="1200" cap="none" spc="600" normalizeH="0" baseline="0" noProof="0" dirty="0">
                <a:ln>
                  <a:noFill/>
                </a:ln>
                <a:solidFill>
                  <a:prstClr val="white"/>
                </a:solidFill>
                <a:effectLst/>
                <a:uLnTx/>
                <a:uFillTx/>
                <a:latin typeface="Verdana"/>
                <a:ea typeface="+mn-ea"/>
                <a:cs typeface="+mn-cs"/>
              </a:rPr>
              <a:t>ANNEXURE </a:t>
            </a:r>
            <a:endParaRPr kumimoji="0" lang="en-IN" sz="2902" b="0" i="0" u="none" strike="noStrike" kern="1200" cap="none" spc="600" normalizeH="0" baseline="0" noProof="0" dirty="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3162032172"/>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0A54A5B-6898-4D19-A56E-5A85C5E9F598}"/>
              </a:ext>
            </a:extLst>
          </p:cNvPr>
          <p:cNvGraphicFramePr>
            <a:graphicFrameLocks noChangeAspect="1"/>
          </p:cNvGraphicFramePr>
          <p:nvPr>
            <p:custDataLst>
              <p:tags r:id="rId1"/>
            </p:custDataLst>
            <p:extLst>
              <p:ext uri="{D42A27DB-BD31-4B8C-83A1-F6EECF244321}">
                <p14:modId xmlns:p14="http://schemas.microsoft.com/office/powerpoint/2010/main" val="39970737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6" name="Object 5" hidden="1">
                        <a:extLst>
                          <a:ext uri="{FF2B5EF4-FFF2-40B4-BE49-F238E27FC236}">
                            <a16:creationId xmlns:a16="http://schemas.microsoft.com/office/drawing/2014/main" id="{40A54A5B-6898-4D19-A56E-5A85C5E9F59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6C1B9A7E-A96E-49BB-9F86-B04BADC8F3F8}"/>
              </a:ext>
            </a:extLst>
          </p:cNvPr>
          <p:cNvSpPr/>
          <p:nvPr>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algn="ctr">
              <a:lnSpc>
                <a:spcPct val="106000"/>
              </a:lnSpc>
            </a:pPr>
            <a:endParaRPr lang="en-US" sz="2100" dirty="0">
              <a:solidFill>
                <a:schemeClr val="bg1"/>
              </a:solidFill>
              <a:latin typeface="Calibri" panose="020F0502020204030204" pitchFamily="34" charset="0"/>
              <a:ea typeface="+mj-ea"/>
              <a:cs typeface="Calibri Light" panose="020F0302020204030204" pitchFamily="34" charset="0"/>
              <a:sym typeface="Calibri" panose="020F0502020204030204" pitchFamily="34" charset="0"/>
            </a:endParaRPr>
          </a:p>
        </p:txBody>
      </p:sp>
      <p:sp>
        <p:nvSpPr>
          <p:cNvPr id="2" name="Text Placeholder 1">
            <a:extLst>
              <a:ext uri="{FF2B5EF4-FFF2-40B4-BE49-F238E27FC236}">
                <a16:creationId xmlns:a16="http://schemas.microsoft.com/office/drawing/2014/main" id="{98E80031-8172-46EF-A09D-515BC7C7E4DD}"/>
              </a:ext>
            </a:extLst>
          </p:cNvPr>
          <p:cNvSpPr>
            <a:spLocks noGrp="1"/>
          </p:cNvSpPr>
          <p:nvPr>
            <p:ph type="body" sz="quarter" idx="13"/>
          </p:nvPr>
        </p:nvSpPr>
        <p:spPr/>
        <p:txBody>
          <a:bodyPr/>
          <a:lstStyle/>
          <a:p>
            <a:pPr algn="just"/>
            <a:r>
              <a:rPr lang="en-US" sz="1800" dirty="0">
                <a:solidFill>
                  <a:srgbClr val="575757"/>
                </a:solidFill>
                <a:latin typeface="+mn-lt"/>
              </a:rPr>
              <a:t>As part of structured approach, we look forward to discuss identified set of core and subprocesses for each module with concerned DPL stakeholders </a:t>
            </a:r>
          </a:p>
          <a:p>
            <a:endParaRPr lang="en-IN" dirty="0"/>
          </a:p>
        </p:txBody>
      </p:sp>
      <p:sp>
        <p:nvSpPr>
          <p:cNvPr id="3" name="Title 2">
            <a:extLst>
              <a:ext uri="{FF2B5EF4-FFF2-40B4-BE49-F238E27FC236}">
                <a16:creationId xmlns:a16="http://schemas.microsoft.com/office/drawing/2014/main" id="{498839CE-6022-4903-85B8-3EB71AB5FE23}"/>
              </a:ext>
            </a:extLst>
          </p:cNvPr>
          <p:cNvSpPr>
            <a:spLocks noGrp="1"/>
          </p:cNvSpPr>
          <p:nvPr>
            <p:ph type="title"/>
          </p:nvPr>
        </p:nvSpPr>
        <p:spPr/>
        <p:txBody>
          <a:bodyPr vert="horz"/>
          <a:lstStyle/>
          <a:p>
            <a:r>
              <a:rPr lang="en-US" dirty="0"/>
              <a:t>Identified List of Core &amp; Subprocesses (1/3)</a:t>
            </a:r>
            <a:endParaRPr lang="en-IN" dirty="0"/>
          </a:p>
        </p:txBody>
      </p:sp>
      <p:sp>
        <p:nvSpPr>
          <p:cNvPr id="28" name="Freeform 1126">
            <a:extLst>
              <a:ext uri="{FF2B5EF4-FFF2-40B4-BE49-F238E27FC236}">
                <a16:creationId xmlns:a16="http://schemas.microsoft.com/office/drawing/2014/main" id="{E79E1C82-C6E2-4527-9BA4-C628CACEB4BB}"/>
              </a:ext>
            </a:extLst>
          </p:cNvPr>
          <p:cNvSpPr>
            <a:spLocks/>
          </p:cNvSpPr>
          <p:nvPr/>
        </p:nvSpPr>
        <p:spPr bwMode="auto">
          <a:xfrm flipH="1">
            <a:off x="806086" y="1559654"/>
            <a:ext cx="10773616" cy="465791"/>
          </a:xfrm>
          <a:prstGeom prst="roundRect">
            <a:avLst>
              <a:gd name="adj" fmla="val 10209"/>
            </a:avLst>
          </a:prstGeom>
          <a:solidFill>
            <a:srgbClr val="43B02A"/>
          </a:solidFill>
          <a:ln w="25400">
            <a:noFill/>
          </a:ln>
        </p:spPr>
        <p:txBody>
          <a:bodyPr lIns="540000" anchor="ctr"/>
          <a:lstStyle/>
          <a:p>
            <a:r>
              <a:rPr lang="en-US" altLang="zh-CN" sz="1200" b="1" dirty="0">
                <a:solidFill>
                  <a:srgbClr val="FFFFFF"/>
                </a:solidFill>
                <a:latin typeface="Verdana" panose="020B0604030504040204" pitchFamily="34" charset="0"/>
                <a:ea typeface="Verdana" panose="020B0604030504040204" pitchFamily="34" charset="0"/>
                <a:cs typeface="Verdana" panose="020B0604030504040204" pitchFamily="34" charset="0"/>
              </a:rPr>
              <a:t>Financial Accounting and Management</a:t>
            </a:r>
          </a:p>
        </p:txBody>
      </p:sp>
      <p:sp>
        <p:nvSpPr>
          <p:cNvPr id="29" name="Oval 28">
            <a:extLst>
              <a:ext uri="{FF2B5EF4-FFF2-40B4-BE49-F238E27FC236}">
                <a16:creationId xmlns:a16="http://schemas.microsoft.com/office/drawing/2014/main" id="{53CDED95-6514-4316-885D-AA38ADED4E8A}"/>
              </a:ext>
            </a:extLst>
          </p:cNvPr>
          <p:cNvSpPr/>
          <p:nvPr/>
        </p:nvSpPr>
        <p:spPr bwMode="gray">
          <a:xfrm>
            <a:off x="424653" y="1178214"/>
            <a:ext cx="782525" cy="782525"/>
          </a:xfrm>
          <a:prstGeom prst="ellipse">
            <a:avLst/>
          </a:prstGeom>
          <a:solidFill>
            <a:srgbClr val="FFFFFF"/>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dirty="0">
              <a:solidFill>
                <a:schemeClr val="bg1"/>
              </a:solidFill>
            </a:endParaRPr>
          </a:p>
        </p:txBody>
      </p:sp>
      <p:grpSp>
        <p:nvGrpSpPr>
          <p:cNvPr id="30" name="Group 112">
            <a:extLst>
              <a:ext uri="{FF2B5EF4-FFF2-40B4-BE49-F238E27FC236}">
                <a16:creationId xmlns:a16="http://schemas.microsoft.com/office/drawing/2014/main" id="{77406458-F667-4033-A825-8547433737FC}"/>
              </a:ext>
            </a:extLst>
          </p:cNvPr>
          <p:cNvGrpSpPr>
            <a:grpSpLocks noChangeAspect="1"/>
          </p:cNvGrpSpPr>
          <p:nvPr/>
        </p:nvGrpSpPr>
        <p:grpSpPr bwMode="auto">
          <a:xfrm>
            <a:off x="489359" y="1242920"/>
            <a:ext cx="653113" cy="653113"/>
            <a:chOff x="1157" y="393"/>
            <a:chExt cx="340" cy="340"/>
          </a:xfrm>
          <a:solidFill>
            <a:srgbClr val="43B02A"/>
          </a:solidFill>
        </p:grpSpPr>
        <p:sp>
          <p:nvSpPr>
            <p:cNvPr id="31" name="Freeform 113">
              <a:extLst>
                <a:ext uri="{FF2B5EF4-FFF2-40B4-BE49-F238E27FC236}">
                  <a16:creationId xmlns:a16="http://schemas.microsoft.com/office/drawing/2014/main" id="{4B40C521-11B9-4CB5-868C-AEFA7E6CC896}"/>
                </a:ext>
              </a:extLst>
            </p:cNvPr>
            <p:cNvSpPr>
              <a:spLocks noEditPoints="1"/>
            </p:cNvSpPr>
            <p:nvPr/>
          </p:nvSpPr>
          <p:spPr bwMode="auto">
            <a:xfrm>
              <a:off x="1157" y="393"/>
              <a:ext cx="340" cy="340"/>
            </a:xfrm>
            <a:custGeom>
              <a:avLst/>
              <a:gdLst>
                <a:gd name="T0" fmla="*/ 256 w 512"/>
                <a:gd name="T1" fmla="*/ 22 h 512"/>
                <a:gd name="T2" fmla="*/ 491 w 512"/>
                <a:gd name="T3" fmla="*/ 256 h 512"/>
                <a:gd name="T4" fmla="*/ 256 w 512"/>
                <a:gd name="T5" fmla="*/ 491 h 512"/>
                <a:gd name="T6" fmla="*/ 21 w 512"/>
                <a:gd name="T7" fmla="*/ 256 h 512"/>
                <a:gd name="T8" fmla="*/ 256 w 512"/>
                <a:gd name="T9" fmla="*/ 22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2"/>
                  </a:moveTo>
                  <a:cubicBezTo>
                    <a:pt x="385" y="22"/>
                    <a:pt x="491" y="127"/>
                    <a:pt x="491" y="256"/>
                  </a:cubicBezTo>
                  <a:cubicBezTo>
                    <a:pt x="491" y="386"/>
                    <a:pt x="385" y="491"/>
                    <a:pt x="256" y="491"/>
                  </a:cubicBezTo>
                  <a:cubicBezTo>
                    <a:pt x="127" y="491"/>
                    <a:pt x="21" y="386"/>
                    <a:pt x="21" y="256"/>
                  </a:cubicBezTo>
                  <a:cubicBezTo>
                    <a:pt x="21" y="127"/>
                    <a:pt x="127" y="22"/>
                    <a:pt x="256" y="22"/>
                  </a:cubicBezTo>
                  <a:moveTo>
                    <a:pt x="256" y="0"/>
                  </a:moveTo>
                  <a:cubicBezTo>
                    <a:pt x="115" y="0"/>
                    <a:pt x="0" y="115"/>
                    <a:pt x="0" y="256"/>
                  </a:cubicBezTo>
                  <a:cubicBezTo>
                    <a:pt x="0" y="398"/>
                    <a:pt x="115" y="512"/>
                    <a:pt x="256" y="512"/>
                  </a:cubicBezTo>
                  <a:cubicBezTo>
                    <a:pt x="397" y="512"/>
                    <a:pt x="512" y="398"/>
                    <a:pt x="512" y="256"/>
                  </a:cubicBezTo>
                  <a:cubicBezTo>
                    <a:pt x="512" y="115"/>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00">
                <a:latin typeface="华文细黑" panose="02010600040101010101" pitchFamily="2" charset="-122"/>
                <a:ea typeface="华文细黑" panose="02010600040101010101" pitchFamily="2" charset="-122"/>
              </a:endParaRPr>
            </a:p>
          </p:txBody>
        </p:sp>
        <p:sp>
          <p:nvSpPr>
            <p:cNvPr id="32" name="Freeform 114">
              <a:extLst>
                <a:ext uri="{FF2B5EF4-FFF2-40B4-BE49-F238E27FC236}">
                  <a16:creationId xmlns:a16="http://schemas.microsoft.com/office/drawing/2014/main" id="{4A8AE223-8A20-4B70-9B03-8C2063F2788B}"/>
                </a:ext>
              </a:extLst>
            </p:cNvPr>
            <p:cNvSpPr>
              <a:spLocks noEditPoints="1"/>
            </p:cNvSpPr>
            <p:nvPr/>
          </p:nvSpPr>
          <p:spPr bwMode="auto">
            <a:xfrm>
              <a:off x="1221" y="457"/>
              <a:ext cx="212" cy="177"/>
            </a:xfrm>
            <a:custGeom>
              <a:avLst/>
              <a:gdLst>
                <a:gd name="T0" fmla="*/ 288 w 320"/>
                <a:gd name="T1" fmla="*/ 203 h 267"/>
                <a:gd name="T2" fmla="*/ 277 w 320"/>
                <a:gd name="T3" fmla="*/ 128 h 267"/>
                <a:gd name="T4" fmla="*/ 171 w 320"/>
                <a:gd name="T5" fmla="*/ 75 h 267"/>
                <a:gd name="T6" fmla="*/ 203 w 320"/>
                <a:gd name="T7" fmla="*/ 64 h 267"/>
                <a:gd name="T8" fmla="*/ 192 w 320"/>
                <a:gd name="T9" fmla="*/ 0 h 267"/>
                <a:gd name="T10" fmla="*/ 117 w 320"/>
                <a:gd name="T11" fmla="*/ 11 h 267"/>
                <a:gd name="T12" fmla="*/ 128 w 320"/>
                <a:gd name="T13" fmla="*/ 75 h 267"/>
                <a:gd name="T14" fmla="*/ 149 w 320"/>
                <a:gd name="T15" fmla="*/ 128 h 267"/>
                <a:gd name="T16" fmla="*/ 32 w 320"/>
                <a:gd name="T17" fmla="*/ 139 h 267"/>
                <a:gd name="T18" fmla="*/ 11 w 320"/>
                <a:gd name="T19" fmla="*/ 203 h 267"/>
                <a:gd name="T20" fmla="*/ 0 w 320"/>
                <a:gd name="T21" fmla="*/ 256 h 267"/>
                <a:gd name="T22" fmla="*/ 75 w 320"/>
                <a:gd name="T23" fmla="*/ 267 h 267"/>
                <a:gd name="T24" fmla="*/ 85 w 320"/>
                <a:gd name="T25" fmla="*/ 214 h 267"/>
                <a:gd name="T26" fmla="*/ 53 w 320"/>
                <a:gd name="T27" fmla="*/ 203 h 267"/>
                <a:gd name="T28" fmla="*/ 149 w 320"/>
                <a:gd name="T29" fmla="*/ 150 h 267"/>
                <a:gd name="T30" fmla="*/ 128 w 320"/>
                <a:gd name="T31" fmla="*/ 203 h 267"/>
                <a:gd name="T32" fmla="*/ 117 w 320"/>
                <a:gd name="T33" fmla="*/ 256 h 267"/>
                <a:gd name="T34" fmla="*/ 192 w 320"/>
                <a:gd name="T35" fmla="*/ 267 h 267"/>
                <a:gd name="T36" fmla="*/ 203 w 320"/>
                <a:gd name="T37" fmla="*/ 214 h 267"/>
                <a:gd name="T38" fmla="*/ 171 w 320"/>
                <a:gd name="T39" fmla="*/ 203 h 267"/>
                <a:gd name="T40" fmla="*/ 267 w 320"/>
                <a:gd name="T41" fmla="*/ 150 h 267"/>
                <a:gd name="T42" fmla="*/ 245 w 320"/>
                <a:gd name="T43" fmla="*/ 203 h 267"/>
                <a:gd name="T44" fmla="*/ 235 w 320"/>
                <a:gd name="T45" fmla="*/ 256 h 267"/>
                <a:gd name="T46" fmla="*/ 309 w 320"/>
                <a:gd name="T47" fmla="*/ 267 h 267"/>
                <a:gd name="T48" fmla="*/ 320 w 320"/>
                <a:gd name="T49" fmla="*/ 214 h 267"/>
                <a:gd name="T50" fmla="*/ 139 w 320"/>
                <a:gd name="T51" fmla="*/ 22 h 267"/>
                <a:gd name="T52" fmla="*/ 181 w 320"/>
                <a:gd name="T53" fmla="*/ 54 h 267"/>
                <a:gd name="T54" fmla="*/ 139 w 320"/>
                <a:gd name="T55" fmla="*/ 22 h 267"/>
                <a:gd name="T56" fmla="*/ 21 w 320"/>
                <a:gd name="T57" fmla="*/ 246 h 267"/>
                <a:gd name="T58" fmla="*/ 64 w 320"/>
                <a:gd name="T59" fmla="*/ 224 h 267"/>
                <a:gd name="T60" fmla="*/ 181 w 320"/>
                <a:gd name="T61" fmla="*/ 246 h 267"/>
                <a:gd name="T62" fmla="*/ 139 w 320"/>
                <a:gd name="T63" fmla="*/ 224 h 267"/>
                <a:gd name="T64" fmla="*/ 181 w 320"/>
                <a:gd name="T65" fmla="*/ 246 h 267"/>
                <a:gd name="T66" fmla="*/ 256 w 320"/>
                <a:gd name="T67" fmla="*/ 246 h 267"/>
                <a:gd name="T68" fmla="*/ 299 w 320"/>
                <a:gd name="T69" fmla="*/ 224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20" h="267">
                  <a:moveTo>
                    <a:pt x="309" y="203"/>
                  </a:moveTo>
                  <a:cubicBezTo>
                    <a:pt x="288" y="203"/>
                    <a:pt x="288" y="203"/>
                    <a:pt x="288" y="203"/>
                  </a:cubicBezTo>
                  <a:cubicBezTo>
                    <a:pt x="288" y="139"/>
                    <a:pt x="288" y="139"/>
                    <a:pt x="288" y="139"/>
                  </a:cubicBezTo>
                  <a:cubicBezTo>
                    <a:pt x="288" y="133"/>
                    <a:pt x="283" y="128"/>
                    <a:pt x="277" y="128"/>
                  </a:cubicBezTo>
                  <a:cubicBezTo>
                    <a:pt x="171" y="128"/>
                    <a:pt x="171" y="128"/>
                    <a:pt x="171" y="128"/>
                  </a:cubicBezTo>
                  <a:cubicBezTo>
                    <a:pt x="171" y="75"/>
                    <a:pt x="171" y="75"/>
                    <a:pt x="171" y="75"/>
                  </a:cubicBezTo>
                  <a:cubicBezTo>
                    <a:pt x="192" y="75"/>
                    <a:pt x="192" y="75"/>
                    <a:pt x="192" y="75"/>
                  </a:cubicBezTo>
                  <a:cubicBezTo>
                    <a:pt x="198" y="75"/>
                    <a:pt x="203" y="70"/>
                    <a:pt x="203" y="64"/>
                  </a:cubicBezTo>
                  <a:cubicBezTo>
                    <a:pt x="203" y="11"/>
                    <a:pt x="203" y="11"/>
                    <a:pt x="203" y="11"/>
                  </a:cubicBezTo>
                  <a:cubicBezTo>
                    <a:pt x="203" y="5"/>
                    <a:pt x="198" y="0"/>
                    <a:pt x="192" y="0"/>
                  </a:cubicBezTo>
                  <a:cubicBezTo>
                    <a:pt x="128" y="0"/>
                    <a:pt x="128" y="0"/>
                    <a:pt x="128" y="0"/>
                  </a:cubicBezTo>
                  <a:cubicBezTo>
                    <a:pt x="122" y="0"/>
                    <a:pt x="117" y="5"/>
                    <a:pt x="117" y="11"/>
                  </a:cubicBezTo>
                  <a:cubicBezTo>
                    <a:pt x="117" y="64"/>
                    <a:pt x="117" y="64"/>
                    <a:pt x="117" y="64"/>
                  </a:cubicBezTo>
                  <a:cubicBezTo>
                    <a:pt x="117" y="70"/>
                    <a:pt x="122" y="75"/>
                    <a:pt x="128" y="75"/>
                  </a:cubicBezTo>
                  <a:cubicBezTo>
                    <a:pt x="149" y="75"/>
                    <a:pt x="149" y="75"/>
                    <a:pt x="149" y="75"/>
                  </a:cubicBezTo>
                  <a:cubicBezTo>
                    <a:pt x="149" y="128"/>
                    <a:pt x="149" y="128"/>
                    <a:pt x="149" y="128"/>
                  </a:cubicBezTo>
                  <a:cubicBezTo>
                    <a:pt x="43" y="128"/>
                    <a:pt x="43" y="128"/>
                    <a:pt x="43" y="128"/>
                  </a:cubicBezTo>
                  <a:cubicBezTo>
                    <a:pt x="37" y="128"/>
                    <a:pt x="32" y="133"/>
                    <a:pt x="32" y="139"/>
                  </a:cubicBezTo>
                  <a:cubicBezTo>
                    <a:pt x="32" y="203"/>
                    <a:pt x="32" y="203"/>
                    <a:pt x="32" y="203"/>
                  </a:cubicBezTo>
                  <a:cubicBezTo>
                    <a:pt x="11" y="203"/>
                    <a:pt x="11" y="203"/>
                    <a:pt x="11" y="203"/>
                  </a:cubicBezTo>
                  <a:cubicBezTo>
                    <a:pt x="5" y="203"/>
                    <a:pt x="0" y="208"/>
                    <a:pt x="0" y="214"/>
                  </a:cubicBezTo>
                  <a:cubicBezTo>
                    <a:pt x="0" y="256"/>
                    <a:pt x="0" y="256"/>
                    <a:pt x="0" y="256"/>
                  </a:cubicBezTo>
                  <a:cubicBezTo>
                    <a:pt x="0" y="262"/>
                    <a:pt x="5" y="267"/>
                    <a:pt x="11" y="267"/>
                  </a:cubicBezTo>
                  <a:cubicBezTo>
                    <a:pt x="75" y="267"/>
                    <a:pt x="75" y="267"/>
                    <a:pt x="75" y="267"/>
                  </a:cubicBezTo>
                  <a:cubicBezTo>
                    <a:pt x="81" y="267"/>
                    <a:pt x="85" y="262"/>
                    <a:pt x="85" y="256"/>
                  </a:cubicBezTo>
                  <a:cubicBezTo>
                    <a:pt x="85" y="214"/>
                    <a:pt x="85" y="214"/>
                    <a:pt x="85" y="214"/>
                  </a:cubicBezTo>
                  <a:cubicBezTo>
                    <a:pt x="85" y="208"/>
                    <a:pt x="81" y="203"/>
                    <a:pt x="75" y="203"/>
                  </a:cubicBezTo>
                  <a:cubicBezTo>
                    <a:pt x="53" y="203"/>
                    <a:pt x="53" y="203"/>
                    <a:pt x="53" y="203"/>
                  </a:cubicBezTo>
                  <a:cubicBezTo>
                    <a:pt x="53" y="150"/>
                    <a:pt x="53" y="150"/>
                    <a:pt x="53" y="150"/>
                  </a:cubicBezTo>
                  <a:cubicBezTo>
                    <a:pt x="149" y="150"/>
                    <a:pt x="149" y="150"/>
                    <a:pt x="149" y="150"/>
                  </a:cubicBezTo>
                  <a:cubicBezTo>
                    <a:pt x="149" y="203"/>
                    <a:pt x="149" y="203"/>
                    <a:pt x="149" y="203"/>
                  </a:cubicBezTo>
                  <a:cubicBezTo>
                    <a:pt x="128" y="203"/>
                    <a:pt x="128" y="203"/>
                    <a:pt x="128" y="203"/>
                  </a:cubicBezTo>
                  <a:cubicBezTo>
                    <a:pt x="122" y="203"/>
                    <a:pt x="117" y="208"/>
                    <a:pt x="117" y="214"/>
                  </a:cubicBezTo>
                  <a:cubicBezTo>
                    <a:pt x="117" y="256"/>
                    <a:pt x="117" y="256"/>
                    <a:pt x="117" y="256"/>
                  </a:cubicBezTo>
                  <a:cubicBezTo>
                    <a:pt x="117" y="262"/>
                    <a:pt x="122" y="267"/>
                    <a:pt x="128" y="267"/>
                  </a:cubicBezTo>
                  <a:cubicBezTo>
                    <a:pt x="192" y="267"/>
                    <a:pt x="192" y="267"/>
                    <a:pt x="192" y="267"/>
                  </a:cubicBezTo>
                  <a:cubicBezTo>
                    <a:pt x="198" y="267"/>
                    <a:pt x="203" y="262"/>
                    <a:pt x="203" y="256"/>
                  </a:cubicBezTo>
                  <a:cubicBezTo>
                    <a:pt x="203" y="214"/>
                    <a:pt x="203" y="214"/>
                    <a:pt x="203" y="214"/>
                  </a:cubicBezTo>
                  <a:cubicBezTo>
                    <a:pt x="203" y="208"/>
                    <a:pt x="198" y="203"/>
                    <a:pt x="192" y="203"/>
                  </a:cubicBezTo>
                  <a:cubicBezTo>
                    <a:pt x="171" y="203"/>
                    <a:pt x="171" y="203"/>
                    <a:pt x="171" y="203"/>
                  </a:cubicBezTo>
                  <a:cubicBezTo>
                    <a:pt x="171" y="150"/>
                    <a:pt x="171" y="150"/>
                    <a:pt x="171" y="150"/>
                  </a:cubicBezTo>
                  <a:cubicBezTo>
                    <a:pt x="267" y="150"/>
                    <a:pt x="267" y="150"/>
                    <a:pt x="267" y="150"/>
                  </a:cubicBezTo>
                  <a:cubicBezTo>
                    <a:pt x="267" y="203"/>
                    <a:pt x="267" y="203"/>
                    <a:pt x="267" y="203"/>
                  </a:cubicBezTo>
                  <a:cubicBezTo>
                    <a:pt x="245" y="203"/>
                    <a:pt x="245" y="203"/>
                    <a:pt x="245" y="203"/>
                  </a:cubicBezTo>
                  <a:cubicBezTo>
                    <a:pt x="239" y="203"/>
                    <a:pt x="235" y="208"/>
                    <a:pt x="235" y="214"/>
                  </a:cubicBezTo>
                  <a:cubicBezTo>
                    <a:pt x="235" y="256"/>
                    <a:pt x="235" y="256"/>
                    <a:pt x="235" y="256"/>
                  </a:cubicBezTo>
                  <a:cubicBezTo>
                    <a:pt x="235" y="262"/>
                    <a:pt x="239" y="267"/>
                    <a:pt x="245" y="267"/>
                  </a:cubicBezTo>
                  <a:cubicBezTo>
                    <a:pt x="309" y="267"/>
                    <a:pt x="309" y="267"/>
                    <a:pt x="309" y="267"/>
                  </a:cubicBezTo>
                  <a:cubicBezTo>
                    <a:pt x="315" y="267"/>
                    <a:pt x="320" y="262"/>
                    <a:pt x="320" y="256"/>
                  </a:cubicBezTo>
                  <a:cubicBezTo>
                    <a:pt x="320" y="214"/>
                    <a:pt x="320" y="214"/>
                    <a:pt x="320" y="214"/>
                  </a:cubicBezTo>
                  <a:cubicBezTo>
                    <a:pt x="320" y="208"/>
                    <a:pt x="315" y="203"/>
                    <a:pt x="309" y="203"/>
                  </a:cubicBezTo>
                  <a:close/>
                  <a:moveTo>
                    <a:pt x="139" y="22"/>
                  </a:moveTo>
                  <a:cubicBezTo>
                    <a:pt x="181" y="22"/>
                    <a:pt x="181" y="22"/>
                    <a:pt x="181" y="22"/>
                  </a:cubicBezTo>
                  <a:cubicBezTo>
                    <a:pt x="181" y="54"/>
                    <a:pt x="181" y="54"/>
                    <a:pt x="181" y="54"/>
                  </a:cubicBezTo>
                  <a:cubicBezTo>
                    <a:pt x="139" y="54"/>
                    <a:pt x="139" y="54"/>
                    <a:pt x="139" y="54"/>
                  </a:cubicBezTo>
                  <a:lnTo>
                    <a:pt x="139" y="22"/>
                  </a:lnTo>
                  <a:close/>
                  <a:moveTo>
                    <a:pt x="64" y="246"/>
                  </a:moveTo>
                  <a:cubicBezTo>
                    <a:pt x="21" y="246"/>
                    <a:pt x="21" y="246"/>
                    <a:pt x="21" y="246"/>
                  </a:cubicBezTo>
                  <a:cubicBezTo>
                    <a:pt x="21" y="224"/>
                    <a:pt x="21" y="224"/>
                    <a:pt x="21" y="224"/>
                  </a:cubicBezTo>
                  <a:cubicBezTo>
                    <a:pt x="64" y="224"/>
                    <a:pt x="64" y="224"/>
                    <a:pt x="64" y="224"/>
                  </a:cubicBezTo>
                  <a:lnTo>
                    <a:pt x="64" y="246"/>
                  </a:lnTo>
                  <a:close/>
                  <a:moveTo>
                    <a:pt x="181" y="246"/>
                  </a:moveTo>
                  <a:cubicBezTo>
                    <a:pt x="139" y="246"/>
                    <a:pt x="139" y="246"/>
                    <a:pt x="139" y="246"/>
                  </a:cubicBezTo>
                  <a:cubicBezTo>
                    <a:pt x="139" y="224"/>
                    <a:pt x="139" y="224"/>
                    <a:pt x="139" y="224"/>
                  </a:cubicBezTo>
                  <a:cubicBezTo>
                    <a:pt x="181" y="224"/>
                    <a:pt x="181" y="224"/>
                    <a:pt x="181" y="224"/>
                  </a:cubicBezTo>
                  <a:lnTo>
                    <a:pt x="181" y="246"/>
                  </a:lnTo>
                  <a:close/>
                  <a:moveTo>
                    <a:pt x="299" y="246"/>
                  </a:moveTo>
                  <a:cubicBezTo>
                    <a:pt x="256" y="246"/>
                    <a:pt x="256" y="246"/>
                    <a:pt x="256" y="246"/>
                  </a:cubicBezTo>
                  <a:cubicBezTo>
                    <a:pt x="256" y="224"/>
                    <a:pt x="256" y="224"/>
                    <a:pt x="256" y="224"/>
                  </a:cubicBezTo>
                  <a:cubicBezTo>
                    <a:pt x="299" y="224"/>
                    <a:pt x="299" y="224"/>
                    <a:pt x="299" y="224"/>
                  </a:cubicBezTo>
                  <a:lnTo>
                    <a:pt x="299" y="24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00">
                <a:latin typeface="华文细黑" panose="02010600040101010101" pitchFamily="2" charset="-122"/>
                <a:ea typeface="华文细黑" panose="02010600040101010101" pitchFamily="2" charset="-122"/>
              </a:endParaRPr>
            </a:p>
          </p:txBody>
        </p:sp>
      </p:grpSp>
      <p:sp>
        <p:nvSpPr>
          <p:cNvPr id="35" name="Rectangle 34">
            <a:extLst>
              <a:ext uri="{FF2B5EF4-FFF2-40B4-BE49-F238E27FC236}">
                <a16:creationId xmlns:a16="http://schemas.microsoft.com/office/drawing/2014/main" id="{403BA477-4CC7-4DF2-8A70-C3CA88C44697}"/>
              </a:ext>
            </a:extLst>
          </p:cNvPr>
          <p:cNvSpPr/>
          <p:nvPr/>
        </p:nvSpPr>
        <p:spPr bwMode="gray">
          <a:xfrm>
            <a:off x="434482" y="2130413"/>
            <a:ext cx="3705756" cy="4431983"/>
          </a:xfrm>
          <a:prstGeom prst="rect">
            <a:avLst/>
          </a:prstGeom>
          <a:solidFill>
            <a:srgbClr val="F2F2F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37" name="TextBox 36">
            <a:extLst>
              <a:ext uri="{FF2B5EF4-FFF2-40B4-BE49-F238E27FC236}">
                <a16:creationId xmlns:a16="http://schemas.microsoft.com/office/drawing/2014/main" id="{B54357C4-B6B4-4414-A02F-7E1ECDDF9DD2}"/>
              </a:ext>
            </a:extLst>
          </p:cNvPr>
          <p:cNvSpPr txBox="1"/>
          <p:nvPr/>
        </p:nvSpPr>
        <p:spPr>
          <a:xfrm>
            <a:off x="434482" y="2130414"/>
            <a:ext cx="3395138" cy="4117089"/>
          </a:xfrm>
          <a:prstGeom prst="rect">
            <a:avLst/>
          </a:prstGeom>
          <a:noFill/>
        </p:spPr>
        <p:txBody>
          <a:bodyPr wrap="square">
            <a:spAutoFit/>
          </a:bodyPr>
          <a:lstStyle/>
          <a:p>
            <a:pPr marL="342900" marR="0" lvl="0" indent="-342900">
              <a:lnSpc>
                <a:spcPct val="107000"/>
              </a:lnSpc>
              <a:spcBef>
                <a:spcPts val="0"/>
              </a:spcBef>
              <a:spcAft>
                <a:spcPts val="0"/>
              </a:spcAft>
              <a:buFont typeface="+mj-lt"/>
              <a:buAutoNum type="arabicPeriod"/>
            </a:pPr>
            <a:r>
              <a:rPr lang="en-US" sz="1000" b="1" dirty="0">
                <a:effectLst/>
                <a:latin typeface="Verdana" panose="020B0604030504040204" pitchFamily="34" charset="0"/>
                <a:ea typeface="Calibri" panose="020F0502020204030204" pitchFamily="34" charset="0"/>
                <a:cs typeface="Times New Roman" panose="02020603050405020304" pitchFamily="18" charset="0"/>
              </a:rPr>
              <a:t>General Ledger/ Schedule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Ledger Relationships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Calendar</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Chart of Accounts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GL Account Enquiry</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GL Master Data</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GL Transaction Posting</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Inter-office transactions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Accounting Year-end Closing</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Consolidation</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Year-end Reporting</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R="0" lvl="0">
              <a:lnSpc>
                <a:spcPct val="107000"/>
              </a:lnSpc>
              <a:spcBef>
                <a:spcPts val="0"/>
              </a:spcBef>
              <a:spcAft>
                <a:spcPts val="0"/>
              </a:spcAft>
            </a:pPr>
            <a:r>
              <a:rPr lang="en-US" sz="1000" b="1" dirty="0">
                <a:effectLst/>
                <a:latin typeface="Verdana" panose="020B0604030504040204" pitchFamily="34" charset="0"/>
                <a:ea typeface="Calibri" panose="020F0502020204030204" pitchFamily="34" charset="0"/>
                <a:cs typeface="Times New Roman" panose="02020603050405020304" pitchFamily="18" charset="0"/>
              </a:rPr>
              <a:t>2.    Accounts Receivable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Integration with General Ledger</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Receivable Processing</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Incoming Payments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Dishonoured Cheque Processing</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Collateral Deposit/Bank Guarantee</a:t>
            </a:r>
            <a:endParaRPr lang="en-US" sz="1000" dirty="0">
              <a:latin typeface="Calibri" panose="020F0502020204030204" pitchFamily="34" charset="0"/>
              <a:ea typeface="Calibri" panose="020F0502020204030204" pitchFamily="34" charset="0"/>
              <a:cs typeface="Times New Roman" panose="02020603050405020304" pitchFamily="18" charset="0"/>
            </a:endParaRPr>
          </a:p>
          <a:p>
            <a:pPr marR="0" lvl="0">
              <a:lnSpc>
                <a:spcPct val="107000"/>
              </a:lnSpc>
              <a:spcBef>
                <a:spcPts val="0"/>
              </a:spcBef>
              <a:spcAft>
                <a:spcPts val="0"/>
              </a:spcAft>
            </a:pPr>
            <a:r>
              <a:rPr lang="en-US" sz="1000" b="1" dirty="0">
                <a:latin typeface="Verdana" panose="020B0604030504040204" pitchFamily="34" charset="0"/>
                <a:cs typeface="Times New Roman" panose="02020603050405020304" pitchFamily="18" charset="0"/>
              </a:rPr>
              <a:t>3.     </a:t>
            </a:r>
            <a:r>
              <a:rPr lang="en-US" sz="1000" b="1" dirty="0">
                <a:effectLst/>
                <a:latin typeface="Verdana" panose="020B0604030504040204" pitchFamily="34" charset="0"/>
                <a:ea typeface="Calibri" panose="020F0502020204030204" pitchFamily="34" charset="0"/>
                <a:cs typeface="Times New Roman" panose="02020603050405020304" pitchFamily="18" charset="0"/>
              </a:rPr>
              <a:t>Accounts Payable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Vendor Master Data</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Payable Processing</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Payment Processing</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Document Posting</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Vendor Account Enquiry</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Accounts Payable Reporting</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0" name="Rectangle 39">
            <a:extLst>
              <a:ext uri="{FF2B5EF4-FFF2-40B4-BE49-F238E27FC236}">
                <a16:creationId xmlns:a16="http://schemas.microsoft.com/office/drawing/2014/main" id="{642AAD51-BF56-4B7C-9066-82C4E5CA1867}"/>
              </a:ext>
            </a:extLst>
          </p:cNvPr>
          <p:cNvSpPr/>
          <p:nvPr/>
        </p:nvSpPr>
        <p:spPr bwMode="gray">
          <a:xfrm>
            <a:off x="4257404" y="2130414"/>
            <a:ext cx="3705756" cy="4431983"/>
          </a:xfrm>
          <a:prstGeom prst="rect">
            <a:avLst/>
          </a:prstGeom>
          <a:solidFill>
            <a:srgbClr val="F2F2F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41" name="TextBox 40">
            <a:extLst>
              <a:ext uri="{FF2B5EF4-FFF2-40B4-BE49-F238E27FC236}">
                <a16:creationId xmlns:a16="http://schemas.microsoft.com/office/drawing/2014/main" id="{9E499356-3B17-48BA-8ABA-03747159A3BA}"/>
              </a:ext>
            </a:extLst>
          </p:cNvPr>
          <p:cNvSpPr txBox="1"/>
          <p:nvPr/>
        </p:nvSpPr>
        <p:spPr>
          <a:xfrm>
            <a:off x="4267233" y="2130413"/>
            <a:ext cx="3395138" cy="4727063"/>
          </a:xfrm>
          <a:prstGeom prst="rect">
            <a:avLst/>
          </a:prstGeom>
          <a:noFill/>
        </p:spPr>
        <p:txBody>
          <a:bodyPr wrap="square">
            <a:spAutoFit/>
          </a:bodyPr>
          <a:lstStyle/>
          <a:p>
            <a:pPr marR="0" lvl="0">
              <a:lnSpc>
                <a:spcPct val="107000"/>
              </a:lnSpc>
              <a:spcBef>
                <a:spcPts val="0"/>
              </a:spcBef>
              <a:spcAft>
                <a:spcPts val="0"/>
              </a:spcAft>
            </a:pPr>
            <a:r>
              <a:rPr lang="en-US" sz="1000" b="1" dirty="0">
                <a:effectLst/>
                <a:latin typeface="Verdana" panose="020B0604030504040204" pitchFamily="34" charset="0"/>
                <a:ea typeface="Calibri" panose="020F0502020204030204" pitchFamily="34" charset="0"/>
                <a:cs typeface="Times New Roman" panose="02020603050405020304" pitchFamily="18" charset="0"/>
              </a:rPr>
              <a:t>4.     Cash Management/ Treasury</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General Function</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Cash Book</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Inter Unit Accounting</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Bank Reconciliation</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Cash Management for Collection/Plant’s Accounts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Cash Management for Payment Accounts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Cash Flow Forecast and Information Systems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Loans and Deposit Management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Inter-unit Transfer Details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Cash Management/Treasury Reporting</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R="0" lvl="0">
              <a:lnSpc>
                <a:spcPct val="107000"/>
              </a:lnSpc>
              <a:spcBef>
                <a:spcPts val="0"/>
              </a:spcBef>
              <a:spcAft>
                <a:spcPts val="0"/>
              </a:spcAft>
            </a:pPr>
            <a:r>
              <a:rPr lang="en-US" sz="1000" b="1" dirty="0">
                <a:effectLst/>
                <a:latin typeface="Verdana" panose="020B0604030504040204" pitchFamily="34" charset="0"/>
                <a:ea typeface="Calibri" panose="020F0502020204030204" pitchFamily="34" charset="0"/>
                <a:cs typeface="Times New Roman" panose="02020603050405020304" pitchFamily="18" charset="0"/>
              </a:rPr>
              <a:t>5.     Budgeting/Analysis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Budget Preparation</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Revenue/ Operating expenditure budget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Capital Expenditure Budget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Budget Control</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Budgeting Reporting</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R="0" lvl="0">
              <a:lnSpc>
                <a:spcPct val="107000"/>
              </a:lnSpc>
              <a:spcBef>
                <a:spcPts val="0"/>
              </a:spcBef>
              <a:spcAft>
                <a:spcPts val="0"/>
              </a:spcAft>
            </a:pPr>
            <a:r>
              <a:rPr lang="en-US" sz="1000" b="1" dirty="0">
                <a:effectLst/>
                <a:latin typeface="Verdana" panose="020B0604030504040204" pitchFamily="34" charset="0"/>
                <a:ea typeface="Calibri" panose="020F0502020204030204" pitchFamily="34" charset="0"/>
                <a:cs typeface="Times New Roman" panose="02020603050405020304" pitchFamily="18" charset="0"/>
              </a:rPr>
              <a:t>6.     Costing and Financial Control</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Cost Allocation - General Functions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Costing Allocations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Costing Analysis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Activity Based Costing (ABC)</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2" name="Rectangle 41">
            <a:extLst>
              <a:ext uri="{FF2B5EF4-FFF2-40B4-BE49-F238E27FC236}">
                <a16:creationId xmlns:a16="http://schemas.microsoft.com/office/drawing/2014/main" id="{525F3278-CFF0-4862-9B6C-00D4C9F43A0E}"/>
              </a:ext>
            </a:extLst>
          </p:cNvPr>
          <p:cNvSpPr/>
          <p:nvPr/>
        </p:nvSpPr>
        <p:spPr bwMode="gray">
          <a:xfrm>
            <a:off x="8090155" y="2130414"/>
            <a:ext cx="3489546" cy="4431983"/>
          </a:xfrm>
          <a:prstGeom prst="rect">
            <a:avLst/>
          </a:prstGeom>
          <a:solidFill>
            <a:srgbClr val="F2F2F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43" name="TextBox 42">
            <a:extLst>
              <a:ext uri="{FF2B5EF4-FFF2-40B4-BE49-F238E27FC236}">
                <a16:creationId xmlns:a16="http://schemas.microsoft.com/office/drawing/2014/main" id="{799C7649-8FBA-423C-B7F3-FC4A2D9A8CAF}"/>
              </a:ext>
            </a:extLst>
          </p:cNvPr>
          <p:cNvSpPr txBox="1"/>
          <p:nvPr/>
        </p:nvSpPr>
        <p:spPr>
          <a:xfrm>
            <a:off x="8099984" y="2198574"/>
            <a:ext cx="3395138" cy="281231"/>
          </a:xfrm>
          <a:prstGeom prst="rect">
            <a:avLst/>
          </a:prstGeom>
          <a:noFill/>
        </p:spPr>
        <p:txBody>
          <a:bodyPr wrap="square">
            <a:spAutoFit/>
          </a:bodyPr>
          <a:lstStyle/>
          <a:p>
            <a:pPr marL="342900" marR="0" lvl="0" indent="-342900">
              <a:lnSpc>
                <a:spcPct val="107000"/>
              </a:lnSpc>
              <a:spcBef>
                <a:spcPts val="0"/>
              </a:spcBef>
              <a:spcAft>
                <a:spcPts val="0"/>
              </a:spcAft>
              <a:buFont typeface="+mj-lt"/>
              <a:buAutoNum type="arabicPeriod"/>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8" name="TextBox 47">
            <a:extLst>
              <a:ext uri="{FF2B5EF4-FFF2-40B4-BE49-F238E27FC236}">
                <a16:creationId xmlns:a16="http://schemas.microsoft.com/office/drawing/2014/main" id="{A465EA8E-D09A-4D21-BB32-A33E2CEBAF9C}"/>
              </a:ext>
            </a:extLst>
          </p:cNvPr>
          <p:cNvSpPr txBox="1"/>
          <p:nvPr/>
        </p:nvSpPr>
        <p:spPr>
          <a:xfrm>
            <a:off x="8099984" y="2186720"/>
            <a:ext cx="3395138" cy="2547685"/>
          </a:xfrm>
          <a:prstGeom prst="rect">
            <a:avLst/>
          </a:prstGeom>
          <a:noFill/>
        </p:spPr>
        <p:txBody>
          <a:bodyPr wrap="square">
            <a:spAutoFit/>
          </a:bodyPr>
          <a:lstStyle/>
          <a:p>
            <a:pPr marL="342900" indent="-342900">
              <a:lnSpc>
                <a:spcPct val="107000"/>
              </a:lnSpc>
              <a:buFont typeface="+mj-lt"/>
              <a:buAutoNum type="arabicParenR" startAt="5"/>
            </a:pPr>
            <a:r>
              <a:rPr lang="en-US" sz="1000" dirty="0">
                <a:latin typeface="Verdana" panose="020B0604030504040204" pitchFamily="34" charset="0"/>
                <a:cs typeface="Times New Roman" panose="02020603050405020304" pitchFamily="18" charset="0"/>
              </a:rPr>
              <a:t>Manage Costing Enquiry/ Reporting</a:t>
            </a:r>
          </a:p>
          <a:p>
            <a:pPr marL="342900" indent="-342900">
              <a:lnSpc>
                <a:spcPct val="107000"/>
              </a:lnSpc>
              <a:buFont typeface="+mj-lt"/>
              <a:buAutoNum type="arabicParenR" startAt="5"/>
            </a:pPr>
            <a:r>
              <a:rPr lang="en-US" sz="1000" dirty="0">
                <a:latin typeface="Verdana" panose="020B0604030504040204" pitchFamily="34" charset="0"/>
                <a:cs typeface="Times New Roman" panose="02020603050405020304" pitchFamily="18" charset="0"/>
              </a:rPr>
              <a:t>Manage Order and Project Management - General Functions</a:t>
            </a:r>
          </a:p>
          <a:p>
            <a:pPr marL="342900" indent="-342900">
              <a:lnSpc>
                <a:spcPct val="107000"/>
              </a:lnSpc>
              <a:buFont typeface="+mj-lt"/>
              <a:buAutoNum type="arabicParenR" startAt="5"/>
            </a:pPr>
            <a:r>
              <a:rPr lang="en-US" sz="1000" dirty="0">
                <a:latin typeface="Verdana" panose="020B0604030504040204" pitchFamily="34" charset="0"/>
                <a:cs typeface="Times New Roman" panose="02020603050405020304" pitchFamily="18" charset="0"/>
              </a:rPr>
              <a:t>Manage Order and Project Management - Enquiry/ Reporting</a:t>
            </a:r>
          </a:p>
          <a:p>
            <a:pPr marL="342900" indent="-342900">
              <a:lnSpc>
                <a:spcPct val="107000"/>
              </a:lnSpc>
              <a:buFont typeface="+mj-lt"/>
              <a:buAutoNum type="arabicParenR" startAt="5"/>
            </a:pPr>
            <a:r>
              <a:rPr lang="en-US" sz="1000" dirty="0">
                <a:latin typeface="Verdana" panose="020B0604030504040204" pitchFamily="34" charset="0"/>
                <a:cs typeface="Times New Roman" panose="02020603050405020304" pitchFamily="18" charset="0"/>
              </a:rPr>
              <a:t>Manage Profitability Analysis - General Functions</a:t>
            </a:r>
          </a:p>
          <a:p>
            <a:pPr marL="342900" indent="-342900">
              <a:lnSpc>
                <a:spcPct val="107000"/>
              </a:lnSpc>
              <a:buFont typeface="+mj-lt"/>
              <a:buAutoNum type="arabicParenR" startAt="5"/>
            </a:pPr>
            <a:r>
              <a:rPr lang="en-US" sz="1000" dirty="0">
                <a:latin typeface="Verdana" panose="020B0604030504040204" pitchFamily="34" charset="0"/>
                <a:cs typeface="Times New Roman" panose="02020603050405020304" pitchFamily="18" charset="0"/>
              </a:rPr>
              <a:t>Manage Profitability Analysis – Planning</a:t>
            </a:r>
          </a:p>
          <a:p>
            <a:pPr marL="342900" indent="-342900">
              <a:lnSpc>
                <a:spcPct val="107000"/>
              </a:lnSpc>
              <a:buFont typeface="+mj-lt"/>
              <a:buAutoNum type="arabicParenR" startAt="5"/>
            </a:pPr>
            <a:r>
              <a:rPr lang="en-US" sz="1000" dirty="0">
                <a:latin typeface="Verdana" panose="020B0604030504040204" pitchFamily="34" charset="0"/>
                <a:cs typeface="Times New Roman" panose="02020603050405020304" pitchFamily="18" charset="0"/>
              </a:rPr>
              <a:t>Manage Profitability Analysis - Enquiry/ Reporting</a:t>
            </a:r>
          </a:p>
          <a:p>
            <a:pPr marL="342900" indent="-342900">
              <a:lnSpc>
                <a:spcPct val="107000"/>
              </a:lnSpc>
              <a:buFont typeface="+mj-lt"/>
              <a:buAutoNum type="arabicParenR" startAt="5"/>
            </a:pPr>
            <a:r>
              <a:rPr lang="en-US" sz="1000" dirty="0">
                <a:latin typeface="Verdana" panose="020B0604030504040204" pitchFamily="34" charset="0"/>
                <a:cs typeface="Times New Roman" panose="02020603050405020304" pitchFamily="18" charset="0"/>
              </a:rPr>
              <a:t>Manage Profit Centre Accounting – General Functions</a:t>
            </a:r>
          </a:p>
          <a:p>
            <a:pPr marL="342900" indent="-342900">
              <a:lnSpc>
                <a:spcPct val="107000"/>
              </a:lnSpc>
              <a:buFont typeface="+mj-lt"/>
              <a:buAutoNum type="arabicParenR" startAt="5"/>
            </a:pPr>
            <a:r>
              <a:rPr lang="en-US" sz="1000" dirty="0">
                <a:latin typeface="Verdana" panose="020B0604030504040204" pitchFamily="34" charset="0"/>
                <a:cs typeface="Times New Roman" panose="02020603050405020304" pitchFamily="18" charset="0"/>
              </a:rPr>
              <a:t>Manage Profit Centre Accounting – Planning</a:t>
            </a:r>
          </a:p>
          <a:p>
            <a:pPr marL="342900" indent="-342900">
              <a:lnSpc>
                <a:spcPct val="107000"/>
              </a:lnSpc>
              <a:buFont typeface="+mj-lt"/>
              <a:buAutoNum type="arabicParenR" startAt="5"/>
            </a:pPr>
            <a:r>
              <a:rPr lang="en-US" sz="1000" dirty="0">
                <a:latin typeface="Verdana" panose="020B0604030504040204" pitchFamily="34" charset="0"/>
                <a:cs typeface="Times New Roman" panose="02020603050405020304" pitchFamily="18" charset="0"/>
              </a:rPr>
              <a:t>Manage Profit Centre Accounting – Enquiry/ Reporting</a:t>
            </a:r>
          </a:p>
        </p:txBody>
      </p:sp>
      <p:sp>
        <p:nvSpPr>
          <p:cNvPr id="50" name="TextBox 49">
            <a:extLst>
              <a:ext uri="{FF2B5EF4-FFF2-40B4-BE49-F238E27FC236}">
                <a16:creationId xmlns:a16="http://schemas.microsoft.com/office/drawing/2014/main" id="{20C1997F-3CDC-4360-A934-35417DC328A5}"/>
              </a:ext>
            </a:extLst>
          </p:cNvPr>
          <p:cNvSpPr txBox="1"/>
          <p:nvPr/>
        </p:nvSpPr>
        <p:spPr>
          <a:xfrm>
            <a:off x="8090155" y="4679502"/>
            <a:ext cx="3489546" cy="1894749"/>
          </a:xfrm>
          <a:prstGeom prst="rect">
            <a:avLst/>
          </a:prstGeom>
          <a:noFill/>
        </p:spPr>
        <p:txBody>
          <a:bodyPr wrap="square">
            <a:spAutoFit/>
          </a:bodyPr>
          <a:lstStyle/>
          <a:p>
            <a:pPr marR="0" lvl="0">
              <a:lnSpc>
                <a:spcPct val="107000"/>
              </a:lnSpc>
              <a:spcBef>
                <a:spcPts val="0"/>
              </a:spcBef>
              <a:spcAft>
                <a:spcPts val="0"/>
              </a:spcAft>
            </a:pPr>
            <a:r>
              <a:rPr lang="en-US" sz="1000" b="1" dirty="0">
                <a:effectLst/>
                <a:latin typeface="Verdana" panose="020B0604030504040204" pitchFamily="34" charset="0"/>
                <a:ea typeface="Calibri" panose="020F0502020204030204" pitchFamily="34" charset="0"/>
                <a:cs typeface="Times New Roman" panose="02020603050405020304" pitchFamily="18" charset="0"/>
              </a:rPr>
              <a:t>7.     Fixed Asset Accounting</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Fixed Asset Master Data maintenance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Fixed Assets Register</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Assignment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Addition of Fixed Assets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Transfer/ Splitting of Fixed Assets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Fixed Asset Disposal/ Retirement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Depreciation of Fixed Assets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Insurance of Fixed Assets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Revaluation of Fixed Assets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Physical Inventory of Fixed asset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1" name="Rectangle 50">
            <a:extLst>
              <a:ext uri="{FF2B5EF4-FFF2-40B4-BE49-F238E27FC236}">
                <a16:creationId xmlns:a16="http://schemas.microsoft.com/office/drawing/2014/main" id="{F5ACC950-12EF-4748-A74E-84489DCAB95C}"/>
              </a:ext>
            </a:extLst>
          </p:cNvPr>
          <p:cNvSpPr/>
          <p:nvPr/>
        </p:nvSpPr>
        <p:spPr bwMode="gray">
          <a:xfrm>
            <a:off x="10101942" y="128944"/>
            <a:ext cx="1477759" cy="448661"/>
          </a:xfrm>
          <a:prstGeom prst="rect">
            <a:avLst/>
          </a:prstGeom>
          <a:solidFill>
            <a:schemeClr val="bg1"/>
          </a:solidFill>
          <a:ln w="19050" algn="ctr">
            <a:solidFill>
              <a:srgbClr val="FF0000"/>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t>ILLUSTRATIVE</a:t>
            </a:r>
          </a:p>
        </p:txBody>
      </p:sp>
    </p:spTree>
    <p:extLst>
      <p:ext uri="{BB962C8B-B14F-4D97-AF65-F5344CB8AC3E}">
        <p14:creationId xmlns:p14="http://schemas.microsoft.com/office/powerpoint/2010/main" val="3722917090"/>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0A54A5B-6898-4D19-A56E-5A85C5E9F598}"/>
              </a:ext>
            </a:extLst>
          </p:cNvPr>
          <p:cNvGraphicFramePr>
            <a:graphicFrameLocks noChangeAspect="1"/>
          </p:cNvGraphicFramePr>
          <p:nvPr>
            <p:custDataLst>
              <p:tags r:id="rId1"/>
            </p:custDataLst>
            <p:extLst>
              <p:ext uri="{D42A27DB-BD31-4B8C-83A1-F6EECF244321}">
                <p14:modId xmlns:p14="http://schemas.microsoft.com/office/powerpoint/2010/main" val="40313327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6" name="Object 5" hidden="1">
                        <a:extLst>
                          <a:ext uri="{FF2B5EF4-FFF2-40B4-BE49-F238E27FC236}">
                            <a16:creationId xmlns:a16="http://schemas.microsoft.com/office/drawing/2014/main" id="{40A54A5B-6898-4D19-A56E-5A85C5E9F59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6C1B9A7E-A96E-49BB-9F86-B04BADC8F3F8}"/>
              </a:ext>
            </a:extLst>
          </p:cNvPr>
          <p:cNvSpPr/>
          <p:nvPr>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algn="ctr">
              <a:lnSpc>
                <a:spcPct val="106000"/>
              </a:lnSpc>
            </a:pPr>
            <a:endParaRPr lang="en-US" sz="2100" dirty="0">
              <a:solidFill>
                <a:schemeClr val="bg1"/>
              </a:solidFill>
              <a:latin typeface="Calibri" panose="020F0502020204030204" pitchFamily="34" charset="0"/>
              <a:ea typeface="+mj-ea"/>
              <a:cs typeface="Calibri Light" panose="020F0302020204030204" pitchFamily="34" charset="0"/>
              <a:sym typeface="Calibri" panose="020F0502020204030204" pitchFamily="34" charset="0"/>
            </a:endParaRPr>
          </a:p>
        </p:txBody>
      </p:sp>
      <p:sp>
        <p:nvSpPr>
          <p:cNvPr id="2" name="Text Placeholder 1">
            <a:extLst>
              <a:ext uri="{FF2B5EF4-FFF2-40B4-BE49-F238E27FC236}">
                <a16:creationId xmlns:a16="http://schemas.microsoft.com/office/drawing/2014/main" id="{98E80031-8172-46EF-A09D-515BC7C7E4DD}"/>
              </a:ext>
            </a:extLst>
          </p:cNvPr>
          <p:cNvSpPr>
            <a:spLocks noGrp="1"/>
          </p:cNvSpPr>
          <p:nvPr>
            <p:ph type="body" sz="quarter" idx="13"/>
          </p:nvPr>
        </p:nvSpPr>
        <p:spPr/>
        <p:txBody>
          <a:bodyPr/>
          <a:lstStyle/>
          <a:p>
            <a:pPr algn="just"/>
            <a:r>
              <a:rPr lang="en-US" sz="1800" dirty="0">
                <a:solidFill>
                  <a:srgbClr val="575757"/>
                </a:solidFill>
                <a:latin typeface="+mn-lt"/>
              </a:rPr>
              <a:t>As part of structured approach, we look forward to discuss identified set of core and subprocesses for each module with concerned DPL stakeholders </a:t>
            </a:r>
          </a:p>
          <a:p>
            <a:endParaRPr lang="en-IN" dirty="0"/>
          </a:p>
        </p:txBody>
      </p:sp>
      <p:sp>
        <p:nvSpPr>
          <p:cNvPr id="3" name="Title 2">
            <a:extLst>
              <a:ext uri="{FF2B5EF4-FFF2-40B4-BE49-F238E27FC236}">
                <a16:creationId xmlns:a16="http://schemas.microsoft.com/office/drawing/2014/main" id="{498839CE-6022-4903-85B8-3EB71AB5FE23}"/>
              </a:ext>
            </a:extLst>
          </p:cNvPr>
          <p:cNvSpPr>
            <a:spLocks noGrp="1"/>
          </p:cNvSpPr>
          <p:nvPr>
            <p:ph type="title"/>
          </p:nvPr>
        </p:nvSpPr>
        <p:spPr/>
        <p:txBody>
          <a:bodyPr vert="horz"/>
          <a:lstStyle/>
          <a:p>
            <a:r>
              <a:rPr lang="en-US" dirty="0"/>
              <a:t>Identified List of Core &amp; Subprocesses (2/3)</a:t>
            </a:r>
            <a:endParaRPr lang="en-IN" dirty="0"/>
          </a:p>
        </p:txBody>
      </p:sp>
      <p:sp>
        <p:nvSpPr>
          <p:cNvPr id="28" name="Freeform 1126">
            <a:extLst>
              <a:ext uri="{FF2B5EF4-FFF2-40B4-BE49-F238E27FC236}">
                <a16:creationId xmlns:a16="http://schemas.microsoft.com/office/drawing/2014/main" id="{E79E1C82-C6E2-4527-9BA4-C628CACEB4BB}"/>
              </a:ext>
            </a:extLst>
          </p:cNvPr>
          <p:cNvSpPr>
            <a:spLocks/>
          </p:cNvSpPr>
          <p:nvPr/>
        </p:nvSpPr>
        <p:spPr bwMode="auto">
          <a:xfrm flipH="1">
            <a:off x="806086" y="1523558"/>
            <a:ext cx="3334152" cy="465791"/>
          </a:xfrm>
          <a:prstGeom prst="roundRect">
            <a:avLst>
              <a:gd name="adj" fmla="val 10209"/>
            </a:avLst>
          </a:prstGeom>
          <a:solidFill>
            <a:srgbClr val="43B02A"/>
          </a:solidFill>
          <a:ln w="25400">
            <a:noFill/>
          </a:ln>
        </p:spPr>
        <p:txBody>
          <a:bodyPr lIns="540000" anchor="ctr"/>
          <a:lstStyle/>
          <a:p>
            <a:r>
              <a:rPr lang="en-US" altLang="zh-CN" sz="1100" b="1" dirty="0">
                <a:solidFill>
                  <a:srgbClr val="FFFFFF"/>
                </a:solidFill>
                <a:latin typeface="Verdana" panose="020B0604030504040204" pitchFamily="34" charset="0"/>
                <a:ea typeface="Verdana" panose="020B0604030504040204" pitchFamily="34" charset="0"/>
              </a:rPr>
              <a:t>Financial Accounting and Management</a:t>
            </a:r>
          </a:p>
        </p:txBody>
      </p:sp>
      <p:sp>
        <p:nvSpPr>
          <p:cNvPr id="29" name="Oval 28">
            <a:extLst>
              <a:ext uri="{FF2B5EF4-FFF2-40B4-BE49-F238E27FC236}">
                <a16:creationId xmlns:a16="http://schemas.microsoft.com/office/drawing/2014/main" id="{53CDED95-6514-4316-885D-AA38ADED4E8A}"/>
              </a:ext>
            </a:extLst>
          </p:cNvPr>
          <p:cNvSpPr/>
          <p:nvPr/>
        </p:nvSpPr>
        <p:spPr bwMode="gray">
          <a:xfrm>
            <a:off x="424653" y="1142118"/>
            <a:ext cx="782525" cy="782525"/>
          </a:xfrm>
          <a:prstGeom prst="ellipse">
            <a:avLst/>
          </a:prstGeom>
          <a:solidFill>
            <a:srgbClr val="FFFFFF"/>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dirty="0">
              <a:solidFill>
                <a:schemeClr val="bg1"/>
              </a:solidFill>
            </a:endParaRPr>
          </a:p>
        </p:txBody>
      </p:sp>
      <p:grpSp>
        <p:nvGrpSpPr>
          <p:cNvPr id="30" name="Group 112">
            <a:extLst>
              <a:ext uri="{FF2B5EF4-FFF2-40B4-BE49-F238E27FC236}">
                <a16:creationId xmlns:a16="http://schemas.microsoft.com/office/drawing/2014/main" id="{77406458-F667-4033-A825-8547433737FC}"/>
              </a:ext>
            </a:extLst>
          </p:cNvPr>
          <p:cNvGrpSpPr>
            <a:grpSpLocks noChangeAspect="1"/>
          </p:cNvGrpSpPr>
          <p:nvPr/>
        </p:nvGrpSpPr>
        <p:grpSpPr bwMode="auto">
          <a:xfrm>
            <a:off x="489359" y="1206824"/>
            <a:ext cx="653113" cy="653113"/>
            <a:chOff x="1157" y="393"/>
            <a:chExt cx="340" cy="340"/>
          </a:xfrm>
          <a:solidFill>
            <a:srgbClr val="43B02A"/>
          </a:solidFill>
        </p:grpSpPr>
        <p:sp>
          <p:nvSpPr>
            <p:cNvPr id="31" name="Freeform 113">
              <a:extLst>
                <a:ext uri="{FF2B5EF4-FFF2-40B4-BE49-F238E27FC236}">
                  <a16:creationId xmlns:a16="http://schemas.microsoft.com/office/drawing/2014/main" id="{4B40C521-11B9-4CB5-868C-AEFA7E6CC896}"/>
                </a:ext>
              </a:extLst>
            </p:cNvPr>
            <p:cNvSpPr>
              <a:spLocks noEditPoints="1"/>
            </p:cNvSpPr>
            <p:nvPr/>
          </p:nvSpPr>
          <p:spPr bwMode="auto">
            <a:xfrm>
              <a:off x="1157" y="393"/>
              <a:ext cx="340" cy="340"/>
            </a:xfrm>
            <a:custGeom>
              <a:avLst/>
              <a:gdLst>
                <a:gd name="T0" fmla="*/ 256 w 512"/>
                <a:gd name="T1" fmla="*/ 22 h 512"/>
                <a:gd name="T2" fmla="*/ 491 w 512"/>
                <a:gd name="T3" fmla="*/ 256 h 512"/>
                <a:gd name="T4" fmla="*/ 256 w 512"/>
                <a:gd name="T5" fmla="*/ 491 h 512"/>
                <a:gd name="T6" fmla="*/ 21 w 512"/>
                <a:gd name="T7" fmla="*/ 256 h 512"/>
                <a:gd name="T8" fmla="*/ 256 w 512"/>
                <a:gd name="T9" fmla="*/ 22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2"/>
                  </a:moveTo>
                  <a:cubicBezTo>
                    <a:pt x="385" y="22"/>
                    <a:pt x="491" y="127"/>
                    <a:pt x="491" y="256"/>
                  </a:cubicBezTo>
                  <a:cubicBezTo>
                    <a:pt x="491" y="386"/>
                    <a:pt x="385" y="491"/>
                    <a:pt x="256" y="491"/>
                  </a:cubicBezTo>
                  <a:cubicBezTo>
                    <a:pt x="127" y="491"/>
                    <a:pt x="21" y="386"/>
                    <a:pt x="21" y="256"/>
                  </a:cubicBezTo>
                  <a:cubicBezTo>
                    <a:pt x="21" y="127"/>
                    <a:pt x="127" y="22"/>
                    <a:pt x="256" y="22"/>
                  </a:cubicBezTo>
                  <a:moveTo>
                    <a:pt x="256" y="0"/>
                  </a:moveTo>
                  <a:cubicBezTo>
                    <a:pt x="115" y="0"/>
                    <a:pt x="0" y="115"/>
                    <a:pt x="0" y="256"/>
                  </a:cubicBezTo>
                  <a:cubicBezTo>
                    <a:pt x="0" y="398"/>
                    <a:pt x="115" y="512"/>
                    <a:pt x="256" y="512"/>
                  </a:cubicBezTo>
                  <a:cubicBezTo>
                    <a:pt x="397" y="512"/>
                    <a:pt x="512" y="398"/>
                    <a:pt x="512" y="256"/>
                  </a:cubicBezTo>
                  <a:cubicBezTo>
                    <a:pt x="512" y="115"/>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00">
                <a:latin typeface="华文细黑" panose="02010600040101010101" pitchFamily="2" charset="-122"/>
                <a:ea typeface="华文细黑" panose="02010600040101010101" pitchFamily="2" charset="-122"/>
              </a:endParaRPr>
            </a:p>
          </p:txBody>
        </p:sp>
        <p:sp>
          <p:nvSpPr>
            <p:cNvPr id="32" name="Freeform 114">
              <a:extLst>
                <a:ext uri="{FF2B5EF4-FFF2-40B4-BE49-F238E27FC236}">
                  <a16:creationId xmlns:a16="http://schemas.microsoft.com/office/drawing/2014/main" id="{4A8AE223-8A20-4B70-9B03-8C2063F2788B}"/>
                </a:ext>
              </a:extLst>
            </p:cNvPr>
            <p:cNvSpPr>
              <a:spLocks noEditPoints="1"/>
            </p:cNvSpPr>
            <p:nvPr/>
          </p:nvSpPr>
          <p:spPr bwMode="auto">
            <a:xfrm>
              <a:off x="1221" y="457"/>
              <a:ext cx="212" cy="177"/>
            </a:xfrm>
            <a:custGeom>
              <a:avLst/>
              <a:gdLst>
                <a:gd name="T0" fmla="*/ 288 w 320"/>
                <a:gd name="T1" fmla="*/ 203 h 267"/>
                <a:gd name="T2" fmla="*/ 277 w 320"/>
                <a:gd name="T3" fmla="*/ 128 h 267"/>
                <a:gd name="T4" fmla="*/ 171 w 320"/>
                <a:gd name="T5" fmla="*/ 75 h 267"/>
                <a:gd name="T6" fmla="*/ 203 w 320"/>
                <a:gd name="T7" fmla="*/ 64 h 267"/>
                <a:gd name="T8" fmla="*/ 192 w 320"/>
                <a:gd name="T9" fmla="*/ 0 h 267"/>
                <a:gd name="T10" fmla="*/ 117 w 320"/>
                <a:gd name="T11" fmla="*/ 11 h 267"/>
                <a:gd name="T12" fmla="*/ 128 w 320"/>
                <a:gd name="T13" fmla="*/ 75 h 267"/>
                <a:gd name="T14" fmla="*/ 149 w 320"/>
                <a:gd name="T15" fmla="*/ 128 h 267"/>
                <a:gd name="T16" fmla="*/ 32 w 320"/>
                <a:gd name="T17" fmla="*/ 139 h 267"/>
                <a:gd name="T18" fmla="*/ 11 w 320"/>
                <a:gd name="T19" fmla="*/ 203 h 267"/>
                <a:gd name="T20" fmla="*/ 0 w 320"/>
                <a:gd name="T21" fmla="*/ 256 h 267"/>
                <a:gd name="T22" fmla="*/ 75 w 320"/>
                <a:gd name="T23" fmla="*/ 267 h 267"/>
                <a:gd name="T24" fmla="*/ 85 w 320"/>
                <a:gd name="T25" fmla="*/ 214 h 267"/>
                <a:gd name="T26" fmla="*/ 53 w 320"/>
                <a:gd name="T27" fmla="*/ 203 h 267"/>
                <a:gd name="T28" fmla="*/ 149 w 320"/>
                <a:gd name="T29" fmla="*/ 150 h 267"/>
                <a:gd name="T30" fmla="*/ 128 w 320"/>
                <a:gd name="T31" fmla="*/ 203 h 267"/>
                <a:gd name="T32" fmla="*/ 117 w 320"/>
                <a:gd name="T33" fmla="*/ 256 h 267"/>
                <a:gd name="T34" fmla="*/ 192 w 320"/>
                <a:gd name="T35" fmla="*/ 267 h 267"/>
                <a:gd name="T36" fmla="*/ 203 w 320"/>
                <a:gd name="T37" fmla="*/ 214 h 267"/>
                <a:gd name="T38" fmla="*/ 171 w 320"/>
                <a:gd name="T39" fmla="*/ 203 h 267"/>
                <a:gd name="T40" fmla="*/ 267 w 320"/>
                <a:gd name="T41" fmla="*/ 150 h 267"/>
                <a:gd name="T42" fmla="*/ 245 w 320"/>
                <a:gd name="T43" fmla="*/ 203 h 267"/>
                <a:gd name="T44" fmla="*/ 235 w 320"/>
                <a:gd name="T45" fmla="*/ 256 h 267"/>
                <a:gd name="T46" fmla="*/ 309 w 320"/>
                <a:gd name="T47" fmla="*/ 267 h 267"/>
                <a:gd name="T48" fmla="*/ 320 w 320"/>
                <a:gd name="T49" fmla="*/ 214 h 267"/>
                <a:gd name="T50" fmla="*/ 139 w 320"/>
                <a:gd name="T51" fmla="*/ 22 h 267"/>
                <a:gd name="T52" fmla="*/ 181 w 320"/>
                <a:gd name="T53" fmla="*/ 54 h 267"/>
                <a:gd name="T54" fmla="*/ 139 w 320"/>
                <a:gd name="T55" fmla="*/ 22 h 267"/>
                <a:gd name="T56" fmla="*/ 21 w 320"/>
                <a:gd name="T57" fmla="*/ 246 h 267"/>
                <a:gd name="T58" fmla="*/ 64 w 320"/>
                <a:gd name="T59" fmla="*/ 224 h 267"/>
                <a:gd name="T60" fmla="*/ 181 w 320"/>
                <a:gd name="T61" fmla="*/ 246 h 267"/>
                <a:gd name="T62" fmla="*/ 139 w 320"/>
                <a:gd name="T63" fmla="*/ 224 h 267"/>
                <a:gd name="T64" fmla="*/ 181 w 320"/>
                <a:gd name="T65" fmla="*/ 246 h 267"/>
                <a:gd name="T66" fmla="*/ 256 w 320"/>
                <a:gd name="T67" fmla="*/ 246 h 267"/>
                <a:gd name="T68" fmla="*/ 299 w 320"/>
                <a:gd name="T69" fmla="*/ 224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20" h="267">
                  <a:moveTo>
                    <a:pt x="309" y="203"/>
                  </a:moveTo>
                  <a:cubicBezTo>
                    <a:pt x="288" y="203"/>
                    <a:pt x="288" y="203"/>
                    <a:pt x="288" y="203"/>
                  </a:cubicBezTo>
                  <a:cubicBezTo>
                    <a:pt x="288" y="139"/>
                    <a:pt x="288" y="139"/>
                    <a:pt x="288" y="139"/>
                  </a:cubicBezTo>
                  <a:cubicBezTo>
                    <a:pt x="288" y="133"/>
                    <a:pt x="283" y="128"/>
                    <a:pt x="277" y="128"/>
                  </a:cubicBezTo>
                  <a:cubicBezTo>
                    <a:pt x="171" y="128"/>
                    <a:pt x="171" y="128"/>
                    <a:pt x="171" y="128"/>
                  </a:cubicBezTo>
                  <a:cubicBezTo>
                    <a:pt x="171" y="75"/>
                    <a:pt x="171" y="75"/>
                    <a:pt x="171" y="75"/>
                  </a:cubicBezTo>
                  <a:cubicBezTo>
                    <a:pt x="192" y="75"/>
                    <a:pt x="192" y="75"/>
                    <a:pt x="192" y="75"/>
                  </a:cubicBezTo>
                  <a:cubicBezTo>
                    <a:pt x="198" y="75"/>
                    <a:pt x="203" y="70"/>
                    <a:pt x="203" y="64"/>
                  </a:cubicBezTo>
                  <a:cubicBezTo>
                    <a:pt x="203" y="11"/>
                    <a:pt x="203" y="11"/>
                    <a:pt x="203" y="11"/>
                  </a:cubicBezTo>
                  <a:cubicBezTo>
                    <a:pt x="203" y="5"/>
                    <a:pt x="198" y="0"/>
                    <a:pt x="192" y="0"/>
                  </a:cubicBezTo>
                  <a:cubicBezTo>
                    <a:pt x="128" y="0"/>
                    <a:pt x="128" y="0"/>
                    <a:pt x="128" y="0"/>
                  </a:cubicBezTo>
                  <a:cubicBezTo>
                    <a:pt x="122" y="0"/>
                    <a:pt x="117" y="5"/>
                    <a:pt x="117" y="11"/>
                  </a:cubicBezTo>
                  <a:cubicBezTo>
                    <a:pt x="117" y="64"/>
                    <a:pt x="117" y="64"/>
                    <a:pt x="117" y="64"/>
                  </a:cubicBezTo>
                  <a:cubicBezTo>
                    <a:pt x="117" y="70"/>
                    <a:pt x="122" y="75"/>
                    <a:pt x="128" y="75"/>
                  </a:cubicBezTo>
                  <a:cubicBezTo>
                    <a:pt x="149" y="75"/>
                    <a:pt x="149" y="75"/>
                    <a:pt x="149" y="75"/>
                  </a:cubicBezTo>
                  <a:cubicBezTo>
                    <a:pt x="149" y="128"/>
                    <a:pt x="149" y="128"/>
                    <a:pt x="149" y="128"/>
                  </a:cubicBezTo>
                  <a:cubicBezTo>
                    <a:pt x="43" y="128"/>
                    <a:pt x="43" y="128"/>
                    <a:pt x="43" y="128"/>
                  </a:cubicBezTo>
                  <a:cubicBezTo>
                    <a:pt x="37" y="128"/>
                    <a:pt x="32" y="133"/>
                    <a:pt x="32" y="139"/>
                  </a:cubicBezTo>
                  <a:cubicBezTo>
                    <a:pt x="32" y="203"/>
                    <a:pt x="32" y="203"/>
                    <a:pt x="32" y="203"/>
                  </a:cubicBezTo>
                  <a:cubicBezTo>
                    <a:pt x="11" y="203"/>
                    <a:pt x="11" y="203"/>
                    <a:pt x="11" y="203"/>
                  </a:cubicBezTo>
                  <a:cubicBezTo>
                    <a:pt x="5" y="203"/>
                    <a:pt x="0" y="208"/>
                    <a:pt x="0" y="214"/>
                  </a:cubicBezTo>
                  <a:cubicBezTo>
                    <a:pt x="0" y="256"/>
                    <a:pt x="0" y="256"/>
                    <a:pt x="0" y="256"/>
                  </a:cubicBezTo>
                  <a:cubicBezTo>
                    <a:pt x="0" y="262"/>
                    <a:pt x="5" y="267"/>
                    <a:pt x="11" y="267"/>
                  </a:cubicBezTo>
                  <a:cubicBezTo>
                    <a:pt x="75" y="267"/>
                    <a:pt x="75" y="267"/>
                    <a:pt x="75" y="267"/>
                  </a:cubicBezTo>
                  <a:cubicBezTo>
                    <a:pt x="81" y="267"/>
                    <a:pt x="85" y="262"/>
                    <a:pt x="85" y="256"/>
                  </a:cubicBezTo>
                  <a:cubicBezTo>
                    <a:pt x="85" y="214"/>
                    <a:pt x="85" y="214"/>
                    <a:pt x="85" y="214"/>
                  </a:cubicBezTo>
                  <a:cubicBezTo>
                    <a:pt x="85" y="208"/>
                    <a:pt x="81" y="203"/>
                    <a:pt x="75" y="203"/>
                  </a:cubicBezTo>
                  <a:cubicBezTo>
                    <a:pt x="53" y="203"/>
                    <a:pt x="53" y="203"/>
                    <a:pt x="53" y="203"/>
                  </a:cubicBezTo>
                  <a:cubicBezTo>
                    <a:pt x="53" y="150"/>
                    <a:pt x="53" y="150"/>
                    <a:pt x="53" y="150"/>
                  </a:cubicBezTo>
                  <a:cubicBezTo>
                    <a:pt x="149" y="150"/>
                    <a:pt x="149" y="150"/>
                    <a:pt x="149" y="150"/>
                  </a:cubicBezTo>
                  <a:cubicBezTo>
                    <a:pt x="149" y="203"/>
                    <a:pt x="149" y="203"/>
                    <a:pt x="149" y="203"/>
                  </a:cubicBezTo>
                  <a:cubicBezTo>
                    <a:pt x="128" y="203"/>
                    <a:pt x="128" y="203"/>
                    <a:pt x="128" y="203"/>
                  </a:cubicBezTo>
                  <a:cubicBezTo>
                    <a:pt x="122" y="203"/>
                    <a:pt x="117" y="208"/>
                    <a:pt x="117" y="214"/>
                  </a:cubicBezTo>
                  <a:cubicBezTo>
                    <a:pt x="117" y="256"/>
                    <a:pt x="117" y="256"/>
                    <a:pt x="117" y="256"/>
                  </a:cubicBezTo>
                  <a:cubicBezTo>
                    <a:pt x="117" y="262"/>
                    <a:pt x="122" y="267"/>
                    <a:pt x="128" y="267"/>
                  </a:cubicBezTo>
                  <a:cubicBezTo>
                    <a:pt x="192" y="267"/>
                    <a:pt x="192" y="267"/>
                    <a:pt x="192" y="267"/>
                  </a:cubicBezTo>
                  <a:cubicBezTo>
                    <a:pt x="198" y="267"/>
                    <a:pt x="203" y="262"/>
                    <a:pt x="203" y="256"/>
                  </a:cubicBezTo>
                  <a:cubicBezTo>
                    <a:pt x="203" y="214"/>
                    <a:pt x="203" y="214"/>
                    <a:pt x="203" y="214"/>
                  </a:cubicBezTo>
                  <a:cubicBezTo>
                    <a:pt x="203" y="208"/>
                    <a:pt x="198" y="203"/>
                    <a:pt x="192" y="203"/>
                  </a:cubicBezTo>
                  <a:cubicBezTo>
                    <a:pt x="171" y="203"/>
                    <a:pt x="171" y="203"/>
                    <a:pt x="171" y="203"/>
                  </a:cubicBezTo>
                  <a:cubicBezTo>
                    <a:pt x="171" y="150"/>
                    <a:pt x="171" y="150"/>
                    <a:pt x="171" y="150"/>
                  </a:cubicBezTo>
                  <a:cubicBezTo>
                    <a:pt x="267" y="150"/>
                    <a:pt x="267" y="150"/>
                    <a:pt x="267" y="150"/>
                  </a:cubicBezTo>
                  <a:cubicBezTo>
                    <a:pt x="267" y="203"/>
                    <a:pt x="267" y="203"/>
                    <a:pt x="267" y="203"/>
                  </a:cubicBezTo>
                  <a:cubicBezTo>
                    <a:pt x="245" y="203"/>
                    <a:pt x="245" y="203"/>
                    <a:pt x="245" y="203"/>
                  </a:cubicBezTo>
                  <a:cubicBezTo>
                    <a:pt x="239" y="203"/>
                    <a:pt x="235" y="208"/>
                    <a:pt x="235" y="214"/>
                  </a:cubicBezTo>
                  <a:cubicBezTo>
                    <a:pt x="235" y="256"/>
                    <a:pt x="235" y="256"/>
                    <a:pt x="235" y="256"/>
                  </a:cubicBezTo>
                  <a:cubicBezTo>
                    <a:pt x="235" y="262"/>
                    <a:pt x="239" y="267"/>
                    <a:pt x="245" y="267"/>
                  </a:cubicBezTo>
                  <a:cubicBezTo>
                    <a:pt x="309" y="267"/>
                    <a:pt x="309" y="267"/>
                    <a:pt x="309" y="267"/>
                  </a:cubicBezTo>
                  <a:cubicBezTo>
                    <a:pt x="315" y="267"/>
                    <a:pt x="320" y="262"/>
                    <a:pt x="320" y="256"/>
                  </a:cubicBezTo>
                  <a:cubicBezTo>
                    <a:pt x="320" y="214"/>
                    <a:pt x="320" y="214"/>
                    <a:pt x="320" y="214"/>
                  </a:cubicBezTo>
                  <a:cubicBezTo>
                    <a:pt x="320" y="208"/>
                    <a:pt x="315" y="203"/>
                    <a:pt x="309" y="203"/>
                  </a:cubicBezTo>
                  <a:close/>
                  <a:moveTo>
                    <a:pt x="139" y="22"/>
                  </a:moveTo>
                  <a:cubicBezTo>
                    <a:pt x="181" y="22"/>
                    <a:pt x="181" y="22"/>
                    <a:pt x="181" y="22"/>
                  </a:cubicBezTo>
                  <a:cubicBezTo>
                    <a:pt x="181" y="54"/>
                    <a:pt x="181" y="54"/>
                    <a:pt x="181" y="54"/>
                  </a:cubicBezTo>
                  <a:cubicBezTo>
                    <a:pt x="139" y="54"/>
                    <a:pt x="139" y="54"/>
                    <a:pt x="139" y="54"/>
                  </a:cubicBezTo>
                  <a:lnTo>
                    <a:pt x="139" y="22"/>
                  </a:lnTo>
                  <a:close/>
                  <a:moveTo>
                    <a:pt x="64" y="246"/>
                  </a:moveTo>
                  <a:cubicBezTo>
                    <a:pt x="21" y="246"/>
                    <a:pt x="21" y="246"/>
                    <a:pt x="21" y="246"/>
                  </a:cubicBezTo>
                  <a:cubicBezTo>
                    <a:pt x="21" y="224"/>
                    <a:pt x="21" y="224"/>
                    <a:pt x="21" y="224"/>
                  </a:cubicBezTo>
                  <a:cubicBezTo>
                    <a:pt x="64" y="224"/>
                    <a:pt x="64" y="224"/>
                    <a:pt x="64" y="224"/>
                  </a:cubicBezTo>
                  <a:lnTo>
                    <a:pt x="64" y="246"/>
                  </a:lnTo>
                  <a:close/>
                  <a:moveTo>
                    <a:pt x="181" y="246"/>
                  </a:moveTo>
                  <a:cubicBezTo>
                    <a:pt x="139" y="246"/>
                    <a:pt x="139" y="246"/>
                    <a:pt x="139" y="246"/>
                  </a:cubicBezTo>
                  <a:cubicBezTo>
                    <a:pt x="139" y="224"/>
                    <a:pt x="139" y="224"/>
                    <a:pt x="139" y="224"/>
                  </a:cubicBezTo>
                  <a:cubicBezTo>
                    <a:pt x="181" y="224"/>
                    <a:pt x="181" y="224"/>
                    <a:pt x="181" y="224"/>
                  </a:cubicBezTo>
                  <a:lnTo>
                    <a:pt x="181" y="246"/>
                  </a:lnTo>
                  <a:close/>
                  <a:moveTo>
                    <a:pt x="299" y="246"/>
                  </a:moveTo>
                  <a:cubicBezTo>
                    <a:pt x="256" y="246"/>
                    <a:pt x="256" y="246"/>
                    <a:pt x="256" y="246"/>
                  </a:cubicBezTo>
                  <a:cubicBezTo>
                    <a:pt x="256" y="224"/>
                    <a:pt x="256" y="224"/>
                    <a:pt x="256" y="224"/>
                  </a:cubicBezTo>
                  <a:cubicBezTo>
                    <a:pt x="299" y="224"/>
                    <a:pt x="299" y="224"/>
                    <a:pt x="299" y="224"/>
                  </a:cubicBezTo>
                  <a:lnTo>
                    <a:pt x="299" y="24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00">
                <a:latin typeface="华文细黑" panose="02010600040101010101" pitchFamily="2" charset="-122"/>
                <a:ea typeface="华文细黑" panose="02010600040101010101" pitchFamily="2" charset="-122"/>
              </a:endParaRPr>
            </a:p>
          </p:txBody>
        </p:sp>
      </p:grpSp>
      <p:sp>
        <p:nvSpPr>
          <p:cNvPr id="35" name="Rectangle 34">
            <a:extLst>
              <a:ext uri="{FF2B5EF4-FFF2-40B4-BE49-F238E27FC236}">
                <a16:creationId xmlns:a16="http://schemas.microsoft.com/office/drawing/2014/main" id="{403BA477-4CC7-4DF2-8A70-C3CA88C44697}"/>
              </a:ext>
            </a:extLst>
          </p:cNvPr>
          <p:cNvSpPr/>
          <p:nvPr/>
        </p:nvSpPr>
        <p:spPr bwMode="gray">
          <a:xfrm>
            <a:off x="434482" y="2094317"/>
            <a:ext cx="3705756" cy="4431983"/>
          </a:xfrm>
          <a:prstGeom prst="rect">
            <a:avLst/>
          </a:prstGeom>
          <a:solidFill>
            <a:srgbClr val="F2F2F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37" name="TextBox 36">
            <a:extLst>
              <a:ext uri="{FF2B5EF4-FFF2-40B4-BE49-F238E27FC236}">
                <a16:creationId xmlns:a16="http://schemas.microsoft.com/office/drawing/2014/main" id="{B54357C4-B6B4-4414-A02F-7E1ECDDF9DD2}"/>
              </a:ext>
            </a:extLst>
          </p:cNvPr>
          <p:cNvSpPr txBox="1"/>
          <p:nvPr/>
        </p:nvSpPr>
        <p:spPr>
          <a:xfrm>
            <a:off x="434482" y="2094318"/>
            <a:ext cx="3395138" cy="2224070"/>
          </a:xfrm>
          <a:prstGeom prst="rect">
            <a:avLst/>
          </a:prstGeom>
          <a:noFill/>
        </p:spPr>
        <p:txBody>
          <a:bodyPr wrap="square">
            <a:spAutoFit/>
          </a:bodyPr>
          <a:lstStyle/>
          <a:p>
            <a:pPr marL="342900" marR="0" lvl="0" indent="-342900">
              <a:lnSpc>
                <a:spcPct val="107000"/>
              </a:lnSpc>
              <a:spcBef>
                <a:spcPts val="0"/>
              </a:spcBef>
              <a:spcAft>
                <a:spcPts val="0"/>
              </a:spcAft>
              <a:buFont typeface="+mj-lt"/>
              <a:buAutoNum type="arabicPeriod" startAt="8"/>
            </a:pPr>
            <a:r>
              <a:rPr lang="en-US" sz="1000" b="1" dirty="0">
                <a:effectLst/>
                <a:latin typeface="Verdana" panose="020B0604030504040204" pitchFamily="34" charset="0"/>
                <a:ea typeface="Calibri" panose="020F0502020204030204" pitchFamily="34" charset="0"/>
                <a:cs typeface="Times New Roman" panose="02020603050405020304" pitchFamily="18" charset="0"/>
              </a:rPr>
              <a:t>Fuel Accounting</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startAt="8"/>
            </a:pPr>
            <a:r>
              <a:rPr lang="en-US" sz="1000" b="1" dirty="0">
                <a:effectLst/>
                <a:latin typeface="Verdana" panose="020B0604030504040204" pitchFamily="34" charset="0"/>
                <a:ea typeface="Calibri" panose="020F0502020204030204" pitchFamily="34" charset="0"/>
                <a:cs typeface="Times New Roman" panose="02020603050405020304" pitchFamily="18" charset="0"/>
              </a:rPr>
              <a:t>Way-bill management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startAt="8"/>
            </a:pPr>
            <a:r>
              <a:rPr lang="en-US" sz="1000" b="1" dirty="0">
                <a:effectLst/>
                <a:latin typeface="Verdana" panose="020B0604030504040204" pitchFamily="34" charset="0"/>
                <a:ea typeface="Calibri" panose="020F0502020204030204" pitchFamily="34" charset="0"/>
                <a:cs typeface="Times New Roman" panose="02020603050405020304" pitchFamily="18" charset="0"/>
              </a:rPr>
              <a:t>Medical Advance/Other Allowances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startAt="8"/>
            </a:pPr>
            <a:r>
              <a:rPr lang="en-US" sz="1000" b="1" dirty="0">
                <a:effectLst/>
                <a:latin typeface="Verdana" panose="020B0604030504040204" pitchFamily="34" charset="0"/>
                <a:ea typeface="Calibri" panose="020F0502020204030204" pitchFamily="34" charset="0"/>
                <a:cs typeface="Times New Roman" panose="02020603050405020304" pitchFamily="18" charset="0"/>
              </a:rPr>
              <a:t>Financial/MIS Reporting Requirements </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Reporting Requirements for Estimates of Financial Resources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Reporting Requirements for Annual Financial Statement (Previous Year - Actual, Current Year - Budgeted and Ensuring Year - Estimates)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Reporting Requirements for Revenue Monitoring</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Other Reporting Requirements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0" name="Rectangle 39">
            <a:extLst>
              <a:ext uri="{FF2B5EF4-FFF2-40B4-BE49-F238E27FC236}">
                <a16:creationId xmlns:a16="http://schemas.microsoft.com/office/drawing/2014/main" id="{642AAD51-BF56-4B7C-9066-82C4E5CA1867}"/>
              </a:ext>
            </a:extLst>
          </p:cNvPr>
          <p:cNvSpPr/>
          <p:nvPr/>
        </p:nvSpPr>
        <p:spPr bwMode="gray">
          <a:xfrm>
            <a:off x="4257404" y="2094318"/>
            <a:ext cx="3705756" cy="4431983"/>
          </a:xfrm>
          <a:prstGeom prst="rect">
            <a:avLst/>
          </a:prstGeom>
          <a:solidFill>
            <a:srgbClr val="F2F2F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41" name="TextBox 40">
            <a:extLst>
              <a:ext uri="{FF2B5EF4-FFF2-40B4-BE49-F238E27FC236}">
                <a16:creationId xmlns:a16="http://schemas.microsoft.com/office/drawing/2014/main" id="{9E499356-3B17-48BA-8ABA-03747159A3BA}"/>
              </a:ext>
            </a:extLst>
          </p:cNvPr>
          <p:cNvSpPr txBox="1"/>
          <p:nvPr/>
        </p:nvSpPr>
        <p:spPr>
          <a:xfrm>
            <a:off x="4267233" y="2162478"/>
            <a:ext cx="3395138" cy="4171014"/>
          </a:xfrm>
          <a:prstGeom prst="rect">
            <a:avLst/>
          </a:prstGeom>
          <a:noFill/>
        </p:spPr>
        <p:txBody>
          <a:bodyPr wrap="square">
            <a:spAutoFit/>
          </a:bodyPr>
          <a:lstStyle/>
          <a:p>
            <a:pPr marL="342900" marR="0" lvl="0" indent="-342900">
              <a:lnSpc>
                <a:spcPct val="107000"/>
              </a:lnSpc>
              <a:spcBef>
                <a:spcPts val="0"/>
              </a:spcBef>
              <a:spcAft>
                <a:spcPts val="0"/>
              </a:spcAft>
              <a:buFont typeface="+mj-lt"/>
              <a:buAutoNum type="arabicPeriod"/>
            </a:pPr>
            <a:r>
              <a:rPr lang="en-US" sz="1000" b="1" dirty="0">
                <a:effectLst/>
                <a:latin typeface="Verdana" panose="020B0604030504040204" pitchFamily="34" charset="0"/>
                <a:ea typeface="Verdana" panose="020B0604030504040204" pitchFamily="34" charset="0"/>
                <a:cs typeface="Times New Roman" panose="02020603050405020304" pitchFamily="18" charset="0"/>
              </a:rPr>
              <a:t>Organization Management</a:t>
            </a:r>
            <a:endParaRPr lang="en-US" sz="1000" dirty="0">
              <a:effectLst/>
              <a:latin typeface="Verdana" panose="020B0604030504040204" pitchFamily="34" charset="0"/>
              <a:ea typeface="Verdana" panose="020B060403050404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r>
              <a:rPr lang="en-US" sz="1000" b="1" dirty="0">
                <a:effectLst/>
                <a:latin typeface="Verdana" panose="020B0604030504040204" pitchFamily="34" charset="0"/>
                <a:ea typeface="Verdana" panose="020B0604030504040204" pitchFamily="34" charset="0"/>
                <a:cs typeface="Times New Roman" panose="02020603050405020304" pitchFamily="18" charset="0"/>
              </a:rPr>
              <a:t>Human Resource Policies, Rules and Regulations</a:t>
            </a:r>
            <a:endParaRPr lang="en-US" sz="1000" dirty="0">
              <a:effectLst/>
              <a:latin typeface="Verdana" panose="020B0604030504040204" pitchFamily="34" charset="0"/>
              <a:ea typeface="Verdana" panose="020B060403050404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r>
              <a:rPr lang="en-US" sz="1000" b="1" dirty="0">
                <a:effectLst/>
                <a:latin typeface="Verdana" panose="020B0604030504040204" pitchFamily="34" charset="0"/>
                <a:ea typeface="Verdana" panose="020B0604030504040204" pitchFamily="34" charset="0"/>
                <a:cs typeface="Times New Roman" panose="02020603050405020304" pitchFamily="18" charset="0"/>
              </a:rPr>
              <a:t>Policies for Contractual and Outsourced employees</a:t>
            </a:r>
            <a:endParaRPr lang="en-US" sz="1000" dirty="0">
              <a:effectLst/>
              <a:latin typeface="Verdana" panose="020B0604030504040204" pitchFamily="34" charset="0"/>
              <a:ea typeface="Verdana" panose="020B060403050404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r>
              <a:rPr lang="en-US" sz="1000" b="1" dirty="0">
                <a:effectLst/>
                <a:latin typeface="Verdana" panose="020B0604030504040204" pitchFamily="34" charset="0"/>
                <a:ea typeface="Verdana" panose="020B0604030504040204" pitchFamily="34" charset="0"/>
                <a:cs typeface="Times New Roman" panose="02020603050405020304" pitchFamily="18" charset="0"/>
              </a:rPr>
              <a:t>Contract Labor Management</a:t>
            </a:r>
            <a:endParaRPr lang="en-US" sz="1000" dirty="0">
              <a:effectLst/>
              <a:latin typeface="Verdana" panose="020B0604030504040204" pitchFamily="34" charset="0"/>
              <a:ea typeface="Verdana" panose="020B060403050404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r>
              <a:rPr lang="en-US" sz="1000" b="1" dirty="0">
                <a:effectLst/>
                <a:latin typeface="Verdana" panose="020B0604030504040204" pitchFamily="34" charset="0"/>
                <a:ea typeface="Verdana" panose="020B0604030504040204" pitchFamily="34" charset="0"/>
                <a:cs typeface="Times New Roman" panose="02020603050405020304" pitchFamily="18" charset="0"/>
              </a:rPr>
              <a:t>Employee Master (Employee Service Book)</a:t>
            </a:r>
            <a:endParaRPr lang="en-US" sz="1000" dirty="0">
              <a:effectLst/>
              <a:latin typeface="Verdana" panose="020B0604030504040204" pitchFamily="34" charset="0"/>
              <a:ea typeface="Verdana" panose="020B060403050404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r>
              <a:rPr lang="en-US" sz="1000" b="1" dirty="0">
                <a:effectLst/>
                <a:latin typeface="Verdana" panose="020B0604030504040204" pitchFamily="34" charset="0"/>
                <a:ea typeface="Verdana" panose="020B0604030504040204" pitchFamily="34" charset="0"/>
                <a:cs typeface="Times New Roman" panose="02020603050405020304" pitchFamily="18" charset="0"/>
              </a:rPr>
              <a:t>House Building Loan </a:t>
            </a:r>
            <a:endParaRPr lang="en-US" sz="1000" dirty="0">
              <a:effectLst/>
              <a:latin typeface="Verdana" panose="020B0604030504040204" pitchFamily="34" charset="0"/>
              <a:ea typeface="Verdana" panose="020B060403050404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r>
              <a:rPr lang="en-US" sz="1000" b="1" dirty="0">
                <a:effectLst/>
                <a:latin typeface="Verdana" panose="020B0604030504040204" pitchFamily="34" charset="0"/>
                <a:ea typeface="Verdana" panose="020B0604030504040204" pitchFamily="34" charset="0"/>
                <a:cs typeface="Times New Roman" panose="02020603050405020304" pitchFamily="18" charset="0"/>
              </a:rPr>
              <a:t>Employee Self Service (ESS)</a:t>
            </a:r>
            <a:endParaRPr lang="en-US" sz="1000" dirty="0">
              <a:effectLst/>
              <a:latin typeface="Verdana" panose="020B0604030504040204" pitchFamily="34" charset="0"/>
              <a:ea typeface="Verdana" panose="020B060403050404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Verdana" panose="020B0604030504040204" pitchFamily="34" charset="0"/>
                <a:cs typeface="Times New Roman" panose="02020603050405020304" pitchFamily="18" charset="0"/>
              </a:rPr>
              <a:t>Employee Details </a:t>
            </a: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Verdana" panose="020B0604030504040204" pitchFamily="34" charset="0"/>
                <a:cs typeface="Times New Roman" panose="02020603050405020304" pitchFamily="18" charset="0"/>
              </a:rPr>
              <a:t>Attendance &amp; Leave Management</a:t>
            </a: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Verdana" panose="020B0604030504040204" pitchFamily="34" charset="0"/>
                <a:cs typeface="Times New Roman" panose="02020603050405020304" pitchFamily="18" charset="0"/>
              </a:rPr>
              <a:t>Manpower Planning, Recruitment &amp; Selection</a:t>
            </a: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Verdana" panose="020B0604030504040204" pitchFamily="34" charset="0"/>
                <a:cs typeface="Times New Roman" panose="02020603050405020304" pitchFamily="18" charset="0"/>
              </a:rPr>
              <a:t>Compensation &amp; Benefits</a:t>
            </a: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Verdana" panose="020B0604030504040204" pitchFamily="34" charset="0"/>
                <a:cs typeface="Times New Roman" panose="02020603050405020304" pitchFamily="18" charset="0"/>
              </a:rPr>
              <a:t>Training</a:t>
            </a: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Verdana" panose="020B0604030504040204" pitchFamily="34" charset="0"/>
                <a:cs typeface="Times New Roman" panose="02020603050405020304" pitchFamily="18" charset="0"/>
              </a:rPr>
              <a:t>Performance Appraisal System</a:t>
            </a: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Verdana" panose="020B0604030504040204" pitchFamily="34" charset="0"/>
                <a:cs typeface="Times New Roman" panose="02020603050405020304" pitchFamily="18" charset="0"/>
              </a:rPr>
              <a:t>E-Exit (Full and Final Settlement)</a:t>
            </a: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Verdana" panose="020B0604030504040204" pitchFamily="34" charset="0"/>
                <a:cs typeface="Times New Roman" panose="02020603050405020304" pitchFamily="18" charset="0"/>
              </a:rPr>
              <a:t>Transfers &amp; Promotions</a:t>
            </a: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Verdana" panose="020B0604030504040204" pitchFamily="34" charset="0"/>
                <a:cs typeface="Times New Roman" panose="02020603050405020304" pitchFamily="18" charset="0"/>
              </a:rPr>
              <a:t>Organization Policies &amp; Procedures</a:t>
            </a: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Verdana" panose="020B0604030504040204" pitchFamily="34" charset="0"/>
                <a:cs typeface="Times New Roman" panose="02020603050405020304" pitchFamily="18" charset="0"/>
              </a:rPr>
              <a:t>Voluntary Retirement Scheme (VRS)</a:t>
            </a: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Verdana" panose="020B0604030504040204" pitchFamily="34" charset="0"/>
                <a:cs typeface="Times New Roman" panose="02020603050405020304" pitchFamily="18" charset="0"/>
              </a:rPr>
              <a:t>General HR &amp; Administration Processes</a:t>
            </a:r>
          </a:p>
          <a:p>
            <a:pPr marL="342900" marR="0" lvl="0" indent="-342900">
              <a:lnSpc>
                <a:spcPct val="107000"/>
              </a:lnSpc>
              <a:spcBef>
                <a:spcPts val="0"/>
              </a:spcBef>
              <a:spcAft>
                <a:spcPts val="800"/>
              </a:spcAft>
              <a:buFont typeface="+mj-lt"/>
              <a:buAutoNum type="arabicPeriod" startAt="8"/>
            </a:pPr>
            <a:r>
              <a:rPr lang="en-US" sz="1000" b="1" dirty="0">
                <a:effectLst/>
                <a:latin typeface="Verdana" panose="020B0604030504040204" pitchFamily="34" charset="0"/>
                <a:ea typeface="Verdana" panose="020B0604030504040204" pitchFamily="34" charset="0"/>
                <a:cs typeface="Times New Roman" panose="02020603050405020304" pitchFamily="18" charset="0"/>
              </a:rPr>
              <a:t>Time and Leave Management</a:t>
            </a:r>
            <a:endParaRPr lang="en-US" sz="1000" dirty="0">
              <a:effectLst/>
              <a:latin typeface="Verdana" panose="020B0604030504040204" pitchFamily="34" charset="0"/>
              <a:ea typeface="Verdana" panose="020B0604030504040204" pitchFamily="34" charset="0"/>
              <a:cs typeface="Times New Roman" panose="02020603050405020304" pitchFamily="18" charset="0"/>
            </a:endParaRPr>
          </a:p>
          <a:p>
            <a:pPr marR="0" lvl="0">
              <a:lnSpc>
                <a:spcPct val="107000"/>
              </a:lnSpc>
              <a:spcBef>
                <a:spcPts val="0"/>
              </a:spcBef>
              <a:spcAft>
                <a:spcPts val="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2" name="Rectangle 41">
            <a:extLst>
              <a:ext uri="{FF2B5EF4-FFF2-40B4-BE49-F238E27FC236}">
                <a16:creationId xmlns:a16="http://schemas.microsoft.com/office/drawing/2014/main" id="{525F3278-CFF0-4862-9B6C-00D4C9F43A0E}"/>
              </a:ext>
            </a:extLst>
          </p:cNvPr>
          <p:cNvSpPr/>
          <p:nvPr/>
        </p:nvSpPr>
        <p:spPr bwMode="gray">
          <a:xfrm>
            <a:off x="8090155" y="2094318"/>
            <a:ext cx="3489546" cy="4431983"/>
          </a:xfrm>
          <a:prstGeom prst="rect">
            <a:avLst/>
          </a:prstGeom>
          <a:solidFill>
            <a:srgbClr val="F2F2F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43" name="TextBox 42">
            <a:extLst>
              <a:ext uri="{FF2B5EF4-FFF2-40B4-BE49-F238E27FC236}">
                <a16:creationId xmlns:a16="http://schemas.microsoft.com/office/drawing/2014/main" id="{799C7649-8FBA-423C-B7F3-FC4A2D9A8CAF}"/>
              </a:ext>
            </a:extLst>
          </p:cNvPr>
          <p:cNvSpPr txBox="1"/>
          <p:nvPr/>
        </p:nvSpPr>
        <p:spPr>
          <a:xfrm>
            <a:off x="8099984" y="2162478"/>
            <a:ext cx="3395138" cy="281231"/>
          </a:xfrm>
          <a:prstGeom prst="rect">
            <a:avLst/>
          </a:prstGeom>
          <a:noFill/>
        </p:spPr>
        <p:txBody>
          <a:bodyPr wrap="square">
            <a:spAutoFit/>
          </a:bodyPr>
          <a:lstStyle/>
          <a:p>
            <a:pPr marL="342900" marR="0" lvl="0" indent="-342900">
              <a:lnSpc>
                <a:spcPct val="107000"/>
              </a:lnSpc>
              <a:spcBef>
                <a:spcPts val="0"/>
              </a:spcBef>
              <a:spcAft>
                <a:spcPts val="0"/>
              </a:spcAft>
              <a:buFont typeface="+mj-lt"/>
              <a:buAutoNum type="arabicPeriod"/>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9" name="Rectangle 18">
            <a:extLst>
              <a:ext uri="{FF2B5EF4-FFF2-40B4-BE49-F238E27FC236}">
                <a16:creationId xmlns:a16="http://schemas.microsoft.com/office/drawing/2014/main" id="{3FCAAFE1-C252-499D-9702-EBB6A2D539E1}"/>
              </a:ext>
            </a:extLst>
          </p:cNvPr>
          <p:cNvSpPr/>
          <p:nvPr/>
        </p:nvSpPr>
        <p:spPr bwMode="gray">
          <a:xfrm>
            <a:off x="10101942" y="128944"/>
            <a:ext cx="1477759" cy="448661"/>
          </a:xfrm>
          <a:prstGeom prst="rect">
            <a:avLst/>
          </a:prstGeom>
          <a:solidFill>
            <a:schemeClr val="bg1"/>
          </a:solidFill>
          <a:ln w="19050" algn="ctr">
            <a:solidFill>
              <a:srgbClr val="FF0000"/>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t>ILLUSTRATIVE</a:t>
            </a:r>
          </a:p>
        </p:txBody>
      </p:sp>
      <p:sp>
        <p:nvSpPr>
          <p:cNvPr id="48" name="TextBox 47">
            <a:extLst>
              <a:ext uri="{FF2B5EF4-FFF2-40B4-BE49-F238E27FC236}">
                <a16:creationId xmlns:a16="http://schemas.microsoft.com/office/drawing/2014/main" id="{A465EA8E-D09A-4D21-BB32-A33E2CEBAF9C}"/>
              </a:ext>
            </a:extLst>
          </p:cNvPr>
          <p:cNvSpPr txBox="1"/>
          <p:nvPr/>
        </p:nvSpPr>
        <p:spPr>
          <a:xfrm>
            <a:off x="8099984" y="2150624"/>
            <a:ext cx="3395138" cy="4035335"/>
          </a:xfrm>
          <a:prstGeom prst="rect">
            <a:avLst/>
          </a:prstGeom>
          <a:noFill/>
        </p:spPr>
        <p:txBody>
          <a:bodyPr wrap="square">
            <a:spAutoFit/>
          </a:bodyPr>
          <a:lstStyle/>
          <a:p>
            <a:pPr marR="0" lvl="0">
              <a:lnSpc>
                <a:spcPct val="107000"/>
              </a:lnSpc>
              <a:spcBef>
                <a:spcPts val="0"/>
              </a:spcBef>
              <a:spcAft>
                <a:spcPts val="0"/>
              </a:spcAft>
            </a:pPr>
            <a:r>
              <a:rPr lang="en-US" sz="1000" b="1" dirty="0">
                <a:effectLst/>
                <a:latin typeface="Verdana" panose="020B0604030504040204" pitchFamily="34" charset="0"/>
                <a:ea typeface="Calibri" panose="020F0502020204030204" pitchFamily="34" charset="0"/>
                <a:cs typeface="Times New Roman" panose="02020603050405020304" pitchFamily="18" charset="0"/>
              </a:rPr>
              <a:t>9.     Payroll </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Payroll Management </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Support for allowances, reimbursements, loans etc.</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Personal Taxation</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Deductions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Pay slip Run</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PF &amp; Terminal Benefit Management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Gratuity Management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Pension Management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Deputation</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R="0" lvl="0">
              <a:lnSpc>
                <a:spcPct val="107000"/>
              </a:lnSpc>
              <a:spcBef>
                <a:spcPts val="0"/>
              </a:spcBef>
              <a:spcAft>
                <a:spcPts val="0"/>
              </a:spcAft>
            </a:pPr>
            <a:r>
              <a:rPr lang="en-US" sz="1000" b="1" dirty="0">
                <a:effectLst/>
                <a:latin typeface="Verdana" panose="020B0604030504040204" pitchFamily="34" charset="0"/>
                <a:ea typeface="Calibri" panose="020F0502020204030204" pitchFamily="34" charset="0"/>
                <a:cs typeface="Times New Roman" panose="02020603050405020304" pitchFamily="18" charset="0"/>
              </a:rPr>
              <a:t>10.   Employee Status Change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Transfers (Deputation/Job Rotation)</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Promotions </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startAt="11"/>
            </a:pPr>
            <a:r>
              <a:rPr lang="en-US" sz="1000" b="1" dirty="0">
                <a:effectLst/>
                <a:latin typeface="Verdana" panose="020B0604030504040204" pitchFamily="34" charset="0"/>
                <a:ea typeface="Calibri" panose="020F0502020204030204" pitchFamily="34" charset="0"/>
                <a:cs typeface="Times New Roman" panose="02020603050405020304" pitchFamily="18" charset="0"/>
              </a:rPr>
              <a:t>Training</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startAt="11"/>
            </a:pPr>
            <a:r>
              <a:rPr lang="en-US" sz="1000" b="1" dirty="0">
                <a:effectLst/>
                <a:latin typeface="Verdana" panose="020B0604030504040204" pitchFamily="34" charset="0"/>
                <a:ea typeface="Calibri" panose="020F0502020204030204" pitchFamily="34" charset="0"/>
                <a:cs typeface="Times New Roman" panose="02020603050405020304" pitchFamily="18" charset="0"/>
              </a:rPr>
              <a:t>Compensation &amp; Benefits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startAt="11"/>
            </a:pPr>
            <a:r>
              <a:rPr lang="en-US" sz="1000" b="1" dirty="0">
                <a:effectLst/>
                <a:latin typeface="Verdana" panose="020B0604030504040204" pitchFamily="34" charset="0"/>
                <a:ea typeface="Calibri" panose="020F0502020204030204" pitchFamily="34" charset="0"/>
                <a:cs typeface="Times New Roman" panose="02020603050405020304" pitchFamily="18" charset="0"/>
              </a:rPr>
              <a:t>Performance Appraisal</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startAt="11"/>
            </a:pPr>
            <a:r>
              <a:rPr lang="en-US" sz="1000" b="1" dirty="0">
                <a:effectLst/>
                <a:latin typeface="Verdana" panose="020B0604030504040204" pitchFamily="34" charset="0"/>
                <a:ea typeface="Calibri" panose="020F0502020204030204" pitchFamily="34" charset="0"/>
                <a:cs typeface="Times New Roman" panose="02020603050405020304" pitchFamily="18" charset="0"/>
              </a:rPr>
              <a:t>Succession Planning </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startAt="11"/>
            </a:pPr>
            <a:r>
              <a:rPr lang="en-US" sz="1000" b="1" dirty="0">
                <a:effectLst/>
                <a:latin typeface="Verdana" panose="020B0604030504040204" pitchFamily="34" charset="0"/>
                <a:ea typeface="Calibri" panose="020F0502020204030204" pitchFamily="34" charset="0"/>
                <a:cs typeface="Times New Roman" panose="02020603050405020304" pitchFamily="18" charset="0"/>
              </a:rPr>
              <a:t>Staffing </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Manpower Planning</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Recruitment </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Selection</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Hiring </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Confirmation</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0" name="Freeform 1126">
            <a:extLst>
              <a:ext uri="{FF2B5EF4-FFF2-40B4-BE49-F238E27FC236}">
                <a16:creationId xmlns:a16="http://schemas.microsoft.com/office/drawing/2014/main" id="{A899C4FD-2EC9-44A1-AB86-9EF22E150838}"/>
              </a:ext>
            </a:extLst>
          </p:cNvPr>
          <p:cNvSpPr>
            <a:spLocks/>
          </p:cNvSpPr>
          <p:nvPr/>
        </p:nvSpPr>
        <p:spPr bwMode="auto">
          <a:xfrm flipH="1">
            <a:off x="4601695" y="1515001"/>
            <a:ext cx="6978006" cy="474348"/>
          </a:xfrm>
          <a:prstGeom prst="roundRect">
            <a:avLst>
              <a:gd name="adj" fmla="val 10209"/>
            </a:avLst>
          </a:prstGeom>
          <a:solidFill>
            <a:schemeClr val="accent5"/>
          </a:solidFill>
          <a:ln w="25400">
            <a:noFill/>
          </a:ln>
        </p:spPr>
        <p:txBody>
          <a:bodyPr lIns="540000" anchor="ctr"/>
          <a:lstStyle/>
          <a:p>
            <a:pPr algn="ctr"/>
            <a:r>
              <a:rPr lang="en-US" altLang="zh-CN" sz="1100" b="1" dirty="0">
                <a:solidFill>
                  <a:srgbClr val="FFFFFF"/>
                </a:solidFill>
                <a:latin typeface="Verdana" panose="020B0604030504040204" pitchFamily="34" charset="0"/>
                <a:ea typeface="Verdana" panose="020B0604030504040204" pitchFamily="34" charset="0"/>
              </a:rPr>
              <a:t>Human Resource Management </a:t>
            </a:r>
          </a:p>
        </p:txBody>
      </p:sp>
      <p:sp>
        <p:nvSpPr>
          <p:cNvPr id="21" name="Oval 20">
            <a:extLst>
              <a:ext uri="{FF2B5EF4-FFF2-40B4-BE49-F238E27FC236}">
                <a16:creationId xmlns:a16="http://schemas.microsoft.com/office/drawing/2014/main" id="{B12E799B-ACF0-48F7-968A-5CD1A9914D1F}"/>
              </a:ext>
            </a:extLst>
          </p:cNvPr>
          <p:cNvSpPr/>
          <p:nvPr/>
        </p:nvSpPr>
        <p:spPr bwMode="gray">
          <a:xfrm>
            <a:off x="4290429" y="1077412"/>
            <a:ext cx="782525" cy="782525"/>
          </a:xfrm>
          <a:prstGeom prst="ellipse">
            <a:avLst/>
          </a:prstGeom>
          <a:solidFill>
            <a:srgbClr val="FFFFFF"/>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dirty="0">
              <a:solidFill>
                <a:schemeClr val="bg1"/>
              </a:solidFill>
            </a:endParaRPr>
          </a:p>
        </p:txBody>
      </p:sp>
      <p:grpSp>
        <p:nvGrpSpPr>
          <p:cNvPr id="22" name="Group 112">
            <a:extLst>
              <a:ext uri="{FF2B5EF4-FFF2-40B4-BE49-F238E27FC236}">
                <a16:creationId xmlns:a16="http://schemas.microsoft.com/office/drawing/2014/main" id="{826211E0-78AC-4B68-B06B-AFD302A8CD3C}"/>
              </a:ext>
            </a:extLst>
          </p:cNvPr>
          <p:cNvGrpSpPr>
            <a:grpSpLocks noChangeAspect="1"/>
          </p:cNvGrpSpPr>
          <p:nvPr/>
        </p:nvGrpSpPr>
        <p:grpSpPr bwMode="auto">
          <a:xfrm>
            <a:off x="4334026" y="1173207"/>
            <a:ext cx="653113" cy="653113"/>
            <a:chOff x="1157" y="393"/>
            <a:chExt cx="340" cy="340"/>
          </a:xfrm>
          <a:solidFill>
            <a:srgbClr val="0D8390"/>
          </a:solidFill>
        </p:grpSpPr>
        <p:sp>
          <p:nvSpPr>
            <p:cNvPr id="23" name="Freeform 113">
              <a:extLst>
                <a:ext uri="{FF2B5EF4-FFF2-40B4-BE49-F238E27FC236}">
                  <a16:creationId xmlns:a16="http://schemas.microsoft.com/office/drawing/2014/main" id="{17EBE122-260D-4699-9C9B-4C66E49BB102}"/>
                </a:ext>
              </a:extLst>
            </p:cNvPr>
            <p:cNvSpPr>
              <a:spLocks noEditPoints="1"/>
            </p:cNvSpPr>
            <p:nvPr/>
          </p:nvSpPr>
          <p:spPr bwMode="auto">
            <a:xfrm>
              <a:off x="1157" y="393"/>
              <a:ext cx="340" cy="340"/>
            </a:xfrm>
            <a:custGeom>
              <a:avLst/>
              <a:gdLst>
                <a:gd name="T0" fmla="*/ 256 w 512"/>
                <a:gd name="T1" fmla="*/ 22 h 512"/>
                <a:gd name="T2" fmla="*/ 491 w 512"/>
                <a:gd name="T3" fmla="*/ 256 h 512"/>
                <a:gd name="T4" fmla="*/ 256 w 512"/>
                <a:gd name="T5" fmla="*/ 491 h 512"/>
                <a:gd name="T6" fmla="*/ 21 w 512"/>
                <a:gd name="T7" fmla="*/ 256 h 512"/>
                <a:gd name="T8" fmla="*/ 256 w 512"/>
                <a:gd name="T9" fmla="*/ 22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2"/>
                  </a:moveTo>
                  <a:cubicBezTo>
                    <a:pt x="385" y="22"/>
                    <a:pt x="491" y="127"/>
                    <a:pt x="491" y="256"/>
                  </a:cubicBezTo>
                  <a:cubicBezTo>
                    <a:pt x="491" y="386"/>
                    <a:pt x="385" y="491"/>
                    <a:pt x="256" y="491"/>
                  </a:cubicBezTo>
                  <a:cubicBezTo>
                    <a:pt x="127" y="491"/>
                    <a:pt x="21" y="386"/>
                    <a:pt x="21" y="256"/>
                  </a:cubicBezTo>
                  <a:cubicBezTo>
                    <a:pt x="21" y="127"/>
                    <a:pt x="127" y="22"/>
                    <a:pt x="256" y="22"/>
                  </a:cubicBezTo>
                  <a:moveTo>
                    <a:pt x="256" y="0"/>
                  </a:moveTo>
                  <a:cubicBezTo>
                    <a:pt x="115" y="0"/>
                    <a:pt x="0" y="115"/>
                    <a:pt x="0" y="256"/>
                  </a:cubicBezTo>
                  <a:cubicBezTo>
                    <a:pt x="0" y="398"/>
                    <a:pt x="115" y="512"/>
                    <a:pt x="256" y="512"/>
                  </a:cubicBezTo>
                  <a:cubicBezTo>
                    <a:pt x="397" y="512"/>
                    <a:pt x="512" y="398"/>
                    <a:pt x="512" y="256"/>
                  </a:cubicBezTo>
                  <a:cubicBezTo>
                    <a:pt x="512" y="115"/>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00" dirty="0">
                <a:latin typeface="华文细黑" panose="02010600040101010101" pitchFamily="2" charset="-122"/>
                <a:ea typeface="华文细黑" panose="02010600040101010101" pitchFamily="2" charset="-122"/>
              </a:endParaRPr>
            </a:p>
          </p:txBody>
        </p:sp>
        <p:sp>
          <p:nvSpPr>
            <p:cNvPr id="24" name="Freeform 114">
              <a:extLst>
                <a:ext uri="{FF2B5EF4-FFF2-40B4-BE49-F238E27FC236}">
                  <a16:creationId xmlns:a16="http://schemas.microsoft.com/office/drawing/2014/main" id="{693CAF73-FA4F-48D3-9B74-53B11C2A1F69}"/>
                </a:ext>
              </a:extLst>
            </p:cNvPr>
            <p:cNvSpPr>
              <a:spLocks noEditPoints="1"/>
            </p:cNvSpPr>
            <p:nvPr/>
          </p:nvSpPr>
          <p:spPr bwMode="auto">
            <a:xfrm>
              <a:off x="1221" y="457"/>
              <a:ext cx="212" cy="177"/>
            </a:xfrm>
            <a:custGeom>
              <a:avLst/>
              <a:gdLst>
                <a:gd name="T0" fmla="*/ 288 w 320"/>
                <a:gd name="T1" fmla="*/ 203 h 267"/>
                <a:gd name="T2" fmla="*/ 277 w 320"/>
                <a:gd name="T3" fmla="*/ 128 h 267"/>
                <a:gd name="T4" fmla="*/ 171 w 320"/>
                <a:gd name="T5" fmla="*/ 75 h 267"/>
                <a:gd name="T6" fmla="*/ 203 w 320"/>
                <a:gd name="T7" fmla="*/ 64 h 267"/>
                <a:gd name="T8" fmla="*/ 192 w 320"/>
                <a:gd name="T9" fmla="*/ 0 h 267"/>
                <a:gd name="T10" fmla="*/ 117 w 320"/>
                <a:gd name="T11" fmla="*/ 11 h 267"/>
                <a:gd name="T12" fmla="*/ 128 w 320"/>
                <a:gd name="T13" fmla="*/ 75 h 267"/>
                <a:gd name="T14" fmla="*/ 149 w 320"/>
                <a:gd name="T15" fmla="*/ 128 h 267"/>
                <a:gd name="T16" fmla="*/ 32 w 320"/>
                <a:gd name="T17" fmla="*/ 139 h 267"/>
                <a:gd name="T18" fmla="*/ 11 w 320"/>
                <a:gd name="T19" fmla="*/ 203 h 267"/>
                <a:gd name="T20" fmla="*/ 0 w 320"/>
                <a:gd name="T21" fmla="*/ 256 h 267"/>
                <a:gd name="T22" fmla="*/ 75 w 320"/>
                <a:gd name="T23" fmla="*/ 267 h 267"/>
                <a:gd name="T24" fmla="*/ 85 w 320"/>
                <a:gd name="T25" fmla="*/ 214 h 267"/>
                <a:gd name="T26" fmla="*/ 53 w 320"/>
                <a:gd name="T27" fmla="*/ 203 h 267"/>
                <a:gd name="T28" fmla="*/ 149 w 320"/>
                <a:gd name="T29" fmla="*/ 150 h 267"/>
                <a:gd name="T30" fmla="*/ 128 w 320"/>
                <a:gd name="T31" fmla="*/ 203 h 267"/>
                <a:gd name="T32" fmla="*/ 117 w 320"/>
                <a:gd name="T33" fmla="*/ 256 h 267"/>
                <a:gd name="T34" fmla="*/ 192 w 320"/>
                <a:gd name="T35" fmla="*/ 267 h 267"/>
                <a:gd name="T36" fmla="*/ 203 w 320"/>
                <a:gd name="T37" fmla="*/ 214 h 267"/>
                <a:gd name="T38" fmla="*/ 171 w 320"/>
                <a:gd name="T39" fmla="*/ 203 h 267"/>
                <a:gd name="T40" fmla="*/ 267 w 320"/>
                <a:gd name="T41" fmla="*/ 150 h 267"/>
                <a:gd name="T42" fmla="*/ 245 w 320"/>
                <a:gd name="T43" fmla="*/ 203 h 267"/>
                <a:gd name="T44" fmla="*/ 235 w 320"/>
                <a:gd name="T45" fmla="*/ 256 h 267"/>
                <a:gd name="T46" fmla="*/ 309 w 320"/>
                <a:gd name="T47" fmla="*/ 267 h 267"/>
                <a:gd name="T48" fmla="*/ 320 w 320"/>
                <a:gd name="T49" fmla="*/ 214 h 267"/>
                <a:gd name="T50" fmla="*/ 139 w 320"/>
                <a:gd name="T51" fmla="*/ 22 h 267"/>
                <a:gd name="T52" fmla="*/ 181 w 320"/>
                <a:gd name="T53" fmla="*/ 54 h 267"/>
                <a:gd name="T54" fmla="*/ 139 w 320"/>
                <a:gd name="T55" fmla="*/ 22 h 267"/>
                <a:gd name="T56" fmla="*/ 21 w 320"/>
                <a:gd name="T57" fmla="*/ 246 h 267"/>
                <a:gd name="T58" fmla="*/ 64 w 320"/>
                <a:gd name="T59" fmla="*/ 224 h 267"/>
                <a:gd name="T60" fmla="*/ 181 w 320"/>
                <a:gd name="T61" fmla="*/ 246 h 267"/>
                <a:gd name="T62" fmla="*/ 139 w 320"/>
                <a:gd name="T63" fmla="*/ 224 h 267"/>
                <a:gd name="T64" fmla="*/ 181 w 320"/>
                <a:gd name="T65" fmla="*/ 246 h 267"/>
                <a:gd name="T66" fmla="*/ 256 w 320"/>
                <a:gd name="T67" fmla="*/ 246 h 267"/>
                <a:gd name="T68" fmla="*/ 299 w 320"/>
                <a:gd name="T69" fmla="*/ 224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20" h="267">
                  <a:moveTo>
                    <a:pt x="309" y="203"/>
                  </a:moveTo>
                  <a:cubicBezTo>
                    <a:pt x="288" y="203"/>
                    <a:pt x="288" y="203"/>
                    <a:pt x="288" y="203"/>
                  </a:cubicBezTo>
                  <a:cubicBezTo>
                    <a:pt x="288" y="139"/>
                    <a:pt x="288" y="139"/>
                    <a:pt x="288" y="139"/>
                  </a:cubicBezTo>
                  <a:cubicBezTo>
                    <a:pt x="288" y="133"/>
                    <a:pt x="283" y="128"/>
                    <a:pt x="277" y="128"/>
                  </a:cubicBezTo>
                  <a:cubicBezTo>
                    <a:pt x="171" y="128"/>
                    <a:pt x="171" y="128"/>
                    <a:pt x="171" y="128"/>
                  </a:cubicBezTo>
                  <a:cubicBezTo>
                    <a:pt x="171" y="75"/>
                    <a:pt x="171" y="75"/>
                    <a:pt x="171" y="75"/>
                  </a:cubicBezTo>
                  <a:cubicBezTo>
                    <a:pt x="192" y="75"/>
                    <a:pt x="192" y="75"/>
                    <a:pt x="192" y="75"/>
                  </a:cubicBezTo>
                  <a:cubicBezTo>
                    <a:pt x="198" y="75"/>
                    <a:pt x="203" y="70"/>
                    <a:pt x="203" y="64"/>
                  </a:cubicBezTo>
                  <a:cubicBezTo>
                    <a:pt x="203" y="11"/>
                    <a:pt x="203" y="11"/>
                    <a:pt x="203" y="11"/>
                  </a:cubicBezTo>
                  <a:cubicBezTo>
                    <a:pt x="203" y="5"/>
                    <a:pt x="198" y="0"/>
                    <a:pt x="192" y="0"/>
                  </a:cubicBezTo>
                  <a:cubicBezTo>
                    <a:pt x="128" y="0"/>
                    <a:pt x="128" y="0"/>
                    <a:pt x="128" y="0"/>
                  </a:cubicBezTo>
                  <a:cubicBezTo>
                    <a:pt x="122" y="0"/>
                    <a:pt x="117" y="5"/>
                    <a:pt x="117" y="11"/>
                  </a:cubicBezTo>
                  <a:cubicBezTo>
                    <a:pt x="117" y="64"/>
                    <a:pt x="117" y="64"/>
                    <a:pt x="117" y="64"/>
                  </a:cubicBezTo>
                  <a:cubicBezTo>
                    <a:pt x="117" y="70"/>
                    <a:pt x="122" y="75"/>
                    <a:pt x="128" y="75"/>
                  </a:cubicBezTo>
                  <a:cubicBezTo>
                    <a:pt x="149" y="75"/>
                    <a:pt x="149" y="75"/>
                    <a:pt x="149" y="75"/>
                  </a:cubicBezTo>
                  <a:cubicBezTo>
                    <a:pt x="149" y="128"/>
                    <a:pt x="149" y="128"/>
                    <a:pt x="149" y="128"/>
                  </a:cubicBezTo>
                  <a:cubicBezTo>
                    <a:pt x="43" y="128"/>
                    <a:pt x="43" y="128"/>
                    <a:pt x="43" y="128"/>
                  </a:cubicBezTo>
                  <a:cubicBezTo>
                    <a:pt x="37" y="128"/>
                    <a:pt x="32" y="133"/>
                    <a:pt x="32" y="139"/>
                  </a:cubicBezTo>
                  <a:cubicBezTo>
                    <a:pt x="32" y="203"/>
                    <a:pt x="32" y="203"/>
                    <a:pt x="32" y="203"/>
                  </a:cubicBezTo>
                  <a:cubicBezTo>
                    <a:pt x="11" y="203"/>
                    <a:pt x="11" y="203"/>
                    <a:pt x="11" y="203"/>
                  </a:cubicBezTo>
                  <a:cubicBezTo>
                    <a:pt x="5" y="203"/>
                    <a:pt x="0" y="208"/>
                    <a:pt x="0" y="214"/>
                  </a:cubicBezTo>
                  <a:cubicBezTo>
                    <a:pt x="0" y="256"/>
                    <a:pt x="0" y="256"/>
                    <a:pt x="0" y="256"/>
                  </a:cubicBezTo>
                  <a:cubicBezTo>
                    <a:pt x="0" y="262"/>
                    <a:pt x="5" y="267"/>
                    <a:pt x="11" y="267"/>
                  </a:cubicBezTo>
                  <a:cubicBezTo>
                    <a:pt x="75" y="267"/>
                    <a:pt x="75" y="267"/>
                    <a:pt x="75" y="267"/>
                  </a:cubicBezTo>
                  <a:cubicBezTo>
                    <a:pt x="81" y="267"/>
                    <a:pt x="85" y="262"/>
                    <a:pt x="85" y="256"/>
                  </a:cubicBezTo>
                  <a:cubicBezTo>
                    <a:pt x="85" y="214"/>
                    <a:pt x="85" y="214"/>
                    <a:pt x="85" y="214"/>
                  </a:cubicBezTo>
                  <a:cubicBezTo>
                    <a:pt x="85" y="208"/>
                    <a:pt x="81" y="203"/>
                    <a:pt x="75" y="203"/>
                  </a:cubicBezTo>
                  <a:cubicBezTo>
                    <a:pt x="53" y="203"/>
                    <a:pt x="53" y="203"/>
                    <a:pt x="53" y="203"/>
                  </a:cubicBezTo>
                  <a:cubicBezTo>
                    <a:pt x="53" y="150"/>
                    <a:pt x="53" y="150"/>
                    <a:pt x="53" y="150"/>
                  </a:cubicBezTo>
                  <a:cubicBezTo>
                    <a:pt x="149" y="150"/>
                    <a:pt x="149" y="150"/>
                    <a:pt x="149" y="150"/>
                  </a:cubicBezTo>
                  <a:cubicBezTo>
                    <a:pt x="149" y="203"/>
                    <a:pt x="149" y="203"/>
                    <a:pt x="149" y="203"/>
                  </a:cubicBezTo>
                  <a:cubicBezTo>
                    <a:pt x="128" y="203"/>
                    <a:pt x="128" y="203"/>
                    <a:pt x="128" y="203"/>
                  </a:cubicBezTo>
                  <a:cubicBezTo>
                    <a:pt x="122" y="203"/>
                    <a:pt x="117" y="208"/>
                    <a:pt x="117" y="214"/>
                  </a:cubicBezTo>
                  <a:cubicBezTo>
                    <a:pt x="117" y="256"/>
                    <a:pt x="117" y="256"/>
                    <a:pt x="117" y="256"/>
                  </a:cubicBezTo>
                  <a:cubicBezTo>
                    <a:pt x="117" y="262"/>
                    <a:pt x="122" y="267"/>
                    <a:pt x="128" y="267"/>
                  </a:cubicBezTo>
                  <a:cubicBezTo>
                    <a:pt x="192" y="267"/>
                    <a:pt x="192" y="267"/>
                    <a:pt x="192" y="267"/>
                  </a:cubicBezTo>
                  <a:cubicBezTo>
                    <a:pt x="198" y="267"/>
                    <a:pt x="203" y="262"/>
                    <a:pt x="203" y="256"/>
                  </a:cubicBezTo>
                  <a:cubicBezTo>
                    <a:pt x="203" y="214"/>
                    <a:pt x="203" y="214"/>
                    <a:pt x="203" y="214"/>
                  </a:cubicBezTo>
                  <a:cubicBezTo>
                    <a:pt x="203" y="208"/>
                    <a:pt x="198" y="203"/>
                    <a:pt x="192" y="203"/>
                  </a:cubicBezTo>
                  <a:cubicBezTo>
                    <a:pt x="171" y="203"/>
                    <a:pt x="171" y="203"/>
                    <a:pt x="171" y="203"/>
                  </a:cubicBezTo>
                  <a:cubicBezTo>
                    <a:pt x="171" y="150"/>
                    <a:pt x="171" y="150"/>
                    <a:pt x="171" y="150"/>
                  </a:cubicBezTo>
                  <a:cubicBezTo>
                    <a:pt x="267" y="150"/>
                    <a:pt x="267" y="150"/>
                    <a:pt x="267" y="150"/>
                  </a:cubicBezTo>
                  <a:cubicBezTo>
                    <a:pt x="267" y="203"/>
                    <a:pt x="267" y="203"/>
                    <a:pt x="267" y="203"/>
                  </a:cubicBezTo>
                  <a:cubicBezTo>
                    <a:pt x="245" y="203"/>
                    <a:pt x="245" y="203"/>
                    <a:pt x="245" y="203"/>
                  </a:cubicBezTo>
                  <a:cubicBezTo>
                    <a:pt x="239" y="203"/>
                    <a:pt x="235" y="208"/>
                    <a:pt x="235" y="214"/>
                  </a:cubicBezTo>
                  <a:cubicBezTo>
                    <a:pt x="235" y="256"/>
                    <a:pt x="235" y="256"/>
                    <a:pt x="235" y="256"/>
                  </a:cubicBezTo>
                  <a:cubicBezTo>
                    <a:pt x="235" y="262"/>
                    <a:pt x="239" y="267"/>
                    <a:pt x="245" y="267"/>
                  </a:cubicBezTo>
                  <a:cubicBezTo>
                    <a:pt x="309" y="267"/>
                    <a:pt x="309" y="267"/>
                    <a:pt x="309" y="267"/>
                  </a:cubicBezTo>
                  <a:cubicBezTo>
                    <a:pt x="315" y="267"/>
                    <a:pt x="320" y="262"/>
                    <a:pt x="320" y="256"/>
                  </a:cubicBezTo>
                  <a:cubicBezTo>
                    <a:pt x="320" y="214"/>
                    <a:pt x="320" y="214"/>
                    <a:pt x="320" y="214"/>
                  </a:cubicBezTo>
                  <a:cubicBezTo>
                    <a:pt x="320" y="208"/>
                    <a:pt x="315" y="203"/>
                    <a:pt x="309" y="203"/>
                  </a:cubicBezTo>
                  <a:close/>
                  <a:moveTo>
                    <a:pt x="139" y="22"/>
                  </a:moveTo>
                  <a:cubicBezTo>
                    <a:pt x="181" y="22"/>
                    <a:pt x="181" y="22"/>
                    <a:pt x="181" y="22"/>
                  </a:cubicBezTo>
                  <a:cubicBezTo>
                    <a:pt x="181" y="54"/>
                    <a:pt x="181" y="54"/>
                    <a:pt x="181" y="54"/>
                  </a:cubicBezTo>
                  <a:cubicBezTo>
                    <a:pt x="139" y="54"/>
                    <a:pt x="139" y="54"/>
                    <a:pt x="139" y="54"/>
                  </a:cubicBezTo>
                  <a:lnTo>
                    <a:pt x="139" y="22"/>
                  </a:lnTo>
                  <a:close/>
                  <a:moveTo>
                    <a:pt x="64" y="246"/>
                  </a:moveTo>
                  <a:cubicBezTo>
                    <a:pt x="21" y="246"/>
                    <a:pt x="21" y="246"/>
                    <a:pt x="21" y="246"/>
                  </a:cubicBezTo>
                  <a:cubicBezTo>
                    <a:pt x="21" y="224"/>
                    <a:pt x="21" y="224"/>
                    <a:pt x="21" y="224"/>
                  </a:cubicBezTo>
                  <a:cubicBezTo>
                    <a:pt x="64" y="224"/>
                    <a:pt x="64" y="224"/>
                    <a:pt x="64" y="224"/>
                  </a:cubicBezTo>
                  <a:lnTo>
                    <a:pt x="64" y="246"/>
                  </a:lnTo>
                  <a:close/>
                  <a:moveTo>
                    <a:pt x="181" y="246"/>
                  </a:moveTo>
                  <a:cubicBezTo>
                    <a:pt x="139" y="246"/>
                    <a:pt x="139" y="246"/>
                    <a:pt x="139" y="246"/>
                  </a:cubicBezTo>
                  <a:cubicBezTo>
                    <a:pt x="139" y="224"/>
                    <a:pt x="139" y="224"/>
                    <a:pt x="139" y="224"/>
                  </a:cubicBezTo>
                  <a:cubicBezTo>
                    <a:pt x="181" y="224"/>
                    <a:pt x="181" y="224"/>
                    <a:pt x="181" y="224"/>
                  </a:cubicBezTo>
                  <a:lnTo>
                    <a:pt x="181" y="246"/>
                  </a:lnTo>
                  <a:close/>
                  <a:moveTo>
                    <a:pt x="299" y="246"/>
                  </a:moveTo>
                  <a:cubicBezTo>
                    <a:pt x="256" y="246"/>
                    <a:pt x="256" y="246"/>
                    <a:pt x="256" y="246"/>
                  </a:cubicBezTo>
                  <a:cubicBezTo>
                    <a:pt x="256" y="224"/>
                    <a:pt x="256" y="224"/>
                    <a:pt x="256" y="224"/>
                  </a:cubicBezTo>
                  <a:cubicBezTo>
                    <a:pt x="299" y="224"/>
                    <a:pt x="299" y="224"/>
                    <a:pt x="299" y="224"/>
                  </a:cubicBezTo>
                  <a:lnTo>
                    <a:pt x="299" y="24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00" dirty="0">
                <a:latin typeface="华文细黑" panose="02010600040101010101" pitchFamily="2" charset="-122"/>
                <a:ea typeface="华文细黑" panose="02010600040101010101" pitchFamily="2" charset="-122"/>
              </a:endParaRPr>
            </a:p>
          </p:txBody>
        </p:sp>
      </p:grpSp>
    </p:spTree>
    <p:extLst>
      <p:ext uri="{BB962C8B-B14F-4D97-AF65-F5344CB8AC3E}">
        <p14:creationId xmlns:p14="http://schemas.microsoft.com/office/powerpoint/2010/main" val="2053754734"/>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0A54A5B-6898-4D19-A56E-5A85C5E9F598}"/>
              </a:ext>
            </a:extLst>
          </p:cNvPr>
          <p:cNvGraphicFramePr>
            <a:graphicFrameLocks noChangeAspect="1"/>
          </p:cNvGraphicFramePr>
          <p:nvPr>
            <p:custDataLst>
              <p:tags r:id="rId1"/>
            </p:custDataLst>
            <p:extLst>
              <p:ext uri="{D42A27DB-BD31-4B8C-83A1-F6EECF244321}">
                <p14:modId xmlns:p14="http://schemas.microsoft.com/office/powerpoint/2010/main" val="9802398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6" name="Object 5" hidden="1">
                        <a:extLst>
                          <a:ext uri="{FF2B5EF4-FFF2-40B4-BE49-F238E27FC236}">
                            <a16:creationId xmlns:a16="http://schemas.microsoft.com/office/drawing/2014/main" id="{40A54A5B-6898-4D19-A56E-5A85C5E9F59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6C1B9A7E-A96E-49BB-9F86-B04BADC8F3F8}"/>
              </a:ext>
            </a:extLst>
          </p:cNvPr>
          <p:cNvSpPr/>
          <p:nvPr>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algn="ctr">
              <a:lnSpc>
                <a:spcPct val="106000"/>
              </a:lnSpc>
            </a:pPr>
            <a:endParaRPr lang="en-US" sz="2100" dirty="0">
              <a:solidFill>
                <a:schemeClr val="bg1"/>
              </a:solidFill>
              <a:latin typeface="Calibri" panose="020F0502020204030204" pitchFamily="34" charset="0"/>
              <a:ea typeface="+mj-ea"/>
              <a:cs typeface="Calibri Light" panose="020F0302020204030204" pitchFamily="34" charset="0"/>
              <a:sym typeface="Calibri" panose="020F0502020204030204" pitchFamily="34" charset="0"/>
            </a:endParaRPr>
          </a:p>
        </p:txBody>
      </p:sp>
      <p:sp>
        <p:nvSpPr>
          <p:cNvPr id="2" name="Text Placeholder 1">
            <a:extLst>
              <a:ext uri="{FF2B5EF4-FFF2-40B4-BE49-F238E27FC236}">
                <a16:creationId xmlns:a16="http://schemas.microsoft.com/office/drawing/2014/main" id="{98E80031-8172-46EF-A09D-515BC7C7E4DD}"/>
              </a:ext>
            </a:extLst>
          </p:cNvPr>
          <p:cNvSpPr>
            <a:spLocks noGrp="1"/>
          </p:cNvSpPr>
          <p:nvPr>
            <p:ph type="body" sz="quarter" idx="13"/>
          </p:nvPr>
        </p:nvSpPr>
        <p:spPr/>
        <p:txBody>
          <a:bodyPr/>
          <a:lstStyle/>
          <a:p>
            <a:pPr algn="just"/>
            <a:r>
              <a:rPr lang="en-US" sz="1800" dirty="0">
                <a:solidFill>
                  <a:srgbClr val="575757"/>
                </a:solidFill>
                <a:latin typeface="+mn-lt"/>
              </a:rPr>
              <a:t>As part of structured approach, we look forward to discuss identified set of core and subprocesses for each module with concerned DPL stakeholders </a:t>
            </a:r>
          </a:p>
          <a:p>
            <a:endParaRPr lang="en-IN" dirty="0"/>
          </a:p>
        </p:txBody>
      </p:sp>
      <p:sp>
        <p:nvSpPr>
          <p:cNvPr id="3" name="Title 2">
            <a:extLst>
              <a:ext uri="{FF2B5EF4-FFF2-40B4-BE49-F238E27FC236}">
                <a16:creationId xmlns:a16="http://schemas.microsoft.com/office/drawing/2014/main" id="{498839CE-6022-4903-85B8-3EB71AB5FE23}"/>
              </a:ext>
            </a:extLst>
          </p:cNvPr>
          <p:cNvSpPr>
            <a:spLocks noGrp="1"/>
          </p:cNvSpPr>
          <p:nvPr>
            <p:ph type="title"/>
          </p:nvPr>
        </p:nvSpPr>
        <p:spPr/>
        <p:txBody>
          <a:bodyPr vert="horz"/>
          <a:lstStyle/>
          <a:p>
            <a:r>
              <a:rPr lang="en-US" dirty="0"/>
              <a:t>Identified List of Core &amp; Subprocesses (3/3)</a:t>
            </a:r>
            <a:endParaRPr lang="en-IN" dirty="0"/>
          </a:p>
        </p:txBody>
      </p:sp>
      <p:sp>
        <p:nvSpPr>
          <p:cNvPr id="28" name="Freeform 1126">
            <a:extLst>
              <a:ext uri="{FF2B5EF4-FFF2-40B4-BE49-F238E27FC236}">
                <a16:creationId xmlns:a16="http://schemas.microsoft.com/office/drawing/2014/main" id="{E79E1C82-C6E2-4527-9BA4-C628CACEB4BB}"/>
              </a:ext>
            </a:extLst>
          </p:cNvPr>
          <p:cNvSpPr>
            <a:spLocks/>
          </p:cNvSpPr>
          <p:nvPr/>
        </p:nvSpPr>
        <p:spPr bwMode="auto">
          <a:xfrm flipH="1">
            <a:off x="806086" y="1535590"/>
            <a:ext cx="3334152" cy="465791"/>
          </a:xfrm>
          <a:prstGeom prst="roundRect">
            <a:avLst>
              <a:gd name="adj" fmla="val 10209"/>
            </a:avLst>
          </a:prstGeom>
          <a:solidFill>
            <a:schemeClr val="accent5"/>
          </a:solidFill>
          <a:ln w="25400">
            <a:noFill/>
          </a:ln>
        </p:spPr>
        <p:txBody>
          <a:bodyPr lIns="540000" anchor="ctr"/>
          <a:lstStyle/>
          <a:p>
            <a:pPr algn="ctr"/>
            <a:r>
              <a:rPr lang="en-US" altLang="zh-CN" sz="1100" b="1" dirty="0">
                <a:solidFill>
                  <a:srgbClr val="FFFFFF"/>
                </a:solidFill>
                <a:latin typeface="Verdana" panose="020B0604030504040204" pitchFamily="34" charset="0"/>
                <a:ea typeface="Verdana" panose="020B0604030504040204" pitchFamily="34" charset="0"/>
              </a:rPr>
              <a:t>Human Resource Management </a:t>
            </a:r>
          </a:p>
        </p:txBody>
      </p:sp>
      <p:sp>
        <p:nvSpPr>
          <p:cNvPr id="35" name="Rectangle 34">
            <a:extLst>
              <a:ext uri="{FF2B5EF4-FFF2-40B4-BE49-F238E27FC236}">
                <a16:creationId xmlns:a16="http://schemas.microsoft.com/office/drawing/2014/main" id="{403BA477-4CC7-4DF2-8A70-C3CA88C44697}"/>
              </a:ext>
            </a:extLst>
          </p:cNvPr>
          <p:cNvSpPr/>
          <p:nvPr/>
        </p:nvSpPr>
        <p:spPr bwMode="gray">
          <a:xfrm>
            <a:off x="434482" y="2106349"/>
            <a:ext cx="3705756" cy="4431983"/>
          </a:xfrm>
          <a:prstGeom prst="rect">
            <a:avLst/>
          </a:prstGeom>
          <a:solidFill>
            <a:srgbClr val="F2F2F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37" name="TextBox 36">
            <a:extLst>
              <a:ext uri="{FF2B5EF4-FFF2-40B4-BE49-F238E27FC236}">
                <a16:creationId xmlns:a16="http://schemas.microsoft.com/office/drawing/2014/main" id="{B54357C4-B6B4-4414-A02F-7E1ECDDF9DD2}"/>
              </a:ext>
            </a:extLst>
          </p:cNvPr>
          <p:cNvSpPr txBox="1"/>
          <p:nvPr/>
        </p:nvSpPr>
        <p:spPr>
          <a:xfrm>
            <a:off x="434482" y="2106350"/>
            <a:ext cx="3395138" cy="2224070"/>
          </a:xfrm>
          <a:prstGeom prst="rect">
            <a:avLst/>
          </a:prstGeom>
          <a:noFill/>
        </p:spPr>
        <p:txBody>
          <a:bodyPr wrap="square">
            <a:spAutoFit/>
          </a:bodyPr>
          <a:lstStyle/>
          <a:p>
            <a:pPr marL="342900" marR="0" lvl="0" indent="-342900">
              <a:lnSpc>
                <a:spcPct val="107000"/>
              </a:lnSpc>
              <a:spcBef>
                <a:spcPts val="0"/>
              </a:spcBef>
              <a:spcAft>
                <a:spcPts val="0"/>
              </a:spcAft>
              <a:buFont typeface="+mj-lt"/>
              <a:buAutoNum type="arabicPeriod" startAt="16"/>
            </a:pPr>
            <a:r>
              <a:rPr lang="en-US" sz="1000" b="1" dirty="0">
                <a:effectLst/>
                <a:latin typeface="Verdana" panose="020B0604030504040204" pitchFamily="34" charset="0"/>
                <a:ea typeface="Calibri" panose="020F0502020204030204" pitchFamily="34" charset="0"/>
                <a:cs typeface="Times New Roman" panose="02020603050405020304" pitchFamily="18" charset="0"/>
              </a:rPr>
              <a:t>Grievance Redressal </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startAt="16"/>
            </a:pPr>
            <a:r>
              <a:rPr lang="en-US" sz="1000" b="1" dirty="0">
                <a:effectLst/>
                <a:latin typeface="Verdana" panose="020B0604030504040204" pitchFamily="34" charset="0"/>
                <a:ea typeface="Calibri" panose="020F0502020204030204" pitchFamily="34" charset="0"/>
                <a:cs typeface="Times New Roman" panose="02020603050405020304" pitchFamily="18" charset="0"/>
              </a:rPr>
              <a:t>Legal </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startAt="16"/>
            </a:pPr>
            <a:r>
              <a:rPr lang="en-US" sz="1000" b="1" dirty="0">
                <a:effectLst/>
                <a:latin typeface="Verdana" panose="020B0604030504040204" pitchFamily="34" charset="0"/>
                <a:ea typeface="Calibri" panose="020F0502020204030204" pitchFamily="34" charset="0"/>
                <a:cs typeface="Times New Roman" panose="02020603050405020304" pitchFamily="18" charset="0"/>
              </a:rPr>
              <a:t>Occupational Health </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startAt="16"/>
            </a:pPr>
            <a:r>
              <a:rPr lang="en-US" sz="1000" b="1" dirty="0">
                <a:effectLst/>
                <a:latin typeface="Verdana" panose="020B0604030504040204" pitchFamily="34" charset="0"/>
                <a:ea typeface="Calibri" panose="020F0502020204030204" pitchFamily="34" charset="0"/>
                <a:cs typeface="Times New Roman" panose="02020603050405020304" pitchFamily="18" charset="0"/>
              </a:rPr>
              <a:t>HR&amp;A Dashboard</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startAt="16"/>
            </a:pPr>
            <a:r>
              <a:rPr lang="en-US" sz="1000" b="1" dirty="0">
                <a:effectLst/>
                <a:latin typeface="Verdana" panose="020B0604030504040204" pitchFamily="34" charset="0"/>
                <a:ea typeface="Calibri" panose="020F0502020204030204" pitchFamily="34" charset="0"/>
                <a:cs typeface="Times New Roman" panose="02020603050405020304" pitchFamily="18" charset="0"/>
              </a:rPr>
              <a:t>Administration</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Travel Management </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E-Payment </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Guest House Room Booking</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Quarter Allotment </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Procurement and issuance of medicines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Employee Welfare and CSR</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startAt="21"/>
            </a:pPr>
            <a:r>
              <a:rPr lang="en-US" sz="1000" b="1" dirty="0">
                <a:effectLst/>
                <a:latin typeface="Verdana" panose="020B0604030504040204" pitchFamily="34" charset="0"/>
                <a:ea typeface="Calibri" panose="020F0502020204030204" pitchFamily="34" charset="0"/>
                <a:cs typeface="Times New Roman" panose="02020603050405020304" pitchFamily="18" charset="0"/>
              </a:rPr>
              <a:t>Performance Linked Incentive Scheme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startAt="21"/>
            </a:pPr>
            <a:r>
              <a:rPr lang="en-US" sz="1000" b="1" dirty="0">
                <a:effectLst/>
                <a:latin typeface="Verdana" panose="020B0604030504040204" pitchFamily="34" charset="0"/>
                <a:ea typeface="Calibri" panose="020F0502020204030204" pitchFamily="34" charset="0"/>
                <a:cs typeface="Times New Roman" panose="02020603050405020304" pitchFamily="18" charset="0"/>
              </a:rPr>
              <a:t>E - Exit (Full and Final Settlement)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0" name="Rectangle 39">
            <a:extLst>
              <a:ext uri="{FF2B5EF4-FFF2-40B4-BE49-F238E27FC236}">
                <a16:creationId xmlns:a16="http://schemas.microsoft.com/office/drawing/2014/main" id="{642AAD51-BF56-4B7C-9066-82C4E5CA1867}"/>
              </a:ext>
            </a:extLst>
          </p:cNvPr>
          <p:cNvSpPr/>
          <p:nvPr/>
        </p:nvSpPr>
        <p:spPr bwMode="gray">
          <a:xfrm>
            <a:off x="4341628" y="2106350"/>
            <a:ext cx="3705756" cy="4431983"/>
          </a:xfrm>
          <a:prstGeom prst="rect">
            <a:avLst/>
          </a:prstGeom>
          <a:solidFill>
            <a:srgbClr val="F2F2F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41" name="TextBox 40">
            <a:extLst>
              <a:ext uri="{FF2B5EF4-FFF2-40B4-BE49-F238E27FC236}">
                <a16:creationId xmlns:a16="http://schemas.microsoft.com/office/drawing/2014/main" id="{9E499356-3B17-48BA-8ABA-03747159A3BA}"/>
              </a:ext>
            </a:extLst>
          </p:cNvPr>
          <p:cNvSpPr txBox="1"/>
          <p:nvPr/>
        </p:nvSpPr>
        <p:spPr>
          <a:xfrm>
            <a:off x="4341628" y="2087602"/>
            <a:ext cx="3395138" cy="4796698"/>
          </a:xfrm>
          <a:prstGeom prst="rect">
            <a:avLst/>
          </a:prstGeom>
          <a:noFill/>
        </p:spPr>
        <p:txBody>
          <a:bodyPr wrap="square">
            <a:spAutoFit/>
          </a:bodyPr>
          <a:lstStyle/>
          <a:p>
            <a:pPr marL="342900" marR="0" lvl="0" indent="-342900">
              <a:lnSpc>
                <a:spcPct val="107000"/>
              </a:lnSpc>
              <a:spcBef>
                <a:spcPts val="0"/>
              </a:spcBef>
              <a:spcAft>
                <a:spcPts val="0"/>
              </a:spcAft>
              <a:buFont typeface="+mj-lt"/>
              <a:buAutoNum type="arabicPeriod"/>
            </a:pPr>
            <a:r>
              <a:rPr lang="en-US" sz="1000" b="1" dirty="0">
                <a:effectLst/>
                <a:latin typeface="Verdana" panose="020B0604030504040204" pitchFamily="34" charset="0"/>
                <a:ea typeface="Calibri" panose="020F0502020204030204" pitchFamily="34" charset="0"/>
                <a:cs typeface="Times New Roman" panose="02020603050405020304" pitchFamily="18" charset="0"/>
              </a:rPr>
              <a:t>Plant Maintenance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General</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Breakdown Maintenance </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Preventive Maintenance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Engineering Declaration</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Unit Overhauling</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R="0" lvl="0">
              <a:lnSpc>
                <a:spcPct val="107000"/>
              </a:lnSpc>
              <a:spcBef>
                <a:spcPts val="0"/>
              </a:spcBef>
              <a:spcAft>
                <a:spcPts val="0"/>
              </a:spcAft>
            </a:pPr>
            <a:r>
              <a:rPr lang="en-US" sz="1000" b="1" dirty="0">
                <a:effectLst/>
                <a:latin typeface="Verdana" panose="020B0604030504040204" pitchFamily="34" charset="0"/>
                <a:ea typeface="Calibri" panose="020F0502020204030204" pitchFamily="34" charset="0"/>
                <a:cs typeface="Times New Roman" panose="02020603050405020304" pitchFamily="18" charset="0"/>
              </a:rPr>
              <a:t>2.     Asset Management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General</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Maintain Asset and its Performance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Bill of Material (BoM) / Tools / Spares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Cost Control of Assets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Capex &amp; Non-Capex work</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R="0" lvl="0">
              <a:lnSpc>
                <a:spcPct val="107000"/>
              </a:lnSpc>
              <a:spcBef>
                <a:spcPts val="0"/>
              </a:spcBef>
              <a:spcAft>
                <a:spcPts val="0"/>
              </a:spcAft>
            </a:pPr>
            <a:r>
              <a:rPr lang="en-US" sz="1000" b="1" dirty="0">
                <a:effectLst/>
                <a:latin typeface="Verdana" panose="020B0604030504040204" pitchFamily="34" charset="0"/>
                <a:ea typeface="Calibri" panose="020F0502020204030204" pitchFamily="34" charset="0"/>
                <a:cs typeface="Times New Roman" panose="02020603050405020304" pitchFamily="18" charset="0"/>
              </a:rPr>
              <a:t>3.     Operation Performance Management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General </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ORT Meeting</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Energy Audit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MoU with Power Plants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Availability Declaration</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Trip Analysis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R="0" lvl="0">
              <a:lnSpc>
                <a:spcPct val="107000"/>
              </a:lnSpc>
              <a:spcBef>
                <a:spcPts val="0"/>
              </a:spcBef>
              <a:spcAft>
                <a:spcPts val="0"/>
              </a:spcAft>
            </a:pPr>
            <a:r>
              <a:rPr lang="en-US" sz="1000" b="1" dirty="0">
                <a:effectLst/>
                <a:latin typeface="Verdana" panose="020B0604030504040204" pitchFamily="34" charset="0"/>
                <a:ea typeface="Calibri" panose="020F0502020204030204" pitchFamily="34" charset="0"/>
                <a:cs typeface="Times New Roman" panose="02020603050405020304" pitchFamily="18" charset="0"/>
              </a:rPr>
              <a:t>4.     O&amp;M Budgeting</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General </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R="0" lvl="0">
              <a:lnSpc>
                <a:spcPct val="107000"/>
              </a:lnSpc>
              <a:spcBef>
                <a:spcPts val="0"/>
              </a:spcBef>
              <a:spcAft>
                <a:spcPts val="0"/>
              </a:spcAft>
            </a:pPr>
            <a:r>
              <a:rPr lang="en-US" sz="1000" b="1" dirty="0">
                <a:effectLst/>
                <a:latin typeface="Verdana" panose="020B0604030504040204" pitchFamily="34" charset="0"/>
                <a:ea typeface="Calibri" panose="020F0502020204030204" pitchFamily="34" charset="0"/>
                <a:cs typeface="Times New Roman" panose="02020603050405020304" pitchFamily="18" charset="0"/>
              </a:rPr>
              <a:t>5.    Billing and Payment </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Bill verification for payment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Integration with Third Party applications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Verdana" panose="020B0604030504040204" pitchFamily="34"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R="0" lvl="0">
              <a:lnSpc>
                <a:spcPct val="107000"/>
              </a:lnSpc>
              <a:spcBef>
                <a:spcPts val="0"/>
              </a:spcBef>
              <a:spcAft>
                <a:spcPts val="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2" name="Rectangle 41">
            <a:extLst>
              <a:ext uri="{FF2B5EF4-FFF2-40B4-BE49-F238E27FC236}">
                <a16:creationId xmlns:a16="http://schemas.microsoft.com/office/drawing/2014/main" id="{525F3278-CFF0-4862-9B6C-00D4C9F43A0E}"/>
              </a:ext>
            </a:extLst>
          </p:cNvPr>
          <p:cNvSpPr/>
          <p:nvPr/>
        </p:nvSpPr>
        <p:spPr bwMode="gray">
          <a:xfrm>
            <a:off x="8241570" y="2106349"/>
            <a:ext cx="3489546" cy="4431983"/>
          </a:xfrm>
          <a:prstGeom prst="rect">
            <a:avLst/>
          </a:prstGeom>
          <a:solidFill>
            <a:srgbClr val="F2F2F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43" name="TextBox 42">
            <a:extLst>
              <a:ext uri="{FF2B5EF4-FFF2-40B4-BE49-F238E27FC236}">
                <a16:creationId xmlns:a16="http://schemas.microsoft.com/office/drawing/2014/main" id="{799C7649-8FBA-423C-B7F3-FC4A2D9A8CAF}"/>
              </a:ext>
            </a:extLst>
          </p:cNvPr>
          <p:cNvSpPr txBox="1"/>
          <p:nvPr/>
        </p:nvSpPr>
        <p:spPr>
          <a:xfrm>
            <a:off x="8251399" y="2174509"/>
            <a:ext cx="3395138" cy="281231"/>
          </a:xfrm>
          <a:prstGeom prst="rect">
            <a:avLst/>
          </a:prstGeom>
          <a:noFill/>
        </p:spPr>
        <p:txBody>
          <a:bodyPr wrap="square">
            <a:spAutoFit/>
          </a:bodyPr>
          <a:lstStyle/>
          <a:p>
            <a:pPr marL="342900" marR="0" lvl="0" indent="-342900">
              <a:lnSpc>
                <a:spcPct val="107000"/>
              </a:lnSpc>
              <a:spcBef>
                <a:spcPts val="0"/>
              </a:spcBef>
              <a:spcAft>
                <a:spcPts val="0"/>
              </a:spcAft>
              <a:buFont typeface="+mj-lt"/>
              <a:buAutoNum type="arabicPeriod"/>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8" name="TextBox 47">
            <a:extLst>
              <a:ext uri="{FF2B5EF4-FFF2-40B4-BE49-F238E27FC236}">
                <a16:creationId xmlns:a16="http://schemas.microsoft.com/office/drawing/2014/main" id="{A465EA8E-D09A-4D21-BB32-A33E2CEBAF9C}"/>
              </a:ext>
            </a:extLst>
          </p:cNvPr>
          <p:cNvSpPr txBox="1"/>
          <p:nvPr/>
        </p:nvSpPr>
        <p:spPr>
          <a:xfrm>
            <a:off x="8378268" y="2263037"/>
            <a:ext cx="3395138" cy="3872214"/>
          </a:xfrm>
          <a:prstGeom prst="rect">
            <a:avLst/>
          </a:prstGeom>
          <a:noFill/>
        </p:spPr>
        <p:txBody>
          <a:bodyPr wrap="square">
            <a:spAutoFit/>
          </a:bodyPr>
          <a:lstStyle/>
          <a:p>
            <a:pPr marR="0" lvl="0">
              <a:lnSpc>
                <a:spcPct val="107000"/>
              </a:lnSpc>
              <a:spcBef>
                <a:spcPts val="0"/>
              </a:spcBef>
              <a:spcAft>
                <a:spcPts val="0"/>
              </a:spcAft>
            </a:pPr>
            <a:r>
              <a:rPr lang="en-US" sz="1000" b="1" dirty="0">
                <a:latin typeface="Verdana" panose="020B0604030504040204" pitchFamily="34" charset="0"/>
                <a:ea typeface="Calibri" panose="020F0502020204030204" pitchFamily="34" charset="0"/>
                <a:cs typeface="Times New Roman" panose="02020603050405020304" pitchFamily="18" charset="0"/>
              </a:rPr>
              <a:t>1</a:t>
            </a:r>
            <a:r>
              <a:rPr lang="en-US" sz="1000" b="1" dirty="0">
                <a:effectLst/>
                <a:latin typeface="Verdana" panose="020B0604030504040204" pitchFamily="34" charset="0"/>
                <a:ea typeface="Calibri" panose="020F0502020204030204" pitchFamily="34" charset="0"/>
                <a:cs typeface="Times New Roman" panose="02020603050405020304" pitchFamily="18" charset="0"/>
              </a:rPr>
              <a:t>.     Inventory Management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Material Records Management (Material Master)</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Manage Inventory</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Material Requirements Planning</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Goods Receipt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Goods Issue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Inter-Store/plant stock Transfer</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Store Return</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Material Disposal</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Physical Inventory Verification</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Integration with Third Party applications</a:t>
            </a:r>
          </a:p>
          <a:p>
            <a:pPr marR="0" lvl="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R="0" lvl="0">
              <a:lnSpc>
                <a:spcPct val="107000"/>
              </a:lnSpc>
              <a:spcBef>
                <a:spcPts val="0"/>
              </a:spcBef>
              <a:spcAft>
                <a:spcPts val="0"/>
              </a:spcAft>
            </a:pPr>
            <a:r>
              <a:rPr lang="en-US" sz="1000" b="1" dirty="0">
                <a:latin typeface="Verdana" panose="020B0604030504040204" pitchFamily="34" charset="0"/>
                <a:ea typeface="Calibri" panose="020F0502020204030204" pitchFamily="34" charset="0"/>
                <a:cs typeface="Times New Roman" panose="02020603050405020304" pitchFamily="18" charset="0"/>
              </a:rPr>
              <a:t>2</a:t>
            </a:r>
            <a:r>
              <a:rPr lang="en-US" sz="1000" b="1" dirty="0">
                <a:effectLst/>
                <a:latin typeface="Verdana" panose="020B0604030504040204" pitchFamily="34" charset="0"/>
                <a:ea typeface="Calibri" panose="020F0502020204030204" pitchFamily="34" charset="0"/>
                <a:cs typeface="Times New Roman" panose="02020603050405020304" pitchFamily="18" charset="0"/>
              </a:rPr>
              <a:t>.     Procurement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Vendor Records Management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Procurement Planning</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Purchase Requisition</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RFQ/ Tendering</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Purchase Order Management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Turnkey Procurement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Service Procurement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r>
              <a:rPr lang="en-US" sz="1000" dirty="0">
                <a:effectLst/>
                <a:latin typeface="Verdana" panose="020B0604030504040204" pitchFamily="34" charset="0"/>
                <a:ea typeface="Calibri" panose="020F0502020204030204" pitchFamily="34" charset="0"/>
                <a:cs typeface="Times New Roman" panose="02020603050405020304" pitchFamily="18" charset="0"/>
              </a:rPr>
              <a:t>Contract Management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arenR"/>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0" name="Freeform 1126">
            <a:extLst>
              <a:ext uri="{FF2B5EF4-FFF2-40B4-BE49-F238E27FC236}">
                <a16:creationId xmlns:a16="http://schemas.microsoft.com/office/drawing/2014/main" id="{A899C4FD-2EC9-44A1-AB86-9EF22E150838}"/>
              </a:ext>
            </a:extLst>
          </p:cNvPr>
          <p:cNvSpPr>
            <a:spLocks/>
          </p:cNvSpPr>
          <p:nvPr/>
        </p:nvSpPr>
        <p:spPr bwMode="auto">
          <a:xfrm flipH="1">
            <a:off x="4601695" y="1527033"/>
            <a:ext cx="3395139" cy="474348"/>
          </a:xfrm>
          <a:prstGeom prst="roundRect">
            <a:avLst>
              <a:gd name="adj" fmla="val 10209"/>
            </a:avLst>
          </a:prstGeom>
          <a:solidFill>
            <a:schemeClr val="accent3"/>
          </a:solidFill>
          <a:ln w="25400">
            <a:noFill/>
          </a:ln>
        </p:spPr>
        <p:txBody>
          <a:bodyPr lIns="540000" anchor="ctr"/>
          <a:lstStyle/>
          <a:p>
            <a:pPr algn="ctr"/>
            <a:r>
              <a:rPr lang="en-US" altLang="zh-CN" sz="1100" b="1" dirty="0">
                <a:solidFill>
                  <a:srgbClr val="FFFFFF"/>
                </a:solidFill>
                <a:latin typeface="Verdana" panose="020B0604030504040204" pitchFamily="34" charset="0"/>
                <a:ea typeface="Verdana" panose="020B0604030504040204" pitchFamily="34" charset="0"/>
              </a:rPr>
              <a:t>Plant Operation &amp; Maintenance Management </a:t>
            </a:r>
          </a:p>
        </p:txBody>
      </p:sp>
      <p:sp>
        <p:nvSpPr>
          <p:cNvPr id="21" name="Oval 20">
            <a:extLst>
              <a:ext uri="{FF2B5EF4-FFF2-40B4-BE49-F238E27FC236}">
                <a16:creationId xmlns:a16="http://schemas.microsoft.com/office/drawing/2014/main" id="{B12E799B-ACF0-48F7-968A-5CD1A9914D1F}"/>
              </a:ext>
            </a:extLst>
          </p:cNvPr>
          <p:cNvSpPr/>
          <p:nvPr/>
        </p:nvSpPr>
        <p:spPr bwMode="gray">
          <a:xfrm>
            <a:off x="4220262" y="1145593"/>
            <a:ext cx="782525" cy="782525"/>
          </a:xfrm>
          <a:prstGeom prst="ellipse">
            <a:avLst/>
          </a:prstGeom>
          <a:solidFill>
            <a:srgbClr val="FFFFFF"/>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dirty="0">
              <a:solidFill>
                <a:schemeClr val="bg1"/>
              </a:solidFill>
            </a:endParaRPr>
          </a:p>
        </p:txBody>
      </p:sp>
      <p:grpSp>
        <p:nvGrpSpPr>
          <p:cNvPr id="22" name="Group 112">
            <a:extLst>
              <a:ext uri="{FF2B5EF4-FFF2-40B4-BE49-F238E27FC236}">
                <a16:creationId xmlns:a16="http://schemas.microsoft.com/office/drawing/2014/main" id="{826211E0-78AC-4B68-B06B-AFD302A8CD3C}"/>
              </a:ext>
            </a:extLst>
          </p:cNvPr>
          <p:cNvGrpSpPr>
            <a:grpSpLocks noChangeAspect="1"/>
          </p:cNvGrpSpPr>
          <p:nvPr/>
        </p:nvGrpSpPr>
        <p:grpSpPr bwMode="auto">
          <a:xfrm>
            <a:off x="4284968" y="1210299"/>
            <a:ext cx="653113" cy="653113"/>
            <a:chOff x="1157" y="393"/>
            <a:chExt cx="340" cy="340"/>
          </a:xfrm>
          <a:solidFill>
            <a:srgbClr val="26890D"/>
          </a:solidFill>
        </p:grpSpPr>
        <p:sp>
          <p:nvSpPr>
            <p:cNvPr id="23" name="Freeform 113">
              <a:extLst>
                <a:ext uri="{FF2B5EF4-FFF2-40B4-BE49-F238E27FC236}">
                  <a16:creationId xmlns:a16="http://schemas.microsoft.com/office/drawing/2014/main" id="{17EBE122-260D-4699-9C9B-4C66E49BB102}"/>
                </a:ext>
              </a:extLst>
            </p:cNvPr>
            <p:cNvSpPr>
              <a:spLocks noEditPoints="1"/>
            </p:cNvSpPr>
            <p:nvPr/>
          </p:nvSpPr>
          <p:spPr bwMode="auto">
            <a:xfrm>
              <a:off x="1157" y="393"/>
              <a:ext cx="340" cy="340"/>
            </a:xfrm>
            <a:custGeom>
              <a:avLst/>
              <a:gdLst>
                <a:gd name="T0" fmla="*/ 256 w 512"/>
                <a:gd name="T1" fmla="*/ 22 h 512"/>
                <a:gd name="T2" fmla="*/ 491 w 512"/>
                <a:gd name="T3" fmla="*/ 256 h 512"/>
                <a:gd name="T4" fmla="*/ 256 w 512"/>
                <a:gd name="T5" fmla="*/ 491 h 512"/>
                <a:gd name="T6" fmla="*/ 21 w 512"/>
                <a:gd name="T7" fmla="*/ 256 h 512"/>
                <a:gd name="T8" fmla="*/ 256 w 512"/>
                <a:gd name="T9" fmla="*/ 22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2"/>
                  </a:moveTo>
                  <a:cubicBezTo>
                    <a:pt x="385" y="22"/>
                    <a:pt x="491" y="127"/>
                    <a:pt x="491" y="256"/>
                  </a:cubicBezTo>
                  <a:cubicBezTo>
                    <a:pt x="491" y="386"/>
                    <a:pt x="385" y="491"/>
                    <a:pt x="256" y="491"/>
                  </a:cubicBezTo>
                  <a:cubicBezTo>
                    <a:pt x="127" y="491"/>
                    <a:pt x="21" y="386"/>
                    <a:pt x="21" y="256"/>
                  </a:cubicBezTo>
                  <a:cubicBezTo>
                    <a:pt x="21" y="127"/>
                    <a:pt x="127" y="22"/>
                    <a:pt x="256" y="22"/>
                  </a:cubicBezTo>
                  <a:moveTo>
                    <a:pt x="256" y="0"/>
                  </a:moveTo>
                  <a:cubicBezTo>
                    <a:pt x="115" y="0"/>
                    <a:pt x="0" y="115"/>
                    <a:pt x="0" y="256"/>
                  </a:cubicBezTo>
                  <a:cubicBezTo>
                    <a:pt x="0" y="398"/>
                    <a:pt x="115" y="512"/>
                    <a:pt x="256" y="512"/>
                  </a:cubicBezTo>
                  <a:cubicBezTo>
                    <a:pt x="397" y="512"/>
                    <a:pt x="512" y="398"/>
                    <a:pt x="512" y="256"/>
                  </a:cubicBezTo>
                  <a:cubicBezTo>
                    <a:pt x="512" y="115"/>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00" dirty="0">
                <a:latin typeface="华文细黑" panose="02010600040101010101" pitchFamily="2" charset="-122"/>
                <a:ea typeface="华文细黑" panose="02010600040101010101" pitchFamily="2" charset="-122"/>
              </a:endParaRPr>
            </a:p>
          </p:txBody>
        </p:sp>
        <p:sp>
          <p:nvSpPr>
            <p:cNvPr id="24" name="Freeform 114">
              <a:extLst>
                <a:ext uri="{FF2B5EF4-FFF2-40B4-BE49-F238E27FC236}">
                  <a16:creationId xmlns:a16="http://schemas.microsoft.com/office/drawing/2014/main" id="{693CAF73-FA4F-48D3-9B74-53B11C2A1F69}"/>
                </a:ext>
              </a:extLst>
            </p:cNvPr>
            <p:cNvSpPr>
              <a:spLocks noEditPoints="1"/>
            </p:cNvSpPr>
            <p:nvPr/>
          </p:nvSpPr>
          <p:spPr bwMode="auto">
            <a:xfrm>
              <a:off x="1221" y="457"/>
              <a:ext cx="212" cy="177"/>
            </a:xfrm>
            <a:custGeom>
              <a:avLst/>
              <a:gdLst>
                <a:gd name="T0" fmla="*/ 288 w 320"/>
                <a:gd name="T1" fmla="*/ 203 h 267"/>
                <a:gd name="T2" fmla="*/ 277 w 320"/>
                <a:gd name="T3" fmla="*/ 128 h 267"/>
                <a:gd name="T4" fmla="*/ 171 w 320"/>
                <a:gd name="T5" fmla="*/ 75 h 267"/>
                <a:gd name="T6" fmla="*/ 203 w 320"/>
                <a:gd name="T7" fmla="*/ 64 h 267"/>
                <a:gd name="T8" fmla="*/ 192 w 320"/>
                <a:gd name="T9" fmla="*/ 0 h 267"/>
                <a:gd name="T10" fmla="*/ 117 w 320"/>
                <a:gd name="T11" fmla="*/ 11 h 267"/>
                <a:gd name="T12" fmla="*/ 128 w 320"/>
                <a:gd name="T13" fmla="*/ 75 h 267"/>
                <a:gd name="T14" fmla="*/ 149 w 320"/>
                <a:gd name="T15" fmla="*/ 128 h 267"/>
                <a:gd name="T16" fmla="*/ 32 w 320"/>
                <a:gd name="T17" fmla="*/ 139 h 267"/>
                <a:gd name="T18" fmla="*/ 11 w 320"/>
                <a:gd name="T19" fmla="*/ 203 h 267"/>
                <a:gd name="T20" fmla="*/ 0 w 320"/>
                <a:gd name="T21" fmla="*/ 256 h 267"/>
                <a:gd name="T22" fmla="*/ 75 w 320"/>
                <a:gd name="T23" fmla="*/ 267 h 267"/>
                <a:gd name="T24" fmla="*/ 85 w 320"/>
                <a:gd name="T25" fmla="*/ 214 h 267"/>
                <a:gd name="T26" fmla="*/ 53 w 320"/>
                <a:gd name="T27" fmla="*/ 203 h 267"/>
                <a:gd name="T28" fmla="*/ 149 w 320"/>
                <a:gd name="T29" fmla="*/ 150 h 267"/>
                <a:gd name="T30" fmla="*/ 128 w 320"/>
                <a:gd name="T31" fmla="*/ 203 h 267"/>
                <a:gd name="T32" fmla="*/ 117 w 320"/>
                <a:gd name="T33" fmla="*/ 256 h 267"/>
                <a:gd name="T34" fmla="*/ 192 w 320"/>
                <a:gd name="T35" fmla="*/ 267 h 267"/>
                <a:gd name="T36" fmla="*/ 203 w 320"/>
                <a:gd name="T37" fmla="*/ 214 h 267"/>
                <a:gd name="T38" fmla="*/ 171 w 320"/>
                <a:gd name="T39" fmla="*/ 203 h 267"/>
                <a:gd name="T40" fmla="*/ 267 w 320"/>
                <a:gd name="T41" fmla="*/ 150 h 267"/>
                <a:gd name="T42" fmla="*/ 245 w 320"/>
                <a:gd name="T43" fmla="*/ 203 h 267"/>
                <a:gd name="T44" fmla="*/ 235 w 320"/>
                <a:gd name="T45" fmla="*/ 256 h 267"/>
                <a:gd name="T46" fmla="*/ 309 w 320"/>
                <a:gd name="T47" fmla="*/ 267 h 267"/>
                <a:gd name="T48" fmla="*/ 320 w 320"/>
                <a:gd name="T49" fmla="*/ 214 h 267"/>
                <a:gd name="T50" fmla="*/ 139 w 320"/>
                <a:gd name="T51" fmla="*/ 22 h 267"/>
                <a:gd name="T52" fmla="*/ 181 w 320"/>
                <a:gd name="T53" fmla="*/ 54 h 267"/>
                <a:gd name="T54" fmla="*/ 139 w 320"/>
                <a:gd name="T55" fmla="*/ 22 h 267"/>
                <a:gd name="T56" fmla="*/ 21 w 320"/>
                <a:gd name="T57" fmla="*/ 246 h 267"/>
                <a:gd name="T58" fmla="*/ 64 w 320"/>
                <a:gd name="T59" fmla="*/ 224 h 267"/>
                <a:gd name="T60" fmla="*/ 181 w 320"/>
                <a:gd name="T61" fmla="*/ 246 h 267"/>
                <a:gd name="T62" fmla="*/ 139 w 320"/>
                <a:gd name="T63" fmla="*/ 224 h 267"/>
                <a:gd name="T64" fmla="*/ 181 w 320"/>
                <a:gd name="T65" fmla="*/ 246 h 267"/>
                <a:gd name="T66" fmla="*/ 256 w 320"/>
                <a:gd name="T67" fmla="*/ 246 h 267"/>
                <a:gd name="T68" fmla="*/ 299 w 320"/>
                <a:gd name="T69" fmla="*/ 224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20" h="267">
                  <a:moveTo>
                    <a:pt x="309" y="203"/>
                  </a:moveTo>
                  <a:cubicBezTo>
                    <a:pt x="288" y="203"/>
                    <a:pt x="288" y="203"/>
                    <a:pt x="288" y="203"/>
                  </a:cubicBezTo>
                  <a:cubicBezTo>
                    <a:pt x="288" y="139"/>
                    <a:pt x="288" y="139"/>
                    <a:pt x="288" y="139"/>
                  </a:cubicBezTo>
                  <a:cubicBezTo>
                    <a:pt x="288" y="133"/>
                    <a:pt x="283" y="128"/>
                    <a:pt x="277" y="128"/>
                  </a:cubicBezTo>
                  <a:cubicBezTo>
                    <a:pt x="171" y="128"/>
                    <a:pt x="171" y="128"/>
                    <a:pt x="171" y="128"/>
                  </a:cubicBezTo>
                  <a:cubicBezTo>
                    <a:pt x="171" y="75"/>
                    <a:pt x="171" y="75"/>
                    <a:pt x="171" y="75"/>
                  </a:cubicBezTo>
                  <a:cubicBezTo>
                    <a:pt x="192" y="75"/>
                    <a:pt x="192" y="75"/>
                    <a:pt x="192" y="75"/>
                  </a:cubicBezTo>
                  <a:cubicBezTo>
                    <a:pt x="198" y="75"/>
                    <a:pt x="203" y="70"/>
                    <a:pt x="203" y="64"/>
                  </a:cubicBezTo>
                  <a:cubicBezTo>
                    <a:pt x="203" y="11"/>
                    <a:pt x="203" y="11"/>
                    <a:pt x="203" y="11"/>
                  </a:cubicBezTo>
                  <a:cubicBezTo>
                    <a:pt x="203" y="5"/>
                    <a:pt x="198" y="0"/>
                    <a:pt x="192" y="0"/>
                  </a:cubicBezTo>
                  <a:cubicBezTo>
                    <a:pt x="128" y="0"/>
                    <a:pt x="128" y="0"/>
                    <a:pt x="128" y="0"/>
                  </a:cubicBezTo>
                  <a:cubicBezTo>
                    <a:pt x="122" y="0"/>
                    <a:pt x="117" y="5"/>
                    <a:pt x="117" y="11"/>
                  </a:cubicBezTo>
                  <a:cubicBezTo>
                    <a:pt x="117" y="64"/>
                    <a:pt x="117" y="64"/>
                    <a:pt x="117" y="64"/>
                  </a:cubicBezTo>
                  <a:cubicBezTo>
                    <a:pt x="117" y="70"/>
                    <a:pt x="122" y="75"/>
                    <a:pt x="128" y="75"/>
                  </a:cubicBezTo>
                  <a:cubicBezTo>
                    <a:pt x="149" y="75"/>
                    <a:pt x="149" y="75"/>
                    <a:pt x="149" y="75"/>
                  </a:cubicBezTo>
                  <a:cubicBezTo>
                    <a:pt x="149" y="128"/>
                    <a:pt x="149" y="128"/>
                    <a:pt x="149" y="128"/>
                  </a:cubicBezTo>
                  <a:cubicBezTo>
                    <a:pt x="43" y="128"/>
                    <a:pt x="43" y="128"/>
                    <a:pt x="43" y="128"/>
                  </a:cubicBezTo>
                  <a:cubicBezTo>
                    <a:pt x="37" y="128"/>
                    <a:pt x="32" y="133"/>
                    <a:pt x="32" y="139"/>
                  </a:cubicBezTo>
                  <a:cubicBezTo>
                    <a:pt x="32" y="203"/>
                    <a:pt x="32" y="203"/>
                    <a:pt x="32" y="203"/>
                  </a:cubicBezTo>
                  <a:cubicBezTo>
                    <a:pt x="11" y="203"/>
                    <a:pt x="11" y="203"/>
                    <a:pt x="11" y="203"/>
                  </a:cubicBezTo>
                  <a:cubicBezTo>
                    <a:pt x="5" y="203"/>
                    <a:pt x="0" y="208"/>
                    <a:pt x="0" y="214"/>
                  </a:cubicBezTo>
                  <a:cubicBezTo>
                    <a:pt x="0" y="256"/>
                    <a:pt x="0" y="256"/>
                    <a:pt x="0" y="256"/>
                  </a:cubicBezTo>
                  <a:cubicBezTo>
                    <a:pt x="0" y="262"/>
                    <a:pt x="5" y="267"/>
                    <a:pt x="11" y="267"/>
                  </a:cubicBezTo>
                  <a:cubicBezTo>
                    <a:pt x="75" y="267"/>
                    <a:pt x="75" y="267"/>
                    <a:pt x="75" y="267"/>
                  </a:cubicBezTo>
                  <a:cubicBezTo>
                    <a:pt x="81" y="267"/>
                    <a:pt x="85" y="262"/>
                    <a:pt x="85" y="256"/>
                  </a:cubicBezTo>
                  <a:cubicBezTo>
                    <a:pt x="85" y="214"/>
                    <a:pt x="85" y="214"/>
                    <a:pt x="85" y="214"/>
                  </a:cubicBezTo>
                  <a:cubicBezTo>
                    <a:pt x="85" y="208"/>
                    <a:pt x="81" y="203"/>
                    <a:pt x="75" y="203"/>
                  </a:cubicBezTo>
                  <a:cubicBezTo>
                    <a:pt x="53" y="203"/>
                    <a:pt x="53" y="203"/>
                    <a:pt x="53" y="203"/>
                  </a:cubicBezTo>
                  <a:cubicBezTo>
                    <a:pt x="53" y="150"/>
                    <a:pt x="53" y="150"/>
                    <a:pt x="53" y="150"/>
                  </a:cubicBezTo>
                  <a:cubicBezTo>
                    <a:pt x="149" y="150"/>
                    <a:pt x="149" y="150"/>
                    <a:pt x="149" y="150"/>
                  </a:cubicBezTo>
                  <a:cubicBezTo>
                    <a:pt x="149" y="203"/>
                    <a:pt x="149" y="203"/>
                    <a:pt x="149" y="203"/>
                  </a:cubicBezTo>
                  <a:cubicBezTo>
                    <a:pt x="128" y="203"/>
                    <a:pt x="128" y="203"/>
                    <a:pt x="128" y="203"/>
                  </a:cubicBezTo>
                  <a:cubicBezTo>
                    <a:pt x="122" y="203"/>
                    <a:pt x="117" y="208"/>
                    <a:pt x="117" y="214"/>
                  </a:cubicBezTo>
                  <a:cubicBezTo>
                    <a:pt x="117" y="256"/>
                    <a:pt x="117" y="256"/>
                    <a:pt x="117" y="256"/>
                  </a:cubicBezTo>
                  <a:cubicBezTo>
                    <a:pt x="117" y="262"/>
                    <a:pt x="122" y="267"/>
                    <a:pt x="128" y="267"/>
                  </a:cubicBezTo>
                  <a:cubicBezTo>
                    <a:pt x="192" y="267"/>
                    <a:pt x="192" y="267"/>
                    <a:pt x="192" y="267"/>
                  </a:cubicBezTo>
                  <a:cubicBezTo>
                    <a:pt x="198" y="267"/>
                    <a:pt x="203" y="262"/>
                    <a:pt x="203" y="256"/>
                  </a:cubicBezTo>
                  <a:cubicBezTo>
                    <a:pt x="203" y="214"/>
                    <a:pt x="203" y="214"/>
                    <a:pt x="203" y="214"/>
                  </a:cubicBezTo>
                  <a:cubicBezTo>
                    <a:pt x="203" y="208"/>
                    <a:pt x="198" y="203"/>
                    <a:pt x="192" y="203"/>
                  </a:cubicBezTo>
                  <a:cubicBezTo>
                    <a:pt x="171" y="203"/>
                    <a:pt x="171" y="203"/>
                    <a:pt x="171" y="203"/>
                  </a:cubicBezTo>
                  <a:cubicBezTo>
                    <a:pt x="171" y="150"/>
                    <a:pt x="171" y="150"/>
                    <a:pt x="171" y="150"/>
                  </a:cubicBezTo>
                  <a:cubicBezTo>
                    <a:pt x="267" y="150"/>
                    <a:pt x="267" y="150"/>
                    <a:pt x="267" y="150"/>
                  </a:cubicBezTo>
                  <a:cubicBezTo>
                    <a:pt x="267" y="203"/>
                    <a:pt x="267" y="203"/>
                    <a:pt x="267" y="203"/>
                  </a:cubicBezTo>
                  <a:cubicBezTo>
                    <a:pt x="245" y="203"/>
                    <a:pt x="245" y="203"/>
                    <a:pt x="245" y="203"/>
                  </a:cubicBezTo>
                  <a:cubicBezTo>
                    <a:pt x="239" y="203"/>
                    <a:pt x="235" y="208"/>
                    <a:pt x="235" y="214"/>
                  </a:cubicBezTo>
                  <a:cubicBezTo>
                    <a:pt x="235" y="256"/>
                    <a:pt x="235" y="256"/>
                    <a:pt x="235" y="256"/>
                  </a:cubicBezTo>
                  <a:cubicBezTo>
                    <a:pt x="235" y="262"/>
                    <a:pt x="239" y="267"/>
                    <a:pt x="245" y="267"/>
                  </a:cubicBezTo>
                  <a:cubicBezTo>
                    <a:pt x="309" y="267"/>
                    <a:pt x="309" y="267"/>
                    <a:pt x="309" y="267"/>
                  </a:cubicBezTo>
                  <a:cubicBezTo>
                    <a:pt x="315" y="267"/>
                    <a:pt x="320" y="262"/>
                    <a:pt x="320" y="256"/>
                  </a:cubicBezTo>
                  <a:cubicBezTo>
                    <a:pt x="320" y="214"/>
                    <a:pt x="320" y="214"/>
                    <a:pt x="320" y="214"/>
                  </a:cubicBezTo>
                  <a:cubicBezTo>
                    <a:pt x="320" y="208"/>
                    <a:pt x="315" y="203"/>
                    <a:pt x="309" y="203"/>
                  </a:cubicBezTo>
                  <a:close/>
                  <a:moveTo>
                    <a:pt x="139" y="22"/>
                  </a:moveTo>
                  <a:cubicBezTo>
                    <a:pt x="181" y="22"/>
                    <a:pt x="181" y="22"/>
                    <a:pt x="181" y="22"/>
                  </a:cubicBezTo>
                  <a:cubicBezTo>
                    <a:pt x="181" y="54"/>
                    <a:pt x="181" y="54"/>
                    <a:pt x="181" y="54"/>
                  </a:cubicBezTo>
                  <a:cubicBezTo>
                    <a:pt x="139" y="54"/>
                    <a:pt x="139" y="54"/>
                    <a:pt x="139" y="54"/>
                  </a:cubicBezTo>
                  <a:lnTo>
                    <a:pt x="139" y="22"/>
                  </a:lnTo>
                  <a:close/>
                  <a:moveTo>
                    <a:pt x="64" y="246"/>
                  </a:moveTo>
                  <a:cubicBezTo>
                    <a:pt x="21" y="246"/>
                    <a:pt x="21" y="246"/>
                    <a:pt x="21" y="246"/>
                  </a:cubicBezTo>
                  <a:cubicBezTo>
                    <a:pt x="21" y="224"/>
                    <a:pt x="21" y="224"/>
                    <a:pt x="21" y="224"/>
                  </a:cubicBezTo>
                  <a:cubicBezTo>
                    <a:pt x="64" y="224"/>
                    <a:pt x="64" y="224"/>
                    <a:pt x="64" y="224"/>
                  </a:cubicBezTo>
                  <a:lnTo>
                    <a:pt x="64" y="246"/>
                  </a:lnTo>
                  <a:close/>
                  <a:moveTo>
                    <a:pt x="181" y="246"/>
                  </a:moveTo>
                  <a:cubicBezTo>
                    <a:pt x="139" y="246"/>
                    <a:pt x="139" y="246"/>
                    <a:pt x="139" y="246"/>
                  </a:cubicBezTo>
                  <a:cubicBezTo>
                    <a:pt x="139" y="224"/>
                    <a:pt x="139" y="224"/>
                    <a:pt x="139" y="224"/>
                  </a:cubicBezTo>
                  <a:cubicBezTo>
                    <a:pt x="181" y="224"/>
                    <a:pt x="181" y="224"/>
                    <a:pt x="181" y="224"/>
                  </a:cubicBezTo>
                  <a:lnTo>
                    <a:pt x="181" y="246"/>
                  </a:lnTo>
                  <a:close/>
                  <a:moveTo>
                    <a:pt x="299" y="246"/>
                  </a:moveTo>
                  <a:cubicBezTo>
                    <a:pt x="256" y="246"/>
                    <a:pt x="256" y="246"/>
                    <a:pt x="256" y="246"/>
                  </a:cubicBezTo>
                  <a:cubicBezTo>
                    <a:pt x="256" y="224"/>
                    <a:pt x="256" y="224"/>
                    <a:pt x="256" y="224"/>
                  </a:cubicBezTo>
                  <a:cubicBezTo>
                    <a:pt x="299" y="224"/>
                    <a:pt x="299" y="224"/>
                    <a:pt x="299" y="224"/>
                  </a:cubicBezTo>
                  <a:lnTo>
                    <a:pt x="299" y="24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00" dirty="0">
                <a:latin typeface="华文细黑" panose="02010600040101010101" pitchFamily="2" charset="-122"/>
                <a:ea typeface="华文细黑" panose="02010600040101010101" pitchFamily="2" charset="-122"/>
              </a:endParaRPr>
            </a:p>
          </p:txBody>
        </p:sp>
      </p:grpSp>
      <p:sp>
        <p:nvSpPr>
          <p:cNvPr id="25" name="Oval 24">
            <a:extLst>
              <a:ext uri="{FF2B5EF4-FFF2-40B4-BE49-F238E27FC236}">
                <a16:creationId xmlns:a16="http://schemas.microsoft.com/office/drawing/2014/main" id="{006BD14D-C4CC-4271-9415-08711CB1C2BC}"/>
              </a:ext>
            </a:extLst>
          </p:cNvPr>
          <p:cNvSpPr/>
          <p:nvPr/>
        </p:nvSpPr>
        <p:spPr bwMode="gray">
          <a:xfrm>
            <a:off x="434482" y="1145593"/>
            <a:ext cx="782525" cy="782525"/>
          </a:xfrm>
          <a:prstGeom prst="ellipse">
            <a:avLst/>
          </a:prstGeom>
          <a:solidFill>
            <a:srgbClr val="FFFFFF"/>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dirty="0">
              <a:solidFill>
                <a:schemeClr val="bg1"/>
              </a:solidFill>
            </a:endParaRPr>
          </a:p>
        </p:txBody>
      </p:sp>
      <p:grpSp>
        <p:nvGrpSpPr>
          <p:cNvPr id="26" name="Group 112">
            <a:extLst>
              <a:ext uri="{FF2B5EF4-FFF2-40B4-BE49-F238E27FC236}">
                <a16:creationId xmlns:a16="http://schemas.microsoft.com/office/drawing/2014/main" id="{A539C01D-AC09-4964-8707-EA22BBFC0553}"/>
              </a:ext>
            </a:extLst>
          </p:cNvPr>
          <p:cNvGrpSpPr>
            <a:grpSpLocks noChangeAspect="1"/>
          </p:cNvGrpSpPr>
          <p:nvPr/>
        </p:nvGrpSpPr>
        <p:grpSpPr bwMode="auto">
          <a:xfrm>
            <a:off x="478079" y="1241388"/>
            <a:ext cx="653113" cy="653113"/>
            <a:chOff x="1157" y="393"/>
            <a:chExt cx="340" cy="340"/>
          </a:xfrm>
          <a:solidFill>
            <a:srgbClr val="0D8390"/>
          </a:solidFill>
        </p:grpSpPr>
        <p:sp>
          <p:nvSpPr>
            <p:cNvPr id="27" name="Freeform 113">
              <a:extLst>
                <a:ext uri="{FF2B5EF4-FFF2-40B4-BE49-F238E27FC236}">
                  <a16:creationId xmlns:a16="http://schemas.microsoft.com/office/drawing/2014/main" id="{0DC112F2-A073-4558-A7B4-738ED3D4FECD}"/>
                </a:ext>
              </a:extLst>
            </p:cNvPr>
            <p:cNvSpPr>
              <a:spLocks noEditPoints="1"/>
            </p:cNvSpPr>
            <p:nvPr/>
          </p:nvSpPr>
          <p:spPr bwMode="auto">
            <a:xfrm>
              <a:off x="1157" y="393"/>
              <a:ext cx="340" cy="340"/>
            </a:xfrm>
            <a:custGeom>
              <a:avLst/>
              <a:gdLst>
                <a:gd name="T0" fmla="*/ 256 w 512"/>
                <a:gd name="T1" fmla="*/ 22 h 512"/>
                <a:gd name="T2" fmla="*/ 491 w 512"/>
                <a:gd name="T3" fmla="*/ 256 h 512"/>
                <a:gd name="T4" fmla="*/ 256 w 512"/>
                <a:gd name="T5" fmla="*/ 491 h 512"/>
                <a:gd name="T6" fmla="*/ 21 w 512"/>
                <a:gd name="T7" fmla="*/ 256 h 512"/>
                <a:gd name="T8" fmla="*/ 256 w 512"/>
                <a:gd name="T9" fmla="*/ 22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2"/>
                  </a:moveTo>
                  <a:cubicBezTo>
                    <a:pt x="385" y="22"/>
                    <a:pt x="491" y="127"/>
                    <a:pt x="491" y="256"/>
                  </a:cubicBezTo>
                  <a:cubicBezTo>
                    <a:pt x="491" y="386"/>
                    <a:pt x="385" y="491"/>
                    <a:pt x="256" y="491"/>
                  </a:cubicBezTo>
                  <a:cubicBezTo>
                    <a:pt x="127" y="491"/>
                    <a:pt x="21" y="386"/>
                    <a:pt x="21" y="256"/>
                  </a:cubicBezTo>
                  <a:cubicBezTo>
                    <a:pt x="21" y="127"/>
                    <a:pt x="127" y="22"/>
                    <a:pt x="256" y="22"/>
                  </a:cubicBezTo>
                  <a:moveTo>
                    <a:pt x="256" y="0"/>
                  </a:moveTo>
                  <a:cubicBezTo>
                    <a:pt x="115" y="0"/>
                    <a:pt x="0" y="115"/>
                    <a:pt x="0" y="256"/>
                  </a:cubicBezTo>
                  <a:cubicBezTo>
                    <a:pt x="0" y="398"/>
                    <a:pt x="115" y="512"/>
                    <a:pt x="256" y="512"/>
                  </a:cubicBezTo>
                  <a:cubicBezTo>
                    <a:pt x="397" y="512"/>
                    <a:pt x="512" y="398"/>
                    <a:pt x="512" y="256"/>
                  </a:cubicBezTo>
                  <a:cubicBezTo>
                    <a:pt x="512" y="115"/>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00" dirty="0">
                <a:latin typeface="华文细黑" panose="02010600040101010101" pitchFamily="2" charset="-122"/>
                <a:ea typeface="华文细黑" panose="02010600040101010101" pitchFamily="2" charset="-122"/>
              </a:endParaRPr>
            </a:p>
          </p:txBody>
        </p:sp>
        <p:sp>
          <p:nvSpPr>
            <p:cNvPr id="33" name="Freeform 114">
              <a:extLst>
                <a:ext uri="{FF2B5EF4-FFF2-40B4-BE49-F238E27FC236}">
                  <a16:creationId xmlns:a16="http://schemas.microsoft.com/office/drawing/2014/main" id="{17629EE8-BA54-406F-A91C-C81BEBDDB27A}"/>
                </a:ext>
              </a:extLst>
            </p:cNvPr>
            <p:cNvSpPr>
              <a:spLocks noEditPoints="1"/>
            </p:cNvSpPr>
            <p:nvPr/>
          </p:nvSpPr>
          <p:spPr bwMode="auto">
            <a:xfrm>
              <a:off x="1221" y="457"/>
              <a:ext cx="212" cy="177"/>
            </a:xfrm>
            <a:custGeom>
              <a:avLst/>
              <a:gdLst>
                <a:gd name="T0" fmla="*/ 288 w 320"/>
                <a:gd name="T1" fmla="*/ 203 h 267"/>
                <a:gd name="T2" fmla="*/ 277 w 320"/>
                <a:gd name="T3" fmla="*/ 128 h 267"/>
                <a:gd name="T4" fmla="*/ 171 w 320"/>
                <a:gd name="T5" fmla="*/ 75 h 267"/>
                <a:gd name="T6" fmla="*/ 203 w 320"/>
                <a:gd name="T7" fmla="*/ 64 h 267"/>
                <a:gd name="T8" fmla="*/ 192 w 320"/>
                <a:gd name="T9" fmla="*/ 0 h 267"/>
                <a:gd name="T10" fmla="*/ 117 w 320"/>
                <a:gd name="T11" fmla="*/ 11 h 267"/>
                <a:gd name="T12" fmla="*/ 128 w 320"/>
                <a:gd name="T13" fmla="*/ 75 h 267"/>
                <a:gd name="T14" fmla="*/ 149 w 320"/>
                <a:gd name="T15" fmla="*/ 128 h 267"/>
                <a:gd name="T16" fmla="*/ 32 w 320"/>
                <a:gd name="T17" fmla="*/ 139 h 267"/>
                <a:gd name="T18" fmla="*/ 11 w 320"/>
                <a:gd name="T19" fmla="*/ 203 h 267"/>
                <a:gd name="T20" fmla="*/ 0 w 320"/>
                <a:gd name="T21" fmla="*/ 256 h 267"/>
                <a:gd name="T22" fmla="*/ 75 w 320"/>
                <a:gd name="T23" fmla="*/ 267 h 267"/>
                <a:gd name="T24" fmla="*/ 85 w 320"/>
                <a:gd name="T25" fmla="*/ 214 h 267"/>
                <a:gd name="T26" fmla="*/ 53 w 320"/>
                <a:gd name="T27" fmla="*/ 203 h 267"/>
                <a:gd name="T28" fmla="*/ 149 w 320"/>
                <a:gd name="T29" fmla="*/ 150 h 267"/>
                <a:gd name="T30" fmla="*/ 128 w 320"/>
                <a:gd name="T31" fmla="*/ 203 h 267"/>
                <a:gd name="T32" fmla="*/ 117 w 320"/>
                <a:gd name="T33" fmla="*/ 256 h 267"/>
                <a:gd name="T34" fmla="*/ 192 w 320"/>
                <a:gd name="T35" fmla="*/ 267 h 267"/>
                <a:gd name="T36" fmla="*/ 203 w 320"/>
                <a:gd name="T37" fmla="*/ 214 h 267"/>
                <a:gd name="T38" fmla="*/ 171 w 320"/>
                <a:gd name="T39" fmla="*/ 203 h 267"/>
                <a:gd name="T40" fmla="*/ 267 w 320"/>
                <a:gd name="T41" fmla="*/ 150 h 267"/>
                <a:gd name="T42" fmla="*/ 245 w 320"/>
                <a:gd name="T43" fmla="*/ 203 h 267"/>
                <a:gd name="T44" fmla="*/ 235 w 320"/>
                <a:gd name="T45" fmla="*/ 256 h 267"/>
                <a:gd name="T46" fmla="*/ 309 w 320"/>
                <a:gd name="T47" fmla="*/ 267 h 267"/>
                <a:gd name="T48" fmla="*/ 320 w 320"/>
                <a:gd name="T49" fmla="*/ 214 h 267"/>
                <a:gd name="T50" fmla="*/ 139 w 320"/>
                <a:gd name="T51" fmla="*/ 22 h 267"/>
                <a:gd name="T52" fmla="*/ 181 w 320"/>
                <a:gd name="T53" fmla="*/ 54 h 267"/>
                <a:gd name="T54" fmla="*/ 139 w 320"/>
                <a:gd name="T55" fmla="*/ 22 h 267"/>
                <a:gd name="T56" fmla="*/ 21 w 320"/>
                <a:gd name="T57" fmla="*/ 246 h 267"/>
                <a:gd name="T58" fmla="*/ 64 w 320"/>
                <a:gd name="T59" fmla="*/ 224 h 267"/>
                <a:gd name="T60" fmla="*/ 181 w 320"/>
                <a:gd name="T61" fmla="*/ 246 h 267"/>
                <a:gd name="T62" fmla="*/ 139 w 320"/>
                <a:gd name="T63" fmla="*/ 224 h 267"/>
                <a:gd name="T64" fmla="*/ 181 w 320"/>
                <a:gd name="T65" fmla="*/ 246 h 267"/>
                <a:gd name="T66" fmla="*/ 256 w 320"/>
                <a:gd name="T67" fmla="*/ 246 h 267"/>
                <a:gd name="T68" fmla="*/ 299 w 320"/>
                <a:gd name="T69" fmla="*/ 224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20" h="267">
                  <a:moveTo>
                    <a:pt x="309" y="203"/>
                  </a:moveTo>
                  <a:cubicBezTo>
                    <a:pt x="288" y="203"/>
                    <a:pt x="288" y="203"/>
                    <a:pt x="288" y="203"/>
                  </a:cubicBezTo>
                  <a:cubicBezTo>
                    <a:pt x="288" y="139"/>
                    <a:pt x="288" y="139"/>
                    <a:pt x="288" y="139"/>
                  </a:cubicBezTo>
                  <a:cubicBezTo>
                    <a:pt x="288" y="133"/>
                    <a:pt x="283" y="128"/>
                    <a:pt x="277" y="128"/>
                  </a:cubicBezTo>
                  <a:cubicBezTo>
                    <a:pt x="171" y="128"/>
                    <a:pt x="171" y="128"/>
                    <a:pt x="171" y="128"/>
                  </a:cubicBezTo>
                  <a:cubicBezTo>
                    <a:pt x="171" y="75"/>
                    <a:pt x="171" y="75"/>
                    <a:pt x="171" y="75"/>
                  </a:cubicBezTo>
                  <a:cubicBezTo>
                    <a:pt x="192" y="75"/>
                    <a:pt x="192" y="75"/>
                    <a:pt x="192" y="75"/>
                  </a:cubicBezTo>
                  <a:cubicBezTo>
                    <a:pt x="198" y="75"/>
                    <a:pt x="203" y="70"/>
                    <a:pt x="203" y="64"/>
                  </a:cubicBezTo>
                  <a:cubicBezTo>
                    <a:pt x="203" y="11"/>
                    <a:pt x="203" y="11"/>
                    <a:pt x="203" y="11"/>
                  </a:cubicBezTo>
                  <a:cubicBezTo>
                    <a:pt x="203" y="5"/>
                    <a:pt x="198" y="0"/>
                    <a:pt x="192" y="0"/>
                  </a:cubicBezTo>
                  <a:cubicBezTo>
                    <a:pt x="128" y="0"/>
                    <a:pt x="128" y="0"/>
                    <a:pt x="128" y="0"/>
                  </a:cubicBezTo>
                  <a:cubicBezTo>
                    <a:pt x="122" y="0"/>
                    <a:pt x="117" y="5"/>
                    <a:pt x="117" y="11"/>
                  </a:cubicBezTo>
                  <a:cubicBezTo>
                    <a:pt x="117" y="64"/>
                    <a:pt x="117" y="64"/>
                    <a:pt x="117" y="64"/>
                  </a:cubicBezTo>
                  <a:cubicBezTo>
                    <a:pt x="117" y="70"/>
                    <a:pt x="122" y="75"/>
                    <a:pt x="128" y="75"/>
                  </a:cubicBezTo>
                  <a:cubicBezTo>
                    <a:pt x="149" y="75"/>
                    <a:pt x="149" y="75"/>
                    <a:pt x="149" y="75"/>
                  </a:cubicBezTo>
                  <a:cubicBezTo>
                    <a:pt x="149" y="128"/>
                    <a:pt x="149" y="128"/>
                    <a:pt x="149" y="128"/>
                  </a:cubicBezTo>
                  <a:cubicBezTo>
                    <a:pt x="43" y="128"/>
                    <a:pt x="43" y="128"/>
                    <a:pt x="43" y="128"/>
                  </a:cubicBezTo>
                  <a:cubicBezTo>
                    <a:pt x="37" y="128"/>
                    <a:pt x="32" y="133"/>
                    <a:pt x="32" y="139"/>
                  </a:cubicBezTo>
                  <a:cubicBezTo>
                    <a:pt x="32" y="203"/>
                    <a:pt x="32" y="203"/>
                    <a:pt x="32" y="203"/>
                  </a:cubicBezTo>
                  <a:cubicBezTo>
                    <a:pt x="11" y="203"/>
                    <a:pt x="11" y="203"/>
                    <a:pt x="11" y="203"/>
                  </a:cubicBezTo>
                  <a:cubicBezTo>
                    <a:pt x="5" y="203"/>
                    <a:pt x="0" y="208"/>
                    <a:pt x="0" y="214"/>
                  </a:cubicBezTo>
                  <a:cubicBezTo>
                    <a:pt x="0" y="256"/>
                    <a:pt x="0" y="256"/>
                    <a:pt x="0" y="256"/>
                  </a:cubicBezTo>
                  <a:cubicBezTo>
                    <a:pt x="0" y="262"/>
                    <a:pt x="5" y="267"/>
                    <a:pt x="11" y="267"/>
                  </a:cubicBezTo>
                  <a:cubicBezTo>
                    <a:pt x="75" y="267"/>
                    <a:pt x="75" y="267"/>
                    <a:pt x="75" y="267"/>
                  </a:cubicBezTo>
                  <a:cubicBezTo>
                    <a:pt x="81" y="267"/>
                    <a:pt x="85" y="262"/>
                    <a:pt x="85" y="256"/>
                  </a:cubicBezTo>
                  <a:cubicBezTo>
                    <a:pt x="85" y="214"/>
                    <a:pt x="85" y="214"/>
                    <a:pt x="85" y="214"/>
                  </a:cubicBezTo>
                  <a:cubicBezTo>
                    <a:pt x="85" y="208"/>
                    <a:pt x="81" y="203"/>
                    <a:pt x="75" y="203"/>
                  </a:cubicBezTo>
                  <a:cubicBezTo>
                    <a:pt x="53" y="203"/>
                    <a:pt x="53" y="203"/>
                    <a:pt x="53" y="203"/>
                  </a:cubicBezTo>
                  <a:cubicBezTo>
                    <a:pt x="53" y="150"/>
                    <a:pt x="53" y="150"/>
                    <a:pt x="53" y="150"/>
                  </a:cubicBezTo>
                  <a:cubicBezTo>
                    <a:pt x="149" y="150"/>
                    <a:pt x="149" y="150"/>
                    <a:pt x="149" y="150"/>
                  </a:cubicBezTo>
                  <a:cubicBezTo>
                    <a:pt x="149" y="203"/>
                    <a:pt x="149" y="203"/>
                    <a:pt x="149" y="203"/>
                  </a:cubicBezTo>
                  <a:cubicBezTo>
                    <a:pt x="128" y="203"/>
                    <a:pt x="128" y="203"/>
                    <a:pt x="128" y="203"/>
                  </a:cubicBezTo>
                  <a:cubicBezTo>
                    <a:pt x="122" y="203"/>
                    <a:pt x="117" y="208"/>
                    <a:pt x="117" y="214"/>
                  </a:cubicBezTo>
                  <a:cubicBezTo>
                    <a:pt x="117" y="256"/>
                    <a:pt x="117" y="256"/>
                    <a:pt x="117" y="256"/>
                  </a:cubicBezTo>
                  <a:cubicBezTo>
                    <a:pt x="117" y="262"/>
                    <a:pt x="122" y="267"/>
                    <a:pt x="128" y="267"/>
                  </a:cubicBezTo>
                  <a:cubicBezTo>
                    <a:pt x="192" y="267"/>
                    <a:pt x="192" y="267"/>
                    <a:pt x="192" y="267"/>
                  </a:cubicBezTo>
                  <a:cubicBezTo>
                    <a:pt x="198" y="267"/>
                    <a:pt x="203" y="262"/>
                    <a:pt x="203" y="256"/>
                  </a:cubicBezTo>
                  <a:cubicBezTo>
                    <a:pt x="203" y="214"/>
                    <a:pt x="203" y="214"/>
                    <a:pt x="203" y="214"/>
                  </a:cubicBezTo>
                  <a:cubicBezTo>
                    <a:pt x="203" y="208"/>
                    <a:pt x="198" y="203"/>
                    <a:pt x="192" y="203"/>
                  </a:cubicBezTo>
                  <a:cubicBezTo>
                    <a:pt x="171" y="203"/>
                    <a:pt x="171" y="203"/>
                    <a:pt x="171" y="203"/>
                  </a:cubicBezTo>
                  <a:cubicBezTo>
                    <a:pt x="171" y="150"/>
                    <a:pt x="171" y="150"/>
                    <a:pt x="171" y="150"/>
                  </a:cubicBezTo>
                  <a:cubicBezTo>
                    <a:pt x="267" y="150"/>
                    <a:pt x="267" y="150"/>
                    <a:pt x="267" y="150"/>
                  </a:cubicBezTo>
                  <a:cubicBezTo>
                    <a:pt x="267" y="203"/>
                    <a:pt x="267" y="203"/>
                    <a:pt x="267" y="203"/>
                  </a:cubicBezTo>
                  <a:cubicBezTo>
                    <a:pt x="245" y="203"/>
                    <a:pt x="245" y="203"/>
                    <a:pt x="245" y="203"/>
                  </a:cubicBezTo>
                  <a:cubicBezTo>
                    <a:pt x="239" y="203"/>
                    <a:pt x="235" y="208"/>
                    <a:pt x="235" y="214"/>
                  </a:cubicBezTo>
                  <a:cubicBezTo>
                    <a:pt x="235" y="256"/>
                    <a:pt x="235" y="256"/>
                    <a:pt x="235" y="256"/>
                  </a:cubicBezTo>
                  <a:cubicBezTo>
                    <a:pt x="235" y="262"/>
                    <a:pt x="239" y="267"/>
                    <a:pt x="245" y="267"/>
                  </a:cubicBezTo>
                  <a:cubicBezTo>
                    <a:pt x="309" y="267"/>
                    <a:pt x="309" y="267"/>
                    <a:pt x="309" y="267"/>
                  </a:cubicBezTo>
                  <a:cubicBezTo>
                    <a:pt x="315" y="267"/>
                    <a:pt x="320" y="262"/>
                    <a:pt x="320" y="256"/>
                  </a:cubicBezTo>
                  <a:cubicBezTo>
                    <a:pt x="320" y="214"/>
                    <a:pt x="320" y="214"/>
                    <a:pt x="320" y="214"/>
                  </a:cubicBezTo>
                  <a:cubicBezTo>
                    <a:pt x="320" y="208"/>
                    <a:pt x="315" y="203"/>
                    <a:pt x="309" y="203"/>
                  </a:cubicBezTo>
                  <a:close/>
                  <a:moveTo>
                    <a:pt x="139" y="22"/>
                  </a:moveTo>
                  <a:cubicBezTo>
                    <a:pt x="181" y="22"/>
                    <a:pt x="181" y="22"/>
                    <a:pt x="181" y="22"/>
                  </a:cubicBezTo>
                  <a:cubicBezTo>
                    <a:pt x="181" y="54"/>
                    <a:pt x="181" y="54"/>
                    <a:pt x="181" y="54"/>
                  </a:cubicBezTo>
                  <a:cubicBezTo>
                    <a:pt x="139" y="54"/>
                    <a:pt x="139" y="54"/>
                    <a:pt x="139" y="54"/>
                  </a:cubicBezTo>
                  <a:lnTo>
                    <a:pt x="139" y="22"/>
                  </a:lnTo>
                  <a:close/>
                  <a:moveTo>
                    <a:pt x="64" y="246"/>
                  </a:moveTo>
                  <a:cubicBezTo>
                    <a:pt x="21" y="246"/>
                    <a:pt x="21" y="246"/>
                    <a:pt x="21" y="246"/>
                  </a:cubicBezTo>
                  <a:cubicBezTo>
                    <a:pt x="21" y="224"/>
                    <a:pt x="21" y="224"/>
                    <a:pt x="21" y="224"/>
                  </a:cubicBezTo>
                  <a:cubicBezTo>
                    <a:pt x="64" y="224"/>
                    <a:pt x="64" y="224"/>
                    <a:pt x="64" y="224"/>
                  </a:cubicBezTo>
                  <a:lnTo>
                    <a:pt x="64" y="246"/>
                  </a:lnTo>
                  <a:close/>
                  <a:moveTo>
                    <a:pt x="181" y="246"/>
                  </a:moveTo>
                  <a:cubicBezTo>
                    <a:pt x="139" y="246"/>
                    <a:pt x="139" y="246"/>
                    <a:pt x="139" y="246"/>
                  </a:cubicBezTo>
                  <a:cubicBezTo>
                    <a:pt x="139" y="224"/>
                    <a:pt x="139" y="224"/>
                    <a:pt x="139" y="224"/>
                  </a:cubicBezTo>
                  <a:cubicBezTo>
                    <a:pt x="181" y="224"/>
                    <a:pt x="181" y="224"/>
                    <a:pt x="181" y="224"/>
                  </a:cubicBezTo>
                  <a:lnTo>
                    <a:pt x="181" y="246"/>
                  </a:lnTo>
                  <a:close/>
                  <a:moveTo>
                    <a:pt x="299" y="246"/>
                  </a:moveTo>
                  <a:cubicBezTo>
                    <a:pt x="256" y="246"/>
                    <a:pt x="256" y="246"/>
                    <a:pt x="256" y="246"/>
                  </a:cubicBezTo>
                  <a:cubicBezTo>
                    <a:pt x="256" y="224"/>
                    <a:pt x="256" y="224"/>
                    <a:pt x="256" y="224"/>
                  </a:cubicBezTo>
                  <a:cubicBezTo>
                    <a:pt x="299" y="224"/>
                    <a:pt x="299" y="224"/>
                    <a:pt x="299" y="224"/>
                  </a:cubicBezTo>
                  <a:lnTo>
                    <a:pt x="299" y="24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00" dirty="0">
                <a:latin typeface="华文细黑" panose="02010600040101010101" pitchFamily="2" charset="-122"/>
                <a:ea typeface="华文细黑" panose="02010600040101010101" pitchFamily="2" charset="-122"/>
              </a:endParaRPr>
            </a:p>
          </p:txBody>
        </p:sp>
      </p:grpSp>
      <p:sp>
        <p:nvSpPr>
          <p:cNvPr id="34" name="Rectangle 33">
            <a:extLst>
              <a:ext uri="{FF2B5EF4-FFF2-40B4-BE49-F238E27FC236}">
                <a16:creationId xmlns:a16="http://schemas.microsoft.com/office/drawing/2014/main" id="{73480FC3-6727-4270-9DAF-0AD7A509D73A}"/>
              </a:ext>
            </a:extLst>
          </p:cNvPr>
          <p:cNvSpPr/>
          <p:nvPr/>
        </p:nvSpPr>
        <p:spPr bwMode="gray">
          <a:xfrm>
            <a:off x="10101942" y="128944"/>
            <a:ext cx="1477759" cy="448661"/>
          </a:xfrm>
          <a:prstGeom prst="rect">
            <a:avLst/>
          </a:prstGeom>
          <a:solidFill>
            <a:schemeClr val="bg1"/>
          </a:solidFill>
          <a:ln w="19050" algn="ctr">
            <a:solidFill>
              <a:srgbClr val="FF0000"/>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t>ILLUSTRATIVE</a:t>
            </a:r>
          </a:p>
        </p:txBody>
      </p:sp>
      <p:sp>
        <p:nvSpPr>
          <p:cNvPr id="36" name="Freeform 1126">
            <a:extLst>
              <a:ext uri="{FF2B5EF4-FFF2-40B4-BE49-F238E27FC236}">
                <a16:creationId xmlns:a16="http://schemas.microsoft.com/office/drawing/2014/main" id="{C29725B9-7F09-4273-B2CB-269B6669F298}"/>
              </a:ext>
            </a:extLst>
          </p:cNvPr>
          <p:cNvSpPr>
            <a:spLocks/>
          </p:cNvSpPr>
          <p:nvPr/>
        </p:nvSpPr>
        <p:spPr bwMode="auto">
          <a:xfrm flipH="1">
            <a:off x="8378265" y="1505783"/>
            <a:ext cx="3352849" cy="474348"/>
          </a:xfrm>
          <a:prstGeom prst="roundRect">
            <a:avLst>
              <a:gd name="adj" fmla="val 10209"/>
            </a:avLst>
          </a:prstGeom>
          <a:solidFill>
            <a:schemeClr val="accent6"/>
          </a:solidFill>
          <a:ln w="25400">
            <a:noFill/>
          </a:ln>
        </p:spPr>
        <p:txBody>
          <a:bodyPr lIns="540000" anchor="ctr"/>
          <a:lstStyle/>
          <a:p>
            <a:pPr algn="ctr"/>
            <a:r>
              <a:rPr lang="en-US" altLang="zh-CN" sz="1100" b="1" dirty="0">
                <a:solidFill>
                  <a:srgbClr val="FFFFFF"/>
                </a:solidFill>
                <a:latin typeface="Verdana" panose="020B0604030504040204" pitchFamily="34" charset="0"/>
                <a:ea typeface="Verdana" panose="020B0604030504040204" pitchFamily="34" charset="0"/>
              </a:rPr>
              <a:t>Material Management</a:t>
            </a:r>
          </a:p>
        </p:txBody>
      </p:sp>
      <p:sp>
        <p:nvSpPr>
          <p:cNvPr id="38" name="Oval 37">
            <a:extLst>
              <a:ext uri="{FF2B5EF4-FFF2-40B4-BE49-F238E27FC236}">
                <a16:creationId xmlns:a16="http://schemas.microsoft.com/office/drawing/2014/main" id="{EC42E84C-4C5C-4595-B124-8301A1335B10}"/>
              </a:ext>
            </a:extLst>
          </p:cNvPr>
          <p:cNvSpPr/>
          <p:nvPr/>
        </p:nvSpPr>
        <p:spPr bwMode="gray">
          <a:xfrm>
            <a:off x="7996834" y="1124343"/>
            <a:ext cx="782525" cy="782525"/>
          </a:xfrm>
          <a:prstGeom prst="ellipse">
            <a:avLst/>
          </a:prstGeom>
          <a:solidFill>
            <a:srgbClr val="FFFFFF"/>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dirty="0">
              <a:solidFill>
                <a:schemeClr val="bg1"/>
              </a:solidFill>
            </a:endParaRPr>
          </a:p>
        </p:txBody>
      </p:sp>
      <p:grpSp>
        <p:nvGrpSpPr>
          <p:cNvPr id="39" name="Group 112">
            <a:extLst>
              <a:ext uri="{FF2B5EF4-FFF2-40B4-BE49-F238E27FC236}">
                <a16:creationId xmlns:a16="http://schemas.microsoft.com/office/drawing/2014/main" id="{49399D64-15AB-4940-B3B2-E1D4ECCDC034}"/>
              </a:ext>
            </a:extLst>
          </p:cNvPr>
          <p:cNvGrpSpPr>
            <a:grpSpLocks noChangeAspect="1"/>
          </p:cNvGrpSpPr>
          <p:nvPr/>
        </p:nvGrpSpPr>
        <p:grpSpPr bwMode="auto">
          <a:xfrm>
            <a:off x="8061540" y="1189049"/>
            <a:ext cx="653113" cy="653113"/>
            <a:chOff x="1157" y="393"/>
            <a:chExt cx="340" cy="340"/>
          </a:xfrm>
          <a:solidFill>
            <a:srgbClr val="007CB0"/>
          </a:solidFill>
        </p:grpSpPr>
        <p:sp>
          <p:nvSpPr>
            <p:cNvPr id="44" name="Freeform 113">
              <a:extLst>
                <a:ext uri="{FF2B5EF4-FFF2-40B4-BE49-F238E27FC236}">
                  <a16:creationId xmlns:a16="http://schemas.microsoft.com/office/drawing/2014/main" id="{2F6DE100-3B10-4946-908E-32555BFC0874}"/>
                </a:ext>
              </a:extLst>
            </p:cNvPr>
            <p:cNvSpPr>
              <a:spLocks noEditPoints="1"/>
            </p:cNvSpPr>
            <p:nvPr/>
          </p:nvSpPr>
          <p:spPr bwMode="auto">
            <a:xfrm>
              <a:off x="1157" y="393"/>
              <a:ext cx="340" cy="340"/>
            </a:xfrm>
            <a:custGeom>
              <a:avLst/>
              <a:gdLst>
                <a:gd name="T0" fmla="*/ 256 w 512"/>
                <a:gd name="T1" fmla="*/ 22 h 512"/>
                <a:gd name="T2" fmla="*/ 491 w 512"/>
                <a:gd name="T3" fmla="*/ 256 h 512"/>
                <a:gd name="T4" fmla="*/ 256 w 512"/>
                <a:gd name="T5" fmla="*/ 491 h 512"/>
                <a:gd name="T6" fmla="*/ 21 w 512"/>
                <a:gd name="T7" fmla="*/ 256 h 512"/>
                <a:gd name="T8" fmla="*/ 256 w 512"/>
                <a:gd name="T9" fmla="*/ 22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2"/>
                  </a:moveTo>
                  <a:cubicBezTo>
                    <a:pt x="385" y="22"/>
                    <a:pt x="491" y="127"/>
                    <a:pt x="491" y="256"/>
                  </a:cubicBezTo>
                  <a:cubicBezTo>
                    <a:pt x="491" y="386"/>
                    <a:pt x="385" y="491"/>
                    <a:pt x="256" y="491"/>
                  </a:cubicBezTo>
                  <a:cubicBezTo>
                    <a:pt x="127" y="491"/>
                    <a:pt x="21" y="386"/>
                    <a:pt x="21" y="256"/>
                  </a:cubicBezTo>
                  <a:cubicBezTo>
                    <a:pt x="21" y="127"/>
                    <a:pt x="127" y="22"/>
                    <a:pt x="256" y="22"/>
                  </a:cubicBezTo>
                  <a:moveTo>
                    <a:pt x="256" y="0"/>
                  </a:moveTo>
                  <a:cubicBezTo>
                    <a:pt x="115" y="0"/>
                    <a:pt x="0" y="115"/>
                    <a:pt x="0" y="256"/>
                  </a:cubicBezTo>
                  <a:cubicBezTo>
                    <a:pt x="0" y="398"/>
                    <a:pt x="115" y="512"/>
                    <a:pt x="256" y="512"/>
                  </a:cubicBezTo>
                  <a:cubicBezTo>
                    <a:pt x="397" y="512"/>
                    <a:pt x="512" y="398"/>
                    <a:pt x="512" y="256"/>
                  </a:cubicBezTo>
                  <a:cubicBezTo>
                    <a:pt x="512" y="115"/>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00" dirty="0">
                <a:latin typeface="华文细黑" panose="02010600040101010101" pitchFamily="2" charset="-122"/>
                <a:ea typeface="华文细黑" panose="02010600040101010101" pitchFamily="2" charset="-122"/>
              </a:endParaRPr>
            </a:p>
          </p:txBody>
        </p:sp>
        <p:sp>
          <p:nvSpPr>
            <p:cNvPr id="45" name="Freeform 114">
              <a:extLst>
                <a:ext uri="{FF2B5EF4-FFF2-40B4-BE49-F238E27FC236}">
                  <a16:creationId xmlns:a16="http://schemas.microsoft.com/office/drawing/2014/main" id="{2DE61F89-3376-467F-9D0E-1BD3717C692A}"/>
                </a:ext>
              </a:extLst>
            </p:cNvPr>
            <p:cNvSpPr>
              <a:spLocks noEditPoints="1"/>
            </p:cNvSpPr>
            <p:nvPr/>
          </p:nvSpPr>
          <p:spPr bwMode="auto">
            <a:xfrm>
              <a:off x="1221" y="457"/>
              <a:ext cx="212" cy="177"/>
            </a:xfrm>
            <a:custGeom>
              <a:avLst/>
              <a:gdLst>
                <a:gd name="T0" fmla="*/ 288 w 320"/>
                <a:gd name="T1" fmla="*/ 203 h 267"/>
                <a:gd name="T2" fmla="*/ 277 w 320"/>
                <a:gd name="T3" fmla="*/ 128 h 267"/>
                <a:gd name="T4" fmla="*/ 171 w 320"/>
                <a:gd name="T5" fmla="*/ 75 h 267"/>
                <a:gd name="T6" fmla="*/ 203 w 320"/>
                <a:gd name="T7" fmla="*/ 64 h 267"/>
                <a:gd name="T8" fmla="*/ 192 w 320"/>
                <a:gd name="T9" fmla="*/ 0 h 267"/>
                <a:gd name="T10" fmla="*/ 117 w 320"/>
                <a:gd name="T11" fmla="*/ 11 h 267"/>
                <a:gd name="T12" fmla="*/ 128 w 320"/>
                <a:gd name="T13" fmla="*/ 75 h 267"/>
                <a:gd name="T14" fmla="*/ 149 w 320"/>
                <a:gd name="T15" fmla="*/ 128 h 267"/>
                <a:gd name="T16" fmla="*/ 32 w 320"/>
                <a:gd name="T17" fmla="*/ 139 h 267"/>
                <a:gd name="T18" fmla="*/ 11 w 320"/>
                <a:gd name="T19" fmla="*/ 203 h 267"/>
                <a:gd name="T20" fmla="*/ 0 w 320"/>
                <a:gd name="T21" fmla="*/ 256 h 267"/>
                <a:gd name="T22" fmla="*/ 75 w 320"/>
                <a:gd name="T23" fmla="*/ 267 h 267"/>
                <a:gd name="T24" fmla="*/ 85 w 320"/>
                <a:gd name="T25" fmla="*/ 214 h 267"/>
                <a:gd name="T26" fmla="*/ 53 w 320"/>
                <a:gd name="T27" fmla="*/ 203 h 267"/>
                <a:gd name="T28" fmla="*/ 149 w 320"/>
                <a:gd name="T29" fmla="*/ 150 h 267"/>
                <a:gd name="T30" fmla="*/ 128 w 320"/>
                <a:gd name="T31" fmla="*/ 203 h 267"/>
                <a:gd name="T32" fmla="*/ 117 w 320"/>
                <a:gd name="T33" fmla="*/ 256 h 267"/>
                <a:gd name="T34" fmla="*/ 192 w 320"/>
                <a:gd name="T35" fmla="*/ 267 h 267"/>
                <a:gd name="T36" fmla="*/ 203 w 320"/>
                <a:gd name="T37" fmla="*/ 214 h 267"/>
                <a:gd name="T38" fmla="*/ 171 w 320"/>
                <a:gd name="T39" fmla="*/ 203 h 267"/>
                <a:gd name="T40" fmla="*/ 267 w 320"/>
                <a:gd name="T41" fmla="*/ 150 h 267"/>
                <a:gd name="T42" fmla="*/ 245 w 320"/>
                <a:gd name="T43" fmla="*/ 203 h 267"/>
                <a:gd name="T44" fmla="*/ 235 w 320"/>
                <a:gd name="T45" fmla="*/ 256 h 267"/>
                <a:gd name="T46" fmla="*/ 309 w 320"/>
                <a:gd name="T47" fmla="*/ 267 h 267"/>
                <a:gd name="T48" fmla="*/ 320 w 320"/>
                <a:gd name="T49" fmla="*/ 214 h 267"/>
                <a:gd name="T50" fmla="*/ 139 w 320"/>
                <a:gd name="T51" fmla="*/ 22 h 267"/>
                <a:gd name="T52" fmla="*/ 181 w 320"/>
                <a:gd name="T53" fmla="*/ 54 h 267"/>
                <a:gd name="T54" fmla="*/ 139 w 320"/>
                <a:gd name="T55" fmla="*/ 22 h 267"/>
                <a:gd name="T56" fmla="*/ 21 w 320"/>
                <a:gd name="T57" fmla="*/ 246 h 267"/>
                <a:gd name="T58" fmla="*/ 64 w 320"/>
                <a:gd name="T59" fmla="*/ 224 h 267"/>
                <a:gd name="T60" fmla="*/ 181 w 320"/>
                <a:gd name="T61" fmla="*/ 246 h 267"/>
                <a:gd name="T62" fmla="*/ 139 w 320"/>
                <a:gd name="T63" fmla="*/ 224 h 267"/>
                <a:gd name="T64" fmla="*/ 181 w 320"/>
                <a:gd name="T65" fmla="*/ 246 h 267"/>
                <a:gd name="T66" fmla="*/ 256 w 320"/>
                <a:gd name="T67" fmla="*/ 246 h 267"/>
                <a:gd name="T68" fmla="*/ 299 w 320"/>
                <a:gd name="T69" fmla="*/ 224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20" h="267">
                  <a:moveTo>
                    <a:pt x="309" y="203"/>
                  </a:moveTo>
                  <a:cubicBezTo>
                    <a:pt x="288" y="203"/>
                    <a:pt x="288" y="203"/>
                    <a:pt x="288" y="203"/>
                  </a:cubicBezTo>
                  <a:cubicBezTo>
                    <a:pt x="288" y="139"/>
                    <a:pt x="288" y="139"/>
                    <a:pt x="288" y="139"/>
                  </a:cubicBezTo>
                  <a:cubicBezTo>
                    <a:pt x="288" y="133"/>
                    <a:pt x="283" y="128"/>
                    <a:pt x="277" y="128"/>
                  </a:cubicBezTo>
                  <a:cubicBezTo>
                    <a:pt x="171" y="128"/>
                    <a:pt x="171" y="128"/>
                    <a:pt x="171" y="128"/>
                  </a:cubicBezTo>
                  <a:cubicBezTo>
                    <a:pt x="171" y="75"/>
                    <a:pt x="171" y="75"/>
                    <a:pt x="171" y="75"/>
                  </a:cubicBezTo>
                  <a:cubicBezTo>
                    <a:pt x="192" y="75"/>
                    <a:pt x="192" y="75"/>
                    <a:pt x="192" y="75"/>
                  </a:cubicBezTo>
                  <a:cubicBezTo>
                    <a:pt x="198" y="75"/>
                    <a:pt x="203" y="70"/>
                    <a:pt x="203" y="64"/>
                  </a:cubicBezTo>
                  <a:cubicBezTo>
                    <a:pt x="203" y="11"/>
                    <a:pt x="203" y="11"/>
                    <a:pt x="203" y="11"/>
                  </a:cubicBezTo>
                  <a:cubicBezTo>
                    <a:pt x="203" y="5"/>
                    <a:pt x="198" y="0"/>
                    <a:pt x="192" y="0"/>
                  </a:cubicBezTo>
                  <a:cubicBezTo>
                    <a:pt x="128" y="0"/>
                    <a:pt x="128" y="0"/>
                    <a:pt x="128" y="0"/>
                  </a:cubicBezTo>
                  <a:cubicBezTo>
                    <a:pt x="122" y="0"/>
                    <a:pt x="117" y="5"/>
                    <a:pt x="117" y="11"/>
                  </a:cubicBezTo>
                  <a:cubicBezTo>
                    <a:pt x="117" y="64"/>
                    <a:pt x="117" y="64"/>
                    <a:pt x="117" y="64"/>
                  </a:cubicBezTo>
                  <a:cubicBezTo>
                    <a:pt x="117" y="70"/>
                    <a:pt x="122" y="75"/>
                    <a:pt x="128" y="75"/>
                  </a:cubicBezTo>
                  <a:cubicBezTo>
                    <a:pt x="149" y="75"/>
                    <a:pt x="149" y="75"/>
                    <a:pt x="149" y="75"/>
                  </a:cubicBezTo>
                  <a:cubicBezTo>
                    <a:pt x="149" y="128"/>
                    <a:pt x="149" y="128"/>
                    <a:pt x="149" y="128"/>
                  </a:cubicBezTo>
                  <a:cubicBezTo>
                    <a:pt x="43" y="128"/>
                    <a:pt x="43" y="128"/>
                    <a:pt x="43" y="128"/>
                  </a:cubicBezTo>
                  <a:cubicBezTo>
                    <a:pt x="37" y="128"/>
                    <a:pt x="32" y="133"/>
                    <a:pt x="32" y="139"/>
                  </a:cubicBezTo>
                  <a:cubicBezTo>
                    <a:pt x="32" y="203"/>
                    <a:pt x="32" y="203"/>
                    <a:pt x="32" y="203"/>
                  </a:cubicBezTo>
                  <a:cubicBezTo>
                    <a:pt x="11" y="203"/>
                    <a:pt x="11" y="203"/>
                    <a:pt x="11" y="203"/>
                  </a:cubicBezTo>
                  <a:cubicBezTo>
                    <a:pt x="5" y="203"/>
                    <a:pt x="0" y="208"/>
                    <a:pt x="0" y="214"/>
                  </a:cubicBezTo>
                  <a:cubicBezTo>
                    <a:pt x="0" y="256"/>
                    <a:pt x="0" y="256"/>
                    <a:pt x="0" y="256"/>
                  </a:cubicBezTo>
                  <a:cubicBezTo>
                    <a:pt x="0" y="262"/>
                    <a:pt x="5" y="267"/>
                    <a:pt x="11" y="267"/>
                  </a:cubicBezTo>
                  <a:cubicBezTo>
                    <a:pt x="75" y="267"/>
                    <a:pt x="75" y="267"/>
                    <a:pt x="75" y="267"/>
                  </a:cubicBezTo>
                  <a:cubicBezTo>
                    <a:pt x="81" y="267"/>
                    <a:pt x="85" y="262"/>
                    <a:pt x="85" y="256"/>
                  </a:cubicBezTo>
                  <a:cubicBezTo>
                    <a:pt x="85" y="214"/>
                    <a:pt x="85" y="214"/>
                    <a:pt x="85" y="214"/>
                  </a:cubicBezTo>
                  <a:cubicBezTo>
                    <a:pt x="85" y="208"/>
                    <a:pt x="81" y="203"/>
                    <a:pt x="75" y="203"/>
                  </a:cubicBezTo>
                  <a:cubicBezTo>
                    <a:pt x="53" y="203"/>
                    <a:pt x="53" y="203"/>
                    <a:pt x="53" y="203"/>
                  </a:cubicBezTo>
                  <a:cubicBezTo>
                    <a:pt x="53" y="150"/>
                    <a:pt x="53" y="150"/>
                    <a:pt x="53" y="150"/>
                  </a:cubicBezTo>
                  <a:cubicBezTo>
                    <a:pt x="149" y="150"/>
                    <a:pt x="149" y="150"/>
                    <a:pt x="149" y="150"/>
                  </a:cubicBezTo>
                  <a:cubicBezTo>
                    <a:pt x="149" y="203"/>
                    <a:pt x="149" y="203"/>
                    <a:pt x="149" y="203"/>
                  </a:cubicBezTo>
                  <a:cubicBezTo>
                    <a:pt x="128" y="203"/>
                    <a:pt x="128" y="203"/>
                    <a:pt x="128" y="203"/>
                  </a:cubicBezTo>
                  <a:cubicBezTo>
                    <a:pt x="122" y="203"/>
                    <a:pt x="117" y="208"/>
                    <a:pt x="117" y="214"/>
                  </a:cubicBezTo>
                  <a:cubicBezTo>
                    <a:pt x="117" y="256"/>
                    <a:pt x="117" y="256"/>
                    <a:pt x="117" y="256"/>
                  </a:cubicBezTo>
                  <a:cubicBezTo>
                    <a:pt x="117" y="262"/>
                    <a:pt x="122" y="267"/>
                    <a:pt x="128" y="267"/>
                  </a:cubicBezTo>
                  <a:cubicBezTo>
                    <a:pt x="192" y="267"/>
                    <a:pt x="192" y="267"/>
                    <a:pt x="192" y="267"/>
                  </a:cubicBezTo>
                  <a:cubicBezTo>
                    <a:pt x="198" y="267"/>
                    <a:pt x="203" y="262"/>
                    <a:pt x="203" y="256"/>
                  </a:cubicBezTo>
                  <a:cubicBezTo>
                    <a:pt x="203" y="214"/>
                    <a:pt x="203" y="214"/>
                    <a:pt x="203" y="214"/>
                  </a:cubicBezTo>
                  <a:cubicBezTo>
                    <a:pt x="203" y="208"/>
                    <a:pt x="198" y="203"/>
                    <a:pt x="192" y="203"/>
                  </a:cubicBezTo>
                  <a:cubicBezTo>
                    <a:pt x="171" y="203"/>
                    <a:pt x="171" y="203"/>
                    <a:pt x="171" y="203"/>
                  </a:cubicBezTo>
                  <a:cubicBezTo>
                    <a:pt x="171" y="150"/>
                    <a:pt x="171" y="150"/>
                    <a:pt x="171" y="150"/>
                  </a:cubicBezTo>
                  <a:cubicBezTo>
                    <a:pt x="267" y="150"/>
                    <a:pt x="267" y="150"/>
                    <a:pt x="267" y="150"/>
                  </a:cubicBezTo>
                  <a:cubicBezTo>
                    <a:pt x="267" y="203"/>
                    <a:pt x="267" y="203"/>
                    <a:pt x="267" y="203"/>
                  </a:cubicBezTo>
                  <a:cubicBezTo>
                    <a:pt x="245" y="203"/>
                    <a:pt x="245" y="203"/>
                    <a:pt x="245" y="203"/>
                  </a:cubicBezTo>
                  <a:cubicBezTo>
                    <a:pt x="239" y="203"/>
                    <a:pt x="235" y="208"/>
                    <a:pt x="235" y="214"/>
                  </a:cubicBezTo>
                  <a:cubicBezTo>
                    <a:pt x="235" y="256"/>
                    <a:pt x="235" y="256"/>
                    <a:pt x="235" y="256"/>
                  </a:cubicBezTo>
                  <a:cubicBezTo>
                    <a:pt x="235" y="262"/>
                    <a:pt x="239" y="267"/>
                    <a:pt x="245" y="267"/>
                  </a:cubicBezTo>
                  <a:cubicBezTo>
                    <a:pt x="309" y="267"/>
                    <a:pt x="309" y="267"/>
                    <a:pt x="309" y="267"/>
                  </a:cubicBezTo>
                  <a:cubicBezTo>
                    <a:pt x="315" y="267"/>
                    <a:pt x="320" y="262"/>
                    <a:pt x="320" y="256"/>
                  </a:cubicBezTo>
                  <a:cubicBezTo>
                    <a:pt x="320" y="214"/>
                    <a:pt x="320" y="214"/>
                    <a:pt x="320" y="214"/>
                  </a:cubicBezTo>
                  <a:cubicBezTo>
                    <a:pt x="320" y="208"/>
                    <a:pt x="315" y="203"/>
                    <a:pt x="309" y="203"/>
                  </a:cubicBezTo>
                  <a:close/>
                  <a:moveTo>
                    <a:pt x="139" y="22"/>
                  </a:moveTo>
                  <a:cubicBezTo>
                    <a:pt x="181" y="22"/>
                    <a:pt x="181" y="22"/>
                    <a:pt x="181" y="22"/>
                  </a:cubicBezTo>
                  <a:cubicBezTo>
                    <a:pt x="181" y="54"/>
                    <a:pt x="181" y="54"/>
                    <a:pt x="181" y="54"/>
                  </a:cubicBezTo>
                  <a:cubicBezTo>
                    <a:pt x="139" y="54"/>
                    <a:pt x="139" y="54"/>
                    <a:pt x="139" y="54"/>
                  </a:cubicBezTo>
                  <a:lnTo>
                    <a:pt x="139" y="22"/>
                  </a:lnTo>
                  <a:close/>
                  <a:moveTo>
                    <a:pt x="64" y="246"/>
                  </a:moveTo>
                  <a:cubicBezTo>
                    <a:pt x="21" y="246"/>
                    <a:pt x="21" y="246"/>
                    <a:pt x="21" y="246"/>
                  </a:cubicBezTo>
                  <a:cubicBezTo>
                    <a:pt x="21" y="224"/>
                    <a:pt x="21" y="224"/>
                    <a:pt x="21" y="224"/>
                  </a:cubicBezTo>
                  <a:cubicBezTo>
                    <a:pt x="64" y="224"/>
                    <a:pt x="64" y="224"/>
                    <a:pt x="64" y="224"/>
                  </a:cubicBezTo>
                  <a:lnTo>
                    <a:pt x="64" y="246"/>
                  </a:lnTo>
                  <a:close/>
                  <a:moveTo>
                    <a:pt x="181" y="246"/>
                  </a:moveTo>
                  <a:cubicBezTo>
                    <a:pt x="139" y="246"/>
                    <a:pt x="139" y="246"/>
                    <a:pt x="139" y="246"/>
                  </a:cubicBezTo>
                  <a:cubicBezTo>
                    <a:pt x="139" y="224"/>
                    <a:pt x="139" y="224"/>
                    <a:pt x="139" y="224"/>
                  </a:cubicBezTo>
                  <a:cubicBezTo>
                    <a:pt x="181" y="224"/>
                    <a:pt x="181" y="224"/>
                    <a:pt x="181" y="224"/>
                  </a:cubicBezTo>
                  <a:lnTo>
                    <a:pt x="181" y="246"/>
                  </a:lnTo>
                  <a:close/>
                  <a:moveTo>
                    <a:pt x="299" y="246"/>
                  </a:moveTo>
                  <a:cubicBezTo>
                    <a:pt x="256" y="246"/>
                    <a:pt x="256" y="246"/>
                    <a:pt x="256" y="246"/>
                  </a:cubicBezTo>
                  <a:cubicBezTo>
                    <a:pt x="256" y="224"/>
                    <a:pt x="256" y="224"/>
                    <a:pt x="256" y="224"/>
                  </a:cubicBezTo>
                  <a:cubicBezTo>
                    <a:pt x="299" y="224"/>
                    <a:pt x="299" y="224"/>
                    <a:pt x="299" y="224"/>
                  </a:cubicBezTo>
                  <a:lnTo>
                    <a:pt x="299" y="24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300" dirty="0">
                <a:latin typeface="华文细黑" panose="02010600040101010101" pitchFamily="2" charset="-122"/>
                <a:ea typeface="华文细黑" panose="02010600040101010101" pitchFamily="2" charset="-122"/>
              </a:endParaRPr>
            </a:p>
          </p:txBody>
        </p:sp>
      </p:grpSp>
    </p:spTree>
    <p:extLst>
      <p:ext uri="{BB962C8B-B14F-4D97-AF65-F5344CB8AC3E}">
        <p14:creationId xmlns:p14="http://schemas.microsoft.com/office/powerpoint/2010/main" val="681187625"/>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0A54A5B-6898-4D19-A56E-5A85C5E9F598}"/>
              </a:ext>
            </a:extLst>
          </p:cNvPr>
          <p:cNvGraphicFramePr>
            <a:graphicFrameLocks noChangeAspect="1"/>
          </p:cNvGraphicFramePr>
          <p:nvPr>
            <p:custDataLst>
              <p:tags r:id="rId1"/>
            </p:custDataLst>
            <p:extLst>
              <p:ext uri="{D42A27DB-BD31-4B8C-83A1-F6EECF244321}">
                <p14:modId xmlns:p14="http://schemas.microsoft.com/office/powerpoint/2010/main" val="18381277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6" name="Object 5" hidden="1">
                        <a:extLst>
                          <a:ext uri="{FF2B5EF4-FFF2-40B4-BE49-F238E27FC236}">
                            <a16:creationId xmlns:a16="http://schemas.microsoft.com/office/drawing/2014/main" id="{40A54A5B-6898-4D19-A56E-5A85C5E9F59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5" name="Rectangle 14">
            <a:extLst>
              <a:ext uri="{FF2B5EF4-FFF2-40B4-BE49-F238E27FC236}">
                <a16:creationId xmlns:a16="http://schemas.microsoft.com/office/drawing/2014/main" id="{24EFC317-81C3-4D27-8BAC-62B5A34DD22B}"/>
              </a:ext>
            </a:extLst>
          </p:cNvPr>
          <p:cNvSpPr/>
          <p:nvPr/>
        </p:nvSpPr>
        <p:spPr bwMode="gray">
          <a:xfrm>
            <a:off x="6562901" y="1653596"/>
            <a:ext cx="4737562" cy="4431983"/>
          </a:xfrm>
          <a:prstGeom prst="rect">
            <a:avLst/>
          </a:prstGeom>
          <a:solidFill>
            <a:srgbClr val="F2F2F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5" name="Rectangle 4" hidden="1">
            <a:extLst>
              <a:ext uri="{FF2B5EF4-FFF2-40B4-BE49-F238E27FC236}">
                <a16:creationId xmlns:a16="http://schemas.microsoft.com/office/drawing/2014/main" id="{6C1B9A7E-A96E-49BB-9F86-B04BADC8F3F8}"/>
              </a:ext>
            </a:extLst>
          </p:cNvPr>
          <p:cNvSpPr/>
          <p:nvPr>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algn="ctr">
              <a:lnSpc>
                <a:spcPct val="106000"/>
              </a:lnSpc>
            </a:pPr>
            <a:endParaRPr lang="en-US" sz="2100" dirty="0">
              <a:solidFill>
                <a:schemeClr val="bg1"/>
              </a:solidFill>
              <a:latin typeface="Calibri" panose="020F0502020204030204" pitchFamily="34" charset="0"/>
              <a:ea typeface="+mj-ea"/>
              <a:cs typeface="Calibri Light" panose="020F0302020204030204" pitchFamily="34" charset="0"/>
              <a:sym typeface="Calibri" panose="020F0502020204030204" pitchFamily="34" charset="0"/>
            </a:endParaRPr>
          </a:p>
        </p:txBody>
      </p:sp>
      <p:sp>
        <p:nvSpPr>
          <p:cNvPr id="2" name="Text Placeholder 1">
            <a:extLst>
              <a:ext uri="{FF2B5EF4-FFF2-40B4-BE49-F238E27FC236}">
                <a16:creationId xmlns:a16="http://schemas.microsoft.com/office/drawing/2014/main" id="{98E80031-8172-46EF-A09D-515BC7C7E4DD}"/>
              </a:ext>
            </a:extLst>
          </p:cNvPr>
          <p:cNvSpPr>
            <a:spLocks noGrp="1"/>
          </p:cNvSpPr>
          <p:nvPr>
            <p:ph type="body" sz="quarter" idx="13"/>
          </p:nvPr>
        </p:nvSpPr>
        <p:spPr/>
        <p:txBody>
          <a:bodyPr/>
          <a:lstStyle/>
          <a:p>
            <a:pPr algn="just"/>
            <a:r>
              <a:rPr lang="en-US" sz="1800" dirty="0">
                <a:solidFill>
                  <a:srgbClr val="575757"/>
                </a:solidFill>
                <a:latin typeface="+mn-lt"/>
              </a:rPr>
              <a:t>We understand that the objective of this assignment is to assist DPL in identifying business requirements, assessing feasibility of ERP implementation with a roadmap</a:t>
            </a:r>
          </a:p>
          <a:p>
            <a:endParaRPr lang="en-IN" dirty="0"/>
          </a:p>
        </p:txBody>
      </p:sp>
      <p:sp>
        <p:nvSpPr>
          <p:cNvPr id="3" name="Title 2">
            <a:extLst>
              <a:ext uri="{FF2B5EF4-FFF2-40B4-BE49-F238E27FC236}">
                <a16:creationId xmlns:a16="http://schemas.microsoft.com/office/drawing/2014/main" id="{498839CE-6022-4903-85B8-3EB71AB5FE23}"/>
              </a:ext>
            </a:extLst>
          </p:cNvPr>
          <p:cNvSpPr>
            <a:spLocks noGrp="1"/>
          </p:cNvSpPr>
          <p:nvPr>
            <p:ph type="title"/>
          </p:nvPr>
        </p:nvSpPr>
        <p:spPr/>
        <p:txBody>
          <a:bodyPr vert="horz"/>
          <a:lstStyle/>
          <a:p>
            <a:r>
              <a:rPr lang="en-US" dirty="0"/>
              <a:t>Detailed Scope of Work (1/4)</a:t>
            </a:r>
            <a:endParaRPr lang="en-IN" dirty="0"/>
          </a:p>
        </p:txBody>
      </p:sp>
      <p:sp>
        <p:nvSpPr>
          <p:cNvPr id="71" name="Rectangle: Top Corners Rounded 70">
            <a:extLst>
              <a:ext uri="{FF2B5EF4-FFF2-40B4-BE49-F238E27FC236}">
                <a16:creationId xmlns:a16="http://schemas.microsoft.com/office/drawing/2014/main" id="{85E8615F-6171-492F-BD3F-E701F47C2549}"/>
              </a:ext>
            </a:extLst>
          </p:cNvPr>
          <p:cNvSpPr/>
          <p:nvPr/>
        </p:nvSpPr>
        <p:spPr bwMode="gray">
          <a:xfrm>
            <a:off x="791579" y="1347596"/>
            <a:ext cx="5594349" cy="580594"/>
          </a:xfrm>
          <a:prstGeom prst="round2SameRect">
            <a:avLst>
              <a:gd name="adj1" fmla="val 0"/>
              <a:gd name="adj2" fmla="val 0"/>
            </a:avLst>
          </a:prstGeom>
          <a:solidFill>
            <a:schemeClr val="accent2"/>
          </a:solidFill>
          <a:ln w="19050" algn="ctr">
            <a:noFill/>
            <a:miter lim="800000"/>
            <a:headEnd/>
            <a:tailEnd/>
          </a:ln>
        </p:spPr>
        <p:txBody>
          <a:bodyPr wrap="square" lIns="45720" tIns="45720" rIns="0" bIns="0" rtlCol="0" anchor="t" anchorCtr="0"/>
          <a:lstStyle/>
          <a:p>
            <a:r>
              <a:rPr lang="da-DK" sz="1200" b="1" dirty="0">
                <a:solidFill>
                  <a:prstClr val="white"/>
                </a:solidFill>
                <a:latin typeface="Verdana" panose="020B0604030504040204" pitchFamily="34" charset="0"/>
                <a:ea typeface="Verdana" panose="020B0604030504040204" pitchFamily="34" charset="0"/>
              </a:rPr>
              <a:t>As-is Study /Assessment </a:t>
            </a:r>
          </a:p>
        </p:txBody>
      </p:sp>
      <p:sp>
        <p:nvSpPr>
          <p:cNvPr id="72" name="TextBox 71">
            <a:extLst>
              <a:ext uri="{FF2B5EF4-FFF2-40B4-BE49-F238E27FC236}">
                <a16:creationId xmlns:a16="http://schemas.microsoft.com/office/drawing/2014/main" id="{5C68EEBB-01E7-45EB-91B3-4AD97BD82E21}"/>
              </a:ext>
            </a:extLst>
          </p:cNvPr>
          <p:cNvSpPr txBox="1"/>
          <p:nvPr/>
        </p:nvSpPr>
        <p:spPr>
          <a:xfrm>
            <a:off x="791579" y="1653596"/>
            <a:ext cx="5594349" cy="4431983"/>
          </a:xfrm>
          <a:prstGeom prst="roundRect">
            <a:avLst>
              <a:gd name="adj" fmla="val 0"/>
            </a:avLst>
          </a:prstGeom>
          <a:solidFill>
            <a:schemeClr val="bg1">
              <a:lumMod val="95000"/>
            </a:schemeClr>
          </a:solidFill>
        </p:spPr>
        <p:txBody>
          <a:bodyPr wrap="square" lIns="45720" tIns="45720" rIns="756000" bIns="45720" rtlCol="0">
            <a:spAutoFit/>
          </a:bodyPr>
          <a:lstStyle/>
          <a:p>
            <a:pPr marL="171450" indent="-171450" algn="just">
              <a:spcAft>
                <a:spcPts val="600"/>
              </a:spcAft>
              <a:buFont typeface="Arial" panose="020B0604020202020204" pitchFamily="34" charset="0"/>
              <a:buChar char="•"/>
            </a:pPr>
            <a:r>
              <a:rPr lang="en-US" sz="1300" dirty="0">
                <a:latin typeface="Verdana" panose="020B0604030504040204" pitchFamily="34" charset="0"/>
                <a:ea typeface="Verdana" panose="020B0604030504040204" pitchFamily="34" charset="0"/>
              </a:rPr>
              <a:t>Assessment of Processes and Organization</a:t>
            </a:r>
          </a:p>
          <a:p>
            <a:pPr marL="171450" indent="-171450" algn="just">
              <a:spcAft>
                <a:spcPts val="600"/>
              </a:spcAft>
              <a:buFont typeface="Arial" panose="020B0604020202020204" pitchFamily="34" charset="0"/>
              <a:buChar char="•"/>
            </a:pPr>
            <a:r>
              <a:rPr lang="en-US" sz="1300" dirty="0">
                <a:latin typeface="Verdana" panose="020B0604030504040204" pitchFamily="34" charset="0"/>
                <a:ea typeface="Verdana" panose="020B0604030504040204" pitchFamily="34" charset="0"/>
              </a:rPr>
              <a:t>Study of existing business processes / procedures within the organizational functions under consideration for implementation of ERP</a:t>
            </a:r>
          </a:p>
          <a:p>
            <a:pPr marL="171450" indent="-171450" algn="just">
              <a:spcAft>
                <a:spcPts val="600"/>
              </a:spcAft>
              <a:buFont typeface="Arial" panose="020B0604020202020204" pitchFamily="34" charset="0"/>
              <a:buChar char="•"/>
            </a:pPr>
            <a:r>
              <a:rPr lang="en-US" sz="1300" dirty="0">
                <a:latin typeface="Verdana" panose="020B0604030504040204" pitchFamily="34" charset="0"/>
                <a:ea typeface="Verdana" panose="020B0604030504040204" pitchFamily="34" charset="0"/>
              </a:rPr>
              <a:t>Study of existing Chart of Accounts (COA) and Cost Centers and review its suitability vis-a-vis the proposed ERP adoption. The study will also recommend necessary modifications if required.</a:t>
            </a:r>
          </a:p>
          <a:p>
            <a:pPr marL="171450" indent="-171450" algn="just">
              <a:spcAft>
                <a:spcPts val="600"/>
              </a:spcAft>
              <a:buFont typeface="Arial" panose="020B0604020202020204" pitchFamily="34" charset="0"/>
              <a:buChar char="•"/>
            </a:pPr>
            <a:r>
              <a:rPr lang="en-US" sz="1300" dirty="0">
                <a:latin typeface="Verdana" panose="020B0604030504040204" pitchFamily="34" charset="0"/>
                <a:ea typeface="Verdana" panose="020B0604030504040204" pitchFamily="34" charset="0"/>
              </a:rPr>
              <a:t>Study of organizational hierarchy, departments, roles and responsibilities of various personnel.</a:t>
            </a:r>
          </a:p>
          <a:p>
            <a:pPr marL="171450" indent="-171450" algn="just">
              <a:spcAft>
                <a:spcPts val="600"/>
              </a:spcAft>
              <a:buFont typeface="Arial" panose="020B0604020202020204" pitchFamily="34" charset="0"/>
              <a:buChar char="•"/>
            </a:pPr>
            <a:r>
              <a:rPr lang="en-US" sz="1300" dirty="0">
                <a:latin typeface="Verdana" panose="020B0604030504040204" pitchFamily="34" charset="0"/>
                <a:ea typeface="Verdana" panose="020B0604030504040204" pitchFamily="34" charset="0"/>
              </a:rPr>
              <a:t>Study of available manpower, and competency and skill-levels for adoption of ERP.</a:t>
            </a:r>
          </a:p>
          <a:p>
            <a:pPr marL="171450" indent="-171450" algn="just">
              <a:spcAft>
                <a:spcPts val="600"/>
              </a:spcAft>
              <a:buFont typeface="Arial" panose="020B0604020202020204" pitchFamily="34" charset="0"/>
              <a:buChar char="•"/>
            </a:pPr>
            <a:r>
              <a:rPr lang="en-US" sz="1300" dirty="0">
                <a:latin typeface="Verdana" panose="020B0604030504040204" pitchFamily="34" charset="0"/>
                <a:ea typeface="Verdana" panose="020B0604030504040204" pitchFamily="34" charset="0"/>
              </a:rPr>
              <a:t>Study of existing information management practices, including information security practices.</a:t>
            </a:r>
          </a:p>
          <a:p>
            <a:pPr marL="171450" indent="-171450" algn="just">
              <a:spcAft>
                <a:spcPts val="600"/>
              </a:spcAft>
              <a:buFont typeface="Arial" panose="020B0604020202020204" pitchFamily="34" charset="0"/>
              <a:buChar char="•"/>
            </a:pPr>
            <a:r>
              <a:rPr lang="en-US" sz="1300" dirty="0">
                <a:latin typeface="Verdana" panose="020B0604030504040204" pitchFamily="34" charset="0"/>
                <a:ea typeface="Verdana" panose="020B0604030504040204" pitchFamily="34" charset="0"/>
              </a:rPr>
              <a:t>Study of organization readiness, at all levels of the organization, to adopt ERP.</a:t>
            </a:r>
          </a:p>
          <a:p>
            <a:pPr marL="171450" indent="-171450" algn="just">
              <a:spcAft>
                <a:spcPts val="600"/>
              </a:spcAft>
              <a:buFont typeface="Arial" panose="020B0604020202020204" pitchFamily="34" charset="0"/>
              <a:buChar char="•"/>
            </a:pPr>
            <a:r>
              <a:rPr lang="en-US" sz="1300" dirty="0">
                <a:latin typeface="Verdana" panose="020B0604030504040204" pitchFamily="34" charset="0"/>
                <a:ea typeface="Verdana" panose="020B0604030504040204" pitchFamily="34" charset="0"/>
              </a:rPr>
              <a:t>Study of real-time operational Data capture in DCS, non-DCS &amp; ABT systems and recommend procedure to integrate them with ERP system</a:t>
            </a:r>
          </a:p>
        </p:txBody>
      </p:sp>
      <p:sp>
        <p:nvSpPr>
          <p:cNvPr id="73" name="Oval 72">
            <a:extLst>
              <a:ext uri="{FF2B5EF4-FFF2-40B4-BE49-F238E27FC236}">
                <a16:creationId xmlns:a16="http://schemas.microsoft.com/office/drawing/2014/main" id="{AC0DE074-4935-421F-9249-EAF85272D303}"/>
              </a:ext>
            </a:extLst>
          </p:cNvPr>
          <p:cNvSpPr/>
          <p:nvPr/>
        </p:nvSpPr>
        <p:spPr bwMode="gray">
          <a:xfrm>
            <a:off x="5706114" y="1362299"/>
            <a:ext cx="488823" cy="488823"/>
          </a:xfrm>
          <a:prstGeom prst="ellipse">
            <a:avLst/>
          </a:prstGeom>
          <a:solidFill>
            <a:schemeClr val="accent2"/>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prstClr val="white"/>
              </a:solidFill>
            </a:endParaRPr>
          </a:p>
        </p:txBody>
      </p:sp>
      <p:sp>
        <p:nvSpPr>
          <p:cNvPr id="74" name="Freeform 751">
            <a:extLst>
              <a:ext uri="{FF2B5EF4-FFF2-40B4-BE49-F238E27FC236}">
                <a16:creationId xmlns:a16="http://schemas.microsoft.com/office/drawing/2014/main" id="{6A4E96F3-7167-4A6A-BBAC-9F63C580E582}"/>
              </a:ext>
            </a:extLst>
          </p:cNvPr>
          <p:cNvSpPr>
            <a:spLocks noEditPoints="1"/>
          </p:cNvSpPr>
          <p:nvPr/>
        </p:nvSpPr>
        <p:spPr bwMode="auto">
          <a:xfrm>
            <a:off x="5764678" y="1411658"/>
            <a:ext cx="382385" cy="382385"/>
          </a:xfrm>
          <a:custGeom>
            <a:avLst/>
            <a:gdLst>
              <a:gd name="T0" fmla="*/ 256 w 512"/>
              <a:gd name="T1" fmla="*/ 512 h 512"/>
              <a:gd name="T2" fmla="*/ 165 w 512"/>
              <a:gd name="T3" fmla="*/ 158 h 512"/>
              <a:gd name="T4" fmla="*/ 207 w 512"/>
              <a:gd name="T5" fmla="*/ 162 h 512"/>
              <a:gd name="T6" fmla="*/ 160 w 512"/>
              <a:gd name="T7" fmla="*/ 172 h 512"/>
              <a:gd name="T8" fmla="*/ 174 w 512"/>
              <a:gd name="T9" fmla="*/ 206 h 512"/>
              <a:gd name="T10" fmla="*/ 203 w 512"/>
              <a:gd name="T11" fmla="*/ 242 h 512"/>
              <a:gd name="T12" fmla="*/ 160 w 512"/>
              <a:gd name="T13" fmla="*/ 212 h 512"/>
              <a:gd name="T14" fmla="*/ 128 w 512"/>
              <a:gd name="T15" fmla="*/ 245 h 512"/>
              <a:gd name="T16" fmla="*/ 106 w 512"/>
              <a:gd name="T17" fmla="*/ 277 h 512"/>
              <a:gd name="T18" fmla="*/ 136 w 512"/>
              <a:gd name="T19" fmla="*/ 351 h 512"/>
              <a:gd name="T20" fmla="*/ 106 w 512"/>
              <a:gd name="T21" fmla="*/ 330 h 512"/>
              <a:gd name="T22" fmla="*/ 128 w 512"/>
              <a:gd name="T23" fmla="*/ 309 h 512"/>
              <a:gd name="T24" fmla="*/ 145 w 512"/>
              <a:gd name="T25" fmla="*/ 346 h 512"/>
              <a:gd name="T26" fmla="*/ 132 w 512"/>
              <a:gd name="T27" fmla="*/ 210 h 512"/>
              <a:gd name="T28" fmla="*/ 117 w 512"/>
              <a:gd name="T29" fmla="*/ 224 h 512"/>
              <a:gd name="T30" fmla="*/ 113 w 512"/>
              <a:gd name="T31" fmla="*/ 182 h 512"/>
              <a:gd name="T32" fmla="*/ 142 w 512"/>
              <a:gd name="T33" fmla="*/ 192 h 512"/>
              <a:gd name="T34" fmla="*/ 203 w 512"/>
              <a:gd name="T35" fmla="*/ 387 h 512"/>
              <a:gd name="T36" fmla="*/ 160 w 512"/>
              <a:gd name="T37" fmla="*/ 354 h 512"/>
              <a:gd name="T38" fmla="*/ 213 w 512"/>
              <a:gd name="T39" fmla="*/ 382 h 512"/>
              <a:gd name="T40" fmla="*/ 260 w 512"/>
              <a:gd name="T41" fmla="*/ 415 h 512"/>
              <a:gd name="T42" fmla="*/ 232 w 512"/>
              <a:gd name="T43" fmla="*/ 404 h 512"/>
              <a:gd name="T44" fmla="*/ 245 w 512"/>
              <a:gd name="T45" fmla="*/ 387 h 512"/>
              <a:gd name="T46" fmla="*/ 266 w 512"/>
              <a:gd name="T47" fmla="*/ 384 h 512"/>
              <a:gd name="T48" fmla="*/ 285 w 512"/>
              <a:gd name="T49" fmla="*/ 392 h 512"/>
              <a:gd name="T50" fmla="*/ 245 w 512"/>
              <a:gd name="T51" fmla="*/ 320 h 512"/>
              <a:gd name="T52" fmla="*/ 266 w 512"/>
              <a:gd name="T53" fmla="*/ 352 h 512"/>
              <a:gd name="T54" fmla="*/ 280 w 512"/>
              <a:gd name="T55" fmla="*/ 256 h 512"/>
              <a:gd name="T56" fmla="*/ 256 w 512"/>
              <a:gd name="T57" fmla="*/ 288 h 512"/>
              <a:gd name="T58" fmla="*/ 232 w 512"/>
              <a:gd name="T59" fmla="*/ 256 h 512"/>
              <a:gd name="T60" fmla="*/ 256 w 512"/>
              <a:gd name="T61" fmla="*/ 244 h 512"/>
              <a:gd name="T62" fmla="*/ 280 w 512"/>
              <a:gd name="T63" fmla="*/ 256 h 512"/>
              <a:gd name="T64" fmla="*/ 271 w 512"/>
              <a:gd name="T65" fmla="*/ 146 h 512"/>
              <a:gd name="T66" fmla="*/ 227 w 512"/>
              <a:gd name="T67" fmla="*/ 141 h 512"/>
              <a:gd name="T68" fmla="*/ 260 w 512"/>
              <a:gd name="T69" fmla="*/ 118 h 512"/>
              <a:gd name="T70" fmla="*/ 346 w 512"/>
              <a:gd name="T71" fmla="*/ 375 h 512"/>
              <a:gd name="T72" fmla="*/ 299 w 512"/>
              <a:gd name="T73" fmla="*/ 385 h 512"/>
              <a:gd name="T74" fmla="*/ 351 w 512"/>
              <a:gd name="T75" fmla="*/ 361 h 512"/>
              <a:gd name="T76" fmla="*/ 313 w 512"/>
              <a:gd name="T77" fmla="*/ 241 h 512"/>
              <a:gd name="T78" fmla="*/ 304 w 512"/>
              <a:gd name="T79" fmla="*/ 222 h 512"/>
              <a:gd name="T80" fmla="*/ 346 w 512"/>
              <a:gd name="T81" fmla="*/ 226 h 512"/>
              <a:gd name="T82" fmla="*/ 337 w 512"/>
              <a:gd name="T83" fmla="*/ 177 h 512"/>
              <a:gd name="T84" fmla="*/ 313 w 512"/>
              <a:gd name="T85" fmla="*/ 142 h 512"/>
              <a:gd name="T86" fmla="*/ 405 w 512"/>
              <a:gd name="T87" fmla="*/ 341 h 512"/>
              <a:gd name="T88" fmla="*/ 375 w 512"/>
              <a:gd name="T89" fmla="*/ 361 h 512"/>
              <a:gd name="T90" fmla="*/ 384 w 512"/>
              <a:gd name="T91" fmla="*/ 334 h 512"/>
              <a:gd name="T92" fmla="*/ 405 w 512"/>
              <a:gd name="T93" fmla="*/ 320 h 512"/>
              <a:gd name="T94" fmla="*/ 394 w 512"/>
              <a:gd name="T95" fmla="*/ 298 h 512"/>
              <a:gd name="T96" fmla="*/ 394 w 512"/>
              <a:gd name="T97" fmla="*/ 245 h 512"/>
              <a:gd name="T98" fmla="*/ 405 w 512"/>
              <a:gd name="T99" fmla="*/ 213 h 512"/>
              <a:gd name="T100" fmla="*/ 384 w 512"/>
              <a:gd name="T101" fmla="*/ 208 h 512"/>
              <a:gd name="T102" fmla="*/ 365 w 512"/>
              <a:gd name="T103" fmla="*/ 205 h 512"/>
              <a:gd name="T104" fmla="*/ 379 w 512"/>
              <a:gd name="T105" fmla="*/ 173 h 512"/>
              <a:gd name="T106" fmla="*/ 405 w 512"/>
              <a:gd name="T107"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165" y="158"/>
                </a:moveTo>
                <a:cubicBezTo>
                  <a:pt x="199" y="142"/>
                  <a:pt x="199" y="142"/>
                  <a:pt x="199" y="142"/>
                </a:cubicBezTo>
                <a:cubicBezTo>
                  <a:pt x="204" y="140"/>
                  <a:pt x="210" y="142"/>
                  <a:pt x="213" y="148"/>
                </a:cubicBezTo>
                <a:cubicBezTo>
                  <a:pt x="215" y="153"/>
                  <a:pt x="213" y="159"/>
                  <a:pt x="207" y="162"/>
                </a:cubicBezTo>
                <a:cubicBezTo>
                  <a:pt x="174" y="177"/>
                  <a:pt x="174" y="177"/>
                  <a:pt x="174" y="177"/>
                </a:cubicBezTo>
                <a:cubicBezTo>
                  <a:pt x="173" y="178"/>
                  <a:pt x="171" y="178"/>
                  <a:pt x="170" y="178"/>
                </a:cubicBezTo>
                <a:cubicBezTo>
                  <a:pt x="166" y="178"/>
                  <a:pt x="162" y="176"/>
                  <a:pt x="160" y="172"/>
                </a:cubicBezTo>
                <a:cubicBezTo>
                  <a:pt x="158" y="166"/>
                  <a:pt x="160" y="160"/>
                  <a:pt x="165" y="158"/>
                </a:cubicBezTo>
                <a:close/>
                <a:moveTo>
                  <a:pt x="160" y="212"/>
                </a:moveTo>
                <a:cubicBezTo>
                  <a:pt x="162" y="206"/>
                  <a:pt x="169" y="204"/>
                  <a:pt x="174" y="206"/>
                </a:cubicBezTo>
                <a:cubicBezTo>
                  <a:pt x="207" y="222"/>
                  <a:pt x="207" y="222"/>
                  <a:pt x="207" y="222"/>
                </a:cubicBezTo>
                <a:cubicBezTo>
                  <a:pt x="213" y="224"/>
                  <a:pt x="215" y="230"/>
                  <a:pt x="213" y="236"/>
                </a:cubicBezTo>
                <a:cubicBezTo>
                  <a:pt x="211" y="240"/>
                  <a:pt x="207" y="242"/>
                  <a:pt x="203" y="242"/>
                </a:cubicBezTo>
                <a:cubicBezTo>
                  <a:pt x="201" y="242"/>
                  <a:pt x="200" y="242"/>
                  <a:pt x="199" y="241"/>
                </a:cubicBezTo>
                <a:cubicBezTo>
                  <a:pt x="165" y="226"/>
                  <a:pt x="165" y="226"/>
                  <a:pt x="165" y="226"/>
                </a:cubicBezTo>
                <a:cubicBezTo>
                  <a:pt x="160" y="223"/>
                  <a:pt x="158" y="217"/>
                  <a:pt x="160" y="212"/>
                </a:cubicBezTo>
                <a:close/>
                <a:moveTo>
                  <a:pt x="106" y="245"/>
                </a:moveTo>
                <a:cubicBezTo>
                  <a:pt x="106" y="239"/>
                  <a:pt x="111" y="234"/>
                  <a:pt x="117" y="234"/>
                </a:cubicBezTo>
                <a:cubicBezTo>
                  <a:pt x="123" y="234"/>
                  <a:pt x="128" y="239"/>
                  <a:pt x="128" y="245"/>
                </a:cubicBezTo>
                <a:cubicBezTo>
                  <a:pt x="128" y="277"/>
                  <a:pt x="128" y="277"/>
                  <a:pt x="128" y="277"/>
                </a:cubicBezTo>
                <a:cubicBezTo>
                  <a:pt x="128" y="283"/>
                  <a:pt x="123" y="288"/>
                  <a:pt x="117" y="288"/>
                </a:cubicBezTo>
                <a:cubicBezTo>
                  <a:pt x="111" y="288"/>
                  <a:pt x="106" y="283"/>
                  <a:pt x="106" y="277"/>
                </a:cubicBezTo>
                <a:lnTo>
                  <a:pt x="106" y="245"/>
                </a:lnTo>
                <a:close/>
                <a:moveTo>
                  <a:pt x="145" y="346"/>
                </a:moveTo>
                <a:cubicBezTo>
                  <a:pt x="143" y="349"/>
                  <a:pt x="140" y="351"/>
                  <a:pt x="136" y="351"/>
                </a:cubicBezTo>
                <a:cubicBezTo>
                  <a:pt x="134" y="351"/>
                  <a:pt x="132" y="351"/>
                  <a:pt x="131" y="350"/>
                </a:cubicBezTo>
                <a:cubicBezTo>
                  <a:pt x="112" y="340"/>
                  <a:pt x="112" y="340"/>
                  <a:pt x="112" y="340"/>
                </a:cubicBezTo>
                <a:cubicBezTo>
                  <a:pt x="108" y="338"/>
                  <a:pt x="106" y="334"/>
                  <a:pt x="106" y="330"/>
                </a:cubicBezTo>
                <a:cubicBezTo>
                  <a:pt x="106" y="309"/>
                  <a:pt x="106" y="309"/>
                  <a:pt x="106" y="309"/>
                </a:cubicBezTo>
                <a:cubicBezTo>
                  <a:pt x="106" y="303"/>
                  <a:pt x="111" y="298"/>
                  <a:pt x="117" y="298"/>
                </a:cubicBezTo>
                <a:cubicBezTo>
                  <a:pt x="123" y="298"/>
                  <a:pt x="128" y="303"/>
                  <a:pt x="128" y="309"/>
                </a:cubicBezTo>
                <a:cubicBezTo>
                  <a:pt x="128" y="324"/>
                  <a:pt x="128" y="324"/>
                  <a:pt x="128" y="324"/>
                </a:cubicBezTo>
                <a:cubicBezTo>
                  <a:pt x="141" y="331"/>
                  <a:pt x="141" y="331"/>
                  <a:pt x="141" y="331"/>
                </a:cubicBezTo>
                <a:cubicBezTo>
                  <a:pt x="146" y="334"/>
                  <a:pt x="148" y="340"/>
                  <a:pt x="145" y="346"/>
                </a:cubicBezTo>
                <a:close/>
                <a:moveTo>
                  <a:pt x="146" y="205"/>
                </a:moveTo>
                <a:cubicBezTo>
                  <a:pt x="144" y="209"/>
                  <a:pt x="140" y="211"/>
                  <a:pt x="136" y="211"/>
                </a:cubicBezTo>
                <a:cubicBezTo>
                  <a:pt x="135" y="211"/>
                  <a:pt x="133" y="211"/>
                  <a:pt x="132" y="210"/>
                </a:cubicBezTo>
                <a:cubicBezTo>
                  <a:pt x="128" y="208"/>
                  <a:pt x="128" y="208"/>
                  <a:pt x="128" y="208"/>
                </a:cubicBezTo>
                <a:cubicBezTo>
                  <a:pt x="128" y="213"/>
                  <a:pt x="128" y="213"/>
                  <a:pt x="128" y="213"/>
                </a:cubicBezTo>
                <a:cubicBezTo>
                  <a:pt x="128" y="219"/>
                  <a:pt x="123" y="224"/>
                  <a:pt x="117" y="224"/>
                </a:cubicBezTo>
                <a:cubicBezTo>
                  <a:pt x="111" y="224"/>
                  <a:pt x="106" y="219"/>
                  <a:pt x="106" y="213"/>
                </a:cubicBezTo>
                <a:cubicBezTo>
                  <a:pt x="106" y="192"/>
                  <a:pt x="106" y="192"/>
                  <a:pt x="106" y="192"/>
                </a:cubicBezTo>
                <a:cubicBezTo>
                  <a:pt x="106" y="188"/>
                  <a:pt x="109" y="184"/>
                  <a:pt x="113" y="182"/>
                </a:cubicBezTo>
                <a:cubicBezTo>
                  <a:pt x="132" y="173"/>
                  <a:pt x="132" y="173"/>
                  <a:pt x="132" y="173"/>
                </a:cubicBezTo>
                <a:cubicBezTo>
                  <a:pt x="137" y="171"/>
                  <a:pt x="144" y="173"/>
                  <a:pt x="146" y="178"/>
                </a:cubicBezTo>
                <a:cubicBezTo>
                  <a:pt x="148" y="183"/>
                  <a:pt x="147" y="189"/>
                  <a:pt x="142" y="192"/>
                </a:cubicBezTo>
                <a:cubicBezTo>
                  <a:pt x="147" y="195"/>
                  <a:pt x="148" y="200"/>
                  <a:pt x="146" y="205"/>
                </a:cubicBezTo>
                <a:close/>
                <a:moveTo>
                  <a:pt x="213" y="382"/>
                </a:moveTo>
                <a:cubicBezTo>
                  <a:pt x="211" y="385"/>
                  <a:pt x="207" y="387"/>
                  <a:pt x="203" y="387"/>
                </a:cubicBezTo>
                <a:cubicBezTo>
                  <a:pt x="201" y="387"/>
                  <a:pt x="200" y="387"/>
                  <a:pt x="198" y="386"/>
                </a:cubicBezTo>
                <a:cubicBezTo>
                  <a:pt x="164" y="368"/>
                  <a:pt x="164" y="368"/>
                  <a:pt x="164" y="368"/>
                </a:cubicBezTo>
                <a:cubicBezTo>
                  <a:pt x="159" y="365"/>
                  <a:pt x="157" y="359"/>
                  <a:pt x="160" y="354"/>
                </a:cubicBezTo>
                <a:cubicBezTo>
                  <a:pt x="163" y="348"/>
                  <a:pt x="169" y="346"/>
                  <a:pt x="175" y="349"/>
                </a:cubicBezTo>
                <a:cubicBezTo>
                  <a:pt x="208" y="367"/>
                  <a:pt x="208" y="367"/>
                  <a:pt x="208" y="367"/>
                </a:cubicBezTo>
                <a:cubicBezTo>
                  <a:pt x="213" y="370"/>
                  <a:pt x="215" y="377"/>
                  <a:pt x="213" y="382"/>
                </a:cubicBezTo>
                <a:close/>
                <a:moveTo>
                  <a:pt x="280" y="406"/>
                </a:moveTo>
                <a:cubicBezTo>
                  <a:pt x="260" y="415"/>
                  <a:pt x="260" y="415"/>
                  <a:pt x="260" y="415"/>
                </a:cubicBezTo>
                <a:cubicBezTo>
                  <a:pt x="260" y="415"/>
                  <a:pt x="260" y="415"/>
                  <a:pt x="260" y="415"/>
                </a:cubicBezTo>
                <a:cubicBezTo>
                  <a:pt x="259" y="415"/>
                  <a:pt x="257" y="416"/>
                  <a:pt x="256" y="416"/>
                </a:cubicBezTo>
                <a:cubicBezTo>
                  <a:pt x="254" y="416"/>
                  <a:pt x="252" y="415"/>
                  <a:pt x="251" y="414"/>
                </a:cubicBezTo>
                <a:cubicBezTo>
                  <a:pt x="232" y="404"/>
                  <a:pt x="232" y="404"/>
                  <a:pt x="232" y="404"/>
                </a:cubicBezTo>
                <a:cubicBezTo>
                  <a:pt x="227" y="401"/>
                  <a:pt x="225" y="395"/>
                  <a:pt x="227" y="390"/>
                </a:cubicBezTo>
                <a:cubicBezTo>
                  <a:pt x="230" y="385"/>
                  <a:pt x="237" y="383"/>
                  <a:pt x="242" y="385"/>
                </a:cubicBezTo>
                <a:cubicBezTo>
                  <a:pt x="245" y="387"/>
                  <a:pt x="245" y="387"/>
                  <a:pt x="245" y="387"/>
                </a:cubicBezTo>
                <a:cubicBezTo>
                  <a:pt x="245" y="384"/>
                  <a:pt x="245" y="384"/>
                  <a:pt x="245" y="384"/>
                </a:cubicBezTo>
                <a:cubicBezTo>
                  <a:pt x="245" y="378"/>
                  <a:pt x="250" y="373"/>
                  <a:pt x="256" y="373"/>
                </a:cubicBezTo>
                <a:cubicBezTo>
                  <a:pt x="262" y="373"/>
                  <a:pt x="266" y="378"/>
                  <a:pt x="266" y="384"/>
                </a:cubicBezTo>
                <a:cubicBezTo>
                  <a:pt x="266" y="388"/>
                  <a:pt x="266" y="388"/>
                  <a:pt x="266" y="388"/>
                </a:cubicBezTo>
                <a:cubicBezTo>
                  <a:pt x="271" y="386"/>
                  <a:pt x="271" y="386"/>
                  <a:pt x="271" y="386"/>
                </a:cubicBezTo>
                <a:cubicBezTo>
                  <a:pt x="276" y="384"/>
                  <a:pt x="282" y="386"/>
                  <a:pt x="285" y="392"/>
                </a:cubicBezTo>
                <a:cubicBezTo>
                  <a:pt x="287" y="397"/>
                  <a:pt x="285" y="403"/>
                  <a:pt x="280" y="406"/>
                </a:cubicBezTo>
                <a:close/>
                <a:moveTo>
                  <a:pt x="245" y="352"/>
                </a:moveTo>
                <a:cubicBezTo>
                  <a:pt x="245" y="320"/>
                  <a:pt x="245" y="320"/>
                  <a:pt x="245" y="320"/>
                </a:cubicBezTo>
                <a:cubicBezTo>
                  <a:pt x="245" y="314"/>
                  <a:pt x="250" y="309"/>
                  <a:pt x="256" y="309"/>
                </a:cubicBezTo>
                <a:cubicBezTo>
                  <a:pt x="262" y="309"/>
                  <a:pt x="266" y="314"/>
                  <a:pt x="266" y="320"/>
                </a:cubicBezTo>
                <a:cubicBezTo>
                  <a:pt x="266" y="352"/>
                  <a:pt x="266" y="352"/>
                  <a:pt x="266" y="352"/>
                </a:cubicBezTo>
                <a:cubicBezTo>
                  <a:pt x="266" y="358"/>
                  <a:pt x="262" y="362"/>
                  <a:pt x="256" y="362"/>
                </a:cubicBezTo>
                <a:cubicBezTo>
                  <a:pt x="250" y="362"/>
                  <a:pt x="245" y="358"/>
                  <a:pt x="245" y="352"/>
                </a:cubicBezTo>
                <a:close/>
                <a:moveTo>
                  <a:pt x="280" y="256"/>
                </a:moveTo>
                <a:cubicBezTo>
                  <a:pt x="266" y="262"/>
                  <a:pt x="266" y="262"/>
                  <a:pt x="266" y="262"/>
                </a:cubicBezTo>
                <a:cubicBezTo>
                  <a:pt x="266" y="277"/>
                  <a:pt x="266" y="277"/>
                  <a:pt x="266" y="277"/>
                </a:cubicBezTo>
                <a:cubicBezTo>
                  <a:pt x="266" y="283"/>
                  <a:pt x="262" y="288"/>
                  <a:pt x="256" y="288"/>
                </a:cubicBezTo>
                <a:cubicBezTo>
                  <a:pt x="250" y="288"/>
                  <a:pt x="245" y="283"/>
                  <a:pt x="245" y="277"/>
                </a:cubicBezTo>
                <a:cubicBezTo>
                  <a:pt x="245" y="262"/>
                  <a:pt x="245" y="262"/>
                  <a:pt x="245" y="262"/>
                </a:cubicBezTo>
                <a:cubicBezTo>
                  <a:pt x="232" y="256"/>
                  <a:pt x="232" y="256"/>
                  <a:pt x="232" y="256"/>
                </a:cubicBezTo>
                <a:cubicBezTo>
                  <a:pt x="226" y="254"/>
                  <a:pt x="224" y="248"/>
                  <a:pt x="227" y="242"/>
                </a:cubicBezTo>
                <a:cubicBezTo>
                  <a:pt x="229" y="237"/>
                  <a:pt x="235" y="235"/>
                  <a:pt x="241" y="237"/>
                </a:cubicBezTo>
                <a:cubicBezTo>
                  <a:pt x="256" y="244"/>
                  <a:pt x="256" y="244"/>
                  <a:pt x="256" y="244"/>
                </a:cubicBezTo>
                <a:cubicBezTo>
                  <a:pt x="271" y="237"/>
                  <a:pt x="271" y="237"/>
                  <a:pt x="271" y="237"/>
                </a:cubicBezTo>
                <a:cubicBezTo>
                  <a:pt x="276" y="235"/>
                  <a:pt x="282" y="237"/>
                  <a:pt x="285" y="242"/>
                </a:cubicBezTo>
                <a:cubicBezTo>
                  <a:pt x="287" y="248"/>
                  <a:pt x="285" y="254"/>
                  <a:pt x="280" y="256"/>
                </a:cubicBezTo>
                <a:close/>
                <a:moveTo>
                  <a:pt x="285" y="141"/>
                </a:moveTo>
                <a:cubicBezTo>
                  <a:pt x="283" y="145"/>
                  <a:pt x="279" y="147"/>
                  <a:pt x="275" y="147"/>
                </a:cubicBezTo>
                <a:cubicBezTo>
                  <a:pt x="274" y="147"/>
                  <a:pt x="272" y="147"/>
                  <a:pt x="271" y="146"/>
                </a:cubicBezTo>
                <a:cubicBezTo>
                  <a:pt x="256" y="139"/>
                  <a:pt x="256" y="139"/>
                  <a:pt x="256" y="139"/>
                </a:cubicBezTo>
                <a:cubicBezTo>
                  <a:pt x="241" y="146"/>
                  <a:pt x="241" y="146"/>
                  <a:pt x="241" y="146"/>
                </a:cubicBezTo>
                <a:cubicBezTo>
                  <a:pt x="235" y="149"/>
                  <a:pt x="229" y="146"/>
                  <a:pt x="227" y="141"/>
                </a:cubicBezTo>
                <a:cubicBezTo>
                  <a:pt x="224" y="136"/>
                  <a:pt x="226" y="129"/>
                  <a:pt x="232" y="127"/>
                </a:cubicBezTo>
                <a:cubicBezTo>
                  <a:pt x="251" y="118"/>
                  <a:pt x="251" y="118"/>
                  <a:pt x="251" y="118"/>
                </a:cubicBezTo>
                <a:cubicBezTo>
                  <a:pt x="254" y="117"/>
                  <a:pt x="257" y="117"/>
                  <a:pt x="260" y="118"/>
                </a:cubicBezTo>
                <a:cubicBezTo>
                  <a:pt x="280" y="127"/>
                  <a:pt x="280" y="127"/>
                  <a:pt x="280" y="127"/>
                </a:cubicBezTo>
                <a:cubicBezTo>
                  <a:pt x="285" y="129"/>
                  <a:pt x="287" y="136"/>
                  <a:pt x="285" y="141"/>
                </a:cubicBezTo>
                <a:close/>
                <a:moveTo>
                  <a:pt x="346" y="375"/>
                </a:moveTo>
                <a:cubicBezTo>
                  <a:pt x="313" y="390"/>
                  <a:pt x="313" y="390"/>
                  <a:pt x="313" y="390"/>
                </a:cubicBezTo>
                <a:cubicBezTo>
                  <a:pt x="311" y="391"/>
                  <a:pt x="310" y="391"/>
                  <a:pt x="308" y="391"/>
                </a:cubicBezTo>
                <a:cubicBezTo>
                  <a:pt x="304" y="391"/>
                  <a:pt x="300" y="389"/>
                  <a:pt x="299" y="385"/>
                </a:cubicBezTo>
                <a:cubicBezTo>
                  <a:pt x="296" y="380"/>
                  <a:pt x="299" y="373"/>
                  <a:pt x="304" y="371"/>
                </a:cubicBezTo>
                <a:cubicBezTo>
                  <a:pt x="337" y="356"/>
                  <a:pt x="337" y="356"/>
                  <a:pt x="337" y="356"/>
                </a:cubicBezTo>
                <a:cubicBezTo>
                  <a:pt x="343" y="353"/>
                  <a:pt x="349" y="355"/>
                  <a:pt x="351" y="361"/>
                </a:cubicBezTo>
                <a:cubicBezTo>
                  <a:pt x="354" y="366"/>
                  <a:pt x="351" y="373"/>
                  <a:pt x="346" y="375"/>
                </a:cubicBezTo>
                <a:close/>
                <a:moveTo>
                  <a:pt x="346" y="226"/>
                </a:moveTo>
                <a:cubicBezTo>
                  <a:pt x="313" y="241"/>
                  <a:pt x="313" y="241"/>
                  <a:pt x="313" y="241"/>
                </a:cubicBezTo>
                <a:cubicBezTo>
                  <a:pt x="311" y="242"/>
                  <a:pt x="310" y="242"/>
                  <a:pt x="308" y="242"/>
                </a:cubicBezTo>
                <a:cubicBezTo>
                  <a:pt x="304" y="242"/>
                  <a:pt x="300" y="240"/>
                  <a:pt x="299" y="236"/>
                </a:cubicBezTo>
                <a:cubicBezTo>
                  <a:pt x="296" y="230"/>
                  <a:pt x="299" y="224"/>
                  <a:pt x="304" y="222"/>
                </a:cubicBezTo>
                <a:cubicBezTo>
                  <a:pt x="337" y="206"/>
                  <a:pt x="337" y="206"/>
                  <a:pt x="337" y="206"/>
                </a:cubicBezTo>
                <a:cubicBezTo>
                  <a:pt x="343" y="204"/>
                  <a:pt x="349" y="206"/>
                  <a:pt x="351" y="212"/>
                </a:cubicBezTo>
                <a:cubicBezTo>
                  <a:pt x="354" y="217"/>
                  <a:pt x="351" y="223"/>
                  <a:pt x="346" y="226"/>
                </a:cubicBezTo>
                <a:close/>
                <a:moveTo>
                  <a:pt x="351" y="172"/>
                </a:moveTo>
                <a:cubicBezTo>
                  <a:pt x="350" y="176"/>
                  <a:pt x="346" y="178"/>
                  <a:pt x="342" y="178"/>
                </a:cubicBezTo>
                <a:cubicBezTo>
                  <a:pt x="340" y="178"/>
                  <a:pt x="339" y="178"/>
                  <a:pt x="337" y="177"/>
                </a:cubicBezTo>
                <a:cubicBezTo>
                  <a:pt x="304" y="162"/>
                  <a:pt x="304" y="162"/>
                  <a:pt x="304" y="162"/>
                </a:cubicBezTo>
                <a:cubicBezTo>
                  <a:pt x="299" y="159"/>
                  <a:pt x="296" y="153"/>
                  <a:pt x="299" y="148"/>
                </a:cubicBezTo>
                <a:cubicBezTo>
                  <a:pt x="301" y="142"/>
                  <a:pt x="307" y="140"/>
                  <a:pt x="313" y="142"/>
                </a:cubicBezTo>
                <a:cubicBezTo>
                  <a:pt x="346" y="158"/>
                  <a:pt x="346" y="158"/>
                  <a:pt x="346" y="158"/>
                </a:cubicBezTo>
                <a:cubicBezTo>
                  <a:pt x="351" y="160"/>
                  <a:pt x="354" y="166"/>
                  <a:pt x="351" y="172"/>
                </a:cubicBezTo>
                <a:close/>
                <a:moveTo>
                  <a:pt x="405" y="341"/>
                </a:moveTo>
                <a:cubicBezTo>
                  <a:pt x="405" y="345"/>
                  <a:pt x="403" y="349"/>
                  <a:pt x="399" y="351"/>
                </a:cubicBezTo>
                <a:cubicBezTo>
                  <a:pt x="379" y="360"/>
                  <a:pt x="379" y="360"/>
                  <a:pt x="379" y="360"/>
                </a:cubicBezTo>
                <a:cubicBezTo>
                  <a:pt x="378" y="360"/>
                  <a:pt x="376" y="361"/>
                  <a:pt x="375" y="361"/>
                </a:cubicBezTo>
                <a:cubicBezTo>
                  <a:pt x="371" y="361"/>
                  <a:pt x="367" y="358"/>
                  <a:pt x="365" y="354"/>
                </a:cubicBezTo>
                <a:cubicBezTo>
                  <a:pt x="363" y="349"/>
                  <a:pt x="365" y="343"/>
                  <a:pt x="370" y="340"/>
                </a:cubicBezTo>
                <a:cubicBezTo>
                  <a:pt x="384" y="334"/>
                  <a:pt x="384" y="334"/>
                  <a:pt x="384" y="334"/>
                </a:cubicBezTo>
                <a:cubicBezTo>
                  <a:pt x="384" y="320"/>
                  <a:pt x="384" y="320"/>
                  <a:pt x="384" y="320"/>
                </a:cubicBezTo>
                <a:cubicBezTo>
                  <a:pt x="384" y="314"/>
                  <a:pt x="388" y="309"/>
                  <a:pt x="394" y="309"/>
                </a:cubicBezTo>
                <a:cubicBezTo>
                  <a:pt x="400" y="309"/>
                  <a:pt x="405" y="314"/>
                  <a:pt x="405" y="320"/>
                </a:cubicBezTo>
                <a:lnTo>
                  <a:pt x="405" y="341"/>
                </a:lnTo>
                <a:close/>
                <a:moveTo>
                  <a:pt x="405" y="288"/>
                </a:moveTo>
                <a:cubicBezTo>
                  <a:pt x="405" y="294"/>
                  <a:pt x="400" y="298"/>
                  <a:pt x="394" y="298"/>
                </a:cubicBezTo>
                <a:cubicBezTo>
                  <a:pt x="388" y="298"/>
                  <a:pt x="384" y="294"/>
                  <a:pt x="384" y="288"/>
                </a:cubicBezTo>
                <a:cubicBezTo>
                  <a:pt x="384" y="256"/>
                  <a:pt x="384" y="256"/>
                  <a:pt x="384" y="256"/>
                </a:cubicBezTo>
                <a:cubicBezTo>
                  <a:pt x="384" y="250"/>
                  <a:pt x="388" y="245"/>
                  <a:pt x="394" y="245"/>
                </a:cubicBezTo>
                <a:cubicBezTo>
                  <a:pt x="400" y="245"/>
                  <a:pt x="405" y="250"/>
                  <a:pt x="405" y="256"/>
                </a:cubicBezTo>
                <a:lnTo>
                  <a:pt x="405" y="288"/>
                </a:lnTo>
                <a:close/>
                <a:moveTo>
                  <a:pt x="405" y="213"/>
                </a:moveTo>
                <a:cubicBezTo>
                  <a:pt x="405" y="219"/>
                  <a:pt x="400" y="224"/>
                  <a:pt x="394" y="224"/>
                </a:cubicBezTo>
                <a:cubicBezTo>
                  <a:pt x="388" y="224"/>
                  <a:pt x="384" y="219"/>
                  <a:pt x="384" y="213"/>
                </a:cubicBezTo>
                <a:cubicBezTo>
                  <a:pt x="384" y="208"/>
                  <a:pt x="384" y="208"/>
                  <a:pt x="384" y="208"/>
                </a:cubicBezTo>
                <a:cubicBezTo>
                  <a:pt x="379" y="210"/>
                  <a:pt x="379" y="210"/>
                  <a:pt x="379" y="210"/>
                </a:cubicBezTo>
                <a:cubicBezTo>
                  <a:pt x="378" y="211"/>
                  <a:pt x="376" y="211"/>
                  <a:pt x="375" y="211"/>
                </a:cubicBezTo>
                <a:cubicBezTo>
                  <a:pt x="371" y="211"/>
                  <a:pt x="367" y="209"/>
                  <a:pt x="365" y="205"/>
                </a:cubicBezTo>
                <a:cubicBezTo>
                  <a:pt x="363" y="200"/>
                  <a:pt x="365" y="195"/>
                  <a:pt x="369" y="192"/>
                </a:cubicBezTo>
                <a:cubicBezTo>
                  <a:pt x="365" y="189"/>
                  <a:pt x="363" y="183"/>
                  <a:pt x="365" y="178"/>
                </a:cubicBezTo>
                <a:cubicBezTo>
                  <a:pt x="368" y="173"/>
                  <a:pt x="374" y="171"/>
                  <a:pt x="379" y="173"/>
                </a:cubicBezTo>
                <a:cubicBezTo>
                  <a:pt x="399" y="182"/>
                  <a:pt x="399" y="182"/>
                  <a:pt x="399" y="182"/>
                </a:cubicBezTo>
                <a:cubicBezTo>
                  <a:pt x="403" y="184"/>
                  <a:pt x="405" y="188"/>
                  <a:pt x="405" y="192"/>
                </a:cubicBezTo>
                <a:lnTo>
                  <a:pt x="405" y="21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solidFill>
                <a:prstClr val="black"/>
              </a:solidFill>
            </a:endParaRPr>
          </a:p>
        </p:txBody>
      </p:sp>
      <p:sp>
        <p:nvSpPr>
          <p:cNvPr id="75" name="Rectangle: Top Corners Rounded 74">
            <a:extLst>
              <a:ext uri="{FF2B5EF4-FFF2-40B4-BE49-F238E27FC236}">
                <a16:creationId xmlns:a16="http://schemas.microsoft.com/office/drawing/2014/main" id="{902743EB-7B8D-4DA3-8FDB-87C980EBC01B}"/>
              </a:ext>
            </a:extLst>
          </p:cNvPr>
          <p:cNvSpPr/>
          <p:nvPr/>
        </p:nvSpPr>
        <p:spPr bwMode="gray">
          <a:xfrm>
            <a:off x="6562902" y="1347596"/>
            <a:ext cx="4737562" cy="580594"/>
          </a:xfrm>
          <a:prstGeom prst="round2SameRect">
            <a:avLst>
              <a:gd name="adj1" fmla="val 0"/>
              <a:gd name="adj2" fmla="val 0"/>
            </a:avLst>
          </a:prstGeom>
          <a:solidFill>
            <a:schemeClr val="accent5"/>
          </a:solidFill>
          <a:ln w="19050" algn="ctr">
            <a:noFill/>
            <a:miter lim="800000"/>
            <a:headEnd/>
            <a:tailEnd/>
          </a:ln>
        </p:spPr>
        <p:txBody>
          <a:bodyPr wrap="square" lIns="45720" tIns="45720" rIns="0" bIns="0" rtlCol="0" anchor="t" anchorCtr="0"/>
          <a:lstStyle/>
          <a:p>
            <a:pPr>
              <a:buFont typeface="Wingdings 2" pitchFamily="18" charset="2"/>
              <a:buNone/>
            </a:pPr>
            <a:r>
              <a:rPr lang="en-US" sz="1200" b="1" dirty="0">
                <a:solidFill>
                  <a:prstClr val="white"/>
                </a:solidFill>
                <a:latin typeface="Verdana" panose="020B0604030504040204" pitchFamily="34" charset="0"/>
                <a:ea typeface="Verdana" panose="020B0604030504040204" pitchFamily="34" charset="0"/>
              </a:rPr>
              <a:t>Assessment of Existing IT infrastructure</a:t>
            </a:r>
            <a:endParaRPr lang="da-DK" sz="1200" b="1" dirty="0">
              <a:solidFill>
                <a:prstClr val="white"/>
              </a:solidFill>
              <a:latin typeface="Verdana" panose="020B0604030504040204" pitchFamily="34" charset="0"/>
              <a:ea typeface="Verdana" panose="020B0604030504040204" pitchFamily="34" charset="0"/>
            </a:endParaRPr>
          </a:p>
        </p:txBody>
      </p:sp>
      <p:sp>
        <p:nvSpPr>
          <p:cNvPr id="76" name="TextBox 75">
            <a:extLst>
              <a:ext uri="{FF2B5EF4-FFF2-40B4-BE49-F238E27FC236}">
                <a16:creationId xmlns:a16="http://schemas.microsoft.com/office/drawing/2014/main" id="{28428DA4-F94F-4665-B444-137F551619F0}"/>
              </a:ext>
            </a:extLst>
          </p:cNvPr>
          <p:cNvSpPr txBox="1"/>
          <p:nvPr/>
        </p:nvSpPr>
        <p:spPr>
          <a:xfrm>
            <a:off x="6562902" y="1653596"/>
            <a:ext cx="4737562" cy="3877985"/>
          </a:xfrm>
          <a:prstGeom prst="roundRect">
            <a:avLst>
              <a:gd name="adj" fmla="val 0"/>
            </a:avLst>
          </a:prstGeom>
          <a:solidFill>
            <a:schemeClr val="bg1">
              <a:lumMod val="95000"/>
            </a:schemeClr>
          </a:solidFill>
        </p:spPr>
        <p:txBody>
          <a:bodyPr wrap="square" lIns="45720" tIns="45720" rIns="756000" bIns="45720" rtlCol="0">
            <a:spAutoFit/>
          </a:bodyPr>
          <a:lstStyle/>
          <a:p>
            <a:pPr marL="171450" indent="-171450" algn="just">
              <a:spcAft>
                <a:spcPts val="600"/>
              </a:spcAft>
              <a:buFont typeface="Arial" panose="020B0604020202020204" pitchFamily="34" charset="0"/>
              <a:buChar char="•"/>
            </a:pPr>
            <a:endParaRPr lang="en-US" sz="1400" dirty="0">
              <a:latin typeface="Verdana" panose="020B0604030504040204" pitchFamily="34" charset="0"/>
              <a:ea typeface="Verdana" panose="020B0604030504040204" pitchFamily="34" charset="0"/>
            </a:endParaRPr>
          </a:p>
          <a:p>
            <a:pPr marL="171450" indent="-171450" algn="just">
              <a:spcAft>
                <a:spcPts val="600"/>
              </a:spcAft>
              <a:buFont typeface="Arial" panose="020B0604020202020204" pitchFamily="34" charset="0"/>
              <a:buChar char="•"/>
            </a:pPr>
            <a:r>
              <a:rPr lang="en-US" sz="1300" dirty="0">
                <a:latin typeface="Verdana" panose="020B0604030504040204" pitchFamily="34" charset="0"/>
                <a:ea typeface="Verdana" panose="020B0604030504040204" pitchFamily="34" charset="0"/>
              </a:rPr>
              <a:t>Study of existing IT infrastructure (including communication network) and applications used by DPL across various locations.</a:t>
            </a:r>
          </a:p>
          <a:p>
            <a:pPr marL="171450" indent="-171450" algn="just">
              <a:spcAft>
                <a:spcPts val="600"/>
              </a:spcAft>
              <a:buFont typeface="Arial" panose="020B0604020202020204" pitchFamily="34" charset="0"/>
              <a:buChar char="•"/>
            </a:pPr>
            <a:r>
              <a:rPr lang="en-US" sz="1300" dirty="0">
                <a:latin typeface="Verdana" panose="020B0604030504040204" pitchFamily="34" charset="0"/>
                <a:ea typeface="Verdana" panose="020B0604030504040204" pitchFamily="34" charset="0"/>
              </a:rPr>
              <a:t>Study of IT infrastructure and application management practices, including IT security measures deployed.</a:t>
            </a:r>
          </a:p>
          <a:p>
            <a:pPr marL="171450" indent="-171450" algn="just">
              <a:spcAft>
                <a:spcPts val="600"/>
              </a:spcAft>
              <a:buFont typeface="Arial" panose="020B0604020202020204" pitchFamily="34" charset="0"/>
              <a:buChar char="•"/>
            </a:pPr>
            <a:r>
              <a:rPr lang="en-US" sz="1300" dirty="0">
                <a:latin typeface="Verdana" panose="020B0604030504040204" pitchFamily="34" charset="0"/>
                <a:ea typeface="Verdana" panose="020B0604030504040204" pitchFamily="34" charset="0"/>
              </a:rPr>
              <a:t>Study of user familiarity, expertise and satisfaction in using such infrastructure and applications.</a:t>
            </a:r>
          </a:p>
          <a:p>
            <a:pPr marL="171450" indent="-171450" algn="just">
              <a:spcAft>
                <a:spcPts val="600"/>
              </a:spcAft>
              <a:buFont typeface="Arial" panose="020B0604020202020204" pitchFamily="34" charset="0"/>
              <a:buChar char="•"/>
            </a:pPr>
            <a:r>
              <a:rPr lang="en-US" sz="1300" dirty="0">
                <a:latin typeface="Verdana" panose="020B0604030504040204" pitchFamily="34" charset="0"/>
                <a:ea typeface="Verdana" panose="020B0604030504040204" pitchFamily="34" charset="0"/>
              </a:rPr>
              <a:t>Study of existing IT human resources and recommend necessary additions during and post ERP implementation scenario.</a:t>
            </a:r>
          </a:p>
          <a:p>
            <a:pPr algn="just">
              <a:spcAft>
                <a:spcPts val="600"/>
              </a:spcAft>
            </a:pPr>
            <a:endParaRPr lang="en-US" sz="1300" dirty="0">
              <a:latin typeface="Verdana" panose="020B0604030504040204" pitchFamily="34" charset="0"/>
              <a:ea typeface="Verdana" panose="020B0604030504040204" pitchFamily="34" charset="0"/>
            </a:endParaRPr>
          </a:p>
          <a:p>
            <a:pPr marL="171450" indent="-171450" algn="just">
              <a:spcAft>
                <a:spcPts val="600"/>
              </a:spcAft>
              <a:buFont typeface="Arial" panose="020B0604020202020204" pitchFamily="34" charset="0"/>
              <a:buChar char="•"/>
            </a:pPr>
            <a:endParaRPr lang="en-US" sz="1400" dirty="0">
              <a:latin typeface="Verdana" panose="020B0604030504040204" pitchFamily="34" charset="0"/>
              <a:ea typeface="Verdana" panose="020B0604030504040204" pitchFamily="34" charset="0"/>
            </a:endParaRPr>
          </a:p>
          <a:p>
            <a:pPr marL="171450" indent="-171450" algn="just">
              <a:spcAft>
                <a:spcPts val="600"/>
              </a:spcAft>
              <a:buFont typeface="Arial" panose="020B0604020202020204" pitchFamily="34" charset="0"/>
              <a:buChar char="•"/>
            </a:pPr>
            <a:endParaRPr lang="en-US" sz="1400" dirty="0">
              <a:latin typeface="Verdana" panose="020B0604030504040204" pitchFamily="34" charset="0"/>
              <a:ea typeface="Verdana" panose="020B0604030504040204" pitchFamily="34" charset="0"/>
            </a:endParaRPr>
          </a:p>
        </p:txBody>
      </p:sp>
      <p:sp>
        <p:nvSpPr>
          <p:cNvPr id="77" name="Oval 76">
            <a:extLst>
              <a:ext uri="{FF2B5EF4-FFF2-40B4-BE49-F238E27FC236}">
                <a16:creationId xmlns:a16="http://schemas.microsoft.com/office/drawing/2014/main" id="{7216B57D-B069-4E73-8E40-190BF8C65056}"/>
              </a:ext>
            </a:extLst>
          </p:cNvPr>
          <p:cNvSpPr/>
          <p:nvPr/>
        </p:nvSpPr>
        <p:spPr bwMode="gray">
          <a:xfrm>
            <a:off x="10655800" y="1362299"/>
            <a:ext cx="488823" cy="488823"/>
          </a:xfrm>
          <a:prstGeom prst="ellipse">
            <a:avLst/>
          </a:prstGeom>
          <a:solidFill>
            <a:schemeClr val="accent5"/>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prstClr val="white"/>
              </a:solidFill>
            </a:endParaRPr>
          </a:p>
        </p:txBody>
      </p:sp>
      <p:sp>
        <p:nvSpPr>
          <p:cNvPr id="78" name="Freeform 751">
            <a:extLst>
              <a:ext uri="{FF2B5EF4-FFF2-40B4-BE49-F238E27FC236}">
                <a16:creationId xmlns:a16="http://schemas.microsoft.com/office/drawing/2014/main" id="{92DE9A23-F167-4279-A880-3CB507EA1B5A}"/>
              </a:ext>
            </a:extLst>
          </p:cNvPr>
          <p:cNvSpPr>
            <a:spLocks noEditPoints="1"/>
          </p:cNvSpPr>
          <p:nvPr/>
        </p:nvSpPr>
        <p:spPr bwMode="auto">
          <a:xfrm>
            <a:off x="10714364" y="1411658"/>
            <a:ext cx="382385" cy="382385"/>
          </a:xfrm>
          <a:custGeom>
            <a:avLst/>
            <a:gdLst>
              <a:gd name="T0" fmla="*/ 256 w 512"/>
              <a:gd name="T1" fmla="*/ 512 h 512"/>
              <a:gd name="T2" fmla="*/ 165 w 512"/>
              <a:gd name="T3" fmla="*/ 158 h 512"/>
              <a:gd name="T4" fmla="*/ 207 w 512"/>
              <a:gd name="T5" fmla="*/ 162 h 512"/>
              <a:gd name="T6" fmla="*/ 160 w 512"/>
              <a:gd name="T7" fmla="*/ 172 h 512"/>
              <a:gd name="T8" fmla="*/ 174 w 512"/>
              <a:gd name="T9" fmla="*/ 206 h 512"/>
              <a:gd name="T10" fmla="*/ 203 w 512"/>
              <a:gd name="T11" fmla="*/ 242 h 512"/>
              <a:gd name="T12" fmla="*/ 160 w 512"/>
              <a:gd name="T13" fmla="*/ 212 h 512"/>
              <a:gd name="T14" fmla="*/ 128 w 512"/>
              <a:gd name="T15" fmla="*/ 245 h 512"/>
              <a:gd name="T16" fmla="*/ 106 w 512"/>
              <a:gd name="T17" fmla="*/ 277 h 512"/>
              <a:gd name="T18" fmla="*/ 136 w 512"/>
              <a:gd name="T19" fmla="*/ 351 h 512"/>
              <a:gd name="T20" fmla="*/ 106 w 512"/>
              <a:gd name="T21" fmla="*/ 330 h 512"/>
              <a:gd name="T22" fmla="*/ 128 w 512"/>
              <a:gd name="T23" fmla="*/ 309 h 512"/>
              <a:gd name="T24" fmla="*/ 145 w 512"/>
              <a:gd name="T25" fmla="*/ 346 h 512"/>
              <a:gd name="T26" fmla="*/ 132 w 512"/>
              <a:gd name="T27" fmla="*/ 210 h 512"/>
              <a:gd name="T28" fmla="*/ 117 w 512"/>
              <a:gd name="T29" fmla="*/ 224 h 512"/>
              <a:gd name="T30" fmla="*/ 113 w 512"/>
              <a:gd name="T31" fmla="*/ 182 h 512"/>
              <a:gd name="T32" fmla="*/ 142 w 512"/>
              <a:gd name="T33" fmla="*/ 192 h 512"/>
              <a:gd name="T34" fmla="*/ 203 w 512"/>
              <a:gd name="T35" fmla="*/ 387 h 512"/>
              <a:gd name="T36" fmla="*/ 160 w 512"/>
              <a:gd name="T37" fmla="*/ 354 h 512"/>
              <a:gd name="T38" fmla="*/ 213 w 512"/>
              <a:gd name="T39" fmla="*/ 382 h 512"/>
              <a:gd name="T40" fmla="*/ 260 w 512"/>
              <a:gd name="T41" fmla="*/ 415 h 512"/>
              <a:gd name="T42" fmla="*/ 232 w 512"/>
              <a:gd name="T43" fmla="*/ 404 h 512"/>
              <a:gd name="T44" fmla="*/ 245 w 512"/>
              <a:gd name="T45" fmla="*/ 387 h 512"/>
              <a:gd name="T46" fmla="*/ 266 w 512"/>
              <a:gd name="T47" fmla="*/ 384 h 512"/>
              <a:gd name="T48" fmla="*/ 285 w 512"/>
              <a:gd name="T49" fmla="*/ 392 h 512"/>
              <a:gd name="T50" fmla="*/ 245 w 512"/>
              <a:gd name="T51" fmla="*/ 320 h 512"/>
              <a:gd name="T52" fmla="*/ 266 w 512"/>
              <a:gd name="T53" fmla="*/ 352 h 512"/>
              <a:gd name="T54" fmla="*/ 280 w 512"/>
              <a:gd name="T55" fmla="*/ 256 h 512"/>
              <a:gd name="T56" fmla="*/ 256 w 512"/>
              <a:gd name="T57" fmla="*/ 288 h 512"/>
              <a:gd name="T58" fmla="*/ 232 w 512"/>
              <a:gd name="T59" fmla="*/ 256 h 512"/>
              <a:gd name="T60" fmla="*/ 256 w 512"/>
              <a:gd name="T61" fmla="*/ 244 h 512"/>
              <a:gd name="T62" fmla="*/ 280 w 512"/>
              <a:gd name="T63" fmla="*/ 256 h 512"/>
              <a:gd name="T64" fmla="*/ 271 w 512"/>
              <a:gd name="T65" fmla="*/ 146 h 512"/>
              <a:gd name="T66" fmla="*/ 227 w 512"/>
              <a:gd name="T67" fmla="*/ 141 h 512"/>
              <a:gd name="T68" fmla="*/ 260 w 512"/>
              <a:gd name="T69" fmla="*/ 118 h 512"/>
              <a:gd name="T70" fmla="*/ 346 w 512"/>
              <a:gd name="T71" fmla="*/ 375 h 512"/>
              <a:gd name="T72" fmla="*/ 299 w 512"/>
              <a:gd name="T73" fmla="*/ 385 h 512"/>
              <a:gd name="T74" fmla="*/ 351 w 512"/>
              <a:gd name="T75" fmla="*/ 361 h 512"/>
              <a:gd name="T76" fmla="*/ 313 w 512"/>
              <a:gd name="T77" fmla="*/ 241 h 512"/>
              <a:gd name="T78" fmla="*/ 304 w 512"/>
              <a:gd name="T79" fmla="*/ 222 h 512"/>
              <a:gd name="T80" fmla="*/ 346 w 512"/>
              <a:gd name="T81" fmla="*/ 226 h 512"/>
              <a:gd name="T82" fmla="*/ 337 w 512"/>
              <a:gd name="T83" fmla="*/ 177 h 512"/>
              <a:gd name="T84" fmla="*/ 313 w 512"/>
              <a:gd name="T85" fmla="*/ 142 h 512"/>
              <a:gd name="T86" fmla="*/ 405 w 512"/>
              <a:gd name="T87" fmla="*/ 341 h 512"/>
              <a:gd name="T88" fmla="*/ 375 w 512"/>
              <a:gd name="T89" fmla="*/ 361 h 512"/>
              <a:gd name="T90" fmla="*/ 384 w 512"/>
              <a:gd name="T91" fmla="*/ 334 h 512"/>
              <a:gd name="T92" fmla="*/ 405 w 512"/>
              <a:gd name="T93" fmla="*/ 320 h 512"/>
              <a:gd name="T94" fmla="*/ 394 w 512"/>
              <a:gd name="T95" fmla="*/ 298 h 512"/>
              <a:gd name="T96" fmla="*/ 394 w 512"/>
              <a:gd name="T97" fmla="*/ 245 h 512"/>
              <a:gd name="T98" fmla="*/ 405 w 512"/>
              <a:gd name="T99" fmla="*/ 213 h 512"/>
              <a:gd name="T100" fmla="*/ 384 w 512"/>
              <a:gd name="T101" fmla="*/ 208 h 512"/>
              <a:gd name="T102" fmla="*/ 365 w 512"/>
              <a:gd name="T103" fmla="*/ 205 h 512"/>
              <a:gd name="T104" fmla="*/ 379 w 512"/>
              <a:gd name="T105" fmla="*/ 173 h 512"/>
              <a:gd name="T106" fmla="*/ 405 w 512"/>
              <a:gd name="T107"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165" y="158"/>
                </a:moveTo>
                <a:cubicBezTo>
                  <a:pt x="199" y="142"/>
                  <a:pt x="199" y="142"/>
                  <a:pt x="199" y="142"/>
                </a:cubicBezTo>
                <a:cubicBezTo>
                  <a:pt x="204" y="140"/>
                  <a:pt x="210" y="142"/>
                  <a:pt x="213" y="148"/>
                </a:cubicBezTo>
                <a:cubicBezTo>
                  <a:pt x="215" y="153"/>
                  <a:pt x="213" y="159"/>
                  <a:pt x="207" y="162"/>
                </a:cubicBezTo>
                <a:cubicBezTo>
                  <a:pt x="174" y="177"/>
                  <a:pt x="174" y="177"/>
                  <a:pt x="174" y="177"/>
                </a:cubicBezTo>
                <a:cubicBezTo>
                  <a:pt x="173" y="178"/>
                  <a:pt x="171" y="178"/>
                  <a:pt x="170" y="178"/>
                </a:cubicBezTo>
                <a:cubicBezTo>
                  <a:pt x="166" y="178"/>
                  <a:pt x="162" y="176"/>
                  <a:pt x="160" y="172"/>
                </a:cubicBezTo>
                <a:cubicBezTo>
                  <a:pt x="158" y="166"/>
                  <a:pt x="160" y="160"/>
                  <a:pt x="165" y="158"/>
                </a:cubicBezTo>
                <a:close/>
                <a:moveTo>
                  <a:pt x="160" y="212"/>
                </a:moveTo>
                <a:cubicBezTo>
                  <a:pt x="162" y="206"/>
                  <a:pt x="169" y="204"/>
                  <a:pt x="174" y="206"/>
                </a:cubicBezTo>
                <a:cubicBezTo>
                  <a:pt x="207" y="222"/>
                  <a:pt x="207" y="222"/>
                  <a:pt x="207" y="222"/>
                </a:cubicBezTo>
                <a:cubicBezTo>
                  <a:pt x="213" y="224"/>
                  <a:pt x="215" y="230"/>
                  <a:pt x="213" y="236"/>
                </a:cubicBezTo>
                <a:cubicBezTo>
                  <a:pt x="211" y="240"/>
                  <a:pt x="207" y="242"/>
                  <a:pt x="203" y="242"/>
                </a:cubicBezTo>
                <a:cubicBezTo>
                  <a:pt x="201" y="242"/>
                  <a:pt x="200" y="242"/>
                  <a:pt x="199" y="241"/>
                </a:cubicBezTo>
                <a:cubicBezTo>
                  <a:pt x="165" y="226"/>
                  <a:pt x="165" y="226"/>
                  <a:pt x="165" y="226"/>
                </a:cubicBezTo>
                <a:cubicBezTo>
                  <a:pt x="160" y="223"/>
                  <a:pt x="158" y="217"/>
                  <a:pt x="160" y="212"/>
                </a:cubicBezTo>
                <a:close/>
                <a:moveTo>
                  <a:pt x="106" y="245"/>
                </a:moveTo>
                <a:cubicBezTo>
                  <a:pt x="106" y="239"/>
                  <a:pt x="111" y="234"/>
                  <a:pt x="117" y="234"/>
                </a:cubicBezTo>
                <a:cubicBezTo>
                  <a:pt x="123" y="234"/>
                  <a:pt x="128" y="239"/>
                  <a:pt x="128" y="245"/>
                </a:cubicBezTo>
                <a:cubicBezTo>
                  <a:pt x="128" y="277"/>
                  <a:pt x="128" y="277"/>
                  <a:pt x="128" y="277"/>
                </a:cubicBezTo>
                <a:cubicBezTo>
                  <a:pt x="128" y="283"/>
                  <a:pt x="123" y="288"/>
                  <a:pt x="117" y="288"/>
                </a:cubicBezTo>
                <a:cubicBezTo>
                  <a:pt x="111" y="288"/>
                  <a:pt x="106" y="283"/>
                  <a:pt x="106" y="277"/>
                </a:cubicBezTo>
                <a:lnTo>
                  <a:pt x="106" y="245"/>
                </a:lnTo>
                <a:close/>
                <a:moveTo>
                  <a:pt x="145" y="346"/>
                </a:moveTo>
                <a:cubicBezTo>
                  <a:pt x="143" y="349"/>
                  <a:pt x="140" y="351"/>
                  <a:pt x="136" y="351"/>
                </a:cubicBezTo>
                <a:cubicBezTo>
                  <a:pt x="134" y="351"/>
                  <a:pt x="132" y="351"/>
                  <a:pt x="131" y="350"/>
                </a:cubicBezTo>
                <a:cubicBezTo>
                  <a:pt x="112" y="340"/>
                  <a:pt x="112" y="340"/>
                  <a:pt x="112" y="340"/>
                </a:cubicBezTo>
                <a:cubicBezTo>
                  <a:pt x="108" y="338"/>
                  <a:pt x="106" y="334"/>
                  <a:pt x="106" y="330"/>
                </a:cubicBezTo>
                <a:cubicBezTo>
                  <a:pt x="106" y="309"/>
                  <a:pt x="106" y="309"/>
                  <a:pt x="106" y="309"/>
                </a:cubicBezTo>
                <a:cubicBezTo>
                  <a:pt x="106" y="303"/>
                  <a:pt x="111" y="298"/>
                  <a:pt x="117" y="298"/>
                </a:cubicBezTo>
                <a:cubicBezTo>
                  <a:pt x="123" y="298"/>
                  <a:pt x="128" y="303"/>
                  <a:pt x="128" y="309"/>
                </a:cubicBezTo>
                <a:cubicBezTo>
                  <a:pt x="128" y="324"/>
                  <a:pt x="128" y="324"/>
                  <a:pt x="128" y="324"/>
                </a:cubicBezTo>
                <a:cubicBezTo>
                  <a:pt x="141" y="331"/>
                  <a:pt x="141" y="331"/>
                  <a:pt x="141" y="331"/>
                </a:cubicBezTo>
                <a:cubicBezTo>
                  <a:pt x="146" y="334"/>
                  <a:pt x="148" y="340"/>
                  <a:pt x="145" y="346"/>
                </a:cubicBezTo>
                <a:close/>
                <a:moveTo>
                  <a:pt x="146" y="205"/>
                </a:moveTo>
                <a:cubicBezTo>
                  <a:pt x="144" y="209"/>
                  <a:pt x="140" y="211"/>
                  <a:pt x="136" y="211"/>
                </a:cubicBezTo>
                <a:cubicBezTo>
                  <a:pt x="135" y="211"/>
                  <a:pt x="133" y="211"/>
                  <a:pt x="132" y="210"/>
                </a:cubicBezTo>
                <a:cubicBezTo>
                  <a:pt x="128" y="208"/>
                  <a:pt x="128" y="208"/>
                  <a:pt x="128" y="208"/>
                </a:cubicBezTo>
                <a:cubicBezTo>
                  <a:pt x="128" y="213"/>
                  <a:pt x="128" y="213"/>
                  <a:pt x="128" y="213"/>
                </a:cubicBezTo>
                <a:cubicBezTo>
                  <a:pt x="128" y="219"/>
                  <a:pt x="123" y="224"/>
                  <a:pt x="117" y="224"/>
                </a:cubicBezTo>
                <a:cubicBezTo>
                  <a:pt x="111" y="224"/>
                  <a:pt x="106" y="219"/>
                  <a:pt x="106" y="213"/>
                </a:cubicBezTo>
                <a:cubicBezTo>
                  <a:pt x="106" y="192"/>
                  <a:pt x="106" y="192"/>
                  <a:pt x="106" y="192"/>
                </a:cubicBezTo>
                <a:cubicBezTo>
                  <a:pt x="106" y="188"/>
                  <a:pt x="109" y="184"/>
                  <a:pt x="113" y="182"/>
                </a:cubicBezTo>
                <a:cubicBezTo>
                  <a:pt x="132" y="173"/>
                  <a:pt x="132" y="173"/>
                  <a:pt x="132" y="173"/>
                </a:cubicBezTo>
                <a:cubicBezTo>
                  <a:pt x="137" y="171"/>
                  <a:pt x="144" y="173"/>
                  <a:pt x="146" y="178"/>
                </a:cubicBezTo>
                <a:cubicBezTo>
                  <a:pt x="148" y="183"/>
                  <a:pt x="147" y="189"/>
                  <a:pt x="142" y="192"/>
                </a:cubicBezTo>
                <a:cubicBezTo>
                  <a:pt x="147" y="195"/>
                  <a:pt x="148" y="200"/>
                  <a:pt x="146" y="205"/>
                </a:cubicBezTo>
                <a:close/>
                <a:moveTo>
                  <a:pt x="213" y="382"/>
                </a:moveTo>
                <a:cubicBezTo>
                  <a:pt x="211" y="385"/>
                  <a:pt x="207" y="387"/>
                  <a:pt x="203" y="387"/>
                </a:cubicBezTo>
                <a:cubicBezTo>
                  <a:pt x="201" y="387"/>
                  <a:pt x="200" y="387"/>
                  <a:pt x="198" y="386"/>
                </a:cubicBezTo>
                <a:cubicBezTo>
                  <a:pt x="164" y="368"/>
                  <a:pt x="164" y="368"/>
                  <a:pt x="164" y="368"/>
                </a:cubicBezTo>
                <a:cubicBezTo>
                  <a:pt x="159" y="365"/>
                  <a:pt x="157" y="359"/>
                  <a:pt x="160" y="354"/>
                </a:cubicBezTo>
                <a:cubicBezTo>
                  <a:pt x="163" y="348"/>
                  <a:pt x="169" y="346"/>
                  <a:pt x="175" y="349"/>
                </a:cubicBezTo>
                <a:cubicBezTo>
                  <a:pt x="208" y="367"/>
                  <a:pt x="208" y="367"/>
                  <a:pt x="208" y="367"/>
                </a:cubicBezTo>
                <a:cubicBezTo>
                  <a:pt x="213" y="370"/>
                  <a:pt x="215" y="377"/>
                  <a:pt x="213" y="382"/>
                </a:cubicBezTo>
                <a:close/>
                <a:moveTo>
                  <a:pt x="280" y="406"/>
                </a:moveTo>
                <a:cubicBezTo>
                  <a:pt x="260" y="415"/>
                  <a:pt x="260" y="415"/>
                  <a:pt x="260" y="415"/>
                </a:cubicBezTo>
                <a:cubicBezTo>
                  <a:pt x="260" y="415"/>
                  <a:pt x="260" y="415"/>
                  <a:pt x="260" y="415"/>
                </a:cubicBezTo>
                <a:cubicBezTo>
                  <a:pt x="259" y="415"/>
                  <a:pt x="257" y="416"/>
                  <a:pt x="256" y="416"/>
                </a:cubicBezTo>
                <a:cubicBezTo>
                  <a:pt x="254" y="416"/>
                  <a:pt x="252" y="415"/>
                  <a:pt x="251" y="414"/>
                </a:cubicBezTo>
                <a:cubicBezTo>
                  <a:pt x="232" y="404"/>
                  <a:pt x="232" y="404"/>
                  <a:pt x="232" y="404"/>
                </a:cubicBezTo>
                <a:cubicBezTo>
                  <a:pt x="227" y="401"/>
                  <a:pt x="225" y="395"/>
                  <a:pt x="227" y="390"/>
                </a:cubicBezTo>
                <a:cubicBezTo>
                  <a:pt x="230" y="385"/>
                  <a:pt x="237" y="383"/>
                  <a:pt x="242" y="385"/>
                </a:cubicBezTo>
                <a:cubicBezTo>
                  <a:pt x="245" y="387"/>
                  <a:pt x="245" y="387"/>
                  <a:pt x="245" y="387"/>
                </a:cubicBezTo>
                <a:cubicBezTo>
                  <a:pt x="245" y="384"/>
                  <a:pt x="245" y="384"/>
                  <a:pt x="245" y="384"/>
                </a:cubicBezTo>
                <a:cubicBezTo>
                  <a:pt x="245" y="378"/>
                  <a:pt x="250" y="373"/>
                  <a:pt x="256" y="373"/>
                </a:cubicBezTo>
                <a:cubicBezTo>
                  <a:pt x="262" y="373"/>
                  <a:pt x="266" y="378"/>
                  <a:pt x="266" y="384"/>
                </a:cubicBezTo>
                <a:cubicBezTo>
                  <a:pt x="266" y="388"/>
                  <a:pt x="266" y="388"/>
                  <a:pt x="266" y="388"/>
                </a:cubicBezTo>
                <a:cubicBezTo>
                  <a:pt x="271" y="386"/>
                  <a:pt x="271" y="386"/>
                  <a:pt x="271" y="386"/>
                </a:cubicBezTo>
                <a:cubicBezTo>
                  <a:pt x="276" y="384"/>
                  <a:pt x="282" y="386"/>
                  <a:pt x="285" y="392"/>
                </a:cubicBezTo>
                <a:cubicBezTo>
                  <a:pt x="287" y="397"/>
                  <a:pt x="285" y="403"/>
                  <a:pt x="280" y="406"/>
                </a:cubicBezTo>
                <a:close/>
                <a:moveTo>
                  <a:pt x="245" y="352"/>
                </a:moveTo>
                <a:cubicBezTo>
                  <a:pt x="245" y="320"/>
                  <a:pt x="245" y="320"/>
                  <a:pt x="245" y="320"/>
                </a:cubicBezTo>
                <a:cubicBezTo>
                  <a:pt x="245" y="314"/>
                  <a:pt x="250" y="309"/>
                  <a:pt x="256" y="309"/>
                </a:cubicBezTo>
                <a:cubicBezTo>
                  <a:pt x="262" y="309"/>
                  <a:pt x="266" y="314"/>
                  <a:pt x="266" y="320"/>
                </a:cubicBezTo>
                <a:cubicBezTo>
                  <a:pt x="266" y="352"/>
                  <a:pt x="266" y="352"/>
                  <a:pt x="266" y="352"/>
                </a:cubicBezTo>
                <a:cubicBezTo>
                  <a:pt x="266" y="358"/>
                  <a:pt x="262" y="362"/>
                  <a:pt x="256" y="362"/>
                </a:cubicBezTo>
                <a:cubicBezTo>
                  <a:pt x="250" y="362"/>
                  <a:pt x="245" y="358"/>
                  <a:pt x="245" y="352"/>
                </a:cubicBezTo>
                <a:close/>
                <a:moveTo>
                  <a:pt x="280" y="256"/>
                </a:moveTo>
                <a:cubicBezTo>
                  <a:pt x="266" y="262"/>
                  <a:pt x="266" y="262"/>
                  <a:pt x="266" y="262"/>
                </a:cubicBezTo>
                <a:cubicBezTo>
                  <a:pt x="266" y="277"/>
                  <a:pt x="266" y="277"/>
                  <a:pt x="266" y="277"/>
                </a:cubicBezTo>
                <a:cubicBezTo>
                  <a:pt x="266" y="283"/>
                  <a:pt x="262" y="288"/>
                  <a:pt x="256" y="288"/>
                </a:cubicBezTo>
                <a:cubicBezTo>
                  <a:pt x="250" y="288"/>
                  <a:pt x="245" y="283"/>
                  <a:pt x="245" y="277"/>
                </a:cubicBezTo>
                <a:cubicBezTo>
                  <a:pt x="245" y="262"/>
                  <a:pt x="245" y="262"/>
                  <a:pt x="245" y="262"/>
                </a:cubicBezTo>
                <a:cubicBezTo>
                  <a:pt x="232" y="256"/>
                  <a:pt x="232" y="256"/>
                  <a:pt x="232" y="256"/>
                </a:cubicBezTo>
                <a:cubicBezTo>
                  <a:pt x="226" y="254"/>
                  <a:pt x="224" y="248"/>
                  <a:pt x="227" y="242"/>
                </a:cubicBezTo>
                <a:cubicBezTo>
                  <a:pt x="229" y="237"/>
                  <a:pt x="235" y="235"/>
                  <a:pt x="241" y="237"/>
                </a:cubicBezTo>
                <a:cubicBezTo>
                  <a:pt x="256" y="244"/>
                  <a:pt x="256" y="244"/>
                  <a:pt x="256" y="244"/>
                </a:cubicBezTo>
                <a:cubicBezTo>
                  <a:pt x="271" y="237"/>
                  <a:pt x="271" y="237"/>
                  <a:pt x="271" y="237"/>
                </a:cubicBezTo>
                <a:cubicBezTo>
                  <a:pt x="276" y="235"/>
                  <a:pt x="282" y="237"/>
                  <a:pt x="285" y="242"/>
                </a:cubicBezTo>
                <a:cubicBezTo>
                  <a:pt x="287" y="248"/>
                  <a:pt x="285" y="254"/>
                  <a:pt x="280" y="256"/>
                </a:cubicBezTo>
                <a:close/>
                <a:moveTo>
                  <a:pt x="285" y="141"/>
                </a:moveTo>
                <a:cubicBezTo>
                  <a:pt x="283" y="145"/>
                  <a:pt x="279" y="147"/>
                  <a:pt x="275" y="147"/>
                </a:cubicBezTo>
                <a:cubicBezTo>
                  <a:pt x="274" y="147"/>
                  <a:pt x="272" y="147"/>
                  <a:pt x="271" y="146"/>
                </a:cubicBezTo>
                <a:cubicBezTo>
                  <a:pt x="256" y="139"/>
                  <a:pt x="256" y="139"/>
                  <a:pt x="256" y="139"/>
                </a:cubicBezTo>
                <a:cubicBezTo>
                  <a:pt x="241" y="146"/>
                  <a:pt x="241" y="146"/>
                  <a:pt x="241" y="146"/>
                </a:cubicBezTo>
                <a:cubicBezTo>
                  <a:pt x="235" y="149"/>
                  <a:pt x="229" y="146"/>
                  <a:pt x="227" y="141"/>
                </a:cubicBezTo>
                <a:cubicBezTo>
                  <a:pt x="224" y="136"/>
                  <a:pt x="226" y="129"/>
                  <a:pt x="232" y="127"/>
                </a:cubicBezTo>
                <a:cubicBezTo>
                  <a:pt x="251" y="118"/>
                  <a:pt x="251" y="118"/>
                  <a:pt x="251" y="118"/>
                </a:cubicBezTo>
                <a:cubicBezTo>
                  <a:pt x="254" y="117"/>
                  <a:pt x="257" y="117"/>
                  <a:pt x="260" y="118"/>
                </a:cubicBezTo>
                <a:cubicBezTo>
                  <a:pt x="280" y="127"/>
                  <a:pt x="280" y="127"/>
                  <a:pt x="280" y="127"/>
                </a:cubicBezTo>
                <a:cubicBezTo>
                  <a:pt x="285" y="129"/>
                  <a:pt x="287" y="136"/>
                  <a:pt x="285" y="141"/>
                </a:cubicBezTo>
                <a:close/>
                <a:moveTo>
                  <a:pt x="346" y="375"/>
                </a:moveTo>
                <a:cubicBezTo>
                  <a:pt x="313" y="390"/>
                  <a:pt x="313" y="390"/>
                  <a:pt x="313" y="390"/>
                </a:cubicBezTo>
                <a:cubicBezTo>
                  <a:pt x="311" y="391"/>
                  <a:pt x="310" y="391"/>
                  <a:pt x="308" y="391"/>
                </a:cubicBezTo>
                <a:cubicBezTo>
                  <a:pt x="304" y="391"/>
                  <a:pt x="300" y="389"/>
                  <a:pt x="299" y="385"/>
                </a:cubicBezTo>
                <a:cubicBezTo>
                  <a:pt x="296" y="380"/>
                  <a:pt x="299" y="373"/>
                  <a:pt x="304" y="371"/>
                </a:cubicBezTo>
                <a:cubicBezTo>
                  <a:pt x="337" y="356"/>
                  <a:pt x="337" y="356"/>
                  <a:pt x="337" y="356"/>
                </a:cubicBezTo>
                <a:cubicBezTo>
                  <a:pt x="343" y="353"/>
                  <a:pt x="349" y="355"/>
                  <a:pt x="351" y="361"/>
                </a:cubicBezTo>
                <a:cubicBezTo>
                  <a:pt x="354" y="366"/>
                  <a:pt x="351" y="373"/>
                  <a:pt x="346" y="375"/>
                </a:cubicBezTo>
                <a:close/>
                <a:moveTo>
                  <a:pt x="346" y="226"/>
                </a:moveTo>
                <a:cubicBezTo>
                  <a:pt x="313" y="241"/>
                  <a:pt x="313" y="241"/>
                  <a:pt x="313" y="241"/>
                </a:cubicBezTo>
                <a:cubicBezTo>
                  <a:pt x="311" y="242"/>
                  <a:pt x="310" y="242"/>
                  <a:pt x="308" y="242"/>
                </a:cubicBezTo>
                <a:cubicBezTo>
                  <a:pt x="304" y="242"/>
                  <a:pt x="300" y="240"/>
                  <a:pt x="299" y="236"/>
                </a:cubicBezTo>
                <a:cubicBezTo>
                  <a:pt x="296" y="230"/>
                  <a:pt x="299" y="224"/>
                  <a:pt x="304" y="222"/>
                </a:cubicBezTo>
                <a:cubicBezTo>
                  <a:pt x="337" y="206"/>
                  <a:pt x="337" y="206"/>
                  <a:pt x="337" y="206"/>
                </a:cubicBezTo>
                <a:cubicBezTo>
                  <a:pt x="343" y="204"/>
                  <a:pt x="349" y="206"/>
                  <a:pt x="351" y="212"/>
                </a:cubicBezTo>
                <a:cubicBezTo>
                  <a:pt x="354" y="217"/>
                  <a:pt x="351" y="223"/>
                  <a:pt x="346" y="226"/>
                </a:cubicBezTo>
                <a:close/>
                <a:moveTo>
                  <a:pt x="351" y="172"/>
                </a:moveTo>
                <a:cubicBezTo>
                  <a:pt x="350" y="176"/>
                  <a:pt x="346" y="178"/>
                  <a:pt x="342" y="178"/>
                </a:cubicBezTo>
                <a:cubicBezTo>
                  <a:pt x="340" y="178"/>
                  <a:pt x="339" y="178"/>
                  <a:pt x="337" y="177"/>
                </a:cubicBezTo>
                <a:cubicBezTo>
                  <a:pt x="304" y="162"/>
                  <a:pt x="304" y="162"/>
                  <a:pt x="304" y="162"/>
                </a:cubicBezTo>
                <a:cubicBezTo>
                  <a:pt x="299" y="159"/>
                  <a:pt x="296" y="153"/>
                  <a:pt x="299" y="148"/>
                </a:cubicBezTo>
                <a:cubicBezTo>
                  <a:pt x="301" y="142"/>
                  <a:pt x="307" y="140"/>
                  <a:pt x="313" y="142"/>
                </a:cubicBezTo>
                <a:cubicBezTo>
                  <a:pt x="346" y="158"/>
                  <a:pt x="346" y="158"/>
                  <a:pt x="346" y="158"/>
                </a:cubicBezTo>
                <a:cubicBezTo>
                  <a:pt x="351" y="160"/>
                  <a:pt x="354" y="166"/>
                  <a:pt x="351" y="172"/>
                </a:cubicBezTo>
                <a:close/>
                <a:moveTo>
                  <a:pt x="405" y="341"/>
                </a:moveTo>
                <a:cubicBezTo>
                  <a:pt x="405" y="345"/>
                  <a:pt x="403" y="349"/>
                  <a:pt x="399" y="351"/>
                </a:cubicBezTo>
                <a:cubicBezTo>
                  <a:pt x="379" y="360"/>
                  <a:pt x="379" y="360"/>
                  <a:pt x="379" y="360"/>
                </a:cubicBezTo>
                <a:cubicBezTo>
                  <a:pt x="378" y="360"/>
                  <a:pt x="376" y="361"/>
                  <a:pt x="375" y="361"/>
                </a:cubicBezTo>
                <a:cubicBezTo>
                  <a:pt x="371" y="361"/>
                  <a:pt x="367" y="358"/>
                  <a:pt x="365" y="354"/>
                </a:cubicBezTo>
                <a:cubicBezTo>
                  <a:pt x="363" y="349"/>
                  <a:pt x="365" y="343"/>
                  <a:pt x="370" y="340"/>
                </a:cubicBezTo>
                <a:cubicBezTo>
                  <a:pt x="384" y="334"/>
                  <a:pt x="384" y="334"/>
                  <a:pt x="384" y="334"/>
                </a:cubicBezTo>
                <a:cubicBezTo>
                  <a:pt x="384" y="320"/>
                  <a:pt x="384" y="320"/>
                  <a:pt x="384" y="320"/>
                </a:cubicBezTo>
                <a:cubicBezTo>
                  <a:pt x="384" y="314"/>
                  <a:pt x="388" y="309"/>
                  <a:pt x="394" y="309"/>
                </a:cubicBezTo>
                <a:cubicBezTo>
                  <a:pt x="400" y="309"/>
                  <a:pt x="405" y="314"/>
                  <a:pt x="405" y="320"/>
                </a:cubicBezTo>
                <a:lnTo>
                  <a:pt x="405" y="341"/>
                </a:lnTo>
                <a:close/>
                <a:moveTo>
                  <a:pt x="405" y="288"/>
                </a:moveTo>
                <a:cubicBezTo>
                  <a:pt x="405" y="294"/>
                  <a:pt x="400" y="298"/>
                  <a:pt x="394" y="298"/>
                </a:cubicBezTo>
                <a:cubicBezTo>
                  <a:pt x="388" y="298"/>
                  <a:pt x="384" y="294"/>
                  <a:pt x="384" y="288"/>
                </a:cubicBezTo>
                <a:cubicBezTo>
                  <a:pt x="384" y="256"/>
                  <a:pt x="384" y="256"/>
                  <a:pt x="384" y="256"/>
                </a:cubicBezTo>
                <a:cubicBezTo>
                  <a:pt x="384" y="250"/>
                  <a:pt x="388" y="245"/>
                  <a:pt x="394" y="245"/>
                </a:cubicBezTo>
                <a:cubicBezTo>
                  <a:pt x="400" y="245"/>
                  <a:pt x="405" y="250"/>
                  <a:pt x="405" y="256"/>
                </a:cubicBezTo>
                <a:lnTo>
                  <a:pt x="405" y="288"/>
                </a:lnTo>
                <a:close/>
                <a:moveTo>
                  <a:pt x="405" y="213"/>
                </a:moveTo>
                <a:cubicBezTo>
                  <a:pt x="405" y="219"/>
                  <a:pt x="400" y="224"/>
                  <a:pt x="394" y="224"/>
                </a:cubicBezTo>
                <a:cubicBezTo>
                  <a:pt x="388" y="224"/>
                  <a:pt x="384" y="219"/>
                  <a:pt x="384" y="213"/>
                </a:cubicBezTo>
                <a:cubicBezTo>
                  <a:pt x="384" y="208"/>
                  <a:pt x="384" y="208"/>
                  <a:pt x="384" y="208"/>
                </a:cubicBezTo>
                <a:cubicBezTo>
                  <a:pt x="379" y="210"/>
                  <a:pt x="379" y="210"/>
                  <a:pt x="379" y="210"/>
                </a:cubicBezTo>
                <a:cubicBezTo>
                  <a:pt x="378" y="211"/>
                  <a:pt x="376" y="211"/>
                  <a:pt x="375" y="211"/>
                </a:cubicBezTo>
                <a:cubicBezTo>
                  <a:pt x="371" y="211"/>
                  <a:pt x="367" y="209"/>
                  <a:pt x="365" y="205"/>
                </a:cubicBezTo>
                <a:cubicBezTo>
                  <a:pt x="363" y="200"/>
                  <a:pt x="365" y="195"/>
                  <a:pt x="369" y="192"/>
                </a:cubicBezTo>
                <a:cubicBezTo>
                  <a:pt x="365" y="189"/>
                  <a:pt x="363" y="183"/>
                  <a:pt x="365" y="178"/>
                </a:cubicBezTo>
                <a:cubicBezTo>
                  <a:pt x="368" y="173"/>
                  <a:pt x="374" y="171"/>
                  <a:pt x="379" y="173"/>
                </a:cubicBezTo>
                <a:cubicBezTo>
                  <a:pt x="399" y="182"/>
                  <a:pt x="399" y="182"/>
                  <a:pt x="399" y="182"/>
                </a:cubicBezTo>
                <a:cubicBezTo>
                  <a:pt x="403" y="184"/>
                  <a:pt x="405" y="188"/>
                  <a:pt x="405" y="192"/>
                </a:cubicBezTo>
                <a:lnTo>
                  <a:pt x="405" y="21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solidFill>
                <a:prstClr val="black"/>
              </a:solidFill>
            </a:endParaRPr>
          </a:p>
        </p:txBody>
      </p:sp>
    </p:spTree>
    <p:extLst>
      <p:ext uri="{BB962C8B-B14F-4D97-AF65-F5344CB8AC3E}">
        <p14:creationId xmlns:p14="http://schemas.microsoft.com/office/powerpoint/2010/main" val="924491106"/>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0A54A5B-6898-4D19-A56E-5A85C5E9F598}"/>
              </a:ext>
            </a:extLst>
          </p:cNvPr>
          <p:cNvGraphicFramePr>
            <a:graphicFrameLocks noChangeAspect="1"/>
          </p:cNvGraphicFramePr>
          <p:nvPr>
            <p:custDataLst>
              <p:tags r:id="rId1"/>
            </p:custDataLst>
            <p:extLst>
              <p:ext uri="{D42A27DB-BD31-4B8C-83A1-F6EECF244321}">
                <p14:modId xmlns:p14="http://schemas.microsoft.com/office/powerpoint/2010/main" val="13673605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6" name="Object 5" hidden="1">
                        <a:extLst>
                          <a:ext uri="{FF2B5EF4-FFF2-40B4-BE49-F238E27FC236}">
                            <a16:creationId xmlns:a16="http://schemas.microsoft.com/office/drawing/2014/main" id="{40A54A5B-6898-4D19-A56E-5A85C5E9F59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6C1B9A7E-A96E-49BB-9F86-B04BADC8F3F8}"/>
              </a:ext>
            </a:extLst>
          </p:cNvPr>
          <p:cNvSpPr/>
          <p:nvPr>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algn="ctr">
              <a:lnSpc>
                <a:spcPct val="106000"/>
              </a:lnSpc>
            </a:pPr>
            <a:endParaRPr lang="en-US" sz="2100" dirty="0">
              <a:solidFill>
                <a:schemeClr val="bg1"/>
              </a:solidFill>
              <a:latin typeface="Calibri" panose="020F0502020204030204" pitchFamily="34" charset="0"/>
              <a:ea typeface="+mj-ea"/>
              <a:cs typeface="Calibri Light" panose="020F0302020204030204" pitchFamily="34" charset="0"/>
              <a:sym typeface="Calibri" panose="020F0502020204030204" pitchFamily="34" charset="0"/>
            </a:endParaRPr>
          </a:p>
        </p:txBody>
      </p:sp>
      <p:sp>
        <p:nvSpPr>
          <p:cNvPr id="2" name="Text Placeholder 1">
            <a:extLst>
              <a:ext uri="{FF2B5EF4-FFF2-40B4-BE49-F238E27FC236}">
                <a16:creationId xmlns:a16="http://schemas.microsoft.com/office/drawing/2014/main" id="{98E80031-8172-46EF-A09D-515BC7C7E4DD}"/>
              </a:ext>
            </a:extLst>
          </p:cNvPr>
          <p:cNvSpPr>
            <a:spLocks noGrp="1"/>
          </p:cNvSpPr>
          <p:nvPr>
            <p:ph type="body" sz="quarter" idx="13"/>
          </p:nvPr>
        </p:nvSpPr>
        <p:spPr/>
        <p:txBody>
          <a:bodyPr/>
          <a:lstStyle/>
          <a:p>
            <a:pPr algn="just"/>
            <a:r>
              <a:rPr lang="en-US" sz="1800" dirty="0">
                <a:solidFill>
                  <a:srgbClr val="575757"/>
                </a:solidFill>
                <a:latin typeface="+mn-lt"/>
              </a:rPr>
              <a:t>We understand that the objective of this assignment is to assist DPL in identifying business requirements, assessing feasibility of ERP implementation with a roadmap</a:t>
            </a:r>
          </a:p>
          <a:p>
            <a:endParaRPr lang="en-IN" dirty="0"/>
          </a:p>
        </p:txBody>
      </p:sp>
      <p:sp>
        <p:nvSpPr>
          <p:cNvPr id="3" name="Title 2">
            <a:extLst>
              <a:ext uri="{FF2B5EF4-FFF2-40B4-BE49-F238E27FC236}">
                <a16:creationId xmlns:a16="http://schemas.microsoft.com/office/drawing/2014/main" id="{498839CE-6022-4903-85B8-3EB71AB5FE23}"/>
              </a:ext>
            </a:extLst>
          </p:cNvPr>
          <p:cNvSpPr>
            <a:spLocks noGrp="1"/>
          </p:cNvSpPr>
          <p:nvPr>
            <p:ph type="title"/>
          </p:nvPr>
        </p:nvSpPr>
        <p:spPr/>
        <p:txBody>
          <a:bodyPr vert="horz"/>
          <a:lstStyle/>
          <a:p>
            <a:r>
              <a:rPr lang="en-US" dirty="0"/>
              <a:t>Detailed Scope of Work (2/4)</a:t>
            </a:r>
            <a:endParaRPr lang="en-IN" dirty="0"/>
          </a:p>
        </p:txBody>
      </p:sp>
      <p:sp>
        <p:nvSpPr>
          <p:cNvPr id="71" name="Rectangle: Top Corners Rounded 70">
            <a:extLst>
              <a:ext uri="{FF2B5EF4-FFF2-40B4-BE49-F238E27FC236}">
                <a16:creationId xmlns:a16="http://schemas.microsoft.com/office/drawing/2014/main" id="{85E8615F-6171-492F-BD3F-E701F47C2549}"/>
              </a:ext>
            </a:extLst>
          </p:cNvPr>
          <p:cNvSpPr/>
          <p:nvPr/>
        </p:nvSpPr>
        <p:spPr bwMode="gray">
          <a:xfrm>
            <a:off x="501651" y="1309812"/>
            <a:ext cx="11162350" cy="580594"/>
          </a:xfrm>
          <a:prstGeom prst="round2SameRect">
            <a:avLst>
              <a:gd name="adj1" fmla="val 0"/>
              <a:gd name="adj2" fmla="val 0"/>
            </a:avLst>
          </a:prstGeom>
          <a:solidFill>
            <a:schemeClr val="accent6"/>
          </a:solidFill>
          <a:ln w="19050" algn="ctr">
            <a:noFill/>
            <a:miter lim="800000"/>
            <a:headEnd/>
            <a:tailEnd/>
          </a:ln>
        </p:spPr>
        <p:txBody>
          <a:bodyPr wrap="square" lIns="45720" tIns="45720" rIns="0" bIns="0" rtlCol="0" anchor="t" anchorCtr="0"/>
          <a:lstStyle/>
          <a:p>
            <a:r>
              <a:rPr lang="en-US" sz="1200" b="1" dirty="0">
                <a:solidFill>
                  <a:prstClr val="white"/>
                </a:solidFill>
                <a:latin typeface="Verdana" panose="020B0604030504040204" pitchFamily="34" charset="0"/>
                <a:ea typeface="Verdana" panose="020B0604030504040204" pitchFamily="34" charset="0"/>
              </a:rPr>
              <a:t>Preparation of Road Map Blueprint for ERP Implementation</a:t>
            </a:r>
            <a:endParaRPr lang="da-DK" sz="1200" b="1" dirty="0">
              <a:solidFill>
                <a:prstClr val="white"/>
              </a:solidFill>
              <a:latin typeface="Verdana" panose="020B0604030504040204" pitchFamily="34" charset="0"/>
              <a:ea typeface="Verdana" panose="020B0604030504040204" pitchFamily="34" charset="0"/>
            </a:endParaRPr>
          </a:p>
        </p:txBody>
      </p:sp>
      <p:sp>
        <p:nvSpPr>
          <p:cNvPr id="72" name="TextBox 71">
            <a:extLst>
              <a:ext uri="{FF2B5EF4-FFF2-40B4-BE49-F238E27FC236}">
                <a16:creationId xmlns:a16="http://schemas.microsoft.com/office/drawing/2014/main" id="{5C68EEBB-01E7-45EB-91B3-4AD97BD82E21}"/>
              </a:ext>
            </a:extLst>
          </p:cNvPr>
          <p:cNvSpPr txBox="1"/>
          <p:nvPr/>
        </p:nvSpPr>
        <p:spPr>
          <a:xfrm>
            <a:off x="501651" y="1615812"/>
            <a:ext cx="11162350" cy="4909036"/>
          </a:xfrm>
          <a:prstGeom prst="roundRect">
            <a:avLst>
              <a:gd name="adj" fmla="val 0"/>
            </a:avLst>
          </a:prstGeom>
          <a:solidFill>
            <a:schemeClr val="bg1">
              <a:lumMod val="95000"/>
            </a:schemeClr>
          </a:solidFill>
        </p:spPr>
        <p:txBody>
          <a:bodyPr wrap="square" lIns="45720" tIns="45720" rIns="756000" bIns="45720" rtlCol="0">
            <a:spAutoFit/>
          </a:bodyPr>
          <a:lstStyle/>
          <a:p>
            <a:pPr algn="just">
              <a:spcAft>
                <a:spcPts val="600"/>
              </a:spcAft>
            </a:pPr>
            <a:r>
              <a:rPr lang="en-US" sz="1300" b="1" dirty="0">
                <a:latin typeface="Verdana" panose="020B0604030504040204" pitchFamily="34" charset="0"/>
                <a:ea typeface="Verdana" panose="020B0604030504040204" pitchFamily="34" charset="0"/>
              </a:rPr>
              <a:t>To-be Design with the following objectives:</a:t>
            </a:r>
          </a:p>
          <a:p>
            <a:pPr marL="171450" indent="-171450" algn="just">
              <a:spcAft>
                <a:spcPts val="600"/>
              </a:spcAft>
              <a:buFont typeface="Arial" panose="020B0604020202020204" pitchFamily="34" charset="0"/>
              <a:buChar char="•"/>
            </a:pPr>
            <a:r>
              <a:rPr lang="en-US" sz="1300" dirty="0">
                <a:latin typeface="Verdana" panose="020B0604030504040204" pitchFamily="34" charset="0"/>
                <a:ea typeface="Verdana" panose="020B0604030504040204" pitchFamily="34" charset="0"/>
              </a:rPr>
              <a:t>Meet DPL’s business specific requirements.</a:t>
            </a:r>
          </a:p>
          <a:p>
            <a:pPr marL="171450" indent="-171450" algn="just">
              <a:spcAft>
                <a:spcPts val="600"/>
              </a:spcAft>
              <a:buFont typeface="Arial" panose="020B0604020202020204" pitchFamily="34" charset="0"/>
              <a:buChar char="•"/>
            </a:pPr>
            <a:r>
              <a:rPr lang="en-US" sz="1300" dirty="0">
                <a:latin typeface="Verdana" panose="020B0604030504040204" pitchFamily="34" charset="0"/>
                <a:ea typeface="Verdana" panose="020B0604030504040204" pitchFamily="34" charset="0"/>
              </a:rPr>
              <a:t>Meet DPL’s requirement to establish best-of-breed processes through deployment of ERP.</a:t>
            </a:r>
          </a:p>
          <a:p>
            <a:pPr marL="171450" indent="-171450" algn="just">
              <a:spcAft>
                <a:spcPts val="600"/>
              </a:spcAft>
              <a:buFont typeface="Arial" panose="020B0604020202020204" pitchFamily="34" charset="0"/>
              <a:buChar char="•"/>
            </a:pPr>
            <a:r>
              <a:rPr lang="en-US" sz="1300" dirty="0">
                <a:latin typeface="Verdana" panose="020B0604030504040204" pitchFamily="34" charset="0"/>
                <a:ea typeface="Verdana" panose="020B0604030504040204" pitchFamily="34" charset="0"/>
              </a:rPr>
              <a:t>Meet DPL’s requirement to establish best-deployment of ERP.</a:t>
            </a:r>
          </a:p>
          <a:p>
            <a:pPr marL="171450" indent="-171450" algn="just">
              <a:spcAft>
                <a:spcPts val="600"/>
              </a:spcAft>
              <a:buFont typeface="Arial" panose="020B0604020202020204" pitchFamily="34" charset="0"/>
              <a:buChar char="•"/>
            </a:pPr>
            <a:r>
              <a:rPr lang="en-US" sz="1300" dirty="0">
                <a:latin typeface="Verdana" panose="020B0604030504040204" pitchFamily="34" charset="0"/>
                <a:ea typeface="Verdana" panose="020B0604030504040204" pitchFamily="34" charset="0"/>
              </a:rPr>
              <a:t>Implementing leading standards in technology design and power sector domain best-practices, addressing the need for scalability and flexibility without undermining the data integrity and transparency required for enabling the processes.</a:t>
            </a:r>
          </a:p>
          <a:p>
            <a:pPr algn="just">
              <a:spcAft>
                <a:spcPts val="600"/>
              </a:spcAft>
            </a:pPr>
            <a:r>
              <a:rPr lang="en-US" sz="1300" b="1" dirty="0">
                <a:latin typeface="Verdana" panose="020B0604030504040204" pitchFamily="34" charset="0"/>
                <a:ea typeface="Verdana" panose="020B0604030504040204" pitchFamily="34" charset="0"/>
              </a:rPr>
              <a:t>Solution design for ERP implementation: </a:t>
            </a:r>
          </a:p>
          <a:p>
            <a:pPr marL="171450" indent="-171450" algn="just">
              <a:spcAft>
                <a:spcPts val="600"/>
              </a:spcAft>
              <a:buFont typeface="Arial" panose="020B0604020202020204" pitchFamily="34" charset="0"/>
              <a:buChar char="•"/>
            </a:pPr>
            <a:r>
              <a:rPr lang="en-US" sz="1300" dirty="0">
                <a:latin typeface="Verdana" panose="020B0604030504040204" pitchFamily="34" charset="0"/>
                <a:ea typeface="Verdana" panose="020B0604030504040204" pitchFamily="34" charset="0"/>
              </a:rPr>
              <a:t>Based on the assessment made during the as-is study, propose various ERP modules with a consideration of the above-mentioned objectives</a:t>
            </a:r>
          </a:p>
          <a:p>
            <a:pPr marL="171450" indent="-171450" algn="just">
              <a:spcAft>
                <a:spcPts val="600"/>
              </a:spcAft>
              <a:buFont typeface="Arial" panose="020B0604020202020204" pitchFamily="34" charset="0"/>
              <a:buChar char="•"/>
            </a:pPr>
            <a:r>
              <a:rPr lang="en-US" sz="1300" dirty="0">
                <a:latin typeface="Verdana" panose="020B0604030504040204" pitchFamily="34" charset="0"/>
                <a:ea typeface="Verdana" panose="020B0604030504040204" pitchFamily="34" charset="0"/>
              </a:rPr>
              <a:t>Develop the Functional Requirement Specifications for modules required by DPL for implementation of ERP.</a:t>
            </a:r>
          </a:p>
          <a:p>
            <a:pPr marL="171450" indent="-171450" algn="just">
              <a:spcAft>
                <a:spcPts val="600"/>
              </a:spcAft>
              <a:buFont typeface="Arial" panose="020B0604020202020204" pitchFamily="34" charset="0"/>
              <a:buChar char="•"/>
            </a:pPr>
            <a:r>
              <a:rPr lang="en-US" sz="1300" dirty="0">
                <a:latin typeface="Verdana" panose="020B0604030504040204" pitchFamily="34" charset="0"/>
                <a:ea typeface="Verdana" panose="020B0604030504040204" pitchFamily="34" charset="0"/>
              </a:rPr>
              <a:t>Look into the readiness of integration of the existing DCS &amp; NON-DCS system with the proposed ERP solution. Recommend additions to be done by DPL and as well as by the ERP implementer to achieve the intended integration</a:t>
            </a:r>
          </a:p>
          <a:p>
            <a:pPr marL="171450" indent="-171450" algn="just">
              <a:spcAft>
                <a:spcPts val="600"/>
              </a:spcAft>
              <a:buFont typeface="Arial" panose="020B0604020202020204" pitchFamily="34" charset="0"/>
              <a:buChar char="•"/>
            </a:pPr>
            <a:r>
              <a:rPr lang="en-US" sz="1300" dirty="0">
                <a:latin typeface="Verdana" panose="020B0604030504040204" pitchFamily="34" charset="0"/>
                <a:ea typeface="Verdana" panose="020B0604030504040204" pitchFamily="34" charset="0"/>
              </a:rPr>
              <a:t>Discuss and finalize PP implementation and finalize the scope and coverage of the ERP.</a:t>
            </a:r>
          </a:p>
          <a:p>
            <a:pPr marL="171450" indent="-171450" algn="just">
              <a:spcAft>
                <a:spcPts val="600"/>
              </a:spcAft>
              <a:buFont typeface="Arial" panose="020B0604020202020204" pitchFamily="34" charset="0"/>
              <a:buChar char="•"/>
            </a:pPr>
            <a:r>
              <a:rPr lang="en-US" sz="1300" dirty="0">
                <a:latin typeface="Verdana" panose="020B0604030504040204" pitchFamily="34" charset="0"/>
                <a:ea typeface="Verdana" panose="020B0604030504040204" pitchFamily="34" charset="0"/>
              </a:rPr>
              <a:t>Discuss and recommend various procurement details related to ERP</a:t>
            </a:r>
          </a:p>
          <a:p>
            <a:pPr marL="171450" indent="-171450" algn="just">
              <a:spcAft>
                <a:spcPts val="600"/>
              </a:spcAft>
              <a:buFont typeface="Arial" panose="020B0604020202020204" pitchFamily="34" charset="0"/>
              <a:buChar char="•"/>
            </a:pPr>
            <a:r>
              <a:rPr lang="en-US" sz="1300" dirty="0">
                <a:latin typeface="Verdana" panose="020B0604030504040204" pitchFamily="34" charset="0"/>
                <a:ea typeface="Verdana" panose="020B0604030504040204" pitchFamily="34" charset="0"/>
              </a:rPr>
              <a:t>Consider DPL’s ongoing and future business requirements and legacy IT infrastructure and application systems while designing the solution.</a:t>
            </a:r>
          </a:p>
          <a:p>
            <a:pPr marL="171450" indent="-171450" algn="just">
              <a:spcAft>
                <a:spcPts val="600"/>
              </a:spcAft>
              <a:buFont typeface="Arial" panose="020B0604020202020204" pitchFamily="34" charset="0"/>
              <a:buChar char="•"/>
            </a:pPr>
            <a:r>
              <a:rPr lang="en-US" sz="1300" dirty="0">
                <a:latin typeface="Verdana" panose="020B0604030504040204" pitchFamily="34" charset="0"/>
                <a:ea typeface="Verdana" panose="020B0604030504040204" pitchFamily="34" charset="0"/>
              </a:rPr>
              <a:t>Consider business continuity aspects of DPL while designing the solution with training and change management requirements associated with the ERP implementation while developing the implementation roadmap.</a:t>
            </a:r>
          </a:p>
          <a:p>
            <a:pPr marL="171450" indent="-171450" algn="just">
              <a:spcAft>
                <a:spcPts val="600"/>
              </a:spcAft>
              <a:buFont typeface="Arial" panose="020B0604020202020204" pitchFamily="34" charset="0"/>
              <a:buChar char="•"/>
            </a:pPr>
            <a:endParaRPr lang="en-US" sz="1400" dirty="0">
              <a:latin typeface="Verdana" panose="020B0604030504040204" pitchFamily="34" charset="0"/>
              <a:ea typeface="Verdana" panose="020B0604030504040204" pitchFamily="34" charset="0"/>
            </a:endParaRPr>
          </a:p>
        </p:txBody>
      </p:sp>
      <p:sp>
        <p:nvSpPr>
          <p:cNvPr id="73" name="Oval 72">
            <a:extLst>
              <a:ext uri="{FF2B5EF4-FFF2-40B4-BE49-F238E27FC236}">
                <a16:creationId xmlns:a16="http://schemas.microsoft.com/office/drawing/2014/main" id="{AC0DE074-4935-421F-9249-EAF85272D303}"/>
              </a:ext>
            </a:extLst>
          </p:cNvPr>
          <p:cNvSpPr/>
          <p:nvPr/>
        </p:nvSpPr>
        <p:spPr bwMode="gray">
          <a:xfrm>
            <a:off x="10922834" y="1324515"/>
            <a:ext cx="488823" cy="488823"/>
          </a:xfrm>
          <a:prstGeom prst="ellipse">
            <a:avLst/>
          </a:prstGeom>
          <a:solidFill>
            <a:schemeClr val="accent6"/>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prstClr val="white"/>
              </a:solidFill>
            </a:endParaRPr>
          </a:p>
        </p:txBody>
      </p:sp>
      <p:sp>
        <p:nvSpPr>
          <p:cNvPr id="74" name="Freeform 751">
            <a:extLst>
              <a:ext uri="{FF2B5EF4-FFF2-40B4-BE49-F238E27FC236}">
                <a16:creationId xmlns:a16="http://schemas.microsoft.com/office/drawing/2014/main" id="{6A4E96F3-7167-4A6A-BBAC-9F63C580E582}"/>
              </a:ext>
            </a:extLst>
          </p:cNvPr>
          <p:cNvSpPr>
            <a:spLocks noEditPoints="1"/>
          </p:cNvSpPr>
          <p:nvPr/>
        </p:nvSpPr>
        <p:spPr bwMode="auto">
          <a:xfrm>
            <a:off x="10981398" y="1373874"/>
            <a:ext cx="382385" cy="382385"/>
          </a:xfrm>
          <a:custGeom>
            <a:avLst/>
            <a:gdLst>
              <a:gd name="T0" fmla="*/ 256 w 512"/>
              <a:gd name="T1" fmla="*/ 512 h 512"/>
              <a:gd name="T2" fmla="*/ 165 w 512"/>
              <a:gd name="T3" fmla="*/ 158 h 512"/>
              <a:gd name="T4" fmla="*/ 207 w 512"/>
              <a:gd name="T5" fmla="*/ 162 h 512"/>
              <a:gd name="T6" fmla="*/ 160 w 512"/>
              <a:gd name="T7" fmla="*/ 172 h 512"/>
              <a:gd name="T8" fmla="*/ 174 w 512"/>
              <a:gd name="T9" fmla="*/ 206 h 512"/>
              <a:gd name="T10" fmla="*/ 203 w 512"/>
              <a:gd name="T11" fmla="*/ 242 h 512"/>
              <a:gd name="T12" fmla="*/ 160 w 512"/>
              <a:gd name="T13" fmla="*/ 212 h 512"/>
              <a:gd name="T14" fmla="*/ 128 w 512"/>
              <a:gd name="T15" fmla="*/ 245 h 512"/>
              <a:gd name="T16" fmla="*/ 106 w 512"/>
              <a:gd name="T17" fmla="*/ 277 h 512"/>
              <a:gd name="T18" fmla="*/ 136 w 512"/>
              <a:gd name="T19" fmla="*/ 351 h 512"/>
              <a:gd name="T20" fmla="*/ 106 w 512"/>
              <a:gd name="T21" fmla="*/ 330 h 512"/>
              <a:gd name="T22" fmla="*/ 128 w 512"/>
              <a:gd name="T23" fmla="*/ 309 h 512"/>
              <a:gd name="T24" fmla="*/ 145 w 512"/>
              <a:gd name="T25" fmla="*/ 346 h 512"/>
              <a:gd name="T26" fmla="*/ 132 w 512"/>
              <a:gd name="T27" fmla="*/ 210 h 512"/>
              <a:gd name="T28" fmla="*/ 117 w 512"/>
              <a:gd name="T29" fmla="*/ 224 h 512"/>
              <a:gd name="T30" fmla="*/ 113 w 512"/>
              <a:gd name="T31" fmla="*/ 182 h 512"/>
              <a:gd name="T32" fmla="*/ 142 w 512"/>
              <a:gd name="T33" fmla="*/ 192 h 512"/>
              <a:gd name="T34" fmla="*/ 203 w 512"/>
              <a:gd name="T35" fmla="*/ 387 h 512"/>
              <a:gd name="T36" fmla="*/ 160 w 512"/>
              <a:gd name="T37" fmla="*/ 354 h 512"/>
              <a:gd name="T38" fmla="*/ 213 w 512"/>
              <a:gd name="T39" fmla="*/ 382 h 512"/>
              <a:gd name="T40" fmla="*/ 260 w 512"/>
              <a:gd name="T41" fmla="*/ 415 h 512"/>
              <a:gd name="T42" fmla="*/ 232 w 512"/>
              <a:gd name="T43" fmla="*/ 404 h 512"/>
              <a:gd name="T44" fmla="*/ 245 w 512"/>
              <a:gd name="T45" fmla="*/ 387 h 512"/>
              <a:gd name="T46" fmla="*/ 266 w 512"/>
              <a:gd name="T47" fmla="*/ 384 h 512"/>
              <a:gd name="T48" fmla="*/ 285 w 512"/>
              <a:gd name="T49" fmla="*/ 392 h 512"/>
              <a:gd name="T50" fmla="*/ 245 w 512"/>
              <a:gd name="T51" fmla="*/ 320 h 512"/>
              <a:gd name="T52" fmla="*/ 266 w 512"/>
              <a:gd name="T53" fmla="*/ 352 h 512"/>
              <a:gd name="T54" fmla="*/ 280 w 512"/>
              <a:gd name="T55" fmla="*/ 256 h 512"/>
              <a:gd name="T56" fmla="*/ 256 w 512"/>
              <a:gd name="T57" fmla="*/ 288 h 512"/>
              <a:gd name="T58" fmla="*/ 232 w 512"/>
              <a:gd name="T59" fmla="*/ 256 h 512"/>
              <a:gd name="T60" fmla="*/ 256 w 512"/>
              <a:gd name="T61" fmla="*/ 244 h 512"/>
              <a:gd name="T62" fmla="*/ 280 w 512"/>
              <a:gd name="T63" fmla="*/ 256 h 512"/>
              <a:gd name="T64" fmla="*/ 271 w 512"/>
              <a:gd name="T65" fmla="*/ 146 h 512"/>
              <a:gd name="T66" fmla="*/ 227 w 512"/>
              <a:gd name="T67" fmla="*/ 141 h 512"/>
              <a:gd name="T68" fmla="*/ 260 w 512"/>
              <a:gd name="T69" fmla="*/ 118 h 512"/>
              <a:gd name="T70" fmla="*/ 346 w 512"/>
              <a:gd name="T71" fmla="*/ 375 h 512"/>
              <a:gd name="T72" fmla="*/ 299 w 512"/>
              <a:gd name="T73" fmla="*/ 385 h 512"/>
              <a:gd name="T74" fmla="*/ 351 w 512"/>
              <a:gd name="T75" fmla="*/ 361 h 512"/>
              <a:gd name="T76" fmla="*/ 313 w 512"/>
              <a:gd name="T77" fmla="*/ 241 h 512"/>
              <a:gd name="T78" fmla="*/ 304 w 512"/>
              <a:gd name="T79" fmla="*/ 222 h 512"/>
              <a:gd name="T80" fmla="*/ 346 w 512"/>
              <a:gd name="T81" fmla="*/ 226 h 512"/>
              <a:gd name="T82" fmla="*/ 337 w 512"/>
              <a:gd name="T83" fmla="*/ 177 h 512"/>
              <a:gd name="T84" fmla="*/ 313 w 512"/>
              <a:gd name="T85" fmla="*/ 142 h 512"/>
              <a:gd name="T86" fmla="*/ 405 w 512"/>
              <a:gd name="T87" fmla="*/ 341 h 512"/>
              <a:gd name="T88" fmla="*/ 375 w 512"/>
              <a:gd name="T89" fmla="*/ 361 h 512"/>
              <a:gd name="T90" fmla="*/ 384 w 512"/>
              <a:gd name="T91" fmla="*/ 334 h 512"/>
              <a:gd name="T92" fmla="*/ 405 w 512"/>
              <a:gd name="T93" fmla="*/ 320 h 512"/>
              <a:gd name="T94" fmla="*/ 394 w 512"/>
              <a:gd name="T95" fmla="*/ 298 h 512"/>
              <a:gd name="T96" fmla="*/ 394 w 512"/>
              <a:gd name="T97" fmla="*/ 245 h 512"/>
              <a:gd name="T98" fmla="*/ 405 w 512"/>
              <a:gd name="T99" fmla="*/ 213 h 512"/>
              <a:gd name="T100" fmla="*/ 384 w 512"/>
              <a:gd name="T101" fmla="*/ 208 h 512"/>
              <a:gd name="T102" fmla="*/ 365 w 512"/>
              <a:gd name="T103" fmla="*/ 205 h 512"/>
              <a:gd name="T104" fmla="*/ 379 w 512"/>
              <a:gd name="T105" fmla="*/ 173 h 512"/>
              <a:gd name="T106" fmla="*/ 405 w 512"/>
              <a:gd name="T107"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165" y="158"/>
                </a:moveTo>
                <a:cubicBezTo>
                  <a:pt x="199" y="142"/>
                  <a:pt x="199" y="142"/>
                  <a:pt x="199" y="142"/>
                </a:cubicBezTo>
                <a:cubicBezTo>
                  <a:pt x="204" y="140"/>
                  <a:pt x="210" y="142"/>
                  <a:pt x="213" y="148"/>
                </a:cubicBezTo>
                <a:cubicBezTo>
                  <a:pt x="215" y="153"/>
                  <a:pt x="213" y="159"/>
                  <a:pt x="207" y="162"/>
                </a:cubicBezTo>
                <a:cubicBezTo>
                  <a:pt x="174" y="177"/>
                  <a:pt x="174" y="177"/>
                  <a:pt x="174" y="177"/>
                </a:cubicBezTo>
                <a:cubicBezTo>
                  <a:pt x="173" y="178"/>
                  <a:pt x="171" y="178"/>
                  <a:pt x="170" y="178"/>
                </a:cubicBezTo>
                <a:cubicBezTo>
                  <a:pt x="166" y="178"/>
                  <a:pt x="162" y="176"/>
                  <a:pt x="160" y="172"/>
                </a:cubicBezTo>
                <a:cubicBezTo>
                  <a:pt x="158" y="166"/>
                  <a:pt x="160" y="160"/>
                  <a:pt x="165" y="158"/>
                </a:cubicBezTo>
                <a:close/>
                <a:moveTo>
                  <a:pt x="160" y="212"/>
                </a:moveTo>
                <a:cubicBezTo>
                  <a:pt x="162" y="206"/>
                  <a:pt x="169" y="204"/>
                  <a:pt x="174" y="206"/>
                </a:cubicBezTo>
                <a:cubicBezTo>
                  <a:pt x="207" y="222"/>
                  <a:pt x="207" y="222"/>
                  <a:pt x="207" y="222"/>
                </a:cubicBezTo>
                <a:cubicBezTo>
                  <a:pt x="213" y="224"/>
                  <a:pt x="215" y="230"/>
                  <a:pt x="213" y="236"/>
                </a:cubicBezTo>
                <a:cubicBezTo>
                  <a:pt x="211" y="240"/>
                  <a:pt x="207" y="242"/>
                  <a:pt x="203" y="242"/>
                </a:cubicBezTo>
                <a:cubicBezTo>
                  <a:pt x="201" y="242"/>
                  <a:pt x="200" y="242"/>
                  <a:pt x="199" y="241"/>
                </a:cubicBezTo>
                <a:cubicBezTo>
                  <a:pt x="165" y="226"/>
                  <a:pt x="165" y="226"/>
                  <a:pt x="165" y="226"/>
                </a:cubicBezTo>
                <a:cubicBezTo>
                  <a:pt x="160" y="223"/>
                  <a:pt x="158" y="217"/>
                  <a:pt x="160" y="212"/>
                </a:cubicBezTo>
                <a:close/>
                <a:moveTo>
                  <a:pt x="106" y="245"/>
                </a:moveTo>
                <a:cubicBezTo>
                  <a:pt x="106" y="239"/>
                  <a:pt x="111" y="234"/>
                  <a:pt x="117" y="234"/>
                </a:cubicBezTo>
                <a:cubicBezTo>
                  <a:pt x="123" y="234"/>
                  <a:pt x="128" y="239"/>
                  <a:pt x="128" y="245"/>
                </a:cubicBezTo>
                <a:cubicBezTo>
                  <a:pt x="128" y="277"/>
                  <a:pt x="128" y="277"/>
                  <a:pt x="128" y="277"/>
                </a:cubicBezTo>
                <a:cubicBezTo>
                  <a:pt x="128" y="283"/>
                  <a:pt x="123" y="288"/>
                  <a:pt x="117" y="288"/>
                </a:cubicBezTo>
                <a:cubicBezTo>
                  <a:pt x="111" y="288"/>
                  <a:pt x="106" y="283"/>
                  <a:pt x="106" y="277"/>
                </a:cubicBezTo>
                <a:lnTo>
                  <a:pt x="106" y="245"/>
                </a:lnTo>
                <a:close/>
                <a:moveTo>
                  <a:pt x="145" y="346"/>
                </a:moveTo>
                <a:cubicBezTo>
                  <a:pt x="143" y="349"/>
                  <a:pt x="140" y="351"/>
                  <a:pt x="136" y="351"/>
                </a:cubicBezTo>
                <a:cubicBezTo>
                  <a:pt x="134" y="351"/>
                  <a:pt x="132" y="351"/>
                  <a:pt x="131" y="350"/>
                </a:cubicBezTo>
                <a:cubicBezTo>
                  <a:pt x="112" y="340"/>
                  <a:pt x="112" y="340"/>
                  <a:pt x="112" y="340"/>
                </a:cubicBezTo>
                <a:cubicBezTo>
                  <a:pt x="108" y="338"/>
                  <a:pt x="106" y="334"/>
                  <a:pt x="106" y="330"/>
                </a:cubicBezTo>
                <a:cubicBezTo>
                  <a:pt x="106" y="309"/>
                  <a:pt x="106" y="309"/>
                  <a:pt x="106" y="309"/>
                </a:cubicBezTo>
                <a:cubicBezTo>
                  <a:pt x="106" y="303"/>
                  <a:pt x="111" y="298"/>
                  <a:pt x="117" y="298"/>
                </a:cubicBezTo>
                <a:cubicBezTo>
                  <a:pt x="123" y="298"/>
                  <a:pt x="128" y="303"/>
                  <a:pt x="128" y="309"/>
                </a:cubicBezTo>
                <a:cubicBezTo>
                  <a:pt x="128" y="324"/>
                  <a:pt x="128" y="324"/>
                  <a:pt x="128" y="324"/>
                </a:cubicBezTo>
                <a:cubicBezTo>
                  <a:pt x="141" y="331"/>
                  <a:pt x="141" y="331"/>
                  <a:pt x="141" y="331"/>
                </a:cubicBezTo>
                <a:cubicBezTo>
                  <a:pt x="146" y="334"/>
                  <a:pt x="148" y="340"/>
                  <a:pt x="145" y="346"/>
                </a:cubicBezTo>
                <a:close/>
                <a:moveTo>
                  <a:pt x="146" y="205"/>
                </a:moveTo>
                <a:cubicBezTo>
                  <a:pt x="144" y="209"/>
                  <a:pt x="140" y="211"/>
                  <a:pt x="136" y="211"/>
                </a:cubicBezTo>
                <a:cubicBezTo>
                  <a:pt x="135" y="211"/>
                  <a:pt x="133" y="211"/>
                  <a:pt x="132" y="210"/>
                </a:cubicBezTo>
                <a:cubicBezTo>
                  <a:pt x="128" y="208"/>
                  <a:pt x="128" y="208"/>
                  <a:pt x="128" y="208"/>
                </a:cubicBezTo>
                <a:cubicBezTo>
                  <a:pt x="128" y="213"/>
                  <a:pt x="128" y="213"/>
                  <a:pt x="128" y="213"/>
                </a:cubicBezTo>
                <a:cubicBezTo>
                  <a:pt x="128" y="219"/>
                  <a:pt x="123" y="224"/>
                  <a:pt x="117" y="224"/>
                </a:cubicBezTo>
                <a:cubicBezTo>
                  <a:pt x="111" y="224"/>
                  <a:pt x="106" y="219"/>
                  <a:pt x="106" y="213"/>
                </a:cubicBezTo>
                <a:cubicBezTo>
                  <a:pt x="106" y="192"/>
                  <a:pt x="106" y="192"/>
                  <a:pt x="106" y="192"/>
                </a:cubicBezTo>
                <a:cubicBezTo>
                  <a:pt x="106" y="188"/>
                  <a:pt x="109" y="184"/>
                  <a:pt x="113" y="182"/>
                </a:cubicBezTo>
                <a:cubicBezTo>
                  <a:pt x="132" y="173"/>
                  <a:pt x="132" y="173"/>
                  <a:pt x="132" y="173"/>
                </a:cubicBezTo>
                <a:cubicBezTo>
                  <a:pt x="137" y="171"/>
                  <a:pt x="144" y="173"/>
                  <a:pt x="146" y="178"/>
                </a:cubicBezTo>
                <a:cubicBezTo>
                  <a:pt x="148" y="183"/>
                  <a:pt x="147" y="189"/>
                  <a:pt x="142" y="192"/>
                </a:cubicBezTo>
                <a:cubicBezTo>
                  <a:pt x="147" y="195"/>
                  <a:pt x="148" y="200"/>
                  <a:pt x="146" y="205"/>
                </a:cubicBezTo>
                <a:close/>
                <a:moveTo>
                  <a:pt x="213" y="382"/>
                </a:moveTo>
                <a:cubicBezTo>
                  <a:pt x="211" y="385"/>
                  <a:pt x="207" y="387"/>
                  <a:pt x="203" y="387"/>
                </a:cubicBezTo>
                <a:cubicBezTo>
                  <a:pt x="201" y="387"/>
                  <a:pt x="200" y="387"/>
                  <a:pt x="198" y="386"/>
                </a:cubicBezTo>
                <a:cubicBezTo>
                  <a:pt x="164" y="368"/>
                  <a:pt x="164" y="368"/>
                  <a:pt x="164" y="368"/>
                </a:cubicBezTo>
                <a:cubicBezTo>
                  <a:pt x="159" y="365"/>
                  <a:pt x="157" y="359"/>
                  <a:pt x="160" y="354"/>
                </a:cubicBezTo>
                <a:cubicBezTo>
                  <a:pt x="163" y="348"/>
                  <a:pt x="169" y="346"/>
                  <a:pt x="175" y="349"/>
                </a:cubicBezTo>
                <a:cubicBezTo>
                  <a:pt x="208" y="367"/>
                  <a:pt x="208" y="367"/>
                  <a:pt x="208" y="367"/>
                </a:cubicBezTo>
                <a:cubicBezTo>
                  <a:pt x="213" y="370"/>
                  <a:pt x="215" y="377"/>
                  <a:pt x="213" y="382"/>
                </a:cubicBezTo>
                <a:close/>
                <a:moveTo>
                  <a:pt x="280" y="406"/>
                </a:moveTo>
                <a:cubicBezTo>
                  <a:pt x="260" y="415"/>
                  <a:pt x="260" y="415"/>
                  <a:pt x="260" y="415"/>
                </a:cubicBezTo>
                <a:cubicBezTo>
                  <a:pt x="260" y="415"/>
                  <a:pt x="260" y="415"/>
                  <a:pt x="260" y="415"/>
                </a:cubicBezTo>
                <a:cubicBezTo>
                  <a:pt x="259" y="415"/>
                  <a:pt x="257" y="416"/>
                  <a:pt x="256" y="416"/>
                </a:cubicBezTo>
                <a:cubicBezTo>
                  <a:pt x="254" y="416"/>
                  <a:pt x="252" y="415"/>
                  <a:pt x="251" y="414"/>
                </a:cubicBezTo>
                <a:cubicBezTo>
                  <a:pt x="232" y="404"/>
                  <a:pt x="232" y="404"/>
                  <a:pt x="232" y="404"/>
                </a:cubicBezTo>
                <a:cubicBezTo>
                  <a:pt x="227" y="401"/>
                  <a:pt x="225" y="395"/>
                  <a:pt x="227" y="390"/>
                </a:cubicBezTo>
                <a:cubicBezTo>
                  <a:pt x="230" y="385"/>
                  <a:pt x="237" y="383"/>
                  <a:pt x="242" y="385"/>
                </a:cubicBezTo>
                <a:cubicBezTo>
                  <a:pt x="245" y="387"/>
                  <a:pt x="245" y="387"/>
                  <a:pt x="245" y="387"/>
                </a:cubicBezTo>
                <a:cubicBezTo>
                  <a:pt x="245" y="384"/>
                  <a:pt x="245" y="384"/>
                  <a:pt x="245" y="384"/>
                </a:cubicBezTo>
                <a:cubicBezTo>
                  <a:pt x="245" y="378"/>
                  <a:pt x="250" y="373"/>
                  <a:pt x="256" y="373"/>
                </a:cubicBezTo>
                <a:cubicBezTo>
                  <a:pt x="262" y="373"/>
                  <a:pt x="266" y="378"/>
                  <a:pt x="266" y="384"/>
                </a:cubicBezTo>
                <a:cubicBezTo>
                  <a:pt x="266" y="388"/>
                  <a:pt x="266" y="388"/>
                  <a:pt x="266" y="388"/>
                </a:cubicBezTo>
                <a:cubicBezTo>
                  <a:pt x="271" y="386"/>
                  <a:pt x="271" y="386"/>
                  <a:pt x="271" y="386"/>
                </a:cubicBezTo>
                <a:cubicBezTo>
                  <a:pt x="276" y="384"/>
                  <a:pt x="282" y="386"/>
                  <a:pt x="285" y="392"/>
                </a:cubicBezTo>
                <a:cubicBezTo>
                  <a:pt x="287" y="397"/>
                  <a:pt x="285" y="403"/>
                  <a:pt x="280" y="406"/>
                </a:cubicBezTo>
                <a:close/>
                <a:moveTo>
                  <a:pt x="245" y="352"/>
                </a:moveTo>
                <a:cubicBezTo>
                  <a:pt x="245" y="320"/>
                  <a:pt x="245" y="320"/>
                  <a:pt x="245" y="320"/>
                </a:cubicBezTo>
                <a:cubicBezTo>
                  <a:pt x="245" y="314"/>
                  <a:pt x="250" y="309"/>
                  <a:pt x="256" y="309"/>
                </a:cubicBezTo>
                <a:cubicBezTo>
                  <a:pt x="262" y="309"/>
                  <a:pt x="266" y="314"/>
                  <a:pt x="266" y="320"/>
                </a:cubicBezTo>
                <a:cubicBezTo>
                  <a:pt x="266" y="352"/>
                  <a:pt x="266" y="352"/>
                  <a:pt x="266" y="352"/>
                </a:cubicBezTo>
                <a:cubicBezTo>
                  <a:pt x="266" y="358"/>
                  <a:pt x="262" y="362"/>
                  <a:pt x="256" y="362"/>
                </a:cubicBezTo>
                <a:cubicBezTo>
                  <a:pt x="250" y="362"/>
                  <a:pt x="245" y="358"/>
                  <a:pt x="245" y="352"/>
                </a:cubicBezTo>
                <a:close/>
                <a:moveTo>
                  <a:pt x="280" y="256"/>
                </a:moveTo>
                <a:cubicBezTo>
                  <a:pt x="266" y="262"/>
                  <a:pt x="266" y="262"/>
                  <a:pt x="266" y="262"/>
                </a:cubicBezTo>
                <a:cubicBezTo>
                  <a:pt x="266" y="277"/>
                  <a:pt x="266" y="277"/>
                  <a:pt x="266" y="277"/>
                </a:cubicBezTo>
                <a:cubicBezTo>
                  <a:pt x="266" y="283"/>
                  <a:pt x="262" y="288"/>
                  <a:pt x="256" y="288"/>
                </a:cubicBezTo>
                <a:cubicBezTo>
                  <a:pt x="250" y="288"/>
                  <a:pt x="245" y="283"/>
                  <a:pt x="245" y="277"/>
                </a:cubicBezTo>
                <a:cubicBezTo>
                  <a:pt x="245" y="262"/>
                  <a:pt x="245" y="262"/>
                  <a:pt x="245" y="262"/>
                </a:cubicBezTo>
                <a:cubicBezTo>
                  <a:pt x="232" y="256"/>
                  <a:pt x="232" y="256"/>
                  <a:pt x="232" y="256"/>
                </a:cubicBezTo>
                <a:cubicBezTo>
                  <a:pt x="226" y="254"/>
                  <a:pt x="224" y="248"/>
                  <a:pt x="227" y="242"/>
                </a:cubicBezTo>
                <a:cubicBezTo>
                  <a:pt x="229" y="237"/>
                  <a:pt x="235" y="235"/>
                  <a:pt x="241" y="237"/>
                </a:cubicBezTo>
                <a:cubicBezTo>
                  <a:pt x="256" y="244"/>
                  <a:pt x="256" y="244"/>
                  <a:pt x="256" y="244"/>
                </a:cubicBezTo>
                <a:cubicBezTo>
                  <a:pt x="271" y="237"/>
                  <a:pt x="271" y="237"/>
                  <a:pt x="271" y="237"/>
                </a:cubicBezTo>
                <a:cubicBezTo>
                  <a:pt x="276" y="235"/>
                  <a:pt x="282" y="237"/>
                  <a:pt x="285" y="242"/>
                </a:cubicBezTo>
                <a:cubicBezTo>
                  <a:pt x="287" y="248"/>
                  <a:pt x="285" y="254"/>
                  <a:pt x="280" y="256"/>
                </a:cubicBezTo>
                <a:close/>
                <a:moveTo>
                  <a:pt x="285" y="141"/>
                </a:moveTo>
                <a:cubicBezTo>
                  <a:pt x="283" y="145"/>
                  <a:pt x="279" y="147"/>
                  <a:pt x="275" y="147"/>
                </a:cubicBezTo>
                <a:cubicBezTo>
                  <a:pt x="274" y="147"/>
                  <a:pt x="272" y="147"/>
                  <a:pt x="271" y="146"/>
                </a:cubicBezTo>
                <a:cubicBezTo>
                  <a:pt x="256" y="139"/>
                  <a:pt x="256" y="139"/>
                  <a:pt x="256" y="139"/>
                </a:cubicBezTo>
                <a:cubicBezTo>
                  <a:pt x="241" y="146"/>
                  <a:pt x="241" y="146"/>
                  <a:pt x="241" y="146"/>
                </a:cubicBezTo>
                <a:cubicBezTo>
                  <a:pt x="235" y="149"/>
                  <a:pt x="229" y="146"/>
                  <a:pt x="227" y="141"/>
                </a:cubicBezTo>
                <a:cubicBezTo>
                  <a:pt x="224" y="136"/>
                  <a:pt x="226" y="129"/>
                  <a:pt x="232" y="127"/>
                </a:cubicBezTo>
                <a:cubicBezTo>
                  <a:pt x="251" y="118"/>
                  <a:pt x="251" y="118"/>
                  <a:pt x="251" y="118"/>
                </a:cubicBezTo>
                <a:cubicBezTo>
                  <a:pt x="254" y="117"/>
                  <a:pt x="257" y="117"/>
                  <a:pt x="260" y="118"/>
                </a:cubicBezTo>
                <a:cubicBezTo>
                  <a:pt x="280" y="127"/>
                  <a:pt x="280" y="127"/>
                  <a:pt x="280" y="127"/>
                </a:cubicBezTo>
                <a:cubicBezTo>
                  <a:pt x="285" y="129"/>
                  <a:pt x="287" y="136"/>
                  <a:pt x="285" y="141"/>
                </a:cubicBezTo>
                <a:close/>
                <a:moveTo>
                  <a:pt x="346" y="375"/>
                </a:moveTo>
                <a:cubicBezTo>
                  <a:pt x="313" y="390"/>
                  <a:pt x="313" y="390"/>
                  <a:pt x="313" y="390"/>
                </a:cubicBezTo>
                <a:cubicBezTo>
                  <a:pt x="311" y="391"/>
                  <a:pt x="310" y="391"/>
                  <a:pt x="308" y="391"/>
                </a:cubicBezTo>
                <a:cubicBezTo>
                  <a:pt x="304" y="391"/>
                  <a:pt x="300" y="389"/>
                  <a:pt x="299" y="385"/>
                </a:cubicBezTo>
                <a:cubicBezTo>
                  <a:pt x="296" y="380"/>
                  <a:pt x="299" y="373"/>
                  <a:pt x="304" y="371"/>
                </a:cubicBezTo>
                <a:cubicBezTo>
                  <a:pt x="337" y="356"/>
                  <a:pt x="337" y="356"/>
                  <a:pt x="337" y="356"/>
                </a:cubicBezTo>
                <a:cubicBezTo>
                  <a:pt x="343" y="353"/>
                  <a:pt x="349" y="355"/>
                  <a:pt x="351" y="361"/>
                </a:cubicBezTo>
                <a:cubicBezTo>
                  <a:pt x="354" y="366"/>
                  <a:pt x="351" y="373"/>
                  <a:pt x="346" y="375"/>
                </a:cubicBezTo>
                <a:close/>
                <a:moveTo>
                  <a:pt x="346" y="226"/>
                </a:moveTo>
                <a:cubicBezTo>
                  <a:pt x="313" y="241"/>
                  <a:pt x="313" y="241"/>
                  <a:pt x="313" y="241"/>
                </a:cubicBezTo>
                <a:cubicBezTo>
                  <a:pt x="311" y="242"/>
                  <a:pt x="310" y="242"/>
                  <a:pt x="308" y="242"/>
                </a:cubicBezTo>
                <a:cubicBezTo>
                  <a:pt x="304" y="242"/>
                  <a:pt x="300" y="240"/>
                  <a:pt x="299" y="236"/>
                </a:cubicBezTo>
                <a:cubicBezTo>
                  <a:pt x="296" y="230"/>
                  <a:pt x="299" y="224"/>
                  <a:pt x="304" y="222"/>
                </a:cubicBezTo>
                <a:cubicBezTo>
                  <a:pt x="337" y="206"/>
                  <a:pt x="337" y="206"/>
                  <a:pt x="337" y="206"/>
                </a:cubicBezTo>
                <a:cubicBezTo>
                  <a:pt x="343" y="204"/>
                  <a:pt x="349" y="206"/>
                  <a:pt x="351" y="212"/>
                </a:cubicBezTo>
                <a:cubicBezTo>
                  <a:pt x="354" y="217"/>
                  <a:pt x="351" y="223"/>
                  <a:pt x="346" y="226"/>
                </a:cubicBezTo>
                <a:close/>
                <a:moveTo>
                  <a:pt x="351" y="172"/>
                </a:moveTo>
                <a:cubicBezTo>
                  <a:pt x="350" y="176"/>
                  <a:pt x="346" y="178"/>
                  <a:pt x="342" y="178"/>
                </a:cubicBezTo>
                <a:cubicBezTo>
                  <a:pt x="340" y="178"/>
                  <a:pt x="339" y="178"/>
                  <a:pt x="337" y="177"/>
                </a:cubicBezTo>
                <a:cubicBezTo>
                  <a:pt x="304" y="162"/>
                  <a:pt x="304" y="162"/>
                  <a:pt x="304" y="162"/>
                </a:cubicBezTo>
                <a:cubicBezTo>
                  <a:pt x="299" y="159"/>
                  <a:pt x="296" y="153"/>
                  <a:pt x="299" y="148"/>
                </a:cubicBezTo>
                <a:cubicBezTo>
                  <a:pt x="301" y="142"/>
                  <a:pt x="307" y="140"/>
                  <a:pt x="313" y="142"/>
                </a:cubicBezTo>
                <a:cubicBezTo>
                  <a:pt x="346" y="158"/>
                  <a:pt x="346" y="158"/>
                  <a:pt x="346" y="158"/>
                </a:cubicBezTo>
                <a:cubicBezTo>
                  <a:pt x="351" y="160"/>
                  <a:pt x="354" y="166"/>
                  <a:pt x="351" y="172"/>
                </a:cubicBezTo>
                <a:close/>
                <a:moveTo>
                  <a:pt x="405" y="341"/>
                </a:moveTo>
                <a:cubicBezTo>
                  <a:pt x="405" y="345"/>
                  <a:pt x="403" y="349"/>
                  <a:pt x="399" y="351"/>
                </a:cubicBezTo>
                <a:cubicBezTo>
                  <a:pt x="379" y="360"/>
                  <a:pt x="379" y="360"/>
                  <a:pt x="379" y="360"/>
                </a:cubicBezTo>
                <a:cubicBezTo>
                  <a:pt x="378" y="360"/>
                  <a:pt x="376" y="361"/>
                  <a:pt x="375" y="361"/>
                </a:cubicBezTo>
                <a:cubicBezTo>
                  <a:pt x="371" y="361"/>
                  <a:pt x="367" y="358"/>
                  <a:pt x="365" y="354"/>
                </a:cubicBezTo>
                <a:cubicBezTo>
                  <a:pt x="363" y="349"/>
                  <a:pt x="365" y="343"/>
                  <a:pt x="370" y="340"/>
                </a:cubicBezTo>
                <a:cubicBezTo>
                  <a:pt x="384" y="334"/>
                  <a:pt x="384" y="334"/>
                  <a:pt x="384" y="334"/>
                </a:cubicBezTo>
                <a:cubicBezTo>
                  <a:pt x="384" y="320"/>
                  <a:pt x="384" y="320"/>
                  <a:pt x="384" y="320"/>
                </a:cubicBezTo>
                <a:cubicBezTo>
                  <a:pt x="384" y="314"/>
                  <a:pt x="388" y="309"/>
                  <a:pt x="394" y="309"/>
                </a:cubicBezTo>
                <a:cubicBezTo>
                  <a:pt x="400" y="309"/>
                  <a:pt x="405" y="314"/>
                  <a:pt x="405" y="320"/>
                </a:cubicBezTo>
                <a:lnTo>
                  <a:pt x="405" y="341"/>
                </a:lnTo>
                <a:close/>
                <a:moveTo>
                  <a:pt x="405" y="288"/>
                </a:moveTo>
                <a:cubicBezTo>
                  <a:pt x="405" y="294"/>
                  <a:pt x="400" y="298"/>
                  <a:pt x="394" y="298"/>
                </a:cubicBezTo>
                <a:cubicBezTo>
                  <a:pt x="388" y="298"/>
                  <a:pt x="384" y="294"/>
                  <a:pt x="384" y="288"/>
                </a:cubicBezTo>
                <a:cubicBezTo>
                  <a:pt x="384" y="256"/>
                  <a:pt x="384" y="256"/>
                  <a:pt x="384" y="256"/>
                </a:cubicBezTo>
                <a:cubicBezTo>
                  <a:pt x="384" y="250"/>
                  <a:pt x="388" y="245"/>
                  <a:pt x="394" y="245"/>
                </a:cubicBezTo>
                <a:cubicBezTo>
                  <a:pt x="400" y="245"/>
                  <a:pt x="405" y="250"/>
                  <a:pt x="405" y="256"/>
                </a:cubicBezTo>
                <a:lnTo>
                  <a:pt x="405" y="288"/>
                </a:lnTo>
                <a:close/>
                <a:moveTo>
                  <a:pt x="405" y="213"/>
                </a:moveTo>
                <a:cubicBezTo>
                  <a:pt x="405" y="219"/>
                  <a:pt x="400" y="224"/>
                  <a:pt x="394" y="224"/>
                </a:cubicBezTo>
                <a:cubicBezTo>
                  <a:pt x="388" y="224"/>
                  <a:pt x="384" y="219"/>
                  <a:pt x="384" y="213"/>
                </a:cubicBezTo>
                <a:cubicBezTo>
                  <a:pt x="384" y="208"/>
                  <a:pt x="384" y="208"/>
                  <a:pt x="384" y="208"/>
                </a:cubicBezTo>
                <a:cubicBezTo>
                  <a:pt x="379" y="210"/>
                  <a:pt x="379" y="210"/>
                  <a:pt x="379" y="210"/>
                </a:cubicBezTo>
                <a:cubicBezTo>
                  <a:pt x="378" y="211"/>
                  <a:pt x="376" y="211"/>
                  <a:pt x="375" y="211"/>
                </a:cubicBezTo>
                <a:cubicBezTo>
                  <a:pt x="371" y="211"/>
                  <a:pt x="367" y="209"/>
                  <a:pt x="365" y="205"/>
                </a:cubicBezTo>
                <a:cubicBezTo>
                  <a:pt x="363" y="200"/>
                  <a:pt x="365" y="195"/>
                  <a:pt x="369" y="192"/>
                </a:cubicBezTo>
                <a:cubicBezTo>
                  <a:pt x="365" y="189"/>
                  <a:pt x="363" y="183"/>
                  <a:pt x="365" y="178"/>
                </a:cubicBezTo>
                <a:cubicBezTo>
                  <a:pt x="368" y="173"/>
                  <a:pt x="374" y="171"/>
                  <a:pt x="379" y="173"/>
                </a:cubicBezTo>
                <a:cubicBezTo>
                  <a:pt x="399" y="182"/>
                  <a:pt x="399" y="182"/>
                  <a:pt x="399" y="182"/>
                </a:cubicBezTo>
                <a:cubicBezTo>
                  <a:pt x="403" y="184"/>
                  <a:pt x="405" y="188"/>
                  <a:pt x="405" y="192"/>
                </a:cubicBezTo>
                <a:lnTo>
                  <a:pt x="405" y="21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solidFill>
                <a:prstClr val="black"/>
              </a:solidFill>
            </a:endParaRPr>
          </a:p>
        </p:txBody>
      </p:sp>
    </p:spTree>
    <p:extLst>
      <p:ext uri="{BB962C8B-B14F-4D97-AF65-F5344CB8AC3E}">
        <p14:creationId xmlns:p14="http://schemas.microsoft.com/office/powerpoint/2010/main" val="12429188"/>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0A54A5B-6898-4D19-A56E-5A85C5E9F598}"/>
              </a:ext>
            </a:extLst>
          </p:cNvPr>
          <p:cNvGraphicFramePr>
            <a:graphicFrameLocks noChangeAspect="1"/>
          </p:cNvGraphicFramePr>
          <p:nvPr>
            <p:custDataLst>
              <p:tags r:id="rId1"/>
            </p:custDataLst>
            <p:extLst>
              <p:ext uri="{D42A27DB-BD31-4B8C-83A1-F6EECF244321}">
                <p14:modId xmlns:p14="http://schemas.microsoft.com/office/powerpoint/2010/main" val="7732840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6" name="Object 5" hidden="1">
                        <a:extLst>
                          <a:ext uri="{FF2B5EF4-FFF2-40B4-BE49-F238E27FC236}">
                            <a16:creationId xmlns:a16="http://schemas.microsoft.com/office/drawing/2014/main" id="{40A54A5B-6898-4D19-A56E-5A85C5E9F59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6C1B9A7E-A96E-49BB-9F86-B04BADC8F3F8}"/>
              </a:ext>
            </a:extLst>
          </p:cNvPr>
          <p:cNvSpPr/>
          <p:nvPr>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algn="ctr">
              <a:lnSpc>
                <a:spcPct val="106000"/>
              </a:lnSpc>
            </a:pPr>
            <a:endParaRPr lang="en-US" sz="2100" dirty="0">
              <a:solidFill>
                <a:schemeClr val="bg1"/>
              </a:solidFill>
              <a:latin typeface="Calibri" panose="020F0502020204030204" pitchFamily="34" charset="0"/>
              <a:ea typeface="+mj-ea"/>
              <a:cs typeface="Calibri Light" panose="020F0302020204030204" pitchFamily="34" charset="0"/>
              <a:sym typeface="Calibri" panose="020F0502020204030204" pitchFamily="34" charset="0"/>
            </a:endParaRPr>
          </a:p>
        </p:txBody>
      </p:sp>
      <p:sp>
        <p:nvSpPr>
          <p:cNvPr id="2" name="Text Placeholder 1">
            <a:extLst>
              <a:ext uri="{FF2B5EF4-FFF2-40B4-BE49-F238E27FC236}">
                <a16:creationId xmlns:a16="http://schemas.microsoft.com/office/drawing/2014/main" id="{98E80031-8172-46EF-A09D-515BC7C7E4DD}"/>
              </a:ext>
            </a:extLst>
          </p:cNvPr>
          <p:cNvSpPr>
            <a:spLocks noGrp="1"/>
          </p:cNvSpPr>
          <p:nvPr>
            <p:ph type="body" sz="quarter" idx="13"/>
          </p:nvPr>
        </p:nvSpPr>
        <p:spPr/>
        <p:txBody>
          <a:bodyPr/>
          <a:lstStyle/>
          <a:p>
            <a:pPr algn="just"/>
            <a:r>
              <a:rPr lang="en-US" sz="1800" dirty="0">
                <a:solidFill>
                  <a:srgbClr val="575757"/>
                </a:solidFill>
                <a:latin typeface="+mn-lt"/>
              </a:rPr>
              <a:t>We understand that the objective of this assignment is to assist DPL in identifying business requirements, assessing feasibility of ERP implementation with a roadmap</a:t>
            </a:r>
          </a:p>
          <a:p>
            <a:endParaRPr lang="en-IN" dirty="0"/>
          </a:p>
        </p:txBody>
      </p:sp>
      <p:sp>
        <p:nvSpPr>
          <p:cNvPr id="3" name="Title 2">
            <a:extLst>
              <a:ext uri="{FF2B5EF4-FFF2-40B4-BE49-F238E27FC236}">
                <a16:creationId xmlns:a16="http://schemas.microsoft.com/office/drawing/2014/main" id="{498839CE-6022-4903-85B8-3EB71AB5FE23}"/>
              </a:ext>
            </a:extLst>
          </p:cNvPr>
          <p:cNvSpPr>
            <a:spLocks noGrp="1"/>
          </p:cNvSpPr>
          <p:nvPr>
            <p:ph type="title"/>
          </p:nvPr>
        </p:nvSpPr>
        <p:spPr/>
        <p:txBody>
          <a:bodyPr vert="horz"/>
          <a:lstStyle/>
          <a:p>
            <a:r>
              <a:rPr lang="en-US" dirty="0"/>
              <a:t>Detailed Scope of Work (3/4)</a:t>
            </a:r>
            <a:endParaRPr lang="en-IN" dirty="0"/>
          </a:p>
        </p:txBody>
      </p:sp>
      <p:sp>
        <p:nvSpPr>
          <p:cNvPr id="71" name="Rectangle: Top Corners Rounded 70">
            <a:extLst>
              <a:ext uri="{FF2B5EF4-FFF2-40B4-BE49-F238E27FC236}">
                <a16:creationId xmlns:a16="http://schemas.microsoft.com/office/drawing/2014/main" id="{85E8615F-6171-492F-BD3F-E701F47C2549}"/>
              </a:ext>
            </a:extLst>
          </p:cNvPr>
          <p:cNvSpPr/>
          <p:nvPr/>
        </p:nvSpPr>
        <p:spPr bwMode="gray">
          <a:xfrm>
            <a:off x="501651" y="1309812"/>
            <a:ext cx="11162350" cy="580594"/>
          </a:xfrm>
          <a:prstGeom prst="round2SameRect">
            <a:avLst>
              <a:gd name="adj1" fmla="val 0"/>
              <a:gd name="adj2" fmla="val 0"/>
            </a:avLst>
          </a:prstGeom>
          <a:solidFill>
            <a:schemeClr val="accent6"/>
          </a:solidFill>
          <a:ln w="19050" algn="ctr">
            <a:noFill/>
            <a:miter lim="800000"/>
            <a:headEnd/>
            <a:tailEnd/>
          </a:ln>
        </p:spPr>
        <p:txBody>
          <a:bodyPr wrap="square" lIns="45720" tIns="45720" rIns="0" bIns="0" rtlCol="0" anchor="t" anchorCtr="0"/>
          <a:lstStyle/>
          <a:p>
            <a:r>
              <a:rPr lang="en-US" sz="1200" b="1" dirty="0">
                <a:solidFill>
                  <a:prstClr val="white"/>
                </a:solidFill>
                <a:latin typeface="Verdana" panose="020B0604030504040204" pitchFamily="34" charset="0"/>
                <a:ea typeface="Verdana" panose="020B0604030504040204" pitchFamily="34" charset="0"/>
              </a:rPr>
              <a:t>Preparation of Road Map Blueprint for ERP Implementation</a:t>
            </a:r>
            <a:endParaRPr lang="da-DK" sz="1200" b="1" dirty="0">
              <a:solidFill>
                <a:prstClr val="white"/>
              </a:solidFill>
              <a:latin typeface="Verdana" panose="020B0604030504040204" pitchFamily="34" charset="0"/>
              <a:ea typeface="Verdana" panose="020B0604030504040204" pitchFamily="34" charset="0"/>
            </a:endParaRPr>
          </a:p>
        </p:txBody>
      </p:sp>
      <p:sp>
        <p:nvSpPr>
          <p:cNvPr id="72" name="TextBox 71">
            <a:extLst>
              <a:ext uri="{FF2B5EF4-FFF2-40B4-BE49-F238E27FC236}">
                <a16:creationId xmlns:a16="http://schemas.microsoft.com/office/drawing/2014/main" id="{5C68EEBB-01E7-45EB-91B3-4AD97BD82E21}"/>
              </a:ext>
            </a:extLst>
          </p:cNvPr>
          <p:cNvSpPr txBox="1"/>
          <p:nvPr/>
        </p:nvSpPr>
        <p:spPr>
          <a:xfrm>
            <a:off x="501651" y="1615812"/>
            <a:ext cx="11162350" cy="3585597"/>
          </a:xfrm>
          <a:prstGeom prst="roundRect">
            <a:avLst>
              <a:gd name="adj" fmla="val 0"/>
            </a:avLst>
          </a:prstGeom>
          <a:solidFill>
            <a:schemeClr val="bg1">
              <a:lumMod val="95000"/>
            </a:schemeClr>
          </a:solidFill>
        </p:spPr>
        <p:txBody>
          <a:bodyPr wrap="square" lIns="45720" tIns="45720" rIns="756000" bIns="45720" rtlCol="0">
            <a:spAutoFit/>
          </a:bodyPr>
          <a:lstStyle/>
          <a:p>
            <a:pPr algn="just">
              <a:spcAft>
                <a:spcPts val="600"/>
              </a:spcAft>
            </a:pPr>
            <a:r>
              <a:rPr lang="en-US" sz="1300" b="1" dirty="0">
                <a:latin typeface="Verdana" panose="020B0604030504040204" pitchFamily="34" charset="0"/>
                <a:ea typeface="Verdana" panose="020B0604030504040204" pitchFamily="34" charset="0"/>
              </a:rPr>
              <a:t>Design of IT Infrastructure</a:t>
            </a:r>
          </a:p>
          <a:p>
            <a:pPr marL="171450" indent="-171450" algn="just">
              <a:spcAft>
                <a:spcPts val="600"/>
              </a:spcAft>
              <a:buFont typeface="Arial" panose="020B0604020202020204" pitchFamily="34" charset="0"/>
              <a:buChar char="•"/>
            </a:pPr>
            <a:r>
              <a:rPr lang="en-US" sz="1300" dirty="0">
                <a:latin typeface="Verdana" panose="020B0604030504040204" pitchFamily="34" charset="0"/>
                <a:ea typeface="Verdana" panose="020B0604030504040204" pitchFamily="34" charset="0"/>
              </a:rPr>
              <a:t>Discuss and finalize the IT infrastructure (hardware, software, network, facility) required for implementation of the ERP, based on the implementation option selected by DPL and finalize the IT architecture for ERP implementation at DPL.</a:t>
            </a:r>
          </a:p>
          <a:p>
            <a:pPr marL="171450" indent="-171450" algn="just">
              <a:spcAft>
                <a:spcPts val="600"/>
              </a:spcAft>
              <a:buFont typeface="Arial" panose="020B0604020202020204" pitchFamily="34" charset="0"/>
              <a:buChar char="•"/>
            </a:pPr>
            <a:r>
              <a:rPr lang="en-US" sz="1300" dirty="0">
                <a:latin typeface="Verdana" panose="020B0604030504040204" pitchFamily="34" charset="0"/>
                <a:ea typeface="Verdana" panose="020B0604030504040204" pitchFamily="34" charset="0"/>
              </a:rPr>
              <a:t>Evaluate the reusability of the existing IT hardware infrastructure, to optimize the procurement cost.</a:t>
            </a:r>
          </a:p>
          <a:p>
            <a:pPr marL="171450" indent="-171450" algn="just">
              <a:spcAft>
                <a:spcPts val="600"/>
              </a:spcAft>
              <a:buFont typeface="Arial" panose="020B0604020202020204" pitchFamily="34" charset="0"/>
              <a:buChar char="•"/>
            </a:pPr>
            <a:r>
              <a:rPr lang="en-US" sz="1300" dirty="0">
                <a:latin typeface="Verdana" panose="020B0604030504040204" pitchFamily="34" charset="0"/>
                <a:ea typeface="Verdana" panose="020B0604030504040204" pitchFamily="34" charset="0"/>
              </a:rPr>
              <a:t>Advise on the retirement and integration requirements of some of the legacy and existing applications, if required, for successful implementation of ERP.</a:t>
            </a:r>
          </a:p>
          <a:p>
            <a:pPr marL="171450" indent="-171450" algn="just">
              <a:spcAft>
                <a:spcPts val="600"/>
              </a:spcAft>
              <a:buFont typeface="Arial" panose="020B0604020202020204" pitchFamily="34" charset="0"/>
              <a:buChar char="•"/>
            </a:pPr>
            <a:r>
              <a:rPr lang="en-US" sz="1300" dirty="0">
                <a:latin typeface="Verdana" panose="020B0604030504040204" pitchFamily="34" charset="0"/>
                <a:ea typeface="Verdana" panose="020B0604030504040204" pitchFamily="34" charset="0"/>
              </a:rPr>
              <a:t>Adopt latest technology standards and practices while developing the IT infrastructure. Undertake due care and caution to ensure that the IT architecture and its constituents are scalable to take care of future IT requirements of DPL.</a:t>
            </a:r>
          </a:p>
          <a:p>
            <a:pPr marL="171450" indent="-171450" algn="just">
              <a:spcAft>
                <a:spcPts val="600"/>
              </a:spcAft>
              <a:buFont typeface="Arial" panose="020B0604020202020204" pitchFamily="34" charset="0"/>
              <a:buChar char="•"/>
            </a:pPr>
            <a:r>
              <a:rPr lang="en-US" sz="1300" dirty="0">
                <a:latin typeface="Verdana" panose="020B0604030504040204" pitchFamily="34" charset="0"/>
                <a:ea typeface="Verdana" panose="020B0604030504040204" pitchFamily="34" charset="0"/>
              </a:rPr>
              <a:t>Suggest the measures to ensure business continuity considering single-point-of- failures and disaster recovery scenarios.</a:t>
            </a:r>
          </a:p>
          <a:p>
            <a:pPr marL="171450" indent="-171450" algn="just">
              <a:spcAft>
                <a:spcPts val="600"/>
              </a:spcAft>
              <a:buFont typeface="Arial" panose="020B0604020202020204" pitchFamily="34" charset="0"/>
              <a:buChar char="•"/>
            </a:pPr>
            <a:r>
              <a:rPr lang="en-US" sz="1300" dirty="0">
                <a:latin typeface="Verdana" panose="020B0604030504040204" pitchFamily="34" charset="0"/>
                <a:ea typeface="Verdana" panose="020B0604030504040204" pitchFamily="34" charset="0"/>
              </a:rPr>
              <a:t>Preparation of TT budget</a:t>
            </a:r>
          </a:p>
          <a:p>
            <a:pPr marL="171450" indent="-171450" algn="just">
              <a:spcAft>
                <a:spcPts val="600"/>
              </a:spcAft>
              <a:buFont typeface="Arial" panose="020B0604020202020204" pitchFamily="34" charset="0"/>
              <a:buChar char="•"/>
            </a:pPr>
            <a:r>
              <a:rPr lang="en-US" sz="1300" dirty="0">
                <a:latin typeface="Verdana" panose="020B0604030504040204" pitchFamily="34" charset="0"/>
                <a:ea typeface="Verdana" panose="020B0604030504040204" pitchFamily="34" charset="0"/>
              </a:rPr>
              <a:t>Based on the IT architecture agreed for the implementation of ERP,  prepare a detailed budget highlighting the capital expenditure and the operational expenditure requirements.</a:t>
            </a:r>
          </a:p>
          <a:p>
            <a:pPr marL="171450" indent="-171450" algn="just">
              <a:spcAft>
                <a:spcPts val="600"/>
              </a:spcAft>
              <a:buFont typeface="Arial" panose="020B0604020202020204" pitchFamily="34" charset="0"/>
              <a:buChar char="•"/>
            </a:pPr>
            <a:r>
              <a:rPr lang="en-US" sz="1300" dirty="0">
                <a:latin typeface="Verdana" panose="020B0604030504040204" pitchFamily="34" charset="0"/>
                <a:ea typeface="Verdana" panose="020B0604030504040204" pitchFamily="34" charset="0"/>
              </a:rPr>
              <a:t>Assist DPL in the preparation of such explanation notes, as may be required for justification of the proposed budget, for administrative approval.</a:t>
            </a:r>
          </a:p>
        </p:txBody>
      </p:sp>
      <p:sp>
        <p:nvSpPr>
          <p:cNvPr id="73" name="Oval 72">
            <a:extLst>
              <a:ext uri="{FF2B5EF4-FFF2-40B4-BE49-F238E27FC236}">
                <a16:creationId xmlns:a16="http://schemas.microsoft.com/office/drawing/2014/main" id="{AC0DE074-4935-421F-9249-EAF85272D303}"/>
              </a:ext>
            </a:extLst>
          </p:cNvPr>
          <p:cNvSpPr/>
          <p:nvPr/>
        </p:nvSpPr>
        <p:spPr bwMode="gray">
          <a:xfrm>
            <a:off x="10922834" y="1324515"/>
            <a:ext cx="488823" cy="488823"/>
          </a:xfrm>
          <a:prstGeom prst="ellipse">
            <a:avLst/>
          </a:prstGeom>
          <a:solidFill>
            <a:schemeClr val="accent6"/>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prstClr val="white"/>
              </a:solidFill>
            </a:endParaRPr>
          </a:p>
        </p:txBody>
      </p:sp>
      <p:sp>
        <p:nvSpPr>
          <p:cNvPr id="74" name="Freeform 751">
            <a:extLst>
              <a:ext uri="{FF2B5EF4-FFF2-40B4-BE49-F238E27FC236}">
                <a16:creationId xmlns:a16="http://schemas.microsoft.com/office/drawing/2014/main" id="{6A4E96F3-7167-4A6A-BBAC-9F63C580E582}"/>
              </a:ext>
            </a:extLst>
          </p:cNvPr>
          <p:cNvSpPr>
            <a:spLocks noEditPoints="1"/>
          </p:cNvSpPr>
          <p:nvPr/>
        </p:nvSpPr>
        <p:spPr bwMode="auto">
          <a:xfrm>
            <a:off x="10981398" y="1373874"/>
            <a:ext cx="382385" cy="382385"/>
          </a:xfrm>
          <a:custGeom>
            <a:avLst/>
            <a:gdLst>
              <a:gd name="T0" fmla="*/ 256 w 512"/>
              <a:gd name="T1" fmla="*/ 512 h 512"/>
              <a:gd name="T2" fmla="*/ 165 w 512"/>
              <a:gd name="T3" fmla="*/ 158 h 512"/>
              <a:gd name="T4" fmla="*/ 207 w 512"/>
              <a:gd name="T5" fmla="*/ 162 h 512"/>
              <a:gd name="T6" fmla="*/ 160 w 512"/>
              <a:gd name="T7" fmla="*/ 172 h 512"/>
              <a:gd name="T8" fmla="*/ 174 w 512"/>
              <a:gd name="T9" fmla="*/ 206 h 512"/>
              <a:gd name="T10" fmla="*/ 203 w 512"/>
              <a:gd name="T11" fmla="*/ 242 h 512"/>
              <a:gd name="T12" fmla="*/ 160 w 512"/>
              <a:gd name="T13" fmla="*/ 212 h 512"/>
              <a:gd name="T14" fmla="*/ 128 w 512"/>
              <a:gd name="T15" fmla="*/ 245 h 512"/>
              <a:gd name="T16" fmla="*/ 106 w 512"/>
              <a:gd name="T17" fmla="*/ 277 h 512"/>
              <a:gd name="T18" fmla="*/ 136 w 512"/>
              <a:gd name="T19" fmla="*/ 351 h 512"/>
              <a:gd name="T20" fmla="*/ 106 w 512"/>
              <a:gd name="T21" fmla="*/ 330 h 512"/>
              <a:gd name="T22" fmla="*/ 128 w 512"/>
              <a:gd name="T23" fmla="*/ 309 h 512"/>
              <a:gd name="T24" fmla="*/ 145 w 512"/>
              <a:gd name="T25" fmla="*/ 346 h 512"/>
              <a:gd name="T26" fmla="*/ 132 w 512"/>
              <a:gd name="T27" fmla="*/ 210 h 512"/>
              <a:gd name="T28" fmla="*/ 117 w 512"/>
              <a:gd name="T29" fmla="*/ 224 h 512"/>
              <a:gd name="T30" fmla="*/ 113 w 512"/>
              <a:gd name="T31" fmla="*/ 182 h 512"/>
              <a:gd name="T32" fmla="*/ 142 w 512"/>
              <a:gd name="T33" fmla="*/ 192 h 512"/>
              <a:gd name="T34" fmla="*/ 203 w 512"/>
              <a:gd name="T35" fmla="*/ 387 h 512"/>
              <a:gd name="T36" fmla="*/ 160 w 512"/>
              <a:gd name="T37" fmla="*/ 354 h 512"/>
              <a:gd name="T38" fmla="*/ 213 w 512"/>
              <a:gd name="T39" fmla="*/ 382 h 512"/>
              <a:gd name="T40" fmla="*/ 260 w 512"/>
              <a:gd name="T41" fmla="*/ 415 h 512"/>
              <a:gd name="T42" fmla="*/ 232 w 512"/>
              <a:gd name="T43" fmla="*/ 404 h 512"/>
              <a:gd name="T44" fmla="*/ 245 w 512"/>
              <a:gd name="T45" fmla="*/ 387 h 512"/>
              <a:gd name="T46" fmla="*/ 266 w 512"/>
              <a:gd name="T47" fmla="*/ 384 h 512"/>
              <a:gd name="T48" fmla="*/ 285 w 512"/>
              <a:gd name="T49" fmla="*/ 392 h 512"/>
              <a:gd name="T50" fmla="*/ 245 w 512"/>
              <a:gd name="T51" fmla="*/ 320 h 512"/>
              <a:gd name="T52" fmla="*/ 266 w 512"/>
              <a:gd name="T53" fmla="*/ 352 h 512"/>
              <a:gd name="T54" fmla="*/ 280 w 512"/>
              <a:gd name="T55" fmla="*/ 256 h 512"/>
              <a:gd name="T56" fmla="*/ 256 w 512"/>
              <a:gd name="T57" fmla="*/ 288 h 512"/>
              <a:gd name="T58" fmla="*/ 232 w 512"/>
              <a:gd name="T59" fmla="*/ 256 h 512"/>
              <a:gd name="T60" fmla="*/ 256 w 512"/>
              <a:gd name="T61" fmla="*/ 244 h 512"/>
              <a:gd name="T62" fmla="*/ 280 w 512"/>
              <a:gd name="T63" fmla="*/ 256 h 512"/>
              <a:gd name="T64" fmla="*/ 271 w 512"/>
              <a:gd name="T65" fmla="*/ 146 h 512"/>
              <a:gd name="T66" fmla="*/ 227 w 512"/>
              <a:gd name="T67" fmla="*/ 141 h 512"/>
              <a:gd name="T68" fmla="*/ 260 w 512"/>
              <a:gd name="T69" fmla="*/ 118 h 512"/>
              <a:gd name="T70" fmla="*/ 346 w 512"/>
              <a:gd name="T71" fmla="*/ 375 h 512"/>
              <a:gd name="T72" fmla="*/ 299 w 512"/>
              <a:gd name="T73" fmla="*/ 385 h 512"/>
              <a:gd name="T74" fmla="*/ 351 w 512"/>
              <a:gd name="T75" fmla="*/ 361 h 512"/>
              <a:gd name="T76" fmla="*/ 313 w 512"/>
              <a:gd name="T77" fmla="*/ 241 h 512"/>
              <a:gd name="T78" fmla="*/ 304 w 512"/>
              <a:gd name="T79" fmla="*/ 222 h 512"/>
              <a:gd name="T80" fmla="*/ 346 w 512"/>
              <a:gd name="T81" fmla="*/ 226 h 512"/>
              <a:gd name="T82" fmla="*/ 337 w 512"/>
              <a:gd name="T83" fmla="*/ 177 h 512"/>
              <a:gd name="T84" fmla="*/ 313 w 512"/>
              <a:gd name="T85" fmla="*/ 142 h 512"/>
              <a:gd name="T86" fmla="*/ 405 w 512"/>
              <a:gd name="T87" fmla="*/ 341 h 512"/>
              <a:gd name="T88" fmla="*/ 375 w 512"/>
              <a:gd name="T89" fmla="*/ 361 h 512"/>
              <a:gd name="T90" fmla="*/ 384 w 512"/>
              <a:gd name="T91" fmla="*/ 334 h 512"/>
              <a:gd name="T92" fmla="*/ 405 w 512"/>
              <a:gd name="T93" fmla="*/ 320 h 512"/>
              <a:gd name="T94" fmla="*/ 394 w 512"/>
              <a:gd name="T95" fmla="*/ 298 h 512"/>
              <a:gd name="T96" fmla="*/ 394 w 512"/>
              <a:gd name="T97" fmla="*/ 245 h 512"/>
              <a:gd name="T98" fmla="*/ 405 w 512"/>
              <a:gd name="T99" fmla="*/ 213 h 512"/>
              <a:gd name="T100" fmla="*/ 384 w 512"/>
              <a:gd name="T101" fmla="*/ 208 h 512"/>
              <a:gd name="T102" fmla="*/ 365 w 512"/>
              <a:gd name="T103" fmla="*/ 205 h 512"/>
              <a:gd name="T104" fmla="*/ 379 w 512"/>
              <a:gd name="T105" fmla="*/ 173 h 512"/>
              <a:gd name="T106" fmla="*/ 405 w 512"/>
              <a:gd name="T107"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165" y="158"/>
                </a:moveTo>
                <a:cubicBezTo>
                  <a:pt x="199" y="142"/>
                  <a:pt x="199" y="142"/>
                  <a:pt x="199" y="142"/>
                </a:cubicBezTo>
                <a:cubicBezTo>
                  <a:pt x="204" y="140"/>
                  <a:pt x="210" y="142"/>
                  <a:pt x="213" y="148"/>
                </a:cubicBezTo>
                <a:cubicBezTo>
                  <a:pt x="215" y="153"/>
                  <a:pt x="213" y="159"/>
                  <a:pt x="207" y="162"/>
                </a:cubicBezTo>
                <a:cubicBezTo>
                  <a:pt x="174" y="177"/>
                  <a:pt x="174" y="177"/>
                  <a:pt x="174" y="177"/>
                </a:cubicBezTo>
                <a:cubicBezTo>
                  <a:pt x="173" y="178"/>
                  <a:pt x="171" y="178"/>
                  <a:pt x="170" y="178"/>
                </a:cubicBezTo>
                <a:cubicBezTo>
                  <a:pt x="166" y="178"/>
                  <a:pt x="162" y="176"/>
                  <a:pt x="160" y="172"/>
                </a:cubicBezTo>
                <a:cubicBezTo>
                  <a:pt x="158" y="166"/>
                  <a:pt x="160" y="160"/>
                  <a:pt x="165" y="158"/>
                </a:cubicBezTo>
                <a:close/>
                <a:moveTo>
                  <a:pt x="160" y="212"/>
                </a:moveTo>
                <a:cubicBezTo>
                  <a:pt x="162" y="206"/>
                  <a:pt x="169" y="204"/>
                  <a:pt x="174" y="206"/>
                </a:cubicBezTo>
                <a:cubicBezTo>
                  <a:pt x="207" y="222"/>
                  <a:pt x="207" y="222"/>
                  <a:pt x="207" y="222"/>
                </a:cubicBezTo>
                <a:cubicBezTo>
                  <a:pt x="213" y="224"/>
                  <a:pt x="215" y="230"/>
                  <a:pt x="213" y="236"/>
                </a:cubicBezTo>
                <a:cubicBezTo>
                  <a:pt x="211" y="240"/>
                  <a:pt x="207" y="242"/>
                  <a:pt x="203" y="242"/>
                </a:cubicBezTo>
                <a:cubicBezTo>
                  <a:pt x="201" y="242"/>
                  <a:pt x="200" y="242"/>
                  <a:pt x="199" y="241"/>
                </a:cubicBezTo>
                <a:cubicBezTo>
                  <a:pt x="165" y="226"/>
                  <a:pt x="165" y="226"/>
                  <a:pt x="165" y="226"/>
                </a:cubicBezTo>
                <a:cubicBezTo>
                  <a:pt x="160" y="223"/>
                  <a:pt x="158" y="217"/>
                  <a:pt x="160" y="212"/>
                </a:cubicBezTo>
                <a:close/>
                <a:moveTo>
                  <a:pt x="106" y="245"/>
                </a:moveTo>
                <a:cubicBezTo>
                  <a:pt x="106" y="239"/>
                  <a:pt x="111" y="234"/>
                  <a:pt x="117" y="234"/>
                </a:cubicBezTo>
                <a:cubicBezTo>
                  <a:pt x="123" y="234"/>
                  <a:pt x="128" y="239"/>
                  <a:pt x="128" y="245"/>
                </a:cubicBezTo>
                <a:cubicBezTo>
                  <a:pt x="128" y="277"/>
                  <a:pt x="128" y="277"/>
                  <a:pt x="128" y="277"/>
                </a:cubicBezTo>
                <a:cubicBezTo>
                  <a:pt x="128" y="283"/>
                  <a:pt x="123" y="288"/>
                  <a:pt x="117" y="288"/>
                </a:cubicBezTo>
                <a:cubicBezTo>
                  <a:pt x="111" y="288"/>
                  <a:pt x="106" y="283"/>
                  <a:pt x="106" y="277"/>
                </a:cubicBezTo>
                <a:lnTo>
                  <a:pt x="106" y="245"/>
                </a:lnTo>
                <a:close/>
                <a:moveTo>
                  <a:pt x="145" y="346"/>
                </a:moveTo>
                <a:cubicBezTo>
                  <a:pt x="143" y="349"/>
                  <a:pt x="140" y="351"/>
                  <a:pt x="136" y="351"/>
                </a:cubicBezTo>
                <a:cubicBezTo>
                  <a:pt x="134" y="351"/>
                  <a:pt x="132" y="351"/>
                  <a:pt x="131" y="350"/>
                </a:cubicBezTo>
                <a:cubicBezTo>
                  <a:pt x="112" y="340"/>
                  <a:pt x="112" y="340"/>
                  <a:pt x="112" y="340"/>
                </a:cubicBezTo>
                <a:cubicBezTo>
                  <a:pt x="108" y="338"/>
                  <a:pt x="106" y="334"/>
                  <a:pt x="106" y="330"/>
                </a:cubicBezTo>
                <a:cubicBezTo>
                  <a:pt x="106" y="309"/>
                  <a:pt x="106" y="309"/>
                  <a:pt x="106" y="309"/>
                </a:cubicBezTo>
                <a:cubicBezTo>
                  <a:pt x="106" y="303"/>
                  <a:pt x="111" y="298"/>
                  <a:pt x="117" y="298"/>
                </a:cubicBezTo>
                <a:cubicBezTo>
                  <a:pt x="123" y="298"/>
                  <a:pt x="128" y="303"/>
                  <a:pt x="128" y="309"/>
                </a:cubicBezTo>
                <a:cubicBezTo>
                  <a:pt x="128" y="324"/>
                  <a:pt x="128" y="324"/>
                  <a:pt x="128" y="324"/>
                </a:cubicBezTo>
                <a:cubicBezTo>
                  <a:pt x="141" y="331"/>
                  <a:pt x="141" y="331"/>
                  <a:pt x="141" y="331"/>
                </a:cubicBezTo>
                <a:cubicBezTo>
                  <a:pt x="146" y="334"/>
                  <a:pt x="148" y="340"/>
                  <a:pt x="145" y="346"/>
                </a:cubicBezTo>
                <a:close/>
                <a:moveTo>
                  <a:pt x="146" y="205"/>
                </a:moveTo>
                <a:cubicBezTo>
                  <a:pt x="144" y="209"/>
                  <a:pt x="140" y="211"/>
                  <a:pt x="136" y="211"/>
                </a:cubicBezTo>
                <a:cubicBezTo>
                  <a:pt x="135" y="211"/>
                  <a:pt x="133" y="211"/>
                  <a:pt x="132" y="210"/>
                </a:cubicBezTo>
                <a:cubicBezTo>
                  <a:pt x="128" y="208"/>
                  <a:pt x="128" y="208"/>
                  <a:pt x="128" y="208"/>
                </a:cubicBezTo>
                <a:cubicBezTo>
                  <a:pt x="128" y="213"/>
                  <a:pt x="128" y="213"/>
                  <a:pt x="128" y="213"/>
                </a:cubicBezTo>
                <a:cubicBezTo>
                  <a:pt x="128" y="219"/>
                  <a:pt x="123" y="224"/>
                  <a:pt x="117" y="224"/>
                </a:cubicBezTo>
                <a:cubicBezTo>
                  <a:pt x="111" y="224"/>
                  <a:pt x="106" y="219"/>
                  <a:pt x="106" y="213"/>
                </a:cubicBezTo>
                <a:cubicBezTo>
                  <a:pt x="106" y="192"/>
                  <a:pt x="106" y="192"/>
                  <a:pt x="106" y="192"/>
                </a:cubicBezTo>
                <a:cubicBezTo>
                  <a:pt x="106" y="188"/>
                  <a:pt x="109" y="184"/>
                  <a:pt x="113" y="182"/>
                </a:cubicBezTo>
                <a:cubicBezTo>
                  <a:pt x="132" y="173"/>
                  <a:pt x="132" y="173"/>
                  <a:pt x="132" y="173"/>
                </a:cubicBezTo>
                <a:cubicBezTo>
                  <a:pt x="137" y="171"/>
                  <a:pt x="144" y="173"/>
                  <a:pt x="146" y="178"/>
                </a:cubicBezTo>
                <a:cubicBezTo>
                  <a:pt x="148" y="183"/>
                  <a:pt x="147" y="189"/>
                  <a:pt x="142" y="192"/>
                </a:cubicBezTo>
                <a:cubicBezTo>
                  <a:pt x="147" y="195"/>
                  <a:pt x="148" y="200"/>
                  <a:pt x="146" y="205"/>
                </a:cubicBezTo>
                <a:close/>
                <a:moveTo>
                  <a:pt x="213" y="382"/>
                </a:moveTo>
                <a:cubicBezTo>
                  <a:pt x="211" y="385"/>
                  <a:pt x="207" y="387"/>
                  <a:pt x="203" y="387"/>
                </a:cubicBezTo>
                <a:cubicBezTo>
                  <a:pt x="201" y="387"/>
                  <a:pt x="200" y="387"/>
                  <a:pt x="198" y="386"/>
                </a:cubicBezTo>
                <a:cubicBezTo>
                  <a:pt x="164" y="368"/>
                  <a:pt x="164" y="368"/>
                  <a:pt x="164" y="368"/>
                </a:cubicBezTo>
                <a:cubicBezTo>
                  <a:pt x="159" y="365"/>
                  <a:pt x="157" y="359"/>
                  <a:pt x="160" y="354"/>
                </a:cubicBezTo>
                <a:cubicBezTo>
                  <a:pt x="163" y="348"/>
                  <a:pt x="169" y="346"/>
                  <a:pt x="175" y="349"/>
                </a:cubicBezTo>
                <a:cubicBezTo>
                  <a:pt x="208" y="367"/>
                  <a:pt x="208" y="367"/>
                  <a:pt x="208" y="367"/>
                </a:cubicBezTo>
                <a:cubicBezTo>
                  <a:pt x="213" y="370"/>
                  <a:pt x="215" y="377"/>
                  <a:pt x="213" y="382"/>
                </a:cubicBezTo>
                <a:close/>
                <a:moveTo>
                  <a:pt x="280" y="406"/>
                </a:moveTo>
                <a:cubicBezTo>
                  <a:pt x="260" y="415"/>
                  <a:pt x="260" y="415"/>
                  <a:pt x="260" y="415"/>
                </a:cubicBezTo>
                <a:cubicBezTo>
                  <a:pt x="260" y="415"/>
                  <a:pt x="260" y="415"/>
                  <a:pt x="260" y="415"/>
                </a:cubicBezTo>
                <a:cubicBezTo>
                  <a:pt x="259" y="415"/>
                  <a:pt x="257" y="416"/>
                  <a:pt x="256" y="416"/>
                </a:cubicBezTo>
                <a:cubicBezTo>
                  <a:pt x="254" y="416"/>
                  <a:pt x="252" y="415"/>
                  <a:pt x="251" y="414"/>
                </a:cubicBezTo>
                <a:cubicBezTo>
                  <a:pt x="232" y="404"/>
                  <a:pt x="232" y="404"/>
                  <a:pt x="232" y="404"/>
                </a:cubicBezTo>
                <a:cubicBezTo>
                  <a:pt x="227" y="401"/>
                  <a:pt x="225" y="395"/>
                  <a:pt x="227" y="390"/>
                </a:cubicBezTo>
                <a:cubicBezTo>
                  <a:pt x="230" y="385"/>
                  <a:pt x="237" y="383"/>
                  <a:pt x="242" y="385"/>
                </a:cubicBezTo>
                <a:cubicBezTo>
                  <a:pt x="245" y="387"/>
                  <a:pt x="245" y="387"/>
                  <a:pt x="245" y="387"/>
                </a:cubicBezTo>
                <a:cubicBezTo>
                  <a:pt x="245" y="384"/>
                  <a:pt x="245" y="384"/>
                  <a:pt x="245" y="384"/>
                </a:cubicBezTo>
                <a:cubicBezTo>
                  <a:pt x="245" y="378"/>
                  <a:pt x="250" y="373"/>
                  <a:pt x="256" y="373"/>
                </a:cubicBezTo>
                <a:cubicBezTo>
                  <a:pt x="262" y="373"/>
                  <a:pt x="266" y="378"/>
                  <a:pt x="266" y="384"/>
                </a:cubicBezTo>
                <a:cubicBezTo>
                  <a:pt x="266" y="388"/>
                  <a:pt x="266" y="388"/>
                  <a:pt x="266" y="388"/>
                </a:cubicBezTo>
                <a:cubicBezTo>
                  <a:pt x="271" y="386"/>
                  <a:pt x="271" y="386"/>
                  <a:pt x="271" y="386"/>
                </a:cubicBezTo>
                <a:cubicBezTo>
                  <a:pt x="276" y="384"/>
                  <a:pt x="282" y="386"/>
                  <a:pt x="285" y="392"/>
                </a:cubicBezTo>
                <a:cubicBezTo>
                  <a:pt x="287" y="397"/>
                  <a:pt x="285" y="403"/>
                  <a:pt x="280" y="406"/>
                </a:cubicBezTo>
                <a:close/>
                <a:moveTo>
                  <a:pt x="245" y="352"/>
                </a:moveTo>
                <a:cubicBezTo>
                  <a:pt x="245" y="320"/>
                  <a:pt x="245" y="320"/>
                  <a:pt x="245" y="320"/>
                </a:cubicBezTo>
                <a:cubicBezTo>
                  <a:pt x="245" y="314"/>
                  <a:pt x="250" y="309"/>
                  <a:pt x="256" y="309"/>
                </a:cubicBezTo>
                <a:cubicBezTo>
                  <a:pt x="262" y="309"/>
                  <a:pt x="266" y="314"/>
                  <a:pt x="266" y="320"/>
                </a:cubicBezTo>
                <a:cubicBezTo>
                  <a:pt x="266" y="352"/>
                  <a:pt x="266" y="352"/>
                  <a:pt x="266" y="352"/>
                </a:cubicBezTo>
                <a:cubicBezTo>
                  <a:pt x="266" y="358"/>
                  <a:pt x="262" y="362"/>
                  <a:pt x="256" y="362"/>
                </a:cubicBezTo>
                <a:cubicBezTo>
                  <a:pt x="250" y="362"/>
                  <a:pt x="245" y="358"/>
                  <a:pt x="245" y="352"/>
                </a:cubicBezTo>
                <a:close/>
                <a:moveTo>
                  <a:pt x="280" y="256"/>
                </a:moveTo>
                <a:cubicBezTo>
                  <a:pt x="266" y="262"/>
                  <a:pt x="266" y="262"/>
                  <a:pt x="266" y="262"/>
                </a:cubicBezTo>
                <a:cubicBezTo>
                  <a:pt x="266" y="277"/>
                  <a:pt x="266" y="277"/>
                  <a:pt x="266" y="277"/>
                </a:cubicBezTo>
                <a:cubicBezTo>
                  <a:pt x="266" y="283"/>
                  <a:pt x="262" y="288"/>
                  <a:pt x="256" y="288"/>
                </a:cubicBezTo>
                <a:cubicBezTo>
                  <a:pt x="250" y="288"/>
                  <a:pt x="245" y="283"/>
                  <a:pt x="245" y="277"/>
                </a:cubicBezTo>
                <a:cubicBezTo>
                  <a:pt x="245" y="262"/>
                  <a:pt x="245" y="262"/>
                  <a:pt x="245" y="262"/>
                </a:cubicBezTo>
                <a:cubicBezTo>
                  <a:pt x="232" y="256"/>
                  <a:pt x="232" y="256"/>
                  <a:pt x="232" y="256"/>
                </a:cubicBezTo>
                <a:cubicBezTo>
                  <a:pt x="226" y="254"/>
                  <a:pt x="224" y="248"/>
                  <a:pt x="227" y="242"/>
                </a:cubicBezTo>
                <a:cubicBezTo>
                  <a:pt x="229" y="237"/>
                  <a:pt x="235" y="235"/>
                  <a:pt x="241" y="237"/>
                </a:cubicBezTo>
                <a:cubicBezTo>
                  <a:pt x="256" y="244"/>
                  <a:pt x="256" y="244"/>
                  <a:pt x="256" y="244"/>
                </a:cubicBezTo>
                <a:cubicBezTo>
                  <a:pt x="271" y="237"/>
                  <a:pt x="271" y="237"/>
                  <a:pt x="271" y="237"/>
                </a:cubicBezTo>
                <a:cubicBezTo>
                  <a:pt x="276" y="235"/>
                  <a:pt x="282" y="237"/>
                  <a:pt x="285" y="242"/>
                </a:cubicBezTo>
                <a:cubicBezTo>
                  <a:pt x="287" y="248"/>
                  <a:pt x="285" y="254"/>
                  <a:pt x="280" y="256"/>
                </a:cubicBezTo>
                <a:close/>
                <a:moveTo>
                  <a:pt x="285" y="141"/>
                </a:moveTo>
                <a:cubicBezTo>
                  <a:pt x="283" y="145"/>
                  <a:pt x="279" y="147"/>
                  <a:pt x="275" y="147"/>
                </a:cubicBezTo>
                <a:cubicBezTo>
                  <a:pt x="274" y="147"/>
                  <a:pt x="272" y="147"/>
                  <a:pt x="271" y="146"/>
                </a:cubicBezTo>
                <a:cubicBezTo>
                  <a:pt x="256" y="139"/>
                  <a:pt x="256" y="139"/>
                  <a:pt x="256" y="139"/>
                </a:cubicBezTo>
                <a:cubicBezTo>
                  <a:pt x="241" y="146"/>
                  <a:pt x="241" y="146"/>
                  <a:pt x="241" y="146"/>
                </a:cubicBezTo>
                <a:cubicBezTo>
                  <a:pt x="235" y="149"/>
                  <a:pt x="229" y="146"/>
                  <a:pt x="227" y="141"/>
                </a:cubicBezTo>
                <a:cubicBezTo>
                  <a:pt x="224" y="136"/>
                  <a:pt x="226" y="129"/>
                  <a:pt x="232" y="127"/>
                </a:cubicBezTo>
                <a:cubicBezTo>
                  <a:pt x="251" y="118"/>
                  <a:pt x="251" y="118"/>
                  <a:pt x="251" y="118"/>
                </a:cubicBezTo>
                <a:cubicBezTo>
                  <a:pt x="254" y="117"/>
                  <a:pt x="257" y="117"/>
                  <a:pt x="260" y="118"/>
                </a:cubicBezTo>
                <a:cubicBezTo>
                  <a:pt x="280" y="127"/>
                  <a:pt x="280" y="127"/>
                  <a:pt x="280" y="127"/>
                </a:cubicBezTo>
                <a:cubicBezTo>
                  <a:pt x="285" y="129"/>
                  <a:pt x="287" y="136"/>
                  <a:pt x="285" y="141"/>
                </a:cubicBezTo>
                <a:close/>
                <a:moveTo>
                  <a:pt x="346" y="375"/>
                </a:moveTo>
                <a:cubicBezTo>
                  <a:pt x="313" y="390"/>
                  <a:pt x="313" y="390"/>
                  <a:pt x="313" y="390"/>
                </a:cubicBezTo>
                <a:cubicBezTo>
                  <a:pt x="311" y="391"/>
                  <a:pt x="310" y="391"/>
                  <a:pt x="308" y="391"/>
                </a:cubicBezTo>
                <a:cubicBezTo>
                  <a:pt x="304" y="391"/>
                  <a:pt x="300" y="389"/>
                  <a:pt x="299" y="385"/>
                </a:cubicBezTo>
                <a:cubicBezTo>
                  <a:pt x="296" y="380"/>
                  <a:pt x="299" y="373"/>
                  <a:pt x="304" y="371"/>
                </a:cubicBezTo>
                <a:cubicBezTo>
                  <a:pt x="337" y="356"/>
                  <a:pt x="337" y="356"/>
                  <a:pt x="337" y="356"/>
                </a:cubicBezTo>
                <a:cubicBezTo>
                  <a:pt x="343" y="353"/>
                  <a:pt x="349" y="355"/>
                  <a:pt x="351" y="361"/>
                </a:cubicBezTo>
                <a:cubicBezTo>
                  <a:pt x="354" y="366"/>
                  <a:pt x="351" y="373"/>
                  <a:pt x="346" y="375"/>
                </a:cubicBezTo>
                <a:close/>
                <a:moveTo>
                  <a:pt x="346" y="226"/>
                </a:moveTo>
                <a:cubicBezTo>
                  <a:pt x="313" y="241"/>
                  <a:pt x="313" y="241"/>
                  <a:pt x="313" y="241"/>
                </a:cubicBezTo>
                <a:cubicBezTo>
                  <a:pt x="311" y="242"/>
                  <a:pt x="310" y="242"/>
                  <a:pt x="308" y="242"/>
                </a:cubicBezTo>
                <a:cubicBezTo>
                  <a:pt x="304" y="242"/>
                  <a:pt x="300" y="240"/>
                  <a:pt x="299" y="236"/>
                </a:cubicBezTo>
                <a:cubicBezTo>
                  <a:pt x="296" y="230"/>
                  <a:pt x="299" y="224"/>
                  <a:pt x="304" y="222"/>
                </a:cubicBezTo>
                <a:cubicBezTo>
                  <a:pt x="337" y="206"/>
                  <a:pt x="337" y="206"/>
                  <a:pt x="337" y="206"/>
                </a:cubicBezTo>
                <a:cubicBezTo>
                  <a:pt x="343" y="204"/>
                  <a:pt x="349" y="206"/>
                  <a:pt x="351" y="212"/>
                </a:cubicBezTo>
                <a:cubicBezTo>
                  <a:pt x="354" y="217"/>
                  <a:pt x="351" y="223"/>
                  <a:pt x="346" y="226"/>
                </a:cubicBezTo>
                <a:close/>
                <a:moveTo>
                  <a:pt x="351" y="172"/>
                </a:moveTo>
                <a:cubicBezTo>
                  <a:pt x="350" y="176"/>
                  <a:pt x="346" y="178"/>
                  <a:pt x="342" y="178"/>
                </a:cubicBezTo>
                <a:cubicBezTo>
                  <a:pt x="340" y="178"/>
                  <a:pt x="339" y="178"/>
                  <a:pt x="337" y="177"/>
                </a:cubicBezTo>
                <a:cubicBezTo>
                  <a:pt x="304" y="162"/>
                  <a:pt x="304" y="162"/>
                  <a:pt x="304" y="162"/>
                </a:cubicBezTo>
                <a:cubicBezTo>
                  <a:pt x="299" y="159"/>
                  <a:pt x="296" y="153"/>
                  <a:pt x="299" y="148"/>
                </a:cubicBezTo>
                <a:cubicBezTo>
                  <a:pt x="301" y="142"/>
                  <a:pt x="307" y="140"/>
                  <a:pt x="313" y="142"/>
                </a:cubicBezTo>
                <a:cubicBezTo>
                  <a:pt x="346" y="158"/>
                  <a:pt x="346" y="158"/>
                  <a:pt x="346" y="158"/>
                </a:cubicBezTo>
                <a:cubicBezTo>
                  <a:pt x="351" y="160"/>
                  <a:pt x="354" y="166"/>
                  <a:pt x="351" y="172"/>
                </a:cubicBezTo>
                <a:close/>
                <a:moveTo>
                  <a:pt x="405" y="341"/>
                </a:moveTo>
                <a:cubicBezTo>
                  <a:pt x="405" y="345"/>
                  <a:pt x="403" y="349"/>
                  <a:pt x="399" y="351"/>
                </a:cubicBezTo>
                <a:cubicBezTo>
                  <a:pt x="379" y="360"/>
                  <a:pt x="379" y="360"/>
                  <a:pt x="379" y="360"/>
                </a:cubicBezTo>
                <a:cubicBezTo>
                  <a:pt x="378" y="360"/>
                  <a:pt x="376" y="361"/>
                  <a:pt x="375" y="361"/>
                </a:cubicBezTo>
                <a:cubicBezTo>
                  <a:pt x="371" y="361"/>
                  <a:pt x="367" y="358"/>
                  <a:pt x="365" y="354"/>
                </a:cubicBezTo>
                <a:cubicBezTo>
                  <a:pt x="363" y="349"/>
                  <a:pt x="365" y="343"/>
                  <a:pt x="370" y="340"/>
                </a:cubicBezTo>
                <a:cubicBezTo>
                  <a:pt x="384" y="334"/>
                  <a:pt x="384" y="334"/>
                  <a:pt x="384" y="334"/>
                </a:cubicBezTo>
                <a:cubicBezTo>
                  <a:pt x="384" y="320"/>
                  <a:pt x="384" y="320"/>
                  <a:pt x="384" y="320"/>
                </a:cubicBezTo>
                <a:cubicBezTo>
                  <a:pt x="384" y="314"/>
                  <a:pt x="388" y="309"/>
                  <a:pt x="394" y="309"/>
                </a:cubicBezTo>
                <a:cubicBezTo>
                  <a:pt x="400" y="309"/>
                  <a:pt x="405" y="314"/>
                  <a:pt x="405" y="320"/>
                </a:cubicBezTo>
                <a:lnTo>
                  <a:pt x="405" y="341"/>
                </a:lnTo>
                <a:close/>
                <a:moveTo>
                  <a:pt x="405" y="288"/>
                </a:moveTo>
                <a:cubicBezTo>
                  <a:pt x="405" y="294"/>
                  <a:pt x="400" y="298"/>
                  <a:pt x="394" y="298"/>
                </a:cubicBezTo>
                <a:cubicBezTo>
                  <a:pt x="388" y="298"/>
                  <a:pt x="384" y="294"/>
                  <a:pt x="384" y="288"/>
                </a:cubicBezTo>
                <a:cubicBezTo>
                  <a:pt x="384" y="256"/>
                  <a:pt x="384" y="256"/>
                  <a:pt x="384" y="256"/>
                </a:cubicBezTo>
                <a:cubicBezTo>
                  <a:pt x="384" y="250"/>
                  <a:pt x="388" y="245"/>
                  <a:pt x="394" y="245"/>
                </a:cubicBezTo>
                <a:cubicBezTo>
                  <a:pt x="400" y="245"/>
                  <a:pt x="405" y="250"/>
                  <a:pt x="405" y="256"/>
                </a:cubicBezTo>
                <a:lnTo>
                  <a:pt x="405" y="288"/>
                </a:lnTo>
                <a:close/>
                <a:moveTo>
                  <a:pt x="405" y="213"/>
                </a:moveTo>
                <a:cubicBezTo>
                  <a:pt x="405" y="219"/>
                  <a:pt x="400" y="224"/>
                  <a:pt x="394" y="224"/>
                </a:cubicBezTo>
                <a:cubicBezTo>
                  <a:pt x="388" y="224"/>
                  <a:pt x="384" y="219"/>
                  <a:pt x="384" y="213"/>
                </a:cubicBezTo>
                <a:cubicBezTo>
                  <a:pt x="384" y="208"/>
                  <a:pt x="384" y="208"/>
                  <a:pt x="384" y="208"/>
                </a:cubicBezTo>
                <a:cubicBezTo>
                  <a:pt x="379" y="210"/>
                  <a:pt x="379" y="210"/>
                  <a:pt x="379" y="210"/>
                </a:cubicBezTo>
                <a:cubicBezTo>
                  <a:pt x="378" y="211"/>
                  <a:pt x="376" y="211"/>
                  <a:pt x="375" y="211"/>
                </a:cubicBezTo>
                <a:cubicBezTo>
                  <a:pt x="371" y="211"/>
                  <a:pt x="367" y="209"/>
                  <a:pt x="365" y="205"/>
                </a:cubicBezTo>
                <a:cubicBezTo>
                  <a:pt x="363" y="200"/>
                  <a:pt x="365" y="195"/>
                  <a:pt x="369" y="192"/>
                </a:cubicBezTo>
                <a:cubicBezTo>
                  <a:pt x="365" y="189"/>
                  <a:pt x="363" y="183"/>
                  <a:pt x="365" y="178"/>
                </a:cubicBezTo>
                <a:cubicBezTo>
                  <a:pt x="368" y="173"/>
                  <a:pt x="374" y="171"/>
                  <a:pt x="379" y="173"/>
                </a:cubicBezTo>
                <a:cubicBezTo>
                  <a:pt x="399" y="182"/>
                  <a:pt x="399" y="182"/>
                  <a:pt x="399" y="182"/>
                </a:cubicBezTo>
                <a:cubicBezTo>
                  <a:pt x="403" y="184"/>
                  <a:pt x="405" y="188"/>
                  <a:pt x="405" y="192"/>
                </a:cubicBezTo>
                <a:lnTo>
                  <a:pt x="405" y="21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solidFill>
                <a:prstClr val="black"/>
              </a:solidFill>
            </a:endParaRPr>
          </a:p>
        </p:txBody>
      </p:sp>
    </p:spTree>
    <p:extLst>
      <p:ext uri="{BB962C8B-B14F-4D97-AF65-F5344CB8AC3E}">
        <p14:creationId xmlns:p14="http://schemas.microsoft.com/office/powerpoint/2010/main" val="3020082435"/>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0A54A5B-6898-4D19-A56E-5A85C5E9F598}"/>
              </a:ext>
            </a:extLst>
          </p:cNvPr>
          <p:cNvGraphicFramePr>
            <a:graphicFrameLocks noChangeAspect="1"/>
          </p:cNvGraphicFramePr>
          <p:nvPr>
            <p:custDataLst>
              <p:tags r:id="rId1"/>
            </p:custDataLst>
            <p:extLst>
              <p:ext uri="{D42A27DB-BD31-4B8C-83A1-F6EECF244321}">
                <p14:modId xmlns:p14="http://schemas.microsoft.com/office/powerpoint/2010/main" val="1392082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6" name="Object 5" hidden="1">
                        <a:extLst>
                          <a:ext uri="{FF2B5EF4-FFF2-40B4-BE49-F238E27FC236}">
                            <a16:creationId xmlns:a16="http://schemas.microsoft.com/office/drawing/2014/main" id="{40A54A5B-6898-4D19-A56E-5A85C5E9F59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Rectangle 15">
            <a:extLst>
              <a:ext uri="{FF2B5EF4-FFF2-40B4-BE49-F238E27FC236}">
                <a16:creationId xmlns:a16="http://schemas.microsoft.com/office/drawing/2014/main" id="{0F82698D-987C-43FC-ABB7-999A6B3EB5D5}"/>
              </a:ext>
            </a:extLst>
          </p:cNvPr>
          <p:cNvSpPr/>
          <p:nvPr/>
        </p:nvSpPr>
        <p:spPr bwMode="gray">
          <a:xfrm>
            <a:off x="791578" y="1613126"/>
            <a:ext cx="4395156" cy="4672507"/>
          </a:xfrm>
          <a:prstGeom prst="rect">
            <a:avLst/>
          </a:prstGeom>
          <a:solidFill>
            <a:srgbClr val="F2F2F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5" name="Rectangle 14">
            <a:extLst>
              <a:ext uri="{FF2B5EF4-FFF2-40B4-BE49-F238E27FC236}">
                <a16:creationId xmlns:a16="http://schemas.microsoft.com/office/drawing/2014/main" id="{24EFC317-81C3-4D27-8BAC-62B5A34DD22B}"/>
              </a:ext>
            </a:extLst>
          </p:cNvPr>
          <p:cNvSpPr/>
          <p:nvPr/>
        </p:nvSpPr>
        <p:spPr bwMode="gray">
          <a:xfrm>
            <a:off x="6562901" y="1653596"/>
            <a:ext cx="4737562" cy="4431983"/>
          </a:xfrm>
          <a:prstGeom prst="rect">
            <a:avLst/>
          </a:prstGeom>
          <a:solidFill>
            <a:srgbClr val="F2F2F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5" name="Rectangle 4" hidden="1">
            <a:extLst>
              <a:ext uri="{FF2B5EF4-FFF2-40B4-BE49-F238E27FC236}">
                <a16:creationId xmlns:a16="http://schemas.microsoft.com/office/drawing/2014/main" id="{6C1B9A7E-A96E-49BB-9F86-B04BADC8F3F8}"/>
              </a:ext>
            </a:extLst>
          </p:cNvPr>
          <p:cNvSpPr/>
          <p:nvPr>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algn="ctr">
              <a:lnSpc>
                <a:spcPct val="106000"/>
              </a:lnSpc>
            </a:pPr>
            <a:endParaRPr lang="en-US" sz="2100" dirty="0">
              <a:solidFill>
                <a:schemeClr val="bg1"/>
              </a:solidFill>
              <a:latin typeface="Calibri" panose="020F0502020204030204" pitchFamily="34" charset="0"/>
              <a:ea typeface="+mj-ea"/>
              <a:cs typeface="Calibri Light" panose="020F0302020204030204" pitchFamily="34" charset="0"/>
              <a:sym typeface="Calibri" panose="020F0502020204030204" pitchFamily="34" charset="0"/>
            </a:endParaRPr>
          </a:p>
        </p:txBody>
      </p:sp>
      <p:sp>
        <p:nvSpPr>
          <p:cNvPr id="2" name="Text Placeholder 1">
            <a:extLst>
              <a:ext uri="{FF2B5EF4-FFF2-40B4-BE49-F238E27FC236}">
                <a16:creationId xmlns:a16="http://schemas.microsoft.com/office/drawing/2014/main" id="{98E80031-8172-46EF-A09D-515BC7C7E4DD}"/>
              </a:ext>
            </a:extLst>
          </p:cNvPr>
          <p:cNvSpPr>
            <a:spLocks noGrp="1"/>
          </p:cNvSpPr>
          <p:nvPr>
            <p:ph type="body" sz="quarter" idx="13"/>
          </p:nvPr>
        </p:nvSpPr>
        <p:spPr/>
        <p:txBody>
          <a:bodyPr/>
          <a:lstStyle/>
          <a:p>
            <a:pPr algn="just"/>
            <a:r>
              <a:rPr lang="en-US" sz="1800" dirty="0">
                <a:solidFill>
                  <a:srgbClr val="575757"/>
                </a:solidFill>
                <a:latin typeface="+mn-lt"/>
              </a:rPr>
              <a:t>We understand that the objective of this assignment is to assist DPL in identifying business requirements, assessing feasibility of ERP implementation with a roadmap</a:t>
            </a:r>
          </a:p>
          <a:p>
            <a:endParaRPr lang="en-IN" dirty="0"/>
          </a:p>
        </p:txBody>
      </p:sp>
      <p:sp>
        <p:nvSpPr>
          <p:cNvPr id="3" name="Title 2">
            <a:extLst>
              <a:ext uri="{FF2B5EF4-FFF2-40B4-BE49-F238E27FC236}">
                <a16:creationId xmlns:a16="http://schemas.microsoft.com/office/drawing/2014/main" id="{498839CE-6022-4903-85B8-3EB71AB5FE23}"/>
              </a:ext>
            </a:extLst>
          </p:cNvPr>
          <p:cNvSpPr>
            <a:spLocks noGrp="1"/>
          </p:cNvSpPr>
          <p:nvPr>
            <p:ph type="title"/>
          </p:nvPr>
        </p:nvSpPr>
        <p:spPr/>
        <p:txBody>
          <a:bodyPr vert="horz"/>
          <a:lstStyle/>
          <a:p>
            <a:r>
              <a:rPr lang="en-US" dirty="0"/>
              <a:t>Detailed Scope of Work (4/4)</a:t>
            </a:r>
            <a:endParaRPr lang="en-IN" dirty="0"/>
          </a:p>
        </p:txBody>
      </p:sp>
      <p:sp>
        <p:nvSpPr>
          <p:cNvPr id="71" name="Rectangle: Top Corners Rounded 70">
            <a:extLst>
              <a:ext uri="{FF2B5EF4-FFF2-40B4-BE49-F238E27FC236}">
                <a16:creationId xmlns:a16="http://schemas.microsoft.com/office/drawing/2014/main" id="{85E8615F-6171-492F-BD3F-E701F47C2549}"/>
              </a:ext>
            </a:extLst>
          </p:cNvPr>
          <p:cNvSpPr/>
          <p:nvPr/>
        </p:nvSpPr>
        <p:spPr bwMode="gray">
          <a:xfrm>
            <a:off x="791579" y="1347596"/>
            <a:ext cx="4395157" cy="580594"/>
          </a:xfrm>
          <a:prstGeom prst="round2SameRect">
            <a:avLst>
              <a:gd name="adj1" fmla="val 0"/>
              <a:gd name="adj2" fmla="val 0"/>
            </a:avLst>
          </a:prstGeom>
          <a:solidFill>
            <a:schemeClr val="accent3"/>
          </a:solidFill>
          <a:ln w="19050" algn="ctr">
            <a:noFill/>
            <a:miter lim="800000"/>
            <a:headEnd/>
            <a:tailEnd/>
          </a:ln>
        </p:spPr>
        <p:txBody>
          <a:bodyPr wrap="square" lIns="45720" tIns="45720" rIns="0" bIns="0" rtlCol="0" anchor="t" anchorCtr="0"/>
          <a:lstStyle/>
          <a:p>
            <a:r>
              <a:rPr lang="en-US" sz="1200" b="1" dirty="0">
                <a:solidFill>
                  <a:prstClr val="white"/>
                </a:solidFill>
                <a:latin typeface="Verdana" panose="020B0604030504040204" pitchFamily="34" charset="0"/>
                <a:ea typeface="Verdana" panose="020B0604030504040204" pitchFamily="34" charset="0"/>
              </a:rPr>
              <a:t>Selection of ERP Implementation Agency</a:t>
            </a:r>
            <a:endParaRPr lang="da-DK" sz="1200" b="1" dirty="0">
              <a:solidFill>
                <a:prstClr val="white"/>
              </a:solidFill>
              <a:latin typeface="Verdana" panose="020B0604030504040204" pitchFamily="34" charset="0"/>
              <a:ea typeface="Verdana" panose="020B0604030504040204" pitchFamily="34" charset="0"/>
            </a:endParaRPr>
          </a:p>
        </p:txBody>
      </p:sp>
      <p:sp>
        <p:nvSpPr>
          <p:cNvPr id="72" name="TextBox 71">
            <a:extLst>
              <a:ext uri="{FF2B5EF4-FFF2-40B4-BE49-F238E27FC236}">
                <a16:creationId xmlns:a16="http://schemas.microsoft.com/office/drawing/2014/main" id="{5C68EEBB-01E7-45EB-91B3-4AD97BD82E21}"/>
              </a:ext>
            </a:extLst>
          </p:cNvPr>
          <p:cNvSpPr txBox="1"/>
          <p:nvPr/>
        </p:nvSpPr>
        <p:spPr>
          <a:xfrm>
            <a:off x="791579" y="1653596"/>
            <a:ext cx="4395157" cy="4324261"/>
          </a:xfrm>
          <a:prstGeom prst="roundRect">
            <a:avLst>
              <a:gd name="adj" fmla="val 0"/>
            </a:avLst>
          </a:prstGeom>
          <a:solidFill>
            <a:schemeClr val="bg1">
              <a:lumMod val="95000"/>
            </a:schemeClr>
          </a:solidFill>
        </p:spPr>
        <p:txBody>
          <a:bodyPr wrap="square" lIns="45720" tIns="45720" rIns="756000" bIns="45720" rtlCol="0">
            <a:spAutoFit/>
          </a:bodyPr>
          <a:lstStyle/>
          <a:p>
            <a:pPr marL="171450" indent="-171450" algn="just">
              <a:spcAft>
                <a:spcPts val="600"/>
              </a:spcAft>
              <a:buFont typeface="Arial" panose="020B0604020202020204" pitchFamily="34" charset="0"/>
              <a:buChar char="•"/>
            </a:pPr>
            <a:endParaRPr lang="en-US" sz="1300" dirty="0">
              <a:latin typeface="Verdana" panose="020B0604030504040204" pitchFamily="34" charset="0"/>
              <a:ea typeface="Verdana" panose="020B0604030504040204" pitchFamily="34" charset="0"/>
            </a:endParaRPr>
          </a:p>
          <a:p>
            <a:pPr marL="171450" indent="-171450" algn="just">
              <a:spcAft>
                <a:spcPts val="600"/>
              </a:spcAft>
              <a:buFont typeface="Arial" panose="020B0604020202020204" pitchFamily="34" charset="0"/>
              <a:buChar char="•"/>
            </a:pPr>
            <a:r>
              <a:rPr lang="en-US" sz="1300" dirty="0">
                <a:latin typeface="Verdana" panose="020B0604030504040204" pitchFamily="34" charset="0"/>
                <a:ea typeface="Verdana" panose="020B0604030504040204" pitchFamily="34" charset="0"/>
              </a:rPr>
              <a:t>Based on the requirement of goods and services for ERP implementation at DPL, assist DPL in the preparation of a Request for proposal (RFP) document for the procurement, implementation and management of the ERP solution, and for the selection of a qualified and capable Implementation Agency (IA). </a:t>
            </a:r>
          </a:p>
          <a:p>
            <a:pPr marL="171450" indent="-171450" algn="just">
              <a:spcAft>
                <a:spcPts val="600"/>
              </a:spcAft>
              <a:buFont typeface="Arial" panose="020B0604020202020204" pitchFamily="34" charset="0"/>
              <a:buChar char="•"/>
            </a:pPr>
            <a:r>
              <a:rPr lang="en-US" sz="1300" dirty="0">
                <a:latin typeface="Verdana" panose="020B0604030504040204" pitchFamily="34" charset="0"/>
                <a:ea typeface="Verdana" panose="020B0604030504040204" pitchFamily="34" charset="0"/>
              </a:rPr>
              <a:t>Prepare bid documents for ERP solution &amp; Implementation Agency (IA).</a:t>
            </a:r>
          </a:p>
          <a:p>
            <a:pPr marL="171450" indent="-171450" algn="just">
              <a:spcAft>
                <a:spcPts val="600"/>
              </a:spcAft>
              <a:buFont typeface="Arial" panose="020B0604020202020204" pitchFamily="34" charset="0"/>
              <a:buChar char="•"/>
            </a:pPr>
            <a:r>
              <a:rPr lang="en-US" sz="1300" dirty="0">
                <a:latin typeface="Verdana" panose="020B0604030504040204" pitchFamily="34" charset="0"/>
                <a:ea typeface="Verdana" panose="020B0604030504040204" pitchFamily="34" charset="0"/>
              </a:rPr>
              <a:t>Assist in bid process management, including evaluation of technical and financial proposals, assistance in discussions with bidders for Implementation Agency, preparation of corrigendum, and preparation of final evaluation report, and assistance in contract finalization with implementation agency</a:t>
            </a:r>
          </a:p>
        </p:txBody>
      </p:sp>
      <p:sp>
        <p:nvSpPr>
          <p:cNvPr id="73" name="Oval 72">
            <a:extLst>
              <a:ext uri="{FF2B5EF4-FFF2-40B4-BE49-F238E27FC236}">
                <a16:creationId xmlns:a16="http://schemas.microsoft.com/office/drawing/2014/main" id="{AC0DE074-4935-421F-9249-EAF85272D303}"/>
              </a:ext>
            </a:extLst>
          </p:cNvPr>
          <p:cNvSpPr/>
          <p:nvPr/>
        </p:nvSpPr>
        <p:spPr bwMode="gray">
          <a:xfrm>
            <a:off x="4581988" y="1353910"/>
            <a:ext cx="488823" cy="488823"/>
          </a:xfrm>
          <a:prstGeom prst="ellipse">
            <a:avLst/>
          </a:prstGeom>
          <a:solidFill>
            <a:schemeClr val="accent3"/>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prstClr val="white"/>
              </a:solidFill>
            </a:endParaRPr>
          </a:p>
        </p:txBody>
      </p:sp>
      <p:sp>
        <p:nvSpPr>
          <p:cNvPr id="74" name="Freeform 751">
            <a:extLst>
              <a:ext uri="{FF2B5EF4-FFF2-40B4-BE49-F238E27FC236}">
                <a16:creationId xmlns:a16="http://schemas.microsoft.com/office/drawing/2014/main" id="{6A4E96F3-7167-4A6A-BBAC-9F63C580E582}"/>
              </a:ext>
            </a:extLst>
          </p:cNvPr>
          <p:cNvSpPr>
            <a:spLocks noEditPoints="1"/>
          </p:cNvSpPr>
          <p:nvPr/>
        </p:nvSpPr>
        <p:spPr bwMode="auto">
          <a:xfrm>
            <a:off x="4640552" y="1403269"/>
            <a:ext cx="382385" cy="382385"/>
          </a:xfrm>
          <a:custGeom>
            <a:avLst/>
            <a:gdLst>
              <a:gd name="T0" fmla="*/ 256 w 512"/>
              <a:gd name="T1" fmla="*/ 512 h 512"/>
              <a:gd name="T2" fmla="*/ 165 w 512"/>
              <a:gd name="T3" fmla="*/ 158 h 512"/>
              <a:gd name="T4" fmla="*/ 207 w 512"/>
              <a:gd name="T5" fmla="*/ 162 h 512"/>
              <a:gd name="T6" fmla="*/ 160 w 512"/>
              <a:gd name="T7" fmla="*/ 172 h 512"/>
              <a:gd name="T8" fmla="*/ 174 w 512"/>
              <a:gd name="T9" fmla="*/ 206 h 512"/>
              <a:gd name="T10" fmla="*/ 203 w 512"/>
              <a:gd name="T11" fmla="*/ 242 h 512"/>
              <a:gd name="T12" fmla="*/ 160 w 512"/>
              <a:gd name="T13" fmla="*/ 212 h 512"/>
              <a:gd name="T14" fmla="*/ 128 w 512"/>
              <a:gd name="T15" fmla="*/ 245 h 512"/>
              <a:gd name="T16" fmla="*/ 106 w 512"/>
              <a:gd name="T17" fmla="*/ 277 h 512"/>
              <a:gd name="T18" fmla="*/ 136 w 512"/>
              <a:gd name="T19" fmla="*/ 351 h 512"/>
              <a:gd name="T20" fmla="*/ 106 w 512"/>
              <a:gd name="T21" fmla="*/ 330 h 512"/>
              <a:gd name="T22" fmla="*/ 128 w 512"/>
              <a:gd name="T23" fmla="*/ 309 h 512"/>
              <a:gd name="T24" fmla="*/ 145 w 512"/>
              <a:gd name="T25" fmla="*/ 346 h 512"/>
              <a:gd name="T26" fmla="*/ 132 w 512"/>
              <a:gd name="T27" fmla="*/ 210 h 512"/>
              <a:gd name="T28" fmla="*/ 117 w 512"/>
              <a:gd name="T29" fmla="*/ 224 h 512"/>
              <a:gd name="T30" fmla="*/ 113 w 512"/>
              <a:gd name="T31" fmla="*/ 182 h 512"/>
              <a:gd name="T32" fmla="*/ 142 w 512"/>
              <a:gd name="T33" fmla="*/ 192 h 512"/>
              <a:gd name="T34" fmla="*/ 203 w 512"/>
              <a:gd name="T35" fmla="*/ 387 h 512"/>
              <a:gd name="T36" fmla="*/ 160 w 512"/>
              <a:gd name="T37" fmla="*/ 354 h 512"/>
              <a:gd name="T38" fmla="*/ 213 w 512"/>
              <a:gd name="T39" fmla="*/ 382 h 512"/>
              <a:gd name="T40" fmla="*/ 260 w 512"/>
              <a:gd name="T41" fmla="*/ 415 h 512"/>
              <a:gd name="T42" fmla="*/ 232 w 512"/>
              <a:gd name="T43" fmla="*/ 404 h 512"/>
              <a:gd name="T44" fmla="*/ 245 w 512"/>
              <a:gd name="T45" fmla="*/ 387 h 512"/>
              <a:gd name="T46" fmla="*/ 266 w 512"/>
              <a:gd name="T47" fmla="*/ 384 h 512"/>
              <a:gd name="T48" fmla="*/ 285 w 512"/>
              <a:gd name="T49" fmla="*/ 392 h 512"/>
              <a:gd name="T50" fmla="*/ 245 w 512"/>
              <a:gd name="T51" fmla="*/ 320 h 512"/>
              <a:gd name="T52" fmla="*/ 266 w 512"/>
              <a:gd name="T53" fmla="*/ 352 h 512"/>
              <a:gd name="T54" fmla="*/ 280 w 512"/>
              <a:gd name="T55" fmla="*/ 256 h 512"/>
              <a:gd name="T56" fmla="*/ 256 w 512"/>
              <a:gd name="T57" fmla="*/ 288 h 512"/>
              <a:gd name="T58" fmla="*/ 232 w 512"/>
              <a:gd name="T59" fmla="*/ 256 h 512"/>
              <a:gd name="T60" fmla="*/ 256 w 512"/>
              <a:gd name="T61" fmla="*/ 244 h 512"/>
              <a:gd name="T62" fmla="*/ 280 w 512"/>
              <a:gd name="T63" fmla="*/ 256 h 512"/>
              <a:gd name="T64" fmla="*/ 271 w 512"/>
              <a:gd name="T65" fmla="*/ 146 h 512"/>
              <a:gd name="T66" fmla="*/ 227 w 512"/>
              <a:gd name="T67" fmla="*/ 141 h 512"/>
              <a:gd name="T68" fmla="*/ 260 w 512"/>
              <a:gd name="T69" fmla="*/ 118 h 512"/>
              <a:gd name="T70" fmla="*/ 346 w 512"/>
              <a:gd name="T71" fmla="*/ 375 h 512"/>
              <a:gd name="T72" fmla="*/ 299 w 512"/>
              <a:gd name="T73" fmla="*/ 385 h 512"/>
              <a:gd name="T74" fmla="*/ 351 w 512"/>
              <a:gd name="T75" fmla="*/ 361 h 512"/>
              <a:gd name="T76" fmla="*/ 313 w 512"/>
              <a:gd name="T77" fmla="*/ 241 h 512"/>
              <a:gd name="T78" fmla="*/ 304 w 512"/>
              <a:gd name="T79" fmla="*/ 222 h 512"/>
              <a:gd name="T80" fmla="*/ 346 w 512"/>
              <a:gd name="T81" fmla="*/ 226 h 512"/>
              <a:gd name="T82" fmla="*/ 337 w 512"/>
              <a:gd name="T83" fmla="*/ 177 h 512"/>
              <a:gd name="T84" fmla="*/ 313 w 512"/>
              <a:gd name="T85" fmla="*/ 142 h 512"/>
              <a:gd name="T86" fmla="*/ 405 w 512"/>
              <a:gd name="T87" fmla="*/ 341 h 512"/>
              <a:gd name="T88" fmla="*/ 375 w 512"/>
              <a:gd name="T89" fmla="*/ 361 h 512"/>
              <a:gd name="T90" fmla="*/ 384 w 512"/>
              <a:gd name="T91" fmla="*/ 334 h 512"/>
              <a:gd name="T92" fmla="*/ 405 w 512"/>
              <a:gd name="T93" fmla="*/ 320 h 512"/>
              <a:gd name="T94" fmla="*/ 394 w 512"/>
              <a:gd name="T95" fmla="*/ 298 h 512"/>
              <a:gd name="T96" fmla="*/ 394 w 512"/>
              <a:gd name="T97" fmla="*/ 245 h 512"/>
              <a:gd name="T98" fmla="*/ 405 w 512"/>
              <a:gd name="T99" fmla="*/ 213 h 512"/>
              <a:gd name="T100" fmla="*/ 384 w 512"/>
              <a:gd name="T101" fmla="*/ 208 h 512"/>
              <a:gd name="T102" fmla="*/ 365 w 512"/>
              <a:gd name="T103" fmla="*/ 205 h 512"/>
              <a:gd name="T104" fmla="*/ 379 w 512"/>
              <a:gd name="T105" fmla="*/ 173 h 512"/>
              <a:gd name="T106" fmla="*/ 405 w 512"/>
              <a:gd name="T107"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165" y="158"/>
                </a:moveTo>
                <a:cubicBezTo>
                  <a:pt x="199" y="142"/>
                  <a:pt x="199" y="142"/>
                  <a:pt x="199" y="142"/>
                </a:cubicBezTo>
                <a:cubicBezTo>
                  <a:pt x="204" y="140"/>
                  <a:pt x="210" y="142"/>
                  <a:pt x="213" y="148"/>
                </a:cubicBezTo>
                <a:cubicBezTo>
                  <a:pt x="215" y="153"/>
                  <a:pt x="213" y="159"/>
                  <a:pt x="207" y="162"/>
                </a:cubicBezTo>
                <a:cubicBezTo>
                  <a:pt x="174" y="177"/>
                  <a:pt x="174" y="177"/>
                  <a:pt x="174" y="177"/>
                </a:cubicBezTo>
                <a:cubicBezTo>
                  <a:pt x="173" y="178"/>
                  <a:pt x="171" y="178"/>
                  <a:pt x="170" y="178"/>
                </a:cubicBezTo>
                <a:cubicBezTo>
                  <a:pt x="166" y="178"/>
                  <a:pt x="162" y="176"/>
                  <a:pt x="160" y="172"/>
                </a:cubicBezTo>
                <a:cubicBezTo>
                  <a:pt x="158" y="166"/>
                  <a:pt x="160" y="160"/>
                  <a:pt x="165" y="158"/>
                </a:cubicBezTo>
                <a:close/>
                <a:moveTo>
                  <a:pt x="160" y="212"/>
                </a:moveTo>
                <a:cubicBezTo>
                  <a:pt x="162" y="206"/>
                  <a:pt x="169" y="204"/>
                  <a:pt x="174" y="206"/>
                </a:cubicBezTo>
                <a:cubicBezTo>
                  <a:pt x="207" y="222"/>
                  <a:pt x="207" y="222"/>
                  <a:pt x="207" y="222"/>
                </a:cubicBezTo>
                <a:cubicBezTo>
                  <a:pt x="213" y="224"/>
                  <a:pt x="215" y="230"/>
                  <a:pt x="213" y="236"/>
                </a:cubicBezTo>
                <a:cubicBezTo>
                  <a:pt x="211" y="240"/>
                  <a:pt x="207" y="242"/>
                  <a:pt x="203" y="242"/>
                </a:cubicBezTo>
                <a:cubicBezTo>
                  <a:pt x="201" y="242"/>
                  <a:pt x="200" y="242"/>
                  <a:pt x="199" y="241"/>
                </a:cubicBezTo>
                <a:cubicBezTo>
                  <a:pt x="165" y="226"/>
                  <a:pt x="165" y="226"/>
                  <a:pt x="165" y="226"/>
                </a:cubicBezTo>
                <a:cubicBezTo>
                  <a:pt x="160" y="223"/>
                  <a:pt x="158" y="217"/>
                  <a:pt x="160" y="212"/>
                </a:cubicBezTo>
                <a:close/>
                <a:moveTo>
                  <a:pt x="106" y="245"/>
                </a:moveTo>
                <a:cubicBezTo>
                  <a:pt x="106" y="239"/>
                  <a:pt x="111" y="234"/>
                  <a:pt x="117" y="234"/>
                </a:cubicBezTo>
                <a:cubicBezTo>
                  <a:pt x="123" y="234"/>
                  <a:pt x="128" y="239"/>
                  <a:pt x="128" y="245"/>
                </a:cubicBezTo>
                <a:cubicBezTo>
                  <a:pt x="128" y="277"/>
                  <a:pt x="128" y="277"/>
                  <a:pt x="128" y="277"/>
                </a:cubicBezTo>
                <a:cubicBezTo>
                  <a:pt x="128" y="283"/>
                  <a:pt x="123" y="288"/>
                  <a:pt x="117" y="288"/>
                </a:cubicBezTo>
                <a:cubicBezTo>
                  <a:pt x="111" y="288"/>
                  <a:pt x="106" y="283"/>
                  <a:pt x="106" y="277"/>
                </a:cubicBezTo>
                <a:lnTo>
                  <a:pt x="106" y="245"/>
                </a:lnTo>
                <a:close/>
                <a:moveTo>
                  <a:pt x="145" y="346"/>
                </a:moveTo>
                <a:cubicBezTo>
                  <a:pt x="143" y="349"/>
                  <a:pt x="140" y="351"/>
                  <a:pt x="136" y="351"/>
                </a:cubicBezTo>
                <a:cubicBezTo>
                  <a:pt x="134" y="351"/>
                  <a:pt x="132" y="351"/>
                  <a:pt x="131" y="350"/>
                </a:cubicBezTo>
                <a:cubicBezTo>
                  <a:pt x="112" y="340"/>
                  <a:pt x="112" y="340"/>
                  <a:pt x="112" y="340"/>
                </a:cubicBezTo>
                <a:cubicBezTo>
                  <a:pt x="108" y="338"/>
                  <a:pt x="106" y="334"/>
                  <a:pt x="106" y="330"/>
                </a:cubicBezTo>
                <a:cubicBezTo>
                  <a:pt x="106" y="309"/>
                  <a:pt x="106" y="309"/>
                  <a:pt x="106" y="309"/>
                </a:cubicBezTo>
                <a:cubicBezTo>
                  <a:pt x="106" y="303"/>
                  <a:pt x="111" y="298"/>
                  <a:pt x="117" y="298"/>
                </a:cubicBezTo>
                <a:cubicBezTo>
                  <a:pt x="123" y="298"/>
                  <a:pt x="128" y="303"/>
                  <a:pt x="128" y="309"/>
                </a:cubicBezTo>
                <a:cubicBezTo>
                  <a:pt x="128" y="324"/>
                  <a:pt x="128" y="324"/>
                  <a:pt x="128" y="324"/>
                </a:cubicBezTo>
                <a:cubicBezTo>
                  <a:pt x="141" y="331"/>
                  <a:pt x="141" y="331"/>
                  <a:pt x="141" y="331"/>
                </a:cubicBezTo>
                <a:cubicBezTo>
                  <a:pt x="146" y="334"/>
                  <a:pt x="148" y="340"/>
                  <a:pt x="145" y="346"/>
                </a:cubicBezTo>
                <a:close/>
                <a:moveTo>
                  <a:pt x="146" y="205"/>
                </a:moveTo>
                <a:cubicBezTo>
                  <a:pt x="144" y="209"/>
                  <a:pt x="140" y="211"/>
                  <a:pt x="136" y="211"/>
                </a:cubicBezTo>
                <a:cubicBezTo>
                  <a:pt x="135" y="211"/>
                  <a:pt x="133" y="211"/>
                  <a:pt x="132" y="210"/>
                </a:cubicBezTo>
                <a:cubicBezTo>
                  <a:pt x="128" y="208"/>
                  <a:pt x="128" y="208"/>
                  <a:pt x="128" y="208"/>
                </a:cubicBezTo>
                <a:cubicBezTo>
                  <a:pt x="128" y="213"/>
                  <a:pt x="128" y="213"/>
                  <a:pt x="128" y="213"/>
                </a:cubicBezTo>
                <a:cubicBezTo>
                  <a:pt x="128" y="219"/>
                  <a:pt x="123" y="224"/>
                  <a:pt x="117" y="224"/>
                </a:cubicBezTo>
                <a:cubicBezTo>
                  <a:pt x="111" y="224"/>
                  <a:pt x="106" y="219"/>
                  <a:pt x="106" y="213"/>
                </a:cubicBezTo>
                <a:cubicBezTo>
                  <a:pt x="106" y="192"/>
                  <a:pt x="106" y="192"/>
                  <a:pt x="106" y="192"/>
                </a:cubicBezTo>
                <a:cubicBezTo>
                  <a:pt x="106" y="188"/>
                  <a:pt x="109" y="184"/>
                  <a:pt x="113" y="182"/>
                </a:cubicBezTo>
                <a:cubicBezTo>
                  <a:pt x="132" y="173"/>
                  <a:pt x="132" y="173"/>
                  <a:pt x="132" y="173"/>
                </a:cubicBezTo>
                <a:cubicBezTo>
                  <a:pt x="137" y="171"/>
                  <a:pt x="144" y="173"/>
                  <a:pt x="146" y="178"/>
                </a:cubicBezTo>
                <a:cubicBezTo>
                  <a:pt x="148" y="183"/>
                  <a:pt x="147" y="189"/>
                  <a:pt x="142" y="192"/>
                </a:cubicBezTo>
                <a:cubicBezTo>
                  <a:pt x="147" y="195"/>
                  <a:pt x="148" y="200"/>
                  <a:pt x="146" y="205"/>
                </a:cubicBezTo>
                <a:close/>
                <a:moveTo>
                  <a:pt x="213" y="382"/>
                </a:moveTo>
                <a:cubicBezTo>
                  <a:pt x="211" y="385"/>
                  <a:pt x="207" y="387"/>
                  <a:pt x="203" y="387"/>
                </a:cubicBezTo>
                <a:cubicBezTo>
                  <a:pt x="201" y="387"/>
                  <a:pt x="200" y="387"/>
                  <a:pt x="198" y="386"/>
                </a:cubicBezTo>
                <a:cubicBezTo>
                  <a:pt x="164" y="368"/>
                  <a:pt x="164" y="368"/>
                  <a:pt x="164" y="368"/>
                </a:cubicBezTo>
                <a:cubicBezTo>
                  <a:pt x="159" y="365"/>
                  <a:pt x="157" y="359"/>
                  <a:pt x="160" y="354"/>
                </a:cubicBezTo>
                <a:cubicBezTo>
                  <a:pt x="163" y="348"/>
                  <a:pt x="169" y="346"/>
                  <a:pt x="175" y="349"/>
                </a:cubicBezTo>
                <a:cubicBezTo>
                  <a:pt x="208" y="367"/>
                  <a:pt x="208" y="367"/>
                  <a:pt x="208" y="367"/>
                </a:cubicBezTo>
                <a:cubicBezTo>
                  <a:pt x="213" y="370"/>
                  <a:pt x="215" y="377"/>
                  <a:pt x="213" y="382"/>
                </a:cubicBezTo>
                <a:close/>
                <a:moveTo>
                  <a:pt x="280" y="406"/>
                </a:moveTo>
                <a:cubicBezTo>
                  <a:pt x="260" y="415"/>
                  <a:pt x="260" y="415"/>
                  <a:pt x="260" y="415"/>
                </a:cubicBezTo>
                <a:cubicBezTo>
                  <a:pt x="260" y="415"/>
                  <a:pt x="260" y="415"/>
                  <a:pt x="260" y="415"/>
                </a:cubicBezTo>
                <a:cubicBezTo>
                  <a:pt x="259" y="415"/>
                  <a:pt x="257" y="416"/>
                  <a:pt x="256" y="416"/>
                </a:cubicBezTo>
                <a:cubicBezTo>
                  <a:pt x="254" y="416"/>
                  <a:pt x="252" y="415"/>
                  <a:pt x="251" y="414"/>
                </a:cubicBezTo>
                <a:cubicBezTo>
                  <a:pt x="232" y="404"/>
                  <a:pt x="232" y="404"/>
                  <a:pt x="232" y="404"/>
                </a:cubicBezTo>
                <a:cubicBezTo>
                  <a:pt x="227" y="401"/>
                  <a:pt x="225" y="395"/>
                  <a:pt x="227" y="390"/>
                </a:cubicBezTo>
                <a:cubicBezTo>
                  <a:pt x="230" y="385"/>
                  <a:pt x="237" y="383"/>
                  <a:pt x="242" y="385"/>
                </a:cubicBezTo>
                <a:cubicBezTo>
                  <a:pt x="245" y="387"/>
                  <a:pt x="245" y="387"/>
                  <a:pt x="245" y="387"/>
                </a:cubicBezTo>
                <a:cubicBezTo>
                  <a:pt x="245" y="384"/>
                  <a:pt x="245" y="384"/>
                  <a:pt x="245" y="384"/>
                </a:cubicBezTo>
                <a:cubicBezTo>
                  <a:pt x="245" y="378"/>
                  <a:pt x="250" y="373"/>
                  <a:pt x="256" y="373"/>
                </a:cubicBezTo>
                <a:cubicBezTo>
                  <a:pt x="262" y="373"/>
                  <a:pt x="266" y="378"/>
                  <a:pt x="266" y="384"/>
                </a:cubicBezTo>
                <a:cubicBezTo>
                  <a:pt x="266" y="388"/>
                  <a:pt x="266" y="388"/>
                  <a:pt x="266" y="388"/>
                </a:cubicBezTo>
                <a:cubicBezTo>
                  <a:pt x="271" y="386"/>
                  <a:pt x="271" y="386"/>
                  <a:pt x="271" y="386"/>
                </a:cubicBezTo>
                <a:cubicBezTo>
                  <a:pt x="276" y="384"/>
                  <a:pt x="282" y="386"/>
                  <a:pt x="285" y="392"/>
                </a:cubicBezTo>
                <a:cubicBezTo>
                  <a:pt x="287" y="397"/>
                  <a:pt x="285" y="403"/>
                  <a:pt x="280" y="406"/>
                </a:cubicBezTo>
                <a:close/>
                <a:moveTo>
                  <a:pt x="245" y="352"/>
                </a:moveTo>
                <a:cubicBezTo>
                  <a:pt x="245" y="320"/>
                  <a:pt x="245" y="320"/>
                  <a:pt x="245" y="320"/>
                </a:cubicBezTo>
                <a:cubicBezTo>
                  <a:pt x="245" y="314"/>
                  <a:pt x="250" y="309"/>
                  <a:pt x="256" y="309"/>
                </a:cubicBezTo>
                <a:cubicBezTo>
                  <a:pt x="262" y="309"/>
                  <a:pt x="266" y="314"/>
                  <a:pt x="266" y="320"/>
                </a:cubicBezTo>
                <a:cubicBezTo>
                  <a:pt x="266" y="352"/>
                  <a:pt x="266" y="352"/>
                  <a:pt x="266" y="352"/>
                </a:cubicBezTo>
                <a:cubicBezTo>
                  <a:pt x="266" y="358"/>
                  <a:pt x="262" y="362"/>
                  <a:pt x="256" y="362"/>
                </a:cubicBezTo>
                <a:cubicBezTo>
                  <a:pt x="250" y="362"/>
                  <a:pt x="245" y="358"/>
                  <a:pt x="245" y="352"/>
                </a:cubicBezTo>
                <a:close/>
                <a:moveTo>
                  <a:pt x="280" y="256"/>
                </a:moveTo>
                <a:cubicBezTo>
                  <a:pt x="266" y="262"/>
                  <a:pt x="266" y="262"/>
                  <a:pt x="266" y="262"/>
                </a:cubicBezTo>
                <a:cubicBezTo>
                  <a:pt x="266" y="277"/>
                  <a:pt x="266" y="277"/>
                  <a:pt x="266" y="277"/>
                </a:cubicBezTo>
                <a:cubicBezTo>
                  <a:pt x="266" y="283"/>
                  <a:pt x="262" y="288"/>
                  <a:pt x="256" y="288"/>
                </a:cubicBezTo>
                <a:cubicBezTo>
                  <a:pt x="250" y="288"/>
                  <a:pt x="245" y="283"/>
                  <a:pt x="245" y="277"/>
                </a:cubicBezTo>
                <a:cubicBezTo>
                  <a:pt x="245" y="262"/>
                  <a:pt x="245" y="262"/>
                  <a:pt x="245" y="262"/>
                </a:cubicBezTo>
                <a:cubicBezTo>
                  <a:pt x="232" y="256"/>
                  <a:pt x="232" y="256"/>
                  <a:pt x="232" y="256"/>
                </a:cubicBezTo>
                <a:cubicBezTo>
                  <a:pt x="226" y="254"/>
                  <a:pt x="224" y="248"/>
                  <a:pt x="227" y="242"/>
                </a:cubicBezTo>
                <a:cubicBezTo>
                  <a:pt x="229" y="237"/>
                  <a:pt x="235" y="235"/>
                  <a:pt x="241" y="237"/>
                </a:cubicBezTo>
                <a:cubicBezTo>
                  <a:pt x="256" y="244"/>
                  <a:pt x="256" y="244"/>
                  <a:pt x="256" y="244"/>
                </a:cubicBezTo>
                <a:cubicBezTo>
                  <a:pt x="271" y="237"/>
                  <a:pt x="271" y="237"/>
                  <a:pt x="271" y="237"/>
                </a:cubicBezTo>
                <a:cubicBezTo>
                  <a:pt x="276" y="235"/>
                  <a:pt x="282" y="237"/>
                  <a:pt x="285" y="242"/>
                </a:cubicBezTo>
                <a:cubicBezTo>
                  <a:pt x="287" y="248"/>
                  <a:pt x="285" y="254"/>
                  <a:pt x="280" y="256"/>
                </a:cubicBezTo>
                <a:close/>
                <a:moveTo>
                  <a:pt x="285" y="141"/>
                </a:moveTo>
                <a:cubicBezTo>
                  <a:pt x="283" y="145"/>
                  <a:pt x="279" y="147"/>
                  <a:pt x="275" y="147"/>
                </a:cubicBezTo>
                <a:cubicBezTo>
                  <a:pt x="274" y="147"/>
                  <a:pt x="272" y="147"/>
                  <a:pt x="271" y="146"/>
                </a:cubicBezTo>
                <a:cubicBezTo>
                  <a:pt x="256" y="139"/>
                  <a:pt x="256" y="139"/>
                  <a:pt x="256" y="139"/>
                </a:cubicBezTo>
                <a:cubicBezTo>
                  <a:pt x="241" y="146"/>
                  <a:pt x="241" y="146"/>
                  <a:pt x="241" y="146"/>
                </a:cubicBezTo>
                <a:cubicBezTo>
                  <a:pt x="235" y="149"/>
                  <a:pt x="229" y="146"/>
                  <a:pt x="227" y="141"/>
                </a:cubicBezTo>
                <a:cubicBezTo>
                  <a:pt x="224" y="136"/>
                  <a:pt x="226" y="129"/>
                  <a:pt x="232" y="127"/>
                </a:cubicBezTo>
                <a:cubicBezTo>
                  <a:pt x="251" y="118"/>
                  <a:pt x="251" y="118"/>
                  <a:pt x="251" y="118"/>
                </a:cubicBezTo>
                <a:cubicBezTo>
                  <a:pt x="254" y="117"/>
                  <a:pt x="257" y="117"/>
                  <a:pt x="260" y="118"/>
                </a:cubicBezTo>
                <a:cubicBezTo>
                  <a:pt x="280" y="127"/>
                  <a:pt x="280" y="127"/>
                  <a:pt x="280" y="127"/>
                </a:cubicBezTo>
                <a:cubicBezTo>
                  <a:pt x="285" y="129"/>
                  <a:pt x="287" y="136"/>
                  <a:pt x="285" y="141"/>
                </a:cubicBezTo>
                <a:close/>
                <a:moveTo>
                  <a:pt x="346" y="375"/>
                </a:moveTo>
                <a:cubicBezTo>
                  <a:pt x="313" y="390"/>
                  <a:pt x="313" y="390"/>
                  <a:pt x="313" y="390"/>
                </a:cubicBezTo>
                <a:cubicBezTo>
                  <a:pt x="311" y="391"/>
                  <a:pt x="310" y="391"/>
                  <a:pt x="308" y="391"/>
                </a:cubicBezTo>
                <a:cubicBezTo>
                  <a:pt x="304" y="391"/>
                  <a:pt x="300" y="389"/>
                  <a:pt x="299" y="385"/>
                </a:cubicBezTo>
                <a:cubicBezTo>
                  <a:pt x="296" y="380"/>
                  <a:pt x="299" y="373"/>
                  <a:pt x="304" y="371"/>
                </a:cubicBezTo>
                <a:cubicBezTo>
                  <a:pt x="337" y="356"/>
                  <a:pt x="337" y="356"/>
                  <a:pt x="337" y="356"/>
                </a:cubicBezTo>
                <a:cubicBezTo>
                  <a:pt x="343" y="353"/>
                  <a:pt x="349" y="355"/>
                  <a:pt x="351" y="361"/>
                </a:cubicBezTo>
                <a:cubicBezTo>
                  <a:pt x="354" y="366"/>
                  <a:pt x="351" y="373"/>
                  <a:pt x="346" y="375"/>
                </a:cubicBezTo>
                <a:close/>
                <a:moveTo>
                  <a:pt x="346" y="226"/>
                </a:moveTo>
                <a:cubicBezTo>
                  <a:pt x="313" y="241"/>
                  <a:pt x="313" y="241"/>
                  <a:pt x="313" y="241"/>
                </a:cubicBezTo>
                <a:cubicBezTo>
                  <a:pt x="311" y="242"/>
                  <a:pt x="310" y="242"/>
                  <a:pt x="308" y="242"/>
                </a:cubicBezTo>
                <a:cubicBezTo>
                  <a:pt x="304" y="242"/>
                  <a:pt x="300" y="240"/>
                  <a:pt x="299" y="236"/>
                </a:cubicBezTo>
                <a:cubicBezTo>
                  <a:pt x="296" y="230"/>
                  <a:pt x="299" y="224"/>
                  <a:pt x="304" y="222"/>
                </a:cubicBezTo>
                <a:cubicBezTo>
                  <a:pt x="337" y="206"/>
                  <a:pt x="337" y="206"/>
                  <a:pt x="337" y="206"/>
                </a:cubicBezTo>
                <a:cubicBezTo>
                  <a:pt x="343" y="204"/>
                  <a:pt x="349" y="206"/>
                  <a:pt x="351" y="212"/>
                </a:cubicBezTo>
                <a:cubicBezTo>
                  <a:pt x="354" y="217"/>
                  <a:pt x="351" y="223"/>
                  <a:pt x="346" y="226"/>
                </a:cubicBezTo>
                <a:close/>
                <a:moveTo>
                  <a:pt x="351" y="172"/>
                </a:moveTo>
                <a:cubicBezTo>
                  <a:pt x="350" y="176"/>
                  <a:pt x="346" y="178"/>
                  <a:pt x="342" y="178"/>
                </a:cubicBezTo>
                <a:cubicBezTo>
                  <a:pt x="340" y="178"/>
                  <a:pt x="339" y="178"/>
                  <a:pt x="337" y="177"/>
                </a:cubicBezTo>
                <a:cubicBezTo>
                  <a:pt x="304" y="162"/>
                  <a:pt x="304" y="162"/>
                  <a:pt x="304" y="162"/>
                </a:cubicBezTo>
                <a:cubicBezTo>
                  <a:pt x="299" y="159"/>
                  <a:pt x="296" y="153"/>
                  <a:pt x="299" y="148"/>
                </a:cubicBezTo>
                <a:cubicBezTo>
                  <a:pt x="301" y="142"/>
                  <a:pt x="307" y="140"/>
                  <a:pt x="313" y="142"/>
                </a:cubicBezTo>
                <a:cubicBezTo>
                  <a:pt x="346" y="158"/>
                  <a:pt x="346" y="158"/>
                  <a:pt x="346" y="158"/>
                </a:cubicBezTo>
                <a:cubicBezTo>
                  <a:pt x="351" y="160"/>
                  <a:pt x="354" y="166"/>
                  <a:pt x="351" y="172"/>
                </a:cubicBezTo>
                <a:close/>
                <a:moveTo>
                  <a:pt x="405" y="341"/>
                </a:moveTo>
                <a:cubicBezTo>
                  <a:pt x="405" y="345"/>
                  <a:pt x="403" y="349"/>
                  <a:pt x="399" y="351"/>
                </a:cubicBezTo>
                <a:cubicBezTo>
                  <a:pt x="379" y="360"/>
                  <a:pt x="379" y="360"/>
                  <a:pt x="379" y="360"/>
                </a:cubicBezTo>
                <a:cubicBezTo>
                  <a:pt x="378" y="360"/>
                  <a:pt x="376" y="361"/>
                  <a:pt x="375" y="361"/>
                </a:cubicBezTo>
                <a:cubicBezTo>
                  <a:pt x="371" y="361"/>
                  <a:pt x="367" y="358"/>
                  <a:pt x="365" y="354"/>
                </a:cubicBezTo>
                <a:cubicBezTo>
                  <a:pt x="363" y="349"/>
                  <a:pt x="365" y="343"/>
                  <a:pt x="370" y="340"/>
                </a:cubicBezTo>
                <a:cubicBezTo>
                  <a:pt x="384" y="334"/>
                  <a:pt x="384" y="334"/>
                  <a:pt x="384" y="334"/>
                </a:cubicBezTo>
                <a:cubicBezTo>
                  <a:pt x="384" y="320"/>
                  <a:pt x="384" y="320"/>
                  <a:pt x="384" y="320"/>
                </a:cubicBezTo>
                <a:cubicBezTo>
                  <a:pt x="384" y="314"/>
                  <a:pt x="388" y="309"/>
                  <a:pt x="394" y="309"/>
                </a:cubicBezTo>
                <a:cubicBezTo>
                  <a:pt x="400" y="309"/>
                  <a:pt x="405" y="314"/>
                  <a:pt x="405" y="320"/>
                </a:cubicBezTo>
                <a:lnTo>
                  <a:pt x="405" y="341"/>
                </a:lnTo>
                <a:close/>
                <a:moveTo>
                  <a:pt x="405" y="288"/>
                </a:moveTo>
                <a:cubicBezTo>
                  <a:pt x="405" y="294"/>
                  <a:pt x="400" y="298"/>
                  <a:pt x="394" y="298"/>
                </a:cubicBezTo>
                <a:cubicBezTo>
                  <a:pt x="388" y="298"/>
                  <a:pt x="384" y="294"/>
                  <a:pt x="384" y="288"/>
                </a:cubicBezTo>
                <a:cubicBezTo>
                  <a:pt x="384" y="256"/>
                  <a:pt x="384" y="256"/>
                  <a:pt x="384" y="256"/>
                </a:cubicBezTo>
                <a:cubicBezTo>
                  <a:pt x="384" y="250"/>
                  <a:pt x="388" y="245"/>
                  <a:pt x="394" y="245"/>
                </a:cubicBezTo>
                <a:cubicBezTo>
                  <a:pt x="400" y="245"/>
                  <a:pt x="405" y="250"/>
                  <a:pt x="405" y="256"/>
                </a:cubicBezTo>
                <a:lnTo>
                  <a:pt x="405" y="288"/>
                </a:lnTo>
                <a:close/>
                <a:moveTo>
                  <a:pt x="405" y="213"/>
                </a:moveTo>
                <a:cubicBezTo>
                  <a:pt x="405" y="219"/>
                  <a:pt x="400" y="224"/>
                  <a:pt x="394" y="224"/>
                </a:cubicBezTo>
                <a:cubicBezTo>
                  <a:pt x="388" y="224"/>
                  <a:pt x="384" y="219"/>
                  <a:pt x="384" y="213"/>
                </a:cubicBezTo>
                <a:cubicBezTo>
                  <a:pt x="384" y="208"/>
                  <a:pt x="384" y="208"/>
                  <a:pt x="384" y="208"/>
                </a:cubicBezTo>
                <a:cubicBezTo>
                  <a:pt x="379" y="210"/>
                  <a:pt x="379" y="210"/>
                  <a:pt x="379" y="210"/>
                </a:cubicBezTo>
                <a:cubicBezTo>
                  <a:pt x="378" y="211"/>
                  <a:pt x="376" y="211"/>
                  <a:pt x="375" y="211"/>
                </a:cubicBezTo>
                <a:cubicBezTo>
                  <a:pt x="371" y="211"/>
                  <a:pt x="367" y="209"/>
                  <a:pt x="365" y="205"/>
                </a:cubicBezTo>
                <a:cubicBezTo>
                  <a:pt x="363" y="200"/>
                  <a:pt x="365" y="195"/>
                  <a:pt x="369" y="192"/>
                </a:cubicBezTo>
                <a:cubicBezTo>
                  <a:pt x="365" y="189"/>
                  <a:pt x="363" y="183"/>
                  <a:pt x="365" y="178"/>
                </a:cubicBezTo>
                <a:cubicBezTo>
                  <a:pt x="368" y="173"/>
                  <a:pt x="374" y="171"/>
                  <a:pt x="379" y="173"/>
                </a:cubicBezTo>
                <a:cubicBezTo>
                  <a:pt x="399" y="182"/>
                  <a:pt x="399" y="182"/>
                  <a:pt x="399" y="182"/>
                </a:cubicBezTo>
                <a:cubicBezTo>
                  <a:pt x="403" y="184"/>
                  <a:pt x="405" y="188"/>
                  <a:pt x="405" y="192"/>
                </a:cubicBezTo>
                <a:lnTo>
                  <a:pt x="405" y="21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solidFill>
                <a:prstClr val="black"/>
              </a:solidFill>
            </a:endParaRPr>
          </a:p>
        </p:txBody>
      </p:sp>
      <p:sp>
        <p:nvSpPr>
          <p:cNvPr id="75" name="Rectangle: Top Corners Rounded 74">
            <a:extLst>
              <a:ext uri="{FF2B5EF4-FFF2-40B4-BE49-F238E27FC236}">
                <a16:creationId xmlns:a16="http://schemas.microsoft.com/office/drawing/2014/main" id="{902743EB-7B8D-4DA3-8FDB-87C980EBC01B}"/>
              </a:ext>
            </a:extLst>
          </p:cNvPr>
          <p:cNvSpPr/>
          <p:nvPr/>
        </p:nvSpPr>
        <p:spPr bwMode="gray">
          <a:xfrm>
            <a:off x="5360565" y="1347596"/>
            <a:ext cx="6303436" cy="580594"/>
          </a:xfrm>
          <a:prstGeom prst="round2SameRect">
            <a:avLst>
              <a:gd name="adj1" fmla="val 0"/>
              <a:gd name="adj2" fmla="val 0"/>
            </a:avLst>
          </a:prstGeom>
          <a:solidFill>
            <a:schemeClr val="tx1">
              <a:lumMod val="75000"/>
              <a:lumOff val="25000"/>
            </a:schemeClr>
          </a:solidFill>
          <a:ln w="19050" algn="ctr">
            <a:noFill/>
            <a:miter lim="800000"/>
            <a:headEnd/>
            <a:tailEnd/>
          </a:ln>
        </p:spPr>
        <p:txBody>
          <a:bodyPr wrap="square" lIns="45720" tIns="45720" rIns="0" bIns="0" rtlCol="0" anchor="t" anchorCtr="0"/>
          <a:lstStyle/>
          <a:p>
            <a:pPr>
              <a:buFont typeface="Wingdings 2" pitchFamily="18" charset="2"/>
              <a:buNone/>
            </a:pPr>
            <a:r>
              <a:rPr lang="en-US" sz="1200" b="1" dirty="0">
                <a:solidFill>
                  <a:prstClr val="white"/>
                </a:solidFill>
                <a:latin typeface="Verdana" panose="020B0604030504040204" pitchFamily="34" charset="0"/>
                <a:ea typeface="Verdana" panose="020B0604030504040204" pitchFamily="34" charset="0"/>
              </a:rPr>
              <a:t>Program Management of ERP Implementation</a:t>
            </a:r>
            <a:endParaRPr lang="da-DK" sz="1200" b="1" dirty="0">
              <a:solidFill>
                <a:prstClr val="white"/>
              </a:solidFill>
              <a:latin typeface="Verdana" panose="020B0604030504040204" pitchFamily="34" charset="0"/>
              <a:ea typeface="Verdana" panose="020B0604030504040204" pitchFamily="34" charset="0"/>
            </a:endParaRPr>
          </a:p>
        </p:txBody>
      </p:sp>
      <p:sp>
        <p:nvSpPr>
          <p:cNvPr id="76" name="TextBox 75">
            <a:extLst>
              <a:ext uri="{FF2B5EF4-FFF2-40B4-BE49-F238E27FC236}">
                <a16:creationId xmlns:a16="http://schemas.microsoft.com/office/drawing/2014/main" id="{28428DA4-F94F-4665-B444-137F551619F0}"/>
              </a:ext>
            </a:extLst>
          </p:cNvPr>
          <p:cNvSpPr txBox="1"/>
          <p:nvPr/>
        </p:nvSpPr>
        <p:spPr>
          <a:xfrm>
            <a:off x="5360565" y="1653596"/>
            <a:ext cx="6303436" cy="4632037"/>
          </a:xfrm>
          <a:prstGeom prst="roundRect">
            <a:avLst>
              <a:gd name="adj" fmla="val 0"/>
            </a:avLst>
          </a:prstGeom>
          <a:solidFill>
            <a:schemeClr val="bg1">
              <a:lumMod val="95000"/>
            </a:schemeClr>
          </a:solidFill>
        </p:spPr>
        <p:txBody>
          <a:bodyPr wrap="square" lIns="45720" tIns="45720" rIns="756000" bIns="45720" rtlCol="0">
            <a:spAutoFit/>
          </a:bodyPr>
          <a:lstStyle/>
          <a:p>
            <a:pPr marL="171450" indent="-171450" algn="just">
              <a:spcAft>
                <a:spcPts val="600"/>
              </a:spcAft>
              <a:buFont typeface="Arial" panose="020B0604020202020204" pitchFamily="34" charset="0"/>
              <a:buChar char="•"/>
            </a:pPr>
            <a:r>
              <a:rPr lang="en-US" sz="1300" dirty="0">
                <a:latin typeface="Verdana" panose="020B0604030504040204" pitchFamily="34" charset="0"/>
                <a:ea typeface="Verdana" panose="020B0604030504040204" pitchFamily="34" charset="0"/>
              </a:rPr>
              <a:t>Assist DPL in Program Management of the ERP solution implementation for the duration of the Pilot go-live as well as for the roll-out to all project locations. </a:t>
            </a:r>
          </a:p>
          <a:p>
            <a:pPr marL="171450" indent="-171450" algn="just">
              <a:spcAft>
                <a:spcPts val="600"/>
              </a:spcAft>
              <a:buFont typeface="Arial" panose="020B0604020202020204" pitchFamily="34" charset="0"/>
              <a:buChar char="•"/>
            </a:pPr>
            <a:r>
              <a:rPr lang="en-US" sz="1300" dirty="0">
                <a:latin typeface="Verdana" panose="020B0604030504040204" pitchFamily="34" charset="0"/>
                <a:ea typeface="Verdana" panose="020B0604030504040204" pitchFamily="34" charset="0"/>
              </a:rPr>
              <a:t>Co-ordinate with various stakeholders (DPL, ERP Implementing Agency, and. other IT vendors, if any) and assist in key decision making and review of the work being undertaken during implementation and rollout.</a:t>
            </a:r>
          </a:p>
          <a:p>
            <a:pPr marL="171450" indent="-171450" algn="just">
              <a:spcAft>
                <a:spcPts val="600"/>
              </a:spcAft>
              <a:buFont typeface="Arial" panose="020B0604020202020204" pitchFamily="34" charset="0"/>
              <a:buChar char="•"/>
            </a:pPr>
            <a:r>
              <a:rPr lang="en-US" sz="1300" dirty="0">
                <a:latin typeface="Verdana" panose="020B0604030504040204" pitchFamily="34" charset="0"/>
                <a:ea typeface="Verdana" panose="020B0604030504040204" pitchFamily="34" charset="0"/>
              </a:rPr>
              <a:t>Review the project plan agreed with the Implementation Agency from time during the implementation.</a:t>
            </a:r>
          </a:p>
          <a:p>
            <a:pPr marL="171450" indent="-171450" algn="just">
              <a:spcAft>
                <a:spcPts val="600"/>
              </a:spcAft>
              <a:buFont typeface="Arial" panose="020B0604020202020204" pitchFamily="34" charset="0"/>
              <a:buChar char="•"/>
            </a:pPr>
            <a:r>
              <a:rPr lang="en-US" sz="1300" dirty="0">
                <a:latin typeface="Verdana" panose="020B0604030504040204" pitchFamily="34" charset="0"/>
                <a:ea typeface="Verdana" panose="020B0604030504040204" pitchFamily="34" charset="0"/>
              </a:rPr>
              <a:t>Coordinate between DPL and the Implementation Agency staff on meetings related to solution configuration, testing and other implementation related tasks.</a:t>
            </a:r>
          </a:p>
          <a:p>
            <a:pPr marL="171450" indent="-171450" algn="just">
              <a:spcAft>
                <a:spcPts val="600"/>
              </a:spcAft>
              <a:buFont typeface="Arial" panose="020B0604020202020204" pitchFamily="34" charset="0"/>
              <a:buChar char="•"/>
            </a:pPr>
            <a:r>
              <a:rPr lang="en-US" sz="1300" dirty="0">
                <a:latin typeface="Verdana" panose="020B0604030504040204" pitchFamily="34" charset="0"/>
                <a:ea typeface="Verdana" panose="020B0604030504040204" pitchFamily="34" charset="0"/>
              </a:rPr>
              <a:t>Track and review of all deliverables submitted by the Implementation Agency to DPL.</a:t>
            </a:r>
          </a:p>
          <a:p>
            <a:pPr marL="171450" indent="-171450" algn="just">
              <a:spcAft>
                <a:spcPts val="600"/>
              </a:spcAft>
              <a:buFont typeface="Arial" panose="020B0604020202020204" pitchFamily="34" charset="0"/>
              <a:buChar char="•"/>
            </a:pPr>
            <a:r>
              <a:rPr lang="en-US" sz="1300" dirty="0">
                <a:latin typeface="Verdana" panose="020B0604030504040204" pitchFamily="34" charset="0"/>
                <a:ea typeface="Verdana" panose="020B0604030504040204" pitchFamily="34" charset="0"/>
              </a:rPr>
              <a:t>Review and report all project related issues to DPL</a:t>
            </a:r>
          </a:p>
          <a:p>
            <a:pPr marL="171450" indent="-171450" algn="just">
              <a:spcAft>
                <a:spcPts val="600"/>
              </a:spcAft>
              <a:buFont typeface="Arial" panose="020B0604020202020204" pitchFamily="34" charset="0"/>
              <a:buChar char="•"/>
            </a:pPr>
            <a:r>
              <a:rPr lang="en-US" sz="1300" dirty="0">
                <a:latin typeface="Verdana" panose="020B0604030504040204" pitchFamily="34" charset="0"/>
                <a:ea typeface="Verdana" panose="020B0604030504040204" pitchFamily="34" charset="0"/>
              </a:rPr>
              <a:t>Review all project management and change management actions, including training of users across various locations of DPL.</a:t>
            </a:r>
          </a:p>
          <a:p>
            <a:pPr marL="171450" indent="-171450" algn="just">
              <a:spcAft>
                <a:spcPts val="600"/>
              </a:spcAft>
              <a:buFont typeface="Arial" panose="020B0604020202020204" pitchFamily="34" charset="0"/>
              <a:buChar char="•"/>
            </a:pPr>
            <a:r>
              <a:rPr lang="en-US" sz="1300" dirty="0">
                <a:latin typeface="Verdana" panose="020B0604030504040204" pitchFamily="34" charset="0"/>
                <a:ea typeface="Verdana" panose="020B0604030504040204" pitchFamily="34" charset="0"/>
              </a:rPr>
              <a:t>Analyze and  recommend DPL on of release of payment to Implementation Agency as per terms of the ERP Order.</a:t>
            </a:r>
          </a:p>
        </p:txBody>
      </p:sp>
      <p:sp>
        <p:nvSpPr>
          <p:cNvPr id="77" name="Oval 76">
            <a:extLst>
              <a:ext uri="{FF2B5EF4-FFF2-40B4-BE49-F238E27FC236}">
                <a16:creationId xmlns:a16="http://schemas.microsoft.com/office/drawing/2014/main" id="{7216B57D-B069-4E73-8E40-190BF8C65056}"/>
              </a:ext>
            </a:extLst>
          </p:cNvPr>
          <p:cNvSpPr/>
          <p:nvPr/>
        </p:nvSpPr>
        <p:spPr bwMode="gray">
          <a:xfrm>
            <a:off x="10899081" y="1362299"/>
            <a:ext cx="488823" cy="488823"/>
          </a:xfrm>
          <a:prstGeom prst="ellipse">
            <a:avLst/>
          </a:prstGeom>
          <a:solidFill>
            <a:schemeClr val="tx1">
              <a:lumMod val="75000"/>
              <a:lumOff val="25000"/>
            </a:schemeClr>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prstClr val="white"/>
              </a:solidFill>
            </a:endParaRPr>
          </a:p>
        </p:txBody>
      </p:sp>
      <p:sp>
        <p:nvSpPr>
          <p:cNvPr id="78" name="Freeform 751">
            <a:extLst>
              <a:ext uri="{FF2B5EF4-FFF2-40B4-BE49-F238E27FC236}">
                <a16:creationId xmlns:a16="http://schemas.microsoft.com/office/drawing/2014/main" id="{92DE9A23-F167-4279-A880-3CB507EA1B5A}"/>
              </a:ext>
            </a:extLst>
          </p:cNvPr>
          <p:cNvSpPr>
            <a:spLocks noEditPoints="1"/>
          </p:cNvSpPr>
          <p:nvPr/>
        </p:nvSpPr>
        <p:spPr bwMode="auto">
          <a:xfrm>
            <a:off x="10957645" y="1411658"/>
            <a:ext cx="382385" cy="382385"/>
          </a:xfrm>
          <a:custGeom>
            <a:avLst/>
            <a:gdLst>
              <a:gd name="T0" fmla="*/ 256 w 512"/>
              <a:gd name="T1" fmla="*/ 512 h 512"/>
              <a:gd name="T2" fmla="*/ 165 w 512"/>
              <a:gd name="T3" fmla="*/ 158 h 512"/>
              <a:gd name="T4" fmla="*/ 207 w 512"/>
              <a:gd name="T5" fmla="*/ 162 h 512"/>
              <a:gd name="T6" fmla="*/ 160 w 512"/>
              <a:gd name="T7" fmla="*/ 172 h 512"/>
              <a:gd name="T8" fmla="*/ 174 w 512"/>
              <a:gd name="T9" fmla="*/ 206 h 512"/>
              <a:gd name="T10" fmla="*/ 203 w 512"/>
              <a:gd name="T11" fmla="*/ 242 h 512"/>
              <a:gd name="T12" fmla="*/ 160 w 512"/>
              <a:gd name="T13" fmla="*/ 212 h 512"/>
              <a:gd name="T14" fmla="*/ 128 w 512"/>
              <a:gd name="T15" fmla="*/ 245 h 512"/>
              <a:gd name="T16" fmla="*/ 106 w 512"/>
              <a:gd name="T17" fmla="*/ 277 h 512"/>
              <a:gd name="T18" fmla="*/ 136 w 512"/>
              <a:gd name="T19" fmla="*/ 351 h 512"/>
              <a:gd name="T20" fmla="*/ 106 w 512"/>
              <a:gd name="T21" fmla="*/ 330 h 512"/>
              <a:gd name="T22" fmla="*/ 128 w 512"/>
              <a:gd name="T23" fmla="*/ 309 h 512"/>
              <a:gd name="T24" fmla="*/ 145 w 512"/>
              <a:gd name="T25" fmla="*/ 346 h 512"/>
              <a:gd name="T26" fmla="*/ 132 w 512"/>
              <a:gd name="T27" fmla="*/ 210 h 512"/>
              <a:gd name="T28" fmla="*/ 117 w 512"/>
              <a:gd name="T29" fmla="*/ 224 h 512"/>
              <a:gd name="T30" fmla="*/ 113 w 512"/>
              <a:gd name="T31" fmla="*/ 182 h 512"/>
              <a:gd name="T32" fmla="*/ 142 w 512"/>
              <a:gd name="T33" fmla="*/ 192 h 512"/>
              <a:gd name="T34" fmla="*/ 203 w 512"/>
              <a:gd name="T35" fmla="*/ 387 h 512"/>
              <a:gd name="T36" fmla="*/ 160 w 512"/>
              <a:gd name="T37" fmla="*/ 354 h 512"/>
              <a:gd name="T38" fmla="*/ 213 w 512"/>
              <a:gd name="T39" fmla="*/ 382 h 512"/>
              <a:gd name="T40" fmla="*/ 260 w 512"/>
              <a:gd name="T41" fmla="*/ 415 h 512"/>
              <a:gd name="T42" fmla="*/ 232 w 512"/>
              <a:gd name="T43" fmla="*/ 404 h 512"/>
              <a:gd name="T44" fmla="*/ 245 w 512"/>
              <a:gd name="T45" fmla="*/ 387 h 512"/>
              <a:gd name="T46" fmla="*/ 266 w 512"/>
              <a:gd name="T47" fmla="*/ 384 h 512"/>
              <a:gd name="T48" fmla="*/ 285 w 512"/>
              <a:gd name="T49" fmla="*/ 392 h 512"/>
              <a:gd name="T50" fmla="*/ 245 w 512"/>
              <a:gd name="T51" fmla="*/ 320 h 512"/>
              <a:gd name="T52" fmla="*/ 266 w 512"/>
              <a:gd name="T53" fmla="*/ 352 h 512"/>
              <a:gd name="T54" fmla="*/ 280 w 512"/>
              <a:gd name="T55" fmla="*/ 256 h 512"/>
              <a:gd name="T56" fmla="*/ 256 w 512"/>
              <a:gd name="T57" fmla="*/ 288 h 512"/>
              <a:gd name="T58" fmla="*/ 232 w 512"/>
              <a:gd name="T59" fmla="*/ 256 h 512"/>
              <a:gd name="T60" fmla="*/ 256 w 512"/>
              <a:gd name="T61" fmla="*/ 244 h 512"/>
              <a:gd name="T62" fmla="*/ 280 w 512"/>
              <a:gd name="T63" fmla="*/ 256 h 512"/>
              <a:gd name="T64" fmla="*/ 271 w 512"/>
              <a:gd name="T65" fmla="*/ 146 h 512"/>
              <a:gd name="T66" fmla="*/ 227 w 512"/>
              <a:gd name="T67" fmla="*/ 141 h 512"/>
              <a:gd name="T68" fmla="*/ 260 w 512"/>
              <a:gd name="T69" fmla="*/ 118 h 512"/>
              <a:gd name="T70" fmla="*/ 346 w 512"/>
              <a:gd name="T71" fmla="*/ 375 h 512"/>
              <a:gd name="T72" fmla="*/ 299 w 512"/>
              <a:gd name="T73" fmla="*/ 385 h 512"/>
              <a:gd name="T74" fmla="*/ 351 w 512"/>
              <a:gd name="T75" fmla="*/ 361 h 512"/>
              <a:gd name="T76" fmla="*/ 313 w 512"/>
              <a:gd name="T77" fmla="*/ 241 h 512"/>
              <a:gd name="T78" fmla="*/ 304 w 512"/>
              <a:gd name="T79" fmla="*/ 222 h 512"/>
              <a:gd name="T80" fmla="*/ 346 w 512"/>
              <a:gd name="T81" fmla="*/ 226 h 512"/>
              <a:gd name="T82" fmla="*/ 337 w 512"/>
              <a:gd name="T83" fmla="*/ 177 h 512"/>
              <a:gd name="T84" fmla="*/ 313 w 512"/>
              <a:gd name="T85" fmla="*/ 142 h 512"/>
              <a:gd name="T86" fmla="*/ 405 w 512"/>
              <a:gd name="T87" fmla="*/ 341 h 512"/>
              <a:gd name="T88" fmla="*/ 375 w 512"/>
              <a:gd name="T89" fmla="*/ 361 h 512"/>
              <a:gd name="T90" fmla="*/ 384 w 512"/>
              <a:gd name="T91" fmla="*/ 334 h 512"/>
              <a:gd name="T92" fmla="*/ 405 w 512"/>
              <a:gd name="T93" fmla="*/ 320 h 512"/>
              <a:gd name="T94" fmla="*/ 394 w 512"/>
              <a:gd name="T95" fmla="*/ 298 h 512"/>
              <a:gd name="T96" fmla="*/ 394 w 512"/>
              <a:gd name="T97" fmla="*/ 245 h 512"/>
              <a:gd name="T98" fmla="*/ 405 w 512"/>
              <a:gd name="T99" fmla="*/ 213 h 512"/>
              <a:gd name="T100" fmla="*/ 384 w 512"/>
              <a:gd name="T101" fmla="*/ 208 h 512"/>
              <a:gd name="T102" fmla="*/ 365 w 512"/>
              <a:gd name="T103" fmla="*/ 205 h 512"/>
              <a:gd name="T104" fmla="*/ 379 w 512"/>
              <a:gd name="T105" fmla="*/ 173 h 512"/>
              <a:gd name="T106" fmla="*/ 405 w 512"/>
              <a:gd name="T107"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165" y="158"/>
                </a:moveTo>
                <a:cubicBezTo>
                  <a:pt x="199" y="142"/>
                  <a:pt x="199" y="142"/>
                  <a:pt x="199" y="142"/>
                </a:cubicBezTo>
                <a:cubicBezTo>
                  <a:pt x="204" y="140"/>
                  <a:pt x="210" y="142"/>
                  <a:pt x="213" y="148"/>
                </a:cubicBezTo>
                <a:cubicBezTo>
                  <a:pt x="215" y="153"/>
                  <a:pt x="213" y="159"/>
                  <a:pt x="207" y="162"/>
                </a:cubicBezTo>
                <a:cubicBezTo>
                  <a:pt x="174" y="177"/>
                  <a:pt x="174" y="177"/>
                  <a:pt x="174" y="177"/>
                </a:cubicBezTo>
                <a:cubicBezTo>
                  <a:pt x="173" y="178"/>
                  <a:pt x="171" y="178"/>
                  <a:pt x="170" y="178"/>
                </a:cubicBezTo>
                <a:cubicBezTo>
                  <a:pt x="166" y="178"/>
                  <a:pt x="162" y="176"/>
                  <a:pt x="160" y="172"/>
                </a:cubicBezTo>
                <a:cubicBezTo>
                  <a:pt x="158" y="166"/>
                  <a:pt x="160" y="160"/>
                  <a:pt x="165" y="158"/>
                </a:cubicBezTo>
                <a:close/>
                <a:moveTo>
                  <a:pt x="160" y="212"/>
                </a:moveTo>
                <a:cubicBezTo>
                  <a:pt x="162" y="206"/>
                  <a:pt x="169" y="204"/>
                  <a:pt x="174" y="206"/>
                </a:cubicBezTo>
                <a:cubicBezTo>
                  <a:pt x="207" y="222"/>
                  <a:pt x="207" y="222"/>
                  <a:pt x="207" y="222"/>
                </a:cubicBezTo>
                <a:cubicBezTo>
                  <a:pt x="213" y="224"/>
                  <a:pt x="215" y="230"/>
                  <a:pt x="213" y="236"/>
                </a:cubicBezTo>
                <a:cubicBezTo>
                  <a:pt x="211" y="240"/>
                  <a:pt x="207" y="242"/>
                  <a:pt x="203" y="242"/>
                </a:cubicBezTo>
                <a:cubicBezTo>
                  <a:pt x="201" y="242"/>
                  <a:pt x="200" y="242"/>
                  <a:pt x="199" y="241"/>
                </a:cubicBezTo>
                <a:cubicBezTo>
                  <a:pt x="165" y="226"/>
                  <a:pt x="165" y="226"/>
                  <a:pt x="165" y="226"/>
                </a:cubicBezTo>
                <a:cubicBezTo>
                  <a:pt x="160" y="223"/>
                  <a:pt x="158" y="217"/>
                  <a:pt x="160" y="212"/>
                </a:cubicBezTo>
                <a:close/>
                <a:moveTo>
                  <a:pt x="106" y="245"/>
                </a:moveTo>
                <a:cubicBezTo>
                  <a:pt x="106" y="239"/>
                  <a:pt x="111" y="234"/>
                  <a:pt x="117" y="234"/>
                </a:cubicBezTo>
                <a:cubicBezTo>
                  <a:pt x="123" y="234"/>
                  <a:pt x="128" y="239"/>
                  <a:pt x="128" y="245"/>
                </a:cubicBezTo>
                <a:cubicBezTo>
                  <a:pt x="128" y="277"/>
                  <a:pt x="128" y="277"/>
                  <a:pt x="128" y="277"/>
                </a:cubicBezTo>
                <a:cubicBezTo>
                  <a:pt x="128" y="283"/>
                  <a:pt x="123" y="288"/>
                  <a:pt x="117" y="288"/>
                </a:cubicBezTo>
                <a:cubicBezTo>
                  <a:pt x="111" y="288"/>
                  <a:pt x="106" y="283"/>
                  <a:pt x="106" y="277"/>
                </a:cubicBezTo>
                <a:lnTo>
                  <a:pt x="106" y="245"/>
                </a:lnTo>
                <a:close/>
                <a:moveTo>
                  <a:pt x="145" y="346"/>
                </a:moveTo>
                <a:cubicBezTo>
                  <a:pt x="143" y="349"/>
                  <a:pt x="140" y="351"/>
                  <a:pt x="136" y="351"/>
                </a:cubicBezTo>
                <a:cubicBezTo>
                  <a:pt x="134" y="351"/>
                  <a:pt x="132" y="351"/>
                  <a:pt x="131" y="350"/>
                </a:cubicBezTo>
                <a:cubicBezTo>
                  <a:pt x="112" y="340"/>
                  <a:pt x="112" y="340"/>
                  <a:pt x="112" y="340"/>
                </a:cubicBezTo>
                <a:cubicBezTo>
                  <a:pt x="108" y="338"/>
                  <a:pt x="106" y="334"/>
                  <a:pt x="106" y="330"/>
                </a:cubicBezTo>
                <a:cubicBezTo>
                  <a:pt x="106" y="309"/>
                  <a:pt x="106" y="309"/>
                  <a:pt x="106" y="309"/>
                </a:cubicBezTo>
                <a:cubicBezTo>
                  <a:pt x="106" y="303"/>
                  <a:pt x="111" y="298"/>
                  <a:pt x="117" y="298"/>
                </a:cubicBezTo>
                <a:cubicBezTo>
                  <a:pt x="123" y="298"/>
                  <a:pt x="128" y="303"/>
                  <a:pt x="128" y="309"/>
                </a:cubicBezTo>
                <a:cubicBezTo>
                  <a:pt x="128" y="324"/>
                  <a:pt x="128" y="324"/>
                  <a:pt x="128" y="324"/>
                </a:cubicBezTo>
                <a:cubicBezTo>
                  <a:pt x="141" y="331"/>
                  <a:pt x="141" y="331"/>
                  <a:pt x="141" y="331"/>
                </a:cubicBezTo>
                <a:cubicBezTo>
                  <a:pt x="146" y="334"/>
                  <a:pt x="148" y="340"/>
                  <a:pt x="145" y="346"/>
                </a:cubicBezTo>
                <a:close/>
                <a:moveTo>
                  <a:pt x="146" y="205"/>
                </a:moveTo>
                <a:cubicBezTo>
                  <a:pt x="144" y="209"/>
                  <a:pt x="140" y="211"/>
                  <a:pt x="136" y="211"/>
                </a:cubicBezTo>
                <a:cubicBezTo>
                  <a:pt x="135" y="211"/>
                  <a:pt x="133" y="211"/>
                  <a:pt x="132" y="210"/>
                </a:cubicBezTo>
                <a:cubicBezTo>
                  <a:pt x="128" y="208"/>
                  <a:pt x="128" y="208"/>
                  <a:pt x="128" y="208"/>
                </a:cubicBezTo>
                <a:cubicBezTo>
                  <a:pt x="128" y="213"/>
                  <a:pt x="128" y="213"/>
                  <a:pt x="128" y="213"/>
                </a:cubicBezTo>
                <a:cubicBezTo>
                  <a:pt x="128" y="219"/>
                  <a:pt x="123" y="224"/>
                  <a:pt x="117" y="224"/>
                </a:cubicBezTo>
                <a:cubicBezTo>
                  <a:pt x="111" y="224"/>
                  <a:pt x="106" y="219"/>
                  <a:pt x="106" y="213"/>
                </a:cubicBezTo>
                <a:cubicBezTo>
                  <a:pt x="106" y="192"/>
                  <a:pt x="106" y="192"/>
                  <a:pt x="106" y="192"/>
                </a:cubicBezTo>
                <a:cubicBezTo>
                  <a:pt x="106" y="188"/>
                  <a:pt x="109" y="184"/>
                  <a:pt x="113" y="182"/>
                </a:cubicBezTo>
                <a:cubicBezTo>
                  <a:pt x="132" y="173"/>
                  <a:pt x="132" y="173"/>
                  <a:pt x="132" y="173"/>
                </a:cubicBezTo>
                <a:cubicBezTo>
                  <a:pt x="137" y="171"/>
                  <a:pt x="144" y="173"/>
                  <a:pt x="146" y="178"/>
                </a:cubicBezTo>
                <a:cubicBezTo>
                  <a:pt x="148" y="183"/>
                  <a:pt x="147" y="189"/>
                  <a:pt x="142" y="192"/>
                </a:cubicBezTo>
                <a:cubicBezTo>
                  <a:pt x="147" y="195"/>
                  <a:pt x="148" y="200"/>
                  <a:pt x="146" y="205"/>
                </a:cubicBezTo>
                <a:close/>
                <a:moveTo>
                  <a:pt x="213" y="382"/>
                </a:moveTo>
                <a:cubicBezTo>
                  <a:pt x="211" y="385"/>
                  <a:pt x="207" y="387"/>
                  <a:pt x="203" y="387"/>
                </a:cubicBezTo>
                <a:cubicBezTo>
                  <a:pt x="201" y="387"/>
                  <a:pt x="200" y="387"/>
                  <a:pt x="198" y="386"/>
                </a:cubicBezTo>
                <a:cubicBezTo>
                  <a:pt x="164" y="368"/>
                  <a:pt x="164" y="368"/>
                  <a:pt x="164" y="368"/>
                </a:cubicBezTo>
                <a:cubicBezTo>
                  <a:pt x="159" y="365"/>
                  <a:pt x="157" y="359"/>
                  <a:pt x="160" y="354"/>
                </a:cubicBezTo>
                <a:cubicBezTo>
                  <a:pt x="163" y="348"/>
                  <a:pt x="169" y="346"/>
                  <a:pt x="175" y="349"/>
                </a:cubicBezTo>
                <a:cubicBezTo>
                  <a:pt x="208" y="367"/>
                  <a:pt x="208" y="367"/>
                  <a:pt x="208" y="367"/>
                </a:cubicBezTo>
                <a:cubicBezTo>
                  <a:pt x="213" y="370"/>
                  <a:pt x="215" y="377"/>
                  <a:pt x="213" y="382"/>
                </a:cubicBezTo>
                <a:close/>
                <a:moveTo>
                  <a:pt x="280" y="406"/>
                </a:moveTo>
                <a:cubicBezTo>
                  <a:pt x="260" y="415"/>
                  <a:pt x="260" y="415"/>
                  <a:pt x="260" y="415"/>
                </a:cubicBezTo>
                <a:cubicBezTo>
                  <a:pt x="260" y="415"/>
                  <a:pt x="260" y="415"/>
                  <a:pt x="260" y="415"/>
                </a:cubicBezTo>
                <a:cubicBezTo>
                  <a:pt x="259" y="415"/>
                  <a:pt x="257" y="416"/>
                  <a:pt x="256" y="416"/>
                </a:cubicBezTo>
                <a:cubicBezTo>
                  <a:pt x="254" y="416"/>
                  <a:pt x="252" y="415"/>
                  <a:pt x="251" y="414"/>
                </a:cubicBezTo>
                <a:cubicBezTo>
                  <a:pt x="232" y="404"/>
                  <a:pt x="232" y="404"/>
                  <a:pt x="232" y="404"/>
                </a:cubicBezTo>
                <a:cubicBezTo>
                  <a:pt x="227" y="401"/>
                  <a:pt x="225" y="395"/>
                  <a:pt x="227" y="390"/>
                </a:cubicBezTo>
                <a:cubicBezTo>
                  <a:pt x="230" y="385"/>
                  <a:pt x="237" y="383"/>
                  <a:pt x="242" y="385"/>
                </a:cubicBezTo>
                <a:cubicBezTo>
                  <a:pt x="245" y="387"/>
                  <a:pt x="245" y="387"/>
                  <a:pt x="245" y="387"/>
                </a:cubicBezTo>
                <a:cubicBezTo>
                  <a:pt x="245" y="384"/>
                  <a:pt x="245" y="384"/>
                  <a:pt x="245" y="384"/>
                </a:cubicBezTo>
                <a:cubicBezTo>
                  <a:pt x="245" y="378"/>
                  <a:pt x="250" y="373"/>
                  <a:pt x="256" y="373"/>
                </a:cubicBezTo>
                <a:cubicBezTo>
                  <a:pt x="262" y="373"/>
                  <a:pt x="266" y="378"/>
                  <a:pt x="266" y="384"/>
                </a:cubicBezTo>
                <a:cubicBezTo>
                  <a:pt x="266" y="388"/>
                  <a:pt x="266" y="388"/>
                  <a:pt x="266" y="388"/>
                </a:cubicBezTo>
                <a:cubicBezTo>
                  <a:pt x="271" y="386"/>
                  <a:pt x="271" y="386"/>
                  <a:pt x="271" y="386"/>
                </a:cubicBezTo>
                <a:cubicBezTo>
                  <a:pt x="276" y="384"/>
                  <a:pt x="282" y="386"/>
                  <a:pt x="285" y="392"/>
                </a:cubicBezTo>
                <a:cubicBezTo>
                  <a:pt x="287" y="397"/>
                  <a:pt x="285" y="403"/>
                  <a:pt x="280" y="406"/>
                </a:cubicBezTo>
                <a:close/>
                <a:moveTo>
                  <a:pt x="245" y="352"/>
                </a:moveTo>
                <a:cubicBezTo>
                  <a:pt x="245" y="320"/>
                  <a:pt x="245" y="320"/>
                  <a:pt x="245" y="320"/>
                </a:cubicBezTo>
                <a:cubicBezTo>
                  <a:pt x="245" y="314"/>
                  <a:pt x="250" y="309"/>
                  <a:pt x="256" y="309"/>
                </a:cubicBezTo>
                <a:cubicBezTo>
                  <a:pt x="262" y="309"/>
                  <a:pt x="266" y="314"/>
                  <a:pt x="266" y="320"/>
                </a:cubicBezTo>
                <a:cubicBezTo>
                  <a:pt x="266" y="352"/>
                  <a:pt x="266" y="352"/>
                  <a:pt x="266" y="352"/>
                </a:cubicBezTo>
                <a:cubicBezTo>
                  <a:pt x="266" y="358"/>
                  <a:pt x="262" y="362"/>
                  <a:pt x="256" y="362"/>
                </a:cubicBezTo>
                <a:cubicBezTo>
                  <a:pt x="250" y="362"/>
                  <a:pt x="245" y="358"/>
                  <a:pt x="245" y="352"/>
                </a:cubicBezTo>
                <a:close/>
                <a:moveTo>
                  <a:pt x="280" y="256"/>
                </a:moveTo>
                <a:cubicBezTo>
                  <a:pt x="266" y="262"/>
                  <a:pt x="266" y="262"/>
                  <a:pt x="266" y="262"/>
                </a:cubicBezTo>
                <a:cubicBezTo>
                  <a:pt x="266" y="277"/>
                  <a:pt x="266" y="277"/>
                  <a:pt x="266" y="277"/>
                </a:cubicBezTo>
                <a:cubicBezTo>
                  <a:pt x="266" y="283"/>
                  <a:pt x="262" y="288"/>
                  <a:pt x="256" y="288"/>
                </a:cubicBezTo>
                <a:cubicBezTo>
                  <a:pt x="250" y="288"/>
                  <a:pt x="245" y="283"/>
                  <a:pt x="245" y="277"/>
                </a:cubicBezTo>
                <a:cubicBezTo>
                  <a:pt x="245" y="262"/>
                  <a:pt x="245" y="262"/>
                  <a:pt x="245" y="262"/>
                </a:cubicBezTo>
                <a:cubicBezTo>
                  <a:pt x="232" y="256"/>
                  <a:pt x="232" y="256"/>
                  <a:pt x="232" y="256"/>
                </a:cubicBezTo>
                <a:cubicBezTo>
                  <a:pt x="226" y="254"/>
                  <a:pt x="224" y="248"/>
                  <a:pt x="227" y="242"/>
                </a:cubicBezTo>
                <a:cubicBezTo>
                  <a:pt x="229" y="237"/>
                  <a:pt x="235" y="235"/>
                  <a:pt x="241" y="237"/>
                </a:cubicBezTo>
                <a:cubicBezTo>
                  <a:pt x="256" y="244"/>
                  <a:pt x="256" y="244"/>
                  <a:pt x="256" y="244"/>
                </a:cubicBezTo>
                <a:cubicBezTo>
                  <a:pt x="271" y="237"/>
                  <a:pt x="271" y="237"/>
                  <a:pt x="271" y="237"/>
                </a:cubicBezTo>
                <a:cubicBezTo>
                  <a:pt x="276" y="235"/>
                  <a:pt x="282" y="237"/>
                  <a:pt x="285" y="242"/>
                </a:cubicBezTo>
                <a:cubicBezTo>
                  <a:pt x="287" y="248"/>
                  <a:pt x="285" y="254"/>
                  <a:pt x="280" y="256"/>
                </a:cubicBezTo>
                <a:close/>
                <a:moveTo>
                  <a:pt x="285" y="141"/>
                </a:moveTo>
                <a:cubicBezTo>
                  <a:pt x="283" y="145"/>
                  <a:pt x="279" y="147"/>
                  <a:pt x="275" y="147"/>
                </a:cubicBezTo>
                <a:cubicBezTo>
                  <a:pt x="274" y="147"/>
                  <a:pt x="272" y="147"/>
                  <a:pt x="271" y="146"/>
                </a:cubicBezTo>
                <a:cubicBezTo>
                  <a:pt x="256" y="139"/>
                  <a:pt x="256" y="139"/>
                  <a:pt x="256" y="139"/>
                </a:cubicBezTo>
                <a:cubicBezTo>
                  <a:pt x="241" y="146"/>
                  <a:pt x="241" y="146"/>
                  <a:pt x="241" y="146"/>
                </a:cubicBezTo>
                <a:cubicBezTo>
                  <a:pt x="235" y="149"/>
                  <a:pt x="229" y="146"/>
                  <a:pt x="227" y="141"/>
                </a:cubicBezTo>
                <a:cubicBezTo>
                  <a:pt x="224" y="136"/>
                  <a:pt x="226" y="129"/>
                  <a:pt x="232" y="127"/>
                </a:cubicBezTo>
                <a:cubicBezTo>
                  <a:pt x="251" y="118"/>
                  <a:pt x="251" y="118"/>
                  <a:pt x="251" y="118"/>
                </a:cubicBezTo>
                <a:cubicBezTo>
                  <a:pt x="254" y="117"/>
                  <a:pt x="257" y="117"/>
                  <a:pt x="260" y="118"/>
                </a:cubicBezTo>
                <a:cubicBezTo>
                  <a:pt x="280" y="127"/>
                  <a:pt x="280" y="127"/>
                  <a:pt x="280" y="127"/>
                </a:cubicBezTo>
                <a:cubicBezTo>
                  <a:pt x="285" y="129"/>
                  <a:pt x="287" y="136"/>
                  <a:pt x="285" y="141"/>
                </a:cubicBezTo>
                <a:close/>
                <a:moveTo>
                  <a:pt x="346" y="375"/>
                </a:moveTo>
                <a:cubicBezTo>
                  <a:pt x="313" y="390"/>
                  <a:pt x="313" y="390"/>
                  <a:pt x="313" y="390"/>
                </a:cubicBezTo>
                <a:cubicBezTo>
                  <a:pt x="311" y="391"/>
                  <a:pt x="310" y="391"/>
                  <a:pt x="308" y="391"/>
                </a:cubicBezTo>
                <a:cubicBezTo>
                  <a:pt x="304" y="391"/>
                  <a:pt x="300" y="389"/>
                  <a:pt x="299" y="385"/>
                </a:cubicBezTo>
                <a:cubicBezTo>
                  <a:pt x="296" y="380"/>
                  <a:pt x="299" y="373"/>
                  <a:pt x="304" y="371"/>
                </a:cubicBezTo>
                <a:cubicBezTo>
                  <a:pt x="337" y="356"/>
                  <a:pt x="337" y="356"/>
                  <a:pt x="337" y="356"/>
                </a:cubicBezTo>
                <a:cubicBezTo>
                  <a:pt x="343" y="353"/>
                  <a:pt x="349" y="355"/>
                  <a:pt x="351" y="361"/>
                </a:cubicBezTo>
                <a:cubicBezTo>
                  <a:pt x="354" y="366"/>
                  <a:pt x="351" y="373"/>
                  <a:pt x="346" y="375"/>
                </a:cubicBezTo>
                <a:close/>
                <a:moveTo>
                  <a:pt x="346" y="226"/>
                </a:moveTo>
                <a:cubicBezTo>
                  <a:pt x="313" y="241"/>
                  <a:pt x="313" y="241"/>
                  <a:pt x="313" y="241"/>
                </a:cubicBezTo>
                <a:cubicBezTo>
                  <a:pt x="311" y="242"/>
                  <a:pt x="310" y="242"/>
                  <a:pt x="308" y="242"/>
                </a:cubicBezTo>
                <a:cubicBezTo>
                  <a:pt x="304" y="242"/>
                  <a:pt x="300" y="240"/>
                  <a:pt x="299" y="236"/>
                </a:cubicBezTo>
                <a:cubicBezTo>
                  <a:pt x="296" y="230"/>
                  <a:pt x="299" y="224"/>
                  <a:pt x="304" y="222"/>
                </a:cubicBezTo>
                <a:cubicBezTo>
                  <a:pt x="337" y="206"/>
                  <a:pt x="337" y="206"/>
                  <a:pt x="337" y="206"/>
                </a:cubicBezTo>
                <a:cubicBezTo>
                  <a:pt x="343" y="204"/>
                  <a:pt x="349" y="206"/>
                  <a:pt x="351" y="212"/>
                </a:cubicBezTo>
                <a:cubicBezTo>
                  <a:pt x="354" y="217"/>
                  <a:pt x="351" y="223"/>
                  <a:pt x="346" y="226"/>
                </a:cubicBezTo>
                <a:close/>
                <a:moveTo>
                  <a:pt x="351" y="172"/>
                </a:moveTo>
                <a:cubicBezTo>
                  <a:pt x="350" y="176"/>
                  <a:pt x="346" y="178"/>
                  <a:pt x="342" y="178"/>
                </a:cubicBezTo>
                <a:cubicBezTo>
                  <a:pt x="340" y="178"/>
                  <a:pt x="339" y="178"/>
                  <a:pt x="337" y="177"/>
                </a:cubicBezTo>
                <a:cubicBezTo>
                  <a:pt x="304" y="162"/>
                  <a:pt x="304" y="162"/>
                  <a:pt x="304" y="162"/>
                </a:cubicBezTo>
                <a:cubicBezTo>
                  <a:pt x="299" y="159"/>
                  <a:pt x="296" y="153"/>
                  <a:pt x="299" y="148"/>
                </a:cubicBezTo>
                <a:cubicBezTo>
                  <a:pt x="301" y="142"/>
                  <a:pt x="307" y="140"/>
                  <a:pt x="313" y="142"/>
                </a:cubicBezTo>
                <a:cubicBezTo>
                  <a:pt x="346" y="158"/>
                  <a:pt x="346" y="158"/>
                  <a:pt x="346" y="158"/>
                </a:cubicBezTo>
                <a:cubicBezTo>
                  <a:pt x="351" y="160"/>
                  <a:pt x="354" y="166"/>
                  <a:pt x="351" y="172"/>
                </a:cubicBezTo>
                <a:close/>
                <a:moveTo>
                  <a:pt x="405" y="341"/>
                </a:moveTo>
                <a:cubicBezTo>
                  <a:pt x="405" y="345"/>
                  <a:pt x="403" y="349"/>
                  <a:pt x="399" y="351"/>
                </a:cubicBezTo>
                <a:cubicBezTo>
                  <a:pt x="379" y="360"/>
                  <a:pt x="379" y="360"/>
                  <a:pt x="379" y="360"/>
                </a:cubicBezTo>
                <a:cubicBezTo>
                  <a:pt x="378" y="360"/>
                  <a:pt x="376" y="361"/>
                  <a:pt x="375" y="361"/>
                </a:cubicBezTo>
                <a:cubicBezTo>
                  <a:pt x="371" y="361"/>
                  <a:pt x="367" y="358"/>
                  <a:pt x="365" y="354"/>
                </a:cubicBezTo>
                <a:cubicBezTo>
                  <a:pt x="363" y="349"/>
                  <a:pt x="365" y="343"/>
                  <a:pt x="370" y="340"/>
                </a:cubicBezTo>
                <a:cubicBezTo>
                  <a:pt x="384" y="334"/>
                  <a:pt x="384" y="334"/>
                  <a:pt x="384" y="334"/>
                </a:cubicBezTo>
                <a:cubicBezTo>
                  <a:pt x="384" y="320"/>
                  <a:pt x="384" y="320"/>
                  <a:pt x="384" y="320"/>
                </a:cubicBezTo>
                <a:cubicBezTo>
                  <a:pt x="384" y="314"/>
                  <a:pt x="388" y="309"/>
                  <a:pt x="394" y="309"/>
                </a:cubicBezTo>
                <a:cubicBezTo>
                  <a:pt x="400" y="309"/>
                  <a:pt x="405" y="314"/>
                  <a:pt x="405" y="320"/>
                </a:cubicBezTo>
                <a:lnTo>
                  <a:pt x="405" y="341"/>
                </a:lnTo>
                <a:close/>
                <a:moveTo>
                  <a:pt x="405" y="288"/>
                </a:moveTo>
                <a:cubicBezTo>
                  <a:pt x="405" y="294"/>
                  <a:pt x="400" y="298"/>
                  <a:pt x="394" y="298"/>
                </a:cubicBezTo>
                <a:cubicBezTo>
                  <a:pt x="388" y="298"/>
                  <a:pt x="384" y="294"/>
                  <a:pt x="384" y="288"/>
                </a:cubicBezTo>
                <a:cubicBezTo>
                  <a:pt x="384" y="256"/>
                  <a:pt x="384" y="256"/>
                  <a:pt x="384" y="256"/>
                </a:cubicBezTo>
                <a:cubicBezTo>
                  <a:pt x="384" y="250"/>
                  <a:pt x="388" y="245"/>
                  <a:pt x="394" y="245"/>
                </a:cubicBezTo>
                <a:cubicBezTo>
                  <a:pt x="400" y="245"/>
                  <a:pt x="405" y="250"/>
                  <a:pt x="405" y="256"/>
                </a:cubicBezTo>
                <a:lnTo>
                  <a:pt x="405" y="288"/>
                </a:lnTo>
                <a:close/>
                <a:moveTo>
                  <a:pt x="405" y="213"/>
                </a:moveTo>
                <a:cubicBezTo>
                  <a:pt x="405" y="219"/>
                  <a:pt x="400" y="224"/>
                  <a:pt x="394" y="224"/>
                </a:cubicBezTo>
                <a:cubicBezTo>
                  <a:pt x="388" y="224"/>
                  <a:pt x="384" y="219"/>
                  <a:pt x="384" y="213"/>
                </a:cubicBezTo>
                <a:cubicBezTo>
                  <a:pt x="384" y="208"/>
                  <a:pt x="384" y="208"/>
                  <a:pt x="384" y="208"/>
                </a:cubicBezTo>
                <a:cubicBezTo>
                  <a:pt x="379" y="210"/>
                  <a:pt x="379" y="210"/>
                  <a:pt x="379" y="210"/>
                </a:cubicBezTo>
                <a:cubicBezTo>
                  <a:pt x="378" y="211"/>
                  <a:pt x="376" y="211"/>
                  <a:pt x="375" y="211"/>
                </a:cubicBezTo>
                <a:cubicBezTo>
                  <a:pt x="371" y="211"/>
                  <a:pt x="367" y="209"/>
                  <a:pt x="365" y="205"/>
                </a:cubicBezTo>
                <a:cubicBezTo>
                  <a:pt x="363" y="200"/>
                  <a:pt x="365" y="195"/>
                  <a:pt x="369" y="192"/>
                </a:cubicBezTo>
                <a:cubicBezTo>
                  <a:pt x="365" y="189"/>
                  <a:pt x="363" y="183"/>
                  <a:pt x="365" y="178"/>
                </a:cubicBezTo>
                <a:cubicBezTo>
                  <a:pt x="368" y="173"/>
                  <a:pt x="374" y="171"/>
                  <a:pt x="379" y="173"/>
                </a:cubicBezTo>
                <a:cubicBezTo>
                  <a:pt x="399" y="182"/>
                  <a:pt x="399" y="182"/>
                  <a:pt x="399" y="182"/>
                </a:cubicBezTo>
                <a:cubicBezTo>
                  <a:pt x="403" y="184"/>
                  <a:pt x="405" y="188"/>
                  <a:pt x="405" y="192"/>
                </a:cubicBezTo>
                <a:lnTo>
                  <a:pt x="405" y="21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solidFill>
                <a:prstClr val="black"/>
              </a:solidFill>
            </a:endParaRPr>
          </a:p>
        </p:txBody>
      </p:sp>
    </p:spTree>
    <p:extLst>
      <p:ext uri="{BB962C8B-B14F-4D97-AF65-F5344CB8AC3E}">
        <p14:creationId xmlns:p14="http://schemas.microsoft.com/office/powerpoint/2010/main" val="1832960441"/>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ewT53HJ_aGkMMJ3gsvl2I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_GV1YL_gTcqtONkWSWw6p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t85zJiCQxiEtwVChCqJy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dyjm.J1kRQ.8PofhR2na.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7FrjR09XQeWQcqAvmORqJ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1Jw_ZGNARmaA8ToKi5ssJ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Jg19lP45RH2VQEDHEGR8kg"/>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PiOql2rHQCK7hePOAMgO2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r0LmpPjHTq2U0Z67rHnPlA"/>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_GV1YL_gTcqtONkWSWw6pA"/>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t85zJiCQxiEtwVChCqJyA"/>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dyjm.J1kRQ.8PofhR2na.g"/>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7FrjR09XQeWQcqAvmORqJg"/>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1Jw_ZGNARmaA8ToKi5ssJw"/>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Jg19lP45RH2VQEDHEGR8kg"/>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PiOql2rHQCK7hePOAMgO2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qRvZVlYlwYHyZ._nOrIlpQ"/>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tphpARHdQbWot9j9ZjMvRw"/>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YCeo1uxhS2SIlrhC9JZAFA"/>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yRbUnYdwTH2h1SFcAmLM5A"/>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yRbUnYdwTH2h1SFcAmLM5A"/>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yRbUnYdwTH2h1SFcAmLM5A"/>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yRbUnYdwTH2h1SFcAmLM5A"/>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yRbUnYdwTH2h1SFcAmLM5A"/>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yRbUnYdwTH2h1SFcAmLM5A"/>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yRbUnYdwTH2h1SFcAmLM5A"/>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yRbUnYdwTH2h1SFcAmLM5A"/>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yRbUnYdwTH2h1SFcAmLM5A"/>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yRbUnYdwTH2h1SFcAmLM5A"/>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yRbUnYdwTH2h1SFcAmLM5A"/>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yRbUnYdwTH2h1SFcAmLM5A"/>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yRbUnYdwTH2h1SFcAmLM5A"/>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yRbUnYdwTH2h1SFcAmLM5A"/>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yRbUnYdwTH2h1SFcAmLM5A"/>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yRbUnYdwTH2h1SFcAmLM5A"/>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yRbUnYdwTH2h1SFcAmLM5A"/>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yRbUnYdwTH2h1SFcAmLM5A"/>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qGS4_yccI80zsxeQDAk0BQ"/>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qGS4_yccI80zsxeQDAk0BQ"/>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qGS4_yccI80zsxeQDAk0BQ"/>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be3IxZJwUuBzuOQrVOGDkA"/>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be3IxZJwUuBzuOQrVOGDkA"/>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be3IxZJwUuBzuOQrVOGDkA"/>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be3IxZJwUuBzuOQrVOGDkA"/>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be3IxZJwUuBzuOQrVOGDkA"/>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be3IxZJwUuBzuOQrVOGDkA"/>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be3IxZJwUuBzuOQrVOGDkA"/>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be3IxZJwUuBzuOQrVOGDkA"/>
</p:tagLst>
</file>

<file path=ppt/theme/theme1.xml><?xml version="1.0" encoding="utf-8"?>
<a:theme xmlns:a="http://schemas.openxmlformats.org/drawingml/2006/main" name="Theme1">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Theme1" id="{D15876C4-01DF-40AB-83E8-B5AFD214BD60}" vid="{BF0EB724-65A5-426D-8C28-320CA8D48642}"/>
    </a:ext>
  </a:extLst>
</a:theme>
</file>

<file path=ppt/theme/theme2.xml><?xml version="1.0" encoding="utf-8"?>
<a:theme xmlns:a="http://schemas.openxmlformats.org/drawingml/2006/main" name="2_Deloitte 16_9 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Blank_Template_16_9" id="{590E97A3-4408-485A-95E8-81133B6C641E}" vid="{A7A7DD32-BEFD-4667-AB23-4AFD4B9FDC4B}"/>
    </a:ext>
  </a:extLst>
</a:theme>
</file>

<file path=ppt/theme/theme3.xml><?xml version="1.0" encoding="utf-8"?>
<a:theme xmlns:a="http://schemas.openxmlformats.org/drawingml/2006/main" name="1_Deloitte 16_9 onscreen">
  <a:themeElements>
    <a:clrScheme name="Deloitte_2020">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4_3_Onscreen.potx" id="{300F3ED9-9C4C-4838-B157-107BB206E623}" vid="{ABD9136E-862F-4680-B56C-E8832C898BE1}"/>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40CAE57-E6D5-4A19-A8FF-362A28EB537E}">
  <ds:schemaRefs>
    <ds:schemaRef ds:uri="http://schemas.microsoft.com/office/infopath/2007/PartnerControls"/>
    <ds:schemaRef ds:uri="http://purl.org/dc/elements/1.1/"/>
    <ds:schemaRef ds:uri="http://schemas.microsoft.com/office/2006/metadata/properties"/>
    <ds:schemaRef ds:uri="7ac29c9a-ede1-4c31-be28-e9db5018f30e"/>
    <ds:schemaRef ds:uri="http://purl.org/dc/terms/"/>
    <ds:schemaRef ds:uri="http://schemas.openxmlformats.org/package/2006/metadata/core-properties"/>
    <ds:schemaRef ds:uri="http://schemas.microsoft.com/office/2006/documentManagement/types"/>
    <ds:schemaRef ds:uri="7b43ac7d-c802-4be2-b443-75b70fba9103"/>
    <ds:schemaRef ds:uri="http://www.w3.org/XML/1998/namespace"/>
    <ds:schemaRef ds:uri="http://purl.org/dc/dcmitype/"/>
  </ds:schemaRefs>
</ds:datastoreItem>
</file>

<file path=customXml/itemProps2.xml><?xml version="1.0" encoding="utf-8"?>
<ds:datastoreItem xmlns:ds="http://schemas.openxmlformats.org/officeDocument/2006/customXml" ds:itemID="{67F41651-E429-4C1A-90CE-6D892B348A8C}">
  <ds:schemaRefs>
    <ds:schemaRef ds:uri="http://schemas.microsoft.com/sharepoint/v3/contenttype/forms"/>
  </ds:schemaRefs>
</ds:datastoreItem>
</file>

<file path=customXml/itemProps3.xml><?xml version="1.0" encoding="utf-8"?>
<ds:datastoreItem xmlns:ds="http://schemas.openxmlformats.org/officeDocument/2006/customXml" ds:itemID="{26EAF4B3-77FF-4181-9636-64EC7BF4319D}"/>
</file>

<file path=docProps/app.xml><?xml version="1.0" encoding="utf-8"?>
<Properties xmlns="http://schemas.openxmlformats.org/officeDocument/2006/extended-properties" xmlns:vt="http://schemas.openxmlformats.org/officeDocument/2006/docPropsVTypes">
  <Template/>
  <TotalTime>13242</TotalTime>
  <Words>5446</Words>
  <Application>Microsoft Office PowerPoint</Application>
  <PresentationFormat>Widescreen</PresentationFormat>
  <Paragraphs>628</Paragraphs>
  <Slides>25</Slides>
  <Notes>10</Notes>
  <HiddenSlides>0</HiddenSlides>
  <MMClips>0</MMClips>
  <ScaleCrop>false</ScaleCrop>
  <HeadingPairs>
    <vt:vector size="8" baseType="variant">
      <vt:variant>
        <vt:lpstr>Fonts Used</vt:lpstr>
      </vt:variant>
      <vt:variant>
        <vt:i4>8</vt:i4>
      </vt:variant>
      <vt:variant>
        <vt:lpstr>Theme</vt:lpstr>
      </vt:variant>
      <vt:variant>
        <vt:i4>3</vt:i4>
      </vt:variant>
      <vt:variant>
        <vt:lpstr>Embedded OLE Servers</vt:lpstr>
      </vt:variant>
      <vt:variant>
        <vt:i4>1</vt:i4>
      </vt:variant>
      <vt:variant>
        <vt:lpstr>Slide Titles</vt:lpstr>
      </vt:variant>
      <vt:variant>
        <vt:i4>25</vt:i4>
      </vt:variant>
    </vt:vector>
  </HeadingPairs>
  <TitlesOfParts>
    <vt:vector size="37" baseType="lpstr">
      <vt:lpstr>华文细黑</vt:lpstr>
      <vt:lpstr>Arial</vt:lpstr>
      <vt:lpstr>Calibri</vt:lpstr>
      <vt:lpstr>Calibri Light</vt:lpstr>
      <vt:lpstr>Futura Bk</vt:lpstr>
      <vt:lpstr>Verdana</vt:lpstr>
      <vt:lpstr>Wingdings</vt:lpstr>
      <vt:lpstr>Wingdings 2</vt:lpstr>
      <vt:lpstr>Theme1</vt:lpstr>
      <vt:lpstr>2_Deloitte 16_9 onscreen</vt:lpstr>
      <vt:lpstr>1_Deloitte 16_9 onscreen</vt:lpstr>
      <vt:lpstr>think-cell Slide</vt:lpstr>
      <vt:lpstr>PowerPoint Presentation</vt:lpstr>
      <vt:lpstr>PowerPoint Presentation</vt:lpstr>
      <vt:lpstr>Project Context</vt:lpstr>
      <vt:lpstr>Summary of Scope of Work (1/2)</vt:lpstr>
      <vt:lpstr>Summary of Scope of Work (2/2)</vt:lpstr>
      <vt:lpstr>Our Approach and Methodology (1/2)</vt:lpstr>
      <vt:lpstr>Our Approach and Methodology (2/2)</vt:lpstr>
      <vt:lpstr>Initial Study Work Plan (Week 1 – Week 7)</vt:lpstr>
      <vt:lpstr>Work Plan (Week 8 onwards)</vt:lpstr>
      <vt:lpstr>Roles and Responsibilities of SI, DPL and PMO</vt:lpstr>
      <vt:lpstr>Department Discussion Summary (1/3)</vt:lpstr>
      <vt:lpstr>Department Discussion Summary (2/3)</vt:lpstr>
      <vt:lpstr>Department Discussion Summary (3/3)</vt:lpstr>
      <vt:lpstr>Key ERP Intervention Areas</vt:lpstr>
      <vt:lpstr>Next Steps</vt:lpstr>
      <vt:lpstr>Data and Documents Required (Information Requirement List – 1)</vt:lpstr>
      <vt:lpstr>PowerPoint Presentation</vt:lpstr>
      <vt:lpstr>PowerPoint Presentation</vt:lpstr>
      <vt:lpstr>Identified List of Core &amp; Subprocesses (1/3)</vt:lpstr>
      <vt:lpstr>Identified List of Core &amp; Subprocesses (2/3)</vt:lpstr>
      <vt:lpstr>Identified List of Core &amp; Subprocesses (3/3)</vt:lpstr>
      <vt:lpstr>Detailed Scope of Work (1/4)</vt:lpstr>
      <vt:lpstr>Detailed Scope of Work (2/4)</vt:lpstr>
      <vt:lpstr>Detailed Scope of Work (3/4)</vt:lpstr>
      <vt:lpstr>Detailed Scope of Work (4/4)</vt:lpstr>
    </vt:vector>
  </TitlesOfParts>
  <Company>Deloitte Touche Tohmatsu Services,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Siddharth Mani</dc:creator>
  <cp:lastModifiedBy>Mukherjee, Shouvik</cp:lastModifiedBy>
  <cp:revision>1039</cp:revision>
  <dcterms:created xsi:type="dcterms:W3CDTF">2020-08-21T09:31:26Z</dcterms:created>
  <dcterms:modified xsi:type="dcterms:W3CDTF">2023-08-12T15:49:24Z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0x01010046EABACCD3B39C49923CC76F9A3899B0</vt:lpwstr>
  </property>
  <property fmtid="{D5CDD505-2E9C-101B-9397-08002B2CF9AE}" pid="3" name="MSIP_Label_ea60d57e-af5b-4752-ac57-3e4f28ca11dc_Enabled">
    <vt:lpwstr>true</vt:lpwstr>
  </property>
  <property fmtid="{D5CDD505-2E9C-101B-9397-08002B2CF9AE}" pid="4" name="MSIP_Label_ea60d57e-af5b-4752-ac57-3e4f28ca11dc_SetDate">
    <vt:lpwstr>2022-03-28T05:10:27Z</vt:lpwstr>
  </property>
  <property fmtid="{D5CDD505-2E9C-101B-9397-08002B2CF9AE}" pid="5" name="MSIP_Label_ea60d57e-af5b-4752-ac57-3e4f28ca11dc_Method">
    <vt:lpwstr>Standard</vt:lpwstr>
  </property>
  <property fmtid="{D5CDD505-2E9C-101B-9397-08002B2CF9AE}" pid="6" name="MSIP_Label_ea60d57e-af5b-4752-ac57-3e4f28ca11dc_Name">
    <vt:lpwstr>ea60d57e-af5b-4752-ac57-3e4f28ca11dc</vt:lpwstr>
  </property>
  <property fmtid="{D5CDD505-2E9C-101B-9397-08002B2CF9AE}" pid="7" name="MSIP_Label_ea60d57e-af5b-4752-ac57-3e4f28ca11dc_SiteId">
    <vt:lpwstr>36da45f1-dd2c-4d1f-af13-5abe46b99921</vt:lpwstr>
  </property>
  <property fmtid="{D5CDD505-2E9C-101B-9397-08002B2CF9AE}" pid="8" name="MSIP_Label_ea60d57e-af5b-4752-ac57-3e4f28ca11dc_ActionId">
    <vt:lpwstr>b1ca4e26-9ca5-4580-957f-dfa8430e580c</vt:lpwstr>
  </property>
  <property fmtid="{D5CDD505-2E9C-101B-9397-08002B2CF9AE}" pid="9" name="MSIP_Label_ea60d57e-af5b-4752-ac57-3e4f28ca11dc_ContentBits">
    <vt:lpwstr>0</vt:lpwstr>
  </property>
</Properties>
</file>