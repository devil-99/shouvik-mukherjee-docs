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2.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theme/theme3.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heme/theme4.xml" ContentType="application/vnd.openxmlformats-officedocument.theme+xml"/>
  <Override PartName="/ppt/tags/tag38.xml" ContentType="application/vnd.openxmlformats-officedocument.presentationml.tags+xml"/>
  <Override PartName="/ppt/notesSlides/notesSlide1.xml" ContentType="application/vnd.openxmlformats-officedocument.presentationml.notesSlide+xml"/>
  <Override PartName="/ppt/tags/tag39.xml" ContentType="application/vnd.openxmlformats-officedocument.presentationml.tags+xml"/>
  <Override PartName="/ppt/notesSlides/notesSlide2.xml" ContentType="application/vnd.openxmlformats-officedocument.presentationml.notesSlide+xml"/>
  <Override PartName="/ppt/tags/tag40.xml" ContentType="application/vnd.openxmlformats-officedocument.presentationml.tags+xml"/>
  <Override PartName="/ppt/notesSlides/notesSlide3.xml" ContentType="application/vnd.openxmlformats-officedocument.presentationml.notesSlide+xml"/>
  <Override PartName="/ppt/tags/tag41.xml" ContentType="application/vnd.openxmlformats-officedocument.presentationml.tags+xml"/>
  <Override PartName="/ppt/notesSlides/notesSlide4.xml" ContentType="application/vnd.openxmlformats-officedocument.presentationml.notesSlide+xml"/>
  <Override PartName="/ppt/tags/tag42.xml" ContentType="application/vnd.openxmlformats-officedocument.presentationml.tags+xml"/>
  <Override PartName="/ppt/notesSlides/notesSlide5.xml" ContentType="application/vnd.openxmlformats-officedocument.presentationml.notesSlide+xml"/>
  <Override PartName="/ppt/tags/tag43.xml" ContentType="application/vnd.openxmlformats-officedocument.presentationml.tags+xml"/>
  <Override PartName="/ppt/notesSlides/notesSlide6.xml" ContentType="application/vnd.openxmlformats-officedocument.presentationml.notesSlide+xml"/>
  <Override PartName="/ppt/tags/tag44.xml" ContentType="application/vnd.openxmlformats-officedocument.presentationml.tag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4"/>
    <p:sldMasterId id="2147483875" r:id="rId5"/>
    <p:sldMasterId id="2147483917" r:id="rId6"/>
  </p:sldMasterIdLst>
  <p:notesMasterIdLst>
    <p:notesMasterId r:id="rId15"/>
  </p:notesMasterIdLst>
  <p:sldIdLst>
    <p:sldId id="2557" r:id="rId7"/>
    <p:sldId id="955" r:id="rId8"/>
    <p:sldId id="2658" r:id="rId9"/>
    <p:sldId id="2550" r:id="rId10"/>
    <p:sldId id="2653" r:id="rId11"/>
    <p:sldId id="2670" r:id="rId12"/>
    <p:sldId id="2679" r:id="rId13"/>
    <p:sldId id="2144867721" r:id="rId14"/>
  </p:sldIdLst>
  <p:sldSz cx="12192000" cy="6858000"/>
  <p:notesSz cx="6858000" cy="91440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ral" id="{CF085B75-7273-403C-BD2C-B10B85AF97E6}">
          <p14:sldIdLst>
            <p14:sldId id="2557"/>
            <p14:sldId id="955"/>
            <p14:sldId id="2658"/>
            <p14:sldId id="2550"/>
            <p14:sldId id="2653"/>
            <p14:sldId id="2670"/>
            <p14:sldId id="2679"/>
            <p14:sldId id="214486772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C2E7482-808A-54CF-D63F-DD5A4340B72C}" name="Mani, Siddharth" initials="MS" userId="S::simani@deloitte.com::ea703a10-db50-4df5-bf72-1a564ac3e541" providerId="AD"/>
  <p188:author id="{3AE890AC-EB14-2DF9-EA9D-005B3390285D}" name="Sharma, Piyush" initials="SP" userId="S::psharma12@deloitte.com::2d18546c-9080-478c-ad55-45412439005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6A6A6"/>
    <a:srgbClr val="DDEFE8"/>
    <a:srgbClr val="B7B7B7"/>
    <a:srgbClr val="0D8390"/>
    <a:srgbClr val="00165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B52B4-AA80-4F69-AAFA-30FE381977A7}" type="datetimeFigureOut">
              <a:rPr lang="en-US" smtClean="0"/>
              <a:t>8/8/2023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B8AF8-8DEE-476D-8599-E4AC1B353311}" type="slidenum">
              <a:rPr lang="en-US" smtClean="0"/>
              <a:t>‹#›</a:t>
            </a:fld>
            <a:endParaRPr lang="en-US"/>
          </a:p>
        </p:txBody>
      </p:sp>
    </p:spTree>
    <p:extLst>
      <p:ext uri="{BB962C8B-B14F-4D97-AF65-F5344CB8AC3E}">
        <p14:creationId xmlns:p14="http://schemas.microsoft.com/office/powerpoint/2010/main" val="2650801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63EA323-265B-4618-81ED-C58C3758288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5296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710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0604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6432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130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2127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9B7263-A17B-4449-900E-FD8687FAD364}"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4313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4.emf"/><Relationship Id="rId4" Type="http://schemas.openxmlformats.org/officeDocument/2006/relationships/oleObject" Target="../embeddings/oleObject3.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4.emf"/><Relationship Id="rId4" Type="http://schemas.openxmlformats.org/officeDocument/2006/relationships/oleObject" Target="../embeddings/oleObject4.bin"/></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4.emf"/><Relationship Id="rId4" Type="http://schemas.openxmlformats.org/officeDocument/2006/relationships/oleObject" Target="../embeddings/oleObject5.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4.emf"/><Relationship Id="rId4" Type="http://schemas.openxmlformats.org/officeDocument/2006/relationships/oleObject" Target="../embeddings/oleObject6.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4.emf"/><Relationship Id="rId4" Type="http://schemas.openxmlformats.org/officeDocument/2006/relationships/oleObject" Target="../embeddings/oleObject7.bin"/></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4.emf"/><Relationship Id="rId4" Type="http://schemas.openxmlformats.org/officeDocument/2006/relationships/oleObject" Target="../embeddings/oleObject8.bin"/></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9.emf"/><Relationship Id="rId4" Type="http://schemas.openxmlformats.org/officeDocument/2006/relationships/oleObject" Target="../embeddings/oleObject10.bin"/></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4.emf"/><Relationship Id="rId4" Type="http://schemas.openxmlformats.org/officeDocument/2006/relationships/oleObject" Target="../embeddings/oleObject1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4.emf"/><Relationship Id="rId4" Type="http://schemas.openxmlformats.org/officeDocument/2006/relationships/oleObject" Target="../embeddings/oleObject1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image" Target="../media/image4.emf"/><Relationship Id="rId4" Type="http://schemas.openxmlformats.org/officeDocument/2006/relationships/oleObject" Target="../embeddings/oleObject1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4.emf"/><Relationship Id="rId4" Type="http://schemas.openxmlformats.org/officeDocument/2006/relationships/oleObject" Target="../embeddings/oleObject1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4.emf"/><Relationship Id="rId4" Type="http://schemas.openxmlformats.org/officeDocument/2006/relationships/oleObject" Target="../embeddings/oleObject16.bin"/></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4.emf"/><Relationship Id="rId4" Type="http://schemas.openxmlformats.org/officeDocument/2006/relationships/oleObject" Target="../embeddings/oleObject17.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4.emf"/><Relationship Id="rId4" Type="http://schemas.openxmlformats.org/officeDocument/2006/relationships/oleObject" Target="../embeddings/oleObject18.bin"/></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70070187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2253352257"/>
      </p:ext>
    </p:extLst>
  </p:cSld>
  <p:clrMapOvr>
    <a:masterClrMapping/>
  </p:clrMapOvr>
  <p:transition>
    <p:fade/>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4977648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89389702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7519000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270167173"/>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4107588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84617278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25537043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37975726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784444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88551825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93020281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5766660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58358460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65576986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13504088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73695551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0883346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6977758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4925253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2054679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052880096"/>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307230923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2164993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3549156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39171321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2168023244"/>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617336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30413231"/>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051877055"/>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7951662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3234931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56349925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303739607"/>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75387977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59364963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0698638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79106769"/>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9565849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001968717"/>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4441544"/>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4669338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07944049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824950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81298241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27311411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7344322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5122783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5680069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57429045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206190911"/>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21349981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81578653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1654917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466566453"/>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8891634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1143441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9378479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97483139"/>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10924041"/>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40184627"/>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847053908"/>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76841508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650355954"/>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18327638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942818706"/>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165505076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503992" y="5791234"/>
            <a:ext cx="5592011" cy="505645"/>
          </a:xfrm>
          <a:prstGeom prst="rect">
            <a:avLst/>
          </a:prstGeom>
        </p:spPr>
        <p:txBody>
          <a:bodyPr lIns="0" tIns="0" rIns="0" bIns="0" anchor="b" anchorCtr="0">
            <a:noAutofit/>
          </a:bodyPr>
          <a:lstStyle>
            <a:lvl1pPr marL="0" indent="0" algn="l">
              <a:lnSpc>
                <a:spcPct val="100000"/>
              </a:lnSpc>
              <a:spcAft>
                <a:spcPts val="0"/>
              </a:spcAft>
              <a:buNone/>
              <a:defRPr sz="1941" b="1">
                <a:solidFill>
                  <a:schemeClr val="bg1"/>
                </a:solidFill>
              </a:defRPr>
            </a:lvl1pPr>
            <a:lvl2pPr marL="0" marR="0" indent="0" algn="l" defTabSz="1219144" rtl="0" eaLnBrk="1" fontAlgn="auto" latinLnBrk="0" hangingPunct="1">
              <a:lnSpc>
                <a:spcPct val="100000"/>
              </a:lnSpc>
              <a:spcBef>
                <a:spcPts val="0"/>
              </a:spcBef>
              <a:spcAft>
                <a:spcPts val="0"/>
              </a:spcAft>
              <a:buClrTx/>
              <a:buSzPct val="100000"/>
              <a:buFont typeface="Arial"/>
              <a:buNone/>
              <a:tabLst/>
              <a:defRPr sz="1941" b="0">
                <a:solidFill>
                  <a:schemeClr val="bg1"/>
                </a:solidFill>
              </a:defRPr>
            </a:lvl2pPr>
            <a:lvl3pPr marL="0" indent="0" algn="l">
              <a:spcAft>
                <a:spcPts val="0"/>
              </a:spcAft>
              <a:buNone/>
              <a:defRPr sz="2134">
                <a:solidFill>
                  <a:schemeClr val="bg1"/>
                </a:solidFill>
              </a:defRPr>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marL="0" marR="0" lvl="1" indent="0" algn="l" defTabSz="121914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1" y="6340383"/>
            <a:ext cx="5594350" cy="298450"/>
          </a:xfrm>
          <a:prstGeom prst="rect">
            <a:avLst/>
          </a:prstGeom>
        </p:spPr>
        <p:txBody>
          <a:bodyPr/>
          <a:lstStyle>
            <a:lvl1pPr>
              <a:spcAft>
                <a:spcPts val="0"/>
              </a:spcAft>
              <a:defRPr sz="1059">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267899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9"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399" b="1">
                <a:solidFill>
                  <a:schemeClr val="tx1"/>
                </a:solidFill>
              </a:defRPr>
            </a:lvl1pPr>
            <a:lvl2pPr marL="0" indent="0" algn="l">
              <a:buNone/>
              <a:defRPr sz="2134" b="0"/>
            </a:lvl2pPr>
            <a:lvl3pPr marL="1219144" indent="0" algn="ctr">
              <a:buNone/>
              <a:defRPr sz="2399"/>
            </a:lvl3pPr>
            <a:lvl4pPr marL="1828717" indent="0" algn="ctr">
              <a:buNone/>
              <a:defRPr sz="2134"/>
            </a:lvl4pPr>
            <a:lvl5pPr marL="2438289" indent="0" algn="ctr">
              <a:buNone/>
              <a:defRPr sz="2134"/>
            </a:lvl5pPr>
            <a:lvl6pPr marL="3047862" indent="0" algn="ctr">
              <a:buNone/>
              <a:defRPr sz="2134"/>
            </a:lvl6pPr>
            <a:lvl7pPr marL="3657433" indent="0" algn="ctr">
              <a:buNone/>
              <a:defRPr sz="2134"/>
            </a:lvl7pPr>
            <a:lvl8pPr marL="4267005" indent="0" algn="ctr">
              <a:buNone/>
              <a:defRPr sz="2134"/>
            </a:lvl8pPr>
            <a:lvl9pPr marL="4876579" indent="0" algn="ctr">
              <a:buNone/>
              <a:defRPr sz="2134"/>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a:solidFill>
                  <a:prstClr val="white"/>
                </a:solidFill>
              </a:endParaRPr>
            </a:p>
          </p:txBody>
        </p:sp>
      </p:grpSp>
    </p:spTree>
    <p:extLst>
      <p:ext uri="{BB962C8B-B14F-4D97-AF65-F5344CB8AC3E}">
        <p14:creationId xmlns:p14="http://schemas.microsoft.com/office/powerpoint/2010/main" val="297149746"/>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8"/>
            <a:ext cx="12192000" cy="6007753"/>
          </a:xfrm>
        </p:spPr>
        <p:txBody>
          <a:bodyPr/>
          <a:lstStyle/>
          <a:p>
            <a:endParaRPr lang="en-US"/>
          </a:p>
        </p:txBody>
      </p:sp>
      <p:grpSp>
        <p:nvGrpSpPr>
          <p:cNvPr id="9" name="Group 8"/>
          <p:cNvGrpSpPr/>
          <p:nvPr userDrawn="1"/>
        </p:nvGrpSpPr>
        <p:grpSpPr>
          <a:xfrm>
            <a:off x="0" y="4629686"/>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a:solidFill>
                  <a:prstClr val="white"/>
                </a:solidFill>
              </a:endParaRPr>
            </a:p>
          </p:txBody>
        </p:sp>
      </p:grpSp>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43374" y="6501538"/>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a:solidFill>
                  <a:prstClr val="white"/>
                </a:solidFill>
              </a:rPr>
              <a:t>Presentation on Supply, Implementation and Maintenance of an ERP solution to </a:t>
            </a:r>
            <a:r>
              <a:rPr lang="en-US" sz="867" err="1">
                <a:solidFill>
                  <a:prstClr val="white"/>
                </a:solidFill>
              </a:rPr>
              <a:t>Hirdaramani</a:t>
            </a:r>
            <a:r>
              <a:rPr lang="en-US" sz="867">
                <a:solidFill>
                  <a:prstClr val="white"/>
                </a:solidFill>
              </a:rPr>
              <a:t> Group</a:t>
            </a:r>
            <a:endParaRPr lang="fr-FR" sz="867">
              <a:solidFill>
                <a:prstClr val="white"/>
              </a:solidFill>
            </a:endParaRPr>
          </a:p>
        </p:txBody>
      </p:sp>
    </p:spTree>
    <p:extLst>
      <p:ext uri="{BB962C8B-B14F-4D97-AF65-F5344CB8AC3E}">
        <p14:creationId xmlns:p14="http://schemas.microsoft.com/office/powerpoint/2010/main" val="1513550287"/>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184482836"/>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3"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a:solidFill>
                <a:prstClr val="white"/>
              </a:solidFill>
            </a:endParaRPr>
          </a:p>
        </p:txBody>
      </p:sp>
      <p:sp>
        <p:nvSpPr>
          <p:cNvPr id="8" name="Rectangle 3"/>
          <p:cNvSpPr/>
          <p:nvPr userDrawn="1"/>
        </p:nvSpPr>
        <p:spPr bwMode="gray">
          <a:xfrm>
            <a:off x="-44822" y="2636887"/>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38" tIns="78438" rIns="78438" bIns="78438" rtlCol="0" anchor="ctr"/>
          <a:lstStyle/>
          <a:p>
            <a:pPr algn="ctr">
              <a:lnSpc>
                <a:spcPct val="106000"/>
              </a:lnSpc>
              <a:buFont typeface="Wingdings 2" pitchFamily="18" charset="2"/>
              <a:buNone/>
            </a:pPr>
            <a:endParaRPr lang="en-US" sz="1412" b="1">
              <a:solidFill>
                <a:prstClr val="white"/>
              </a:solidFill>
            </a:endParaRPr>
          </a:p>
        </p:txBody>
      </p:sp>
      <p:sp>
        <p:nvSpPr>
          <p:cNvPr id="3" name="Text Placeholder 2"/>
          <p:cNvSpPr>
            <a:spLocks noGrp="1"/>
          </p:cNvSpPr>
          <p:nvPr>
            <p:ph type="body" idx="1"/>
          </p:nvPr>
        </p:nvSpPr>
        <p:spPr bwMode="gray">
          <a:xfrm>
            <a:off x="-42580" y="2645736"/>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573" indent="0">
              <a:buNone/>
              <a:defRPr sz="2667">
                <a:solidFill>
                  <a:schemeClr val="tx1">
                    <a:tint val="75000"/>
                  </a:schemeClr>
                </a:solidFill>
              </a:defRPr>
            </a:lvl2pPr>
            <a:lvl3pPr marL="1219144" indent="0">
              <a:buNone/>
              <a:defRPr sz="2399">
                <a:solidFill>
                  <a:schemeClr val="tx1">
                    <a:tint val="75000"/>
                  </a:schemeClr>
                </a:solidFill>
              </a:defRPr>
            </a:lvl3pPr>
            <a:lvl4pPr marL="1828717" indent="0">
              <a:buNone/>
              <a:defRPr sz="2134">
                <a:solidFill>
                  <a:schemeClr val="tx1">
                    <a:tint val="75000"/>
                  </a:schemeClr>
                </a:solidFill>
              </a:defRPr>
            </a:lvl4pPr>
            <a:lvl5pPr marL="2438289" indent="0">
              <a:buNone/>
              <a:defRPr sz="2134">
                <a:solidFill>
                  <a:schemeClr val="tx1">
                    <a:tint val="75000"/>
                  </a:schemeClr>
                </a:solidFill>
              </a:defRPr>
            </a:lvl5pPr>
            <a:lvl6pPr marL="3047862" indent="0">
              <a:buNone/>
              <a:defRPr sz="2134">
                <a:solidFill>
                  <a:schemeClr val="tx1">
                    <a:tint val="75000"/>
                  </a:schemeClr>
                </a:solidFill>
              </a:defRPr>
            </a:lvl6pPr>
            <a:lvl7pPr marL="3657433" indent="0">
              <a:buNone/>
              <a:defRPr sz="2134">
                <a:solidFill>
                  <a:schemeClr val="tx1">
                    <a:tint val="75000"/>
                  </a:schemeClr>
                </a:solidFill>
              </a:defRPr>
            </a:lvl7pPr>
            <a:lvl8pPr marL="4267005" indent="0">
              <a:buNone/>
              <a:defRPr sz="2134">
                <a:solidFill>
                  <a:schemeClr val="tx1">
                    <a:tint val="75000"/>
                  </a:schemeClr>
                </a:solidFill>
              </a:defRPr>
            </a:lvl8pPr>
            <a:lvl9pPr marL="4876579" indent="0">
              <a:buNone/>
              <a:defRPr sz="2134">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80552851"/>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3"/>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a:t>Click to add subtitle</a:t>
            </a:r>
          </a:p>
        </p:txBody>
      </p:sp>
      <p:sp>
        <p:nvSpPr>
          <p:cNvPr id="14" name="Title Placeholder 1"/>
          <p:cNvSpPr>
            <a:spLocks noGrp="1"/>
          </p:cNvSpPr>
          <p:nvPr>
            <p:ph type="title"/>
          </p:nvPr>
        </p:nvSpPr>
        <p:spPr>
          <a:xfrm>
            <a:off x="501651" y="317502"/>
            <a:ext cx="11162350" cy="334101"/>
          </a:xfrm>
          <a:prstGeom prst="rect">
            <a:avLst/>
          </a:prstGeom>
        </p:spPr>
        <p:txBody>
          <a:bodyPr vert="horz" lIns="0" tIns="0" rIns="0" bIns="0" rtlCol="0" anchor="t" anchorCtr="0">
            <a:noAutofit/>
          </a:bodyPr>
          <a:lstStyle>
            <a:lvl1pPr>
              <a:defRPr sz="1941">
                <a:latin typeface="+mj-lt"/>
              </a:defRPr>
            </a:lvl1pPr>
          </a:lstStyle>
          <a:p>
            <a:r>
              <a:rPr lang="en-US" noProof="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1"/>
              </a:spcAft>
              <a:defRPr sz="1235"/>
            </a:lvl1pPr>
            <a:lvl2pPr>
              <a:spcAft>
                <a:spcPts val="1211"/>
              </a:spcAft>
              <a:defRPr sz="1235"/>
            </a:lvl2pPr>
            <a:lvl3pPr>
              <a:spcAft>
                <a:spcPts val="1211"/>
              </a:spcAft>
              <a:defRPr sz="1235"/>
            </a:lvl3pPr>
            <a:lvl4pPr>
              <a:spcAft>
                <a:spcPts val="1211"/>
              </a:spcAft>
              <a:defRPr sz="1235"/>
            </a:lvl4pPr>
            <a:lvl5pPr>
              <a:spcAft>
                <a:spcPts val="1211"/>
              </a:spcAft>
              <a:defRPr sz="1235"/>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9890306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1500"/>
            </a:lvl1pPr>
          </a:lstStyle>
          <a:p>
            <a:r>
              <a:rPr lang="en-GB" noProof="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a:t>Click to add subtitle</a:t>
            </a:r>
          </a:p>
        </p:txBody>
      </p:sp>
      <p:sp>
        <p:nvSpPr>
          <p:cNvPr id="4" name="Content Placeholder 3"/>
          <p:cNvSpPr>
            <a:spLocks noGrp="1"/>
          </p:cNvSpPr>
          <p:nvPr>
            <p:ph sz="quarter" idx="10"/>
          </p:nvPr>
        </p:nvSpPr>
        <p:spPr>
          <a:xfrm>
            <a:off x="469904" y="1665292"/>
            <a:ext cx="9348787" cy="4633910"/>
          </a:xfrm>
          <a:prstGeom prst="rect">
            <a:avLst/>
          </a:prstGeom>
        </p:spPr>
        <p:txBody>
          <a:bodyPr/>
          <a:lstStyle>
            <a:lvl1pPr>
              <a:tabLst>
                <a:tab pos="6728924" algn="r"/>
              </a:tabLst>
              <a:defRPr/>
            </a:lvl1pPr>
            <a:lvl2pPr>
              <a:tabLst>
                <a:tab pos="6728924" algn="r"/>
              </a:tabLst>
              <a:defRPr/>
            </a:lvl2pPr>
            <a:lvl3pPr>
              <a:tabLst>
                <a:tab pos="6728924" algn="r"/>
              </a:tabLst>
              <a:defRPr/>
            </a:lvl3pPr>
            <a:lvl4pPr>
              <a:tabLst>
                <a:tab pos="6728924" algn="r"/>
              </a:tabLst>
              <a:defRPr/>
            </a:lvl4pPr>
            <a:lvl5pPr>
              <a:tabLst>
                <a:tab pos="5028834" algn="r"/>
              </a:tabLst>
              <a:defRPr baseline="0"/>
            </a:lvl5pPr>
            <a:lvl6pPr marL="356374" indent="0">
              <a:buNone/>
              <a:tabLst>
                <a:tab pos="6728924" algn="r"/>
              </a:tabLst>
              <a:defRPr/>
            </a:lvl6pPr>
            <a:lvl7pPr>
              <a:tabLst>
                <a:tab pos="6728924" algn="r"/>
              </a:tabLst>
              <a:defRPr/>
            </a:lvl7pPr>
            <a:lvl8pPr>
              <a:tabLst>
                <a:tab pos="6728924" algn="r"/>
              </a:tabLst>
              <a:defRPr/>
            </a:lvl8pPr>
            <a:lvl9pPr>
              <a:tabLst>
                <a:tab pos="6728924"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solidFill>
                <a:srgbClr val="000000"/>
              </a:solidFill>
            </a:endParaRPr>
          </a:p>
        </p:txBody>
      </p:sp>
    </p:spTree>
    <p:extLst>
      <p:ext uri="{BB962C8B-B14F-4D97-AF65-F5344CB8AC3E}">
        <p14:creationId xmlns:p14="http://schemas.microsoft.com/office/powerpoint/2010/main" val="3349958909"/>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4" y="1628777"/>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a:t>Click to edit Master text styles</a:t>
            </a:r>
          </a:p>
        </p:txBody>
      </p:sp>
      <p:sp>
        <p:nvSpPr>
          <p:cNvPr id="2" name="Footer Placeholder 1"/>
          <p:cNvSpPr>
            <a:spLocks noGrp="1"/>
          </p:cNvSpPr>
          <p:nvPr>
            <p:ph type="ftr" sz="quarter" idx="11"/>
          </p:nvPr>
        </p:nvSpPr>
        <p:spPr/>
        <p:txBody>
          <a:bodyPr/>
          <a:lstStyle/>
          <a:p>
            <a:endParaRPr lang="en-GB">
              <a:solidFill>
                <a:prstClr val="black"/>
              </a:solidFill>
            </a:endParaRPr>
          </a:p>
        </p:txBody>
      </p:sp>
    </p:spTree>
    <p:extLst>
      <p:ext uri="{BB962C8B-B14F-4D97-AF65-F5344CB8AC3E}">
        <p14:creationId xmlns:p14="http://schemas.microsoft.com/office/powerpoint/2010/main" val="256169433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a:t>Deloitte refers to one or more of Deloitte </a:t>
            </a:r>
            <a:r>
              <a:rPr lang="en-US" noProof="0" err="1"/>
              <a:t>Touche</a:t>
            </a:r>
            <a:r>
              <a:rPr lang="en-US" noProof="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a:t>This material has been prepared by Deloitte </a:t>
            </a:r>
            <a:r>
              <a:rPr lang="en-US" noProof="0" err="1"/>
              <a:t>Touche</a:t>
            </a:r>
            <a:r>
              <a:rPr lang="en-US" noProof="0"/>
              <a:t> Tohmatsu India LLP (“DTTILLP”), a member of Deloitte </a:t>
            </a:r>
            <a:r>
              <a:rPr lang="en-US" noProof="0" err="1"/>
              <a:t>Touche</a:t>
            </a:r>
            <a:r>
              <a:rPr lang="en-US" noProof="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a:t>©2018 Deloitte </a:t>
            </a:r>
            <a:r>
              <a:rPr lang="en-US" noProof="0" err="1"/>
              <a:t>Touche</a:t>
            </a:r>
            <a:r>
              <a:rPr lang="en-US" noProof="0"/>
              <a:t> Tohmatsu India LLP. Member of Deloitte </a:t>
            </a:r>
            <a:r>
              <a:rPr lang="en-US" noProof="0" err="1"/>
              <a:t>Touche</a:t>
            </a:r>
            <a:r>
              <a:rPr lang="en-US" noProof="0"/>
              <a:t> Tohmatsu Limited</a:t>
            </a:r>
          </a:p>
          <a:p>
            <a:pPr lvl="0"/>
            <a:r>
              <a:rPr lang="en-US" noProof="0"/>
              <a:t>Deloitte </a:t>
            </a:r>
            <a:r>
              <a:rPr lang="en-US" noProof="0" err="1"/>
              <a:t>Touche</a:t>
            </a:r>
            <a:r>
              <a:rPr lang="en-US" noProof="0"/>
              <a:t> Tohmatsu India Private Limited (U74140MH199 5PTC093339), a private company limited by shares, was converted into Deloitte </a:t>
            </a:r>
            <a:r>
              <a:rPr lang="en-US" noProof="0" err="1"/>
              <a:t>Touche</a:t>
            </a:r>
            <a:r>
              <a:rPr lang="en-US" noProof="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08025723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966314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3"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3" y="6362702"/>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94574289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799"/>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56" indent="0" algn="ctr">
              <a:buNone/>
              <a:defRPr sz="2667"/>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54642687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0215"/>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3546"/>
            <a:ext cx="10418235"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902296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425018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8" name="TextBox 7"/>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9" name="TextBox 8"/>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73969497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45877904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3" y="1705671"/>
            <a:ext cx="10418233" cy="1592403"/>
          </a:xfrm>
        </p:spPr>
        <p:txBody>
          <a:bodyPr anchor="b"/>
          <a:lstStyle>
            <a:lvl1pPr>
              <a:lnSpc>
                <a:spcPct val="95000"/>
              </a:lnSpc>
              <a:defRPr sz="3849"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3" y="3429001"/>
            <a:ext cx="10418233" cy="1566532"/>
          </a:xfrm>
        </p:spPr>
        <p:txBody>
          <a:bodyPr lIns="0" tIns="0" rIns="0" bIns="0">
            <a:noAutofit/>
          </a:bodyPr>
          <a:lstStyle>
            <a:lvl1pPr marL="0" indent="0">
              <a:lnSpc>
                <a:spcPct val="95000"/>
              </a:lnSpc>
              <a:spcAft>
                <a:spcPts val="0"/>
              </a:spcAft>
              <a:buNone/>
              <a:defRPr sz="3849">
                <a:solidFill>
                  <a:schemeClr val="bg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21" name="TextBox 20"/>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2" name="TextBox 21"/>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28777529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1"/>
            <a:ext cx="10418233" cy="1592403"/>
          </a:xfrm>
        </p:spPr>
        <p:txBody>
          <a:bodyPr anchor="b"/>
          <a:lstStyle>
            <a:lvl1pPr>
              <a:lnSpc>
                <a:spcPct val="95000"/>
              </a:lnSpc>
              <a:defRPr sz="3849"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9001"/>
            <a:ext cx="10541000" cy="1566532"/>
          </a:xfrm>
        </p:spPr>
        <p:txBody>
          <a:bodyPr lIns="0" tIns="0" rIns="0" bIns="0">
            <a:noAutofit/>
          </a:bodyPr>
          <a:lstStyle>
            <a:lvl1pPr marL="0" indent="0">
              <a:lnSpc>
                <a:spcPct val="95000"/>
              </a:lnSpc>
              <a:spcAft>
                <a:spcPts val="0"/>
              </a:spcAft>
              <a:buNone/>
              <a:defRPr sz="3849">
                <a:solidFill>
                  <a:schemeClr val="tx1"/>
                </a:solidFill>
              </a:defRPr>
            </a:lvl1pPr>
            <a:lvl2pPr marL="609556" indent="0">
              <a:buNone/>
              <a:defRPr sz="2667">
                <a:solidFill>
                  <a:schemeClr val="tx1">
                    <a:tint val="75000"/>
                  </a:schemeClr>
                </a:solidFill>
              </a:defRPr>
            </a:lvl2pPr>
            <a:lvl3pPr marL="1219112" indent="0">
              <a:buNone/>
              <a:defRPr sz="2399">
                <a:solidFill>
                  <a:schemeClr val="tx1">
                    <a:tint val="75000"/>
                  </a:schemeClr>
                </a:solidFill>
              </a:defRPr>
            </a:lvl3pPr>
            <a:lvl4pPr marL="1828667" indent="0">
              <a:buNone/>
              <a:defRPr sz="2133">
                <a:solidFill>
                  <a:schemeClr val="tx1">
                    <a:tint val="75000"/>
                  </a:schemeClr>
                </a:solidFill>
              </a:defRPr>
            </a:lvl4pPr>
            <a:lvl5pPr marL="2438223" indent="0">
              <a:buNone/>
              <a:defRPr sz="2133">
                <a:solidFill>
                  <a:schemeClr val="tx1">
                    <a:tint val="75000"/>
                  </a:schemeClr>
                </a:solidFill>
              </a:defRPr>
            </a:lvl5pPr>
            <a:lvl6pPr marL="3047778" indent="0">
              <a:buNone/>
              <a:defRPr sz="2133">
                <a:solidFill>
                  <a:schemeClr val="tx1">
                    <a:tint val="75000"/>
                  </a:schemeClr>
                </a:solidFill>
              </a:defRPr>
            </a:lvl6pPr>
            <a:lvl7pPr marL="3657335" indent="0">
              <a:buNone/>
              <a:defRPr sz="2133">
                <a:solidFill>
                  <a:schemeClr val="tx1">
                    <a:tint val="75000"/>
                  </a:schemeClr>
                </a:solidFill>
              </a:defRPr>
            </a:lvl7pPr>
            <a:lvl8pPr marL="4266889" indent="0">
              <a:buNone/>
              <a:defRPr sz="2133">
                <a:solidFill>
                  <a:schemeClr val="tx1">
                    <a:tint val="75000"/>
                  </a:schemeClr>
                </a:solidFill>
              </a:defRPr>
            </a:lvl8pPr>
            <a:lvl9pPr marL="4876445"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94539930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2021.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02286893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2" y="1665289"/>
            <a:ext cx="4431857" cy="4633913"/>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4"/>
            <a:ext cx="6240000" cy="4598989"/>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53996821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504985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12" indent="0" algn="ctr">
              <a:buNone/>
              <a:defRPr sz="2399"/>
            </a:lvl3pPr>
            <a:lvl4pPr marL="1828667" indent="0" algn="ctr">
              <a:buNone/>
              <a:defRPr sz="2133"/>
            </a:lvl4pPr>
            <a:lvl5pPr marL="2438223" indent="0" algn="ctr">
              <a:buNone/>
              <a:defRPr sz="2133"/>
            </a:lvl5pPr>
            <a:lvl6pPr marL="3047778" indent="0" algn="ctr">
              <a:buNone/>
              <a:defRPr sz="2133"/>
            </a:lvl6pPr>
            <a:lvl7pPr marL="3657335" indent="0" algn="ctr">
              <a:buNone/>
              <a:defRPr sz="2133"/>
            </a:lvl7pPr>
            <a:lvl8pPr marL="4266889" indent="0" algn="ctr">
              <a:buNone/>
              <a:defRPr sz="2133"/>
            </a:lvl8pPr>
            <a:lvl9pPr marL="4876445"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7" y="6362702"/>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97103181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3" name="TextBox 12"/>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009861103"/>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616886884"/>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9" name="TextBox 18"/>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20" name="TextBox 19"/>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657601000"/>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8"/>
            <a:ext cx="9029604" cy="4708525"/>
          </a:xfrm>
          <a:prstGeom prst="rect">
            <a:avLst/>
          </a:prstGeom>
        </p:spPr>
        <p:txBody>
          <a:bodyPr>
            <a:noAutofit/>
          </a:bodyPr>
          <a:lstStyle>
            <a:lvl1pPr>
              <a:spcBef>
                <a:spcPts val="4800"/>
              </a:spcBef>
              <a:defRPr sz="2800">
                <a:solidFill>
                  <a:schemeClr val="bg1"/>
                </a:solidFill>
              </a:defRPr>
            </a:lvl1pPr>
            <a:lvl2pPr marL="609556" indent="-609556">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469902"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6" name="TextBox 15"/>
          <p:cNvSpPr txBox="1"/>
          <p:nvPr userDrawn="1"/>
        </p:nvSpPr>
        <p:spPr>
          <a:xfrm>
            <a:off x="11414126"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292392828"/>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2"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9"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4" y="1851444"/>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2" y="1851444"/>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8" y="1851444"/>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1218080859"/>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2" indent="-235182">
              <a:spcAft>
                <a:spcPts val="1333"/>
              </a:spcAft>
              <a:buFont typeface="Arial" panose="020B0604020202020204" pitchFamily="34" charset="0"/>
              <a:buChar char="•"/>
              <a:defRPr/>
            </a:lvl4pPr>
            <a:lvl5pPr marL="475166" indent="-235182">
              <a:spcAft>
                <a:spcPts val="1333"/>
              </a:spcAft>
              <a:defRPr baseline="0"/>
            </a:lvl5pPr>
            <a:lvl6pPr marL="475166" indent="-235182">
              <a:spcAft>
                <a:spcPts val="1333"/>
              </a:spcAft>
              <a:buFont typeface="Verdana" panose="020B0604030504040204" pitchFamily="34" charset="0"/>
              <a:buChar char="−"/>
              <a:defRPr/>
            </a:lvl6pPr>
            <a:lvl7pPr marL="475166" indent="-235182">
              <a:spcAft>
                <a:spcPts val="1333"/>
              </a:spcAft>
              <a:defRPr/>
            </a:lvl7pPr>
            <a:lvl8pPr marL="475166" indent="-235182">
              <a:spcAft>
                <a:spcPts val="1333"/>
              </a:spcAft>
              <a:defRPr/>
            </a:lvl8pPr>
            <a:lvl9pPr marL="475166" indent="-235182">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Tree>
    <p:extLst>
      <p:ext uri="{BB962C8B-B14F-4D97-AF65-F5344CB8AC3E}">
        <p14:creationId xmlns:p14="http://schemas.microsoft.com/office/powerpoint/2010/main" val="778807213"/>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2" indent="-235182">
              <a:spcAft>
                <a:spcPts val="1333"/>
              </a:spcAft>
              <a:buFont typeface="Arial" panose="020B0604020202020204" pitchFamily="34" charset="0"/>
              <a:buChar char="•"/>
              <a:defRPr>
                <a:solidFill>
                  <a:schemeClr val="bg1"/>
                </a:solidFill>
              </a:defRPr>
            </a:lvl4pPr>
            <a:lvl5pPr marL="475166" indent="-235182">
              <a:spcAft>
                <a:spcPts val="1333"/>
              </a:spcAft>
              <a:defRPr baseline="0">
                <a:solidFill>
                  <a:schemeClr val="bg1"/>
                </a:solidFill>
              </a:defRPr>
            </a:lvl5pPr>
            <a:lvl6pPr marL="475166" indent="-235182">
              <a:spcAft>
                <a:spcPts val="1333"/>
              </a:spcAft>
              <a:buFont typeface="Verdana" panose="020B0604030504040204" pitchFamily="34" charset="0"/>
              <a:buChar char="−"/>
              <a:defRPr>
                <a:solidFill>
                  <a:schemeClr val="bg1"/>
                </a:solidFill>
              </a:defRPr>
            </a:lvl6pPr>
            <a:lvl7pPr marL="475166" indent="-235182">
              <a:spcAft>
                <a:spcPts val="1333"/>
              </a:spcAft>
              <a:defRPr>
                <a:solidFill>
                  <a:schemeClr val="bg1"/>
                </a:solidFill>
              </a:defRPr>
            </a:lvl7pPr>
            <a:lvl8pPr marL="475166" indent="-235182">
              <a:spcAft>
                <a:spcPts val="1333"/>
              </a:spcAft>
              <a:defRPr>
                <a:solidFill>
                  <a:schemeClr val="bg1"/>
                </a:solidFill>
              </a:defRPr>
            </a:lvl8pPr>
            <a:lvl9pPr marL="475166" indent="-235182">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5" y="6477004"/>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a:t>
            </a:r>
          </a:p>
        </p:txBody>
      </p:sp>
      <p:sp>
        <p:nvSpPr>
          <p:cNvPr id="14" name="TextBox 13"/>
          <p:cNvSpPr txBox="1"/>
          <p:nvPr userDrawn="1"/>
        </p:nvSpPr>
        <p:spPr>
          <a:xfrm>
            <a:off x="501655" y="6477004"/>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Member firms and DTTL: Insert appropriate copyright</a:t>
            </a:r>
            <a:br>
              <a:rPr lang="en-US" sz="650" noProof="0">
                <a:solidFill>
                  <a:schemeClr val="bg1"/>
                </a:solidFill>
              </a:rPr>
            </a:br>
            <a:r>
              <a:rPr lang="en-US" sz="650" noProof="0">
                <a:solidFill>
                  <a:schemeClr val="bg1"/>
                </a:solidFill>
              </a:rPr>
              <a:t>[To edit, click View &gt; Slide Master &gt; Slide Master]</a:t>
            </a:r>
          </a:p>
        </p:txBody>
      </p:sp>
      <p:sp>
        <p:nvSpPr>
          <p:cNvPr id="15" name="TextBox 14"/>
          <p:cNvSpPr txBox="1"/>
          <p:nvPr userDrawn="1"/>
        </p:nvSpPr>
        <p:spPr>
          <a:xfrm>
            <a:off x="11382380"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661605953"/>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179" indent="0" algn="ctr">
              <a:buNone/>
              <a:defRPr>
                <a:solidFill>
                  <a:schemeClr val="tx1">
                    <a:tint val="75000"/>
                  </a:schemeClr>
                </a:solidFill>
              </a:defRPr>
            </a:lvl2pPr>
            <a:lvl3pPr marL="914356" indent="0" algn="ctr">
              <a:buNone/>
              <a:defRPr>
                <a:solidFill>
                  <a:schemeClr val="tx1">
                    <a:tint val="75000"/>
                  </a:schemeClr>
                </a:solidFill>
              </a:defRPr>
            </a:lvl3pPr>
            <a:lvl4pPr marL="1371535" indent="0" algn="ctr">
              <a:buNone/>
              <a:defRPr>
                <a:solidFill>
                  <a:schemeClr val="tx1">
                    <a:tint val="75000"/>
                  </a:schemeClr>
                </a:solidFill>
              </a:defRPr>
            </a:lvl4pPr>
            <a:lvl5pPr marL="1828713" indent="0" algn="ctr">
              <a:buNone/>
              <a:defRPr>
                <a:solidFill>
                  <a:schemeClr val="tx1">
                    <a:tint val="75000"/>
                  </a:schemeClr>
                </a:solidFill>
              </a:defRPr>
            </a:lvl5pPr>
            <a:lvl6pPr marL="2285891" indent="0" algn="ctr">
              <a:buNone/>
              <a:defRPr>
                <a:solidFill>
                  <a:schemeClr val="tx1">
                    <a:tint val="75000"/>
                  </a:schemeClr>
                </a:solidFill>
              </a:defRPr>
            </a:lvl6pPr>
            <a:lvl7pPr marL="2743069" indent="0" algn="ctr">
              <a:buNone/>
              <a:defRPr>
                <a:solidFill>
                  <a:schemeClr val="tx1">
                    <a:tint val="75000"/>
                  </a:schemeClr>
                </a:solidFill>
              </a:defRPr>
            </a:lvl7pPr>
            <a:lvl8pPr marL="3200247" indent="0" algn="ctr">
              <a:buNone/>
              <a:defRPr>
                <a:solidFill>
                  <a:schemeClr val="tx1">
                    <a:tint val="75000"/>
                  </a:schemeClr>
                </a:solidFill>
              </a:defRPr>
            </a:lvl8pPr>
            <a:lvl9pPr marL="3657425" indent="0" algn="ctr">
              <a:buNone/>
              <a:defRPr>
                <a:solidFill>
                  <a:schemeClr val="tx1">
                    <a:tint val="75000"/>
                  </a:schemeClr>
                </a:solidFill>
              </a:defRPr>
            </a:lvl9pPr>
          </a:lstStyle>
          <a:p>
            <a:r>
              <a:rPr lang="en-US"/>
              <a:t>Click to edit Master subtitle style</a:t>
            </a:r>
            <a:endParaRPr lang="en-GB"/>
          </a:p>
        </p:txBody>
      </p:sp>
      <p:sp>
        <p:nvSpPr>
          <p:cNvPr id="14" name="Slide Number Placeholder 7"/>
          <p:cNvSpPr>
            <a:spLocks noGrp="1"/>
          </p:cNvSpPr>
          <p:nvPr>
            <p:ph type="sldNum" sz="quarter" idx="4"/>
          </p:nvPr>
        </p:nvSpPr>
        <p:spPr>
          <a:xfrm>
            <a:off x="10629331"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356">
              <a:defRPr/>
            </a:pPr>
            <a:r>
              <a:rPr lang="en-GB" sz="800">
                <a:latin typeface="Verdana"/>
                <a:ea typeface="Verdana" panose="020B0604030504040204" pitchFamily="34" charset="0"/>
                <a:cs typeface="Times New Roman" panose="02020603050405020304" pitchFamily="18" charset="0"/>
              </a:rPr>
              <a:t>© 2019. For information, contact Deloitte Touche Tohmatsu Limited.</a:t>
            </a:r>
            <a:endParaRPr lang="en-US" sz="80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561343783"/>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1"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356"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535" indent="0" algn="ctr">
              <a:buNone/>
              <a:defRPr sz="1600"/>
            </a:lvl4pPr>
            <a:lvl5pPr marL="1828713" indent="0" algn="ctr">
              <a:buNone/>
              <a:defRPr sz="1600"/>
            </a:lvl5pPr>
            <a:lvl6pPr marL="2285891" indent="0" algn="ctr">
              <a:buNone/>
              <a:defRPr sz="1600"/>
            </a:lvl6pPr>
            <a:lvl7pPr marL="2743069" indent="0" algn="ctr">
              <a:buNone/>
              <a:defRPr sz="1600"/>
            </a:lvl7pPr>
            <a:lvl8pPr marL="3200247" indent="0" algn="ctr">
              <a:buNone/>
              <a:defRPr sz="1600"/>
            </a:lvl8pPr>
            <a:lvl9pPr marL="3657425" indent="0" algn="ctr">
              <a:buNone/>
              <a:defRPr sz="1600"/>
            </a:lvl9pPr>
          </a:lstStyle>
          <a:p>
            <a:r>
              <a:rPr lang="en-US" noProof="0"/>
              <a:t>Click to edit Master title style</a:t>
            </a:r>
          </a:p>
          <a:p>
            <a:pPr marL="0" marR="0" lvl="1" indent="0" algn="l" defTabSz="914356"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99" noProof="0">
                <a:solidFill>
                  <a:schemeClr val="bg1"/>
                </a:solidFill>
              </a:endParaRPr>
            </a:p>
          </p:txBody>
        </p:sp>
      </p:grpSp>
    </p:spTree>
    <p:extLst>
      <p:ext uri="{BB962C8B-B14F-4D97-AF65-F5344CB8AC3E}">
        <p14:creationId xmlns:p14="http://schemas.microsoft.com/office/powerpoint/2010/main" val="6447865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3" y="6629409"/>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858653164"/>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 imgW="470" imgH="469" progId="TCLayout.ActiveDocument.1">
                  <p:embed/>
                </p:oleObj>
              </mc:Choice>
              <mc:Fallback>
                <p:oleObj name="think-cell Slide" r:id="rId4" imgW="470" imgH="469" progId="TCLayout.ActiveDocument.1">
                  <p:embed/>
                  <p:pic>
                    <p:nvPicPr>
                      <p:cNvPr id="3" name="Object 2" hidden="1"/>
                      <p:cNvPicPr/>
                      <p:nvPr/>
                    </p:nvPicPr>
                    <p:blipFill>
                      <a:blip r:embed="rId5"/>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8" y="1700213"/>
            <a:ext cx="6117233" cy="4598988"/>
          </a:xfrm>
        </p:spPr>
        <p:txBody>
          <a:bodyPr/>
          <a:lstStyle/>
          <a:p>
            <a:r>
              <a:rPr lang="en-US" noProof="0"/>
              <a:t>Drag picture to placeholder or click icon to add</a:t>
            </a:r>
          </a:p>
        </p:txBody>
      </p:sp>
      <p:sp>
        <p:nvSpPr>
          <p:cNvPr id="6" name="Content Placeholder 3"/>
          <p:cNvSpPr>
            <a:spLocks noGrp="1"/>
          </p:cNvSpPr>
          <p:nvPr>
            <p:ph sz="quarter" idx="10"/>
          </p:nvPr>
        </p:nvSpPr>
        <p:spPr>
          <a:xfrm>
            <a:off x="469903" y="1665291"/>
            <a:ext cx="4333663" cy="4633911"/>
          </a:xfrm>
          <a:prstGeom prst="rect">
            <a:avLst/>
          </a:prstGeom>
        </p:spPr>
        <p:txBody>
          <a:bodyPr/>
          <a:lstStyle>
            <a:lvl1pPr>
              <a:tabLst>
                <a:tab pos="6705111" algn="r"/>
              </a:tabLst>
              <a:defRPr/>
            </a:lvl1pPr>
            <a:lvl2pPr>
              <a:tabLst>
                <a:tab pos="6705111" algn="r"/>
              </a:tabLst>
              <a:defRPr/>
            </a:lvl2pPr>
            <a:lvl3pPr>
              <a:tabLst>
                <a:tab pos="6705111" algn="r"/>
              </a:tabLst>
              <a:defRPr/>
            </a:lvl3pPr>
            <a:lvl4pPr>
              <a:tabLst>
                <a:tab pos="6705111" algn="r"/>
              </a:tabLst>
              <a:defRPr/>
            </a:lvl4pPr>
            <a:lvl5pPr>
              <a:tabLst>
                <a:tab pos="6705111"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a:t>Click to edit Master title style</a:t>
            </a:r>
          </a:p>
        </p:txBody>
      </p:sp>
    </p:spTree>
    <p:extLst>
      <p:ext uri="{BB962C8B-B14F-4D97-AF65-F5344CB8AC3E}">
        <p14:creationId xmlns:p14="http://schemas.microsoft.com/office/powerpoint/2010/main" val="3289394000"/>
      </p:ext>
    </p:extLst>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3" y="317502"/>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2" y="1701802"/>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2" y="1665292"/>
            <a:ext cx="4456429" cy="4716463"/>
          </a:xfrm>
          <a:prstGeom prst="rect">
            <a:avLst/>
          </a:prstGeom>
        </p:spPr>
        <p:txBody>
          <a:bodyPr/>
          <a:lstStyle>
            <a:lvl1pPr>
              <a:tabLst>
                <a:tab pos="5028960" algn="r"/>
              </a:tabLst>
              <a:defRPr/>
            </a:lvl1pPr>
            <a:lvl2pPr>
              <a:tabLst>
                <a:tab pos="5028960" algn="r"/>
              </a:tabLst>
              <a:defRPr/>
            </a:lvl2pPr>
            <a:lvl3pPr>
              <a:tabLst>
                <a:tab pos="5028960" algn="r"/>
              </a:tabLst>
              <a:defRPr/>
            </a:lvl3pPr>
            <a:lvl4pPr>
              <a:tabLst>
                <a:tab pos="5028960" algn="r"/>
              </a:tabLst>
              <a:defRPr/>
            </a:lvl4pPr>
            <a:lvl5pPr>
              <a:tabLst>
                <a:tab pos="502896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9730966"/>
      </p:ext>
    </p:extLst>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2" y="736707"/>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999"/>
            </a:lvl1pPr>
          </a:lstStyle>
          <a:p>
            <a:r>
              <a:rPr lang="en-US" noProof="0"/>
              <a:t>Click to edit Master title style</a:t>
            </a:r>
          </a:p>
        </p:txBody>
      </p:sp>
      <p:sp>
        <p:nvSpPr>
          <p:cNvPr id="8" name="Text Placeholder 18"/>
          <p:cNvSpPr>
            <a:spLocks noGrp="1"/>
          </p:cNvSpPr>
          <p:nvPr>
            <p:ph idx="1"/>
          </p:nvPr>
        </p:nvSpPr>
        <p:spPr>
          <a:xfrm>
            <a:off x="469902" y="1665820"/>
            <a:ext cx="11252200" cy="4633383"/>
          </a:xfrm>
          <a:prstGeom prst="rect">
            <a:avLst/>
          </a:prstGeom>
        </p:spPr>
        <p:txBody>
          <a:bodyPr vert="horz" lIns="0" tIns="0" rIns="0" bIns="0" rtlCol="0">
            <a:noAutofit/>
          </a:bodyPr>
          <a:lstStyle>
            <a:lvl1pPr marL="0" indent="0" algn="l">
              <a:buFontTx/>
              <a:buNone/>
              <a:defRPr/>
            </a:lvl1pPr>
            <a:lvl2pPr marL="126988" indent="-126988" algn="l">
              <a:buClrTx/>
              <a:buSzPct val="100000"/>
              <a:buFont typeface="Arial" panose="020B0604020202020204" pitchFamily="34" charset="0"/>
              <a:buChar char="•"/>
              <a:defRPr/>
            </a:lvl2pPr>
            <a:lvl3pPr marL="279373" indent="-126988" algn="l">
              <a:buClrTx/>
              <a:buSzPct val="100000"/>
              <a:buFont typeface="Arial" panose="020B0604020202020204" pitchFamily="34" charset="0"/>
              <a:buChar char="−"/>
              <a:defRPr/>
            </a:lvl3pPr>
            <a:lvl4pPr marL="431758" indent="-126988" algn="l">
              <a:buClrTx/>
              <a:buSzPct val="100000"/>
              <a:buFont typeface="Arial" panose="020B0604020202020204" pitchFamily="34" charset="0"/>
              <a:buChar char="◦"/>
              <a:defRPr/>
            </a:lvl4pPr>
            <a:lvl5pPr marL="584143" indent="-126988"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27298586"/>
      </p:ext>
    </p:extLst>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8971898" algn="r"/>
              </a:tabLst>
              <a:defRPr/>
            </a:lvl1pPr>
            <a:lvl2pPr>
              <a:tabLst>
                <a:tab pos="8971898" algn="r"/>
              </a:tabLst>
              <a:defRPr/>
            </a:lvl2pPr>
            <a:lvl3pPr>
              <a:tabLst>
                <a:tab pos="8971898" algn="r"/>
              </a:tabLst>
              <a:defRPr/>
            </a:lvl3pPr>
            <a:lvl4pPr>
              <a:tabLst>
                <a:tab pos="8971898" algn="r"/>
              </a:tabLst>
              <a:defRPr/>
            </a:lvl4pPr>
            <a:lvl5pPr>
              <a:tabLst>
                <a:tab pos="6705111" algn="r"/>
              </a:tabLst>
              <a:defRPr baseline="0"/>
            </a:lvl5pPr>
            <a:lvl6pPr marL="475166" indent="0">
              <a:buNone/>
              <a:tabLst>
                <a:tab pos="8971898" algn="r"/>
              </a:tabLst>
              <a:defRPr/>
            </a:lvl6pPr>
            <a:lvl7pPr>
              <a:tabLst>
                <a:tab pos="8971898" algn="r"/>
              </a:tabLst>
              <a:defRPr/>
            </a:lvl7pPr>
            <a:lvl8pPr>
              <a:tabLst>
                <a:tab pos="8971898" algn="r"/>
              </a:tabLst>
              <a:defRPr/>
            </a:lvl8pPr>
            <a:lvl9pPr>
              <a:tabLst>
                <a:tab pos="8971898" algn="r"/>
              </a:tabLst>
              <a:defRPr/>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716172234"/>
      </p:ext>
    </p:extLst>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8" name="Text Placeholder 18"/>
          <p:cNvSpPr>
            <a:spLocks noGrp="1"/>
          </p:cNvSpPr>
          <p:nvPr>
            <p:ph idx="1"/>
          </p:nvPr>
        </p:nvSpPr>
        <p:spPr>
          <a:xfrm>
            <a:off x="469902" y="1676405"/>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1002135807"/>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9"/>
            <a:ext cx="11252200" cy="410433"/>
          </a:xfrm>
        </p:spPr>
        <p:txBody>
          <a:bodyPr>
            <a:spAutoFit/>
          </a:bodyPr>
          <a:lstStyle/>
          <a:p>
            <a:r>
              <a:rPr lang="en-US"/>
              <a:t>Click to edit Master title style</a:t>
            </a:r>
          </a:p>
        </p:txBody>
      </p:sp>
      <p:sp>
        <p:nvSpPr>
          <p:cNvPr id="8" name="Text Placeholder 7"/>
          <p:cNvSpPr>
            <a:spLocks noGrp="1"/>
          </p:cNvSpPr>
          <p:nvPr>
            <p:ph type="body" sz="quarter" idx="11"/>
          </p:nvPr>
        </p:nvSpPr>
        <p:spPr bwMode="gray">
          <a:xfrm>
            <a:off x="552451" y="779467"/>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13367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3" y="317503"/>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264512558"/>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1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9"/>
            <a:ext cx="11252200" cy="698501"/>
          </a:xfrm>
          <a:prstGeom prst="rect">
            <a:avLst/>
          </a:prstGeom>
        </p:spPr>
        <p:txBody>
          <a:bodyPr vert="horz" lIns="0" tIns="0" rIns="0" bIns="0" rtlCol="0" anchor="t" anchorCtr="0">
            <a:noAutofit/>
          </a:bodyPr>
          <a:lstStyle>
            <a:lvl1pPr>
              <a:defRPr sz="2399"/>
            </a:lvl1pPr>
          </a:lstStyle>
          <a:p>
            <a:r>
              <a:rPr lang="en-GB" noProof="0"/>
              <a:t>Click to edit Master title style</a:t>
            </a:r>
            <a:endParaRPr lang="en-GB"/>
          </a:p>
        </p:txBody>
      </p:sp>
      <p:sp>
        <p:nvSpPr>
          <p:cNvPr id="4"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999" b="0">
                <a:solidFill>
                  <a:srgbClr val="575757"/>
                </a:solidFill>
              </a:defRPr>
            </a:lvl1pPr>
          </a:lstStyle>
          <a:p>
            <a:pPr lvl="0"/>
            <a:r>
              <a:rPr lang="en-GB" noProof="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a:t>Click to edit Master text styles</a:t>
            </a:r>
            <a:endParaRPr lang="en-GB"/>
          </a:p>
          <a:p>
            <a:pPr lvl="1"/>
            <a:r>
              <a:rPr lang="en-GB" noProof="0"/>
              <a:t>Second level</a:t>
            </a:r>
            <a:endParaRPr lang="en-GB"/>
          </a:p>
          <a:p>
            <a:pPr lvl="2"/>
            <a:r>
              <a:rPr lang="en-GB" noProof="0"/>
              <a:t>Third level</a:t>
            </a:r>
            <a:endParaRPr lang="en-GB"/>
          </a:p>
          <a:p>
            <a:pPr lvl="3"/>
            <a:r>
              <a:rPr lang="en-GB" noProof="0"/>
              <a:t>Fourth level</a:t>
            </a:r>
            <a:endParaRPr lang="en-GB"/>
          </a:p>
          <a:p>
            <a:pPr lvl="4"/>
            <a:r>
              <a:rPr lang="en-GB" noProof="0"/>
              <a:t>Fifth level</a:t>
            </a:r>
            <a:endParaRPr lang="en-GB"/>
          </a:p>
        </p:txBody>
      </p:sp>
      <p:sp>
        <p:nvSpPr>
          <p:cNvPr id="2" name="Footer Placeholder 1"/>
          <p:cNvSpPr>
            <a:spLocks noGrp="1"/>
          </p:cNvSpPr>
          <p:nvPr>
            <p:ph type="ftr" sz="quarter" idx="14"/>
          </p:nvPr>
        </p:nvSpPr>
        <p:spPr/>
        <p:txBody>
          <a:bodyPr/>
          <a:lstStyle/>
          <a:p>
            <a:endParaRPr lang="en-GB"/>
          </a:p>
        </p:txBody>
      </p:sp>
    </p:spTree>
    <p:extLst>
      <p:ext uri="{BB962C8B-B14F-4D97-AF65-F5344CB8AC3E}">
        <p14:creationId xmlns:p14="http://schemas.microsoft.com/office/powerpoint/2010/main" val="94637614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914401" y="694945"/>
            <a:ext cx="10363200" cy="594360"/>
          </a:xfrm>
        </p:spPr>
        <p:txBody>
          <a:bodyPr vert="horz" lIns="0" tIns="45720" rIns="0" bIns="0" rtlCol="0" anchor="b" anchorCtr="0">
            <a:noAutofit/>
          </a:bodyPr>
          <a:lstStyle>
            <a:lvl1pPr>
              <a:defRPr lang="en-US" sz="3600" spc="-75" dirty="0">
                <a:latin typeface="+mj-lt"/>
              </a:defRPr>
            </a:lvl1pPr>
          </a:lstStyle>
          <a:p>
            <a:pPr lvl="0" defTabSz="685767">
              <a:lnSpc>
                <a:spcPct val="85000"/>
              </a:lnSpc>
            </a:pPr>
            <a:r>
              <a:rPr lang="en-US"/>
              <a:t>Click to edit Master title style</a:t>
            </a:r>
          </a:p>
        </p:txBody>
      </p:sp>
      <p:sp>
        <p:nvSpPr>
          <p:cNvPr id="4" name="Text Placeholder 8"/>
          <p:cNvSpPr>
            <a:spLocks noGrp="1"/>
          </p:cNvSpPr>
          <p:nvPr>
            <p:ph type="body" sz="quarter" idx="14"/>
          </p:nvPr>
        </p:nvSpPr>
        <p:spPr>
          <a:xfrm>
            <a:off x="914721" y="1353312"/>
            <a:ext cx="10362880" cy="475488"/>
          </a:xfrm>
        </p:spPr>
        <p:txBody>
          <a:bodyPr vert="horz" lIns="0" tIns="0" rIns="0" bIns="0" rtlCol="0">
            <a:noAutofit/>
          </a:bodyPr>
          <a:lstStyle>
            <a:lvl1pPr marL="0" indent="0">
              <a:buNone/>
              <a:defRPr lang="en-US" sz="1200"/>
            </a:lvl1pPr>
          </a:lstStyle>
          <a:p>
            <a:pPr marL="228589" lvl="0" indent="-228589">
              <a:lnSpc>
                <a:spcPct val="130000"/>
              </a:lnSpc>
            </a:pPr>
            <a:r>
              <a:rPr lang="en-US"/>
              <a:t>Edit Master text styles</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589" lvl="0" indent="-228589"/>
            <a:r>
              <a:rPr lang="en-US"/>
              <a:t>BREADCRUMBS</a:t>
            </a:r>
          </a:p>
        </p:txBody>
      </p:sp>
    </p:spTree>
    <p:extLst>
      <p:ext uri="{BB962C8B-B14F-4D97-AF65-F5344CB8AC3E}">
        <p14:creationId xmlns:p14="http://schemas.microsoft.com/office/powerpoint/2010/main" val="340870576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072"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marL="0" marR="0" lvl="1" indent="0" algn="l" defTabSz="115007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33273131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2596437932"/>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32223554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a:solidFill>
                  <a:prstClr val="white"/>
                </a:solidFill>
              </a:endParaRPr>
            </a:p>
          </p:txBody>
        </p:sp>
      </p:grpSp>
    </p:spTree>
    <p:extLst>
      <p:ext uri="{BB962C8B-B14F-4D97-AF65-F5344CB8AC3E}">
        <p14:creationId xmlns:p14="http://schemas.microsoft.com/office/powerpoint/2010/main" val="328049719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51476248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50546201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26677258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10465800"/>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81443716"/>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54715035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8"/>
            <a:ext cx="915237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94836923"/>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4"/>
            <a:ext cx="9277350" cy="4759584"/>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534202621"/>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11509239"/>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289215401"/>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tx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45970398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55848989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3"/>
            <a:ext cx="9277350" cy="4716463"/>
          </a:xfrm>
          <a:prstGeom prst="rect">
            <a:avLst/>
          </a:prstGeom>
        </p:spPr>
        <p:txBody>
          <a:bodyPr/>
          <a:lstStyle>
            <a:lvl1pPr>
              <a:tabLst>
                <a:tab pos="8463812" algn="r"/>
              </a:tabLst>
              <a:defRPr/>
            </a:lvl1pPr>
            <a:lvl2pPr>
              <a:tabLst>
                <a:tab pos="8463812" algn="r"/>
              </a:tabLst>
              <a:defRPr/>
            </a:lvl2pPr>
            <a:lvl3pPr>
              <a:tabLst>
                <a:tab pos="8463812" algn="r"/>
              </a:tabLst>
              <a:defRPr/>
            </a:lvl3pPr>
            <a:lvl4pPr>
              <a:tabLst>
                <a:tab pos="8463812" algn="r"/>
              </a:tabLst>
              <a:defRPr/>
            </a:lvl4pPr>
            <a:lvl5pPr>
              <a:tabLst>
                <a:tab pos="6325396" algn="r"/>
              </a:tabLst>
              <a:defRPr baseline="0"/>
            </a:lvl5pPr>
            <a:lvl6pPr>
              <a:tabLst>
                <a:tab pos="8463812" algn="r"/>
              </a:tabLst>
              <a:defRPr/>
            </a:lvl6pPr>
            <a:lvl7pPr>
              <a:tabLst>
                <a:tab pos="8463812" algn="r"/>
              </a:tabLst>
              <a:defRPr/>
            </a:lvl7pPr>
            <a:lvl8pPr>
              <a:tabLst>
                <a:tab pos="8463812" algn="r"/>
              </a:tabLst>
              <a:defRPr/>
            </a:lvl8pPr>
            <a:lvl9pPr>
              <a:tabLst>
                <a:tab pos="8463812"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4"/>
            <a:ext cx="11180231" cy="698501"/>
          </a:xfrm>
          <a:prstGeom prst="rect">
            <a:avLst/>
          </a:prstGeom>
        </p:spPr>
        <p:txBody>
          <a:bodyPr vert="horz" lIns="0" tIns="0" rIns="0" bIns="0" rtlCol="0" anchor="t" anchorCtr="0">
            <a:noAutofit/>
          </a:bodyPr>
          <a:lstStyle>
            <a:lvl1pPr>
              <a:defRPr sz="2175"/>
            </a:lvl1pPr>
          </a:lstStyle>
          <a:p>
            <a:r>
              <a:rPr lang="en-US"/>
              <a:t>Click to add title</a:t>
            </a:r>
          </a:p>
        </p:txBody>
      </p:sp>
    </p:spTree>
    <p:extLst>
      <p:ext uri="{BB962C8B-B14F-4D97-AF65-F5344CB8AC3E}">
        <p14:creationId xmlns:p14="http://schemas.microsoft.com/office/powerpoint/2010/main" val="3217868120"/>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57679192"/>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2" y="286790"/>
            <a:ext cx="11188699" cy="698500"/>
          </a:xfrm>
          <a:prstGeom prst="rect">
            <a:avLst/>
          </a:prstGeom>
        </p:spPr>
        <p:txBody>
          <a:bodyPr vert="horz" lIns="0" tIns="0" rIns="0" bIns="0" rtlCol="0" anchor="t" anchorCtr="0">
            <a:noAutofit/>
          </a:bodyPr>
          <a:lstStyle>
            <a:lvl1pPr>
              <a:defRPr sz="2175"/>
            </a:lvl1pPr>
          </a:lstStyle>
          <a:p>
            <a:r>
              <a:rPr lang="en-US" noProof="0"/>
              <a:t>Click to add title</a:t>
            </a:r>
          </a:p>
        </p:txBody>
      </p:sp>
      <p:sp>
        <p:nvSpPr>
          <p:cNvPr id="5" name="Picture Placeholder 9"/>
          <p:cNvSpPr>
            <a:spLocks noGrp="1"/>
          </p:cNvSpPr>
          <p:nvPr>
            <p:ph type="pic" sz="quarter" idx="15"/>
          </p:nvPr>
        </p:nvSpPr>
        <p:spPr>
          <a:xfrm>
            <a:off x="5450354" y="1701805"/>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3"/>
            <a:ext cx="4456429"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08449532"/>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43134421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2" y="317501"/>
            <a:ext cx="11188699" cy="698500"/>
          </a:xfrm>
        </p:spPr>
        <p:txBody>
          <a:bodyPr vert="horz"/>
          <a:lstStyle>
            <a:lvl1pPr>
              <a:defRPr sz="2175"/>
            </a:lvl1pPr>
          </a:lstStyle>
          <a:p>
            <a:r>
              <a:rPr lang="en-US" noProof="0"/>
              <a:t>Click to edit Master title style</a:t>
            </a:r>
          </a:p>
        </p:txBody>
      </p:sp>
      <p:sp>
        <p:nvSpPr>
          <p:cNvPr id="14" name="Text Placeholder 18"/>
          <p:cNvSpPr>
            <a:spLocks noGrp="1"/>
          </p:cNvSpPr>
          <p:nvPr>
            <p:ph idx="1"/>
          </p:nvPr>
        </p:nvSpPr>
        <p:spPr>
          <a:xfrm>
            <a:off x="501653" y="1665293"/>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67024439"/>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399939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sz="2175"/>
            </a:lvl1pPr>
          </a:lstStyle>
          <a:p>
            <a:r>
              <a:rPr lang="en-US" noProof="0"/>
              <a:t>Click to edit Master title style</a:t>
            </a:r>
          </a:p>
        </p:txBody>
      </p:sp>
      <p:sp>
        <p:nvSpPr>
          <p:cNvPr id="8" name="Text Placeholder 18"/>
          <p:cNvSpPr>
            <a:spLocks noGrp="1"/>
          </p:cNvSpPr>
          <p:nvPr>
            <p:ph idx="1"/>
          </p:nvPr>
        </p:nvSpPr>
        <p:spPr>
          <a:xfrm>
            <a:off x="498584" y="1174420"/>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17628510"/>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364611677"/>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sz="2175"/>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5463208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5" y="2052004"/>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5"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2" y="6121018"/>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46712380"/>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1"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3"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6"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400"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8"/>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749786773"/>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27657390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4" y="317503"/>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4" y="651602"/>
            <a:ext cx="11202669" cy="757255"/>
          </a:xfrm>
          <a:prstGeom prst="rect">
            <a:avLst/>
          </a:prstGeom>
        </p:spPr>
        <p:txBody>
          <a:bodyPr lIns="0" tIns="0" rIns="0" bIns="0">
            <a:noAutofit/>
          </a:bodyPr>
          <a:lstStyle>
            <a:lvl1pPr marL="0" indent="0">
              <a:buNone/>
              <a:defRPr sz="2175"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67473214"/>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6319011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1"/>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5"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sz="2175"/>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3" y="1665288"/>
            <a:ext cx="530635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38567916"/>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3"/>
            <a:ext cx="5355166" cy="4455725"/>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2" y="6121018"/>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804991279"/>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4"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5"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8"/>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3"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3753124788"/>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5"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3" y="1665293"/>
            <a:ext cx="4431857"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3" y="1700218"/>
            <a:ext cx="6240000" cy="4681537"/>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775091592"/>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4"/>
            <a:ext cx="4112468" cy="4723072"/>
          </a:xfrm>
          <a:prstGeom prst="rect">
            <a:avLst/>
          </a:prstGeom>
        </p:spPr>
        <p:txBody>
          <a:bodyPr>
            <a:noAutofit/>
          </a:bodyPr>
          <a:lstStyle>
            <a:lvl1pPr>
              <a:tabLst>
                <a:tab pos="6325396" algn="r"/>
              </a:tabLst>
              <a:defRPr sz="3019">
                <a:solidFill>
                  <a:schemeClr val="accent3"/>
                </a:solidFill>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5"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21328543"/>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2"/>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4"/>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70"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64" indent="-221864">
              <a:spcAft>
                <a:spcPts val="0"/>
              </a:spcAft>
              <a:buFont typeface="Arial" panose="020B0604020202020204" pitchFamily="34" charset="0"/>
              <a:buChar char="•"/>
              <a:defRPr/>
            </a:lvl4pPr>
            <a:lvl5pPr marL="448256" indent="-221864">
              <a:spcAft>
                <a:spcPts val="0"/>
              </a:spcAft>
              <a:defRPr baseline="0"/>
            </a:lvl5pPr>
            <a:lvl6pPr marL="448256" indent="-221864">
              <a:spcAft>
                <a:spcPts val="0"/>
              </a:spcAft>
              <a:buFont typeface="Verdana" panose="020B0604030504040204" pitchFamily="34" charset="0"/>
              <a:buChar char="−"/>
              <a:defRPr/>
            </a:lvl6pPr>
            <a:lvl7pPr marL="448256" indent="-221864">
              <a:spcAft>
                <a:spcPts val="0"/>
              </a:spcAft>
              <a:defRPr/>
            </a:lvl7pPr>
            <a:lvl8pPr marL="448256" indent="-221864">
              <a:spcAft>
                <a:spcPts val="0"/>
              </a:spcAft>
              <a:defRPr/>
            </a:lvl8pPr>
            <a:lvl9pPr marL="448256" indent="-22186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2"/>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295724207"/>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7"/>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3"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3"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4"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4"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92765387"/>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5" y="1700218"/>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8"/>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8"/>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4"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53503792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83244243"/>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59635841"/>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1"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8"/>
            <a:ext cx="1239382"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4230786510"/>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4320002"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1"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1"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2"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273211634"/>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41731826"/>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4"/>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255469359"/>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2" y="317503"/>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3" y="1665293"/>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10424802"/>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6320490"/>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0619402"/>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072"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marL="0" marR="0" lvl="1" indent="0" algn="l" defTabSz="1150072"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3486758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858008216"/>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2"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304118978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35" indent="0" algn="ctr">
              <a:buNone/>
              <a:defRPr sz="2515"/>
            </a:lvl2pPr>
            <a:lvl3pPr marL="1150072" indent="0" algn="ctr">
              <a:buNone/>
              <a:defRPr sz="2264"/>
            </a:lvl3pPr>
            <a:lvl4pPr marL="1725107" indent="0" algn="ctr">
              <a:buNone/>
              <a:defRPr sz="2012"/>
            </a:lvl4pPr>
            <a:lvl5pPr marL="2300144" indent="0" algn="ctr">
              <a:buNone/>
              <a:defRPr sz="2012"/>
            </a:lvl5pPr>
            <a:lvl6pPr marL="2875180" indent="0" algn="ctr">
              <a:buNone/>
              <a:defRPr sz="2012"/>
            </a:lvl6pPr>
            <a:lvl7pPr marL="3450216" indent="0" algn="ctr">
              <a:buNone/>
              <a:defRPr sz="2012"/>
            </a:lvl7pPr>
            <a:lvl8pPr marL="4025252" indent="0" algn="ctr">
              <a:buNone/>
              <a:defRPr sz="2012"/>
            </a:lvl8pPr>
            <a:lvl9pPr marL="460028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4"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2"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0" noProof="0">
                <a:solidFill>
                  <a:schemeClr val="bg1"/>
                </a:solidFill>
              </a:endParaRPr>
            </a:p>
          </p:txBody>
        </p:sp>
      </p:grpSp>
    </p:spTree>
    <p:extLst>
      <p:ext uri="{BB962C8B-B14F-4D97-AF65-F5344CB8AC3E}">
        <p14:creationId xmlns:p14="http://schemas.microsoft.com/office/powerpoint/2010/main" val="44802375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61122322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05526079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47123280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72601412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3"/>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35" indent="0">
              <a:buNone/>
              <a:defRPr sz="2515">
                <a:solidFill>
                  <a:schemeClr val="tx1">
                    <a:tint val="75000"/>
                  </a:schemeClr>
                </a:solidFill>
              </a:defRPr>
            </a:lvl2pPr>
            <a:lvl3pPr marL="1150072" indent="0">
              <a:buNone/>
              <a:defRPr sz="2264">
                <a:solidFill>
                  <a:schemeClr val="tx1">
                    <a:tint val="75000"/>
                  </a:schemeClr>
                </a:solidFill>
              </a:defRPr>
            </a:lvl3pPr>
            <a:lvl4pPr marL="1725107" indent="0">
              <a:buNone/>
              <a:defRPr sz="2012">
                <a:solidFill>
                  <a:schemeClr val="tx1">
                    <a:tint val="75000"/>
                  </a:schemeClr>
                </a:solidFill>
              </a:defRPr>
            </a:lvl4pPr>
            <a:lvl5pPr marL="2300144" indent="0">
              <a:buNone/>
              <a:defRPr sz="2012">
                <a:solidFill>
                  <a:schemeClr val="tx1">
                    <a:tint val="75000"/>
                  </a:schemeClr>
                </a:solidFill>
              </a:defRPr>
            </a:lvl5pPr>
            <a:lvl6pPr marL="2875180" indent="0">
              <a:buNone/>
              <a:defRPr sz="2012">
                <a:solidFill>
                  <a:schemeClr val="tx1">
                    <a:tint val="75000"/>
                  </a:schemeClr>
                </a:solidFill>
              </a:defRPr>
            </a:lvl6pPr>
            <a:lvl7pPr marL="3450216" indent="0">
              <a:buNone/>
              <a:defRPr sz="2012">
                <a:solidFill>
                  <a:schemeClr val="tx1">
                    <a:tint val="75000"/>
                  </a:schemeClr>
                </a:solidFill>
              </a:defRPr>
            </a:lvl7pPr>
            <a:lvl8pPr marL="4025252" indent="0">
              <a:buNone/>
              <a:defRPr sz="2012">
                <a:solidFill>
                  <a:schemeClr val="tx1">
                    <a:tint val="75000"/>
                  </a:schemeClr>
                </a:solidFill>
              </a:defRPr>
            </a:lvl8pPr>
            <a:lvl9pPr marL="460028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21981737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8"/>
            <a:ext cx="915237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948665704"/>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4"/>
            <a:ext cx="9277350" cy="4759584"/>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935996536"/>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070443098"/>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8"/>
            <a:ext cx="9277350" cy="4752975"/>
          </a:xfrm>
          <a:prstGeom prst="rect">
            <a:avLst/>
          </a:prstGeom>
        </p:spPr>
        <p:txBody>
          <a:bodyPr>
            <a:noAutofit/>
          </a:bodyPr>
          <a:lstStyle>
            <a:lvl1pPr>
              <a:spcBef>
                <a:spcPts val="4528"/>
              </a:spcBef>
              <a:defRPr sz="3420">
                <a:solidFill>
                  <a:schemeClr val="bg1"/>
                </a:solidFill>
              </a:defRPr>
            </a:lvl1pPr>
            <a:lvl2pPr marL="575035" indent="-575035">
              <a:defRPr sz="3772">
                <a:solidFill>
                  <a:schemeClr val="bg2"/>
                </a:solidFill>
              </a:defRPr>
            </a:lvl2pPr>
            <a:lvl3pPr>
              <a:defRPr sz="3772">
                <a:solidFill>
                  <a:schemeClr val="bg2"/>
                </a:solidFill>
              </a:defRPr>
            </a:lvl3pPr>
            <a:lvl4pPr>
              <a:defRPr sz="3772">
                <a:solidFill>
                  <a:schemeClr val="bg2"/>
                </a:solidFill>
              </a:defRPr>
            </a:lvl4pPr>
            <a:lvl5pPr>
              <a:defRPr sz="3772">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884839159"/>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3"/>
            <a:ext cx="9277350" cy="4716463"/>
          </a:xfrm>
          <a:prstGeom prst="rect">
            <a:avLst/>
          </a:prstGeom>
        </p:spPr>
        <p:txBody>
          <a:bodyPr/>
          <a:lstStyle>
            <a:lvl1pPr>
              <a:tabLst>
                <a:tab pos="8463812" algn="r"/>
              </a:tabLst>
              <a:defRPr/>
            </a:lvl1pPr>
            <a:lvl2pPr>
              <a:tabLst>
                <a:tab pos="8463812" algn="r"/>
              </a:tabLst>
              <a:defRPr/>
            </a:lvl2pPr>
            <a:lvl3pPr>
              <a:tabLst>
                <a:tab pos="8463812" algn="r"/>
              </a:tabLst>
              <a:defRPr/>
            </a:lvl3pPr>
            <a:lvl4pPr>
              <a:tabLst>
                <a:tab pos="8463812" algn="r"/>
              </a:tabLst>
              <a:defRPr/>
            </a:lvl4pPr>
            <a:lvl5pPr>
              <a:tabLst>
                <a:tab pos="6325396" algn="r"/>
              </a:tabLst>
              <a:defRPr baseline="0"/>
            </a:lvl5pPr>
            <a:lvl6pPr>
              <a:tabLst>
                <a:tab pos="8463812" algn="r"/>
              </a:tabLst>
              <a:defRPr/>
            </a:lvl6pPr>
            <a:lvl7pPr>
              <a:tabLst>
                <a:tab pos="8463812" algn="r"/>
              </a:tabLst>
              <a:defRPr/>
            </a:lvl7pPr>
            <a:lvl8pPr>
              <a:tabLst>
                <a:tab pos="8463812" algn="r"/>
              </a:tabLst>
              <a:defRPr/>
            </a:lvl8pPr>
            <a:lvl9pPr>
              <a:tabLst>
                <a:tab pos="8463812"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4"/>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100573562"/>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4" y="1701805"/>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3"/>
            <a:ext cx="4456429" cy="4716463"/>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6189099"/>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3"/>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91584978"/>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13228052"/>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3"/>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92493976"/>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4" y="317503"/>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4" y="651602"/>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396" algn="r"/>
              </a:tabLst>
              <a:defRPr/>
            </a:lvl1pPr>
            <a:lvl2pPr>
              <a:tabLst>
                <a:tab pos="6325396" algn="r"/>
              </a:tabLst>
              <a:defRPr/>
            </a:lvl2pPr>
            <a:lvl3pPr>
              <a:tabLst>
                <a:tab pos="6325396" algn="r"/>
              </a:tabLst>
              <a:defRPr/>
            </a:lvl3pPr>
            <a:lvl4pPr>
              <a:tabLst>
                <a:tab pos="6325396" algn="r"/>
              </a:tabLst>
              <a:defRPr/>
            </a:lvl4pPr>
            <a:lvl5pPr>
              <a:tabLst>
                <a:tab pos="6325396"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61675971"/>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2"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3" y="1665288"/>
            <a:ext cx="5306350" cy="4716461"/>
          </a:xfrm>
          <a:prstGeom prst="rect">
            <a:avLst/>
          </a:prstGeom>
        </p:spPr>
        <p:txBody>
          <a:bodyPr>
            <a:noAutofit/>
          </a:bodyPr>
          <a:lstStyle>
            <a:lvl1pPr>
              <a:tabLst>
                <a:tab pos="6325396" algn="r"/>
              </a:tabLst>
              <a:defRPr sz="2012"/>
            </a:lvl1pPr>
            <a:lvl2pPr>
              <a:tabLst>
                <a:tab pos="6325396" algn="r"/>
              </a:tabLst>
              <a:defRPr sz="2012"/>
            </a:lvl2pPr>
            <a:lvl3pPr>
              <a:tabLst>
                <a:tab pos="6325396" algn="r"/>
              </a:tabLst>
              <a:defRPr sz="2012"/>
            </a:lvl3pPr>
            <a:lvl4pPr>
              <a:tabLst>
                <a:tab pos="6325396" algn="r"/>
              </a:tabLst>
              <a:defRPr sz="2012"/>
            </a:lvl4pPr>
            <a:lvl5pPr>
              <a:tabLst>
                <a:tab pos="6325396"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4136153"/>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7"/>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3"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3"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4"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4"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78141392"/>
      </p:ext>
    </p:extLst>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2" y="651602"/>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153953180"/>
      </p:ext>
    </p:extLst>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1"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20" y="1857894"/>
            <a:ext cx="1244161"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8"/>
            <a:ext cx="1239382"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4"/>
            <a:ext cx="1244160"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2"/>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8"/>
            <a:ext cx="1210206" cy="549275"/>
          </a:xfrm>
        </p:spPr>
        <p:txBody>
          <a:bodyPr/>
          <a:lstStyle>
            <a:lvl1pPr marL="0" marR="0" indent="0" algn="l" defTabSz="1150072"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771059417"/>
      </p:ext>
    </p:extLst>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2" y="317506"/>
            <a:ext cx="11188699" cy="334099"/>
          </a:xfrm>
        </p:spPr>
        <p:txBody>
          <a:bodyPr/>
          <a:lstStyle/>
          <a:p>
            <a:r>
              <a:rPr lang="en-US" noProof="0"/>
              <a:t>Click to edit Master title style</a:t>
            </a:r>
          </a:p>
        </p:txBody>
      </p:sp>
      <p:sp>
        <p:nvSpPr>
          <p:cNvPr id="4" name="Rectangle 3"/>
          <p:cNvSpPr/>
          <p:nvPr userDrawn="1"/>
        </p:nvSpPr>
        <p:spPr>
          <a:xfrm>
            <a:off x="4320002"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1"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1"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2"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64" indent="-221864">
              <a:spcAft>
                <a:spcPts val="1258"/>
              </a:spcAft>
              <a:buFont typeface="Arial" panose="020B0604020202020204" pitchFamily="34" charset="0"/>
              <a:buChar char="•"/>
              <a:defRPr/>
            </a:lvl4pPr>
            <a:lvl5pPr marL="448256" indent="-221864">
              <a:spcAft>
                <a:spcPts val="1258"/>
              </a:spcAft>
              <a:defRPr baseline="0"/>
            </a:lvl5pPr>
            <a:lvl6pPr marL="448256" indent="-221864">
              <a:spcAft>
                <a:spcPts val="1258"/>
              </a:spcAft>
              <a:buFont typeface="Verdana" panose="020B0604030504040204" pitchFamily="34" charset="0"/>
              <a:buChar char="−"/>
              <a:defRPr/>
            </a:lvl6pPr>
            <a:lvl7pPr marL="448256" indent="-221864">
              <a:spcAft>
                <a:spcPts val="1258"/>
              </a:spcAft>
              <a:defRPr/>
            </a:lvl7pPr>
            <a:lvl8pPr marL="448256" indent="-221864">
              <a:spcAft>
                <a:spcPts val="1258"/>
              </a:spcAft>
              <a:defRPr/>
            </a:lvl8pPr>
            <a:lvl9pPr marL="448256" indent="-221864">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2"/>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322095112"/>
      </p:ext>
    </p:extLst>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4"/>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64" indent="-221864">
              <a:spcAft>
                <a:spcPts val="1258"/>
              </a:spcAft>
              <a:buFont typeface="Arial" panose="020B0604020202020204" pitchFamily="34" charset="0"/>
              <a:buChar char="•"/>
              <a:defRPr>
                <a:solidFill>
                  <a:schemeClr val="bg1"/>
                </a:solidFill>
              </a:defRPr>
            </a:lvl4pPr>
            <a:lvl5pPr marL="448256" indent="-221864">
              <a:spcAft>
                <a:spcPts val="1258"/>
              </a:spcAft>
              <a:defRPr baseline="0">
                <a:solidFill>
                  <a:schemeClr val="bg1"/>
                </a:solidFill>
              </a:defRPr>
            </a:lvl5pPr>
            <a:lvl6pPr marL="448256" indent="-221864">
              <a:spcAft>
                <a:spcPts val="1258"/>
              </a:spcAft>
              <a:buFont typeface="Verdana" panose="020B0604030504040204" pitchFamily="34" charset="0"/>
              <a:buChar char="−"/>
              <a:defRPr>
                <a:solidFill>
                  <a:schemeClr val="bg1"/>
                </a:solidFill>
              </a:defRPr>
            </a:lvl6pPr>
            <a:lvl7pPr marL="448256" indent="-221864">
              <a:spcAft>
                <a:spcPts val="1258"/>
              </a:spcAft>
              <a:defRPr>
                <a:solidFill>
                  <a:schemeClr val="bg1"/>
                </a:solidFill>
              </a:defRPr>
            </a:lvl7pPr>
            <a:lvl8pPr marL="448256" indent="-221864">
              <a:spcAft>
                <a:spcPts val="1258"/>
              </a:spcAft>
              <a:defRPr>
                <a:solidFill>
                  <a:schemeClr val="bg1"/>
                </a:solidFill>
              </a:defRPr>
            </a:lvl8pPr>
            <a:lvl9pPr marL="448256" indent="-221864">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3"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556873080"/>
      </p:ext>
    </p:extLst>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9"/>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50"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2"/>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30" y="421118"/>
            <a:ext cx="2141721" cy="938735"/>
          </a:xfrm>
          <a:prstGeom prst="rect">
            <a:avLst/>
          </a:prstGeom>
        </p:spPr>
      </p:pic>
    </p:spTree>
    <p:extLst>
      <p:ext uri="{BB962C8B-B14F-4D97-AF65-F5344CB8AC3E}">
        <p14:creationId xmlns:p14="http://schemas.microsoft.com/office/powerpoint/2010/main" val="150672935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image" Target="../media/image2.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1.xml"/><Relationship Id="rId18" Type="http://schemas.openxmlformats.org/officeDocument/2006/relationships/slideLayout" Target="../slideLayouts/slideLayout86.xml"/><Relationship Id="rId26" Type="http://schemas.openxmlformats.org/officeDocument/2006/relationships/slideLayout" Target="../slideLayouts/slideLayout94.xml"/><Relationship Id="rId39" Type="http://schemas.openxmlformats.org/officeDocument/2006/relationships/slideLayout" Target="../slideLayouts/slideLayout107.xml"/><Relationship Id="rId21" Type="http://schemas.openxmlformats.org/officeDocument/2006/relationships/slideLayout" Target="../slideLayouts/slideLayout89.xml"/><Relationship Id="rId34" Type="http://schemas.openxmlformats.org/officeDocument/2006/relationships/slideLayout" Target="../slideLayouts/slideLayout102.xml"/><Relationship Id="rId42" Type="http://schemas.openxmlformats.org/officeDocument/2006/relationships/theme" Target="../theme/theme2.xml"/><Relationship Id="rId7" Type="http://schemas.openxmlformats.org/officeDocument/2006/relationships/slideLayout" Target="../slideLayouts/slideLayout7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9" Type="http://schemas.openxmlformats.org/officeDocument/2006/relationships/slideLayout" Target="../slideLayouts/slideLayout97.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slideLayout" Target="../slideLayouts/slideLayout105.xml"/><Relationship Id="rId40" Type="http://schemas.openxmlformats.org/officeDocument/2006/relationships/slideLayout" Target="../slideLayouts/slideLayout108.xml"/><Relationship Id="rId45" Type="http://schemas.openxmlformats.org/officeDocument/2006/relationships/oleObject" Target="../embeddings/oleObject9.bin"/><Relationship Id="rId5" Type="http://schemas.openxmlformats.org/officeDocument/2006/relationships/slideLayout" Target="../slideLayouts/slideLayout73.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slideLayout" Target="../slideLayouts/slideLayout104.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31" Type="http://schemas.openxmlformats.org/officeDocument/2006/relationships/slideLayout" Target="../slideLayouts/slideLayout99.xml"/><Relationship Id="rId44" Type="http://schemas.openxmlformats.org/officeDocument/2006/relationships/tags" Target="../tags/tag19.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 Id="rId43" Type="http://schemas.openxmlformats.org/officeDocument/2006/relationships/tags" Target="../tags/tag18.xml"/><Relationship Id="rId8" Type="http://schemas.openxmlformats.org/officeDocument/2006/relationships/slideLayout" Target="../slideLayouts/slideLayout76.xml"/><Relationship Id="rId3" Type="http://schemas.openxmlformats.org/officeDocument/2006/relationships/slideLayout" Target="../slideLayouts/slideLayout71.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slideLayout" Target="../slideLayouts/slideLayout106.xml"/><Relationship Id="rId46" Type="http://schemas.openxmlformats.org/officeDocument/2006/relationships/image" Target="../media/image1.emf"/><Relationship Id="rId20" Type="http://schemas.openxmlformats.org/officeDocument/2006/relationships/slideLayout" Target="../slideLayouts/slideLayout88.xml"/><Relationship Id="rId41" Type="http://schemas.openxmlformats.org/officeDocument/2006/relationships/slideLayout" Target="../slideLayouts/slideLayout109.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35.xml"/><Relationship Id="rId21" Type="http://schemas.openxmlformats.org/officeDocument/2006/relationships/slideLayout" Target="../slideLayouts/slideLayout130.xml"/><Relationship Id="rId42" Type="http://schemas.openxmlformats.org/officeDocument/2006/relationships/slideLayout" Target="../slideLayouts/slideLayout151.xml"/><Relationship Id="rId47" Type="http://schemas.openxmlformats.org/officeDocument/2006/relationships/slideLayout" Target="../slideLayouts/slideLayout156.xml"/><Relationship Id="rId63" Type="http://schemas.openxmlformats.org/officeDocument/2006/relationships/slideLayout" Target="../slideLayouts/slideLayout172.xml"/><Relationship Id="rId68" Type="http://schemas.openxmlformats.org/officeDocument/2006/relationships/tags" Target="../tags/tag22.xml"/><Relationship Id="rId7" Type="http://schemas.openxmlformats.org/officeDocument/2006/relationships/slideLayout" Target="../slideLayouts/slideLayout116.xml"/><Relationship Id="rId71" Type="http://schemas.openxmlformats.org/officeDocument/2006/relationships/image" Target="../media/image1.emf"/><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9" Type="http://schemas.openxmlformats.org/officeDocument/2006/relationships/slideLayout" Target="../slideLayouts/slideLayout138.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32" Type="http://schemas.openxmlformats.org/officeDocument/2006/relationships/slideLayout" Target="../slideLayouts/slideLayout141.xml"/><Relationship Id="rId37" Type="http://schemas.openxmlformats.org/officeDocument/2006/relationships/slideLayout" Target="../slideLayouts/slideLayout146.xml"/><Relationship Id="rId40" Type="http://schemas.openxmlformats.org/officeDocument/2006/relationships/slideLayout" Target="../slideLayouts/slideLayout149.xml"/><Relationship Id="rId45" Type="http://schemas.openxmlformats.org/officeDocument/2006/relationships/slideLayout" Target="../slideLayouts/slideLayout154.xml"/><Relationship Id="rId53" Type="http://schemas.openxmlformats.org/officeDocument/2006/relationships/slideLayout" Target="../slideLayouts/slideLayout162.xml"/><Relationship Id="rId58" Type="http://schemas.openxmlformats.org/officeDocument/2006/relationships/slideLayout" Target="../slideLayouts/slideLayout167.xml"/><Relationship Id="rId66" Type="http://schemas.openxmlformats.org/officeDocument/2006/relationships/slideLayout" Target="../slideLayouts/slideLayout175.xml"/><Relationship Id="rId5" Type="http://schemas.openxmlformats.org/officeDocument/2006/relationships/slideLayout" Target="../slideLayouts/slideLayout114.xml"/><Relationship Id="rId61" Type="http://schemas.openxmlformats.org/officeDocument/2006/relationships/slideLayout" Target="../slideLayouts/slideLayout170.xml"/><Relationship Id="rId19" Type="http://schemas.openxmlformats.org/officeDocument/2006/relationships/slideLayout" Target="../slideLayouts/slideLayout12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slideLayout" Target="../slideLayouts/slideLayout139.xml"/><Relationship Id="rId35" Type="http://schemas.openxmlformats.org/officeDocument/2006/relationships/slideLayout" Target="../slideLayouts/slideLayout144.xml"/><Relationship Id="rId43" Type="http://schemas.openxmlformats.org/officeDocument/2006/relationships/slideLayout" Target="../slideLayouts/slideLayout152.xml"/><Relationship Id="rId48" Type="http://schemas.openxmlformats.org/officeDocument/2006/relationships/slideLayout" Target="../slideLayouts/slideLayout157.xml"/><Relationship Id="rId56" Type="http://schemas.openxmlformats.org/officeDocument/2006/relationships/slideLayout" Target="../slideLayouts/slideLayout165.xml"/><Relationship Id="rId64" Type="http://schemas.openxmlformats.org/officeDocument/2006/relationships/slideLayout" Target="../slideLayouts/slideLayout173.xml"/><Relationship Id="rId69" Type="http://schemas.openxmlformats.org/officeDocument/2006/relationships/tags" Target="../tags/tag23.xml"/><Relationship Id="rId8" Type="http://schemas.openxmlformats.org/officeDocument/2006/relationships/slideLayout" Target="../slideLayouts/slideLayout117.xml"/><Relationship Id="rId51" Type="http://schemas.openxmlformats.org/officeDocument/2006/relationships/slideLayout" Target="../slideLayouts/slideLayout160.xml"/><Relationship Id="rId3" Type="http://schemas.openxmlformats.org/officeDocument/2006/relationships/slideLayout" Target="../slideLayouts/slideLayout112.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33" Type="http://schemas.openxmlformats.org/officeDocument/2006/relationships/slideLayout" Target="../slideLayouts/slideLayout142.xml"/><Relationship Id="rId38" Type="http://schemas.openxmlformats.org/officeDocument/2006/relationships/slideLayout" Target="../slideLayouts/slideLayout147.xml"/><Relationship Id="rId46" Type="http://schemas.openxmlformats.org/officeDocument/2006/relationships/slideLayout" Target="../slideLayouts/slideLayout155.xml"/><Relationship Id="rId59" Type="http://schemas.openxmlformats.org/officeDocument/2006/relationships/slideLayout" Target="../slideLayouts/slideLayout168.xml"/><Relationship Id="rId67" Type="http://schemas.openxmlformats.org/officeDocument/2006/relationships/theme" Target="../theme/theme3.xml"/><Relationship Id="rId20" Type="http://schemas.openxmlformats.org/officeDocument/2006/relationships/slideLayout" Target="../slideLayouts/slideLayout129.xml"/><Relationship Id="rId41" Type="http://schemas.openxmlformats.org/officeDocument/2006/relationships/slideLayout" Target="../slideLayouts/slideLayout150.xml"/><Relationship Id="rId54" Type="http://schemas.openxmlformats.org/officeDocument/2006/relationships/slideLayout" Target="../slideLayouts/slideLayout163.xml"/><Relationship Id="rId62" Type="http://schemas.openxmlformats.org/officeDocument/2006/relationships/slideLayout" Target="../slideLayouts/slideLayout171.xml"/><Relationship Id="rId70" Type="http://schemas.openxmlformats.org/officeDocument/2006/relationships/oleObject" Target="../embeddings/oleObject11.bin"/><Relationship Id="rId1" Type="http://schemas.openxmlformats.org/officeDocument/2006/relationships/slideLayout" Target="../slideLayouts/slideLayout110.xml"/><Relationship Id="rId6" Type="http://schemas.openxmlformats.org/officeDocument/2006/relationships/slideLayout" Target="../slideLayouts/slideLayout115.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slideLayout" Target="../slideLayouts/slideLayout137.xml"/><Relationship Id="rId36" Type="http://schemas.openxmlformats.org/officeDocument/2006/relationships/slideLayout" Target="../slideLayouts/slideLayout145.xml"/><Relationship Id="rId49" Type="http://schemas.openxmlformats.org/officeDocument/2006/relationships/slideLayout" Target="../slideLayouts/slideLayout158.xml"/><Relationship Id="rId57" Type="http://schemas.openxmlformats.org/officeDocument/2006/relationships/slideLayout" Target="../slideLayouts/slideLayout166.xml"/><Relationship Id="rId10" Type="http://schemas.openxmlformats.org/officeDocument/2006/relationships/slideLayout" Target="../slideLayouts/slideLayout119.xml"/><Relationship Id="rId31" Type="http://schemas.openxmlformats.org/officeDocument/2006/relationships/slideLayout" Target="../slideLayouts/slideLayout140.xml"/><Relationship Id="rId44" Type="http://schemas.openxmlformats.org/officeDocument/2006/relationships/slideLayout" Target="../slideLayouts/slideLayout153.xml"/><Relationship Id="rId52" Type="http://schemas.openxmlformats.org/officeDocument/2006/relationships/slideLayout" Target="../slideLayouts/slideLayout161.xml"/><Relationship Id="rId60" Type="http://schemas.openxmlformats.org/officeDocument/2006/relationships/slideLayout" Target="../slideLayouts/slideLayout169.xml"/><Relationship Id="rId65" Type="http://schemas.openxmlformats.org/officeDocument/2006/relationships/slideLayout" Target="../slideLayouts/slideLayout174.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39" Type="http://schemas.openxmlformats.org/officeDocument/2006/relationships/slideLayout" Target="../slideLayouts/slideLayout148.xml"/><Relationship Id="rId34" Type="http://schemas.openxmlformats.org/officeDocument/2006/relationships/slideLayout" Target="../slideLayouts/slideLayout143.xml"/><Relationship Id="rId50" Type="http://schemas.openxmlformats.org/officeDocument/2006/relationships/slideLayout" Target="../slideLayouts/slideLayout159.xml"/><Relationship Id="rId55" Type="http://schemas.openxmlformats.org/officeDocument/2006/relationships/slideLayout" Target="../slideLayouts/slideLayout1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0"/>
            </p:custDataLst>
            <p:extLst>
              <p:ext uri="{D42A27DB-BD31-4B8C-83A1-F6EECF244321}">
                <p14:modId xmlns:p14="http://schemas.microsoft.com/office/powerpoint/2010/main" val="61044871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4" name="Object 3" hidden="1"/>
                      <p:cNvPicPr/>
                      <p:nvPr/>
                    </p:nvPicPr>
                    <p:blipFill>
                      <a:blip r:embed="rId73"/>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1"/>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740832" y="6576918"/>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tx1"/>
                </a:solidFill>
                <a:latin typeface="Calibri" panose="020F0502020204030204" pitchFamily="34" charset="0"/>
                <a:cs typeface="Calibri" panose="020F0502020204030204" pitchFamily="34" charset="0"/>
              </a:rPr>
              <a:t>© 2022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576919"/>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
        <p:nvSpPr>
          <p:cNvPr id="9" name="TextBox 8">
            <a:extLst>
              <a:ext uri="{FF2B5EF4-FFF2-40B4-BE49-F238E27FC236}">
                <a16:creationId xmlns:a16="http://schemas.microsoft.com/office/drawing/2014/main" id="{6160858C-7208-417F-84BB-B0ABC8E4D7B4}"/>
              </a:ext>
            </a:extLst>
          </p:cNvPr>
          <p:cNvSpPr txBox="1"/>
          <p:nvPr userDrawn="1"/>
        </p:nvSpPr>
        <p:spPr>
          <a:xfrm>
            <a:off x="5155925" y="6525559"/>
            <a:ext cx="6097656" cy="241220"/>
          </a:xfrm>
          <a:prstGeom prst="rect">
            <a:avLst/>
          </a:prstGeom>
          <a:noFill/>
        </p:spPr>
        <p:txBody>
          <a:bodyPr wrap="square">
            <a:spAutoFit/>
          </a:bodyPr>
          <a:lstStyle/>
          <a:p>
            <a:pPr algn="r">
              <a:lnSpc>
                <a:spcPct val="114000"/>
              </a:lnSpc>
              <a:spcAft>
                <a:spcPts val="600"/>
              </a:spcAft>
            </a:pPr>
            <a:r>
              <a:rPr lang="it-IT" sz="900" b="1" kern="1200">
                <a:solidFill>
                  <a:schemeClr val="tx1"/>
                </a:solidFill>
                <a:latin typeface="Calibri" panose="020F0502020204030204" pitchFamily="34" charset="0"/>
                <a:ea typeface="+mn-ea"/>
                <a:cs typeface="Calibri" panose="020F0502020204030204" pitchFamily="34" charset="0"/>
              </a:rPr>
              <a:t>RFQ NO: </a:t>
            </a:r>
            <a:r>
              <a:rPr lang="it-IT" sz="900" kern="1200">
                <a:solidFill>
                  <a:schemeClr val="tx1"/>
                </a:solidFill>
                <a:latin typeface="Calibri" panose="020F0502020204030204" pitchFamily="34" charset="0"/>
                <a:ea typeface="+mn-ea"/>
                <a:cs typeface="Calibri" panose="020F0502020204030204" pitchFamily="34" charset="0"/>
              </a:rPr>
              <a:t>WBDPL/PUR/CORP/RFQ/110/2021-2022</a:t>
            </a:r>
            <a:endParaRPr lang="en-US" sz="900" kern="1200">
              <a:solidFill>
                <a:schemeClr val="tx1"/>
              </a:solidFill>
              <a:latin typeface="Calibri" panose="020F0502020204030204" pitchFamily="34" charset="0"/>
              <a:ea typeface="+mn-ea"/>
              <a:cs typeface="Calibri" panose="020F0502020204030204" pitchFamily="34" charset="0"/>
            </a:endParaRPr>
          </a:p>
        </p:txBody>
      </p:sp>
      <p:pic>
        <p:nvPicPr>
          <p:cNvPr id="12293" name="Picture 5" descr="Deloitte - Wikipedia">
            <a:extLst>
              <a:ext uri="{FF2B5EF4-FFF2-40B4-BE49-F238E27FC236}">
                <a16:creationId xmlns:a16="http://schemas.microsoft.com/office/drawing/2014/main" id="{AFDBB230-53A5-4679-909F-6506F735B365}"/>
              </a:ext>
            </a:extLst>
          </p:cNvPr>
          <p:cNvPicPr>
            <a:picLocks noChangeAspect="1" noChangeArrowheads="1"/>
          </p:cNvPicPr>
          <p:nvPr userDrawn="1"/>
        </p:nvPicPr>
        <p:blipFill>
          <a:blip r:embed="rId74">
            <a:extLst>
              <a:ext uri="{28A0092B-C50C-407E-A947-70E740481C1C}">
                <a14:useLocalDpi xmlns:a14="http://schemas.microsoft.com/office/drawing/2010/main" val="0"/>
              </a:ext>
            </a:extLst>
          </a:blip>
          <a:srcRect/>
          <a:stretch>
            <a:fillRect/>
          </a:stretch>
        </p:blipFill>
        <p:spPr bwMode="auto">
          <a:xfrm>
            <a:off x="501650" y="6525559"/>
            <a:ext cx="239182" cy="239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0154042"/>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 id="2147483818" r:id="rId12"/>
    <p:sldLayoutId id="2147483819" r:id="rId13"/>
    <p:sldLayoutId id="2147483820" r:id="rId14"/>
    <p:sldLayoutId id="2147483821" r:id="rId15"/>
    <p:sldLayoutId id="2147483822" r:id="rId16"/>
    <p:sldLayoutId id="2147483823" r:id="rId17"/>
    <p:sldLayoutId id="2147483824" r:id="rId18"/>
    <p:sldLayoutId id="2147483825" r:id="rId19"/>
    <p:sldLayoutId id="2147483826" r:id="rId20"/>
    <p:sldLayoutId id="2147483827" r:id="rId21"/>
    <p:sldLayoutId id="2147483828" r:id="rId22"/>
    <p:sldLayoutId id="2147483829" r:id="rId23"/>
    <p:sldLayoutId id="2147483830" r:id="rId24"/>
    <p:sldLayoutId id="2147483831" r:id="rId25"/>
    <p:sldLayoutId id="2147483832" r:id="rId26"/>
    <p:sldLayoutId id="2147483833" r:id="rId27"/>
    <p:sldLayoutId id="2147483834" r:id="rId28"/>
    <p:sldLayoutId id="2147483835" r:id="rId29"/>
    <p:sldLayoutId id="2147483836" r:id="rId30"/>
    <p:sldLayoutId id="2147483837" r:id="rId31"/>
    <p:sldLayoutId id="2147483838" r:id="rId32"/>
    <p:sldLayoutId id="2147483839" r:id="rId33"/>
    <p:sldLayoutId id="2147483840" r:id="rId34"/>
    <p:sldLayoutId id="2147483841" r:id="rId35"/>
    <p:sldLayoutId id="2147483842" r:id="rId36"/>
    <p:sldLayoutId id="2147483843" r:id="rId37"/>
    <p:sldLayoutId id="2147483844" r:id="rId38"/>
    <p:sldLayoutId id="2147483845" r:id="rId39"/>
    <p:sldLayoutId id="2147483846" r:id="rId40"/>
    <p:sldLayoutId id="2147483847" r:id="rId41"/>
    <p:sldLayoutId id="2147483848" r:id="rId42"/>
    <p:sldLayoutId id="2147483849" r:id="rId43"/>
    <p:sldLayoutId id="2147483850" r:id="rId44"/>
    <p:sldLayoutId id="2147483851" r:id="rId45"/>
    <p:sldLayoutId id="2147483852" r:id="rId46"/>
    <p:sldLayoutId id="2147483853" r:id="rId47"/>
    <p:sldLayoutId id="2147483854" r:id="rId48"/>
    <p:sldLayoutId id="2147483855" r:id="rId49"/>
    <p:sldLayoutId id="2147483856" r:id="rId50"/>
    <p:sldLayoutId id="2147483857" r:id="rId51"/>
    <p:sldLayoutId id="2147483858" r:id="rId52"/>
    <p:sldLayoutId id="2147483859" r:id="rId53"/>
    <p:sldLayoutId id="2147483860" r:id="rId54"/>
    <p:sldLayoutId id="2147483861" r:id="rId55"/>
    <p:sldLayoutId id="2147483862" r:id="rId56"/>
    <p:sldLayoutId id="2147483863" r:id="rId57"/>
    <p:sldLayoutId id="2147483864" r:id="rId58"/>
    <p:sldLayoutId id="2147483865" r:id="rId59"/>
    <p:sldLayoutId id="2147483866" r:id="rId60"/>
    <p:sldLayoutId id="2147483867" r:id="rId61"/>
    <p:sldLayoutId id="2147483868" r:id="rId62"/>
    <p:sldLayoutId id="2147483869" r:id="rId63"/>
    <p:sldLayoutId id="2147483870" r:id="rId64"/>
    <p:sldLayoutId id="2147483871" r:id="rId65"/>
    <p:sldLayoutId id="2147483872" r:id="rId66"/>
    <p:sldLayoutId id="2147483873" r:id="rId67"/>
    <p:sldLayoutId id="2147483874" r:id="rId68"/>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434483267"/>
              </p:ext>
            </p:extLst>
          </p:nvPr>
        </p:nvGraphicFramePr>
        <p:xfrm>
          <a:off x="2122" y="1592"/>
          <a:ext cx="2117" cy="158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4" name="Object 3" hidden="1"/>
                      <p:cNvPicPr/>
                      <p:nvPr/>
                    </p:nvPicPr>
                    <p:blipFill>
                      <a:blip r:embed="rId46"/>
                      <a:stretch>
                        <a:fillRect/>
                      </a:stretch>
                    </p:blipFill>
                    <p:spPr>
                      <a:xfrm>
                        <a:off x="2122" y="1592"/>
                        <a:ext cx="2117" cy="1587"/>
                      </a:xfrm>
                      <a:prstGeom prst="rect">
                        <a:avLst/>
                      </a:prstGeom>
                    </p:spPr>
                  </p:pic>
                </p:oleObj>
              </mc:Fallback>
            </mc:AlternateContent>
          </a:graphicData>
        </a:graphic>
      </p:graphicFrame>
      <p:sp>
        <p:nvSpPr>
          <p:cNvPr id="5" name="Rectangle 4" hidden="1"/>
          <p:cNvSpPr/>
          <p:nvPr userDrawn="1">
            <p:custDataLst>
              <p:tags r:id="rId44"/>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4" y="317505"/>
            <a:ext cx="11188700"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501653" y="6629409"/>
            <a:ext cx="5355169" cy="201260"/>
          </a:xfrm>
          <a:prstGeom prst="rect">
            <a:avLst/>
          </a:prstGeom>
          <a:noFill/>
        </p:spPr>
        <p:txBody>
          <a:bodyPr wrap="square" lIns="0" tIns="0" rIns="0" bIns="0" rtlCol="0">
            <a:noAutofit/>
          </a:bodyPr>
          <a:lstStyle/>
          <a:p>
            <a:pPr algn="ctr">
              <a:spcBef>
                <a:spcPts val="800"/>
              </a:spcBef>
              <a:buSzPct val="100000"/>
              <a:buFont typeface="Arial"/>
              <a:buNone/>
            </a:pPr>
            <a:r>
              <a:rPr lang="fr-FR" sz="867">
                <a:solidFill>
                  <a:prstClr val="black"/>
                </a:solidFill>
              </a:rPr>
              <a:t>© 2022 Deloitte Touche Tohmatsu India LLP</a:t>
            </a:r>
          </a:p>
        </p:txBody>
      </p:sp>
      <p:sp>
        <p:nvSpPr>
          <p:cNvPr id="19" name="Text Placeholder 18"/>
          <p:cNvSpPr>
            <a:spLocks noGrp="1"/>
          </p:cNvSpPr>
          <p:nvPr>
            <p:ph type="body" idx="1"/>
          </p:nvPr>
        </p:nvSpPr>
        <p:spPr>
          <a:xfrm>
            <a:off x="501653" y="1665290"/>
            <a:ext cx="11188700"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382379" y="6629406"/>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a:solidFill>
                <a:prstClr val="black"/>
              </a:solidFill>
            </a:endParaRPr>
          </a:p>
        </p:txBody>
      </p:sp>
    </p:spTree>
    <p:extLst>
      <p:ext uri="{BB962C8B-B14F-4D97-AF65-F5344CB8AC3E}">
        <p14:creationId xmlns:p14="http://schemas.microsoft.com/office/powerpoint/2010/main" val="2570958756"/>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 id="2147483892" r:id="rId17"/>
    <p:sldLayoutId id="2147483893" r:id="rId18"/>
    <p:sldLayoutId id="2147483894" r:id="rId19"/>
    <p:sldLayoutId id="2147483895" r:id="rId20"/>
    <p:sldLayoutId id="2147483896" r:id="rId21"/>
    <p:sldLayoutId id="2147483897" r:id="rId22"/>
    <p:sldLayoutId id="2147483898" r:id="rId23"/>
    <p:sldLayoutId id="2147483899" r:id="rId24"/>
    <p:sldLayoutId id="2147483900" r:id="rId25"/>
    <p:sldLayoutId id="2147483901" r:id="rId26"/>
    <p:sldLayoutId id="2147483902" r:id="rId27"/>
    <p:sldLayoutId id="2147483903" r:id="rId28"/>
    <p:sldLayoutId id="2147483904" r:id="rId29"/>
    <p:sldLayoutId id="2147483905" r:id="rId30"/>
    <p:sldLayoutId id="2147483906" r:id="rId31"/>
    <p:sldLayoutId id="2147483907" r:id="rId32"/>
    <p:sldLayoutId id="2147483908" r:id="rId33"/>
    <p:sldLayoutId id="2147483909" r:id="rId34"/>
    <p:sldLayoutId id="2147483910" r:id="rId35"/>
    <p:sldLayoutId id="2147483911" r:id="rId36"/>
    <p:sldLayoutId id="2147483912" r:id="rId37"/>
    <p:sldLayoutId id="2147483913" r:id="rId38"/>
    <p:sldLayoutId id="2147483914" r:id="rId39"/>
    <p:sldLayoutId id="2147483915" r:id="rId40"/>
    <p:sldLayoutId id="2147483916" r:id="rId41"/>
  </p:sldLayoutIdLst>
  <p:transition>
    <p:fade/>
  </p:transition>
  <p:hf hdr="0" dt="0"/>
  <p:txStyles>
    <p:titleStyle>
      <a:lvl1pPr algn="l" defTabSz="1219144" rtl="0" eaLnBrk="1" latinLnBrk="0" hangingPunct="1">
        <a:spcBef>
          <a:spcPct val="0"/>
        </a:spcBef>
        <a:buNone/>
        <a:defRPr sz="2667" kern="1200">
          <a:solidFill>
            <a:schemeClr val="tx1"/>
          </a:solidFill>
          <a:latin typeface="+mj-lt"/>
          <a:ea typeface="+mj-ea"/>
          <a:cs typeface="+mj-cs"/>
        </a:defRPr>
      </a:lvl1pPr>
    </p:titleStyle>
    <p:bodyStyle>
      <a:lvl1pPr marL="0" indent="0" algn="l" defTabSz="1219144" rtl="0" eaLnBrk="1" latinLnBrk="0" hangingPunct="1">
        <a:spcBef>
          <a:spcPts val="0"/>
        </a:spcBef>
        <a:spcAft>
          <a:spcPts val="1333"/>
        </a:spcAft>
        <a:buSzPct val="100000"/>
        <a:buFont typeface="Arial" panose="020B0604020202020204" pitchFamily="34" charset="0"/>
        <a:buNone/>
        <a:defRPr sz="1600" b="0" kern="1200">
          <a:solidFill>
            <a:schemeClr val="tx1"/>
          </a:solidFill>
          <a:latin typeface="+mn-lt"/>
          <a:ea typeface="+mn-ea"/>
          <a:cs typeface="+mn-cs"/>
        </a:defRPr>
      </a:lvl1pPr>
      <a:lvl2pPr marL="0" indent="0" algn="l" defTabSz="1219144" rtl="0" eaLnBrk="1" latinLnBrk="0" hangingPunct="1">
        <a:spcBef>
          <a:spcPts val="0"/>
        </a:spcBef>
        <a:spcAft>
          <a:spcPts val="1333"/>
        </a:spcAft>
        <a:buClrTx/>
        <a:buSzPct val="100000"/>
        <a:buFont typeface="Arial"/>
        <a:buNone/>
        <a:defRPr lang="en-US" sz="1600" b="1" kern="1200" dirty="0" smtClean="0">
          <a:solidFill>
            <a:schemeClr val="tx1"/>
          </a:solidFill>
          <a:latin typeface="+mn-lt"/>
          <a:ea typeface="+mn-ea"/>
          <a:cs typeface="+mn-cs"/>
        </a:defRPr>
      </a:lvl2pPr>
      <a:lvl3pPr marL="235189" indent="-235189" algn="l" defTabSz="1219144" rtl="0" eaLnBrk="1" latinLnBrk="0" hangingPunct="1">
        <a:spcBef>
          <a:spcPts val="0"/>
        </a:spcBef>
        <a:spcAft>
          <a:spcPts val="1333"/>
        </a:spcAft>
        <a:buClrTx/>
        <a:buSzPct val="100000"/>
        <a:buFont typeface="Arial" panose="020B0604020202020204" pitchFamily="34" charset="0"/>
        <a:buChar char="•"/>
        <a:defRPr lang="en-US" sz="1600" kern="1200" dirty="0" smtClean="0">
          <a:solidFill>
            <a:schemeClr val="tx1"/>
          </a:solidFill>
          <a:latin typeface="+mn-lt"/>
          <a:ea typeface="+mn-ea"/>
          <a:cs typeface="+mn-cs"/>
        </a:defRPr>
      </a:lvl3pPr>
      <a:lvl4pPr marL="475178" indent="-235189" algn="l" defTabSz="1219144" rtl="0" eaLnBrk="1" latinLnBrk="0" hangingPunct="1">
        <a:spcBef>
          <a:spcPts val="0"/>
        </a:spcBef>
        <a:spcAft>
          <a:spcPts val="1333"/>
        </a:spcAft>
        <a:buClrTx/>
        <a:buSzPct val="100000"/>
        <a:buFont typeface="Verdana" panose="020B0604030504040204" pitchFamily="34" charset="0"/>
        <a:buChar char="−"/>
        <a:defRPr lang="en-US" sz="1600" kern="1200" baseline="0" dirty="0" smtClean="0">
          <a:solidFill>
            <a:schemeClr val="tx1"/>
          </a:solidFill>
          <a:latin typeface="+mn-lt"/>
          <a:ea typeface="+mn-ea"/>
          <a:cs typeface="+mn-cs"/>
        </a:defRPr>
      </a:lvl4pPr>
      <a:lvl5pPr marL="710367" indent="-235189" algn="l" defTabSz="1064636" rtl="0" eaLnBrk="1" latinLnBrk="0" hangingPunct="1">
        <a:spcBef>
          <a:spcPts val="0"/>
        </a:spcBef>
        <a:spcAft>
          <a:spcPts val="1333"/>
        </a:spcAft>
        <a:buClrTx/>
        <a:buSzPct val="100000"/>
        <a:buFont typeface="Verdana" panose="020B0604030504040204" pitchFamily="34" charset="0"/>
        <a:buChar char="−"/>
        <a:tabLst/>
        <a:defRPr lang="en-US" sz="1600" kern="1200" baseline="0" dirty="0" smtClean="0">
          <a:solidFill>
            <a:schemeClr val="tx1"/>
          </a:solidFill>
          <a:latin typeface="+mn-lt"/>
          <a:ea typeface="+mn-ea"/>
          <a:cs typeface="+mn-cs"/>
        </a:defRPr>
      </a:lvl5pPr>
      <a:lvl6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67" indent="-235189" algn="l" defTabSz="1219144"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67" indent="-235189" algn="l" defTabSz="1219144"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44" rtl="0" eaLnBrk="1" latinLnBrk="0" hangingPunct="1">
        <a:defRPr sz="2399" kern="1200">
          <a:solidFill>
            <a:schemeClr val="tx1"/>
          </a:solidFill>
          <a:latin typeface="+mn-lt"/>
          <a:ea typeface="+mn-ea"/>
          <a:cs typeface="+mn-cs"/>
        </a:defRPr>
      </a:lvl1pPr>
      <a:lvl2pPr marL="609573" algn="l" defTabSz="1219144" rtl="0" eaLnBrk="1" latinLnBrk="0" hangingPunct="1">
        <a:defRPr sz="2399" kern="1200">
          <a:solidFill>
            <a:schemeClr val="tx1"/>
          </a:solidFill>
          <a:latin typeface="+mn-lt"/>
          <a:ea typeface="+mn-ea"/>
          <a:cs typeface="+mn-cs"/>
        </a:defRPr>
      </a:lvl2pPr>
      <a:lvl3pPr marL="1219144" algn="l" defTabSz="1219144" rtl="0" eaLnBrk="1" latinLnBrk="0" hangingPunct="1">
        <a:defRPr sz="2399" kern="1200">
          <a:solidFill>
            <a:schemeClr val="tx1"/>
          </a:solidFill>
          <a:latin typeface="+mn-lt"/>
          <a:ea typeface="+mn-ea"/>
          <a:cs typeface="+mn-cs"/>
        </a:defRPr>
      </a:lvl3pPr>
      <a:lvl4pPr marL="1828717" algn="l" defTabSz="1219144" rtl="0" eaLnBrk="1" latinLnBrk="0" hangingPunct="1">
        <a:defRPr sz="2399" kern="1200">
          <a:solidFill>
            <a:schemeClr val="tx1"/>
          </a:solidFill>
          <a:latin typeface="+mn-lt"/>
          <a:ea typeface="+mn-ea"/>
          <a:cs typeface="+mn-cs"/>
        </a:defRPr>
      </a:lvl4pPr>
      <a:lvl5pPr marL="2438289" algn="l" defTabSz="1219144" rtl="0" eaLnBrk="1" latinLnBrk="0" hangingPunct="1">
        <a:defRPr sz="2399" kern="1200">
          <a:solidFill>
            <a:schemeClr val="tx1"/>
          </a:solidFill>
          <a:latin typeface="+mn-lt"/>
          <a:ea typeface="+mn-ea"/>
          <a:cs typeface="+mn-cs"/>
        </a:defRPr>
      </a:lvl5pPr>
      <a:lvl6pPr marL="3047862" algn="l" defTabSz="1219144" rtl="0" eaLnBrk="1" latinLnBrk="0" hangingPunct="1">
        <a:defRPr sz="2399" kern="1200">
          <a:solidFill>
            <a:schemeClr val="tx1"/>
          </a:solidFill>
          <a:latin typeface="+mn-lt"/>
          <a:ea typeface="+mn-ea"/>
          <a:cs typeface="+mn-cs"/>
        </a:defRPr>
      </a:lvl6pPr>
      <a:lvl7pPr marL="3657433" algn="l" defTabSz="1219144" rtl="0" eaLnBrk="1" latinLnBrk="0" hangingPunct="1">
        <a:defRPr sz="2399" kern="1200">
          <a:solidFill>
            <a:schemeClr val="tx1"/>
          </a:solidFill>
          <a:latin typeface="+mn-lt"/>
          <a:ea typeface="+mn-ea"/>
          <a:cs typeface="+mn-cs"/>
        </a:defRPr>
      </a:lvl7pPr>
      <a:lvl8pPr marL="4267005" algn="l" defTabSz="1219144" rtl="0" eaLnBrk="1" latinLnBrk="0" hangingPunct="1">
        <a:defRPr sz="2399" kern="1200">
          <a:solidFill>
            <a:schemeClr val="tx1"/>
          </a:solidFill>
          <a:latin typeface="+mn-lt"/>
          <a:ea typeface="+mn-ea"/>
          <a:cs typeface="+mn-cs"/>
        </a:defRPr>
      </a:lvl8pPr>
      <a:lvl9pPr marL="4876579" algn="l" defTabSz="1219144" rtl="0" eaLnBrk="1" latinLnBrk="0" hangingPunct="1">
        <a:defRPr sz="23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56">
          <p15:clr>
            <a:srgbClr val="F26B43"/>
          </p15:clr>
        </p15:guide>
        <p15:guide id="2" pos="359">
          <p15:clr>
            <a:srgbClr val="F26B43"/>
          </p15:clr>
        </p15:guide>
        <p15:guide id="3" pos="8345">
          <p15:clr>
            <a:srgbClr val="F26B43"/>
          </p15:clr>
        </p15:guide>
        <p15:guide id="4" orient="horz" pos="227">
          <p15:clr>
            <a:srgbClr val="F26B43"/>
          </p15:clr>
        </p15:guide>
        <p15:guide id="5" orient="horz" pos="1189">
          <p15:clr>
            <a:srgbClr val="F26B43"/>
          </p15:clr>
        </p15:guide>
        <p15:guide id="6" orient="horz" pos="72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8"/>
            </p:custDataLst>
            <p:extLst>
              <p:ext uri="{D42A27DB-BD31-4B8C-83A1-F6EECF244321}">
                <p14:modId xmlns:p14="http://schemas.microsoft.com/office/powerpoint/2010/main" val="295500277"/>
              </p:ext>
            </p:extLst>
          </p:nvPr>
        </p:nvGraphicFramePr>
        <p:xfrm>
          <a:off x="2120" y="1590"/>
          <a:ext cx="2116"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4" name="Object 3" hidden="1"/>
                      <p:cNvPicPr/>
                      <p:nvPr/>
                    </p:nvPicPr>
                    <p:blipFill>
                      <a:blip r:embed="rId71"/>
                      <a:stretch>
                        <a:fillRect/>
                      </a:stretch>
                    </p:blipFill>
                    <p:spPr>
                      <a:xfrm>
                        <a:off x="2120" y="1590"/>
                        <a:ext cx="2116" cy="1587"/>
                      </a:xfrm>
                      <a:prstGeom prst="rect">
                        <a:avLst/>
                      </a:prstGeom>
                    </p:spPr>
                  </p:pic>
                </p:oleObj>
              </mc:Fallback>
            </mc:AlternateContent>
          </a:graphicData>
        </a:graphic>
      </p:graphicFrame>
      <p:sp>
        <p:nvSpPr>
          <p:cNvPr id="6" name="Rectangle 5" hidden="1"/>
          <p:cNvSpPr/>
          <p:nvPr userDrawn="1">
            <p:custDataLst>
              <p:tags r:id="rId69"/>
            </p:custDataLst>
          </p:nvPr>
        </p:nvSpPr>
        <p:spPr bwMode="gray">
          <a:xfrm>
            <a:off x="0" y="1"/>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2"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2022 Deloitte Touche Tohmatsu India LLP</a:t>
            </a:r>
          </a:p>
        </p:txBody>
      </p:sp>
      <p:sp>
        <p:nvSpPr>
          <p:cNvPr id="19" name="Text Placeholder 18"/>
          <p:cNvSpPr>
            <a:spLocks noGrp="1"/>
          </p:cNvSpPr>
          <p:nvPr>
            <p:ph type="body" idx="1"/>
          </p:nvPr>
        </p:nvSpPr>
        <p:spPr>
          <a:xfrm>
            <a:off x="501652" y="1665292"/>
            <a:ext cx="11188699" cy="4716462"/>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603992036"/>
      </p:ext>
    </p:extLst>
  </p:cSld>
  <p:clrMap bg1="lt1" tx1="dk1" bg2="lt2" tx2="dk2" accent1="accent1" accent2="accent2" accent3="accent3" accent4="accent4" accent5="accent5" accent6="accent6" hlink="hlink" folHlink="folHlink"/>
  <p:sldLayoutIdLst>
    <p:sldLayoutId id="2147483918"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 id="2147483929" r:id="rId12"/>
    <p:sldLayoutId id="2147483930" r:id="rId13"/>
    <p:sldLayoutId id="2147483931" r:id="rId14"/>
    <p:sldLayoutId id="2147483932" r:id="rId15"/>
    <p:sldLayoutId id="2147483933" r:id="rId16"/>
    <p:sldLayoutId id="2147483934" r:id="rId17"/>
    <p:sldLayoutId id="2147483935" r:id="rId18"/>
    <p:sldLayoutId id="2147483936" r:id="rId19"/>
    <p:sldLayoutId id="2147483937" r:id="rId20"/>
    <p:sldLayoutId id="2147483938" r:id="rId21"/>
    <p:sldLayoutId id="2147483939" r:id="rId22"/>
    <p:sldLayoutId id="2147483940" r:id="rId23"/>
    <p:sldLayoutId id="2147483941" r:id="rId24"/>
    <p:sldLayoutId id="2147483942" r:id="rId25"/>
    <p:sldLayoutId id="2147483943" r:id="rId26"/>
    <p:sldLayoutId id="2147483944" r:id="rId27"/>
    <p:sldLayoutId id="2147483945" r:id="rId28"/>
    <p:sldLayoutId id="2147483946" r:id="rId29"/>
    <p:sldLayoutId id="2147483947" r:id="rId30"/>
    <p:sldLayoutId id="2147483948" r:id="rId31"/>
    <p:sldLayoutId id="2147483949" r:id="rId32"/>
    <p:sldLayoutId id="2147483950" r:id="rId33"/>
    <p:sldLayoutId id="2147483951" r:id="rId34"/>
    <p:sldLayoutId id="2147483952" r:id="rId35"/>
    <p:sldLayoutId id="2147483953" r:id="rId36"/>
    <p:sldLayoutId id="2147483954" r:id="rId37"/>
    <p:sldLayoutId id="2147483955" r:id="rId38"/>
    <p:sldLayoutId id="2147483956" r:id="rId39"/>
    <p:sldLayoutId id="2147483957" r:id="rId40"/>
    <p:sldLayoutId id="2147483958" r:id="rId41"/>
    <p:sldLayoutId id="2147483959" r:id="rId42"/>
    <p:sldLayoutId id="2147483960" r:id="rId43"/>
    <p:sldLayoutId id="2147483961" r:id="rId44"/>
    <p:sldLayoutId id="2147483962" r:id="rId45"/>
    <p:sldLayoutId id="2147483963" r:id="rId46"/>
    <p:sldLayoutId id="2147483964" r:id="rId47"/>
    <p:sldLayoutId id="2147483965" r:id="rId48"/>
    <p:sldLayoutId id="2147483966" r:id="rId49"/>
    <p:sldLayoutId id="2147483967" r:id="rId50"/>
    <p:sldLayoutId id="2147483968" r:id="rId51"/>
    <p:sldLayoutId id="2147483969" r:id="rId52"/>
    <p:sldLayoutId id="2147483970" r:id="rId53"/>
    <p:sldLayoutId id="2147483971" r:id="rId54"/>
    <p:sldLayoutId id="2147483972" r:id="rId55"/>
    <p:sldLayoutId id="2147483973" r:id="rId56"/>
    <p:sldLayoutId id="2147483974" r:id="rId57"/>
    <p:sldLayoutId id="2147483975" r:id="rId58"/>
    <p:sldLayoutId id="2147483976" r:id="rId59"/>
    <p:sldLayoutId id="2147483977" r:id="rId60"/>
    <p:sldLayoutId id="2147483978" r:id="rId61"/>
    <p:sldLayoutId id="2147483979" r:id="rId62"/>
    <p:sldLayoutId id="2147483980" r:id="rId63"/>
    <p:sldLayoutId id="2147483981" r:id="rId64"/>
    <p:sldLayoutId id="2147483982" r:id="rId65"/>
    <p:sldLayoutId id="2147483983" r:id="rId66"/>
  </p:sldLayoutIdLst>
  <p:transition>
    <p:fade/>
  </p:transition>
  <p:hf hdr="0" dt="0"/>
  <p:txStyles>
    <p:titleStyle>
      <a:lvl1pPr algn="l" defTabSz="1150072" rtl="0" eaLnBrk="1" latinLnBrk="0" hangingPunct="1">
        <a:spcBef>
          <a:spcPct val="0"/>
        </a:spcBef>
        <a:buNone/>
        <a:defRPr sz="2282" kern="1200">
          <a:solidFill>
            <a:schemeClr val="tx1"/>
          </a:solidFill>
          <a:latin typeface="+mj-lt"/>
          <a:ea typeface="+mj-ea"/>
          <a:cs typeface="+mj-cs"/>
        </a:defRPr>
      </a:lvl1pPr>
    </p:titleStyle>
    <p:bodyStyle>
      <a:lvl1pPr marL="0" indent="0" algn="l" defTabSz="1150072"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072"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64" indent="-221864" algn="l" defTabSz="1150072"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56" indent="-221864" algn="l" defTabSz="1150072"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21" indent="-221864" algn="l" defTabSz="1004317"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21" indent="-221864" algn="l" defTabSz="1150072"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21" indent="-221864" algn="l" defTabSz="1150072"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072" rtl="0" eaLnBrk="1" latinLnBrk="0" hangingPunct="1">
        <a:defRPr sz="2264" kern="1200">
          <a:solidFill>
            <a:schemeClr val="tx1"/>
          </a:solidFill>
          <a:latin typeface="+mn-lt"/>
          <a:ea typeface="+mn-ea"/>
          <a:cs typeface="+mn-cs"/>
        </a:defRPr>
      </a:lvl1pPr>
      <a:lvl2pPr marL="575035" algn="l" defTabSz="1150072" rtl="0" eaLnBrk="1" latinLnBrk="0" hangingPunct="1">
        <a:defRPr sz="2264" kern="1200">
          <a:solidFill>
            <a:schemeClr val="tx1"/>
          </a:solidFill>
          <a:latin typeface="+mn-lt"/>
          <a:ea typeface="+mn-ea"/>
          <a:cs typeface="+mn-cs"/>
        </a:defRPr>
      </a:lvl2pPr>
      <a:lvl3pPr marL="1150072" algn="l" defTabSz="1150072" rtl="0" eaLnBrk="1" latinLnBrk="0" hangingPunct="1">
        <a:defRPr sz="2264" kern="1200">
          <a:solidFill>
            <a:schemeClr val="tx1"/>
          </a:solidFill>
          <a:latin typeface="+mn-lt"/>
          <a:ea typeface="+mn-ea"/>
          <a:cs typeface="+mn-cs"/>
        </a:defRPr>
      </a:lvl3pPr>
      <a:lvl4pPr marL="1725107" algn="l" defTabSz="1150072" rtl="0" eaLnBrk="1" latinLnBrk="0" hangingPunct="1">
        <a:defRPr sz="2264" kern="1200">
          <a:solidFill>
            <a:schemeClr val="tx1"/>
          </a:solidFill>
          <a:latin typeface="+mn-lt"/>
          <a:ea typeface="+mn-ea"/>
          <a:cs typeface="+mn-cs"/>
        </a:defRPr>
      </a:lvl4pPr>
      <a:lvl5pPr marL="2300144" algn="l" defTabSz="1150072" rtl="0" eaLnBrk="1" latinLnBrk="0" hangingPunct="1">
        <a:defRPr sz="2264" kern="1200">
          <a:solidFill>
            <a:schemeClr val="tx1"/>
          </a:solidFill>
          <a:latin typeface="+mn-lt"/>
          <a:ea typeface="+mn-ea"/>
          <a:cs typeface="+mn-cs"/>
        </a:defRPr>
      </a:lvl5pPr>
      <a:lvl6pPr marL="2875180" algn="l" defTabSz="1150072" rtl="0" eaLnBrk="1" latinLnBrk="0" hangingPunct="1">
        <a:defRPr sz="2264" kern="1200">
          <a:solidFill>
            <a:schemeClr val="tx1"/>
          </a:solidFill>
          <a:latin typeface="+mn-lt"/>
          <a:ea typeface="+mn-ea"/>
          <a:cs typeface="+mn-cs"/>
        </a:defRPr>
      </a:lvl6pPr>
      <a:lvl7pPr marL="3450216" algn="l" defTabSz="1150072" rtl="0" eaLnBrk="1" latinLnBrk="0" hangingPunct="1">
        <a:defRPr sz="2264" kern="1200">
          <a:solidFill>
            <a:schemeClr val="tx1"/>
          </a:solidFill>
          <a:latin typeface="+mn-lt"/>
          <a:ea typeface="+mn-ea"/>
          <a:cs typeface="+mn-cs"/>
        </a:defRPr>
      </a:lvl7pPr>
      <a:lvl8pPr marL="4025252" algn="l" defTabSz="1150072" rtl="0" eaLnBrk="1" latinLnBrk="0" hangingPunct="1">
        <a:defRPr sz="2264" kern="1200">
          <a:solidFill>
            <a:schemeClr val="tx1"/>
          </a:solidFill>
          <a:latin typeface="+mn-lt"/>
          <a:ea typeface="+mn-ea"/>
          <a:cs typeface="+mn-cs"/>
        </a:defRPr>
      </a:lvl8pPr>
      <a:lvl9pPr marL="4600286" algn="l" defTabSz="1150072"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69.xml"/><Relationship Id="rId1" Type="http://schemas.openxmlformats.org/officeDocument/2006/relationships/tags" Target="../tags/tag38.x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19.bin"/><Relationship Id="rId9"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9.xml"/><Relationship Id="rId5" Type="http://schemas.openxmlformats.org/officeDocument/2006/relationships/image" Target="../media/image11.emf"/><Relationship Id="rId4" Type="http://schemas.openxmlformats.org/officeDocument/2006/relationships/oleObject" Target="../embeddings/oleObject20.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40.xml"/><Relationship Id="rId5" Type="http://schemas.openxmlformats.org/officeDocument/2006/relationships/image" Target="../media/image11.emf"/><Relationship Id="rId4" Type="http://schemas.openxmlformats.org/officeDocument/2006/relationships/oleObject" Target="../embeddings/oleObject2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1.xml"/><Relationship Id="rId5" Type="http://schemas.openxmlformats.org/officeDocument/2006/relationships/image" Target="../media/image11.emf"/><Relationship Id="rId4" Type="http://schemas.openxmlformats.org/officeDocument/2006/relationships/oleObject" Target="../embeddings/oleObject2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42.xml"/><Relationship Id="rId5" Type="http://schemas.openxmlformats.org/officeDocument/2006/relationships/image" Target="../media/image11.emf"/><Relationship Id="rId4" Type="http://schemas.openxmlformats.org/officeDocument/2006/relationships/oleObject" Target="../embeddings/oleObject23.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43.xml"/><Relationship Id="rId5" Type="http://schemas.openxmlformats.org/officeDocument/2006/relationships/image" Target="../media/image11.emf"/><Relationship Id="rId4" Type="http://schemas.openxmlformats.org/officeDocument/2006/relationships/oleObject" Target="../embeddings/oleObject24.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44.xml"/><Relationship Id="rId5" Type="http://schemas.openxmlformats.org/officeDocument/2006/relationships/image" Target="../media/image11.emf"/><Relationship Id="rId4" Type="http://schemas.openxmlformats.org/officeDocument/2006/relationships/oleObject" Target="../embeddings/oleObject25.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8" name="Object 17" hidden="1">
            <a:extLst>
              <a:ext uri="{FF2B5EF4-FFF2-40B4-BE49-F238E27FC236}">
                <a16:creationId xmlns:a16="http://schemas.microsoft.com/office/drawing/2014/main" id="{972089DD-C5B6-4DC0-BCFE-8B205CE723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8" name="Object 17" hidden="1">
                        <a:extLst>
                          <a:ext uri="{FF2B5EF4-FFF2-40B4-BE49-F238E27FC236}">
                            <a16:creationId xmlns:a16="http://schemas.microsoft.com/office/drawing/2014/main" id="{972089DD-C5B6-4DC0-BCFE-8B205CE723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7" name="Subtitle 3">
            <a:extLst>
              <a:ext uri="{FF2B5EF4-FFF2-40B4-BE49-F238E27FC236}">
                <a16:creationId xmlns:a16="http://schemas.microsoft.com/office/drawing/2014/main" id="{5952B81A-0D37-4162-BB15-1124FCF58B45}"/>
              </a:ext>
            </a:extLst>
          </p:cNvPr>
          <p:cNvSpPr>
            <a:spLocks noGrp="1"/>
          </p:cNvSpPr>
          <p:nvPr>
            <p:ph type="subTitle" idx="1"/>
          </p:nvPr>
        </p:nvSpPr>
        <p:spPr>
          <a:xfrm>
            <a:off x="475324" y="1459627"/>
            <a:ext cx="6167213" cy="4641335"/>
          </a:xfrm>
        </p:spPr>
        <p:txBody>
          <a:bodyPr wrap="square" anchor="ctr" anchorCtr="0">
            <a:spAutoFit/>
          </a:bodyPr>
          <a:lstStyle/>
          <a:p>
            <a:pPr algn="just">
              <a:lnSpc>
                <a:spcPct val="114000"/>
              </a:lnSpc>
              <a:spcAft>
                <a:spcPts val="600"/>
              </a:spcAft>
            </a:pPr>
            <a:r>
              <a:rPr lang="en-US" sz="1800" b="0">
                <a:solidFill>
                  <a:srgbClr val="43B02A"/>
                </a:solidFill>
              </a:rPr>
              <a:t>Selection of Transaction Advisor for Assessment of Institutional Development and Human Resource Management of The Durgapur Projects Limited (DPL)</a:t>
            </a:r>
          </a:p>
          <a:p>
            <a:pPr algn="just">
              <a:lnSpc>
                <a:spcPct val="114000"/>
              </a:lnSpc>
              <a:spcAft>
                <a:spcPts val="600"/>
              </a:spcAft>
            </a:pPr>
            <a:r>
              <a:rPr lang="it-IT" sz="1800" b="0">
                <a:solidFill>
                  <a:schemeClr val="accent3"/>
                </a:solidFill>
              </a:rPr>
              <a:t>RFQ NO: WBDPL/PUR/CORP/RFQ/110/2021-2022</a:t>
            </a:r>
            <a:endParaRPr lang="en-US" sz="1800" b="0">
              <a:solidFill>
                <a:srgbClr val="00ABAB"/>
              </a:solidFill>
            </a:endParaRPr>
          </a:p>
          <a:p>
            <a:pPr algn="just">
              <a:lnSpc>
                <a:spcPct val="114000"/>
              </a:lnSpc>
              <a:spcAft>
                <a:spcPts val="600"/>
              </a:spcAft>
            </a:pPr>
            <a:r>
              <a:rPr lang="en-US" sz="1800" b="0">
                <a:solidFill>
                  <a:srgbClr val="00ABAB"/>
                </a:solidFill>
              </a:rPr>
              <a:t>The Durgapur Projects Limited</a:t>
            </a:r>
          </a:p>
          <a:p>
            <a:pPr algn="just">
              <a:spcAft>
                <a:spcPts val="600"/>
              </a:spcAft>
            </a:pPr>
            <a:endParaRPr lang="en-US" sz="1600" b="0"/>
          </a:p>
          <a:p>
            <a:pPr>
              <a:spcAft>
                <a:spcPts val="600"/>
              </a:spcAft>
            </a:pPr>
            <a:r>
              <a:rPr lang="en-US" sz="1600" b="0"/>
              <a:t>Contractual Deliverables – </a:t>
            </a:r>
          </a:p>
          <a:p>
            <a:pPr>
              <a:spcAft>
                <a:spcPts val="600"/>
              </a:spcAft>
            </a:pPr>
            <a:r>
              <a:rPr lang="en-US" sz="1600"/>
              <a:t>Final Report </a:t>
            </a:r>
          </a:p>
          <a:p>
            <a:pPr marL="342900" indent="-342900">
              <a:spcAft>
                <a:spcPts val="600"/>
              </a:spcAft>
              <a:buFont typeface="+mj-lt"/>
              <a:buAutoNum type="alphaLcParenR"/>
            </a:pPr>
            <a:r>
              <a:rPr lang="en-US" sz="1400"/>
              <a:t>To – be and Recommendations </a:t>
            </a:r>
          </a:p>
          <a:p>
            <a:pPr lvl="1">
              <a:spcAft>
                <a:spcPts val="600"/>
              </a:spcAft>
            </a:pPr>
            <a:r>
              <a:rPr lang="en-US" sz="1400" b="0"/>
              <a:t>(Manpower Planning, Organization Structure, Performance Management System (PMS), KPIs, and Outsourcing Models)</a:t>
            </a:r>
          </a:p>
          <a:p>
            <a:pPr marL="342900" indent="-342900">
              <a:spcAft>
                <a:spcPts val="600"/>
              </a:spcAft>
              <a:buFont typeface="+mj-lt"/>
              <a:buAutoNum type="alphaLcParenR" startAt="2"/>
            </a:pPr>
            <a:r>
              <a:rPr lang="en-US" sz="1400"/>
              <a:t>Redesigned Training Policy &amp; Plan.</a:t>
            </a:r>
          </a:p>
          <a:p>
            <a:pPr marL="342900" indent="-342900">
              <a:spcAft>
                <a:spcPts val="600"/>
              </a:spcAft>
              <a:buFont typeface="+mj-lt"/>
              <a:buAutoNum type="alphaLcParenR" startAt="2"/>
            </a:pPr>
            <a:r>
              <a:rPr lang="en-US" sz="1400"/>
              <a:t>Capacity Building Plan including revised KPIs &amp; MIS</a:t>
            </a:r>
          </a:p>
          <a:p>
            <a:pPr algn="just">
              <a:spcAft>
                <a:spcPts val="600"/>
              </a:spcAft>
            </a:pPr>
            <a:endParaRPr lang="en-US" sz="1200" b="0"/>
          </a:p>
          <a:p>
            <a:pPr algn="just">
              <a:spcAft>
                <a:spcPts val="600"/>
              </a:spcAft>
            </a:pPr>
            <a:r>
              <a:rPr lang="en-US" sz="1400"/>
              <a:t>31</a:t>
            </a:r>
            <a:r>
              <a:rPr lang="en-US" sz="1400" baseline="30000"/>
              <a:t>st</a:t>
            </a:r>
            <a:r>
              <a:rPr lang="en-US" sz="1400"/>
              <a:t> March 2023</a:t>
            </a:r>
            <a:endParaRPr lang="en-US" sz="2399"/>
          </a:p>
        </p:txBody>
      </p:sp>
      <p:sp>
        <p:nvSpPr>
          <p:cNvPr id="19" name="Text Placeholder 4">
            <a:extLst>
              <a:ext uri="{FF2B5EF4-FFF2-40B4-BE49-F238E27FC236}">
                <a16:creationId xmlns:a16="http://schemas.microsoft.com/office/drawing/2014/main" id="{1EBFA252-2B6D-40F1-9D09-028C50C9D903}"/>
              </a:ext>
            </a:extLst>
          </p:cNvPr>
          <p:cNvSpPr>
            <a:spLocks noGrp="1"/>
          </p:cNvSpPr>
          <p:nvPr>
            <p:ph type="body" sz="quarter" idx="10"/>
          </p:nvPr>
        </p:nvSpPr>
        <p:spPr>
          <a:xfrm>
            <a:off x="475324" y="6307496"/>
            <a:ext cx="6709262" cy="215444"/>
          </a:xfrm>
        </p:spPr>
        <p:txBody>
          <a:bodyPr anchor="ctr" anchorCtr="0">
            <a:spAutoFit/>
          </a:bodyPr>
          <a:lstStyle/>
          <a:p>
            <a:r>
              <a:rPr lang="en-US" sz="1400">
                <a:solidFill>
                  <a:schemeClr val="accent1"/>
                </a:solidFill>
              </a:rPr>
              <a:t>© Deloitte Touche Tohmatsu India LLP</a:t>
            </a:r>
            <a:endParaRPr lang="en-US" sz="1200">
              <a:solidFill>
                <a:schemeClr val="accent1"/>
              </a:solidFill>
            </a:endParaRPr>
          </a:p>
        </p:txBody>
      </p:sp>
      <p:grpSp>
        <p:nvGrpSpPr>
          <p:cNvPr id="7" name="Group 6">
            <a:extLst>
              <a:ext uri="{FF2B5EF4-FFF2-40B4-BE49-F238E27FC236}">
                <a16:creationId xmlns:a16="http://schemas.microsoft.com/office/drawing/2014/main" id="{796BE964-8E1F-4ECE-9963-BC0A9CB95884}"/>
              </a:ext>
            </a:extLst>
          </p:cNvPr>
          <p:cNvGrpSpPr>
            <a:grpSpLocks noChangeAspect="1"/>
          </p:cNvGrpSpPr>
          <p:nvPr/>
        </p:nvGrpSpPr>
        <p:grpSpPr>
          <a:xfrm>
            <a:off x="475324" y="537002"/>
            <a:ext cx="1998000" cy="374400"/>
            <a:chOff x="398463" y="404813"/>
            <a:chExt cx="1627187" cy="307976"/>
          </a:xfrm>
          <a:solidFill>
            <a:schemeClr val="tx1"/>
          </a:solidFill>
        </p:grpSpPr>
        <p:sp>
          <p:nvSpPr>
            <p:cNvPr id="8" name="Oval 5">
              <a:extLst>
                <a:ext uri="{FF2B5EF4-FFF2-40B4-BE49-F238E27FC236}">
                  <a16:creationId xmlns:a16="http://schemas.microsoft.com/office/drawing/2014/main" id="{4586BC22-3CE8-4BA9-8077-E199A93C926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9" name="Freeform 6">
              <a:extLst>
                <a:ext uri="{FF2B5EF4-FFF2-40B4-BE49-F238E27FC236}">
                  <a16:creationId xmlns:a16="http://schemas.microsoft.com/office/drawing/2014/main" id="{239BF585-F68A-423B-AD38-6BC9741A7D6F}"/>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0" name="Rectangle 7">
              <a:extLst>
                <a:ext uri="{FF2B5EF4-FFF2-40B4-BE49-F238E27FC236}">
                  <a16:creationId xmlns:a16="http://schemas.microsoft.com/office/drawing/2014/main" id="{B495EC32-D107-46E8-9920-DD0651608935}"/>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1" name="Freeform 8">
              <a:extLst>
                <a:ext uri="{FF2B5EF4-FFF2-40B4-BE49-F238E27FC236}">
                  <a16:creationId xmlns:a16="http://schemas.microsoft.com/office/drawing/2014/main" id="{BCB624F3-F76C-4632-83EC-024488CAEDF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2" name="Rectangle 9">
              <a:extLst>
                <a:ext uri="{FF2B5EF4-FFF2-40B4-BE49-F238E27FC236}">
                  <a16:creationId xmlns:a16="http://schemas.microsoft.com/office/drawing/2014/main" id="{E453E1B9-0331-4F76-AD34-14D2438F99A6}"/>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3" name="Rectangle 10">
              <a:extLst>
                <a:ext uri="{FF2B5EF4-FFF2-40B4-BE49-F238E27FC236}">
                  <a16:creationId xmlns:a16="http://schemas.microsoft.com/office/drawing/2014/main" id="{698573DC-9F15-48E7-8A20-2820140641AC}"/>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4" name="Freeform 11">
              <a:extLst>
                <a:ext uri="{FF2B5EF4-FFF2-40B4-BE49-F238E27FC236}">
                  <a16:creationId xmlns:a16="http://schemas.microsoft.com/office/drawing/2014/main" id="{7D7489A2-F3FC-47EC-AA42-E0FED7CAC5F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5" name="Freeform 12">
              <a:extLst>
                <a:ext uri="{FF2B5EF4-FFF2-40B4-BE49-F238E27FC236}">
                  <a16:creationId xmlns:a16="http://schemas.microsoft.com/office/drawing/2014/main" id="{5D5A39AF-AF99-4D2D-A5CE-2AE58457EAB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16" name="Freeform 13">
              <a:extLst>
                <a:ext uri="{FF2B5EF4-FFF2-40B4-BE49-F238E27FC236}">
                  <a16:creationId xmlns:a16="http://schemas.microsoft.com/office/drawing/2014/main" id="{5141C6C4-40D1-487F-925E-F4778C3795F2}"/>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sp>
          <p:nvSpPr>
            <p:cNvPr id="20" name="Freeform 14">
              <a:extLst>
                <a:ext uri="{FF2B5EF4-FFF2-40B4-BE49-F238E27FC236}">
                  <a16:creationId xmlns:a16="http://schemas.microsoft.com/office/drawing/2014/main" id="{74DF4327-81D1-4A19-9904-6DE2F3DAEC8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600" b="0" i="0" u="none" strike="noStrike" kern="1200" cap="none" spc="0" normalizeH="0" baseline="0" noProof="0">
                <a:ln>
                  <a:noFill/>
                </a:ln>
                <a:solidFill>
                  <a:prstClr val="white"/>
                </a:solidFill>
                <a:effectLst/>
                <a:uLnTx/>
                <a:uFillTx/>
                <a:latin typeface="Verdana"/>
                <a:ea typeface="+mn-ea"/>
                <a:cs typeface="+mn-cs"/>
              </a:endParaRPr>
            </a:p>
          </p:txBody>
        </p:sp>
      </p:grpSp>
      <p:grpSp>
        <p:nvGrpSpPr>
          <p:cNvPr id="25" name="Group 24">
            <a:extLst>
              <a:ext uri="{FF2B5EF4-FFF2-40B4-BE49-F238E27FC236}">
                <a16:creationId xmlns:a16="http://schemas.microsoft.com/office/drawing/2014/main" id="{3E042AD0-B068-42DA-9CC8-019F23F02852}"/>
              </a:ext>
            </a:extLst>
          </p:cNvPr>
          <p:cNvGrpSpPr/>
          <p:nvPr/>
        </p:nvGrpSpPr>
        <p:grpSpPr>
          <a:xfrm>
            <a:off x="6849600" y="1100859"/>
            <a:ext cx="5191398" cy="5023185"/>
            <a:chOff x="6663980" y="917407"/>
            <a:chExt cx="5191398" cy="5023185"/>
          </a:xfrm>
        </p:grpSpPr>
        <p:grpSp>
          <p:nvGrpSpPr>
            <p:cNvPr id="5" name="Group 4">
              <a:extLst>
                <a:ext uri="{FF2B5EF4-FFF2-40B4-BE49-F238E27FC236}">
                  <a16:creationId xmlns:a16="http://schemas.microsoft.com/office/drawing/2014/main" id="{1C00E454-5F09-40F0-984B-3F7B68F1A213}"/>
                </a:ext>
              </a:extLst>
            </p:cNvPr>
            <p:cNvGrpSpPr/>
            <p:nvPr/>
          </p:nvGrpSpPr>
          <p:grpSpPr>
            <a:xfrm>
              <a:off x="6663980" y="917407"/>
              <a:ext cx="5191398" cy="5023185"/>
              <a:chOff x="7084381" y="1261563"/>
              <a:chExt cx="4856086" cy="4617673"/>
            </a:xfrm>
          </p:grpSpPr>
          <p:pic>
            <p:nvPicPr>
              <p:cNvPr id="3" name="Picture 2" descr="A picture containing balloon, aircraft&#10;&#10;Description automatically generated">
                <a:extLst>
                  <a:ext uri="{FF2B5EF4-FFF2-40B4-BE49-F238E27FC236}">
                    <a16:creationId xmlns:a16="http://schemas.microsoft.com/office/drawing/2014/main" id="{F5A7A2F2-4EF7-4B77-9750-EE7027A0E4B4}"/>
                  </a:ext>
                </a:extLst>
              </p:cNvPr>
              <p:cNvPicPr>
                <a:picLocks noChangeAspect="1"/>
              </p:cNvPicPr>
              <p:nvPr/>
            </p:nvPicPr>
            <p:blipFill rotWithShape="1">
              <a:blip r:embed="rId6">
                <a:alphaModFix/>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6711" t="18210" r="16152" b="17949"/>
              <a:stretch/>
            </p:blipFill>
            <p:spPr>
              <a:xfrm>
                <a:off x="7084381" y="1261563"/>
                <a:ext cx="4856086" cy="4617673"/>
              </a:xfrm>
              <a:prstGeom prst="rect">
                <a:avLst/>
              </a:prstGeom>
            </p:spPr>
          </p:pic>
          <p:sp>
            <p:nvSpPr>
              <p:cNvPr id="4" name="Oval 3">
                <a:extLst>
                  <a:ext uri="{FF2B5EF4-FFF2-40B4-BE49-F238E27FC236}">
                    <a16:creationId xmlns:a16="http://schemas.microsoft.com/office/drawing/2014/main" id="{E4D958D5-B5DE-470D-A54D-62546D0F42BA}"/>
                  </a:ext>
                </a:extLst>
              </p:cNvPr>
              <p:cNvSpPr/>
              <p:nvPr/>
            </p:nvSpPr>
            <p:spPr bwMode="gray">
              <a:xfrm>
                <a:off x="8375656" y="2531711"/>
                <a:ext cx="2252737" cy="2077375"/>
              </a:xfrm>
              <a:prstGeom prst="ellipse">
                <a:avLst/>
              </a:prstGeom>
              <a:solidFill>
                <a:srgbClr val="191919"/>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Verdana"/>
                  <a:ea typeface="+mn-ea"/>
                  <a:cs typeface="+mn-cs"/>
                </a:endParaRPr>
              </a:p>
            </p:txBody>
          </p:sp>
        </p:grpSp>
        <p:pic>
          <p:nvPicPr>
            <p:cNvPr id="24" name="Picture 23" descr="A picture containing text, electronics, circuit&#10;&#10;Description automatically generated">
              <a:extLst>
                <a:ext uri="{FF2B5EF4-FFF2-40B4-BE49-F238E27FC236}">
                  <a16:creationId xmlns:a16="http://schemas.microsoft.com/office/drawing/2014/main" id="{74EE2524-B307-41CB-8248-6ECDAF05C8EF}"/>
                </a:ext>
              </a:extLst>
            </p:cNvPr>
            <p:cNvPicPr>
              <a:picLocks noChangeAspect="1"/>
            </p:cNvPicPr>
            <p:nvPr/>
          </p:nvPicPr>
          <p:blipFill>
            <a:blip r:embed="rId8">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8242721" y="2423158"/>
              <a:ext cx="2011680" cy="2011680"/>
            </a:xfrm>
            <a:prstGeom prst="rect">
              <a:avLst/>
            </a:prstGeom>
          </p:spPr>
        </p:pic>
      </p:grpSp>
      <p:pic>
        <p:nvPicPr>
          <p:cNvPr id="21" name="Picture 20">
            <a:extLst>
              <a:ext uri="{FF2B5EF4-FFF2-40B4-BE49-F238E27FC236}">
                <a16:creationId xmlns:a16="http://schemas.microsoft.com/office/drawing/2014/main" id="{0769A1D4-906A-4899-9226-962C59DDF9B5}"/>
              </a:ext>
            </a:extLst>
          </p:cNvPr>
          <p:cNvPicPr>
            <a:picLocks noChangeAspect="1"/>
          </p:cNvPicPr>
          <p:nvPr/>
        </p:nvPicPr>
        <p:blipFill>
          <a:blip r:embed="rId9"/>
          <a:srcRect/>
          <a:stretch/>
        </p:blipFill>
        <p:spPr>
          <a:xfrm>
            <a:off x="10694852" y="5659120"/>
            <a:ext cx="1198880" cy="1198880"/>
          </a:xfrm>
          <a:prstGeom prst="rect">
            <a:avLst/>
          </a:prstGeom>
        </p:spPr>
      </p:pic>
    </p:spTree>
    <p:extLst>
      <p:ext uri="{BB962C8B-B14F-4D97-AF65-F5344CB8AC3E}">
        <p14:creationId xmlns:p14="http://schemas.microsoft.com/office/powerpoint/2010/main" val="186028310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7007A1-C7F4-4CE0-9CDA-3597F295AFFB}"/>
              </a:ext>
            </a:extLst>
          </p:cNvPr>
          <p:cNvSpPr/>
          <p:nvPr/>
        </p:nvSpPr>
        <p:spPr>
          <a:xfrm>
            <a:off x="453517" y="620976"/>
            <a:ext cx="2437109" cy="446597"/>
          </a:xfrm>
          <a:prstGeom prst="rect">
            <a:avLst/>
          </a:prstGeom>
        </p:spPr>
        <p:txBody>
          <a:bodyPr wrap="square" lIns="0" tIns="0" rIns="0" bIns="0">
            <a:spAutoFit/>
          </a:bodyPr>
          <a:lstStyle/>
          <a:p>
            <a:pPr marL="0" marR="0" lvl="0" indent="0" algn="l" defTabSz="945609" rtl="0" eaLnBrk="1" fontAlgn="auto" latinLnBrk="0" hangingPunct="1">
              <a:lnSpc>
                <a:spcPct val="100000"/>
              </a:lnSpc>
              <a:spcBef>
                <a:spcPts val="0"/>
              </a:spcBef>
              <a:spcAft>
                <a:spcPts val="0"/>
              </a:spcAft>
              <a:buClrTx/>
              <a:buSzTx/>
              <a:buFontTx/>
              <a:buNone/>
              <a:tabLst/>
              <a:defRPr/>
            </a:pPr>
            <a:r>
              <a:rPr kumimoji="0" lang="en-AU" sz="2902" b="0" i="0" u="none" strike="noStrike" kern="1200" cap="none" spc="272" normalizeH="0" baseline="0" noProof="0">
                <a:ln>
                  <a:noFill/>
                </a:ln>
                <a:solidFill>
                  <a:prstClr val="white"/>
                </a:solidFill>
                <a:effectLst/>
                <a:uLnTx/>
                <a:uFillTx/>
                <a:latin typeface="Verdana"/>
                <a:ea typeface="+mn-ea"/>
                <a:cs typeface="+mn-cs"/>
              </a:rPr>
              <a:t>CONTENT </a:t>
            </a:r>
            <a:endParaRPr kumimoji="0" lang="en-IN" sz="2902" b="0" i="0" u="none" strike="noStrike" kern="1200" cap="none" spc="272" normalizeH="0" baseline="0" noProof="0">
              <a:ln>
                <a:noFill/>
              </a:ln>
              <a:solidFill>
                <a:prstClr val="white"/>
              </a:solidFill>
              <a:effectLst/>
              <a:uLnTx/>
              <a:uFillTx/>
              <a:latin typeface="Verdana"/>
              <a:ea typeface="+mn-ea"/>
              <a:cs typeface="+mn-cs"/>
            </a:endParaRPr>
          </a:p>
        </p:txBody>
      </p:sp>
      <p:graphicFrame>
        <p:nvGraphicFramePr>
          <p:cNvPr id="5" name="Table 4">
            <a:extLst>
              <a:ext uri="{FF2B5EF4-FFF2-40B4-BE49-F238E27FC236}">
                <a16:creationId xmlns:a16="http://schemas.microsoft.com/office/drawing/2014/main" id="{EC955B6D-9E2E-44A0-A0A9-8BEF02287B3A}"/>
              </a:ext>
            </a:extLst>
          </p:cNvPr>
          <p:cNvGraphicFramePr>
            <a:graphicFrameLocks noGrp="1"/>
          </p:cNvGraphicFramePr>
          <p:nvPr/>
        </p:nvGraphicFramePr>
        <p:xfrm>
          <a:off x="469465" y="1308854"/>
          <a:ext cx="5721228" cy="4391142"/>
        </p:xfrm>
        <a:graphic>
          <a:graphicData uri="http://schemas.openxmlformats.org/drawingml/2006/table">
            <a:tbl>
              <a:tblPr>
                <a:tableStyleId>{2D5ABB26-0587-4C30-8999-92F81FD0307C}</a:tableStyleId>
              </a:tblPr>
              <a:tblGrid>
                <a:gridCol w="531871">
                  <a:extLst>
                    <a:ext uri="{9D8B030D-6E8A-4147-A177-3AD203B41FA5}">
                      <a16:colId xmlns:a16="http://schemas.microsoft.com/office/drawing/2014/main" val="20000"/>
                    </a:ext>
                  </a:extLst>
                </a:gridCol>
                <a:gridCol w="5189357">
                  <a:extLst>
                    <a:ext uri="{9D8B030D-6E8A-4147-A177-3AD203B41FA5}">
                      <a16:colId xmlns:a16="http://schemas.microsoft.com/office/drawing/2014/main" val="20001"/>
                    </a:ext>
                  </a:extLst>
                </a:gridCol>
              </a:tblGrid>
              <a:tr h="731857">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white"/>
                          </a:solidFill>
                          <a:effectLst/>
                          <a:uLnTx/>
                          <a:uFillTx/>
                          <a:latin typeface="+mn-lt"/>
                          <a:ea typeface="+mn-ea"/>
                          <a:cs typeface="+mn-cs"/>
                        </a:rPr>
                        <a:t>Project Context</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717F"/>
                          </a:solidFill>
                          <a:effectLst/>
                          <a:uLnTx/>
                          <a:uFillTx/>
                          <a:latin typeface="+mn-lt"/>
                          <a:ea typeface="+mn-ea"/>
                          <a:cs typeface="+mn-cs"/>
                        </a:rPr>
                        <a:t>Our understanding of the project</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0"/>
                  </a:ext>
                </a:extLst>
              </a:tr>
              <a:tr h="731857">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white"/>
                          </a:solidFill>
                          <a:effectLst/>
                          <a:uLnTx/>
                          <a:uFillTx/>
                          <a:latin typeface="+mn-lt"/>
                          <a:ea typeface="+mn-ea"/>
                          <a:cs typeface="+mn-cs"/>
                        </a:rPr>
                        <a:t>Progress So Far</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717F"/>
                          </a:solidFill>
                          <a:effectLst/>
                          <a:uLnTx/>
                          <a:uFillTx/>
                          <a:latin typeface="+mn-lt"/>
                          <a:ea typeface="+mn-ea"/>
                          <a:cs typeface="+mn-cs"/>
                        </a:rPr>
                        <a:t>Summary of key deliverables submitted so far</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922937316"/>
                  </a:ext>
                </a:extLst>
              </a:tr>
              <a:tr h="731857">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white"/>
                          </a:solidFill>
                          <a:effectLst/>
                          <a:uLnTx/>
                          <a:uFillTx/>
                          <a:latin typeface="+mn-lt"/>
                          <a:ea typeface="+mn-ea"/>
                          <a:cs typeface="+mn-cs"/>
                        </a:rPr>
                        <a:t>Project Timelines</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717F"/>
                          </a:solidFill>
                          <a:effectLst/>
                          <a:uLnTx/>
                          <a:uFillTx/>
                          <a:latin typeface="+mn-lt"/>
                          <a:ea typeface="+mn-ea"/>
                          <a:cs typeface="+mn-cs"/>
                        </a:rPr>
                        <a:t>Current status of project timelines and alignment with work plan</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1"/>
                  </a:ext>
                </a:extLst>
              </a:tr>
              <a:tr h="731857">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white"/>
                          </a:solidFill>
                          <a:effectLst/>
                          <a:uLnTx/>
                          <a:uFillTx/>
                          <a:latin typeface="+mn-lt"/>
                          <a:ea typeface="+mn-ea"/>
                          <a:cs typeface="+mn-cs"/>
                        </a:rPr>
                        <a:t>Benchmarking Study</a:t>
                      </a:r>
                    </a:p>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717F"/>
                          </a:solidFill>
                          <a:effectLst/>
                          <a:uLnTx/>
                          <a:uFillTx/>
                          <a:latin typeface="+mn-lt"/>
                          <a:ea typeface="+mn-ea"/>
                          <a:cs typeface="+mn-cs"/>
                        </a:rPr>
                        <a:t>Key Insights from benchmarking with other utilities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564425986"/>
                  </a:ext>
                </a:extLst>
              </a:tr>
              <a:tr h="731857">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white"/>
                          </a:solidFill>
                          <a:effectLst/>
                          <a:uLnTx/>
                          <a:uFillTx/>
                          <a:latin typeface="+mn-lt"/>
                          <a:ea typeface="+mn-ea"/>
                          <a:cs typeface="+mn-cs"/>
                        </a:rPr>
                        <a:t>Focus Areas wise To-Be Reports </a:t>
                      </a:r>
                      <a:br>
                        <a:rPr kumimoji="0" lang="en-US" sz="1500" b="0" i="0" u="none" strike="noStrike" kern="1200" cap="none" spc="0" normalizeH="0" baseline="0" noProof="0">
                          <a:ln>
                            <a:noFill/>
                          </a:ln>
                          <a:solidFill>
                            <a:prstClr val="white"/>
                          </a:solidFill>
                          <a:effectLst/>
                          <a:uLnTx/>
                          <a:uFillTx/>
                          <a:latin typeface="+mn-lt"/>
                          <a:ea typeface="+mn-ea"/>
                          <a:cs typeface="+mn-cs"/>
                        </a:rPr>
                      </a:br>
                      <a:r>
                        <a:rPr kumimoji="0" lang="en-US" sz="1000" b="0" i="1" u="none" strike="noStrike" kern="1200" cap="none" spc="0" normalizeH="0" baseline="0" noProof="0">
                          <a:ln>
                            <a:noFill/>
                          </a:ln>
                          <a:solidFill>
                            <a:srgbClr val="00717F"/>
                          </a:solidFill>
                          <a:effectLst/>
                          <a:uLnTx/>
                          <a:uFillTx/>
                          <a:latin typeface="+mn-lt"/>
                          <a:ea typeface="+mn-ea"/>
                          <a:cs typeface="+mn-cs"/>
                        </a:rPr>
                        <a:t>Key Insights and recommendations for each focus area</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732567249"/>
                  </a:ext>
                </a:extLst>
              </a:tr>
              <a:tr h="731857">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endParaRPr kumimoji="0" lang="en-US" sz="1500" b="0" u="none" strike="noStrike" kern="1200" cap="none" normalizeH="0" baseline="0">
                        <a:ln>
                          <a:noFill/>
                        </a:ln>
                        <a:solidFill>
                          <a:schemeClr val="tx2"/>
                        </a:solidFill>
                        <a:effectLst/>
                        <a:latin typeface="+mn-lt"/>
                        <a:ea typeface="+mn-ea"/>
                        <a:cs typeface="+mn-cs"/>
                      </a:endParaRPr>
                    </a:p>
                  </a:txBody>
                  <a:tcPr marL="82915" marR="82915" marT="41457" marB="41457"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859512"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a:ln>
                            <a:noFill/>
                          </a:ln>
                          <a:solidFill>
                            <a:prstClr val="white"/>
                          </a:solidFill>
                          <a:effectLst/>
                          <a:uLnTx/>
                          <a:uFillTx/>
                          <a:latin typeface="+mn-lt"/>
                          <a:ea typeface="+mn-ea"/>
                          <a:cs typeface="+mn-cs"/>
                        </a:rPr>
                        <a:t>Annexures</a:t>
                      </a:r>
                    </a:p>
                  </a:txBody>
                  <a:tcPr marL="75190" marR="75190" marT="37595" marB="37595"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76595184"/>
                  </a:ext>
                </a:extLst>
              </a:tr>
            </a:tbl>
          </a:graphicData>
        </a:graphic>
      </p:graphicFrame>
      <p:sp>
        <p:nvSpPr>
          <p:cNvPr id="6" name="Oval 5">
            <a:extLst>
              <a:ext uri="{FF2B5EF4-FFF2-40B4-BE49-F238E27FC236}">
                <a16:creationId xmlns:a16="http://schemas.microsoft.com/office/drawing/2014/main" id="{D8070BE0-AF3B-4479-935F-548B283357BC}"/>
              </a:ext>
            </a:extLst>
          </p:cNvPr>
          <p:cNvSpPr>
            <a:spLocks noChangeAspect="1"/>
          </p:cNvSpPr>
          <p:nvPr/>
        </p:nvSpPr>
        <p:spPr>
          <a:xfrm>
            <a:off x="568517" y="1537674"/>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marL="0" marR="0" lvl="0" indent="0" algn="ctr" defTabSz="945609"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1</a:t>
            </a:r>
          </a:p>
        </p:txBody>
      </p:sp>
      <p:sp>
        <p:nvSpPr>
          <p:cNvPr id="7" name="Oval 6">
            <a:extLst>
              <a:ext uri="{FF2B5EF4-FFF2-40B4-BE49-F238E27FC236}">
                <a16:creationId xmlns:a16="http://schemas.microsoft.com/office/drawing/2014/main" id="{D40672A5-0039-40A5-8DAD-7B5D1993C012}"/>
              </a:ext>
            </a:extLst>
          </p:cNvPr>
          <p:cNvSpPr>
            <a:spLocks noChangeAspect="1"/>
          </p:cNvSpPr>
          <p:nvPr/>
        </p:nvSpPr>
        <p:spPr>
          <a:xfrm>
            <a:off x="568517" y="2275621"/>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marL="0" marR="0" lvl="0" indent="0" algn="ctr" defTabSz="945609"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2</a:t>
            </a:r>
          </a:p>
        </p:txBody>
      </p:sp>
      <p:sp>
        <p:nvSpPr>
          <p:cNvPr id="8" name="Oval 7">
            <a:extLst>
              <a:ext uri="{FF2B5EF4-FFF2-40B4-BE49-F238E27FC236}">
                <a16:creationId xmlns:a16="http://schemas.microsoft.com/office/drawing/2014/main" id="{329005B1-D749-412F-AA33-D6AD8910EF63}"/>
              </a:ext>
            </a:extLst>
          </p:cNvPr>
          <p:cNvSpPr>
            <a:spLocks noChangeAspect="1"/>
          </p:cNvSpPr>
          <p:nvPr/>
        </p:nvSpPr>
        <p:spPr>
          <a:xfrm>
            <a:off x="568517" y="2976983"/>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marL="0" marR="0" lvl="0" indent="0" algn="ctr" defTabSz="945609"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3</a:t>
            </a:r>
          </a:p>
        </p:txBody>
      </p:sp>
      <p:sp>
        <p:nvSpPr>
          <p:cNvPr id="9" name="Oval 8">
            <a:extLst>
              <a:ext uri="{FF2B5EF4-FFF2-40B4-BE49-F238E27FC236}">
                <a16:creationId xmlns:a16="http://schemas.microsoft.com/office/drawing/2014/main" id="{3273B13A-D4B8-40C0-84EA-C9DA70E457DA}"/>
              </a:ext>
            </a:extLst>
          </p:cNvPr>
          <p:cNvSpPr>
            <a:spLocks noChangeAspect="1"/>
          </p:cNvSpPr>
          <p:nvPr/>
        </p:nvSpPr>
        <p:spPr>
          <a:xfrm>
            <a:off x="568517" y="3682373"/>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marL="0" marR="0" lvl="0" indent="0" algn="ctr" defTabSz="945609"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4</a:t>
            </a:r>
          </a:p>
        </p:txBody>
      </p:sp>
      <p:pic>
        <p:nvPicPr>
          <p:cNvPr id="236" name="Picture 235">
            <a:extLst>
              <a:ext uri="{FF2B5EF4-FFF2-40B4-BE49-F238E27FC236}">
                <a16:creationId xmlns:a16="http://schemas.microsoft.com/office/drawing/2014/main" id="{17DFCE1A-DD97-4B9A-A969-53DF79A768C4}"/>
              </a:ext>
            </a:extLst>
          </p:cNvPr>
          <p:cNvPicPr>
            <a:picLocks noChangeAspect="1"/>
          </p:cNvPicPr>
          <p:nvPr/>
        </p:nvPicPr>
        <p:blipFill rotWithShape="1">
          <a:blip r:embed="rId2">
            <a:duotone>
              <a:prstClr val="black"/>
              <a:schemeClr val="accent5">
                <a:tint val="45000"/>
                <a:satMod val="400000"/>
              </a:schemeClr>
            </a:duotone>
          </a:blip>
          <a:srcRect r="20468" b="10390"/>
          <a:stretch/>
        </p:blipFill>
        <p:spPr>
          <a:xfrm>
            <a:off x="6470533" y="2678756"/>
            <a:ext cx="5721228" cy="4179109"/>
          </a:xfrm>
          <a:prstGeom prst="rect">
            <a:avLst/>
          </a:prstGeom>
        </p:spPr>
      </p:pic>
      <p:sp>
        <p:nvSpPr>
          <p:cNvPr id="10" name="Oval 9">
            <a:extLst>
              <a:ext uri="{FF2B5EF4-FFF2-40B4-BE49-F238E27FC236}">
                <a16:creationId xmlns:a16="http://schemas.microsoft.com/office/drawing/2014/main" id="{B42F156A-FFFD-4BDA-B28D-6A41D69B9247}"/>
              </a:ext>
            </a:extLst>
          </p:cNvPr>
          <p:cNvSpPr>
            <a:spLocks noChangeAspect="1"/>
          </p:cNvSpPr>
          <p:nvPr/>
        </p:nvSpPr>
        <p:spPr>
          <a:xfrm>
            <a:off x="568517" y="4387979"/>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marL="0" marR="0" lvl="0" indent="0" algn="ctr" defTabSz="945609"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5</a:t>
            </a:r>
          </a:p>
        </p:txBody>
      </p:sp>
      <p:sp>
        <p:nvSpPr>
          <p:cNvPr id="11" name="Oval 10">
            <a:extLst>
              <a:ext uri="{FF2B5EF4-FFF2-40B4-BE49-F238E27FC236}">
                <a16:creationId xmlns:a16="http://schemas.microsoft.com/office/drawing/2014/main" id="{F2D17F1B-8893-4A6A-8E04-03A7696271B0}"/>
              </a:ext>
            </a:extLst>
          </p:cNvPr>
          <p:cNvSpPr>
            <a:spLocks noChangeAspect="1"/>
          </p:cNvSpPr>
          <p:nvPr/>
        </p:nvSpPr>
        <p:spPr>
          <a:xfrm>
            <a:off x="568517" y="5124958"/>
            <a:ext cx="390736" cy="3907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82795" tIns="41395" rIns="82795" bIns="41395" rtlCol="0" anchor="ctr"/>
          <a:lstStyle/>
          <a:p>
            <a:pPr marL="0" marR="0" lvl="0" indent="0" algn="ctr" defTabSz="945609" rtl="0" eaLnBrk="1" fontAlgn="auto" latinLnBrk="0" hangingPunct="1">
              <a:lnSpc>
                <a:spcPct val="100000"/>
              </a:lnSpc>
              <a:spcBef>
                <a:spcPts val="0"/>
              </a:spcBef>
              <a:spcAft>
                <a:spcPts val="0"/>
              </a:spcAft>
              <a:buClrTx/>
              <a:buSzTx/>
              <a:buFontTx/>
              <a:buNone/>
              <a:tabLst/>
              <a:defRPr/>
            </a:pPr>
            <a:r>
              <a:rPr kumimoji="0" lang="en-US" sz="1480" b="0" i="0" u="none" strike="noStrike" kern="1200" cap="none" spc="0" normalizeH="0" baseline="0" noProof="0">
                <a:ln>
                  <a:noFill/>
                </a:ln>
                <a:solidFill>
                  <a:prstClr val="white"/>
                </a:solidFill>
                <a:effectLst/>
                <a:uLnTx/>
                <a:uFillTx/>
                <a:latin typeface="Verdana"/>
                <a:ea typeface="+mn-ea"/>
                <a:cs typeface="+mn-cs"/>
              </a:rPr>
              <a:t>6</a:t>
            </a:r>
          </a:p>
        </p:txBody>
      </p:sp>
    </p:spTree>
    <p:extLst>
      <p:ext uri="{BB962C8B-B14F-4D97-AF65-F5344CB8AC3E}">
        <p14:creationId xmlns:p14="http://schemas.microsoft.com/office/powerpoint/2010/main" val="12414345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a:latin typeface="+mn-lt"/>
              </a:rPr>
              <a:t>Project Deliverables Timelines as per RFP - Phase 1 Work Plan (Week 01 – Week 24)</a:t>
            </a:r>
            <a:endParaRPr lang="en-GB" sz="2176" b="1">
              <a:latin typeface="+mn-lt"/>
            </a:endParaRPr>
          </a:p>
        </p:txBody>
      </p:sp>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0"/>
            <a:ext cx="11188700" cy="757255"/>
          </a:xfrm>
        </p:spPr>
        <p:txBody>
          <a:bodyPr/>
          <a:lstStyle/>
          <a:p>
            <a:pPr algn="just"/>
            <a:r>
              <a:rPr lang="en-US" sz="1632">
                <a:solidFill>
                  <a:schemeClr val="tx1">
                    <a:lumMod val="50000"/>
                    <a:lumOff val="50000"/>
                  </a:schemeClr>
                </a:solidFill>
                <a:latin typeface="+mj-lt"/>
              </a:rPr>
              <a:t>A structured approach to engaging key stakeholders across the organization to achieve desired results</a:t>
            </a:r>
          </a:p>
        </p:txBody>
      </p:sp>
      <p:cxnSp>
        <p:nvCxnSpPr>
          <p:cNvPr id="90" name="Straight Connector 89">
            <a:extLst>
              <a:ext uri="{FF2B5EF4-FFF2-40B4-BE49-F238E27FC236}">
                <a16:creationId xmlns:a16="http://schemas.microsoft.com/office/drawing/2014/main" id="{07077E0F-F551-473A-947E-3E0119DE4374}"/>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18" name="Table 117">
            <a:extLst>
              <a:ext uri="{FF2B5EF4-FFF2-40B4-BE49-F238E27FC236}">
                <a16:creationId xmlns:a16="http://schemas.microsoft.com/office/drawing/2014/main" id="{AE7FEB17-72DD-4182-950E-BC33C0D5C0FB}"/>
              </a:ext>
            </a:extLst>
          </p:cNvPr>
          <p:cNvGraphicFramePr>
            <a:graphicFrameLocks noGrp="1"/>
          </p:cNvGraphicFramePr>
          <p:nvPr/>
        </p:nvGraphicFramePr>
        <p:xfrm>
          <a:off x="524821" y="1219860"/>
          <a:ext cx="11185843" cy="4640875"/>
        </p:xfrm>
        <a:graphic>
          <a:graphicData uri="http://schemas.openxmlformats.org/drawingml/2006/table">
            <a:tbl>
              <a:tblPr firstRow="1" bandRow="1">
                <a:tableStyleId>{5C22544A-7EE6-4342-B048-85BDC9FD1C3A}</a:tableStyleId>
              </a:tblPr>
              <a:tblGrid>
                <a:gridCol w="7662834">
                  <a:extLst>
                    <a:ext uri="{9D8B030D-6E8A-4147-A177-3AD203B41FA5}">
                      <a16:colId xmlns:a16="http://schemas.microsoft.com/office/drawing/2014/main" val="2006660961"/>
                    </a:ext>
                  </a:extLst>
                </a:gridCol>
                <a:gridCol w="3523009">
                  <a:extLst>
                    <a:ext uri="{9D8B030D-6E8A-4147-A177-3AD203B41FA5}">
                      <a16:colId xmlns:a16="http://schemas.microsoft.com/office/drawing/2014/main" val="848014483"/>
                    </a:ext>
                  </a:extLst>
                </a:gridCol>
              </a:tblGrid>
              <a:tr h="566819">
                <a:tc>
                  <a:txBody>
                    <a:bodyPr/>
                    <a:lstStyle/>
                    <a:p>
                      <a:r>
                        <a:rPr lang="en-US" sz="1800">
                          <a:latin typeface="+mj-lt"/>
                          <a:ea typeface="Verdana" panose="020B0604030504040204" pitchFamily="34" charset="0"/>
                        </a:rPr>
                        <a:t>Deliverable </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algn="ctr"/>
                      <a:r>
                        <a:rPr lang="en-US" sz="1800">
                          <a:latin typeface="+mj-lt"/>
                          <a:ea typeface="Verdana" panose="020B0604030504040204" pitchFamily="34" charset="0"/>
                        </a:rPr>
                        <a:t>Timeline from Start of Assignment</a:t>
                      </a:r>
                    </a:p>
                  </a:txBody>
                  <a:tcPr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657980968"/>
                  </a:ext>
                </a:extLst>
              </a:tr>
              <a:tr h="582008">
                <a:tc>
                  <a:txBody>
                    <a:bodyPr/>
                    <a:lstStyle/>
                    <a:p>
                      <a:pPr algn="l" fontAlgn="ctr"/>
                      <a:r>
                        <a:rPr lang="en-US" sz="1800" b="0" i="0" u="none" strike="noStrike" kern="1200" baseline="0">
                          <a:solidFill>
                            <a:schemeClr val="dk1"/>
                          </a:solidFill>
                          <a:latin typeface="+mn-lt"/>
                          <a:ea typeface="+mn-ea"/>
                          <a:cs typeface="+mn-cs"/>
                        </a:rPr>
                        <a:t>Submission of Inception Report</a:t>
                      </a:r>
                      <a:endParaRPr lang="en-US" sz="1400" b="1" i="0" u="none" strike="noStrike">
                        <a:solidFill>
                          <a:srgbClr val="000000"/>
                        </a:solidFill>
                        <a:effectLst/>
                        <a:latin typeface="+mj-lt"/>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lang="en-US" sz="1800" b="0" i="0" u="none" strike="noStrike" kern="1200" baseline="0">
                          <a:solidFill>
                            <a:schemeClr val="dk1"/>
                          </a:solidFill>
                          <a:latin typeface="+mn-lt"/>
                          <a:ea typeface="+mn-ea"/>
                          <a:cs typeface="+mn-cs"/>
                        </a:rPr>
                        <a:t>03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2606693"/>
                  </a:ext>
                </a:extLst>
              </a:tr>
              <a:tr h="582008">
                <a:tc>
                  <a:txBody>
                    <a:bodyPr/>
                    <a:lstStyle/>
                    <a:p>
                      <a:r>
                        <a:rPr lang="en-US" sz="1800" b="0" i="0" u="none" strike="noStrike" kern="1200" baseline="0">
                          <a:solidFill>
                            <a:schemeClr val="dk1"/>
                          </a:solidFill>
                          <a:latin typeface="+mn-lt"/>
                          <a:ea typeface="+mn-ea"/>
                          <a:cs typeface="+mn-cs"/>
                        </a:rPr>
                        <a:t>Report &amp; presentation on the As – Is structure, manpower, etc.</a:t>
                      </a:r>
                      <a:endParaRPr lang="en-US" sz="1400" b="0" i="0" u="none" strike="noStrike">
                        <a:solidFill>
                          <a:srgbClr val="000000"/>
                        </a:solidFill>
                        <a:effectLst/>
                        <a:latin typeface="+mj-lt"/>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kern="1200" baseline="0" noProof="0">
                          <a:solidFill>
                            <a:schemeClr val="dk1"/>
                          </a:solidFill>
                          <a:latin typeface="+mn-lt"/>
                          <a:ea typeface="+mn-ea"/>
                          <a:cs typeface="+mn-cs"/>
                        </a:rPr>
                        <a:t>10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89965804"/>
                  </a:ext>
                </a:extLst>
              </a:tr>
              <a:tr h="582008">
                <a:tc>
                  <a:txBody>
                    <a:bodyPr/>
                    <a:lstStyle/>
                    <a:p>
                      <a:r>
                        <a:rPr lang="en-US" sz="1800" b="0" i="0" u="none" strike="noStrike" kern="1200" baseline="0">
                          <a:solidFill>
                            <a:schemeClr val="dk1"/>
                          </a:solidFill>
                          <a:latin typeface="+mn-lt"/>
                          <a:ea typeface="+mn-ea"/>
                          <a:cs typeface="+mn-cs"/>
                        </a:rPr>
                        <a:t>Report &amp; presentation on To – Be and recommendations</a:t>
                      </a:r>
                      <a:endParaRPr lang="en-US" sz="1400" b="1" i="0" u="none" strike="noStrike">
                        <a:solidFill>
                          <a:srgbClr val="000000"/>
                        </a:solidFill>
                        <a:effectLst/>
                        <a:latin typeface="+mj-lt"/>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kern="1200" baseline="0" noProof="0">
                          <a:solidFill>
                            <a:schemeClr val="dk1"/>
                          </a:solidFill>
                          <a:latin typeface="+mn-lt"/>
                          <a:ea typeface="+mn-ea"/>
                          <a:cs typeface="+mn-cs"/>
                        </a:rPr>
                        <a:t>16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26087026"/>
                  </a:ext>
                </a:extLst>
              </a:tr>
              <a:tr h="582008">
                <a:tc>
                  <a:txBody>
                    <a:bodyPr/>
                    <a:lstStyle/>
                    <a:p>
                      <a:r>
                        <a:rPr lang="en-US" sz="1800" b="0" i="0" u="none" strike="noStrike" kern="1200" baseline="0">
                          <a:solidFill>
                            <a:schemeClr val="dk1"/>
                          </a:solidFill>
                          <a:latin typeface="+mn-lt"/>
                          <a:ea typeface="+mn-ea"/>
                          <a:cs typeface="+mn-cs"/>
                        </a:rPr>
                        <a:t>Report &amp; presentation on the As – Is Training Policy &amp; Plan.</a:t>
                      </a:r>
                      <a:endParaRPr lang="en-US" sz="1400" b="0" i="0" u="none" strike="noStrike" kern="1200">
                        <a:solidFill>
                          <a:srgbClr val="000000"/>
                        </a:solidFill>
                        <a:effectLst/>
                        <a:latin typeface="+mj-lt"/>
                        <a:ea typeface="+mn-ea"/>
                        <a:cs typeface="+mn-cs"/>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kern="1200" baseline="0" noProof="0">
                          <a:solidFill>
                            <a:schemeClr val="dk1"/>
                          </a:solidFill>
                          <a:latin typeface="+mn-lt"/>
                          <a:ea typeface="+mn-ea"/>
                          <a:cs typeface="+mn-cs"/>
                        </a:rPr>
                        <a:t>16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33554483"/>
                  </a:ext>
                </a:extLst>
              </a:tr>
              <a:tr h="582008">
                <a:tc>
                  <a:txBody>
                    <a:bodyPr/>
                    <a:lstStyle/>
                    <a:p>
                      <a:r>
                        <a:rPr lang="en-US" sz="1800" b="0" i="0" u="none" strike="noStrike" kern="1200" baseline="0">
                          <a:solidFill>
                            <a:schemeClr val="dk1"/>
                          </a:solidFill>
                          <a:latin typeface="+mn-lt"/>
                          <a:ea typeface="+mn-ea"/>
                          <a:cs typeface="+mn-cs"/>
                        </a:rPr>
                        <a:t>Report &amp; presentation on the Redesigned Training Policy &amp; Plan.</a:t>
                      </a:r>
                      <a:endParaRPr lang="en-US" sz="1400" b="0" i="0" u="none" strike="noStrike" kern="1200">
                        <a:solidFill>
                          <a:srgbClr val="000000"/>
                        </a:solidFill>
                        <a:effectLst/>
                        <a:latin typeface="+mj-lt"/>
                        <a:ea typeface="+mn-ea"/>
                        <a:cs typeface="+mn-cs"/>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kern="1200" baseline="0" noProof="0">
                          <a:solidFill>
                            <a:schemeClr val="dk1"/>
                          </a:solidFill>
                          <a:latin typeface="+mn-lt"/>
                          <a:ea typeface="+mn-ea"/>
                          <a:cs typeface="+mn-cs"/>
                        </a:rPr>
                        <a:t>20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96037842"/>
                  </a:ext>
                </a:extLst>
              </a:tr>
              <a:tr h="582008">
                <a:tc>
                  <a:txBody>
                    <a:bodyPr/>
                    <a:lstStyle/>
                    <a:p>
                      <a:r>
                        <a:rPr lang="en-US" sz="1800" b="0" i="0" u="none" strike="noStrike" kern="1200" baseline="0">
                          <a:solidFill>
                            <a:schemeClr val="dk1"/>
                          </a:solidFill>
                          <a:latin typeface="+mn-lt"/>
                          <a:ea typeface="+mn-ea"/>
                          <a:cs typeface="+mn-cs"/>
                        </a:rPr>
                        <a:t>Report &amp; Presentation on Capacity Building Plan including revised KPIs &amp; MIS</a:t>
                      </a:r>
                      <a:endParaRPr lang="en-US" sz="1400" b="0" i="0" u="none" strike="noStrike" kern="1200">
                        <a:solidFill>
                          <a:srgbClr val="000000"/>
                        </a:solidFill>
                        <a:effectLst/>
                        <a:latin typeface="+mj-lt"/>
                        <a:ea typeface="+mn-ea"/>
                        <a:cs typeface="+mn-cs"/>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kern="1200" baseline="0" noProof="0">
                          <a:solidFill>
                            <a:schemeClr val="dk1"/>
                          </a:solidFill>
                          <a:latin typeface="+mn-lt"/>
                          <a:ea typeface="+mn-ea"/>
                          <a:cs typeface="+mn-cs"/>
                        </a:rPr>
                        <a:t>22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150365"/>
                  </a:ext>
                </a:extLst>
              </a:tr>
              <a:tr h="582008">
                <a:tc>
                  <a:txBody>
                    <a:bodyPr/>
                    <a:lstStyle/>
                    <a:p>
                      <a:pPr algn="l" fontAlgn="ctr"/>
                      <a:r>
                        <a:rPr lang="en-US" sz="1800" b="0" i="0" u="none" strike="noStrike" kern="1200" baseline="0">
                          <a:solidFill>
                            <a:schemeClr val="dk1"/>
                          </a:solidFill>
                          <a:latin typeface="+mn-lt"/>
                          <a:ea typeface="+mn-ea"/>
                          <a:cs typeface="+mn-cs"/>
                        </a:rPr>
                        <a:t>Updated manuals and Final Report submission</a:t>
                      </a:r>
                      <a:endParaRPr lang="en-US" sz="1400" b="1" i="0" u="none" strike="noStrike" kern="1200">
                        <a:solidFill>
                          <a:srgbClr val="000000"/>
                        </a:solidFill>
                        <a:effectLst/>
                        <a:latin typeface="+mj-lt"/>
                        <a:ea typeface="+mn-ea"/>
                        <a:cs typeface="+mn-cs"/>
                      </a:endParaRP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kern="1200" baseline="0" noProof="0">
                          <a:solidFill>
                            <a:schemeClr val="dk1"/>
                          </a:solidFill>
                          <a:latin typeface="+mn-lt"/>
                          <a:ea typeface="+mn-ea"/>
                          <a:cs typeface="+mn-cs"/>
                        </a:rPr>
                        <a:t>24 Weeks </a:t>
                      </a:r>
                    </a:p>
                  </a:txBody>
                  <a:tcPr marL="95250" marR="6350" marT="6350" marB="0" anchor="ctr">
                    <a:lnL w="12700" cap="flat" cmpd="sng" algn="ctr">
                      <a:solidFill>
                        <a:schemeClr val="accent3"/>
                      </a:solidFill>
                      <a:prstDash val="solid"/>
                      <a:round/>
                      <a:headEnd type="none" w="med" len="med"/>
                      <a:tailEnd type="none" w="med" len="med"/>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1939336"/>
                  </a:ext>
                </a:extLst>
              </a:tr>
            </a:tbl>
          </a:graphicData>
        </a:graphic>
      </p:graphicFrame>
    </p:spTree>
    <p:extLst>
      <p:ext uri="{BB962C8B-B14F-4D97-AF65-F5344CB8AC3E}">
        <p14:creationId xmlns:p14="http://schemas.microsoft.com/office/powerpoint/2010/main" val="258831219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492A5516-9E8F-4D18-B926-2FF39514D8D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4" name="Object 3" hidden="1">
                        <a:extLst>
                          <a:ext uri="{FF2B5EF4-FFF2-40B4-BE49-F238E27FC236}">
                            <a16:creationId xmlns:a16="http://schemas.microsoft.com/office/drawing/2014/main" id="{492A5516-9E8F-4D18-B926-2FF39514D8D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a:latin typeface="+mn-lt"/>
              </a:rPr>
              <a:t>Key Deliverables Timelines </a:t>
            </a:r>
            <a:endParaRPr lang="en-GB" sz="2176" b="1">
              <a:latin typeface="+mn-lt"/>
            </a:endParaRPr>
          </a:p>
        </p:txBody>
      </p:sp>
      <p:sp>
        <p:nvSpPr>
          <p:cNvPr id="37" name="Text Placeholder 1">
            <a:extLst>
              <a:ext uri="{FF2B5EF4-FFF2-40B4-BE49-F238E27FC236}">
                <a16:creationId xmlns:a16="http://schemas.microsoft.com/office/drawing/2014/main" id="{A8B0F709-DDB0-4DF0-92BF-51E5EE1E5150}"/>
              </a:ext>
            </a:extLst>
          </p:cNvPr>
          <p:cNvSpPr>
            <a:spLocks noGrp="1"/>
          </p:cNvSpPr>
          <p:nvPr>
            <p:ph type="body" sz="quarter" idx="13"/>
          </p:nvPr>
        </p:nvSpPr>
        <p:spPr>
          <a:xfrm>
            <a:off x="501650" y="651600"/>
            <a:ext cx="11188700" cy="757255"/>
          </a:xfrm>
        </p:spPr>
        <p:txBody>
          <a:bodyPr/>
          <a:lstStyle/>
          <a:p>
            <a:pPr algn="just"/>
            <a:r>
              <a:rPr lang="en-US" sz="1632">
                <a:solidFill>
                  <a:schemeClr val="tx1">
                    <a:lumMod val="50000"/>
                    <a:lumOff val="50000"/>
                  </a:schemeClr>
                </a:solidFill>
                <a:latin typeface="+mj-lt"/>
              </a:rPr>
              <a:t>Details on submission of key deliverables</a:t>
            </a:r>
          </a:p>
        </p:txBody>
      </p:sp>
      <p:cxnSp>
        <p:nvCxnSpPr>
          <p:cNvPr id="38" name="Straight Connector 37">
            <a:extLst>
              <a:ext uri="{FF2B5EF4-FFF2-40B4-BE49-F238E27FC236}">
                <a16:creationId xmlns:a16="http://schemas.microsoft.com/office/drawing/2014/main" id="{8528A0FC-8FBB-430F-8E5C-A60B563C5A75}"/>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67" name="Table 166">
            <a:extLst>
              <a:ext uri="{FF2B5EF4-FFF2-40B4-BE49-F238E27FC236}">
                <a16:creationId xmlns:a16="http://schemas.microsoft.com/office/drawing/2014/main" id="{6E1B27B5-828D-428A-9D55-CB2D5C63E747}"/>
              </a:ext>
            </a:extLst>
          </p:cNvPr>
          <p:cNvGraphicFramePr>
            <a:graphicFrameLocks noGrp="1"/>
          </p:cNvGraphicFramePr>
          <p:nvPr/>
        </p:nvGraphicFramePr>
        <p:xfrm>
          <a:off x="501650" y="1240180"/>
          <a:ext cx="4112295" cy="5224304"/>
        </p:xfrm>
        <a:graphic>
          <a:graphicData uri="http://schemas.openxmlformats.org/drawingml/2006/table">
            <a:tbl>
              <a:tblPr firstRow="1" bandRow="1">
                <a:tableStyleId>{5C22544A-7EE6-4342-B048-85BDC9FD1C3A}</a:tableStyleId>
              </a:tblPr>
              <a:tblGrid>
                <a:gridCol w="743550">
                  <a:extLst>
                    <a:ext uri="{9D8B030D-6E8A-4147-A177-3AD203B41FA5}">
                      <a16:colId xmlns:a16="http://schemas.microsoft.com/office/drawing/2014/main" val="3899746196"/>
                    </a:ext>
                  </a:extLst>
                </a:gridCol>
                <a:gridCol w="3368745">
                  <a:extLst>
                    <a:ext uri="{9D8B030D-6E8A-4147-A177-3AD203B41FA5}">
                      <a16:colId xmlns:a16="http://schemas.microsoft.com/office/drawing/2014/main" val="602758991"/>
                    </a:ext>
                  </a:extLst>
                </a:gridCol>
              </a:tblGrid>
              <a:tr h="653038">
                <a:tc gridSpan="2">
                  <a:txBody>
                    <a:bodyPr/>
                    <a:lstStyle/>
                    <a:p>
                      <a:pPr marL="0" indent="0" algn="ctr">
                        <a:lnSpc>
                          <a:spcPct val="110000"/>
                        </a:lnSpc>
                        <a:buFont typeface="Arial" panose="020B0604020202020204" pitchFamily="34" charset="0"/>
                        <a:buNone/>
                      </a:pPr>
                      <a:r>
                        <a:rPr lang="en-US" sz="1600" b="1">
                          <a:solidFill>
                            <a:schemeClr val="accent5">
                              <a:lumMod val="75000"/>
                            </a:schemeClr>
                          </a:solidFill>
                          <a:latin typeface="+mj-lt"/>
                          <a:ea typeface="Verdana" panose="020B0604030504040204" pitchFamily="34" charset="0"/>
                        </a:rPr>
                        <a:t>Key Deliverables as per RFP</a:t>
                      </a:r>
                    </a:p>
                  </a:txBody>
                  <a:tcPr marL="91909" marR="91909" marT="91440" marB="91440" anchor="ctr">
                    <a:lnL w="571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l">
                        <a:lnSpc>
                          <a:spcPct val="110000"/>
                        </a:lnSpc>
                        <a:buFont typeface="Arial" panose="020B0604020202020204" pitchFamily="34" charset="0"/>
                        <a:buNone/>
                      </a:pPr>
                      <a:r>
                        <a:rPr lang="en-US" sz="1600" b="1">
                          <a:solidFill>
                            <a:schemeClr val="accent5">
                              <a:lumMod val="75000"/>
                            </a:schemeClr>
                          </a:solidFill>
                          <a:latin typeface="+mj-lt"/>
                          <a:ea typeface="Verdana" panose="020B0604030504040204" pitchFamily="34" charset="0"/>
                        </a:rPr>
                        <a:t>Key Deliverables as per RFP</a:t>
                      </a:r>
                    </a:p>
                  </a:txBody>
                  <a:tcPr marL="91909" marR="91909"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349870"/>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Inception Report</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11339135"/>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As-Is Assessment on structure, manpower etc. </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16020177"/>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As-Is Training Policy and Plan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04314890"/>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Report &amp; presentation on To – be and recommendations</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271849"/>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Report &amp; presentation on the Redesigned Training Policy &amp; Plan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3474800"/>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Report &amp; Presentation on Capacity Building Plan including revised KPIs &amp; MIS</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625542"/>
                  </a:ext>
                </a:extLst>
              </a:tr>
              <a:tr h="65303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mj-lt"/>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Updated manuals and Final Report submission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6172504"/>
                  </a:ext>
                </a:extLst>
              </a:tr>
            </a:tbl>
          </a:graphicData>
        </a:graphic>
      </p:graphicFrame>
      <p:sp>
        <p:nvSpPr>
          <p:cNvPr id="168" name="Oval 167">
            <a:extLst>
              <a:ext uri="{FF2B5EF4-FFF2-40B4-BE49-F238E27FC236}">
                <a16:creationId xmlns:a16="http://schemas.microsoft.com/office/drawing/2014/main" id="{EAA886D4-F2FB-41D0-B5AE-92655B106D6B}"/>
              </a:ext>
            </a:extLst>
          </p:cNvPr>
          <p:cNvSpPr/>
          <p:nvPr/>
        </p:nvSpPr>
        <p:spPr>
          <a:xfrm>
            <a:off x="781359" y="2085506"/>
            <a:ext cx="322373" cy="330484"/>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A</a:t>
            </a:r>
          </a:p>
        </p:txBody>
      </p:sp>
      <p:sp>
        <p:nvSpPr>
          <p:cNvPr id="169" name="Oval 168">
            <a:extLst>
              <a:ext uri="{FF2B5EF4-FFF2-40B4-BE49-F238E27FC236}">
                <a16:creationId xmlns:a16="http://schemas.microsoft.com/office/drawing/2014/main" id="{703D47A0-1B0A-41AB-B7D2-8F016B98990B}"/>
              </a:ext>
            </a:extLst>
          </p:cNvPr>
          <p:cNvSpPr/>
          <p:nvPr/>
        </p:nvSpPr>
        <p:spPr>
          <a:xfrm>
            <a:off x="781350" y="2679358"/>
            <a:ext cx="322373" cy="330484"/>
          </a:xfrm>
          <a:prstGeom prst="ellipse">
            <a:avLst/>
          </a:prstGeom>
          <a:solidFill>
            <a:srgbClr val="0D839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B</a:t>
            </a:r>
          </a:p>
        </p:txBody>
      </p:sp>
      <p:sp>
        <p:nvSpPr>
          <p:cNvPr id="170" name="Oval 169">
            <a:extLst>
              <a:ext uri="{FF2B5EF4-FFF2-40B4-BE49-F238E27FC236}">
                <a16:creationId xmlns:a16="http://schemas.microsoft.com/office/drawing/2014/main" id="{715F37D9-8339-4D32-80DB-282A44FB1419}"/>
              </a:ext>
            </a:extLst>
          </p:cNvPr>
          <p:cNvSpPr/>
          <p:nvPr/>
        </p:nvSpPr>
        <p:spPr>
          <a:xfrm>
            <a:off x="781350" y="3365371"/>
            <a:ext cx="322373" cy="330484"/>
          </a:xfrm>
          <a:prstGeom prst="ellipse">
            <a:avLst/>
          </a:prstGeom>
          <a:solidFill>
            <a:srgbClr val="0D839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C</a:t>
            </a:r>
          </a:p>
        </p:txBody>
      </p:sp>
      <p:sp>
        <p:nvSpPr>
          <p:cNvPr id="171" name="Oval 170">
            <a:extLst>
              <a:ext uri="{FF2B5EF4-FFF2-40B4-BE49-F238E27FC236}">
                <a16:creationId xmlns:a16="http://schemas.microsoft.com/office/drawing/2014/main" id="{3A7F3060-DC2E-4C46-977E-504827F0E81C}"/>
              </a:ext>
            </a:extLst>
          </p:cNvPr>
          <p:cNvSpPr/>
          <p:nvPr/>
        </p:nvSpPr>
        <p:spPr>
          <a:xfrm>
            <a:off x="781351" y="4033303"/>
            <a:ext cx="322373" cy="330484"/>
          </a:xfrm>
          <a:prstGeom prst="ellipse">
            <a:avLst/>
          </a:prstGeom>
          <a:solidFill>
            <a:srgbClr val="00558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D</a:t>
            </a:r>
          </a:p>
        </p:txBody>
      </p:sp>
      <p:sp>
        <p:nvSpPr>
          <p:cNvPr id="172" name="Oval 171">
            <a:extLst>
              <a:ext uri="{FF2B5EF4-FFF2-40B4-BE49-F238E27FC236}">
                <a16:creationId xmlns:a16="http://schemas.microsoft.com/office/drawing/2014/main" id="{D9DB178C-18B8-49A5-B73B-2BA74161376F}"/>
              </a:ext>
            </a:extLst>
          </p:cNvPr>
          <p:cNvSpPr/>
          <p:nvPr/>
        </p:nvSpPr>
        <p:spPr>
          <a:xfrm>
            <a:off x="781351" y="4667450"/>
            <a:ext cx="322373" cy="330484"/>
          </a:xfrm>
          <a:prstGeom prst="ellipse">
            <a:avLst/>
          </a:prstGeom>
          <a:solidFill>
            <a:srgbClr val="00558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E</a:t>
            </a:r>
          </a:p>
        </p:txBody>
      </p:sp>
      <p:graphicFrame>
        <p:nvGraphicFramePr>
          <p:cNvPr id="173" name="Table 172">
            <a:extLst>
              <a:ext uri="{FF2B5EF4-FFF2-40B4-BE49-F238E27FC236}">
                <a16:creationId xmlns:a16="http://schemas.microsoft.com/office/drawing/2014/main" id="{2C70E468-A8FA-474A-B261-23CFCB2C3DFE}"/>
              </a:ext>
            </a:extLst>
          </p:cNvPr>
          <p:cNvGraphicFramePr>
            <a:graphicFrameLocks noGrp="1"/>
          </p:cNvGraphicFramePr>
          <p:nvPr>
            <p:extLst>
              <p:ext uri="{D42A27DB-BD31-4B8C-83A1-F6EECF244321}">
                <p14:modId xmlns:p14="http://schemas.microsoft.com/office/powerpoint/2010/main" val="2171921285"/>
              </p:ext>
            </p:extLst>
          </p:nvPr>
        </p:nvGraphicFramePr>
        <p:xfrm>
          <a:off x="5123811" y="1240181"/>
          <a:ext cx="6176159" cy="5262978"/>
        </p:xfrm>
        <a:graphic>
          <a:graphicData uri="http://schemas.openxmlformats.org/drawingml/2006/table">
            <a:tbl>
              <a:tblPr firstRow="1" bandRow="1">
                <a:tableStyleId>{5C22544A-7EE6-4342-B048-85BDC9FD1C3A}</a:tableStyleId>
              </a:tblPr>
              <a:tblGrid>
                <a:gridCol w="709471">
                  <a:extLst>
                    <a:ext uri="{9D8B030D-6E8A-4147-A177-3AD203B41FA5}">
                      <a16:colId xmlns:a16="http://schemas.microsoft.com/office/drawing/2014/main" val="3899746196"/>
                    </a:ext>
                  </a:extLst>
                </a:gridCol>
                <a:gridCol w="2815768">
                  <a:extLst>
                    <a:ext uri="{9D8B030D-6E8A-4147-A177-3AD203B41FA5}">
                      <a16:colId xmlns:a16="http://schemas.microsoft.com/office/drawing/2014/main" val="602758991"/>
                    </a:ext>
                  </a:extLst>
                </a:gridCol>
                <a:gridCol w="2650920">
                  <a:extLst>
                    <a:ext uri="{9D8B030D-6E8A-4147-A177-3AD203B41FA5}">
                      <a16:colId xmlns:a16="http://schemas.microsoft.com/office/drawing/2014/main" val="3811379987"/>
                    </a:ext>
                  </a:extLst>
                </a:gridCol>
              </a:tblGrid>
              <a:tr h="653146">
                <a:tc gridSpan="2">
                  <a:txBody>
                    <a:bodyPr/>
                    <a:lstStyle/>
                    <a:p>
                      <a:pPr marL="0" indent="0" algn="ctr">
                        <a:lnSpc>
                          <a:spcPct val="110000"/>
                        </a:lnSpc>
                        <a:buFont typeface="Arial" panose="020B0604020202020204" pitchFamily="34" charset="0"/>
                        <a:buNone/>
                      </a:pPr>
                      <a:r>
                        <a:rPr lang="en-US" sz="1600" b="1">
                          <a:solidFill>
                            <a:schemeClr val="accent3"/>
                          </a:solidFill>
                          <a:latin typeface="+mj-lt"/>
                        </a:rPr>
                        <a:t>Deloitte’s Deliverable Submission Approach</a:t>
                      </a:r>
                    </a:p>
                  </a:txBody>
                  <a:tcPr marL="91909" marR="91909" marT="91440" marB="91440" anchor="ctr">
                    <a:lnL w="571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indent="0" algn="l">
                        <a:lnSpc>
                          <a:spcPct val="110000"/>
                        </a:lnSpc>
                        <a:buFont typeface="Arial" panose="020B0604020202020204" pitchFamily="34" charset="0"/>
                        <a:buNone/>
                      </a:pPr>
                      <a:r>
                        <a:rPr lang="en-US" sz="1600" b="1">
                          <a:solidFill>
                            <a:schemeClr val="accent3"/>
                          </a:solidFill>
                          <a:latin typeface="+mj-lt"/>
                        </a:rPr>
                        <a:t>Deloitte’s Deliverable Submission Approach</a:t>
                      </a:r>
                    </a:p>
                  </a:txBody>
                  <a:tcPr marL="91909" marR="91909"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a:lnSpc>
                          <a:spcPct val="110000"/>
                        </a:lnSpc>
                        <a:buFont typeface="Arial" panose="020B0604020202020204" pitchFamily="34" charset="0"/>
                        <a:buNone/>
                      </a:pPr>
                      <a:r>
                        <a:rPr lang="en-US" sz="1600" b="1">
                          <a:solidFill>
                            <a:schemeClr val="accent3"/>
                          </a:solidFill>
                          <a:latin typeface="+mj-lt"/>
                        </a:rPr>
                        <a:t>Submission Date/Timelines</a:t>
                      </a:r>
                    </a:p>
                  </a:txBody>
                  <a:tcPr marL="91909" marR="91909" marT="91440" marB="9144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86349870"/>
                  </a:ext>
                </a:extLst>
              </a:tr>
              <a:tr h="619821">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Inception Report</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ctr">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September 08, 2022</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11339135"/>
                  </a:ext>
                </a:extLst>
              </a:tr>
              <a:tr h="1150197">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As-Is Assessment, As-Is Training Policy &amp; Plan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Draft Version - Oct 14, 2022</a:t>
                      </a:r>
                    </a:p>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Revised Version - Nov 03, 2022</a:t>
                      </a:r>
                    </a:p>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Final version – Dec 12, 2022</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16020177"/>
                  </a:ext>
                </a:extLst>
              </a:tr>
              <a:tr h="1187651">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Human Resource and Organization To-Be Report &amp; Redesigned Training Policy and Plan </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Working Papers for the various deliverables were submitted earlier.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rPr>
                        <a:t>Final Report submitted on March 31, 2023</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7271849"/>
                  </a:ext>
                </a:extLst>
              </a:tr>
              <a:tr h="958918">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Report on Capacity Building Plan including revised KPIs &amp; MIS</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1" i="0" u="none" strike="noStrike" kern="1200" cap="none" spc="0" normalizeH="0" baseline="0" noProof="0">
                          <a:ln>
                            <a:noFill/>
                          </a:ln>
                          <a:solidFill>
                            <a:schemeClr val="accent2"/>
                          </a:solidFill>
                          <a:effectLst/>
                          <a:uLnTx/>
                          <a:uFillTx/>
                          <a:latin typeface="+mn-lt"/>
                          <a:ea typeface="Verdana" panose="020B0604030504040204" pitchFamily="34" charset="0"/>
                          <a:cs typeface="+mn-cs"/>
                        </a:rPr>
                        <a:t>Ongoing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1" u="none" strike="noStrike" kern="1200" cap="none" spc="0" normalizeH="0" baseline="0" noProof="0">
                          <a:ln>
                            <a:noFill/>
                          </a:ln>
                          <a:solidFill>
                            <a:schemeClr val="accent2"/>
                          </a:solidFill>
                          <a:effectLst/>
                          <a:uLnTx/>
                          <a:uFillTx/>
                          <a:latin typeface="+mn-lt"/>
                          <a:ea typeface="Verdana" panose="020B0604030504040204" pitchFamily="34" charset="0"/>
                          <a:cs typeface="+mn-cs"/>
                        </a:rPr>
                        <a:t>(Focus Area wise to-Be reports to be submitted for review)</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7625542"/>
                  </a:ext>
                </a:extLst>
              </a:tr>
              <a:tr h="629659">
                <a:tc>
                  <a:txBody>
                    <a:bodyPr/>
                    <a:lstStyle/>
                    <a:p>
                      <a:pPr marL="0" indent="0" algn="ctr">
                        <a:lnSpc>
                          <a:spcPct val="110000"/>
                        </a:lnSpc>
                        <a:spcBef>
                          <a:spcPts val="300"/>
                        </a:spcBef>
                        <a:spcAft>
                          <a:spcPts val="600"/>
                        </a:spcAft>
                        <a:buFont typeface="Arial" panose="020B0604020202020204" pitchFamily="34" charset="0"/>
                        <a:buNone/>
                      </a:pPr>
                      <a:endParaRPr lang="en-US" sz="1100" b="1">
                        <a:solidFill>
                          <a:schemeClr val="tx1"/>
                        </a:solidFill>
                        <a:latin typeface="Verdana" panose="020B0604030504040204" pitchFamily="34" charset="0"/>
                        <a:ea typeface="Verdana" panose="020B0604030504040204" pitchFamily="34" charset="0"/>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300"/>
                        </a:spcBef>
                        <a:spcAft>
                          <a:spcPts val="600"/>
                        </a:spcAft>
                        <a:buFont typeface="Arial" panose="020B0604020202020204" pitchFamily="34" charset="0"/>
                        <a:buNone/>
                      </a:pPr>
                      <a:r>
                        <a:rPr lang="en-US" sz="1400" b="1">
                          <a:solidFill>
                            <a:schemeClr val="tx1"/>
                          </a:solidFill>
                          <a:latin typeface="+mj-lt"/>
                          <a:ea typeface="Verdana" panose="020B0604030504040204" pitchFamily="34" charset="0"/>
                        </a:rPr>
                        <a:t>Updated manuals and Final Report submission</a:t>
                      </a: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marL="0" marR="0" lvl="0" indent="0" algn="ctr" defTabSz="914400" rtl="0" eaLnBrk="1" fontAlgn="auto" latinLnBrk="0" hangingPunct="1">
                        <a:lnSpc>
                          <a:spcPct val="110000"/>
                        </a:lnSpc>
                        <a:spcBef>
                          <a:spcPts val="300"/>
                        </a:spcBef>
                        <a:spcAft>
                          <a:spcPts val="600"/>
                        </a:spcAft>
                        <a:buClrTx/>
                        <a:buSzTx/>
                        <a:buFont typeface="Arial" panose="020B0604020202020204" pitchFamily="34" charset="0"/>
                        <a:buNone/>
                        <a:tabLst/>
                        <a:defRPr/>
                      </a:pPr>
                      <a:r>
                        <a:rPr kumimoji="0" lang="en-US" sz="1400" b="1" i="0" u="none" strike="noStrike" kern="1200" cap="none" spc="0" normalizeH="0" baseline="0" noProof="0">
                          <a:ln>
                            <a:noFill/>
                          </a:ln>
                          <a:solidFill>
                            <a:srgbClr val="43B02A"/>
                          </a:solidFill>
                          <a:effectLst/>
                          <a:uLnTx/>
                          <a:uFillTx/>
                          <a:latin typeface="Calibri"/>
                          <a:ea typeface="Verdana" panose="020B0604030504040204" pitchFamily="34" charset="0"/>
                          <a:cs typeface="+mn-cs"/>
                        </a:rPr>
                        <a:t>Ongoing</a:t>
                      </a:r>
                      <a:endParaRPr kumimoji="0" lang="en-US" sz="1400" b="1" i="0" u="none" strike="noStrike" kern="1200" cap="none" spc="0" normalizeH="0" baseline="0" noProof="0">
                        <a:ln>
                          <a:noFill/>
                        </a:ln>
                        <a:solidFill>
                          <a:prstClr val="black"/>
                        </a:solidFill>
                        <a:effectLst/>
                        <a:uLnTx/>
                        <a:uFillTx/>
                        <a:latin typeface="Calibri"/>
                        <a:ea typeface="Verdana" panose="020B0604030504040204" pitchFamily="34" charset="0"/>
                        <a:cs typeface="+mn-cs"/>
                      </a:endParaRPr>
                    </a:p>
                  </a:txBody>
                  <a:tcPr marL="91909" marR="91909" marT="91440" marB="91440" anchor="ctr">
                    <a:lnL w="57150" cap="flat" cmpd="sng" algn="ctr">
                      <a:noFill/>
                      <a:prstDash val="solid"/>
                      <a:round/>
                      <a:headEnd type="none" w="med" len="med"/>
                      <a:tailEnd type="none" w="med" len="med"/>
                    </a:lnL>
                    <a:lnR w="57150" cap="flat" cmpd="sng" algn="ctr">
                      <a:noFill/>
                      <a:prstDash val="solid"/>
                      <a:round/>
                      <a:headEnd type="none" w="med" len="med"/>
                      <a:tailEnd type="none" w="med" len="med"/>
                    </a:lnR>
                    <a:lnT w="6350" cap="flat" cmpd="sng" algn="ctr">
                      <a:solidFill>
                        <a:srgbClr val="BBBCBC"/>
                      </a:solidFill>
                      <a:prstDash val="solid"/>
                      <a:round/>
                      <a:headEnd type="none" w="med" len="med"/>
                      <a:tailEnd type="none" w="med" len="med"/>
                    </a:lnT>
                    <a:lnB w="6350" cap="flat" cmpd="sng" algn="ctr">
                      <a:solidFill>
                        <a:srgbClr val="BBBCBC"/>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7213785"/>
                  </a:ext>
                </a:extLst>
              </a:tr>
            </a:tbl>
          </a:graphicData>
        </a:graphic>
      </p:graphicFrame>
      <p:sp>
        <p:nvSpPr>
          <p:cNvPr id="174" name="Oval 173">
            <a:extLst>
              <a:ext uri="{FF2B5EF4-FFF2-40B4-BE49-F238E27FC236}">
                <a16:creationId xmlns:a16="http://schemas.microsoft.com/office/drawing/2014/main" id="{C6DFE6F4-C6A4-4A60-B7FE-F24BC17FBFBC}"/>
              </a:ext>
            </a:extLst>
          </p:cNvPr>
          <p:cNvSpPr/>
          <p:nvPr/>
        </p:nvSpPr>
        <p:spPr>
          <a:xfrm>
            <a:off x="5291927" y="2124090"/>
            <a:ext cx="322373" cy="330484"/>
          </a:xfrm>
          <a:prstGeom prst="ellipse">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A</a:t>
            </a:r>
          </a:p>
        </p:txBody>
      </p:sp>
      <p:sp>
        <p:nvSpPr>
          <p:cNvPr id="175" name="Oval 174">
            <a:extLst>
              <a:ext uri="{FF2B5EF4-FFF2-40B4-BE49-F238E27FC236}">
                <a16:creationId xmlns:a16="http://schemas.microsoft.com/office/drawing/2014/main" id="{64076F9B-A648-4B40-9316-03EBE88B02A2}"/>
              </a:ext>
            </a:extLst>
          </p:cNvPr>
          <p:cNvSpPr/>
          <p:nvPr/>
        </p:nvSpPr>
        <p:spPr>
          <a:xfrm>
            <a:off x="5291927" y="2980471"/>
            <a:ext cx="322373" cy="330484"/>
          </a:xfrm>
          <a:prstGeom prst="ellipse">
            <a:avLst/>
          </a:prstGeom>
          <a:solidFill>
            <a:srgbClr val="0D839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B</a:t>
            </a:r>
          </a:p>
        </p:txBody>
      </p:sp>
      <p:sp>
        <p:nvSpPr>
          <p:cNvPr id="176" name="Oval 175">
            <a:extLst>
              <a:ext uri="{FF2B5EF4-FFF2-40B4-BE49-F238E27FC236}">
                <a16:creationId xmlns:a16="http://schemas.microsoft.com/office/drawing/2014/main" id="{A7885F9D-FEFE-462A-BF74-E4732228561B}"/>
              </a:ext>
            </a:extLst>
          </p:cNvPr>
          <p:cNvSpPr/>
          <p:nvPr/>
        </p:nvSpPr>
        <p:spPr>
          <a:xfrm>
            <a:off x="5291927" y="4167337"/>
            <a:ext cx="322373" cy="330484"/>
          </a:xfrm>
          <a:prstGeom prst="ellipse">
            <a:avLst/>
          </a:prstGeom>
          <a:solidFill>
            <a:srgbClr val="00558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C</a:t>
            </a:r>
          </a:p>
        </p:txBody>
      </p:sp>
      <p:sp>
        <p:nvSpPr>
          <p:cNvPr id="178" name="Oval 177">
            <a:extLst>
              <a:ext uri="{FF2B5EF4-FFF2-40B4-BE49-F238E27FC236}">
                <a16:creationId xmlns:a16="http://schemas.microsoft.com/office/drawing/2014/main" id="{84DD63E0-CF1D-4C26-83C2-9DD1400E6AFF}"/>
              </a:ext>
            </a:extLst>
          </p:cNvPr>
          <p:cNvSpPr/>
          <p:nvPr/>
        </p:nvSpPr>
        <p:spPr>
          <a:xfrm>
            <a:off x="5291927" y="5188961"/>
            <a:ext cx="322373" cy="330484"/>
          </a:xfrm>
          <a:prstGeom prst="ellipse">
            <a:avLst/>
          </a:prstGeom>
          <a:solidFill>
            <a:srgbClr val="26890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D</a:t>
            </a:r>
          </a:p>
        </p:txBody>
      </p:sp>
      <p:sp>
        <p:nvSpPr>
          <p:cNvPr id="179" name="Oval 178">
            <a:extLst>
              <a:ext uri="{FF2B5EF4-FFF2-40B4-BE49-F238E27FC236}">
                <a16:creationId xmlns:a16="http://schemas.microsoft.com/office/drawing/2014/main" id="{7B6830CD-46E5-4317-B152-D7D81867CCAE}"/>
              </a:ext>
            </a:extLst>
          </p:cNvPr>
          <p:cNvSpPr/>
          <p:nvPr/>
        </p:nvSpPr>
        <p:spPr>
          <a:xfrm>
            <a:off x="781351" y="5314594"/>
            <a:ext cx="322373" cy="330484"/>
          </a:xfrm>
          <a:prstGeom prst="ellipse">
            <a:avLst/>
          </a:prstGeom>
          <a:solidFill>
            <a:srgbClr val="26890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F</a:t>
            </a:r>
          </a:p>
        </p:txBody>
      </p:sp>
      <p:sp>
        <p:nvSpPr>
          <p:cNvPr id="180" name="Oval 179">
            <a:extLst>
              <a:ext uri="{FF2B5EF4-FFF2-40B4-BE49-F238E27FC236}">
                <a16:creationId xmlns:a16="http://schemas.microsoft.com/office/drawing/2014/main" id="{F870972C-791B-4C4E-8E5D-B5DD9AA665F8}"/>
              </a:ext>
            </a:extLst>
          </p:cNvPr>
          <p:cNvSpPr/>
          <p:nvPr/>
        </p:nvSpPr>
        <p:spPr>
          <a:xfrm>
            <a:off x="781352" y="5972924"/>
            <a:ext cx="322373" cy="330484"/>
          </a:xfrm>
          <a:prstGeom prst="ellipse">
            <a:avLst/>
          </a:prstGeom>
          <a:solidFill>
            <a:srgbClr val="26890D"/>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G</a:t>
            </a:r>
          </a:p>
        </p:txBody>
      </p:sp>
      <p:sp>
        <p:nvSpPr>
          <p:cNvPr id="181" name="Oval 180">
            <a:extLst>
              <a:ext uri="{FF2B5EF4-FFF2-40B4-BE49-F238E27FC236}">
                <a16:creationId xmlns:a16="http://schemas.microsoft.com/office/drawing/2014/main" id="{ACCBB5DB-87DF-4D9A-AFDE-EF82E1FB3337}"/>
              </a:ext>
            </a:extLst>
          </p:cNvPr>
          <p:cNvSpPr/>
          <p:nvPr/>
        </p:nvSpPr>
        <p:spPr>
          <a:xfrm>
            <a:off x="5291927" y="5999819"/>
            <a:ext cx="322373" cy="330484"/>
          </a:xfrm>
          <a:prstGeom prst="ellipse">
            <a:avLst/>
          </a:prstGeom>
          <a:solidFill>
            <a:schemeClr val="accent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a:ln>
                  <a:noFill/>
                </a:ln>
                <a:solidFill>
                  <a:prstClr val="white"/>
                </a:solidFill>
                <a:effectLst/>
                <a:uLnTx/>
                <a:uFillTx/>
                <a:latin typeface="Calibri" panose="020F0502020204030204"/>
                <a:ea typeface="+mn-ea"/>
                <a:cs typeface="+mn-cs"/>
              </a:rPr>
              <a:t>E</a:t>
            </a:r>
          </a:p>
        </p:txBody>
      </p:sp>
      <p:sp>
        <p:nvSpPr>
          <p:cNvPr id="182" name="Isosceles Triangle 181">
            <a:extLst>
              <a:ext uri="{FF2B5EF4-FFF2-40B4-BE49-F238E27FC236}">
                <a16:creationId xmlns:a16="http://schemas.microsoft.com/office/drawing/2014/main" id="{6A178BA0-0B93-48CE-AC7A-3040038FBAAD}"/>
              </a:ext>
            </a:extLst>
          </p:cNvPr>
          <p:cNvSpPr/>
          <p:nvPr/>
        </p:nvSpPr>
        <p:spPr bwMode="gray">
          <a:xfrm rot="5400000">
            <a:off x="2261939" y="3725083"/>
            <a:ext cx="5207853" cy="221126"/>
          </a:xfrm>
          <a:prstGeom prst="triangle">
            <a:avLst>
              <a:gd name="adj" fmla="val 50000"/>
            </a:avLst>
          </a:prstGeom>
          <a:solidFill>
            <a:schemeClr val="tx2">
              <a:lumMod val="20000"/>
              <a:lumOff val="80000"/>
            </a:schemeClr>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GB" sz="1600" b="1" i="0" u="none" strike="noStrike" kern="1200" cap="none" spc="0" normalizeH="0" baseline="0" noProof="0">
              <a:ln>
                <a:noFill/>
              </a:ln>
              <a:solidFill>
                <a:prstClr val="white"/>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6A2E5F28-E61E-4A89-80FC-E5D198E531B9}"/>
              </a:ext>
            </a:extLst>
          </p:cNvPr>
          <p:cNvSpPr/>
          <p:nvPr/>
        </p:nvSpPr>
        <p:spPr bwMode="gray">
          <a:xfrm>
            <a:off x="2888013" y="6565891"/>
            <a:ext cx="357000" cy="160710"/>
          </a:xfrm>
          <a:prstGeom prst="rect">
            <a:avLst/>
          </a:prstGeom>
          <a:solidFill>
            <a:srgbClr val="DCDDDF"/>
          </a:soli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556E1626-8576-4EC3-BE25-228897878264}"/>
              </a:ext>
            </a:extLst>
          </p:cNvPr>
          <p:cNvSpPr txBox="1"/>
          <p:nvPr/>
        </p:nvSpPr>
        <p:spPr>
          <a:xfrm>
            <a:off x="3211457" y="6515441"/>
            <a:ext cx="993711"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a:ln>
                  <a:noFill/>
                </a:ln>
                <a:solidFill>
                  <a:prstClr val="black"/>
                </a:solidFill>
                <a:effectLst/>
                <a:uLnTx/>
                <a:uFillTx/>
                <a:latin typeface="Calibri"/>
                <a:ea typeface="Verdana" panose="020B0604030504040204" pitchFamily="34" charset="0"/>
                <a:cs typeface="Arial" panose="020B0604020202020204" pitchFamily="34" charset="0"/>
              </a:rPr>
              <a:t>Completed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Graphic 4">
            <a:extLst>
              <a:ext uri="{FF2B5EF4-FFF2-40B4-BE49-F238E27FC236}">
                <a16:creationId xmlns:a16="http://schemas.microsoft.com/office/drawing/2014/main" id="{87544567-A8AC-40F3-B164-6638196D0908}"/>
              </a:ext>
            </a:extLst>
          </p:cNvPr>
          <p:cNvSpPr/>
          <p:nvPr/>
        </p:nvSpPr>
        <p:spPr>
          <a:xfrm>
            <a:off x="11410641" y="2110075"/>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Graphic 4">
            <a:extLst>
              <a:ext uri="{FF2B5EF4-FFF2-40B4-BE49-F238E27FC236}">
                <a16:creationId xmlns:a16="http://schemas.microsoft.com/office/drawing/2014/main" id="{215EDF20-8366-463B-A9A2-B1A8195AA285}"/>
              </a:ext>
            </a:extLst>
          </p:cNvPr>
          <p:cNvSpPr/>
          <p:nvPr/>
        </p:nvSpPr>
        <p:spPr>
          <a:xfrm>
            <a:off x="11410641" y="3031606"/>
            <a:ext cx="362309" cy="361971"/>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chemeClr val="accent2"/>
          </a:solidFill>
          <a:ln w="63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9" name="Group 38">
            <a:extLst>
              <a:ext uri="{FF2B5EF4-FFF2-40B4-BE49-F238E27FC236}">
                <a16:creationId xmlns:a16="http://schemas.microsoft.com/office/drawing/2014/main" id="{7830532A-4503-4FD3-8375-E84D26489995}"/>
              </a:ext>
            </a:extLst>
          </p:cNvPr>
          <p:cNvGrpSpPr/>
          <p:nvPr/>
        </p:nvGrpSpPr>
        <p:grpSpPr>
          <a:xfrm>
            <a:off x="11389798" y="5860263"/>
            <a:ext cx="383152" cy="555806"/>
            <a:chOff x="2682876" y="1790701"/>
            <a:chExt cx="514350" cy="746125"/>
          </a:xfrm>
          <a:effectLst>
            <a:outerShdw blurRad="76200" dir="18900000" sy="23000" kx="-1200000" algn="bl" rotWithShape="0">
              <a:prstClr val="black">
                <a:alpha val="20000"/>
              </a:prstClr>
            </a:outerShdw>
          </a:effectLst>
        </p:grpSpPr>
        <p:sp>
          <p:nvSpPr>
            <p:cNvPr id="40" name="Freeform 20">
              <a:extLst>
                <a:ext uri="{FF2B5EF4-FFF2-40B4-BE49-F238E27FC236}">
                  <a16:creationId xmlns:a16="http://schemas.microsoft.com/office/drawing/2014/main" id="{0F6E7B20-FE8E-4081-ABB7-C18A2BB55558}"/>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41" name="Freeform 21">
              <a:extLst>
                <a:ext uri="{FF2B5EF4-FFF2-40B4-BE49-F238E27FC236}">
                  <a16:creationId xmlns:a16="http://schemas.microsoft.com/office/drawing/2014/main" id="{981D216D-7535-4891-91F1-1BA552224520}"/>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42" name="Oval 41">
              <a:extLst>
                <a:ext uri="{FF2B5EF4-FFF2-40B4-BE49-F238E27FC236}">
                  <a16:creationId xmlns:a16="http://schemas.microsoft.com/office/drawing/2014/main" id="{18A7ABFC-CAF8-415A-8830-AC4D235A2364}"/>
                </a:ext>
              </a:extLst>
            </p:cNvPr>
            <p:cNvSpPr>
              <a:spLocks noChangeArrowheads="1"/>
            </p:cNvSpPr>
            <p:nvPr/>
          </p:nvSpPr>
          <p:spPr bwMode="auto">
            <a:xfrm>
              <a:off x="2746376" y="1855788"/>
              <a:ext cx="387350" cy="382588"/>
            </a:xfrm>
            <a:prstGeom prst="ellipse">
              <a:avLst/>
            </a:prstGeom>
            <a:solidFill>
              <a:schemeClr val="bg2"/>
            </a:solidFill>
            <a:ln>
              <a:noFill/>
            </a:ln>
          </p:spPr>
          <p:txBody>
            <a:bodyPr lIns="68580" tIns="34290" rIns="68580" bIns="3429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grpSp>
    </p:spTree>
    <p:extLst>
      <p:ext uri="{BB962C8B-B14F-4D97-AF65-F5344CB8AC3E}">
        <p14:creationId xmlns:p14="http://schemas.microsoft.com/office/powerpoint/2010/main" val="31332339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1202304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a:latin typeface="+mn-lt"/>
              </a:rPr>
              <a:t>Timeline for Key Discussions, Submissions &amp; Presentations (1/4)</a:t>
            </a:r>
            <a:endParaRPr lang="en-GB" sz="2176" b="1">
              <a:latin typeface="+mn-lt"/>
            </a:endParaRPr>
          </a:p>
        </p:txBody>
      </p:sp>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0"/>
            <a:ext cx="11188700" cy="757255"/>
          </a:xfrm>
        </p:spPr>
        <p:txBody>
          <a:bodyPr/>
          <a:lstStyle/>
          <a:p>
            <a:pPr algn="just"/>
            <a:r>
              <a:rPr lang="en-US" sz="1632">
                <a:solidFill>
                  <a:schemeClr val="tx1">
                    <a:lumMod val="50000"/>
                    <a:lumOff val="50000"/>
                  </a:schemeClr>
                </a:solidFill>
                <a:latin typeface="+mj-lt"/>
              </a:rPr>
              <a:t>List of key timelines with regards to benchmarking study with other utilities and discussions on finalization of To-Be reports  </a:t>
            </a:r>
          </a:p>
        </p:txBody>
      </p:sp>
      <p:cxnSp>
        <p:nvCxnSpPr>
          <p:cNvPr id="90" name="Straight Connector 89">
            <a:extLst>
              <a:ext uri="{FF2B5EF4-FFF2-40B4-BE49-F238E27FC236}">
                <a16:creationId xmlns:a16="http://schemas.microsoft.com/office/drawing/2014/main" id="{07077E0F-F551-473A-947E-3E0119DE4374}"/>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3" name="Table 92">
            <a:extLst>
              <a:ext uri="{FF2B5EF4-FFF2-40B4-BE49-F238E27FC236}">
                <a16:creationId xmlns:a16="http://schemas.microsoft.com/office/drawing/2014/main" id="{9BCCAFFC-E429-4AB7-AB9D-3F15E0CBB6A4}"/>
              </a:ext>
            </a:extLst>
          </p:cNvPr>
          <p:cNvGraphicFramePr>
            <a:graphicFrameLocks noGrp="1"/>
          </p:cNvGraphicFramePr>
          <p:nvPr/>
        </p:nvGraphicFramePr>
        <p:xfrm>
          <a:off x="514664" y="1062101"/>
          <a:ext cx="11196001" cy="5414203"/>
        </p:xfrm>
        <a:graphic>
          <a:graphicData uri="http://schemas.openxmlformats.org/drawingml/2006/table">
            <a:tbl>
              <a:tblPr firstRow="1" bandRow="1">
                <a:tableStyleId>{5C22544A-7EE6-4342-B048-85BDC9FD1C3A}</a:tableStyleId>
              </a:tblPr>
              <a:tblGrid>
                <a:gridCol w="643017">
                  <a:extLst>
                    <a:ext uri="{9D8B030D-6E8A-4147-A177-3AD203B41FA5}">
                      <a16:colId xmlns:a16="http://schemas.microsoft.com/office/drawing/2014/main" val="4256757924"/>
                    </a:ext>
                  </a:extLst>
                </a:gridCol>
                <a:gridCol w="1593908">
                  <a:extLst>
                    <a:ext uri="{9D8B030D-6E8A-4147-A177-3AD203B41FA5}">
                      <a16:colId xmlns:a16="http://schemas.microsoft.com/office/drawing/2014/main" val="2006660961"/>
                    </a:ext>
                  </a:extLst>
                </a:gridCol>
                <a:gridCol w="8959076">
                  <a:extLst>
                    <a:ext uri="{9D8B030D-6E8A-4147-A177-3AD203B41FA5}">
                      <a16:colId xmlns:a16="http://schemas.microsoft.com/office/drawing/2014/main" val="848014483"/>
                    </a:ext>
                  </a:extLst>
                </a:gridCol>
              </a:tblGrid>
              <a:tr h="364891">
                <a:tc>
                  <a:txBody>
                    <a:bodyPr/>
                    <a:lstStyle/>
                    <a:p>
                      <a:pPr algn="ctr"/>
                      <a:r>
                        <a:rPr lang="en-US" sz="1400">
                          <a:latin typeface="+mj-lt"/>
                          <a:ea typeface="Verdana" panose="020B0604030504040204" pitchFamily="34" charset="0"/>
                        </a:rPr>
                        <a:t>Sl. No</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Date</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Key Event</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extLst>
                  <a:ext uri="{0D108BD9-81ED-4DB2-BD59-A6C34878D82A}">
                    <a16:rowId xmlns:a16="http://schemas.microsoft.com/office/drawing/2014/main" val="1657980968"/>
                  </a:ext>
                </a:extLst>
              </a:tr>
              <a:tr h="409173">
                <a:tc>
                  <a:txBody>
                    <a:bodyPr/>
                    <a:lstStyle/>
                    <a:p>
                      <a:pPr algn="ctr" rtl="0" fontAlgn="ctr"/>
                      <a:r>
                        <a:rPr lang="en-US" sz="1100" b="0" i="0" u="none" strike="noStrike">
                          <a:solidFill>
                            <a:srgbClr val="000000"/>
                          </a:solidFill>
                          <a:effectLst/>
                          <a:latin typeface="+mj-lt"/>
                          <a:ea typeface="Verdana" panose="020B0604030504040204" pitchFamily="34" charset="0"/>
                        </a:rPr>
                        <a:t>1</a:t>
                      </a:r>
                    </a:p>
                  </a:txBody>
                  <a:tcPr marL="63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1" i="0" u="none" strike="noStrike">
                          <a:solidFill>
                            <a:srgbClr val="000000"/>
                          </a:solidFill>
                          <a:effectLst/>
                          <a:latin typeface="+mj-lt"/>
                          <a:ea typeface="Verdana" panose="020B0604030504040204" pitchFamily="34" charset="0"/>
                        </a:rPr>
                        <a:t>October 14, 2022</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1" i="0" u="none" strike="noStrike">
                          <a:solidFill>
                            <a:srgbClr val="000000"/>
                          </a:solidFill>
                          <a:effectLst/>
                          <a:latin typeface="+mj-lt"/>
                          <a:ea typeface="Verdana" panose="020B0604030504040204" pitchFamily="34" charset="0"/>
                        </a:rPr>
                        <a:t>Draft version of As-Is Report,  Questionnaire and Letter to connect with other utilities submitted</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32400428"/>
                  </a:ext>
                </a:extLst>
              </a:tr>
              <a:tr h="356253">
                <a:tc>
                  <a:txBody>
                    <a:bodyPr/>
                    <a:lstStyle/>
                    <a:p>
                      <a:pPr algn="ctr" rtl="0" fontAlgn="ctr"/>
                      <a:r>
                        <a:rPr lang="en-US" sz="1100" b="0" i="0" u="none" strike="noStrike">
                          <a:solidFill>
                            <a:srgbClr val="000000"/>
                          </a:solidFill>
                          <a:effectLst/>
                          <a:latin typeface="+mj-lt"/>
                          <a:ea typeface="Verdana" panose="020B0604030504040204" pitchFamily="34" charset="0"/>
                        </a:rPr>
                        <a:t>2</a:t>
                      </a:r>
                    </a:p>
                  </a:txBody>
                  <a:tcPr marL="63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0" i="0" u="none" strike="noStrike">
                          <a:solidFill>
                            <a:srgbClr val="000000"/>
                          </a:solidFill>
                          <a:effectLst/>
                          <a:latin typeface="+mj-lt"/>
                          <a:ea typeface="Verdana" panose="020B0604030504040204" pitchFamily="34" charset="0"/>
                        </a:rPr>
                        <a:t>October 18, 2022</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0" i="0" u="none" strike="noStrike">
                          <a:solidFill>
                            <a:srgbClr val="000000"/>
                          </a:solidFill>
                          <a:effectLst/>
                          <a:latin typeface="+mj-lt"/>
                          <a:ea typeface="Verdana" panose="020B0604030504040204" pitchFamily="34" charset="0"/>
                        </a:rPr>
                        <a:t>Discussion on draft As-Is report and </a:t>
                      </a:r>
                      <a:r>
                        <a:rPr lang="en-US" sz="1100" b="1" i="0" u="none" strike="noStrike">
                          <a:solidFill>
                            <a:srgbClr val="000000"/>
                          </a:solidFill>
                          <a:effectLst/>
                          <a:latin typeface="+mj-lt"/>
                          <a:ea typeface="Verdana" panose="020B0604030504040204" pitchFamily="34" charset="0"/>
                        </a:rPr>
                        <a:t>resharing of Questionnaire and Letters to connect with other utilities for benchmarking.</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373469042"/>
                  </a:ext>
                </a:extLst>
              </a:tr>
              <a:tr h="327397">
                <a:tc>
                  <a:txBody>
                    <a:bodyPr/>
                    <a:lstStyle/>
                    <a:p>
                      <a:pPr algn="ctr" rtl="0" fontAlgn="ctr"/>
                      <a:r>
                        <a:rPr lang="en-US" sz="1100" b="0" i="0" u="none" strike="noStrike">
                          <a:solidFill>
                            <a:srgbClr val="000000"/>
                          </a:solidFill>
                          <a:effectLst/>
                          <a:latin typeface="+mj-lt"/>
                          <a:ea typeface="Verdana" panose="020B0604030504040204" pitchFamily="34" charset="0"/>
                        </a:rPr>
                        <a:t>3</a:t>
                      </a:r>
                    </a:p>
                  </a:txBody>
                  <a:tcPr marL="63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1" i="0" u="none" strike="noStrike">
                          <a:solidFill>
                            <a:srgbClr val="000000"/>
                          </a:solidFill>
                          <a:effectLst/>
                          <a:latin typeface="+mj-lt"/>
                          <a:ea typeface="Verdana" panose="020B0604030504040204" pitchFamily="34" charset="0"/>
                        </a:rPr>
                        <a:t>November 03-04, 2022</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1" i="0" u="none" strike="noStrike">
                          <a:solidFill>
                            <a:srgbClr val="000000"/>
                          </a:solidFill>
                          <a:effectLst/>
                          <a:latin typeface="+mj-lt"/>
                          <a:ea typeface="Verdana" panose="020B0604030504040204" pitchFamily="34" charset="0"/>
                        </a:rPr>
                        <a:t>Discussion with MD and Project Nodal team on final As-Is Report and way forward to To-Be. Respective report was shared on Nov 03, 2022.</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18809760"/>
                  </a:ext>
                </a:extLst>
              </a:tr>
              <a:tr h="445559">
                <a:tc rowSpan="2">
                  <a:txBody>
                    <a:bodyPr/>
                    <a:lstStyle/>
                    <a:p>
                      <a:pPr algn="ctr" rtl="0" fontAlgn="ctr"/>
                      <a:r>
                        <a:rPr lang="en-US" sz="1100" b="0" i="0" u="none" strike="noStrike">
                          <a:solidFill>
                            <a:srgbClr val="000000"/>
                          </a:solidFill>
                          <a:effectLst/>
                          <a:latin typeface="+mj-lt"/>
                          <a:ea typeface="Verdana" panose="020B0604030504040204" pitchFamily="34" charset="0"/>
                        </a:rPr>
                        <a:t>4</a:t>
                      </a:r>
                    </a:p>
                  </a:txBody>
                  <a:tcPr marL="63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rowSpan="2">
                  <a:txBody>
                    <a:bodyPr/>
                    <a:lstStyle/>
                    <a:p>
                      <a:pPr algn="l" rtl="0" fontAlgn="ctr"/>
                      <a:r>
                        <a:rPr lang="en-US" sz="1100" b="0" i="0" u="none" strike="noStrike">
                          <a:solidFill>
                            <a:srgbClr val="000000"/>
                          </a:solidFill>
                          <a:effectLst/>
                          <a:latin typeface="+mj-lt"/>
                          <a:ea typeface="Verdana" panose="020B0604030504040204" pitchFamily="34" charset="0"/>
                        </a:rPr>
                        <a:t>November 9, 2022</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0" i="0" u="none" strike="noStrike">
                          <a:solidFill>
                            <a:srgbClr val="000000"/>
                          </a:solidFill>
                          <a:effectLst/>
                          <a:latin typeface="+mj-lt"/>
                          <a:ea typeface="Verdana" panose="020B0604030504040204" pitchFamily="34" charset="0"/>
                        </a:rPr>
                        <a:t>Letters received from DPL for benchmarking studies with WBSETCL,WBPDCL,DVC and WBSEDCL. </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062606693"/>
                  </a:ext>
                </a:extLst>
              </a:tr>
              <a:tr h="376429">
                <a:tc v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vMerge="1">
                  <a:txBody>
                    <a:bodyPr/>
                    <a:lstStyle/>
                    <a:p>
                      <a:endParaRPr lang="en-US"/>
                    </a:p>
                  </a:txBody>
                  <a:tcP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rtl="0" fontAlgn="ctr"/>
                      <a:r>
                        <a:rPr lang="en-US" sz="1100" b="0" i="0" u="none" strike="noStrike">
                          <a:solidFill>
                            <a:srgbClr val="000000"/>
                          </a:solidFill>
                          <a:effectLst/>
                          <a:latin typeface="+mj-lt"/>
                          <a:ea typeface="Verdana" panose="020B0604030504040204" pitchFamily="34" charset="0"/>
                        </a:rPr>
                        <a:t>DPL Project Nodal/Advisory Team to provide additional areas/changes to be covered in As-Is Report.</a:t>
                      </a:r>
                    </a:p>
                  </a:txBody>
                  <a:tcPr marL="95250" marR="6350" marT="635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533554483"/>
                  </a:ext>
                </a:extLst>
              </a:tr>
              <a:tr h="664407">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5</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November 9, 2022</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Deloitte coordinated with designated utilities’ POCs for discussion on benchmarking study, accordingly meetings were setup with DVC and WBSETCL on Nov 17 and 22, respectively.  However, meetings couldn’t be setup with WBSEDCL and WBPDCL. Deloitte team called WBSEDCL twice (Nov 9 and 11) but POC unavailable</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749341292"/>
                  </a:ext>
                </a:extLst>
              </a:tr>
              <a:tr h="445559">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6</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November 16, 2022</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Deloitte team met Director HR (WBPDCL). Director HR (WBPDCL) nominated GM HR for conducting the interviews</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496037842"/>
                  </a:ext>
                </a:extLst>
              </a:tr>
              <a:tr h="469098">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7</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November 17, 2022</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First round of discussion with Mr. N.V Ramana, Chief Engineer (HR)-DVC as part of benchmarking study. He provided high-level verbal inputs on benchmarking areas.</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4532346"/>
                  </a:ext>
                </a:extLst>
              </a:tr>
              <a:tr h="445559">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8</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November 19, 2022</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Tried reaching out Mr. N.V Ramana, Chief Engineer (HR)-DVC for second round of discussion but meeting could not be fixed due to his prior appointments</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509150365"/>
                  </a:ext>
                </a:extLst>
              </a:tr>
              <a:tr h="664407">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9</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November 22, 2022</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Discussion carried out with Executive Director (HR)-WBSETCL as part of benchmarking study. A few documents were shared by WBSETCL and remaining were proposed to be shared in second round of discussion.  </a:t>
                      </a:r>
                      <a:br>
                        <a:rPr lang="en-US" sz="1100" kern="1200">
                          <a:solidFill>
                            <a:srgbClr val="000000"/>
                          </a:solidFill>
                          <a:effectLst/>
                          <a:latin typeface="+mj-lt"/>
                          <a:ea typeface="Verdana" panose="020B0604030504040204" pitchFamily="34" charset="0"/>
                          <a:cs typeface="Calibri" panose="020F0502020204030204" pitchFamily="34" charset="0"/>
                        </a:rPr>
                      </a:br>
                      <a:r>
                        <a:rPr lang="en-US" sz="1100" kern="1200">
                          <a:solidFill>
                            <a:srgbClr val="000000"/>
                          </a:solidFill>
                          <a:effectLst/>
                          <a:latin typeface="+mj-lt"/>
                          <a:ea typeface="Verdana" panose="020B0604030504040204" pitchFamily="34" charset="0"/>
                          <a:cs typeface="Calibri" panose="020F0502020204030204" pitchFamily="34" charset="0"/>
                        </a:rPr>
                        <a:t>WBSETCL Officials Met - Mr. </a:t>
                      </a:r>
                      <a:r>
                        <a:rPr lang="en-US" sz="1100" kern="1200" err="1">
                          <a:solidFill>
                            <a:srgbClr val="000000"/>
                          </a:solidFill>
                          <a:effectLst/>
                          <a:latin typeface="+mj-lt"/>
                          <a:ea typeface="Verdana" panose="020B0604030504040204" pitchFamily="34" charset="0"/>
                          <a:cs typeface="Calibri" panose="020F0502020204030204" pitchFamily="34" charset="0"/>
                        </a:rPr>
                        <a:t>Shamya</a:t>
                      </a:r>
                      <a:r>
                        <a:rPr lang="en-US" sz="1100" kern="1200">
                          <a:solidFill>
                            <a:srgbClr val="000000"/>
                          </a:solidFill>
                          <a:effectLst/>
                          <a:latin typeface="+mj-lt"/>
                          <a:ea typeface="Verdana" panose="020B0604030504040204" pitchFamily="34" charset="0"/>
                          <a:cs typeface="Calibri" panose="020F0502020204030204" pitchFamily="34" charset="0"/>
                        </a:rPr>
                        <a:t> Roy Choudhury, Director (HR&amp;A), Mr. Sujoy Goswami, AGM (HR&amp;A)</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252921457"/>
                  </a:ext>
                </a:extLst>
              </a:tr>
              <a:tr h="44547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10</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November 22, 2022</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Verdana" panose="020B0604030504040204" pitchFamily="34" charset="0"/>
                          <a:cs typeface="Calibri" panose="020F0502020204030204" pitchFamily="34" charset="0"/>
                        </a:rPr>
                        <a:t>Tried reaching out Mr. N.V Ramana, Chief Engineer (HR)-DVC for second round of discussion but meeting could not be fixed due to his prior appointments</a:t>
                      </a:r>
                      <a:endParaRPr lang="en-US" sz="1100">
                        <a:solidFill>
                          <a:srgbClr val="000000"/>
                        </a:solidFill>
                        <a:effectLst/>
                        <a:latin typeface="+mj-lt"/>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926489150"/>
                  </a:ext>
                </a:extLst>
              </a:tr>
            </a:tbl>
          </a:graphicData>
        </a:graphic>
      </p:graphicFrame>
    </p:spTree>
    <p:extLst>
      <p:ext uri="{BB962C8B-B14F-4D97-AF65-F5344CB8AC3E}">
        <p14:creationId xmlns:p14="http://schemas.microsoft.com/office/powerpoint/2010/main" val="77584298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1326518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0"/>
            <a:ext cx="11188700" cy="757255"/>
          </a:xfrm>
        </p:spPr>
        <p:txBody>
          <a:bodyPr/>
          <a:lstStyle/>
          <a:p>
            <a:pPr algn="just"/>
            <a:r>
              <a:rPr lang="en-US" sz="1632">
                <a:solidFill>
                  <a:schemeClr val="tx1">
                    <a:lumMod val="50000"/>
                    <a:lumOff val="50000"/>
                  </a:schemeClr>
                </a:solidFill>
                <a:latin typeface="+mj-lt"/>
              </a:rPr>
              <a:t>List of key timelines with regards to benchmarking study with other utilities and discussions on finalization of To-Be reports  </a:t>
            </a:r>
          </a:p>
        </p:txBody>
      </p:sp>
      <p:cxnSp>
        <p:nvCxnSpPr>
          <p:cNvPr id="90" name="Straight Connector 89">
            <a:extLst>
              <a:ext uri="{FF2B5EF4-FFF2-40B4-BE49-F238E27FC236}">
                <a16:creationId xmlns:a16="http://schemas.microsoft.com/office/drawing/2014/main" id="{07077E0F-F551-473A-947E-3E0119DE4374}"/>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3" name="Table 92">
            <a:extLst>
              <a:ext uri="{FF2B5EF4-FFF2-40B4-BE49-F238E27FC236}">
                <a16:creationId xmlns:a16="http://schemas.microsoft.com/office/drawing/2014/main" id="{9BCCAFFC-E429-4AB7-AB9D-3F15E0CBB6A4}"/>
              </a:ext>
            </a:extLst>
          </p:cNvPr>
          <p:cNvGraphicFramePr>
            <a:graphicFrameLocks noGrp="1"/>
          </p:cNvGraphicFramePr>
          <p:nvPr/>
        </p:nvGraphicFramePr>
        <p:xfrm>
          <a:off x="514664" y="1062101"/>
          <a:ext cx="11196001" cy="4942635"/>
        </p:xfrm>
        <a:graphic>
          <a:graphicData uri="http://schemas.openxmlformats.org/drawingml/2006/table">
            <a:tbl>
              <a:tblPr firstRow="1" bandRow="1">
                <a:tableStyleId>{5C22544A-7EE6-4342-B048-85BDC9FD1C3A}</a:tableStyleId>
              </a:tblPr>
              <a:tblGrid>
                <a:gridCol w="745037">
                  <a:extLst>
                    <a:ext uri="{9D8B030D-6E8A-4147-A177-3AD203B41FA5}">
                      <a16:colId xmlns:a16="http://schemas.microsoft.com/office/drawing/2014/main" val="4256757924"/>
                    </a:ext>
                  </a:extLst>
                </a:gridCol>
                <a:gridCol w="1491888">
                  <a:extLst>
                    <a:ext uri="{9D8B030D-6E8A-4147-A177-3AD203B41FA5}">
                      <a16:colId xmlns:a16="http://schemas.microsoft.com/office/drawing/2014/main" val="2006660961"/>
                    </a:ext>
                  </a:extLst>
                </a:gridCol>
                <a:gridCol w="8959076">
                  <a:extLst>
                    <a:ext uri="{9D8B030D-6E8A-4147-A177-3AD203B41FA5}">
                      <a16:colId xmlns:a16="http://schemas.microsoft.com/office/drawing/2014/main" val="848014483"/>
                    </a:ext>
                  </a:extLst>
                </a:gridCol>
              </a:tblGrid>
              <a:tr h="364027">
                <a:tc>
                  <a:txBody>
                    <a:bodyPr/>
                    <a:lstStyle/>
                    <a:p>
                      <a:pPr algn="ctr"/>
                      <a:r>
                        <a:rPr lang="en-US" sz="1400">
                          <a:latin typeface="+mj-lt"/>
                          <a:ea typeface="Verdana" panose="020B0604030504040204" pitchFamily="34" charset="0"/>
                        </a:rPr>
                        <a:t>Sl. No</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Date</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Key Event</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extLst>
                  <a:ext uri="{0D108BD9-81ED-4DB2-BD59-A6C34878D82A}">
                    <a16:rowId xmlns:a16="http://schemas.microsoft.com/office/drawing/2014/main" val="1657980968"/>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11</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November 23,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Deloitte was asked to visit DVC office for second round of discussion. Deloitte visited DVC office for meeting, but discussion could not be held due to unavailability of CE-(HR), DVC</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787956955"/>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November 25,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Second round of discussion with Mr. Sujoy Goswami, AGM (HR&amp;A), WBSETCL. Relevant data for key benchmarking focus areas collected.</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95872015"/>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November 26,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Second round of discussion with CE (HR)- DVC was held , few documents were shared by DVC on key focus benchmarking areas and other documents yet to be received. </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32400428"/>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14</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2,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Discussion with Mr. Saurav Bhattacharjee, Manager (HR&amp;A) - WBPDCL for data collection on key focus benchmarking areas. Verbal inputs at a high level were received.</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373469042"/>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15</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6,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Received data pertaining to WBSEDCL from DPL on the key focus areas for benchmarking. </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18809760"/>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16</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12,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Followed-Up with Mr. Saurav Bhattacharjee, Manager (HR&amp;A) - WBPDCL for data collection on key focus benchmarking areas. No documents received yet</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062606693"/>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17</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kern="1200">
                          <a:solidFill>
                            <a:srgbClr val="000000"/>
                          </a:solidFill>
                          <a:effectLst/>
                          <a:latin typeface="+mj-lt"/>
                          <a:ea typeface="Times" panose="02020603050405020304" pitchFamily="18" charset="0"/>
                          <a:cs typeface="Calibri" panose="020F0502020204030204" pitchFamily="34" charset="0"/>
                        </a:rPr>
                        <a:t>December 12, 2022</a:t>
                      </a:r>
                      <a:endParaRPr lang="en-US" sz="1100" b="1">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kern="1200">
                          <a:solidFill>
                            <a:srgbClr val="000000"/>
                          </a:solidFill>
                          <a:effectLst/>
                          <a:latin typeface="+mj-lt"/>
                          <a:ea typeface="Times" panose="02020603050405020304" pitchFamily="18" charset="0"/>
                          <a:cs typeface="Calibri" panose="020F0502020204030204" pitchFamily="34" charset="0"/>
                        </a:rPr>
                        <a:t>Deloitte submitted the revised final version of As Is report incorporating comments received during discussions on Nov 04, 2022, with MD and Senior DPL Management and Dec 06, 2022, with Project Nodal Team.</a:t>
                      </a:r>
                      <a:endParaRPr lang="en-US" sz="1100" b="1">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533554483"/>
                  </a:ext>
                </a:extLst>
              </a:tr>
              <a:tr h="572326">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18</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13,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Visited WBSEDCL office for pending data points for Benchmarking. Provided the Scanned copy of DPL letter and Key focus areas for benchmarking to WBSEDCL. </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749341292"/>
                  </a:ext>
                </a:extLst>
              </a:tr>
            </a:tbl>
          </a:graphicData>
        </a:graphic>
      </p:graphicFrame>
      <p:sp>
        <p:nvSpPr>
          <p:cNvPr id="10" name="Title 5">
            <a:extLst>
              <a:ext uri="{FF2B5EF4-FFF2-40B4-BE49-F238E27FC236}">
                <a16:creationId xmlns:a16="http://schemas.microsoft.com/office/drawing/2014/main" id="{1997EDE9-0319-43B4-9C29-2340B873E7BB}"/>
              </a:ext>
            </a:extLst>
          </p:cNvPr>
          <p:cNvSpPr>
            <a:spLocks noGrp="1"/>
          </p:cNvSpPr>
          <p:nvPr>
            <p:ph type="title"/>
          </p:nvPr>
        </p:nvSpPr>
        <p:spPr>
          <a:xfrm>
            <a:off x="501650" y="317500"/>
            <a:ext cx="11188700" cy="334099"/>
          </a:xfrm>
        </p:spPr>
        <p:txBody>
          <a:bodyPr vert="horz"/>
          <a:lstStyle/>
          <a:p>
            <a:r>
              <a:rPr lang="en-US" sz="2176" b="1">
                <a:latin typeface="+mn-lt"/>
              </a:rPr>
              <a:t>Timeline for Key Discussions, Submissions &amp; Presentations (2/4)</a:t>
            </a:r>
            <a:endParaRPr lang="en-GB" sz="2176" b="1">
              <a:latin typeface="+mn-lt"/>
            </a:endParaRPr>
          </a:p>
        </p:txBody>
      </p:sp>
    </p:spTree>
    <p:extLst>
      <p:ext uri="{BB962C8B-B14F-4D97-AF65-F5344CB8AC3E}">
        <p14:creationId xmlns:p14="http://schemas.microsoft.com/office/powerpoint/2010/main" val="311434776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1278782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a:latin typeface="+mn-lt"/>
              </a:rPr>
              <a:t>Timeline for Key Discussions, Submissions &amp; Presentations (3/4)</a:t>
            </a:r>
            <a:endParaRPr lang="en-GB" sz="2176" b="1">
              <a:latin typeface="+mn-lt"/>
            </a:endParaRPr>
          </a:p>
        </p:txBody>
      </p:sp>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29566"/>
            <a:ext cx="11188700" cy="757255"/>
          </a:xfrm>
        </p:spPr>
        <p:txBody>
          <a:bodyPr/>
          <a:lstStyle/>
          <a:p>
            <a:pPr algn="just"/>
            <a:r>
              <a:rPr lang="en-US" sz="1632">
                <a:solidFill>
                  <a:schemeClr val="tx1">
                    <a:lumMod val="50000"/>
                    <a:lumOff val="50000"/>
                  </a:schemeClr>
                </a:solidFill>
                <a:latin typeface="+mj-lt"/>
              </a:rPr>
              <a:t>List of key timelines with regards to benchmarking study with other utilities and discussions on finalization of To-Be reports  </a:t>
            </a:r>
          </a:p>
        </p:txBody>
      </p:sp>
      <p:cxnSp>
        <p:nvCxnSpPr>
          <p:cNvPr id="90" name="Straight Connector 89">
            <a:extLst>
              <a:ext uri="{FF2B5EF4-FFF2-40B4-BE49-F238E27FC236}">
                <a16:creationId xmlns:a16="http://schemas.microsoft.com/office/drawing/2014/main" id="{07077E0F-F551-473A-947E-3E0119DE4374}"/>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3" name="Table 92">
            <a:extLst>
              <a:ext uri="{FF2B5EF4-FFF2-40B4-BE49-F238E27FC236}">
                <a16:creationId xmlns:a16="http://schemas.microsoft.com/office/drawing/2014/main" id="{9BCCAFFC-E429-4AB7-AB9D-3F15E0CBB6A4}"/>
              </a:ext>
            </a:extLst>
          </p:cNvPr>
          <p:cNvGraphicFramePr>
            <a:graphicFrameLocks noGrp="1"/>
          </p:cNvGraphicFramePr>
          <p:nvPr/>
        </p:nvGraphicFramePr>
        <p:xfrm>
          <a:off x="514664" y="1062103"/>
          <a:ext cx="11196001" cy="5425049"/>
        </p:xfrm>
        <a:graphic>
          <a:graphicData uri="http://schemas.openxmlformats.org/drawingml/2006/table">
            <a:tbl>
              <a:tblPr firstRow="1" bandRow="1">
                <a:tableStyleId>{5C22544A-7EE6-4342-B048-85BDC9FD1C3A}</a:tableStyleId>
              </a:tblPr>
              <a:tblGrid>
                <a:gridCol w="745037">
                  <a:extLst>
                    <a:ext uri="{9D8B030D-6E8A-4147-A177-3AD203B41FA5}">
                      <a16:colId xmlns:a16="http://schemas.microsoft.com/office/drawing/2014/main" val="4256757924"/>
                    </a:ext>
                  </a:extLst>
                </a:gridCol>
                <a:gridCol w="1491888">
                  <a:extLst>
                    <a:ext uri="{9D8B030D-6E8A-4147-A177-3AD203B41FA5}">
                      <a16:colId xmlns:a16="http://schemas.microsoft.com/office/drawing/2014/main" val="2006660961"/>
                    </a:ext>
                  </a:extLst>
                </a:gridCol>
                <a:gridCol w="8959076">
                  <a:extLst>
                    <a:ext uri="{9D8B030D-6E8A-4147-A177-3AD203B41FA5}">
                      <a16:colId xmlns:a16="http://schemas.microsoft.com/office/drawing/2014/main" val="848014483"/>
                    </a:ext>
                  </a:extLst>
                </a:gridCol>
              </a:tblGrid>
              <a:tr h="355636">
                <a:tc>
                  <a:txBody>
                    <a:bodyPr/>
                    <a:lstStyle/>
                    <a:p>
                      <a:pPr algn="ctr"/>
                      <a:r>
                        <a:rPr lang="en-US" sz="1400">
                          <a:latin typeface="+mj-lt"/>
                          <a:ea typeface="Verdana" panose="020B0604030504040204" pitchFamily="34" charset="0"/>
                        </a:rPr>
                        <a:t>Sl. No</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Date</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Key Event</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extLst>
                  <a:ext uri="{0D108BD9-81ED-4DB2-BD59-A6C34878D82A}">
                    <a16:rowId xmlns:a16="http://schemas.microsoft.com/office/drawing/2014/main" val="1657980968"/>
                  </a:ext>
                </a:extLst>
              </a:tr>
              <a:tr h="554990">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19</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16,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High level data pertaining to Manpower Planning, PMS, KPI’s focus areas were received from Mr. Saurav (WBPDCL). Deloitte requested to provide pending data points on organization structure, training plan/policy and outsourcing activities/policy. A meeting with Training section has been requested.</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787956955"/>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20</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16,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A telephonic conversation with Mr. Sabyasachi De (GM, HR&amp;D - WBSEDCL) for data collection and discussion on benchmarking study. He agreed for a discussion on December 20,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95872015"/>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21</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19,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Tried reaching out Mr. Saurav, WBPDCL for setting up meeting with training section of WBPDCL. No response received.</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32400428"/>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19,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Deloitte team requested Mr. S Mukherjee, SM, DPL for guidance and coordinating with WBPDCL for data collection in benchmarking study.</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373469042"/>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19,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A telephonic Meeting finalized with Mr. NV Ramana, Chief Engineer (HR) - DVC for data collection</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18809760"/>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24</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19,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Meeting finalized on December 20, 2022, with Mr. Sabyasachi De (GM, HR&amp;D - WBSEDCL) for data collection and discussion on benchmarking study</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062606693"/>
                  </a:ext>
                </a:extLst>
              </a:tr>
              <a:tr h="554990">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25</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20,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Meeting held with GM (HR&amp;A) Mr. Sabyasachi (WBSEDCL), Received Training Calendar/Plan and other data pertaining to training and development. Data regarding to Manpower details of regular as well as Outsourced agency to be provided by Contract Labour Management (CLM) Cell. Discussions with other stakeholders were scheduled for December 21,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533554483"/>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26</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20,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Telephonic Meeting could not be held with Mr. NV Ramana, Chief Engineer (HR)-DVC , due to his unavailability. </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320592412"/>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27</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21,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Meeting held with AGM (HR&amp;A) Mr. </a:t>
                      </a:r>
                      <a:r>
                        <a:rPr lang="en-US" sz="1100" kern="1200" err="1">
                          <a:solidFill>
                            <a:srgbClr val="000000"/>
                          </a:solidFill>
                          <a:effectLst/>
                          <a:latin typeface="+mj-lt"/>
                          <a:ea typeface="Times" panose="02020603050405020304" pitchFamily="18" charset="0"/>
                          <a:cs typeface="Calibri" panose="020F0502020204030204" pitchFamily="34" charset="0"/>
                        </a:rPr>
                        <a:t>Siladitya</a:t>
                      </a:r>
                      <a:r>
                        <a:rPr lang="en-US" sz="1100" kern="1200">
                          <a:solidFill>
                            <a:srgbClr val="000000"/>
                          </a:solidFill>
                          <a:effectLst/>
                          <a:latin typeface="+mj-lt"/>
                          <a:ea typeface="Times" panose="02020603050405020304" pitchFamily="18" charset="0"/>
                          <a:cs typeface="Calibri" panose="020F0502020204030204" pitchFamily="34" charset="0"/>
                        </a:rPr>
                        <a:t> Sengupta (WBSEDCL). Received Outsourcing employee data, PAF (Class I,II and III), Manpower Strength Department Wise. For detailed manpower details, Deloitte team met Mr. </a:t>
                      </a:r>
                      <a:r>
                        <a:rPr lang="en-US" sz="1100" kern="1200" err="1">
                          <a:solidFill>
                            <a:srgbClr val="000000"/>
                          </a:solidFill>
                          <a:effectLst/>
                          <a:latin typeface="+mj-lt"/>
                          <a:ea typeface="Times" panose="02020603050405020304" pitchFamily="18" charset="0"/>
                          <a:cs typeface="Calibri" panose="020F0502020204030204" pitchFamily="34" charset="0"/>
                        </a:rPr>
                        <a:t>Podder</a:t>
                      </a:r>
                      <a:r>
                        <a:rPr lang="en-US" sz="1100" kern="1200">
                          <a:solidFill>
                            <a:srgbClr val="000000"/>
                          </a:solidFill>
                          <a:effectLst/>
                          <a:latin typeface="+mj-lt"/>
                          <a:ea typeface="Times" panose="02020603050405020304" pitchFamily="18" charset="0"/>
                          <a:cs typeface="Calibri" panose="020F0502020204030204" pitchFamily="34" charset="0"/>
                        </a:rPr>
                        <a:t> who agreed to share the relevant data soon.</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749341292"/>
                  </a:ext>
                </a:extLst>
              </a:tr>
              <a:tr h="493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28</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December 22, 2022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Detailed breakup of manpower strength received from R&amp;MP Cell, WBSEDCL</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219835355"/>
                  </a:ext>
                </a:extLst>
              </a:tr>
            </a:tbl>
          </a:graphicData>
        </a:graphic>
      </p:graphicFrame>
    </p:spTree>
    <p:extLst>
      <p:ext uri="{BB962C8B-B14F-4D97-AF65-F5344CB8AC3E}">
        <p14:creationId xmlns:p14="http://schemas.microsoft.com/office/powerpoint/2010/main" val="316911342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754A7AC-FD2C-4BE4-9AA6-564FDBF20A77}"/>
              </a:ext>
            </a:extLst>
          </p:cNvPr>
          <p:cNvGraphicFramePr>
            <a:graphicFrameLocks noChangeAspect="1"/>
          </p:cNvGraphicFramePr>
          <p:nvPr>
            <p:custDataLst>
              <p:tags r:id="rId1"/>
            </p:custDataLst>
            <p:extLst>
              <p:ext uri="{D42A27DB-BD31-4B8C-83A1-F6EECF244321}">
                <p14:modId xmlns:p14="http://schemas.microsoft.com/office/powerpoint/2010/main" val="15196781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9" name="Object 8" hidden="1">
                        <a:extLst>
                          <a:ext uri="{FF2B5EF4-FFF2-40B4-BE49-F238E27FC236}">
                            <a16:creationId xmlns:a16="http://schemas.microsoft.com/office/drawing/2014/main" id="{5754A7AC-FD2C-4BE4-9AA6-564FDBF20A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176" b="1">
                <a:latin typeface="+mn-lt"/>
              </a:rPr>
              <a:t>Timeline for Key Discussions, Submissions &amp; Presentations (4/4)</a:t>
            </a:r>
            <a:endParaRPr lang="en-GB" sz="2176" b="1">
              <a:latin typeface="+mn-lt"/>
            </a:endParaRPr>
          </a:p>
        </p:txBody>
      </p:sp>
      <p:sp>
        <p:nvSpPr>
          <p:cNvPr id="88" name="Text Placeholder 1">
            <a:extLst>
              <a:ext uri="{FF2B5EF4-FFF2-40B4-BE49-F238E27FC236}">
                <a16:creationId xmlns:a16="http://schemas.microsoft.com/office/drawing/2014/main" id="{BDB7891E-98EC-4EB9-92A0-D552D8313D05}"/>
              </a:ext>
            </a:extLst>
          </p:cNvPr>
          <p:cNvSpPr>
            <a:spLocks noGrp="1"/>
          </p:cNvSpPr>
          <p:nvPr>
            <p:ph type="body" sz="quarter" idx="13"/>
          </p:nvPr>
        </p:nvSpPr>
        <p:spPr>
          <a:xfrm>
            <a:off x="501650" y="651600"/>
            <a:ext cx="11188700" cy="757255"/>
          </a:xfrm>
        </p:spPr>
        <p:txBody>
          <a:bodyPr/>
          <a:lstStyle/>
          <a:p>
            <a:pPr algn="just"/>
            <a:r>
              <a:rPr lang="en-US" sz="1632">
                <a:solidFill>
                  <a:schemeClr val="tx1">
                    <a:lumMod val="50000"/>
                    <a:lumOff val="50000"/>
                  </a:schemeClr>
                </a:solidFill>
                <a:latin typeface="+mj-lt"/>
              </a:rPr>
              <a:t>List of key timelines with regards to benchmarking study with other utilities and discussions on finalization of To-Be reports  </a:t>
            </a:r>
          </a:p>
        </p:txBody>
      </p:sp>
      <p:cxnSp>
        <p:nvCxnSpPr>
          <p:cNvPr id="90" name="Straight Connector 89">
            <a:extLst>
              <a:ext uri="{FF2B5EF4-FFF2-40B4-BE49-F238E27FC236}">
                <a16:creationId xmlns:a16="http://schemas.microsoft.com/office/drawing/2014/main" id="{07077E0F-F551-473A-947E-3E0119DE4374}"/>
              </a:ext>
            </a:extLst>
          </p:cNvPr>
          <p:cNvCxnSpPr/>
          <p:nvPr/>
        </p:nvCxnSpPr>
        <p:spPr>
          <a:xfrm flipV="1">
            <a:off x="514664" y="978062"/>
            <a:ext cx="11196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93" name="Table 92">
            <a:extLst>
              <a:ext uri="{FF2B5EF4-FFF2-40B4-BE49-F238E27FC236}">
                <a16:creationId xmlns:a16="http://schemas.microsoft.com/office/drawing/2014/main" id="{9BCCAFFC-E429-4AB7-AB9D-3F15E0CBB6A4}"/>
              </a:ext>
            </a:extLst>
          </p:cNvPr>
          <p:cNvGraphicFramePr>
            <a:graphicFrameLocks noGrp="1"/>
          </p:cNvGraphicFramePr>
          <p:nvPr>
            <p:extLst>
              <p:ext uri="{D42A27DB-BD31-4B8C-83A1-F6EECF244321}">
                <p14:modId xmlns:p14="http://schemas.microsoft.com/office/powerpoint/2010/main" val="1950572072"/>
              </p:ext>
            </p:extLst>
          </p:nvPr>
        </p:nvGraphicFramePr>
        <p:xfrm>
          <a:off x="514664" y="1062103"/>
          <a:ext cx="11196001" cy="5422397"/>
        </p:xfrm>
        <a:graphic>
          <a:graphicData uri="http://schemas.openxmlformats.org/drawingml/2006/table">
            <a:tbl>
              <a:tblPr firstRow="1" bandRow="1">
                <a:tableStyleId>{5C22544A-7EE6-4342-B048-85BDC9FD1C3A}</a:tableStyleId>
              </a:tblPr>
              <a:tblGrid>
                <a:gridCol w="745037">
                  <a:extLst>
                    <a:ext uri="{9D8B030D-6E8A-4147-A177-3AD203B41FA5}">
                      <a16:colId xmlns:a16="http://schemas.microsoft.com/office/drawing/2014/main" val="4256757924"/>
                    </a:ext>
                  </a:extLst>
                </a:gridCol>
                <a:gridCol w="1491888">
                  <a:extLst>
                    <a:ext uri="{9D8B030D-6E8A-4147-A177-3AD203B41FA5}">
                      <a16:colId xmlns:a16="http://schemas.microsoft.com/office/drawing/2014/main" val="2006660961"/>
                    </a:ext>
                  </a:extLst>
                </a:gridCol>
                <a:gridCol w="8959076">
                  <a:extLst>
                    <a:ext uri="{9D8B030D-6E8A-4147-A177-3AD203B41FA5}">
                      <a16:colId xmlns:a16="http://schemas.microsoft.com/office/drawing/2014/main" val="848014483"/>
                    </a:ext>
                  </a:extLst>
                </a:gridCol>
              </a:tblGrid>
              <a:tr h="344814">
                <a:tc>
                  <a:txBody>
                    <a:bodyPr/>
                    <a:lstStyle/>
                    <a:p>
                      <a:pPr algn="ctr"/>
                      <a:r>
                        <a:rPr lang="en-US" sz="1400">
                          <a:latin typeface="+mj-lt"/>
                          <a:ea typeface="Verdana" panose="020B0604030504040204" pitchFamily="34" charset="0"/>
                        </a:rPr>
                        <a:t>Sl. No</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Date</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tc>
                  <a:txBody>
                    <a:bodyPr/>
                    <a:lstStyle/>
                    <a:p>
                      <a:r>
                        <a:rPr lang="en-US" sz="1400">
                          <a:latin typeface="+mj-lt"/>
                          <a:ea typeface="Verdana" panose="020B0604030504040204" pitchFamily="34" charset="0"/>
                        </a:rPr>
                        <a:t>Key Event</a:t>
                      </a:r>
                    </a:p>
                  </a:txBody>
                  <a:tcPr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accent5"/>
                    </a:solidFill>
                  </a:tcPr>
                </a:tc>
                <a:extLst>
                  <a:ext uri="{0D108BD9-81ED-4DB2-BD59-A6C34878D82A}">
                    <a16:rowId xmlns:a16="http://schemas.microsoft.com/office/drawing/2014/main" val="1657980968"/>
                  </a:ext>
                </a:extLst>
              </a:tr>
              <a:tr h="513373">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29</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January 03, 2023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Discussion with Mr. N.V. Ramana (CE – DVC, HR&amp;A) on collection of data for respective focus areas. In the discussion, Mr. Ramana agreed to share the necessary data with DPL over email.</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787956955"/>
                  </a:ext>
                </a:extLst>
              </a:tr>
              <a:tr h="456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30</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January 03-06, 2023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Deloitte team coordinated with DPL for collection of data received from DVC stakeholders.</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095872015"/>
                  </a:ext>
                </a:extLst>
              </a:tr>
              <a:tr h="456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31</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January 07, 2023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Deloitte team collected data from Mr. N.V. Ramana (CE – DVC, HR&amp;A). </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32400428"/>
                  </a:ext>
                </a:extLst>
              </a:tr>
              <a:tr h="456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32</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January 13, 2023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Deloitte team collected high level verbal inputs from Mr. P.S. Chatterjee (GM – WBPDCL, HR&amp;A). </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0824306"/>
                  </a:ext>
                </a:extLst>
              </a:tr>
              <a:tr h="456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33</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kern="1200">
                          <a:solidFill>
                            <a:srgbClr val="000000"/>
                          </a:solidFill>
                          <a:effectLst/>
                          <a:latin typeface="+mj-lt"/>
                          <a:ea typeface="Times" panose="02020603050405020304" pitchFamily="18" charset="0"/>
                          <a:cs typeface="Calibri" panose="020F0502020204030204" pitchFamily="34" charset="0"/>
                        </a:rPr>
                        <a:t>January 17, 2023</a:t>
                      </a:r>
                      <a:endParaRPr lang="en-US" sz="1100" b="1">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kern="1200">
                          <a:solidFill>
                            <a:srgbClr val="000000"/>
                          </a:solidFill>
                          <a:effectLst/>
                          <a:latin typeface="+mj-lt"/>
                          <a:ea typeface="Times" panose="02020603050405020304" pitchFamily="18" charset="0"/>
                          <a:cs typeface="Calibri" panose="020F0502020204030204" pitchFamily="34" charset="0"/>
                        </a:rPr>
                        <a:t>Deloitte presented To-Be reports on PMS, Training &amp; Outsourcing models focus areas to HR project nodal team led by GM HR&amp;A, DPL. The received inputs/feedbacks to be incorporated in revised version.</a:t>
                      </a:r>
                      <a:endParaRPr lang="en-US" sz="1100" b="1">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788517085"/>
                  </a:ext>
                </a:extLst>
              </a:tr>
              <a:tr h="456421">
                <a:tc>
                  <a:txBody>
                    <a:bodyPr/>
                    <a:lstStyle/>
                    <a:p>
                      <a:pPr marL="0" marR="0" indent="45720" algn="ctr">
                        <a:lnSpc>
                          <a:spcPct val="115000"/>
                        </a:lnSpc>
                        <a:spcBef>
                          <a:spcPts val="300"/>
                        </a:spcBef>
                        <a:spcAft>
                          <a:spcPts val="0"/>
                        </a:spcAft>
                      </a:pPr>
                      <a:r>
                        <a:rPr lang="en-US" sz="1100" kern="1200">
                          <a:solidFill>
                            <a:srgbClr val="000000"/>
                          </a:solidFill>
                          <a:effectLst/>
                          <a:latin typeface="+mj-lt"/>
                          <a:ea typeface="Times" panose="02020603050405020304" pitchFamily="18" charset="0"/>
                          <a:cs typeface="Calibri" panose="020F0502020204030204" pitchFamily="34" charset="0"/>
                        </a:rPr>
                        <a:t>34</a:t>
                      </a:r>
                      <a:endParaRPr lang="en-US" sz="1100">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kern="1200">
                          <a:solidFill>
                            <a:srgbClr val="000000"/>
                          </a:solidFill>
                          <a:effectLst/>
                          <a:latin typeface="+mj-lt"/>
                          <a:ea typeface="Times" panose="02020603050405020304" pitchFamily="18" charset="0"/>
                          <a:cs typeface="Calibri" panose="020F0502020204030204" pitchFamily="34" charset="0"/>
                        </a:rPr>
                        <a:t>January 18, 2023</a:t>
                      </a:r>
                      <a:endParaRPr lang="en-US" sz="1100" b="1">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kern="1200">
                          <a:solidFill>
                            <a:srgbClr val="000000"/>
                          </a:solidFill>
                          <a:effectLst/>
                          <a:latin typeface="+mj-lt"/>
                          <a:ea typeface="Times" panose="02020603050405020304" pitchFamily="18" charset="0"/>
                          <a:cs typeface="Calibri" panose="020F0502020204030204" pitchFamily="34" charset="0"/>
                        </a:rPr>
                        <a:t>Deloitte presented To-Be reports on PMS, Training &amp; Outsourcing models focus areas to MD and Director Finance, DPL and discussed way forward.</a:t>
                      </a:r>
                      <a:endParaRPr lang="en-US" sz="1100" b="1">
                        <a:solidFill>
                          <a:srgbClr val="000000"/>
                        </a:solidFill>
                        <a:effectLst/>
                        <a:latin typeface="+mj-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330357996"/>
                  </a:ext>
                </a:extLst>
              </a:tr>
              <a:tr h="456421">
                <a:tc>
                  <a:txBody>
                    <a:bodyPr/>
                    <a:lstStyle/>
                    <a:p>
                      <a:pPr marL="0" marR="0" indent="45720" algn="ctr">
                        <a:lnSpc>
                          <a:spcPct val="115000"/>
                        </a:lnSpc>
                        <a:spcBef>
                          <a:spcPts val="300"/>
                        </a:spcBef>
                        <a:spcAft>
                          <a:spcPts val="0"/>
                        </a:spcAft>
                      </a:pPr>
                      <a:r>
                        <a:rPr lang="en-US" sz="1100">
                          <a:solidFill>
                            <a:srgbClr val="000000"/>
                          </a:solidFill>
                          <a:effectLst/>
                          <a:latin typeface="+mj-lt"/>
                          <a:ea typeface="Times" panose="02020603050405020304" pitchFamily="18" charset="0"/>
                          <a:cs typeface="Times New Roman" panose="02020603050405020304" pitchFamily="18" charset="0"/>
                        </a:rPr>
                        <a:t>35</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Times New Roman" panose="02020603050405020304" pitchFamily="18" charset="0"/>
                        </a:rPr>
                        <a:t>February 01, 2023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Calibri" panose="020F0502020204030204" pitchFamily="34" charset="0"/>
                        </a:rPr>
                        <a:t>Deloitte team presented To-Be working papers to MD and Director Finance, DPL and took guidance for way forward. </a:t>
                      </a:r>
                      <a:endParaRPr lang="en-US" sz="1100" b="1" kern="12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430772574"/>
                  </a:ext>
                </a:extLst>
              </a:tr>
              <a:tr h="456421">
                <a:tc>
                  <a:txBody>
                    <a:bodyPr/>
                    <a:lstStyle/>
                    <a:p>
                      <a:pPr marL="0" marR="0" indent="45720" algn="ctr">
                        <a:lnSpc>
                          <a:spcPct val="115000"/>
                        </a:lnSpc>
                        <a:spcBef>
                          <a:spcPts val="300"/>
                        </a:spcBef>
                        <a:spcAft>
                          <a:spcPts val="0"/>
                        </a:spcAft>
                      </a:pPr>
                      <a:r>
                        <a:rPr lang="en-US" sz="1100">
                          <a:solidFill>
                            <a:srgbClr val="000000"/>
                          </a:solidFill>
                          <a:effectLst/>
                          <a:latin typeface="+mj-lt"/>
                          <a:ea typeface="Times" panose="02020603050405020304" pitchFamily="18" charset="0"/>
                          <a:cs typeface="Times New Roman" panose="02020603050405020304" pitchFamily="18" charset="0"/>
                        </a:rPr>
                        <a:t>36</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a:lnSpc>
                          <a:spcPct val="115000"/>
                        </a:lnSpc>
                        <a:spcBef>
                          <a:spcPts val="300"/>
                        </a:spcBef>
                        <a:spcAft>
                          <a:spcPts val="0"/>
                        </a:spcAft>
                      </a:pPr>
                      <a:r>
                        <a:rPr lang="en-US" sz="1100" b="1">
                          <a:solidFill>
                            <a:srgbClr val="000000"/>
                          </a:solidFill>
                          <a:effectLst/>
                          <a:latin typeface="+mj-lt"/>
                          <a:ea typeface="Times" panose="02020603050405020304" pitchFamily="18" charset="0"/>
                          <a:cs typeface="Times New Roman" panose="02020603050405020304" pitchFamily="18" charset="0"/>
                        </a:rPr>
                        <a:t>February 02, 2023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Calibri" panose="020F0502020204030204" pitchFamily="34" charset="0"/>
                        </a:rPr>
                        <a:t>Deloitte presented To-Be reports on PMS, Training &amp; Outsourcing models focus areas to MD and Director Finance and DPL HR Core team. </a:t>
                      </a:r>
                      <a:endParaRPr lang="en-US" sz="1100" b="1" kern="12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475375556"/>
                  </a:ext>
                </a:extLst>
              </a:tr>
              <a:tr h="456421">
                <a:tc>
                  <a:txBody>
                    <a:bodyPr/>
                    <a:lstStyle/>
                    <a:p>
                      <a:pPr marL="0" marR="0" indent="45720" algn="ctr">
                        <a:lnSpc>
                          <a:spcPct val="115000"/>
                        </a:lnSpc>
                        <a:spcBef>
                          <a:spcPts val="300"/>
                        </a:spcBef>
                        <a:spcAft>
                          <a:spcPts val="0"/>
                        </a:spcAft>
                      </a:pPr>
                      <a:r>
                        <a:rPr lang="en-US" sz="1100">
                          <a:solidFill>
                            <a:srgbClr val="000000"/>
                          </a:solidFill>
                          <a:effectLst/>
                          <a:latin typeface="+mj-lt"/>
                          <a:ea typeface="Times" panose="02020603050405020304" pitchFamily="18" charset="0"/>
                          <a:cs typeface="Times New Roman" panose="02020603050405020304" pitchFamily="18" charset="0"/>
                        </a:rPr>
                        <a:t>37</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Times New Roman" panose="02020603050405020304" pitchFamily="18" charset="0"/>
                        </a:rPr>
                        <a:t>February 07, 2023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Calibri" panose="020F0502020204030204" pitchFamily="34" charset="0"/>
                        </a:rPr>
                        <a:t>Deloitte presented To-Be reports on Key Performance Indicators (KPI’s) and Manpower Planning focus areas to MD and Director Finance. </a:t>
                      </a:r>
                      <a:endParaRPr lang="en-US" sz="1100" b="1" kern="1200">
                        <a:solidFill>
                          <a:srgbClr val="000000"/>
                        </a:solidFill>
                        <a:effectLst/>
                        <a:latin typeface="+mn-lt"/>
                        <a:ea typeface="Times" panose="02020603050405020304" pitchFamily="18" charset="0"/>
                        <a:cs typeface="Times New Roman" panose="02020603050405020304" pitchFamily="18" charset="0"/>
                      </a:endParaRP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401013746"/>
                  </a:ext>
                </a:extLst>
              </a:tr>
              <a:tr h="456421">
                <a:tc>
                  <a:txBody>
                    <a:bodyPr/>
                    <a:lstStyle/>
                    <a:p>
                      <a:pPr marL="0" marR="0" indent="45720" algn="ctr">
                        <a:lnSpc>
                          <a:spcPct val="115000"/>
                        </a:lnSpc>
                        <a:spcBef>
                          <a:spcPts val="300"/>
                        </a:spcBef>
                        <a:spcAft>
                          <a:spcPts val="0"/>
                        </a:spcAft>
                      </a:pPr>
                      <a:r>
                        <a:rPr lang="en-US" sz="1100">
                          <a:solidFill>
                            <a:srgbClr val="000000"/>
                          </a:solidFill>
                          <a:effectLst/>
                          <a:latin typeface="+mj-lt"/>
                          <a:ea typeface="Times" panose="02020603050405020304" pitchFamily="18" charset="0"/>
                          <a:cs typeface="Times New Roman" panose="02020603050405020304" pitchFamily="18" charset="0"/>
                        </a:rPr>
                        <a:t>38</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Times New Roman" panose="02020603050405020304" pitchFamily="18" charset="0"/>
                        </a:rPr>
                        <a:t>March 14, 2023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Times New Roman" panose="02020603050405020304" pitchFamily="18" charset="0"/>
                        </a:rPr>
                        <a:t>Deloitte presented To-Be report on Organization Structure to MD and Director Finance at DPL Office, Kolkata. </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995829419"/>
                  </a:ext>
                </a:extLst>
              </a:tr>
              <a:tr h="456421">
                <a:tc>
                  <a:txBody>
                    <a:bodyPr/>
                    <a:lstStyle/>
                    <a:p>
                      <a:pPr marL="0" marR="0" indent="45720" algn="ctr">
                        <a:lnSpc>
                          <a:spcPct val="115000"/>
                        </a:lnSpc>
                        <a:spcBef>
                          <a:spcPts val="300"/>
                        </a:spcBef>
                        <a:spcAft>
                          <a:spcPts val="0"/>
                        </a:spcAft>
                      </a:pPr>
                      <a:r>
                        <a:rPr lang="en-US" sz="1100">
                          <a:solidFill>
                            <a:srgbClr val="000000"/>
                          </a:solidFill>
                          <a:effectLst/>
                          <a:latin typeface="+mj-lt"/>
                          <a:ea typeface="Times" panose="02020603050405020304" pitchFamily="18" charset="0"/>
                          <a:cs typeface="Times New Roman" panose="02020603050405020304" pitchFamily="18" charset="0"/>
                        </a:rPr>
                        <a:t>39</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Times New Roman" panose="02020603050405020304" pitchFamily="18" charset="0"/>
                        </a:rPr>
                        <a:t>March 31, 2023</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15000"/>
                        </a:lnSpc>
                        <a:spcBef>
                          <a:spcPts val="300"/>
                        </a:spcBef>
                        <a:spcAft>
                          <a:spcPts val="0"/>
                        </a:spcAft>
                        <a:buClrTx/>
                        <a:buSzTx/>
                        <a:buFontTx/>
                        <a:buNone/>
                        <a:tabLst/>
                        <a:defRPr/>
                      </a:pPr>
                      <a:r>
                        <a:rPr lang="en-US" sz="1100" b="1" kern="1200">
                          <a:solidFill>
                            <a:srgbClr val="000000"/>
                          </a:solidFill>
                          <a:effectLst/>
                          <a:latin typeface="+mn-lt"/>
                          <a:ea typeface="Times" panose="02020603050405020304" pitchFamily="18" charset="0"/>
                          <a:cs typeface="Times New Roman" panose="02020603050405020304" pitchFamily="18" charset="0"/>
                        </a:rPr>
                        <a:t>Deloitte presented the Final To-Be report on Organization Structure to MD and Director Finance at DPL Office, Kolkata. </a:t>
                      </a:r>
                    </a:p>
                  </a:txBody>
                  <a:tcPr marL="68580" marR="68580" marT="0" marB="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528132353"/>
                  </a:ext>
                </a:extLst>
              </a:tr>
            </a:tbl>
          </a:graphicData>
        </a:graphic>
      </p:graphicFrame>
    </p:spTree>
    <p:extLst>
      <p:ext uri="{BB962C8B-B14F-4D97-AF65-F5344CB8AC3E}">
        <p14:creationId xmlns:p14="http://schemas.microsoft.com/office/powerpoint/2010/main" val="390150492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83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4&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2.xml><?xml version="1.0" encoding="utf-8"?>
<a:theme xmlns:a="http://schemas.openxmlformats.org/drawingml/2006/main" name="3_Deloitte 16_9 onscreen">
  <a:themeElements>
    <a:clrScheme name="Deloitte_2020">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4_3_Onscreen.potx" id="{300F3ED9-9C4C-4838-B157-107BB206E623}" vid="{ABD9136E-862F-4680-B56C-E8832C898BE1}"/>
    </a:ext>
  </a:extLst>
</a:theme>
</file>

<file path=ppt/theme/theme3.xml><?xml version="1.0" encoding="utf-8"?>
<a:theme xmlns:a="http://schemas.openxmlformats.org/drawingml/2006/main" name="2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 id="{590E97A3-4408-485A-95E8-81133B6C641E}" vid="{A7A7DD32-BEFD-4667-AB23-4AFD4B9FDC4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40162BEA-C951-4CC6-9B32-D148B2CDB5B7}"/>
</file>

<file path=customXml/itemProps2.xml><?xml version="1.0" encoding="utf-8"?>
<ds:datastoreItem xmlns:ds="http://schemas.openxmlformats.org/officeDocument/2006/customXml" ds:itemID="{830AC334-ADBC-422F-835E-47E7CC50F0F6}">
  <ds:schemaRefs>
    <ds:schemaRef ds:uri="http://schemas.microsoft.com/sharepoint/v3/contenttype/forms"/>
  </ds:schemaRefs>
</ds:datastoreItem>
</file>

<file path=customXml/itemProps3.xml><?xml version="1.0" encoding="utf-8"?>
<ds:datastoreItem xmlns:ds="http://schemas.openxmlformats.org/officeDocument/2006/customXml" ds:itemID="{56521453-85FF-45FC-822F-0C93C9F2FD31}">
  <ds:schemaRefs>
    <ds:schemaRef ds:uri="http://www.w3.org/XML/1998/namespace"/>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http://purl.org/dc/terms/"/>
    <ds:schemaRef ds:uri="7635906b-085f-4631-afd7-49a137109dcb"/>
    <ds:schemaRef ds:uri="1fa7aa84-8c34-4c1b-a417-7764f735f5ed"/>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Default Theme</Template>
  <TotalTime>23</TotalTime>
  <Words>1962</Words>
  <Application>Microsoft Office PowerPoint</Application>
  <PresentationFormat>Widescreen</PresentationFormat>
  <Paragraphs>230</Paragraphs>
  <Slides>8</Slides>
  <Notes>7</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8</vt:i4>
      </vt:variant>
    </vt:vector>
  </HeadingPairs>
  <TitlesOfParts>
    <vt:vector size="16" baseType="lpstr">
      <vt:lpstr>Arial</vt:lpstr>
      <vt:lpstr>Calibri</vt:lpstr>
      <vt:lpstr>Verdana</vt:lpstr>
      <vt:lpstr>Wingdings 2</vt:lpstr>
      <vt:lpstr>Theme1</vt:lpstr>
      <vt:lpstr>3_Deloitte 16_9 onscreen</vt:lpstr>
      <vt:lpstr>2_Deloitte 16_9 onscreen</vt:lpstr>
      <vt:lpstr>think-cell Slide</vt:lpstr>
      <vt:lpstr>PowerPoint Presentation</vt:lpstr>
      <vt:lpstr>PowerPoint Presentation</vt:lpstr>
      <vt:lpstr>Project Deliverables Timelines as per RFP - Phase 1 Work Plan (Week 01 – Week 24)</vt:lpstr>
      <vt:lpstr>Key Deliverables Timelines </vt:lpstr>
      <vt:lpstr>Timeline for Key Discussions, Submissions &amp; Presentations (1/4)</vt:lpstr>
      <vt:lpstr>Timeline for Key Discussions, Submissions &amp; Presentations (2/4)</vt:lpstr>
      <vt:lpstr>Timeline for Key Discussions, Submissions &amp; Presentations (3/4)</vt:lpstr>
      <vt:lpstr>Timeline for Key Discussions, Submissions &amp; Presentations (4/4)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Dhawan, Shubham</dc:creator>
  <cp:lastModifiedBy>Sharma, Piyush</cp:lastModifiedBy>
  <cp:revision>4</cp:revision>
  <dcterms:created xsi:type="dcterms:W3CDTF">2023-02-09T13:31:15Z</dcterms:created>
  <dcterms:modified xsi:type="dcterms:W3CDTF">2023-08-08T04:45:19Z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2023-02-09T13:31:15Z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2bc7263f-2102-4026-b97d-71ed92e12e92</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